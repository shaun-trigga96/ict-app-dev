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8CFACF-D8D5-43E3-97E1-A9FAB03E0E16}" v="138" dt="2026-02-18T17:27:31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9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5:26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5 11445,'0'0'5651,"-12"-4"-6948,4 4-3585,-13 0-817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5:27.9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672 13 592,'0'0'5648,"7"2"-4346,1 2-618,10 3-113,1-5 9227,-19-3-9787,0 0 1,0 0-1,0 0 0,0 0 1,0 0-1,0 1 0,0-1 0,0 0 1,-1 0-1,1 0 0,0 0 1,0 1-1,-1-1 0,1 0 0,-1 0 1,1 0-1,-1 1 0,1-1 0,-1 0 1,1 1-1,-2-2 0,-6 0 0,0 0 0,1 0 0,-1 1 0,0 0 0,0 1 0,-13 0 0,-53 5-8,65-5 0,-14 4 13,0 0 1,0 1-1,-41 15 0,-62 34 311,88-36 197,0 1-1,-56 41 1,81-51-358,1 0 0,1 1 1,0 1-1,0-1 0,1 2 0,0 0 0,1 0 1,0 0-1,1 1 0,-11 24 0,17-33-140,0 1 0,0 0 0,0 0 0,1 0 0,-1 0 0,1 1-1,1-1 1,-1 0 0,1 0 0,0 1 0,0-1 0,0 0 0,1 0 0,-1 1 0,2-1 0,-1 0 0,0 0 0,1 0-1,0 0 1,0 0 0,0-1 0,1 1 0,0 0 0,0-1 0,0 0 0,0 0 0,1 0 0,-1 0 0,1 0 0,0-1 0,0 0-1,0 1 1,1-1 0,8 4 0,3 1 137,0 0 0,0 0 0,1-2 0,0 0 0,0-1 0,0-1 0,29 4 0,59-1-3021,-36-6-6657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5:28.3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273 1 4370,'0'0'11816,"-13"19"-10351,-5 6-988,6-9-94,1 0-1,1 0 1,0 1 0,-10 28-1,-5 6 446,-3-2 0,-53 74 0,55-86-849,18-27-281,0 2-760,6-3-2566,22-24-10397,2-8 10538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5:28.7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84 3986,'0'0'5565,"18"-13"-3772,61-40-459,-74 50-1216,0 1 1,-1 0 0,1 0 0,0 0-1,0 0 1,0 1 0,0 0-1,1 0 1,-1 0 0,0 1-1,0 0 1,0 0 0,9 1-1,4 0 323,6-1 115,-4-1-130,1 1 1,23 4 0,-39-3-364,0 0 1,1 0-1,-1 1 1,0-1-1,0 1 1,0 0-1,0 1 0,0-1 1,-1 1-1,1 0 1,-1 0-1,0 0 1,5 5-1,-7-6-37,-1 0 0,1 0 0,-1 0-1,1 0 1,-1 0 0,0 0 0,1 0 0,-1 0 0,0 0-1,-1 1 1,1-1 0,0 0 0,-1 1 0,1-1 0,-1 1-1,0-1 1,0 1 0,1-1 0,-2 1 0,1-1 0,0 0-1,0 1 1,-1-1 0,0 1 0,1-1 0,-1 0 0,0 1-1,0-1 1,0 0 0,0 0 0,-1 0 0,-1 3 0,-2 1 104,-1 0 0,1 0-1,-1 0 1,0-1 0,0 0 0,0 0 0,-1-1 0,-11 7 0,-4-1 100,0-1 0,-1-1-1,1 0 1,-2-2 0,1-1 0,-1-1-1,1 0 1,-1-2 0,-31-1-1,33-8-104,22 7-156,0 0-1,-1-1 1,1 1 0,0 0 0,0 0 0,-1 0-1,1-1 1,0 1 0,0 0 0,-1 0-1,1-1 1,0 1 0,0 0 0,0 0 0,0-1-1,-1 1 1,1 0 0,0-1 0,0 1-1,0 0 1,0-1 0,0 1 0,0 0 0,0-1-1,0 1 1,0 0 0,0-1 0,0 1-1,0 0 1,0-1 0,0 1 0,0 0 0,0-1-1,0 1 1,0 0 0,1-1 0,-1 1-1,0 0 1,0 0 0,0-1 0,0 1 0,1 0-1,-1 0 1,0-1 0,0 1 0,1 0-1,-1 0 1,0-1 0,0 1 0,1 0 0,-1 0-1,0 0 1,1 0 0,-1 0 0,0 0-1,1-1 1,-1 1 0,0 0 0,1 0 0,-1 0-1,0 0 1,1 0 0,-1 0 0,1 0-1,9-3-1357,1 0 0,-1 1 0,18-2 0,-23 4 820,37-6-5733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5:29.4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1 783 448,'0'0'12203,"3"0"-10944,0 0-1035,1-1 0,-1 0 0,1 0 0,-1 0 0,0-1 0,0 1 0,0-1 0,0 0 0,0 0 0,0 0 0,0 0 0,0 0 0,-1 0 0,1-1 0,3-4-1,40-53 1105,-29 36-991,95-121-388,148-149 1,-242 276-1,0 1 0,1 1 1,1 0-1,26-14 0,-44 28 69,1 1 0,0-1 0,0 1 0,0 0-1,0 0 1,0 0 0,7 0 0,-10 0-6,1 1 0,0 0 0,0 0 0,-1 0 1,1 0-1,0 1 0,-1-1 0,1 0 0,0 0 0,-1 0 0,1 1 0,0-1 0,-1 0 1,1 0-1,0 1 0,-1-1 0,1 1 0,-1-1 0,1 0 0,0 1 0,-1-1 0,1 1 1,-1 0-1,0-1 0,1 1 0,-1-1 0,1 1 0,-1 0 0,0-1 0,1 1 0,-1 0 1,0-1-1,0 1 0,0 0 0,0-1 0,1 1 0,-1 1 0,1 60 697,-1 0-1,-4 0 1,-2 0 0,-20 81-1,22-86-748,21-58-213,-5-2 230,0 0 0,0-1 0,0 0 0,-1-1 0,17-10 0,58-39-470,-44 26 89,253-194-3120,35-20 3270,-330 242 329,0-1 0,1 1 0,-1 0 0,0-1 0,1 1 0,-1 0 1,1-1-1,-1 1 0,0 0 0,1 0 0,-1 0 0,1-1 0,-1 1 0,1 0 0,-1 0 1,1 0-1,-1 0 0,1 0 0,-1 0 0,1 0 0,-1 0 0,0 0 0,1 0 0,-1 0 1,1 0-1,-1 0 0,1 0 0,-1 0 0,1 0 0,0 1 0,-4 17 1305,-11 13-648,-1-2 1,-1 0-1,-25 35 0,-15 25 715,-18 56 389,64-121-1560,1 0 0,1 1 1,1 0-1,-4 33 0,10-48 786,1-2-5276,-1-7 3838,1-1 1,0 1-1,0-1 1,-1 0-1,1 1 1,0-1-1,-1 0 1,1 1-1,0-1 1,-1 0 0,1 0-1,0 1 1,-1-1-1,1 0 1,-1 0-1,1 0 1,-1 0-1,1 1 1,0-1-1,-1 0 1,1 0-1,-1 0 1,1 0-1,-1 0 1,1 0-1,-1 0 1,1 0-1,-1 0 1,-19 0-8805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5:30.3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55 160,'0'0'5069,"-5"0"-3964,-14 1 119,14 0 2687,28-1-237,411 3-711,1 0-2983,-268-3 34,720-15 110,514-33 1424,-1070 77 396,-53-2-999,-239-26 244,-36-1-93,-5 0-313,-20 0-1423,-51 7-14500,48-4 6392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5:31.4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350 217 1905,'0'0'1635,"-19"-8"-1160,-5-2-313,-10-4 176,-65-19 0,80 30 431,0 1 0,0 0 0,-28 2 0,25 1 138,20-1-847,0 0-1,0 0 1,0 1 0,0-1-1,0 1 1,0-1 0,0 1-1,0 0 1,0 0 0,-3 2-1,4-2 363,-1 0 0,0 0 0,1 0 0,-1 0 0,0-1 0,1 1 0,-1 0 0,0-1 0,0 1 0,-3-1 0,66 9 2881,368-5-2111,-234-6-932,-106 2-260,573-6 24,-2-36 26,-269-4 32,249-25 47,-339 64 1162,-203 7 5390,-100 0-7244,-1 0 0,0 0 1,0 0-1,1 1 1,-1-1-1,0 1 0,0-1 1,1 1-1,-1 0 0,0 0 1,-2 1-1,-8 3-4971,3-2-1002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5:32.6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213 1 5378,'0'0'8503,"-5"19"-6273,-34 132-85,4-4-263,-22 72-584,-16 6-1530,71-216 978,1-3-5271,2-22-4179,-1-15 4289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5:32.9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25 229 816,'0'0'1358,"11"-24"272,40-76 190,-48 93-1513,1 0 0,0 0 1,0 1-1,0-1 0,1 1 0,0 0 0,1 1 0,-1-1 1,1 1-1,0 0 0,0 0 0,1 1 0,-1 0 1,1 0-1,11-4 0,-5 4 109,0 1 1,1 1-1,-1 0 0,1 1 1,0 0-1,17 2 0,-9-1 25,-19 0-383,0 0-1,0 0 1,-1 1-1,1-1 0,0 1 1,0 0-1,-1 0 1,1 0-1,0 0 0,-1 0 1,1 0-1,-1 1 1,1 0-1,-1-1 0,0 1 1,0 0-1,1 0 1,-1 0-1,-1 0 1,1 0-1,0 1 0,0-1 1,-1 0-1,1 1 1,-1-1-1,0 1 0,0 0 1,0-1-1,0 1 1,1 6-1,0 4 228,0 0 0,-1 1 0,0-1 0,-1 1 0,-1 16 0,0-23-226,-1 0 1,0-1-1,0 1 1,0-1-1,0 0 1,-1 0-1,0 0 1,-1 0-1,1 0 1,-1-1-1,0 1 1,-1-1-1,1 0 0,-1 0 1,0-1-1,0 1 1,0-1-1,-1 0 1,0-1-1,1 1 1,-8 2-1,-11 6 168,0-1-1,-1-2 1,0 0-1,-27 4 1,30-8-74,-1-1 0,-34 2 0,13-5-2551,61-7-3756,-9 1 3978,20-7-4755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5:33.4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216 0 2513,'0'0'10546,"-18"20"-7926,-55 67-859,58-67-1135,1 0 0,1 1 0,0 0 0,2 1 0,0 0 0,2 1 0,-13 44 0,17-50-485,1 1 0,1-1-1,1 0 1,0 1 0,1 17 0,1-34-140,0 0-1,0 1 1,1-1-1,-1 0 1,0 0-1,1 1 1,-1-1-1,0 0 1,1 0-1,-1 0 0,1 0 1,0 0-1,-1 0 1,1 0-1,0 0 1,0 0-1,0 0 1,-1 0-1,1 0 1,0 0-1,0-1 1,0 1-1,0 0 1,1-1-1,-1 1 0,0-1 1,0 1-1,0-1 1,0 1-1,3-1 1,42 4-3,-39-4 3,39 0-33,149-3-85,-152 0-321,1-2 0,61-15 1,-102 19 640,19-6-2316,-18 1-1592,-14-2-2288,-14 0-930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5:33.7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45 576,'0'0'10997,"132"-11"-10116,-65 11-113,6-4-64,2 0-95,-8 0-417,-12-1-128,-13 1-64,-17 0-128,-15 2-609,-10 0-127,0-2-561,-35 4-2208,-14 0-1170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5:33.9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 1473,'0'0'7171,"125"9"-4322,-62-9-1520,6 0-673,0-9-288,-8 3-368,-7-2-432,-12 1-2273,-15-1-2481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5:34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115 327 8820,'0'0'8577,"-6"20"-6877,-75 322 3585,77-310-5192,3-22-67,0 1-1,-1-1 1,0 1 0,-7 18-1,7-29-684,-1-9 408,1-14-90,1-4-16,1 0 1,1 0-1,1 0 0,1 0 0,1 0 1,14-42-1,-4 30 94,3-1 0,1 2 0,2 0 0,1 2 0,2 0-1,2 2 1,1 0 0,33-32 0,-43 50 243,1 0 0,1 1 0,0 0 0,1 2 0,1 0 0,0 1 0,0 2 0,1 0 0,1 0 0,-1 2 0,2 1 0,-1 1 0,1 1 0,0 1 0,0 0 0,27 1 0,-39 3 58,-7-1-11,0 1 0,0 0 1,0 0-1,0 1 1,0-1-1,0 1 0,5 2 1,-7-3-16,-1 1 0,0 0 1,0 0-1,1 0 0,-1 0 0,0 0 1,0 0-1,0 0 0,-1 1 0,1-1 1,0 0-1,0 0 0,-1 1 1,1-1-1,0 1 0,-1-1 0,0 0 1,1 1-1,-1-1 0,0 1 0,1-1 1,-1 4-1,3 23 471,-2 1 1,0 0 0,-5 29-1,4-56-447,0-1 0,-1 0 0,1 1-1,-1-1 1,1 0 0,-1 0 0,0 0 0,1 1 0,-1-1 0,0 0-1,0 0 1,0 0 0,0 0 0,0 0 0,0 0 0,0 0-1,0-1 1,0 1 0,-1 0 0,1-1 0,0 1 0,0 0 0,-1-1-1,1 0 1,0 1 0,-1-1 0,1 0 0,0 1 0,-3-1-1,-49 0 790,34 0-743,-186-5 121,200 6-195,0 0 1,0 0-1,0 0 0,0 0 1,0 1-1,0 0 0,0 0 0,1 0 1,-1 1-1,1 0 0,0-1 1,-1 1-1,-4 5 0,-8 8 240,-24 27-1,33-34-98,5-6-131,0 0-1,0 1 1,1-1-1,-1 0 1,1 1-1,0 0 1,0-1-1,0 1 1,0 0-1,1 0 1,0 0-1,-1 0 0,2 0 1,-1 0-1,0 0 1,1 0-1,0 1 1,0-1-1,0 0 1,0 0-1,1 0 1,-1 1-1,1-1 1,0 0-1,0 0 0,1 0 1,-1 0-1,1-1 1,0 1-1,0 0 1,0-1-1,5 7 1,26 23 281,1 0 0,1-2 0,55 36 0,-25-19 247,-39-29-207,1-2-1,0-1 1,1-1 0,44 16 0,-68-31-1712,-3-5-5490,0 1 5294,4-13-6616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5:35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7940,'0'0'12320,"-8"21"-10570,-2 4-1250,-35 108 1449,12 26-288,6-20-1318,18-115-522,8-23-77,1-1 1,-1 1 0,0 0-1,1-1 1,-1 1 0,0 0-1,0-1 1,0 1-1,0-1 1,1 1 0,-1-1-1,0 0 1,0 1 0,0-1-1,0 0 1,0 0-1,0 1 1,0-1 0,0 0-1,0 0 1,-1 0-1,-4-4-5269,-1-15-4269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5:35.6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57 3554,'0'0'10914,"9"0"-9858,271-13 2818,-93 2-3578,56 0-117,172-6-137,-139 12 2733,-215 5 2623,-74 4-10564,-13 3 231,-10 1-2663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5:36.6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1 433 1377,'0'0'7574,"6"0"-6310,92-7 2443,60-20-2357,-44 6-1196,842-91-224,-13-2-2318,-823 97 2551,885-60 4637,-828 72-1973,269-42-1,-415 42-814,-30 4 18,-5 3-2638,-5 4-410,0 0 0,0-1 0,0 0 0,-20 7 1,21-9-287,0-1 0,-1-1 0,1 1 1,-9 0-1,-25-2-8039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5:38.0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0 331 1505,'0'0'4167,"3"0"-2873,207-11-229,-153 8-970,458-45 91,-144 11 127,-135 18 656,290-29 90,719-46 907,-1167 93-1459,144-8 492,-181 5-601,0-2 1,-1-1 0,52-17-1,-32 5 2646,-59 18-2241,1 1 385,22 1-1455,21 2 1039,75 4 475,-2-7 2254,-122 13-6794,-13 2-94,-16-1-5887,8-10-571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04.8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880 105 2401,'0'0'12614,"12"-7"-11371,40-23 70,-50 29-1072,0 0-1,0 0 1,0-1 0,0 1 0,-1 0 0,1-1 0,0 0-1,-1 1 1,1-1 0,-1 0 0,1 0 0,-1 0 0,2-3 0,-3 4-168,0 0 1,0 0-1,1 0 1,-1 0-1,0 1 1,0-1-1,0 0 1,0 0-1,0 0 1,-1 0-1,1 0 1,0 0-1,0 1 1,-1-1-1,1 0 1,0 0-1,-1 0 1,1 1-1,0-1 1,-1 0-1,1 0 1,-1 1-1,0-2 1,-2 0-12,0 0 1,0 0-1,0 0 0,0 0 1,0 0-1,0 1 0,0-1 1,0 1-1,-1 0 0,1 0 1,0 0-1,-6-1 0,-15 1-25,1 1-1,-1 1 1,1 1-1,-1 1 1,1 1-1,0 1 1,0 1 0,1 1-1,-1 1 1,-23 12-1,-19 13 349,-120 82 0,134-80-216,2 3 0,-59 58 0,87-74-152,0 1 0,1 1 0,1 1 0,2 0 0,0 2 0,-20 44 1,31-56-11,1 0 0,0 0 1,1 0-1,-4 28 1,8-38-7,-1 0 0,1 0 0,0 0 0,0-1 0,0 1 0,0 0 0,1 0 0,0-1 0,0 1 0,0 0 0,1-1 1,-1 1-1,1-1 0,0 1 0,1-1 0,-1 0 0,1 0 0,0 0 0,3 4 0,0-4 3,-1 0-1,0 0 0,1 0 1,0-1-1,0 0 0,0 0 1,0-1-1,0 0 0,1 0 1,-1 0-1,8 1 1,8-1-91,0 0 0,23-2 0,-24 0-98,-2-1-423,0 0 0,0-2 0,0 0 0,34-10 0,69-34-6396,-114 43 6299,56-25-6552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05.1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15 141 4722,'0'0'14855,"0"20"-13022,0 147 2446,1-157-4077,-2 15 339,1-24-526,-1 0 1,1 0-1,0-1 0,0 1 1,0 0-1,-1 0 0,1-1 1,0 1-1,-1 0 0,1-1 1,0 1-1,-1 0 0,1-1 1,-1 1-1,1-1 0,-1 1 1,0-1-1,1 1 1,-1-1-1,1 1 0,-1-1 1,0 1-1,1-1 0,-1 0 1,-1 1-1,1-1 60,1-13 58,-1-10-219,2 0 0,0 0 0,10-43 0,-3 35-207,-5 14 49,2 1 1,0-1 0,11-22 0,-14 34 104,1 0 0,1 0 1,-1 0-1,1 0 0,-1 1 1,1-1-1,1 1 1,-1 0-1,1 0 0,-1 1 1,1-1-1,0 1 1,11-5-1,2 1-975,1 0 0,0 1 0,23-4 0,25-1-5486,-26 6-197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05.3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0 8612,'0'0'12117,"-25"107"-10996,19-88-225,0-3-463,1-3-433,5-9 0,7-4-2850,16-27-495,-2-15-5059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05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4898,'0'0'14103,"14"8"-14968,20-8-1872,3 0-2097,7-14-1873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05.7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226 1 7555,'-11'19'4963,"8"-15"-4651,-15 27 1539,1 1 1,1 1-1,-12 37 1,-23 124 5409,38-121-6344,3 0 0,-1 80 1,11-139-1140,-2 36 514,2-46-595,-1-1 0,1 0 0,-1 0 1,0 0-1,1 0 0,-1 0 0,-1 0 1,1 0-1,0 0 0,-1-1 0,1 1 1,-3 2-1,4-4 148,0-1 0,-1 0 0,1 0 0,0 0 1,0 0-1,-1 0 0,1 0 0,0 1 0,-1-1 1,1 0-1,0 0 0,0 0 0,-1 0 0,1 0 1,0 0-1,-1 0 0,1 0 0,0 0 0,0 0 0,-1 0 1,1 0-1,0 0 0,-1-1 0,1 1 0,0 0 1,0 0-1,-1 0 0,1 0 0,0 0 0,0-1 0,-1 1 1,1 0-1,0 0 0,0 0 0,0-1 0,-1 1 1,1 0-1,0 0 0,0-1 0,0 1 0,0 0 0,-1 0 1,1-1-1,0 1 0,0 0 0,-7-16-4280,6 14 3920,-11-30-8610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06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75 5587,'0'0'4308,"19"-1"-421,264-27 5416,-177 11-8090,-42 6-545,123-7-1,-186 18-654,-1 0-1,1 1 1,-1-1 0,0 0 0,1 0-1,-1 1 1,0-1 0,1 0-1,-1 1 1,0-1 0,1 0-1,-1 1 1,0-1 0,0 0 0,1 1-1,-1-1 1,0 1 0,0-1-1,0 0 1,1 1 0,-1-1-1,0 1 1,0-1 0,0 1 0,0-1-1,0 1 1,0-1 0,0 0-1,0 1 1,0 0 0,-1 18 266,0-16-210,0 7 136,-1 0 1,-1 1-1,0-1 0,-7 17 1,6-19-184,1 1-1,0 0 1,0 0 0,1 0 0,0 0-1,-1 17 1,3-12-132,0-7 106,0-2-3048,0-1-2571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06.2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10101,'0'0'10901,"10"12"-11270,7 7-1295,4 0-1634,2-4-3137,4-3-2129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06.5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353 1 5683,'0'0'12187,"-24"9"-9050,-7 3-2316,7-4-233,0 1-1,1 2 1,0 0-1,-24 17 1,28-16 32,-4 2 528,-39 32-1,57-42-1054,0 0 0,1 0 0,0 0-1,0 1 1,0-1 0,0 1-1,1 0 1,0 0 0,0 0-1,0 1 1,1-1 0,0 1 0,0 0-1,-2 7 1,4-11-100,0 1 1,0-1-1,0 0 0,0 0 0,0 0 1,1 1-1,-1-1 0,0 0 1,1 0-1,0 0 0,0 0 1,-1 0-1,1 0 0,1 0 1,-1 0-1,0 0 0,0-1 0,1 1 1,-1 0-1,1-1 0,-1 1 1,1-1-1,-1 1 0,1-1 1,0 0-1,0 0 0,0 0 0,0 0 1,0 0-1,0 0 0,0 0 1,0-1-1,0 1 0,0-1 1,4 1-1,10 2-391,0-2 0,0 1 0,31-3 0,-26 1-336,-8 0 318,96-3-4855,-88 1 3059,0-1-1,0 0 1,23-8-1,33-15-6938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07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240 414 9845,'0'0'9204,"-21"5"-7243,-67 20-673,81-22-993,-1 0-1,1 0 1,0 1-1,1 0 1,-1 1-1,0 0 1,1 0-1,0 0 0,1 0 1,-1 1-1,1 0 1,-9 13-1,4-6 214,9-12-458,-20 29 804,20-29-847,0 1 1,1-1-1,-1 0 1,0 0-1,1 0 1,-1 1-1,1-1 1,-1 0-1,1 1 1,-1-1 0,1 0-1,0 1 1,0-1-1,0 1 1,0-1-1,0 0 1,0 1-1,0-1 1,0 1-1,0-1 1,2 3-1,-1-3-14,0-1-1,0 1 0,1-1 1,-1 1-1,0-1 0,0 0 1,1 1-1,-1-1 1,1 0-1,-1 0 0,0 0 1,1 0-1,-1 0 0,0 0 1,1 0-1,1-1 0,4 1-48,9-2-279,-1 0 0,0 0 0,0-1 0,0-1 0,-1-1 0,1 0 0,-1-1 0,0 0 0,23-15 1,0 2-597,-36 18 1470,-3 8-53,-3 2-464,0 0 1,1 0-1,0 0 1,1 1-1,0 0 1,0 0-1,1 0 0,0 0 1,1 0-1,0 0 1,1 17-1,0-26-67,1 0-1,-1 0 0,1 0 1,0 0-1,-1-1 0,1 1 1,0 0-1,-1 0 0,1 0 1,0-1-1,0 1 0,0 0 1,0-1-1,0 1 1,0-1-1,0 1 0,0-1 1,0 1-1,0-1 0,0 0 1,0 0-1,0 1 0,0-1 1,0 0-1,0 0 0,1 0 1,-1 0-1,0 0 0,2-1 1,37-2-1328,-32 0 995,1 0 0,-1 0 1,0-1-1,-1 0 0,1 0 1,-1 0-1,0-1 0,7-6 1,53-52-2613,-51 47 2237,170-179-1536,-149 151 2543,-1-1-1,47-82 0,-65 96-125,-2 4 1866,23-54 1,-45 87 5375,-36 45-5928,-83 125 1531,105-144-2664,1 1-1,2 1 0,-22 62 1,34-82-311,1 0 0,1 0 1,1 0-1,0 0 0,0 0 1,1 0-1,1 1 0,1-1 1,0 0-1,3 16 0,-3-27-85,0 0 0,0 0-1,0 0 1,1-1 0,-1 1 0,1 0-1,-1-1 1,1 1 0,0-1 0,0 1-1,0-1 1,0 0 0,1 0 0,-1 0-1,3 2 1,1-1-142,-1 0 0,1 0 0,0-1 0,0 0 0,-1 0 0,2 0 0,5 1 0,12 0-1062,0-1 1,0-2-1,24-1 0,-36 1 513,12-1-1836,-1-1 0,25-5 1,-17-1-4000,35-15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07.4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214 1 11541,'0'0'6950,"-16"23"-2972,-2 3-2824,6-10-535,1 0 0,1 0 0,0 1 0,1 1 1,1 0-1,-10 33 0,-42 201 2905,35-132-3385,11-45-703,12-62-3739,2-3-4263,0-35 2633,2-15-1407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07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64 5330,'0'0'8394,"24"-10"-4985,79-30-290,-95 37-2798,0 1 1,0-1-1,0 1 0,0 1 1,0 0-1,0 0 0,1 1 1,-1 0-1,0 0 0,0 0 1,1 1-1,-1 1 0,0 0 1,0 0-1,0 0 0,0 1 1,8 4-1,-9-4-124,0 1-1,0 0 1,0 0 0,0 1-1,-1 0 1,0 0 0,0 0-1,0 1 1,-1 0 0,1 0 0,-1 1-1,6 10 1,-8-12-111,-1 0-1,1 1 1,-1-1 0,0 1 0,0 0-1,-1-1 1,0 1 0,0 0 0,0 0-1,-1 0 1,1 0 0,-1 0 0,-1 0-1,1 0 1,-1 0 0,0 0 0,-4 9-1,3-10-50,-1 1 0,0-1 0,0-1 0,-1 1 0,1 0 0,-1-1 0,0 0 0,0 0 0,-1 0 0,1 0 0,-1 0 0,0-1 0,-6 3 0,-9 5 48,-43 18 1,-20-4-68,3-2-1163,32 0-2508,48-23 3353,-1 0 0,1 0 1,-1 0-1,1 1 0,-1-1 1,1 0-1,0 0 0,-1 1 1,1-1-1,0 0 0,-1 1 1,1-1-1,0 0 0,-1 1 1,1-1-1,0 0 0,0 1 1,-1-1-1,1 1 0,0-1 1,0 1-1,0-1 0,0 0 1,0 1-1,0-1 0,-1 1 1,1 0-1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08.2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247 5 3314,'0'0'18643,"-11"-1"-16634,0 0-1657,2 0-33,1 0 0,-1 0 0,1 1-1,-1 0 1,0 1 0,1 0 0,-1 0-1,1 1 1,0 0 0,-1 0 0,-8 4 0,6 1-5,1 0 1,0 0-1,0 1 1,1 0-1,0 1 1,1 0 0,0 0-1,0 1 1,1 0-1,-9 15 1,9 10-219,7-34-99,0 0 1,-1 1 0,1-1-1,0 1 1,0-1 0,0 0-1,0 1 1,0-1 0,1 1 0,-1-1-1,0 0 1,0 1 0,1-1-1,-1 0 1,1 1 0,0-1-1,-1 0 1,1 0 0,0 1-1,0-1 1,0 0 0,1 1 0,6 0-87,0 0 1,0-1-1,0 0 1,1-1-1,-1 0 1,0 0 0,0-1-1,1 0 1,-1 0-1,0 0 1,0-2-1,0 1 1,10-5 0,-13 4 38,39-23-358,-41 24 395,0 0 0,0 0-1,0-1 1,0 1 0,-1-1 0,0 1-1,1-1 1,-1 0 0,0 0 0,0 0 0,2-5-1,-8 25 154,0 0-1,1 0 0,0 1 0,1 21 1,2-38-256,0 0 1,0 0 0,0 0-1,1 0 1,-1 1 0,0-1-1,0 0 1,1 0 0,-1-1-1,1 1 1,-1 0 0,1 0-1,-1 0 1,1 0 0,-1 0-1,1 0 1,0-1 0,-1 1-1,1 0 1,0 0-1,0-1 1,0 1 0,0-1-1,0 1 1,1 0 0,1 0-168,0 1 1,1-2 0,-1 1 0,1 0-1,-1 0 1,1-1 0,-1 0-1,4 0 1,4 0-794,-1-1 0,1-1 0,-1 1 0,19-7 0,19-17-4300,4-7-1982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08.4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341 1 11509,'0'0'13126,"-9"19"-9879,-40 81-467,-72 162-675,91-153-2091,-4 10-209,32-115-168,1-1 0,-1 1 0,0-1 0,0 1 0,0-1 0,0 0 0,-1 1 0,1-1 0,-6 5 0,5-6-428,0 0 0,1-1 0,-1 1-1,0-1 1,0 1 0,0-1 0,0 0-1,0 0 1,0 0 0,0 0-1,-1-1 1,-3 1 0,-22 0-9155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08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0 636 3858,'26'-9'6814,"323"-91"4172,-252 71-9431,0-4 0,105-53 0,-136 52-1555,-1-2-1,-1-3 1,94-78-1,-86 52-462,-66 59 428,1-2-1,-1 1 0,0 0 0,-1-1 0,0 0 0,0-1 1,6-13-1,-11 21 39,0 1 0,0 0 0,1-1 0,-1 1 0,0 0 0,0 0 0,0-1 0,0 1 1,0 0-1,0-1 0,0 1 0,0 0 0,1-1 0,-1 1 0,0 0 0,0-1 0,0 1 0,-1 0 0,1-1 1,0 1-1,0 0 0,0-1 0,0 1 0,0 0 0,0 0 0,0-1 0,0 1 0,-1 0 0,1-1 0,0 1 1,0 0-1,0 0 0,-1-1 0,1 1 0,0 0 0,0 0 0,-1 0 0,1-1 0,0 1 0,0 0 0,-1 0 1,1 0-1,0 0 0,-1 0 0,1-1 0,0 1 0,-1 0 0,1 0 0,-21 4 75,1 4-27,1 1 0,0 1-1,0 1 1,1 0 0,0 1 0,1 1-1,-21 21 1,15-14 149,-39 32 324,3 4-1,2 1 1,-56 76 0,86-97-491,2 1-1,1 1 1,2 0-1,2 2 1,1 1-1,3 0 1,-17 59 0,31-91-46,0 0 1,1 0-1,-1 0 1,1 12-1,1-20 7,0 1 0,0-1 0,0 1-1,1-1 1,-1 1 0,0 0 0,1-1-1,-1 1 1,1-1 0,-1 1 0,1-1 0,0 1-1,-1-1 1,1 0 0,0 1 0,0-1-1,0 0 1,0 0 0,0 0 0,0 1 0,1-1-1,-1 0 1,0-1 0,0 1 0,1 0-1,-1 0 1,1 0 0,-1-1 0,1 1 0,-1-1-1,2 1 1,5 1-61,0-1 1,0 0-1,0-1 0,0 1 1,0-2-1,0 1 0,0-1 1,-1 0-1,1-1 0,0 0 0,0 0 1,8-4-1,4-3-306,-1-2 1,0 0-1,18-14 0,9-5 157,-46 30 264,0 0 1,0 0-1,0-1 1,1 1 0,-1 0-1,0 0 1,0 0 0,0 0-1,1 0 1,-1 0 0,0 0-1,0 0 1,1 0-1,-1 0 1,0 0 0,0 0-1,1 0 1,-1 0 0,0 0-1,0 0 1,1 0 0,-1 0-1,0 0 1,0 0-1,0 0 1,1 1 0,-1-1-1,0 0 1,0 0 0,0 0-1,1 0 1,-1 0 0,0 1-1,0-1 1,0 0-1,0 0 1,1 1 0,4 12 1014,0 25-42,-4-27-533,13 54 654,0-3-2784,-11-23-7822,-3-32-2355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10.0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72 904 4130,'0'0'9607,"-12"12"-8449,-3 6-690,-29 31 2980,409-382-119,-62 61-3542,-198 168-85,71-66-281,-173 168 587,0-1 49,0 0 0,0 1 1,0-1-1,0 1 0,1 0 0,-1 0 0,1 0 0,6-2 1,-10 3-49,1 1 0,-1 0 0,0 0 0,0 0 0,0 0 1,0 0-1,0 0 0,0 0 0,1 0 0,-1 0 0,0 0 0,0 0 1,0 0-1,0 0 0,0 0 0,1 0 0,-1 0 0,0 0 1,0 1-1,0-1 0,0 0 0,0 0 0,0 0 0,1 0 1,-1 0-1,0 0 0,0 0 0,0 0 0,0 0 0,0 1 1,0-1-1,0 0 0,0 0 0,0 0 0,1 0 0,-1 0 0,0 0 1,0 0-1,0 1 0,0-1 0,0 0 0,0 0 0,0 0 1,0 0-1,0 0 0,0 1 0,0-1 0,0 0 0,0 0 1,0 0-1,0 0 0,0 0 0,0 1 0,0-1 0,-1 0 0,1 0 1,0 0-1,0 0 0,0 0 0,0 11 276,0-1-1,-1 0 1,-1 0 0,0 1-1,0-1 1,-1 0 0,-4 11-1,-35 74 1117,21-52-976,-34 65 544,32-65-701,1 1-1,-17 51 1,38-94-269,1 0 0,0 0 0,-1 1 0,1-1-1,0 0 1,-1 0 0,1 0 0,0 0 0,0 0 0,0 1 0,0-1 0,0 0 0,0 0 0,1 0 0,-1 0 0,0 0 0,1 3 0,0-4-9,-1 1 0,1-1 1,-1 0-1,1 1 1,-1-1-1,1 1 0,-1-1 1,1 0-1,0 0 1,-1 1-1,1-1 0,-1 0 1,1 0-1,0 0 1,-1 0-1,1 0 0,-1 0 1,1 0-1,0 0 1,-1 0-1,1 0 0,0 0 1,0 0-1,6-2-77,0 0 0,-1 0 0,1-1 0,9-4 0,-13 5 83,60-34-643,-1-3-1,84-71 0,-92 68 145,79-64-651,53-41-582,-146 119 1400,1 2 0,79-38 0,-110 59 432,-7 4-3,0-1 0,0 1 0,0 0-1,0 0 1,1 0 0,-1 0 0,0 1 0,1-1 0,5 0 0,-7 7 867,-3 3-664,0 0 0,0 0-1,-1-1 1,-1 1 0,0-1 0,0 0 0,0 0-1,-1 0 1,-5 8 0,-51 77 1032,34-55-929,-35 51 344,-55 88 71,89-132-972,-40 96 0,59-110-1875,18-30-2569,-5-3 3811,0 1 0,-1-1 0,1 0 0,0 0 0,-1 0 1,1 0-1,-1-1 0,1 0 0,-1 0 0,0 0 1,3-4-1,31-28-7445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10.4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53 6915,'0'0'14385,"15"12"-13109,53 36-385,-62-45-822,-1 0-1,1-1 1,0 0 0,0 0 0,1 0 0,-1 0 0,0-1-1,0 0 1,1-1 0,-1 1 0,1-1 0,-1 0-1,10-2 1,10 0 64,-17 2-112,0-1 0,0 0 0,0 0 0,0-1 0,0-1 0,0 1 0,0-1 0,8-5 0,-14 7-17,0 0 0,-1 0 0,1-1 0,-1 1 0,1-1 0,-1 0 0,0 1 0,1-1 0,-1 0 0,0 0 0,0-1 0,0 1 0,-1 0 0,1-1 0,-1 1 0,1-1 0,-1 1 0,0-1 0,0 0 0,0 0 0,0 1 0,0-1 0,-1 0 0,1 0-1,-1 0 1,0 0 0,1 0 0,-2-5 0,0 6 6,1 1-1,-1-1 0,0 0 0,0 0 0,0 0 0,-1 1 1,1-1-1,0 1 0,-1-1 0,1 1 0,-1-1 0,1 1 1,-1 0-1,1 0 0,-1 0 0,0 0 0,0 0 0,0 0 1,1 0-1,-1 0 0,0 1 0,0-1 0,0 1 0,0 0 1,-3-1-1,-53-3 652,57 4-632,-9 0 200,0 0-1,0 1 1,0 0 0,0 0 0,1 1 0,-14 5 0,20-6-168,0 0 0,1 0 1,-1 0-1,1 1 1,-1-1-1,1 1 0,0 0 1,-1-1-1,1 1 1,0 0-1,0 0 1,0 1-1,0-1 0,1 0 1,-1 1-1,1-1 1,-1 1-1,1-1 1,0 1-1,0-1 0,0 1 1,0 0-1,1 0 1,-1 0-1,1-1 1,-1 5-1,1-1-49,1 0 1,-1 0-1,1 0 1,1 0-1,-1 0 1,1 0-1,0 0 1,0 0-1,1-1 1,-1 1-1,1-1 0,1 0 1,-1 1-1,1-2 1,0 1-1,0 0 1,0-1-1,0 0 1,1 0-1,7 5 1,-2-2-256,0 0 0,0-1 0,1 0 0,0-1 1,0 0-1,0-1 0,1 0 0,-1-1 0,23 4 1,-17-5-673,0 0 1,0-2-1,1 1 1,-1-2 0,0-1-1,0 0 1,0-1-1,0 0 1,0-2-1,-1 0 1,16-7 0,50-36-7672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10.7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551 0 14855,'0'0'3025,"-113"119"401,63-41 960,2 3-1617,8 7-1168,6 0-337,7-9-639,6-8-449,0-8-176,-4-15-16,2-15-561,-2-7-751,-6-14-881,4-8-1089,-3-4-1952,-5-2-3202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11.2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1 707 8660,'36'-11'4498,"438"-137"7414,-329 102-10514,148-70 0,-248 95-1467,0-3-1,-1-1 1,-2-2 0,-1-2-1,-1-2 1,-1-1 0,40-45-1,-75 72 27,37-45-337,-39 47 369,1-1 0,-1 0 0,0 0-1,0 0 1,0-1 0,-1 1 0,1 0-1,-1-1 1,0 1 0,0-1 0,0-5 0,-1 10 13,0 0 0,0-1 0,0 1 0,0 0 0,0-1 0,0 1 0,-1-1 0,1 1 0,0 0 0,0-1 0,0 1 0,0 0 0,-1-1 0,1 1 0,0 0 0,0-1 0,0 1 0,-1 0 0,1 0 0,0-1 0,-1 1 0,1 0 0,0 0 0,-1 0 1,1-1-1,0 1 0,-1 0 0,1 0 0,0 0 0,-1 0 0,1 0 0,0 0 0,-1-1 0,1 1 0,-1 0 0,1 0 0,-1 0 0,-18 3 69,16-2-54,-8 2 33,-1 0 0,0 1 0,1 1 0,0 0 0,0 1 0,-12 8 0,-62 48 358,71-50-318,-48 38 240,3 2-1,2 4 1,2 1-1,3 3 1,3 2-1,2 3 1,-63 115-1,83-130-257,14-27-49,1-1 1,1 2-1,-12 36 1,23-59-48,-1-1 1,1 1 0,-1 0 0,1-1-1,0 1 1,-1 0 0,1-1-1,0 1 1,0 0 0,0 0 0,0-1-1,0 1 1,0 0 0,0 0 0,0-1-1,0 1 1,0 0 0,0 0-1,0-1 1,0 1 0,0 0 0,1 0-1,-1-1 1,0 1 0,1 0 0,-1-1-1,0 1 1,1 0 0,-1-1-1,1 1 1,-1-1 0,1 1 0,-1-1-1,1 1 1,0-1 0,-1 1 0,1-1-1,0 1 1,-1-1 0,1 0-1,0 1 1,-1-1 0,1 0 0,0 0-1,-1 0 1,1 1 0,0-1 0,0 0-1,-1 0 1,1 0 0,0 0-1,0 0 1,-1 0 0,1-1 0,0 1-1,0 0 1,1-1 0,5 0-71,0-2 1,0 1 0,0-1-1,10-5 1,-11 5 56,20-10-243,-1-1 0,-1-1-1,0-1 1,37-33 2204,-61 76-1917,-1-13-9,1-1 1,0 1-1,1-1 1,1 1-1,4 20 0,-4-30-140,-1-1 1,0 0-1,1 1 0,-1-1 0,1 0 0,0 0 0,0 0 0,1-1 0,-1 1 0,0 0 0,1-1 0,0 0 1,-1 1-1,1-1 0,0 0 0,0 0 0,0-1 0,0 1 0,1-1 0,-1 1 0,0-1 0,1 0 0,-1 0 1,1 0-1,-1-1 0,5 1 0,19 1-4140,50-4 0,-17-3-3010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11.6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34 3778,'0'0'21137,"-21"2"-19573,-66 13-281,85-14-1217,-1 0 1,0-1-1,0 1 1,0 1-1,0-1 0,1 0 1,-1 1-1,0 0 1,1-1-1,0 1 0,-1 0 1,1 0-1,0 0 0,0 1 1,0-1-1,0 0 1,0 1-1,1-1 0,-1 1 1,1 0-1,-2 4 1,1-1-24,0 1 0,1 0 0,0 0-1,1 0 1,-1 0 0,2 9 0,-1-6-38,-1-9-12,1 0 0,0 1 0,0-1 0,1 1 1,-1-1-1,0 1 0,0-1 0,1 0 0,-1 1 0,1-1 0,-1 1 0,1-1 0,-1 0 0,1 0 0,0 1 0,0-1 0,0 0 1,0 0-1,0 0 0,0 0 0,0 0 0,0 0 0,0 0 0,0 0 0,0 0 0,1-1 0,-1 1 0,0 0 0,3 0 0,2 0-69,0 0-1,1 0 1,-1 0-1,0-1 0,11-1 1,-1 1-68,-9-1 111,-1 0 1,0 0-1,0-1 0,0 1 1,0-1-1,0-1 0,0 1 1,-1-1-1,1 0 0,-1 0 1,1-1-1,4-4 0,-3 3 34,1-2-1,-1 1 0,-1-1 0,1 0 0,-1 0 0,0-1 0,7-12 0,-12 17 38,1 0 1,-1 0 0,0-1-1,0 1 1,0 0-1,0-1 1,-1 1-1,1-1 1,-1 1-1,0-1 1,0 1-1,0 0 1,-1-1-1,1 1 1,-1-1 0,0 1-1,0 0 1,0-1-1,0 1 1,-2-4-1,1 5-21,1 0 1,0 0-1,0 0 0,-1 1 0,1-1 0,-1 1 0,0-1 1,1 1-1,-1 0 0,0-1 0,0 1 0,0 0 0,0 0 0,0 0 1,0 1-1,0-1 0,0 0 0,0 1 0,0-1 0,0 1 1,0 0-1,-1 0 0,1-1 0,0 1 0,0 1 0,0-1 0,0 0 1,-1 1-1,1-1 0,0 1 0,0-1 0,0 1 0,-3 1 1,3 0-160,0-1 1,0 1 0,0 0 0,0 0 0,0-1 0,0 1 0,1 0 0,-1 1 0,1-1 0,-1 0 0,1 0 0,0 1-1,0-1 1,0 0 0,0 1 0,-1 2 0,2-3-261,-1 0 1,1 0-1,-1 0 0,1 1 0,0-1 1,0 0-1,0 0 0,0 0 0,1 4 1,-1-5-17,1 0 0,-1 0 0,1 0 0,-1 1 1,1-1-1,-1 0 0,1-1 0,0 1 0,-1 0 1,1 0-1,0 0 0,0 0 0,-1 0 0,1-1 1,0 1-1,0 0 0,0-1 0,0 1 0,1 0 0,26 6-8604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12.0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243 688 9620,'0'0'17547,"-13"-4"-16224,3 1-1019,4 1-192,1 0 0,0 0 1,-1 1-1,1 0 0,-1 0 0,0 0 1,1 1-1,-1 0 0,1 0 1,-1 0-1,0 0 0,1 1 0,-1 0 1,-8 3-1,3 1 165,-1 1 0,1 0 0,0 0 0,1 1 0,-18 16 0,24-20-240,0 1 0,0-1 0,1 1 0,-1 0 0,1 0 0,0 1-1,0-1 1,1 1 0,-1-1 0,1 1 0,0 0 0,1 0 0,-1 0-1,1 0 1,-1 0 0,1 9 0,1-14-38,0 1 0,1 0 0,-1-1 0,1 1-1,-1 0 1,1-1 0,0 1 0,-1-1 0,1 1 0,0-1 0,-1 1 0,1-1-1,0 0 1,-1 1 0,1-1 0,0 0 0,0 1 0,0-1 0,-1 0 0,1 0-1,0 0 1,0 0 0,0 0 0,-1 0 0,1 0 0,0 0 0,0 0 0,0 0-1,0 0 1,-1 0 0,1-1 0,0 1 0,0 0 0,0-1 0,34-9-205,-8-7-143,0-2 0,-2-1 0,0 0 0,-1-2 0,24-29 0,-14 16-215,48-51-767,-4-3 0,-4-4 0,79-130-1,-145 211 1454,-1 1 0,0-1-1,-1 0 1,-1-1 0,0 1 0,0-1-1,5-25 1,-10 37-66,0 1-1,0 0 1,0-1 0,0 1 0,0 0-1,1-1 1,-1 1 0,0 0 0,0-1-1,0 1 1,0 0 0,0-1-1,0 1 1,0 0 0,0-1 0,0 1-1,-1-1 1,1 1 0,0 0-1,0-1 1,0 1 0,0 0 0,0-1-1,-1 1 1,1 0 0,0 0 0,0-1-1,0 1 1,-1 0 0,1 0-1,0-1 1,-1 1 0,1 0 0,0 0-1,0 0 1,-1-1 0,1 1-1,0 0 1,-1 0 0,1 0 0,0 0-1,-1 0 1,1 0 0,0-1 0,-1 1-1,1 0 1,-1 0 0,1 0-1,0 0 1,-1 1 0,1-1 0,0 0-1,-1 0 1,1 0 0,0 0-1,-1 0 1,1 0 0,0 0 0,-1 1-1,-22 13 1028,-2 9-574,2 0-1,0 2 0,1 1 1,-30 48-1,47-66-441,-18 25-8,2 1 0,1 1 0,-26 67 0,38-78-62,0 0 1,2 0 0,0 1 0,2 0 0,1 0 0,1 0 0,1 31 0,1-49 4,1 0 0,-1 1 0,2-1-1,-1 0 1,1 0 0,0 0 0,0 0 0,1 0 0,0 0-1,0-1 1,1 1 0,0-1 0,5 7 0,-5-8-20,0-1 0,1 0 1,-1-1-1,1 1 0,0-1 0,0 0 1,0 0-1,0 0 0,1-1 0,-1 0 1,1 0-1,-1 0 0,1-1 0,0 0 1,-1 0-1,1 0 0,7 0 1,-2-1-741,-1 0 1,1-1-1,0 1 1,18-6-1,-21 4-637,0 0-1,0-1 1,0-1-1,0 1 1,-1-1-1,12-8 1,26-24-13265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13.0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179 1 6723,'0'0'12755,"10"20"-10826,-7-12-1695,4 7 139,0 0-1,-1 1 0,-1 0 1,0 0-1,-1 1 1,-1-1-1,-1 1 0,1 21 1,-5-4 122,-1 0 0,-1 1 0,-2-1 1,-2-1-1,-1 0 0,-18 46 0,-98 185 23,118-250-519,-3 5-1084,-22 32 1,31-69-4623,4-1 2172,1-1-1,7-23 0,-7 30 1775,11-50-5658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13.3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0 288 3410,'17'-22'2747,"-3"4"-2106,-2 0 49,2 0-1,0 1 1,1 1-1,1 0 0,0 1 1,31-21-1,-18 17 1020,1 2 0,1 2 0,56-21 0,-70 31-1082,0 0 0,1 0-1,-1 2 1,1 0 0,0 1 0,0 1 0,0 0 0,34 5 0,-49-4-566,0 1 1,0 0-1,-1 0 1,1 0 0,0 0-1,0 1 1,-1-1-1,1 1 1,-1-1 0,1 1-1,-1 0 1,0 0-1,1 0 1,-1 0-1,0 1 1,-1-1 0,1 1-1,0-1 1,-1 1-1,1-1 1,-1 1 0,0 0-1,0 0 1,0 0-1,0-1 1,0 1-1,0 6 1,0 2 12,0-1 0,0 1-1,-1 0 1,-1-1 0,0 1 0,-3 18 0,0-18-44,0-1 1,0 1 0,-1-1-1,0 1 1,-1-1 0,0-1-1,-1 1 1,0-1 0,0 0 0,-1-1-1,0 0 1,-1 0 0,-10 7-1,-6 4 36,-1-1-1,0-2 0,-48 22 1,54-29-270,0-2 0,-1 0 0,0-1 1,0-1-1,-34 3 0,20-6-4425,-1-1-4171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13.9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20 185 10293,'0'0'6709,"-1"17"-2845,-2 143 2162,-8-65-3835,9-87-1919,0-24-131,2-3-169,2 0 1,0 0-1,0-1 0,2 2 1,1-1-1,0 0 0,1 1 1,1 0-1,1 1 0,0-1 1,1 1-1,1 1 0,19-25 1,-19 29-90,1 0 0,1 1 0,-1 0 0,2 1 0,-1 0 0,2 1-1,-1 0 1,1 1 0,0 1 0,1 0 0,-1 1 0,2 1 0,-1 0 0,0 1 0,1 0 0,31-2 0,57 2-5665,-1 8-6719,-95-3 11147,0 0-1,0 1 1,0 0 0,0 0-1,12 6 1,7 9 1054,-25-15 1057,0 0 0,0 0 0,0 0 1,-1 0-1,1 1 0,-1-1 0,1 0 0,1 5 1,-2-5 110,0 1 1,-1-1 0,1 0-1,-1 0 1,1 1 0,-1-1 0,0 0-1,0 0 1,-1 5 0,-7 20 3849,-26 23-1626,12-20-1106,19-23-1799,-1 1 1,1-1-1,0 1 1,0-1-1,1 1 1,0 0-1,1-1 1,0 1-1,0 0 1,0 12-1,1-19-185,0 0 0,1 0 0,-1 0 0,0 1 1,0-1-1,0 0 0,1 0 0,-1 0 0,1 0 0,-1 0 0,1 0 0,-1-1 0,1 1 0,-1 0 0,1 0 1,0 0-1,-1 0 0,1-1 0,0 1 0,0 0 0,0-1 0,0 1 0,1 0 0,2 1 5,-1-1 0,0 1-1,1-1 1,-1 0-1,1-1 1,0 1 0,4 0-1,5 0 9,0-1 0,0-1 0,17-2 0,-21 1-21,1-1 0,-1 0 1,0 0-1,0-1 0,0 0 1,-1 0-1,1-1 0,-1 0 0,0-1 1,0 0-1,-1 0 0,0 0 1,0-1-1,0 0 0,7-11 0,-7 8 2,0 0 0,-1 1 0,-1-2-1,1 1 1,-2-1 0,1 0 0,-2 0-1,1 0 1,-2 0 0,1 0 0,-2-1-1,2-17 1,-3 22 17,0 1 0,-1-1 0,1 1 1,-1 0-1,0-1 0,-1 1 0,0 0 0,0 0 0,-3-6 0,4 9-23,-1 1 0,1 0 0,-1 0 0,0-1 0,1 1 0,-1 0-1,0 0 1,-1 1 0,1-1 0,0 0 0,0 1 0,-1-1 0,1 1-1,-1 0 1,1 0 0,-1 0 0,0 0 0,1 0 0,-1 0 0,0 1-1,1-1 1,-1 1 0,-3 0 0,5 0 7,-27 2-1558,27-2 1361,0 1 0,0-1 0,1 1 0,-1-1 1,0 1-1,1 0 0,-1-1 0,0 1 1,1 0-1,-1 0 0,1-1 0,-1 1 1,1 0-1,-1 0 0,1 0 0,0 0 0,-1 0 1,1-1-1,0 1 0,0 0 0,0 0 1,0 0-1,0 0 0,0 0 0,0 0 1,0 0-1,0 1 0,0-1-107,0 0-1,0 0 0,0 0 1,0 0-1,1 0 1,-1 1-1,0-1 1,1 0-1,-1 0 1,1 0-1,-1 0 1,1 0-1,-1 0 1,1 0-1,0-1 0,-1 1 1,1 0-1,0 0 1,0 0-1,0-1 1,0 1-1,-1 0 1,1-1-1,0 1 1,0-1-1,0 1 1,0-1-1,1 1 1,-1-1-1,0 0 0,0 0 1,2 1-1,34 6-5833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14.5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828 5 9012,'0'0'16165,"-7"-2"-14930,0 1-1130,0 0 1,0 1-1,0 0 1,0 0-1,0 1 0,1-1 1,-1 1-1,0 1 0,0 0 1,0 0-1,1 0 1,-9 4-1,6-2-44,1 0-1,-1 1 1,1 0 0,0 0-1,1 1 1,-1-1 0,1 2 0,0-1-1,-9 13 1,14-18-69,1 1 0,0 0 0,-1-1-1,1 1 1,0 0 0,0 0 0,0 0 0,0 0 0,1 0 0,-1 0 0,0 0-1,1 0 1,-1 0 0,1 0 0,0 0 0,0 1 0,0-1 0,0 0 0,0 0-1,0 0 1,1 0 0,-1 0 0,1 0 0,-1 0 0,1 0 0,0 0-1,0 0 1,0 0 0,0 0 0,0 0 0,0 0 0,0 0 0,1-1 0,-1 1-1,1-1 1,-1 1 0,1-1 0,0 0 0,-1 1 0,1-1 0,3 1 0,8 2-388,0-1 1,1 0 0,0-1-1,0-1 1,25-1 0,-15-7 51,-26 50 294,-2 0 1,-1-1 0,-2 1 0,-19 61-1,3-34 468,-59 124 0,68-166-157,-2 0 1,0 0-1,-2-2 0,-40 48 1,49-65-82,0 0 0,-1-1 0,1 0-1,-1 0 1,-1-1 0,0 0 0,0-1 0,0 0 0,0-1 0,-1 0 0,0 0 0,0-2 0,-1 1 0,1-2 0,-18 2 0,12-2-133,-1-2 0,0 0 1,0-1-1,1-1 0,-1 0 0,1-2 0,-22-6 0,32 7-31,0 0-1,0-1 1,1 0-1,-1 0 0,1-1 1,0 0-1,0 0 0,0-1 1,1 0-1,0 0 0,0 0 1,0-1-1,1 0 0,0 0 1,0 0-1,1-1 0,-7-14 1,6 7-147,0-1-1,0 0 1,2 0 0,0 0 0,0 0-1,2-1 1,0 1 0,1-1 0,0 1-1,2 0 1,0-1 0,0 1 0,2 0-1,0 0 1,1 0 0,0 1 0,1 0 0,1 0-1,1 0 1,13-19 0,-9 19-390,0 1 0,2 1 1,0 0-1,0 1 0,1 0 0,0 1 1,1 1-1,26-13 0,13-1-5207,78-24-1,-114 42 3969,69-23-6436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14.8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10 314 5442,'0'0'19783,"1"15"-18831,0 12-399,-1 150 3753,-2-163-4058,-1-11 176,-2-25-245,4 7-227,0 1 1,1 0 0,1 0 0,0-1 0,1 1 0,0 0 0,1 0 0,0 0-1,2 1 1,-1-1 0,8-12 0,3 0-324,1 2 0,1 0 1,1 1-1,2 0 0,0 2 0,1 0 0,1 1 1,1 2-1,42-27 0,-39 29-1145,1 2-1,0 1 1,1 2 0,0 0-1,49-10 1,-34 12-3577,-3 3-2134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15.2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332 0 7603,'0'0'15680,"-23"14"-13405,-77 46-330,78-47-1361,0 1 0,1 1 0,1 0 0,0 2 0,1 0 0,-21 25-1,33-34-501,0 1-1,1 0 1,-8 15-1,12-21-87,1 0 1,-1-1-1,1 1 1,0 0-1,0 0 0,0 0 1,1 0-1,-1 0 0,1 0 1,-1 0-1,1 0 0,0 0 1,0 0-1,0 0 0,1 0 1,-1 0-1,2 5 1,-1-7-9,0 0 1,0-1-1,0 1 1,0 0-1,0 0 1,0-1-1,0 1 1,0-1-1,1 1 1,-1-1-1,0 1 1,0-1-1,0 0 1,1 0-1,-1 1 1,0-1-1,0 0 1,0 0-1,1 0 1,-1 0-1,0-1 1,0 1-1,2-1 1,4 1-58,6 0-27,0-1 0,0-1 0,0 0 0,0-1 0,0 0 0,0-1 0,-1 0 0,0-1 0,0-1 0,0 0 0,-1 0 0,0-1 0,0-1 0,0 0 0,-1 0 0,0-1 0,-1 0 0,15-19 0,-19 17 2353,-5 22-1920,-8 54-348,5-50-351,0 1 0,2 0 1,0 0-1,0-1 1,2 1-1,2 23 1,-2-38 136,-1 1 0,0-1 0,1 1 0,0 0 1,-1-1-1,1 1 0,0-1 0,0 1 1,-1-1-1,1 0 0,0 1 0,0-1 1,1 0-1,-1 0 0,0 0 0,0 0 0,1 0 1,-1 0-1,0 0 0,3 1 0,-1-1-957,1 1-1,0-1 1,0-1-1,0 1 1,-1 0-1,1-1 1,7 0-1,16 0-9044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15.8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12005,'0'0'14482,"3"21"-12946,16 104 492,-17-112-1603,2 9 206,-3-21-642,-1-1 0,0 1 0,1-1 0,-1 1 1,1-1-1,0 1 0,-1-1 0,1 0 0,-1 1 0,1-1 0,0 0 0,-1 0 0,1 1 0,0-1 1,-1 0-1,1 0 0,0 0 0,-1 0 0,1 0 0,0 0 0,-1 0 0,1 0 0,0 0 1,-1 0-1,1 0 0,0 0 0,-1-1 0,1 1 0,0 0 0,-1 0 0,1-1 0,0 0 0,9-4-275,-1 0 0,1-1 0,-2 0-1,1 0 1,14-15 0,17-12-907,-26 23 937,-8 5 282,1 0 1,-1 0-1,1 1 0,0 0 1,0 0-1,1 1 1,-1 0-1,1 0 0,12-2 1,-20 15 1352,1-4-1070,4 43 1026,-4-46-1306,0 1 0,-1-1-1,1 1 1,1 0-1,-1-1 1,1 0-1,-1 1 1,1-1-1,0 0 1,4 6-1,-3-8-71,0 0 0,1 0 0,-1 0-1,0 0 1,0-1 0,1 1 0,-1-1 0,1 0-1,-1 0 1,0 0 0,1 0 0,-1-1-1,0 1 1,7-3 0,11-3-241,0-2 0,-1-1-1,0 0 1,24-16 0,-9 5-197,1 2-28,71-43-132,-106 66 4573,-1 22-3169,-6 9-212,-2 34-869,8-70 181,0 1 1,0-1 0,0 0 0,0 0 0,0 1 0,1-1 0,-1 0 0,0 1 0,0-1 0,0 0 0,0 0-1,0 1 1,1-1 0,-1 0 0,0 0 0,0 1 0,0-1 0,1 0 0,-1 0 0,0 0 0,0 1-1,1-1 1,-1 0 0,0 0 0,1 0 0,-1 0 0,0 0 0,0 0 0,1 1 0,-1-1 0,0 0 0,1 0-1,-1 0 1,0 0 0,1 0 0,-1 0 0,0 0 0,1 0 0,-1 0 0,0-1 0,0 1 0,1 0 0,-1 0-1,1 0 1,0 0-375,16 0-7463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16.4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861 31 9060,'0'0'17019,"-4"-4"-15467,2 2-1413,0 0-1,0 0 1,0 0 0,-1 0-1,1 0 1,-1 1-1,1-1 1,-1 1-1,1-1 1,-1 1-1,0 0 1,0 0 0,-5-1-1,0 1-6,0 0 0,-1 0-1,1 1 1,-16 1 0,9 0-76,1 1 1,-1 1-1,1 1 1,-1 0-1,-21 10 1,21-7-1,1 1 0,1 0 0,-1 1 1,1 1-1,1 0 0,0 1 0,-20 23 1,28-30-90,0 1 1,0 0 0,0 1 0,1-1 0,0 1-1,0-1 1,0 1 0,1 0 0,0 0 0,0 0-1,1 0 1,-1 1 0,1-1 0,1 0-1,-1 0 1,1 1 0,0-1 0,0 1 0,1-1-1,0 0 1,0 0 0,4 12 0,-2-11-120,1-1-1,-1 0 1,1 1 0,0-1-1,1-1 1,0 1-1,8 7 1,45 36-1257,-15-14 86,-41-33 1235,7 5-430,-1 1 1,0 0-1,-1 0 0,12 17 0,-18-23 487,0 0 1,1 0-1,-1 0 0,0 0 1,-1 1-1,1-1 1,0 0-1,0 0 0,-1 0 1,0 1-1,1-1 0,-1 0 1,0 1-1,0-1 1,0 0-1,0 1 0,-1-1 1,1 0-1,0 1 1,-1-1-1,0 0 0,0 0 1,1 0-1,-1 0 1,-1 1-1,1-1 0,0-1 1,0 1-1,-1 0 1,-2 3-1,-7 5 404,0-1 0,0 0 0,-1 0 0,-1-1 0,-24 12 0,-77 26 1912,82-34-1848,-39 15 435,-94 39 1306,143-56-1788,0 2 1,0 0-1,1 2 0,-37 31 1,52-39-382,0 0 1,0 1-1,1 0 1,0 0-1,0 1 1,1-1-1,0 1 0,0 0 1,0 0-1,1 1 1,-3 16-1,5-21-9,0 0-1,0 0 1,1 1 0,-1-1-1,1 0 1,0 1 0,1-1-1,-1 0 1,1 1 0,0-1-1,0 0 1,0 0 0,0 0-1,1 0 1,0 0 0,-1 0-1,2 0 1,-1-1-1,0 1 1,1 0 0,-1-1-1,1 0 1,0 0 0,0 0-1,6 4 1,2 0-63,0-1 0,1-1 0,-1 0 1,1-1-1,0 0 0,1 0 0,-1-1 0,0-1 0,25 1 1,-10-2-328,0-1 1,0-1 0,44-8 0,-41 3-1077,0-2 0,0-1 0,56-26 0,-57 20-3488,47-31-1,-29 10-4331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16.8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0 101 4994,'0'0'19201,"2"17"-17048,8 56-384,-9-65-1584,0 0-1,1 0 1,0 0 0,1-1 0,0 1-1,0-1 1,0 1 0,1-1 0,0 0-1,0-1 1,9 11 0,-12-16-176,1 1 0,-1 0 1,1-1-1,0 1 0,0-1 1,0 0-1,0 0 0,0 1 0,0-1 1,0 0-1,0-1 0,0 1 1,0 0-1,0-1 0,1 1 0,-1-1 1,0 0-1,0 1 0,1-1 0,-1 0 1,0-1-1,0 1 0,1 0 1,-1-1-1,0 1 0,0-1 0,3-1 1,0 1-34,-1-1 1,0 0-1,0 0 1,0 0-1,0-1 1,-1 1-1,1-1 1,-1 0-1,1 0 1,-1-1-1,0 1 1,4-6 0,1-5-133,-1-1 1,0 0 0,-1 0 0,-1-1 0,7-31 0,-8 29 120,1 0-1,0 0 1,1 1 0,11-22-1,-15 37 37,-1 1 0,1-1-1,0 0 1,0 0 0,0 1-1,0-1 1,0 1 0,0 0 0,0 0-1,0-1 1,0 1 0,1 1-1,-1-1 1,0 0 0,1 0-1,-1 1 1,3-1 0,49-4-475,-34 4-639,6 0-1684,-13 1-67,0-1-3632,-6-1-4008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17.3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364 26 11717,'0'0'18689,"-12"-4"-17753,-12-2-725,-1 1 0,0 1 0,-27-1 1,40 4-196,1 0 0,0 2 1,0-1-1,0 1 0,0 1 1,0 0-1,0 1 1,0 0-1,1 0 0,-21 10 1,24-8-28,0-1 0,0 2 0,0-1 1,0 1-1,1-1 0,0 2 0,1-1 1,-10 14-1,12-16-15,1 0 0,0 1 1,0-1-1,0 1 0,0-1 0,1 1 1,0 0-1,0-1 0,0 1 0,1 0 1,-1 0-1,1 0 0,0-1 0,1 1 1,-1 0-1,1 0 0,1 6 1,-1-9-18,0 0 0,1 0 0,-1-1 0,0 1 0,0 0 0,1-1 0,-1 1 1,1-1-1,0 1 0,-1-1 0,1 0 0,0 1 0,0-1 0,0 0 0,0 0 0,0 0 1,0-1-1,0 1 0,0 0 0,0-1 0,0 0 0,0 1 0,0-1 0,0 0 1,3 0-1,10 1-218,-1-1-1,22-2 1,-29 2 159,1-2 84,0 1 0,0-1 1,0 0-1,0-1 0,0 0 0,0 0 1,0-1-1,-1 0 0,0-1 1,0 1-1,0-1 0,0 0 1,-1-1-1,0 0 0,0 0 1,-1 0-1,1-1 0,6-11 0,-21 54 2853,1 43-5008,8-78 1988,1 0-1,-1 0 1,0 1-1,0-1 0,1 0 1,-1 0-1,1 0 1,-1 0-1,1 1 1,0-1-1,-1 0 1,1 0-1,0 0 1,0 0-1,-1-1 1,1 1-1,0 0 1,0 0-1,0 0 1,0-1-1,0 1 0,0 0 1,0-1-1,1 1 1,-1-1-1,0 1 1,0-1-1,0 0 1,1 0-1,-1 1 1,0-1-1,0 0 1,0 0-1,1 0 1,-1 0-1,0 0 0,0 0 1,3-1-1,3 0-966,0 0 0,-1 0 0,1 0 0,0-1 0,0 0 0,10-4 0,37-27-8749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17.8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427 0 1649,'0'0'20550,"-25"24"-17770,-3 1-2024,4-3-13,1 0 0,1 1 1,1 1-1,-36 53 0,31-33-84,2 1-1,2 1 1,3 1 0,-25 84 0,-24 203-637,58-282-5,6-36-340,0 0 1,2 0 0,-1 21-1,19-39-66,-3-4 141,-1-1-1,1-1 1,-2 0-1,1 0 1,15-16 0,-14 13-10,1 0 0,0 0 0,23-12 1535,-37 51 697,0-26-1935,0 1 0,0-1-1,0 1 1,1-1 0,-1 1 0,1-1 0,0 0-1,0 1 1,-1-1 0,2 0 0,-1 0 0,0 1-1,0-1 1,1 0 0,-1 0 0,1 0-1,-1-1 1,1 1 0,0 0 0,0-1 0,0 1-1,0-1 1,4 3 0,-3-3-268,0 1-1,0-1 1,0 0-1,0 0 1,1 0-1,-1 0 1,5 0-1,-3-1-1006,-1 0 0,0 0-1,0-1 1,0 1 0,0-1-1,6-1 1,1-4-4297,3-6-3960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18.1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2449,'0'0'3586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18.2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1 224,'-48'17'32,"29"-17"64,-4 8-96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18.6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0 142 1713,'0'0'12176,"17"0"-382,-1-1-10321,-1-1-1309,1-2 0,-1 0-1,1-1 1,-1 0-1,-1-1 1,1-1-1,-1 0 1,0-1 0,-1-1-1,0 0 1,0-1-1,-1 0 1,0-1-1,-1 0 1,17-21 0,-27 85 2794,-1-48-2947,0-1-1,0 0 1,0 1-1,0-1 0,1 0 1,0 0-1,0 1 1,0-1-1,1 0 0,-1 0 1,1 0-1,0 0 1,0 0-1,0-1 1,6 7-1,-5-7-107,0 0 0,1-1 1,-1 0-1,1 1 0,-1-2 0,1 1 1,0 0-1,0-1 0,0 1 1,0-1-1,0 0 0,1 0 0,-1-1 1,0 0-1,0 1 0,7-2 0,-4 1-731,-1 0-1,0 0 0,0-1 1,0 0-1,0 0 0,0-1 1,0 1-1,0-1 0,7-4 1,25-17-8102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19.2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22 3794,'0'0'18670,"11"-4"-16635,32-10-202,-32 11 1438,-27 3-1134,4 1-2051,1 0 0,-1 1 0,1 0 0,0 1-1,0 0 1,0 1 0,0 0 0,1 1 0,-1 0 0,1 1 0,0 0 0,-9 8 0,13-10-91,0 1 0,0 0 1,0 0-1,0 0 0,1 1 0,0 0 1,0 0-1,1 0 0,0 1 1,0-1-1,0 1 0,1 0 0,0 0 1,0 0-1,1 1 0,0-1 0,0 1 1,-1 14-1,3-12 52,1 12-256,0-21 187,-1-1 1,1 1 0,-1 0 0,1-1-1,-1 1 1,1 0 0,-1-1 0,1 1-1,0-1 1,-1 1 0,1-1 0,0 0-1,-1 1 1,1-1 0,0 0 0,0 1-1,-1-1 1,1 0 0,0 0 0,0 0-1,0 1 1,-1-1 0,1 0 0,0 0-1,1 0 1,12 0-312,1 0 0,-1 0 0,0-1 0,1-1 0,-1-1 0,27-8 0,-34 9 245,0-1 1,0 0 0,-1 0 0,1-1 0,-1 0-1,0 0 1,0-1 0,-1 1 0,1-1-1,-1 0 1,0-1 0,0 1 0,-1-1-1,1 0 1,5-12 0,-9 26 4353,-5 43-4295,3-28-497,0 0 0,3 35 1,-1-57 338,-1 0 1,0 0-1,0 1 0,1-1 1,-1 0-1,0 0 0,1 1 1,-1-1-1,1 0 0,0 0 1,-1 0-1,1 0 0,0 0 1,0 0-1,0 0 1,-1 0-1,1 0 0,0 0 1,0 0-1,0-1 0,1 1 1,-1 0-1,0-1 0,0 1 1,0-1-1,2 1 0,0 0-680,1 0-1,-1-1 0,1 1 1,-1-1-1,1 0 0,-1 0 1,1-1-1,6 0 0,28-10-8976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19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528 0 19401,'0'0'9684,"-107"184"-7010,59-90-1666,2 9-1008,2-1 0,4-2 0,7-16 0,4-9 0,1-18 0,5-18 0,-2-14 0,4-12-2193,-4-13-1809,-4 0-2449,0-21-9540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19.7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8084,'20'1'5874,"352"2"8264,-341-4-13699,-18 0-233,-1 1 0,1 0 0,-1 1 0,1 0 0,11 4 0,-22-5-157,-1 1-1,1 0 1,-1 0 0,0 0-1,1 0 1,-1 0 0,0 0-1,1 0 1,-1 0 0,0 1-1,0-1 1,0 0 0,0 1-1,0-1 1,-1 1 0,1-1-1,0 1 1,-1-1 0,1 1-1,-1-1 1,1 1 0,-1 0-1,0-1 1,0 1 0,0 0-1,0 2 1,-2 49 532,1-44-414,-3 7-73,0-1-1,-1-1 0,0 1 0,-1-1 1,-1 0-1,0 0 0,-1 0 1,0-1-1,-13 15 0,-15 27-215,22-39-399,0 3-4101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19.9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0 13638,'0'0'13558,"0"17"-15655,-6 8-2128,-2 2-7669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20.6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360 195 16295,'0'0'9527,"-24"-1"-7480,-80 0-988,96 2-959,0 0 1,1 0 0,-1 1-1,1 0 1,0 0-1,0 1 1,0 0-1,0 0 1,0 1 0,0 0-1,1 0 1,-9 7-1,2-2 103,4-3-166,0 1 0,0 0 1,1 0-1,0 1 0,0 0 0,1 0 1,0 1-1,0 0 0,1 0 0,0 1 0,1 0 1,0 0-1,1 0 0,0 0 0,0 1 1,1-1-1,0 1 0,1 0 0,1 0 1,-1 0-1,2 21 0,0-31-37,0 1 1,0-1-1,0 1 0,0-1 0,0 1 1,1-1-1,-1 1 0,1-1 1,-1 0-1,1 1 0,0-1 1,-1 0-1,1 1 0,0-1 0,0 0 1,0 0-1,0 0 0,0 0 1,0 0-1,0 0 0,2 2 1,0-2 7,0 1 0,0-1 1,0 1-1,1-1 0,-1 0 1,1 0-1,-1 0 1,7 0-1,5 0 46,-1-1-1,1 0 1,21-4-1,-24 2-46,0 0 0,-1-1 0,1-1 0,-1 0 1,0 0-1,0-1 0,0-1 0,-1 0 0,1 0 0,-2-1 0,1 0 0,-1-1 0,0 0 0,0 0 0,-1-1 1,0 0-1,8-14 0,7-14 6,-2 0 1,-1-1-1,21-62 1,-13 33 36,-24 56-32,1 0 0,1 0 0,-1 1 0,16-20 0,-19 27-16,1 0 0,0 0 0,0 1 0,0-1 0,0 1 0,1-1 0,-1 1 0,1 1 0,-1-1 0,1 0 0,0 1 0,-1-1 0,1 1 0,0 0 0,0 1 0,0-1 0,0 1 0,7-1 0,-7 1-6,1 0-1,0 0 1,-1 1-1,1-1 1,0 1-1,-1 0 0,1 0 1,-1 1-1,1 0 1,-1-1-1,1 1 1,3 3-1,-3-1 9,0 0 1,-1 0-1,0 1 0,0-1 1,0 1-1,-1 0 0,1 0 1,-1 0-1,3 7 0,4 11 23,-1 1 0,0 0 0,-2 1 0,-1 0 0,-1 0 0,-1 1 0,-1-1 0,-2 1 0,-1 30 0,0-55-28,0-1 1,1 0 0,-1 0 0,0 0-1,0 0 1,1 0 0,-1 1 0,0-1-1,0 0 1,1 0 0,-1 0-1,0 0 1,0 0 0,1 0 0,-1 0-1,0 0 1,0 0 0,1 0 0,-1 0-1,0 0 1,0 0 0,1 0-1,-1 0 1,0 0 0,0 0 0,1 0-1,-1 0 1,0-1 0,0 1 0,1 0-1,-1 0 1,0 0 0,0 0-1,1 0 1,-1-1 0,0 1 0,0 0-1,0 0 1,0 0 0,1-1 0,-1 1-1,20-13-155,-8 5 78,29-18-181,2 2 0,1 2-1,1 2 1,71-23 0,-115 43 292,-1 0 0,0 0 0,0 0 0,0 0 1,1 0-1,-1-1 0,0 1 0,0 0 0,1 0 0,-1 0 1,0 0-1,0 0 0,0 0 0,1 0 0,-1 0 0,0 0 1,0 0-1,1 0 0,-1 0 0,0 0 0,0 1 0,1-1 1,-1 0-1,0 0 0,0 0 0,0 0 0,1 0 1,-1 0-1,0 0 0,0 1 0,0-1 0,0 0 0,1 0 1,-1 0-1,0 0 0,0 1 0,0-1 0,0 0 0,0 0 1,0 0-1,1 1 0,-1-1 0,0 0 0,0 1 0,-4 14 498,-17 22-547,17-31 127,-107 207-87,106-202-539,-1 0 0,0 0-1,0-1 1,-1 0 0,-1 0 0,0 0-1,-9 8 1,-24 9-6392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22.0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499 1164 5539,'0'0'9823,"-6"-22"-7422,-1-5-1843,1 10-264,2 0-1,0 0 0,1-1 1,1 1-1,0-33 0,-12-625 3458,14 654-3824,1 1 0,1-1-1,1 1 1,1-1 0,1 1-1,11-32 1,-13 44 26,1 0-1,-1 0 1,1 1-1,1-1 1,-1 1 0,1 0-1,1 0 1,-1 1-1,1-1 1,0 1 0,0 0-1,1 1 1,0-1-1,0 1 1,0 1-1,1-1 1,-1 1 0,11-3-1,-13 5 25,-1 1-1,0 0 0,1 0 0,-1 0 0,1 0 1,-1 1-1,1 0 0,6 0 0,-10 1 15,0-1 0,1 0 0,-1 1-1,0-1 1,0 1 0,1-1-1,-1 1 1,0-1 0,0 1 0,0 0-1,0 0 1,0-1 0,0 1 0,0 0-1,0 0 1,0 0 0,0 0-1,0 0 1,-1 0 0,1 0 0,0 1-1,-1-1 1,1 0 0,-1 0-1,1 0 1,-1 1 0,0-1 0,1 0-1,-1 1 1,0 1 0,2 7 2,-1 1 1,0 0-1,-1-1 1,0 1-1,-1 0 1,0-1-1,-1 1 1,0-1-1,0 1 1,-1-1-1,0 0 1,-1 0-1,0 0 1,-1 0 0,0-1-1,-1 0 1,0 0-1,0 0 1,-1-1-1,-8 9 1,-15 12 47,-2-1 0,0-2 0,-61 37 1,-117 50 770,121-67-346,73-38-330,-47 28 168,60-33-237,-1-1 0,1 0 0,0 1 0,0-1-1,0 1 1,1 0 0,-1 0 0,1 0 0,0 0 0,-1 0 0,1 1 0,1-1 0,-1 1-1,-2 5 1,4-7-40,0-1 0,0 0 0,0 1 0,0-1 0,1 1 0,-1-1 0,0 0 0,0 1-1,1-1 1,-1 0 0,1 1 0,0-1 0,-1 0 0,1 0 0,0 1 0,0-1 0,-1 0 0,1 0 0,0 0-1,0 0 1,0 0 0,1 0 0,-1-1 0,0 1 0,0 0 0,0 0 0,0-1 0,1 1 0,-1-1 0,0 1-1,1-1 1,-1 1 0,3-1 0,7 3 178,1 0 1,-1-1-1,13 0 0,-13-1 44,57 4 872,77-5-1,-111-1-920,8-2 21,0-3 0,-1-1-1,0-2 1,58-21 0,36-8-1005,-4 7-4061,-43 7-2550,-8-1-3743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22.7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235 517 8964,'0'0'15671,"0"23"-13502,2 4-1564,0-3-20,-1 1 0,-1 0 0,-2 0 0,-4 29 0,-2-17-87,-2-1 0,-1 0 0,-16 35-1,17-49-424,0-1-1,-1-1 0,-1 1 0,-2-2 1,-29 36-1,39-50-80,-1-1-1,1 1 1,-1-1-1,0 0 1,0 0-1,-1 0 1,1-1-1,-1 0 1,1 0-1,-12 3 1,17-6-5,0 0 0,0 0 0,-1 0 0,1 0 1,0 0-1,-1 0 0,1 0 0,0 0 1,-1 0-1,1 0 0,0 0 0,-1 0 0,1-1 1,0 1-1,0 0 0,-1 0 0,1 0 0,0-1 1,0 1-1,-1 0 0,1 0 0,0-1 1,0 1-1,0 0 0,0 0 0,-1-1 0,1 1 1,0 0-1,0-1 0,0 1 0,0 0 1,0-1-1,0 1 0,0 0 0,0-1 0,-2-20-263,7-20-89,8 1-55,2 0 0,2 1-1,31-53 1,-25 47-84,41-74-2156,106-152-1,-137 226 2199,2 1 0,1 2 0,3 1-1,1 3 1,2 1 0,51-35 0,-73 59 446,0 1 1,30-13-1,-42 21 204,0 1-1,1 1 1,-1-1-1,1 1 0,-1 1 1,1-1-1,0 1 1,0 1-1,10 0 0,-18 0-120,0 1-1,0-1 1,0 0-1,0 1 1,0-1-1,0 1 1,0-1-1,0 1 0,0 0 1,0-1-1,0 1 1,0 0-1,0 0 1,0-1-1,-1 1 1,1 0-1,0 0 1,-1 0-1,1 0 0,0 0 1,-1 0-1,1 0 1,-1 0-1,0 0 1,1 0-1,-1 1 1,0-1-1,0 0 1,0 0-1,1 1 0,-1 44 805,0-29-504,-1 2-192,0 0 1,-1 0-1,0 0 1,-2 0-1,0-1 0,-1 1 1,-1-1-1,-1 0 1,-1-1-1,0 1 0,-1-2 1,-1 1-1,0-1 1,-1-1-1,-1 0 0,0 0 1,-1-1-1,-1-1 1,-18 14-1,-10 2 102,-2-2-1,-1-2 1,-88 35 0,-19 10-26,126-56-191,1 1 0,0 1 0,-35 31 0,56-44-27,1 0 0,0 0 0,0 0-1,1 1 1,-1-1 0,1 1 0,-1 0-1,1 0 1,0 0 0,1 0 0,-1 0-1,1 0 1,-2 6 0,3-8-7,0 0 1,-1 0-1,1 1 0,0-1 0,0 0 1,1 0-1,-1 1 0,0-1 1,1 0-1,0 0 0,-1 0 0,1 0 1,0 1-1,0-1 0,0 0 1,0 0-1,0-1 0,1 1 0,-1 0 1,1 0-1,-1-1 0,1 1 1,0-1-1,-1 1 0,1-1 0,3 2 1,5 3 49,2 0 1,-1-1-1,1-1 0,-1 0 1,1 0-1,19 2 1,80 7-81,-90-11 17,265 4-1272,-283-6 918,0 0 1,0 0-1,1 0 0,-1-1 1,0 0-1,0 1 0,0-1 1,0 0-1,5-3 0,3-8-4014,-8-5-4336,-3 0-3355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23.1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64 147 8932,'0'0'8078,"22"0"-4471,137 2-125,-132-2-2885,-5 1-276,0-1 0,42-6 0,-59 5-306,-1 0 0,1 0 0,0 0-1,-1 0 1,0-1 0,1 0 0,-1 0 0,0 0 0,0 0-1,0-1 1,0 0 0,0 0 0,0 0 0,-1 0 0,0 0 0,0-1-1,0 1 1,0-1 0,4-6 0,-6 8-11,0 1 1,0-1-1,0 0 1,0 0-1,-1 0 1,1 0-1,0 0 1,-1 0-1,0 0 1,1 0-1,-1 0 1,0 0-1,0-1 1,0 1-1,0 0 1,0 0-1,-1 0 1,1 0-1,-1 0 1,1 0-1,-1 0 0,0 0 1,0 0-1,0 0 1,0 0-1,0 1 1,0-1-1,0 0 1,0 1-1,-1-1 1,1 1-1,-1-1 1,1 1-1,-1 0 1,0-1-1,0 1 1,1 0-1,-1 0 1,0 0-1,0 0 1,0 1-1,-4-2 1,-6-2 18,0 1 0,0 0 0,0 1 0,-1 0 0,-21 1 0,17 0 112,0 2 1,0 0 0,-1 1 0,1 1 0,1 1-1,-1 0 1,0 1 0,1 1 0,0 0-1,0 1 1,1 1 0,0 0 0,0 1-1,1 1 1,0 1 0,1-1 0,-16 19-1,24-24-94,1 0-1,1 0 0,-1 1 0,1 0 1,0-1-1,0 1 0,1 1 0,-1-1 0,1 0 1,-1 11-1,2-14-29,0 1 0,1-1 0,-1 0-1,1 1 1,0-1 0,0 0 0,1 1 0,-1-1 0,0 0 0,1 0 0,0 1 0,0-1 0,0 0 0,0 0 0,1 0 0,-1 0 0,1 0-1,0 0 1,-1 0 0,1-1 0,1 1 0,2 3 0,2-1-11,1-1 1,-1 0-1,1 0 0,0 0 1,0-1-1,0 0 0,1-1 1,-1 0-1,0 0 0,11 0 1,15 2-451,39-2 0,-53-2-453,0-1 1,-1-1-1,34-7 1,-38 5-328,0-1-1,-1-1 1,1 0 0,-1 0-1,16-12 1,11-9-4602,-4-2-926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23.5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1 140 1008,'0'0'20655,"0"4"-18398,0 24 382,-1-4-1079,2 0 0,3 25 0,-3-42-1434,0 0 0,1-1 0,-1 1-1,2 0 1,-1 0 0,1-1 0,0 0-1,0 1 1,1-1 0,0 0 0,7 9-1,-8-13-124,0 1 0,1-1 0,-1 0 0,0 0 0,1 0 0,-1-1 0,1 1 0,-1-1 0,1 0 0,0 0 0,-1 0 0,1 0 0,0-1 0,0 1 0,0-1 0,0 0 0,0 0 0,-1-1 0,1 1 0,6-2 0,-2 0-2,1 0 1,-1 0 0,1-1 0,-1 0 0,0-1-1,0 1 1,13-9 0,-11 4-14,-1 0-1,0-1 1,0 0 0,0-1 0,-1 1-1,-1-1 1,0-1 0,0 0-1,-1 0 1,0 0 0,-1-1 0,0 1-1,3-13 1,-1-3 14,-1-1 0,-1 1 0,-2-1 0,1-52 0,17 81 200,-9 3-178,0 1 1,20 11-1,-23-11-316,0 0 0,0-1 0,0 0 1,0-1-1,0 0 0,1 0 0,11 1 0,25-2-4169,2-2-3330,-8-1-1982,-8 1 1547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23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0 4818,'0'0'23067,"-33"111"-20266,14-75-1184,8-3-1153,1 1-464,4-7 0,1-9 0,5-7 0,23-40-12646,5-17-2241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23.8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17144,'0'0'6083,"0"136"-9349,12-100-3617,1-7-6115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24.3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104 125 10213,'0'0'16058,"10"10"-14922,-1-1-872,-7-5-202,1-1 1,-1 0-1,1 0 0,0 0 1,0 0-1,1 0 0,-1-1 1,0 0-1,1 1 0,0-1 0,-1 0 1,1-1-1,0 1 0,0-1 1,0 0-1,0 0 0,0 0 1,0 0-1,7 0 0,2-1 107,1-1 0,-1 0 0,0-1 0,27-6 0,-34 5-195,1 1-1,-1 0 1,0-1-1,0 0 1,0-1 0,-1 1-1,1-1 1,-1 0-1,0-1 1,0 1 0,0-1-1,5-6 1,-8 8-62,0 0 0,-1 0 1,1 0-1,0-1 0,-1 1 0,0 0 1,0-1-1,0 1 0,0 0 1,-1-1-1,1 1 0,-1-1 0,0 0 1,0-5-1,0 6 38,0 1 0,-1 0 0,1-1 1,-1 1-1,1 0 0,-1 0 0,0 0 0,0-1 1,0 1-1,0 0 0,0 0 0,0 0 0,-1 1 1,1-1-1,-1 0 0,1 0 0,-1 1 0,0-1 0,0 1 1,0-1-1,-3-1 0,-5-1-5,0 1 0,-1-1 0,1 2 0,-1 0 0,0 0 1,1 1-1,-13 0 0,-1 1 114,0 1 0,-26 4 1,40-4 66,0 2 0,0-1 0,0 1 0,0 1 0,1 0 1,-1 0-1,1 1 0,0 0 0,0 0 0,-15 13 0,20-14-48,1-1-1,-1 1 0,1-1 1,-1 1-1,1 0 0,0 0 1,1 1-1,-1-1 1,1 1-1,0-1 0,0 1 1,0 0-1,1-1 0,0 1 1,-1 0-1,2 0 0,-1 0 1,1 0-1,-1 0 0,1 0 1,1 0-1,-1 0 0,1 0 1,1 6-1,0-6-98,0 0-1,0 1 1,1-1-1,0 0 1,0 0-1,0 0 0,0-1 1,1 1-1,0-1 1,0 0-1,0 0 1,1 0-1,-1-1 1,1 1-1,0-1 1,6 4-1,-1-2-393,0 0 0,0-1 0,0 0 0,1-1 0,-1 0-1,1 0 1,20 1 0,45-4-4388,-65-1 3126,0-1 1,0 0 0,0-1 0,18-6-1,26-17-6508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24.8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41 147 7267,'0'0'20543,"-5"11"-18750,-2 9-1266,0 0 1,1 1-1,1-1 0,1 1 1,-2 35-1,6-50-527,3 19 0,-3-24 0,1-1 0,0 1 0,-1 0 0,1-1 0,0 1 0,0 0 0,-1-1 0,1 1 0,0-1 0,0 1 0,0-1 0,0 1 0,0-1 0,0 0 0,0 1 0,0-1 0,0 0 0,0 0 0,0 0 0,-1 0 0,1 0 0,0 0 0,2 0 0,15 0-297,-1-1-1,0-1 1,0 0-1,0-2 1,0 0 0,-1 0-1,1-2 1,-1 0 0,0 0-1,-1-2 1,0 0-1,0-1 1,0 0 0,24-22-1,-38 30 1352,-1 22-1241,0-18 188,0-1-1,1 1 0,-1-1 1,1 1-1,0-1 1,0 1-1,0-1 0,0 0 1,0 1-1,1-1 0,-1 0 1,1 0-1,-1 0 0,1 0 1,0 0-1,0-1 0,-1 1 1,1 0-1,1-1 1,-1 1-1,0-1 0,0 0 1,0 0-1,1 0 0,-1 0 1,1 0-1,-1 0 0,4 0 1,3 1 9,0 0 0,0 0 1,0-1-1,1 0 0,-1-1 1,16-1-1,-23 1-7,0-1 0,0 1 1,0-1-1,-1 0 0,1 0 0,0 0 0,0 0 0,-1 0 1,1 0-1,-1 0 0,1-1 0,-1 1 0,1 0 0,-1-1 1,0 1-1,0-1 0,0 0 0,0 1 0,0-1 1,0 0-1,0 0 0,0 0 0,-1 1 0,1-1 0,-1 0 1,1 0-1,-1-3 0,2-8 75,0 0-1,-1 0 1,-1-14 0,0 20 8,0-8 82,0-8 459,0 0 1,-7-38-1,6 55-697,0 0-1,-1 1 0,1-1 1,-1 0-1,-1 1 0,1-1 1,-1 1-1,0-1 1,0 1-1,0 0 0,-1 1 1,0-1-1,0 0 0,0 1 1,-7-6-1,5 5-3792,5-1-3866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25.2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344 4 4370,'0'0'16127,"-6"0"-14323,-16-3-185,16 2 1884,2 5-400,-4 8-2779,0 0 1,1 1-1,1 0 1,0 0-1,-6 22 0,0-1-114,-12 36-166,-17 88 0,2-7-47,37-144-57,0-1 0,0 0 0,-1 0 1,1 0-1,-1 0 0,-1-1 0,1 1 0,-1-1 0,-7 9 0,10-13-245,-1 0-1,1 0 1,-1 1 0,1-1-1,-1 0 1,0-1-1,0 1 1,1 0-1,-1 0 1,0-1-1,0 1 1,0-1 0,0 1-1,0-1 1,-2 0-1,1 0-576,0-1 0,0 1 0,0-1-1,0 1 1,0-1 0,1 0 0,-1-1 0,0 1-1,0 0 1,1-1 0,-1 1 0,-4-5 0,-28-25-11073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25.5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1 145 10501,'0'0'3359,"20"-6"-1145,-16 5-2074,30-8 1272,0 1 1,1 2-1,46-3 0,488-4 5593,107-5-4757,-613 15-2618,-1-2 0,0-4 0,0-2 1,90-29-1,-141 33-1039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26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10 143 5603,'0'0'14438,"2"5"-12413,-2-3-1795,1 0 1,0 1-1,0-1 1,0 0-1,0 0 0,0 0 1,1 0-1,-1-1 0,1 1 1,-1 0-1,1 0 0,0-1 1,-1 1-1,1-1 0,3 2 1,1 0 195,-1 0-1,1-1 1,0 0 0,0 0 0,11 2-1,0 0-83,0-1 0,1-1 0,-1-1 0,32-1 0,-43-1-341,-1 1 1,1-1-1,-1 0 0,0 0 0,1-1 0,-1 1 1,0-1-1,0 0 0,0-1 0,0 1 0,0-1 1,-1 0-1,1 0 0,-1-1 0,0 1 1,0-1-1,0 0 0,0 0 0,3-6 0,-5 7-91,0-1 0,0 0 0,0 0 0,-1 0 0,0 0 0,0 0 0,0 0 0,0 0 0,0-1 0,-1 1 0,0 0-1,0 0 1,0 0 0,-1-1 0,1 1 0,-1 0 0,0 0 0,0 0 0,0 0 0,-1 0 0,1 0 0,-1 0 0,0 1 0,0-1-1,-1 0 1,1 1 0,-1 0 0,1-1 0,-1 1 0,0 0 0,0 1 0,-1-1 0,1 0 0,-1 1 0,1 0 0,-1 0 0,-4-2 0,-1 1 211,-1 0 1,0 1 0,0 0 0,0 1 0,0 0 0,0 0 0,0 1 0,0 0 0,0 1 0,0 0 0,0 1 0,0 0 0,1 1 0,-1 0 0,1 0 0,-1 1 0,1 0 0,0 1 0,0 0 0,-14 11 0,19-12 55,0 1 0,0 0 0,1 0 0,0 1 1,0-1-1,0 1 0,1-1 0,-1 1 0,1 0 1,1 0-1,-1 0 0,1 0 0,0 0 0,1 0 1,-1 0-1,1 8 0,0-2-105,1 1 0,0 0 0,0-1 0,2 1 0,-1-1 0,2 1 0,4 11 0,-4-15-104,0-1 0,0-1 0,1 1 0,0-1 0,0 1 0,1-1 0,0-1-1,0 1 1,1-1 0,0 0 0,14 9 0,-9-8 152,0-1-1,0 0 0,0-1 1,1 0-1,0-1 1,0 0-1,20 2 0,-14-3-490,1-2-1,-1 0 0,1-1 1,34-5-1,-37 2-1099,0-1 0,0 0 0,0-1 0,-1-1 0,18-8 0,39-28-15595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27.4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289 35 9076,'0'0'11982,"-16"-6"-10958,-49-19-69,62 24-875,0 0 1,0 1-1,0-1 0,0 1 0,0-1 0,0 1 0,0 0 0,0 0 1,0 1-1,0-1 0,0 1 0,0-1 0,0 1 0,0 0 1,0 0-1,0 0 0,0 1 0,0-1 0,1 1 0,-5 2 1,0 2 109,0 0 0,0 1 0,1 0 1,-10 13-1,4-5 174,-1 0-37,-35 45 729,44-56-992,1 1 0,1-1 1,-1 1-1,1 0 0,-1 0 0,1 0 0,1 1 0,-1-1 0,1 0 1,0 1-1,-1 5 0,2-11-65,0 0-1,0 1 1,1-1-1,-1 1 1,0-1 0,0 1-1,0-1 1,0 0 0,1 1-1,-1-1 1,0 0-1,0 1 1,1-1 0,-1 0-1,0 1 1,0-1 0,1 0-1,-1 1 1,0-1-1,1 0 1,-1 0 0,1 1-1,-1-1 1,0 0 0,1 0-1,-1 0 1,1 0-1,-1 1 1,0-1 0,1 0-1,-1 0 1,1 0 0,0 0-1,19 0-57,-13 0 34,17-1-603,-1-1 0,1-1 0,-1-2 0,0 0 0,0-1 0,25-10 0,-24 6-3099,0-1 0,41-25-1,-23 5-4142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27.8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347 1 9540,'0'0'12918,"-17"25"-10738,1-3-1703,-13 18 594,2 2 0,-26 56 0,-82 236 3296,75-174-4295,58-156-72,0 0 0,1 0 0,-1 1 0,1-1 0,1 0 0,-2 9 0,2-12 0,0-1 0,1 1 0,-1-1 0,0 1 0,0-1 0,0 1 0,1-1 0,-1 1 0,0-1 0,1 0 0,-1 1 0,0-1 0,1 0 0,-1 1 0,1-1 0,-1 0 0,0 1 0,1-1 0,-1 0 0,1 0 0,-1 1 0,1-1 0,-1 0 0,1 0 0,-1 0 0,1 0 0,-1 0 0,1 0 0,-1 0 0,1 0 0,-1 0 0,1 0 0,-1 0 0,1 0 0,-1 0 0,1 0 0,-1 0 0,1 0 0,0-1 0,1 1 0,7-1-11,0 0 0,1-1 0,-1 0 0,-1-1 0,1 0 0,0 0 0,0-1 0,-1 0 0,15-10 0,69-52-1186,-90 64 1141,90-76-1212,-90 82 3877,0 17-2587,-2-14-30,0 0-1,0 0 1,1 0 0,1 0 0,-1 0-1,1 0 1,0 0 0,0-1-1,1 1 1,0-1 0,6 10 0,-6-12-333,0 0 1,0-1 0,0 1-1,0-1 1,1 0 0,-1 0-1,1 0 1,0 0 0,0-1-1,0 0 1,0 1 0,1-1-1,-1-1 1,0 1 0,1-1-1,-1 0 1,1 0 0,9 1-1,24-1-5515,2-1-3476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28.3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 11349,'0'0'7862,"17"-5"-5767,58-11-809,-70 15-1144,-1 0 0,0 0 1,0 1-1,1 0 0,-1 0 0,0 0 1,0 0-1,1 1 0,-1-1 0,0 1 1,0 0-1,0 1 0,0-1 1,7 4-1,-8-3-10,0 0 0,0 0 0,-1 1 0,1-1 1,-1 1-1,1-1 0,-1 1 0,0 0 0,0 0 0,0 0 0,0 1 1,-1-1-1,1 0 0,0 4 0,2 9 384,-1-1-1,0 1 1,-2 0 0,0 0-1,0 0 1,-3 17 0,2-6 354,0-26-861,-1-1 1,1 1 0,0 0 0,0 0 0,1-1 0,-1 1 0,0 0 0,0 0 0,0-1-1,0 1 1,1 0 0,-1-1 0,0 1 0,0 0 0,1-1 0,-1 1 0,1-1-1,-1 1 1,1 0 0,-1-1 0,1 1 0,-1-1 0,1 1 0,-1-1 0,1 1-1,-1-1 1,2 1 0,-1-1-17,1 0-1,-1 1 1,1-1 0,-1 0-1,1 0 1,-1 0 0,1 0-1,-1 0 1,1-1 0,-1 1-1,1 0 1,2-1-1,7-3-207,-1-1-1,20-11 0,-22 11 88,56-29-1210,-21 12 694,68-45 0,-110 66 2643,-1 37 445,0 69-2250,0-105-291,1 1 0,-1-1 0,0 1 0,1-1 0,-1 1 0,0-1 0,1 1-1,-1-1 1,1 1 0,-1-1 0,1 0 0,-1 1 0,1-1 0,-1 0 0,1 1 0,-1-1 0,1 0-1,-1 0 1,1 1 0,0-1 0,-1 0 0,1 0 0,-1 0 0,1 0 0,0 0 0,-1 0 0,1 0-1,-1 0 1,2 0 0,25-1-2877,-23 0 2069,30-5-5530,4-12-4714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28.5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 1 16824,'0'0'15943,"-59"110"-15943,55-97 0,2-3 0,0-3 0,0-3-240,0-4-1649,2-21-17144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28.6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10165,'0'0'12982,"11"90"-15752,1-63-2672,5 1-5299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29.2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759 28 7716,'0'0'19056,"-14"-4"-17826,2-1-977,1 1-68,0 1 0,0 0 0,0 0 0,-1 1 0,1 1 0,-18-1 0,11 2-18,0 1 1,0 0-1,-17 5 1,30-5-130,0 0 0,0 0 1,0 1-1,0-1 0,1 1 1,-1 0-1,1 1 0,-1-1 1,1 1-1,0 0 0,0 0 1,0 0-1,0 1 0,1-1 0,-5 7 1,7-9-40,0 0-1,0 1 1,0-1 0,0 1 0,0-1-1,1 1 1,-1-1 0,0 1-1,1-1 1,0 1 0,-1-1 0,1 1-1,0 0 1,0-1 0,0 1 0,0 0-1,0-1 1,0 1 0,0-1 0,1 3-1,0-2-9,-1-1 0,1 0 0,0 0 0,0 0 0,0 0-1,-1 0 1,1 0 0,0 0 0,1 0 0,-1 0 0,0-1-1,0 1 1,0 0 0,0-1 0,0 1 0,1-1 0,-1 1-1,0-1 1,1 0 0,-1 1 0,2-1 0,32 3-118,-27-3 113,0 1-1,0-1 0,0 2 0,0-1 1,0 1-1,9 3 0,-15-3 17,1 0 0,-1 0-1,0 0 1,0 0 0,-1 0 0,1 0-1,0 1 1,-1-1 0,1 0 0,-1 1-1,0-1 1,1 1 0,-1 0 0,0-1-1,-1 1 1,1 0 0,-1 0-1,1-1 1,-1 1 0,0 0 0,0 4-1,1 11 89,-2 0 0,-2 18 0,3-33-71,-3 10 20,1-1-1,-2 0 1,0 0 0,0 0 0,-1 0-1,-1 0 1,0-1 0,-12 18-1,-9 7 123,-35 38 0,-7-3 493,-112 87-1,10-9-425,164-142-226,-26 26 0,32-32 0,0 0 0,-1 0 0,1 1 0,0-1 0,1 0 0,-1 1 0,0-1 0,0 1 0,0-1 0,1 1 0,-1-1 0,1 1 0,-1-1 0,1 1 0,0-1 0,0 1 0,-1 0 0,1-1 0,0 1 0,0 0 0,1 1 0,10 0 0,29-3 0,-1-2 0,1-1 0,-1-2 0,41-12 0,158-51 0,-176 49 0,-35 11 0,-5 2 0,-2 0 0,1-2 0,-1 0 0,30-17 0,-77 23-4327,25 2 3998,-14-2-4584,5-5-2422,3-7-5118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29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9156,'0'0'18617,"2"7"-17054,0 17-484,0 0 0,-2 31 0,0-26-982,5 55 0,-5-84-104,1 1 0,-1 0 0,1-1 0,-1 1 0,1-1 0,-1 1 1,1-1-1,0 1 0,-1-1 0,1 1 0,0-1 0,-1 1 0,1-1 0,0 0 0,-1 0 0,1 1 0,0-1 0,0 0 1,-1 0-1,1 0 0,0 0 0,0 0 0,0 0 0,-1 0 0,1 0 0,0 0 0,0 0 0,-1 0 0,3-1 0,24-5-484,-4-9-104,0 0 0,-2-2 0,37-34 1,-32 27 57,91-78 3949,-117 121-3209,-5 26-203,3-35 0,0 0 0,1 0 0,0 0 0,0 0 0,2 1 0,-1-1 0,1 0 0,0 0 0,1 0 0,3 11 0,-3-19-208,-1 0 1,0 0-1,1-1 1,-1 1-1,1 0 1,0-1-1,0 1 1,-1-1-1,1 0 1,0 1-1,0-1 1,0 0-1,1 0 1,-1 0-1,0-1 0,0 1 1,0 0-1,1-1 1,-1 1-1,0-1 1,0 0-1,4 0 1,6 0-2633,-1 0 0,1-1 0,15-3 0,18-8-10480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6:30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41 5202,'0'0'14431,"1"11"-12606,7 36-40,-8-44-1646,2 0 1,-1 0 0,0 0-1,1 0 1,-1 0 0,1 0-1,0-1 1,0 1 0,0 0-1,0-1 1,0 0 0,0 1-1,1-1 1,-1 0 0,1 0-1,0-1 1,0 1 0,-1 0-1,7 1 1,0 1-31,-1-2 0,1 1 0,1-1-1,16 2 1,-10-2-62,0-1 0,1-1 0,-1 0 0,1-1 0,24-4 0,-37 4-42,0 0 0,-1 0 0,1 0 0,-1 0 0,0 0 0,1 0 0,-1-1 0,0 0 0,0 0 0,0 0 0,0 0 0,0 0 0,0 0-1,-1-1 1,1 0 0,-1 1 0,1-1 0,-1 0 0,0 0 0,0 0 0,0 0 0,-1-1 0,1 1 0,-1 0 0,0-1 0,0 1 0,0-1 0,0 1 0,-1-1-1,1 1 1,-1-7 0,0 7 25,1 0 0,-1 1 1,0-1-1,0 0 0,0 1 0,0-1 0,-1 0 0,1 1 0,-1-1 0,0 1 0,0-1 0,0 1 0,0-1 0,0 1 0,0-1 0,-1 1 0,1 0 0,-1 0 0,1 0 0,-1 0 0,0 0 0,0 0 0,0 0 1,0 0-1,0 1 0,0-1 0,-1 1 0,1 0 0,0-1 0,-1 1 0,1 0 0,-1 1 0,1-1 0,-1 0 0,0 1 0,1-1 0,-6 1 0,0-2 170,0 1-1,-1 1 0,1-1 1,-1 2-1,1-1 1,-1 1-1,1 0 1,0 1-1,-1 0 0,1 0 1,0 1-1,0 0 1,0 0-1,-11 7 0,14-6-125,1-1-1,-1 1 0,1 0 1,-1 1-1,1-1 0,1 1 1,-1-1-1,1 1 1,-1 0-1,1 1 0,1-1 1,-1 0-1,1 1 0,0-1 1,0 1-1,1 0 0,-1 0 1,1 0-1,1 0 0,-1 0 1,1 9-1,0-11-73,0 1 0,0-1 0,1 1 0,-1-1 0,1 0 0,0 1 0,1-1 0,-1 0 0,1 0 0,-1 1 0,1-1 0,1-1 0,-1 1 0,0 0 0,1 0 0,3 3 0,0-2 0,1 1 0,-1-1 0,1-1 0,0 1 0,0-1 0,0-1 0,0 1 0,10 2 0,4 1-85,0-1 0,1-1 0,0-1 0,-1-1 0,1-1 1,1-1-1,-1-1 0,29-3 0,25-11-3722,-60 10 992,-1-2-1,22-9 1,12-11-10180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04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654 156 0,'0'0'7825,"19"-20"-5950,57-58 38,-46 42 611,-25 18 2399,-5 15-3579,-20 3 940,11 1-2212,0 1 0,0 0 0,0 0 0,0 1 1,1 0-1,-1 1 0,1-1 0,0 2 0,0-1 1,0 1-1,-12 11 0,-1-2 9,-72 49 405,-133 115 0,190-144-334,2 1 0,1 1 0,1 2 0,2 1 0,2 1-1,-25 49 1,42-67-111,1 1-1,1 0 1,1 1-1,1 0 0,1 0 1,-4 35-1,9-47-29,0 0 0,0-1-1,1 1 1,1 0 0,0-1-1,1 1 1,0-1 0,0 1-1,1-1 1,1 0 0,0 0-1,0 0 1,1-1 0,1 1-1,11 15 1,-1-7-476,1 0 1,1-1-1,1-1 0,0-1 1,2 0-1,-1-2 1,34 18-1,-39-24-46,0-1 0,0-1 0,0 0 0,1-1 0,0-1 0,0 0 0,0-1 0,1-1 0,-1 0 0,0-1 0,1-1 1,27-4-1,-16-4-6498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04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0 5555,'0'0'16215,"0"99"-14902,-13-62-705,-1 1-160,3-3-352,-4-1-64,7-7-32,0-10-272,4-5-977,4-29-14134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05.1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7123,'0'0'9333,"29"107"-11350,-12-70-2321,1-3-2081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05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54 5442,'0'0'14738,"11"-8"-13551,36-26-216,-45 33-880,0-1 0,0 1-1,0 0 1,0 0 0,0 0 0,0 0-1,0 0 1,1 1 0,-1-1-1,0 1 1,1-1 0,-1 1 0,0 0-1,1 0 1,-1 0 0,5 1-1,-5-1-35,-1 1 0,0 0 0,0 0-1,1-1 1,-1 1 0,0 0 0,0 0-1,0 0 1,0 0 0,0 0 0,0 0-1,0 1 1,0-1 0,0 0 0,-1 0-1,1 1 1,0-1 0,-1 0-1,1 1 1,-1 1 0,2 8 195,0-1 0,-1 1 0,0 0 0,-1 0 0,-2 17 0,2-10 94,0 20-179,11-39-490,0-5 241,0 0 1,-1 0 0,0-1 0,0-1 0,-1 1 0,11-12 0,20-16-376,-33 30 433,-4 2 70,1 0 1,0 0-1,0 1 0,0-1 1,0 1-1,0 0 0,0 0 1,0 0-1,1 0 1,-1 1-1,1 0 0,-1 0 1,8-1-1,-11 3-20,0-1 1,-1 1-1,1-1 1,0 1-1,-1-1 1,1 1-1,-1 0 1,1-1-1,-1 1 1,1 0-1,-1 0 1,1-1-1,-1 1 1,0 0-1,1 0 1,-1 0-1,0-1 1,0 1-1,1 0 0,-1 0 1,0 1-1,4 26 219,-3-22-144,1 6 25,0 1-1,1-1 0,0 1 0,1-1 0,0 0 1,9 16-1,-12-25-376,1 1 0,1-1 0,-1 0 0,0 0 1,1-1-1,0 1 0,0 0 0,-1-1 0,1 0 0,1 1 0,2 1 0,-2-3-584,-1 0-1,0 1 0,1-1 1,-1-1-1,0 1 0,1 0 1,-1-1-1,1 0 0,-1 0 1,1 0-1,-1 0 0,1 0 0,6-2 1,16-7-7194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06.0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87 5699,'0'0'15863,"8"9"-14217,4 3-1163,-1 0-1,0 1 1,-1 1-1,-1 0 1,0 0-1,-1 1 1,13 30-1,-5 43 708,-15-87-1189,-1 0 0,0-1 0,0 1 0,1 0 0,-1-1 0,0 1 0,1-1 0,-1 1 0,1 0 0,-1-1 0,1 1 0,-1-1 0,1 1 0,-1-1-1,1 0 1,0 1 0,-1-1 0,1 1 0,0-1 0,-1 0 0,1 0 0,0 1 0,-1-1 0,1 0 0,0 0 0,-1 0 0,1 0 0,0 0 0,0 0 0,-1 0 0,1 0 0,0 0 0,0 0-1,0 0 1,29-11-106,-16 2 67,0-2 0,-1 1 0,0-2 0,-1 0 0,20-24-1,-15 13-157,0-1-1,22-44 0,-34 59 123,0-1-1,-1 0 0,0 0 0,0 0 1,-1 0-1,-1 0 0,0-1 1,0 1-1,0-15 0,-1 24-534,0 1 0,0-1-1,1 1 1,-1-1 0,0 1-1,1 0 1,-1 0 0,0 0 0,1 0-1,-1 0 1,1 0 0,-1 0 0,2 0-1,0 0-526,17 0-5085,6 0-590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06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234 714 5619,'0'0'11493,"-19"0"-8924,-63 0-488,76 0-1860,0 0 0,0 1 1,0 0-1,-1 0 0,1 0 0,0 1 1,0 0-1,1 0 0,-1 0 0,0 1 1,1 0-1,-1 0 0,1 1 0,0-1 1,-8 8-1,10-8-176,0 1 0,0-1 0,0 1 0,0 0 0,1 0 0,-1 0-1,1 0 1,0 1 0,0-1 0,1 0 0,-1 1 0,1 0 0,0-1 0,0 1 0,1 0 0,-1-1 0,1 9 0,1-11-42,-1 0-1,1 0 1,0 1 0,-1-1 0,1 0 0,0 0 0,1 0 0,-1 0 0,0 0 0,1 0-1,-1 0 1,1-1 0,-1 1 0,1 0 0,0-1 0,0 0 0,-1 1 0,1-1 0,0 0 0,1 0-1,-1 0 1,0 0 0,4 1 0,3 2-15,1-1 1,0-1-1,-1 0 0,14 2 0,-9-3-70,1 0-1,-1 0 1,0-1 0,1-1-1,16-3 1,-25 3 31,-1-1-1,1 1 1,-1-1 0,0-1 0,0 1 0,0-1 0,0 0 0,0 0 0,0 0-1,-1-1 1,1 0 0,-1 1 0,0-2 0,0 1 0,4-7 0,-3 4-27,-1-1 0,1 1-1,-2-1 1,1 0 0,-1 0 0,-1 0 0,1 0 0,-1-1 0,-1 1 0,1-1 0,-1-10 0,-1 14 45,0 0 1,0 0 0,0 0 0,-1 1-1,1-1 1,-1 0 0,-1 0 0,1 0-1,-1 1 1,1-1 0,-1 1 0,-1-1 0,1 1-1,0 0 1,-1 0 0,0 0 0,0 0-1,0 0 1,-1 1 0,-5-5 0,1 2 32,0 0 1,-1 1-1,1 0 1,-1 1-1,0 0 1,-1 0-1,1 1 1,-1 0-1,1 1 0,-18-3 1,30 5-127,1 0 1,-1-1 0,0 1-1,1-1 1,-1 1-1,0-1 1,0 0-1,4-2 1,15-5-109,38-5 16,0-4 0,-1-2 0,-1-2 1,99-53-1,-125 55 106,0 0 0,-1-3 0,-1 0 0,-1-2 0,-1-1 0,-1-1 0,-1-1 0,-2-2 0,26-37 0,-45 57 185,1 0 0,-2 0 1,1 0-1,-1-1 0,-1 1 1,0-1-1,0 0 1,-1 0-1,0 0 0,0-1 1,-1-18-1,-1 28 5,-1 0-1,1 1 1,-1-1-1,1 0 1,-1 0-1,1 1 1,-1-1-1,0 0 1,1 1-1,-1-1 1,0 1-1,0-1 1,1 1 0,-1-1-1,0 1 1,0-1-1,0 1 1,0 0-1,0-1 1,1 1-1,-1 0 1,0 0-1,0 0 1,0 0-1,0 0 1,0 0 0,0 0-1,0 0 1,0 0-1,0 0 1,-1 1-1,-33 3 507,26-1-512,1 0-1,-1 1 0,1 0 0,0 0 1,0 1-1,0 0 0,1 0 0,-9 8 1,-5 7 350,-24 28 0,21-18-109,2 1-1,0 1 0,3 1 0,0 1 0,2 0 0,2 1 0,1 1 0,-9 39 0,5-2-57,3 1 0,3 0 0,-2 86 0,13-137-248,-1-7-34,1 1 1,1 0-1,1 0 1,3 21 0,-3-36-12,0 0 0,0 0 0,0 0 0,0 0 1,0 0-1,0 0 0,1 0 0,-1-1 0,1 1 1,-1 0-1,1-1 0,0 1 0,-1-1 0,1 0 1,0 1-1,0-1 0,0 0 0,0 0 0,0 0 1,0-1-1,0 1 0,1 0 0,-1-1 1,0 1-1,0-1 0,1 0 0,-1 0 0,0 0 1,0 0-1,4 0 0,3-1-421,1 1 0,0-2 1,0 1-1,-1-1 0,17-6 0,-11 2-1662,0-1 0,-1-1 0,25-16 0,1-7-5845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07.3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41 143 6867,'0'0'16349,"-6"16"-15130,-19 52-141,22-62-963,2 0 0,-1 0 0,1 1 0,0-1 0,0 0 0,1 1 0,0-1 0,0 1 0,0-1 0,1 0 0,0 1 0,0-1 0,1 0 0,-1 0 0,1 1 0,1-1 0,-1-1 0,1 1 0,5 7 0,-7-11-112,1 0 0,0 0 1,0-1-1,0 1 1,0-1-1,0 1 0,0-1 1,0 1-1,0-1 1,1 0-1,-1 0 0,1 0 1,-1-1-1,0 1 0,1-1 1,0 1-1,-1-1 1,1 0-1,-1 1 0,1-2 1,-1 1-1,1 0 0,-1 0 1,1-1-1,-1 1 1,4-2-1,-2 1-26,1-1 0,-1 1 0,0-1 0,1 0-1,-1 0 1,0-1 0,0 1 0,-1-1 0,1 0 0,0 0 0,-1 0 0,0-1 0,5-5 0,1-7-251,-1 0 0,-1-1 0,0 0 0,-1-1 0,-1 1 0,0-1 0,3-34 0,7-23-232,-14 75 485,1 0 0,-1-1-1,0 1 1,1 0 0,-1 0-1,0 0 1,1 0 0,-1 0-1,0 0 1,1 0 0,-1 0-1,0 1 1,1-1 0,-1 0-1,2 1 1,62 51-203,-47-44 198,-1-1 1,1-1 0,0 0-1,1-1 1,-1-1 0,1-1-1,0-1 1,0 0 0,0-1-1,0-2 1,35-4 0,-47 4-28,1 0 0,-1-1 1,0 0-1,0 0 1,-1-1-1,1 0 0,0 0 1,-1-1-1,0 1 0,0-1 1,10-9-1,-12 10 41,-1-1-1,1 1 0,-1-1 1,0 1-1,-1-1 0,1 0 0,-1 0 1,1 0-1,-1 0 0,0-1 1,-1 1-1,1-1 0,-1 1 1,0-1-1,0 1 0,0-1 1,-1 0-1,1-7 0,-2 9 54,0 1-1,1 0 0,-1 0 1,0-1-1,-1 1 0,1 0 1,0 0-1,-1 0 0,1 0 1,-1 0-1,1 0 0,-1 1 1,0-1-1,0 0 0,0 1 1,0-1-1,0 1 0,0 0 1,0 0-1,0 0 0,-1 0 1,1 0-1,0 0 0,-1 1 1,1-1-1,-3 0 0,-8-2 232,0 1 0,-1 0 0,-17 0 0,23 1-95,0 1-1,1 0 0,-1 0 0,0 1 1,0 0-1,1 1 0,-1 0 1,-13 4-1,17-3-74,1-1 0,-1 0 1,0 1-1,1 0 0,0 0 0,-1 0 0,1 0 1,1 1-1,-1-1 0,0 1 0,1-1 0,-1 1 1,1 0-1,0 0 0,1 0 0,-4 9 0,3-8-110,0 1-1,0 0 0,1-1 1,0 1-1,0 0 0,0 0 0,1 0 1,-1 0-1,1 0 0,1 0 1,-1 0-1,1 0 0,0 0 0,1 0 1,-1 0-1,1 0 0,0-1 1,1 1-1,-1-1 0,1 1 1,0-1-1,0 0 0,1 0 0,0-1 1,-1 1-1,2-1 0,-1 1 1,0-1-1,1-1 0,0 1 0,0-1 1,0 1-1,7 2 0,1-1-827,1 0-1,0 0 1,1-2-1,-1 0 0,1 0 1,-1-1-1,21-1 1,-25-1-687,0 0-1,0-1 1,0-1 0,0 0 0,0 0 0,18-7 0,17-15-5995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07.6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198 5 8820,'0'0'12835,"-18"-1"-9964,-60-2-1046,74 3-1736,0 0 0,0 0 0,0 0 0,0 1 0,1-1 0,-1 1 0,0 0 0,1 0 0,-1 1 0,0-1 0,1 1 0,0-1 0,-1 1 1,1 0-1,0 0 0,0 1 0,0-1 0,0 1 0,0-1 0,1 1 0,-1 0 0,1 0 0,0 0 0,0 1 0,0-1 0,0 0 0,0 1 0,1-1 0,0 1 0,-1-1 1,0 7-1,1-5-120,0 0 1,1 0 0,-1 0 0,1 0 0,0 0 0,0 0 0,1 0 0,0 0-1,0 0 1,0 0 0,0 0 0,1-1 0,0 1 0,0 0 0,0-1-1,0 1 1,1-1 0,-1 1 0,1-1 0,6 6 0,11 5-413,-15-13 302,-1 1 0,1 0 0,-1 1-1,0-1 1,0 0 0,0 1 0,-1 0 0,1 0 0,-1 0-1,4 7 1,-7-10 146,0-1-1,0 1 1,0 0 0,0-1-1,0 1 1,0 0-1,0-1 1,0 1 0,-1-1-1,1 1 1,0 0-1,0-1 1,-1 1 0,1-1-1,0 1 1,-1-1-1,1 1 1,-1-1 0,1 1-1,-1-1 1,1 1-1,-1-1 1,1 1 0,-1-1-1,1 0 1,-1 1-1,1-1 1,-1 0 0,0 0-1,1 1 1,-1-1-1,0 0 1,1 0 0,-1 0-1,0 0 1,1 0-1,-2 0 1,-29 3 355,25-3-316,-31 0 925,22 0-2638,44 0-18715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07.9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1 5699,'0'0'12837,"1"23"-9000,-1-6-3190,1 8 96,-1 1 1,-2-1-1,0 1 1,-8 31 0,-30 145 2157,28-117-2806,-1 136 1,14-180-859,-1 19-473,0-44-2953,-2-2-3406,8-41 2086,4-13-1715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08.2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1 119 3858,'0'0'4220,"20"-16"-725,-1-1-2570,-11 9-528,1 0-1,0 1 1,1-1-1,0 2 1,0-1-1,0 2 1,1-1-1,0 1 0,0 1 1,0 0-1,15-3 1,-8 3 273,0 1 1,1 1-1,-1 1 1,0 0 0,34 4-1,-50-3-597,0 1 1,0 0-1,0-1 1,0 1-1,0 0 0,0 0 1,0 1-1,-1-1 0,1 0 1,0 0-1,-1 1 0,1-1 1,0 1-1,-1 0 0,0-1 1,1 1-1,-1 0 1,0 0-1,0 0 0,0 0 1,0 0-1,0 0 0,-1 0 1,1 0-1,-1 0 0,1 0 1,-1 0-1,0 0 1,1 4-1,-1 2 187,1 0 0,-1 0 0,0 0 0,-1 0 0,0 0 0,-4 15 0,2-15-145,0-1 0,0 0 0,-1-1 0,0 1 0,0 0 0,0-1 0,-1 0 0,0 0 0,0-1 0,-1 1 0,0-1 0,0 0 0,0-1 0,-10 7 0,8-6 31,-1 0 0,-1-1-1,1 1 1,-1-2-1,0 1 1,0-1-1,0-1 1,0 0-1,0 0 1,-14 0-1,24-3-231,-1 1-1,1-1 1,-1 1-1,1 0 0,0-1 1,-1 1-1,1-1 1,-1 1-1,1-1 1,0 1-1,-1-1 0,1 1 1,0-1-1,0 0 1,-1 1-1,1-1 0,0 1 1,0-1-1,0 0 1,0 1-1,0-1 0,0 1 1,0-1-1,0 0 1,0 1-1,0-1 1,0 1-1,0-2 0,3-19-2188,-1 17 1732,-1 1-1,1 0 1,0 0-1,0 0 1,0 0-1,1 1 1,-1-1-1,1 0 1,-1 1-1,1 0 1,0-1-1,0 1 1,5-2-1,25-17-6467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08.5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1 283 11093,'0'0'7633,"0"19"-4026,0 104 1064,0-123-4366,0-3-113,0-11-124,-1 2-79,1 0 0,1 0 0,-1 0 0,2 0 0,0 0 0,0 0-1,1 1 1,0-1 0,7-14 0,9-6-89,0 1 1,2 1-1,2 1 1,0 2 0,2 0-1,50-42 1,-70 64 100,1 1 0,-1 0 0,0 1 0,1-1 0,8-3 0,8 4-2631,-20 3 2005,0 1 0,-1-1 0,1 1 1,-1-1-1,1 1 0,0-1 0,-1 1 0,0 0 1,1 0-1,-1 0 0,1 0 0,1 2 0,13 14-7034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08.8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1 8724,'0'0'15516,"-8"11"-14219,-52 68 517,58-77-1774,-1 1 0,1 0 0,0 0 0,0 0 0,0 0 0,1 0 0,-1 0 0,1 1 0,0-1 0,0 1 0,0-1 0,0 1 0,0-1 0,1 1 0,0-1 0,-1 1 0,2-1 0,-1 1 0,0 0 0,1-1 0,-1 1 0,2 3 0,0-2-30,0-1-1,0 0 1,1 0-1,0 0 1,-1 0-1,1-1 1,0 1-1,1-1 1,-1 1-1,1-1 1,-1 0-1,1-1 1,0 1 0,0-1-1,9 5 1,-2-3-39,0 0 1,0 0-1,0-1 1,1 0-1,0-1 1,-1-1-1,1 0 1,0 0 0,0-1-1,-1 0 1,16-3-1,-24 2 9,0 0-1,0 0 0,0 0 1,1 0-1,-1-1 1,-1 1-1,1-1 1,0 0-1,0 0 1,0 0-1,-1 0 0,1 0 1,-1 0-1,0-1 1,0 1-1,0-1 1,0 0-1,0 0 0,0 0 1,-1 0-1,1 0 1,-1 0-1,0 0 1,1-5-1,1-3 12,-1 1 0,0-1-1,-1 0 1,0 0 0,-1 0 0,-1-13-1,1 21 23,-1 0 0,1 0 0,-1 0 0,0 0 0,0 0 0,0 0 0,0 1 0,0-1 0,-1 0 0,1 1 0,-1-1 0,0 1 0,1 0 0,-1-1 0,0 1 0,-1 0 0,1 0 0,0 0 0,0 0 0,-1 1 0,1-1-1,-1 1 1,0-1 0,1 1 0,-1 0 0,0 0 0,0 0 0,-4 0 0,-41-7-1341,1 8-3625,31 0 1649,-4 0-5450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09.5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1 6723,'0'0'13126,"-6"25"-10922,-48 167 794,-53 243 815,103-421-3492,2 0 0,0 0-1,0 20 1,2-34-320,0 1 0,0-1-1,0 0 1,1 0 0,-1 0 0,0 1-1,0-1 1,0 0 0,0 0 0,1 0-1,-1 1 1,0-1 0,0 0 0,1 0 0,-1 0-1,0 0 1,0 0 0,1 1 0,-1-1-1,0 0 1,0 0 0,1 0 0,-1 0-1,0 0 1,1 0 0,-1 0 0,0 0-1,0 0 1,1 0 0,-1 0 0,0 0-1,1 0 1,-1 0 0,0-1 0,0 1-1,1 0 1,1 0-5,4-1-13,1-1 0,0 0 0,-1 0 0,1 0 0,-1-1 0,0 0 0,0 0 0,7-5 0,19-9-163,-10 7-326,0 1 0,1 0 0,0 2 0,1 1 0,-1 0 0,1 2 0,37-2 0,-60 6 502,0 0 0,0 1-1,0-1 1,0 1 0,0-1-1,0 1 1,0-1-1,0 1 1,0-1 0,0 1-1,0 0 1,0 0 0,0-1-1,-1 1 1,1 0-1,0 0 1,0 0 0,-1 0-1,1 0 1,-1 0 0,1 0-1,-1 0 1,0 0-1,1 0 1,-1 0 0,0 0-1,1 0 1,-1 0 0,0 1-1,0-1 1,0 1-1,1 46 128,-1-37-63,0-1 21,0 0 1,-1 1-1,0-1 1,0 0-1,-1 1 0,-7 18 1,8-26-23,0 0 1,-1-1 0,1 1 0,-1 0 0,0 0 0,0-1 0,0 1 0,0-1 0,0 0-1,0 0 1,-1 0 0,1 0 0,-1 0 0,1 0 0,-1-1 0,0 1 0,0-1 0,0 1-1,0-1 1,0 0 0,0-1 0,0 1 0,0 0 0,0-1 0,0 0 0,-1 1 0,-2-2 0,1 1-58,1-1 0,-1 1 0,1-1 0,0-1 0,0 1 0,0 0 0,-1-1 0,2 0 0,-1 0 0,0 0 0,0-1 0,0 1 0,1-1 0,-6-5 0,-3-4-521,1-1 0,-16-21 0,26 34 406,1-1-1,-1 1 0,1 0 1,0-1-1,-1 1 1,1-1-1,-1 1 0,1-1 1,0 1-1,-1-1 0,1 1 1,0-1-1,-1 1 0,1-1 1,0 1-1,0-1 0,0 1 1,-1-1-1,1 0 0,0 1 1,0-1-1,0 1 0,0-1 1,0 0-1,0 1 0,0-1 1,0 1-1,0-1 0,1 0 1,-1 1-1,0-1 0,0 1 1,0-1-1,1 1 0,-1-1 1,0 1-1,1-1 0,-1 1 1,0-1-1,1 1 0,-1-1 1,1 1-1,-1 0 0,1-1 1,-1 1-1,1-1 0,-1 1 1,1 0-1,-1 0 0,1-1 1,-1 1-1,1 0 0,-1 0 1,2 0-1,38-3-7450,-30 3 6487,35 0-5718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09.9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233 18 6723,'0'0'17213,"-20"-4"-16135,-63-9-165,80 13-872,-1 0 1,0 0 0,0 1 0,1-1 0,-1 1-1,0 0 1,1 0 0,-1 1 0,1-1 0,-1 1 0,1-1-1,0 1 1,0 0 0,0 0 0,0 1 0,0-1 0,0 1-1,0-1 1,1 1 0,-1 0 0,1 0 0,0 0 0,-3 7-1,-1-3 7,1-1-35,0 1 0,0 0 1,1 0-1,0 1 0,0-1 1,0 1-1,1 0 0,0 0 1,1 0-1,0 0 0,-3 16 1,6-23-32,0-1-1,0 1 1,0-1 0,-1 1 0,1-1-1,0 1 1,0-1 0,0 1 0,0-1 0,0 0-1,0 1 1,0-1 0,0 0 0,0 0-1,0 0 1,0 0 0,0 0 0,0 0 0,0 0-1,0 0 1,0 0 0,0 0 0,1-1-1,3 1-47,7-1-57,-1 1 0,0-2 0,1 1 0,-1-2 0,0 1 0,0-1 0,0-1 1,0 0-1,-1-1 0,1 0 0,-1 0 0,-1-1 0,1-1 0,-1 0 1,0 0-1,0 0 0,-1-1 0,8-9 0,-16 16 212,1 0-1,0 0 1,-1 1-1,1-1 1,-1 0-1,1 0 1,-1 0-1,0 0 1,1 1-1,-1-1 1,0 0-1,0 0 1,1 0-1,-1 0 1,0 0-1,0-2 887,-2 6-919,-2 6-70,0 1 1,1 0-1,0 1 1,1-1-1,0 0 1,-2 22-1,3 33-2903,0-64 2646,1 0 0,0 0 0,0-1 1,0 1-1,0 0 0,0 0 1,0 0-1,0 0 0,0 0 1,0 0-1,0 0 0,1 0 0,-1 0 1,0 0-1,1-1 0,-1 1 1,0 0-1,1 0 0,-1 0 1,1-1-1,0 1 0,-1 0 1,1 0-1,-1-1 0,1 1 0,0-1 1,0 1-1,-1 0 0,1-1 1,0 0-1,0 1 0,0-1 1,-1 1-1,1-1 0,0 0 0,0 0 1,0 1-1,0-1 0,0 0 1,0 0-1,0 0 0,1 0 1,26 1-9535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10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0 11845,'0'0'10024,"-6"23"-7079,0 3-2287,-5 17 725,-6 62-1,8-11 324,-13 91 104,15-145-1680,-1 0 0,-21 59 0,7-57-78,17-35-22,1 1 0,0 0 0,1 0 0,-5 12 0,8-19-47,0-1-1,0 0 1,0 0-1,0 0 1,0 0-1,0 0 1,0 0-1,0 0 1,0 1-1,0-1 1,0 0-1,0 0 1,0 0-1,0 0 1,0 0-1,0 0 1,0 0-1,0 0 1,0 1-1,0-1 1,0 0-1,0 0 1,0 0-1,0 0 1,0 0-1,0 0 1,1 0-1,-1 0 1,0 0-1,0 1 1,0-1-1,0 0 1,0 0-1,0 0 1,0 0-1,0 0 1,0 0-1,1 0 1,-1 0-1,0 0 1,0 0-1,0 0 1,0 0-1,0 0 1,0 0-1,1 0 1,-1 0-1,0 0 1,0 0-1,0 0 1,0 0-1,0 0 1,11-3-320,9-8-47,14-16-792,-10 8-469,38-24-1,-55 38 1415,1 1-1,0 1 1,-1-1-1,1 1 0,1 0 1,-1 1-1,0 0 1,0 0-1,1 1 0,8 0 1,-14 1 236,-1 0 0,0 1 0,0-1 0,0 1 0,1 0 1,-1 0-1,0 0 0,0 0 0,0 0 0,0 0 0,-1 0 0,1 0 0,0 1 0,0-1 1,-1 1-1,1-1 0,-1 1 0,1 0 0,-1 0 0,0 0 0,0 0 0,0 0 0,0 0 1,0 0-1,0 0 0,0 0 0,-1 0 0,1 0 0,0 3 0,2 8 75,-1-1 0,0 1-1,-1 20 1,0-30-60,-1 6 59,1 0 1,-2 0-1,1 0 1,-1 0-1,0 0 1,-4 12-1,4-19-6,0 1 0,0-1 0,0 0 0,-1 0 0,1 0 0,-1 0 0,1 0 0,-1 0 0,0 0 0,0 0 0,0 0 0,0-1 0,0 1 0,0-1 0,0 0 0,0 0 0,-1 1 0,1-1 0,-1-1 0,1 1 0,0 0 0,-1-1 0,0 1 0,1-1 0,-1 1 0,1-1 0,-4-1 0,-74 0 1112,-25 1 124,95 0-1193,1 1 0,-1 1 1,1 0-1,0 0 0,0 1 0,0 0 1,0 1-1,-12 6 0,15-5-91,2-1-465,19-30-23345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11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63 224,'0'0'11776,"9"-10"-9135,24-32-192,-24 31 1721,-10 18-1307,-7 50-1078,0 112 0,9-164-1834,-1-1 1,1 1-1,0 0 1,1-1-1,-1 1 1,1-1-1,2 5 1,-4-8-101,1 0 1,-1 0-1,0-1 0,1 1 1,-1 0-1,0 0 1,1-1-1,-1 1 0,1 0 1,-1-1-1,1 1 1,-1-1-1,1 1 1,-1-1-1,1 1 0,0-1 1,-1 1-1,1-1 1,0 1-1,0-1 1,-1 0-1,1 1 0,0-1 1,0 0-1,-1 0 1,1 0-1,0 1 0,0-1 1,0 0-1,-1 0 1,1 0-1,0 0 1,0-1-1,0 1 0,-1 0 1,1 0-1,0 0 1,0 0-1,-1-1 1,1 1-1,0 0 0,0-1 1,-1 1-1,1-1 1,0 1-1,-1-1 0,1 1 1,-1-1-1,2 0 1,6-18-7002,4-12-4455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11.8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32 7571,'0'0'17801,"25"-32"-17673,-23 32-128,2 0-3826,1 0 48,1 0-3937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12.4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220 0 7363,'0'0'13022,"-9"19"-10738,5-11-2007,-10 22 896,1 0-1,-16 58 0,-8 57 897,-58 212-873,90-340-1206,1 1 0,0-1 0,2 1 0,-1 35 0,3-52-6,0 0 1,0 0-1,1 0 0,-1 0 1,0 0-1,1 0 1,-1 0-1,1 0 1,-1 0-1,1 0 1,0 0-1,-1 0 1,1 0-1,0 0 1,0-1-1,-1 1 1,1 0-1,0 0 1,0-1-1,0 1 0,0-1 1,0 1-1,0-1 1,0 1-1,0-1 1,0 0-1,0 1 1,0-1-1,0 0 1,1 0-1,-1 0 1,0 0-1,1 0 1,47 0-488,-39-1 376,-1 0 10,-1 0 1,1-1-1,-1 0 1,0 0 0,0-1-1,0 0 1,15-8-1,53-39-654,-34 21 353,-16 14 199,-13 8 133,0-1-1,-1 0 1,0-1 0,0 0-1,-1-1 1,0 0-1,13-16 1,-23 25 144,0 0 0,-1 0 0,1-1-1,0 1 1,-1-1 0,1 1 0,0 0 0,-1-1 0,0 1 0,1-1 0,-1 1-1,0-4 2488,3 8-2316,3 9-185,1-1 1,0 1-1,1-1 0,0-1 0,0 0 0,15 13 0,-17-17-565,0-1 0,1-1 0,-1 1 0,16 7 0,-17-10-682,0 0 0,1 0 1,-1-1-1,1 1 1,0-1-1,-1 0 0,12 0 1,1-1-6138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12.6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13 10341,'0'0'14454,"-26"-12"-14758,26 20-1232,11 9-1570,-3-3-2384,9-7-3731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12.9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1 5250,'0'0'14989,"-7"22"-12084,-8 27-1977,-63 236 4413,63-193-4924,3 1-1,3 161 0,8-208-3959,0-45 2999,0-1 0,0 1-1,0-1 1,0 1 0,-1-1 0,1 0-1,0 1 1,-1-1 0,1 0 0,0 0-1,0 0 1,-1 0 0,1 0 0,0 0-1,-1-1 1,1 1 0,0 0 0,0-1-1,-3 0 1,-12-11-7462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13.1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47 10213,'0'0'12774,"112"-15"-11302,-72 15-495,-2-2-673,-3 0-240,-1 0-64,-1-5-96,-4 5-272,1-2-705,-9 0-1072,-5-2-1569,-5 6-2961,-3-2-3761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13.5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6323,'0'0'13030,"0"0"-12967,0 0 0,0 0 0,0 0 0,0 0 0,0 0 0,0 0 0,0 0 0,0 0 0,0-1 0,0 1 0,0 0 0,0 0 0,0 0 0,0 0 0,0 0 0,0 0 0,0 0 0,0-1 0,0 1 0,0 0 0,0 0 0,0 0 0,0 0 0,0 0 0,0 0 0,0 0 0,0-1 0,0 1 0,0 0 0,0 0 0,0 0 0,0 0 0,0 0 0,0 0 0,0 0 0,1 0 0,-1 0 0,0 0 0,0-1 0,0 1 0,0 0 0,0 0 0,0 0 0,0 0 0,0 0 0,1 0 0,-1 0 0,0 0 0,0 0 0,0 0 0,0 0 0,0 0 0,0 0 0,0 0 0,1 0 0,-1 0 0,0 0 0,0 0 0,0 0 0,7 1 39,0 1-1,0-1 1,-1 1-1,1 0 1,-1 1 0,1 0-1,-1 0 1,0 0-1,0 1 1,0 0-1,-1 0 1,7 6-1,-3-4-1558,0 1-1,0-1 0,0-1 1,17 8-1,-1-6-4854,0-3-1564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14.7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739 1 1889,'0'0'19772,"-3"4"-17758,-10 26-1354,1 1 0,1 0 0,2 1 0,-8 46 0,5-22-583,-35 192-163,4-18-516,29-171 371,-40 106 1,50-154 265,0 0 0,-2 0 0,1 0 0,-1 0 0,-14 18 1,17-27 21,0 1 0,1-1 0,-1 1 0,-1-1 0,1 0 0,0 0 0,0 0 0,-1-1 0,1 1 0,-1-1 0,1 0 0,-1 1 0,0-2 0,1 1 0,-1 0 0,0-1 1,0 0-1,0 0 0,1 0 0,-1 0 0,0-1 0,-7-1 0,4 0 64,-1 0-1,1-1 1,0 0 0,0 0 0,0-1-1,1 1 1,-1-2 0,-7-5-1,-52-48 645,40 34-581,-161-130-194,183 151-436,-12-13-2238,16 16 2178,-1-1 1,1 1-1,0-1 1,0 0-1,-1 1 0,1-1 1,0 1-1,0-1 1,0 0-1,0 1 1,0-1-1,0 0 1,0 1-1,0-1 1,0 1-1,0-1 1,0 0-1,0 1 1,1-1-1,-1 1 0,1-2 1,5-8-11493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15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2385,'0'0'9471,"7"-3"-8711,-6 2-703,1 1 1,0-1-1,0 0 0,0 0 0,0 1 0,0-1 0,-1 1 0,1 0 0,0 0 0,0-1 0,0 1 0,0 0 0,0 1 0,0-1 0,0 0 0,0 0 0,0 1 0,0 0 0,1 0 0,2 2 118,0 0 1,-1 1-1,1-1 0,-1 1 0,0 0 1,0 0-1,6 8 0,30 41 1269,-1 1 1,-3 2-1,54 114 0,-63-108-1139,-4 0 1,-2 2-1,-2 0 0,-4 1 0,-2 1 0,6 121 0,-16-139-229,-3 0 0,-1-1 0,-9 54 0,7-87 48,0 0 0,-1 0 0,0 0 0,-1 0 0,-1 0 0,0-1 0,0 0 0,-2-1 0,0 1 0,0-1 0,-1-1 0,0 1 0,-1-2 0,-17 16 0,6-11 495,-1-1 1,0 0 0,-36 14-1,36-18 20,1 0 0,0 2-1,1 1 1,-21 16-1,38-26-555,0-1 0,0 0 0,1 1-1,-1 0 1,1 0 0,0-1 0,0 1-1,0 0 1,0 1 0,1-1-1,-1 0 1,1 1 0,-2 5 0,0 17-2605,14-44-21900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46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240 1 5907,'0'0'13360,"0"4"-12340,-7 99 2581,3-75-3301,-1 1-1,-2-1 1,-15 40-1,-50 102 293,-30 82-421,101-247-172,-4 10 1,0 1 0,-3 24 0,8-38-7,-1 1 0,1-1 0,0 0 0,-1 1 0,1-1 0,0 0-1,0 1 1,1-1 0,-1 0 0,0 1 0,1-1 0,-1 0 0,1 0 0,0 0 0,0 1 0,0-1 0,0 0 0,0 0 0,0 0 0,0 0-1,1 0 1,-1-1 0,1 1 0,0 0 0,-1-1 0,4 3 0,4-1 20,0 0 1,1 0-1,-1-1 0,1 0 1,0-1-1,0 0 0,12 0 1,73-6 101,-41-4-107,0-3 0,102-35 0,-77 21-529,-50 18-299,40-14-1423,-65 21 1478,0-1-1,0 1 1,0-1 0,-1 0 0,1 0-1,-1-1 1,1 1 0,-1-1 0,0 0 0,1 0-1,-1 0 1,3-5 0,-3-5-6308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46.8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0 236 5715,'0'0'4740,"23"-14"-2701,2-1-1545,-2 1-54,1 0 0,0 2 0,0 0 0,29-8 0,233-68 2869,-93 41-6410,-182 47 1689,-30 16-12156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47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1 140 5090,'0'0'8452,"129"0"-6067,-45-19-1280,4-1-625,1 1-400,1 0-80,-4 0-1569,0-2-3073,-9-2-4450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47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359 1 6355,'0'0'8540,"-23"4"-6235,-2 0-1753,6-1-148,0 0 0,1 2-1,-1 0 1,1 1 0,-23 10 0,20-7 427,1 2 1,0-1 0,-35 28-1,50-35-744,0 2 1,0-1-1,1 0 0,-1 1 0,1 0 1,0 0-1,1 0 0,-1 0 0,1 1 0,0-1 1,1 1-1,-1 0 0,1 0 0,0 0 0,0 0 1,1 0-1,0 0 0,-1 12 0,2-14-89,0 2-9,0 1 0,0-1 0,1 1-1,0-1 1,3 12 0,-4-16 5,1 0 1,0 0-1,0-1 0,0 1 1,0-1-1,0 1 1,0-1-1,0 1 0,0-1 1,1 0-1,-1 0 0,0 1 1,1-1-1,-1 0 0,1 0 1,0 0-1,-1 0 0,1-1 1,0 1-1,-1 0 1,1-1-1,0 1 0,0-1 1,-1 0-1,1 0 0,2 1 1,4-1-69,-1 0 0,1 0 0,-1-1 0,0 0-1,1 0 1,-1-1 0,0 1 0,1-2 0,-1 1 0,0-1 0,-1 0 0,1 0 0,0-1 0,-1 0 0,0 0 0,8-8 0,3-3-67,-1-1 1,0-1 0,-2-1-1,16-22 1,-25 31 71,-3 7 1134,-2 8-246,0 0-855,-1 19-147,1-12 39,-1 0 1,2 0-1,0 0 0,5 26 1,-5-36-196,0 1 0,0-1 1,1 0-1,-1 1 0,1-1 0,0 0 0,0 0 1,0 0-1,4 4 0,-3-5-296,-1 0 0,1 0 0,0 0 0,0 0 0,0 0 0,0-1 0,0 1 0,0-1 0,0 0 0,1 0 0,4 1 0,25 0-7217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47.8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29 229 12406,'0'0'8393,"-4"19"-6336,-4 17-1319,2 0 0,-1 53 0,4-115-522,2 0 0,1 0 0,1 0 1,5-29-1,1 37-282,1-1 1,1 1 0,1 1 0,0 0 0,1 0 0,1 1 0,1 0 0,0 1-1,1 0 1,0 1 0,26-19 0,-33 29-180,-1 0-1,1 0 1,0 1 0,0 0-1,0 0 1,0 0-1,1 1 1,9-2 0,3 2-1959,-1 0 0,21 2 0,7 0-4500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48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60 6531,'0'0'13908,"16"-4"-12764,-2 1-849,-1 0-1,27-2 0,-38 6-246,0-1 0,1 1 0,-1 0-1,0 0 1,0 0 0,0 0 0,0 0-1,0 0 1,0 1 0,-1-1 0,1 0-1,0 1 1,-1 0 0,1-1 0,-1 1 0,1 0-1,-1 0 1,0 0 0,0 0 0,0 0-1,0 0 1,0 0 0,0 0 0,0 0-1,-1 0 1,1 3 0,2 2 106,0 5 83,1 0 1,-1 0 0,-1 0 0,0 1 0,-1-1 0,0 23-1,-1-35-85,4-7 105,4-12-335,0 0 1,1 1-1,1 0 0,15-20 1,-19 30-12,0 0 0,1 1-1,0-1 1,0 2 0,1-1 0,-1 1 0,2 0-1,-1 0 1,0 1 0,18-7 0,-25 11 87,0 0 1,-1 1-1,1-1 1,0 1 0,0-1-1,0 1 1,0 0-1,0-1 1,0 1-1,0 0 1,0 0-1,0 0 1,0 0-1,0 0 1,0 0-1,0 0 1,0 0-1,0 0 1,0 0-1,0 0 1,0 1-1,0-1 1,0 0-1,0 1 1,0-1-1,0 1 1,0-1-1,0 1 1,0-1-1,0 1 1,-1-1-1,2 2 1,-1 1 49,0-1 0,-1 1 0,1 0 0,-1 0 0,1 0 1,-1-1-1,0 1 0,0 0 0,-1 4 0,1 5 150,-1 22 289,0-22-382,0-1 0,1 1 0,1 0-1,-1-1 1,2 1 0,0-1 0,6 21-1,-7-30-244,0-1-1,0 1 0,1 0 0,-1 0 0,1-1 0,-1 1 1,1-1-1,0 1 0,-1-1 0,1 0 0,0 0 0,0 1 1,0-1-1,0-1 0,0 1 0,0 0 0,1 0 0,-1-1 1,0 1-1,0-1 0,0 0 0,4 0 0,-3 1-753,-1-1-1,1 0 1,0-1 0,0 1-1,0 0 1,0-1-1,0 1 1,-1-1-1,1 0 1,4-2 0,14-15-10005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48.7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45 137 6435,'0'0'6899,"20"11"-6325,65 33-257,-81-42-271,-1 0-1,1 0 1,0 0 0,0-1-1,1 0 1,-1 0 0,0 0-1,0 0 1,1-1-1,-1 0 1,0 0 0,1 0-1,-1 0 1,0-1-1,5 0 1,-7 0-31,1 0 1,-1 0-1,1-1 0,-1 1 0,0-1 1,0 1-1,0-1 0,0 0 0,0 0 1,0 0-1,0 0 0,0 0 0,-1 0 1,1 0-1,-1 0 0,0-1 0,2-3 1,1-7 156,-1 1 1,0-1 0,-1 0-1,0 0 1,-1 0-1,-1-23 1,0 31-22,0 3-61,0 0-1,0 1 1,0-1 0,0 0-1,-1 0 1,1 1-1,-1-1 1,1 0 0,-1 1-1,0-1 1,1 1 0,-1-1-1,0 1 1,0-1 0,0 1-1,0-1 1,0 1 0,-1 0-1,1 0 1,0 0-1,-2-2 1,-1 1 110,1 0-1,-1 1 1,1-1-1,-1 1 1,0 0-1,1 0 1,-1 0-1,0 0 1,-5 0-1,-2 0 205,1 1-1,0 0 1,0 1-1,-1 0 1,1 1-1,0 0 1,-12 4-1,14-3-139,0 1-1,0 0 1,1 0-1,-1 0 1,1 1-1,0 1 1,0-1-1,1 1 1,-9 9-1,11-11-182,0 1 0,1 0-1,-1 0 1,1 0-1,0 1 1,0-1 0,1 1-1,-1-1 1,1 1 0,1 0-1,-1 0 1,1 0-1,0 0 1,0 10 0,0-12-96,1 1 0,1 0 0,-1 0 0,1 0 1,-1-1-1,1 1 0,1 0 0,-1 0 0,1-1 0,-1 1 1,6 7-1,-5-9-84,1 0 1,0 0 0,0 0 0,0-1-1,0 1 1,0-1 0,0 0-1,0 0 1,1 0 0,-1-1 0,1 1-1,0-1 1,-1 0 0,1 0-1,0 0 1,4 0 0,7 2-1142,1-1-1,0 0 1,-1-2 0,1 1 0,0-2-1,0 0 1,29-7 0,19-14-6710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49.3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373 640 1617,'0'0'10661,"2"0"-6832,6-6-487,-8 4-3100,-1 0 0,1 0 0,-1 0 1,0-1-1,1 1 0,-1 0 0,0 0 0,-1 1 0,1-1 1,0 0-1,0 0 0,-1 1 0,1-1 0,-1 0 0,0 1 1,1-1-1,-1 1 0,0 0 0,0 0 0,0 0 0,0 0 0,0 0 1,0 0-1,-3-1 0,-3-1-55,0 0 1,0 1 0,0 0-1,-1 0 1,-8 0-1,4 1 42,-1 0-1,1 1 1,-1 1-1,1 0 1,0 1 0,0 1-1,-1 0 1,2 0-1,-1 2 1,-16 6-1,20-6-121,0 0 0,0 1 0,1 0 0,0 0 0,0 1 0,0 0 0,1 0 0,0 1 0,0-1 0,1 2 0,0-1 0,1 1 0,-1 0 0,-3 10 0,6-13-97,1 0-1,0 1 1,0-1-1,0 1 1,1 0-1,0-1 1,0 14-1,1-19-13,0 1 1,0 0-1,0 0 0,0 0 0,0-1 0,1 1 1,-1 0-1,1-1 0,-1 1 0,1 0 0,-1-1 1,1 1-1,0 0 0,0-1 0,0 1 0,0-1 1,0 1-1,0-1 0,0 0 0,1 1 0,-1-1 1,0 0-1,1 0 0,-1 0 0,1 0 0,-1 0 1,1 0-1,-1-1 0,1 1 0,0 0 0,-1-1 1,1 1-1,3-1 0,8 1-4,0 0-1,0-2 1,0 1-1,0-2 1,-1 1-1,1-2 1,0 0-1,-1 0 1,1-2-1,-1 1 1,0-1-1,0-1 1,17-11-1,11-11-407,-1 0 0,47-47 0,-74 64 289,226-227-2465,-186 178 1598,-3-2 0,49-82 1,-88 129 1046,-4 6 101,0 0 0,-1 0 0,0 0-1,0-1 1,-1 1 0,0-1 0,-1 0-1,0 0 1,0-1 0,1-15 0,-9 25 1468,1 1-1461,0 1 0,-1 0 0,1 0 1,0 0-1,0 1 0,0-1 0,0 1 1,0 0-1,1 0 0,-1 1 0,0-1 1,1 1-1,-4 3 0,-46 47 664,45-44-586,-20 22 338,2 2-1,1 0 0,-35 63 1,48-74-559,2 0 0,0 1 1,1 0-1,2 1 0,0 0 0,2 0 1,-5 41-1,9-48-144,-1 3 187,1 1-1,0-1 1,2 1-1,4 25 1,-4-42-142,-1 0-1,1 0 1,0 1 0,1-1 0,-1 0-1,1 0 1,0 0 0,0-1 0,0 1-1,0 0 1,1-1 0,-1 1 0,1-1-1,0 0 1,0 0 0,0 0 0,1 0-1,-1-1 1,1 1 0,-1-1 0,1 0-1,0 0 1,0 0 0,0 0 0,0-1-1,6 2 1,3-1-1165,1 0 0,0-1 0,0 0 0,0-1 1,0-1-1,24-4 0,37-17-9290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50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52 427 7668,'0'0'11010,"-9"-23"-8083,-27-72-977,34 91-1871,1 1-1,0-1 1,0 1 0,0-1 0,1 1-1,-1-1 1,1 0 0,0 1 0,0-1-1,0 0 1,1 1 0,-1-1 0,1 1-1,0-1 1,0 1 0,0-1 0,0 1-1,1-1 1,-1 1 0,1 0 0,0 0-1,0 0 1,0 0 0,1 0 0,2-3-1,2 0-17,0 0-1,1 1 0,0-1 1,0 2-1,0-1 0,15-5 0,-23 10-59,13-5 5,-1 0 0,1 0 0,0 2 1,1-1-1,-1 2 0,0 0 0,1 0 0,-1 1 0,1 1 0,20 2 0,-32-1-11,0 0 0,0-1 0,0 1-1,0 0 1,0 0 0,0 0 0,0 1 0,0-1 0,-1 0 0,1 1 0,0-1 0,-1 1-1,1 0 1,-1-1 0,0 1 0,1 0 0,-1 0 0,0 0 0,0 0 0,0 0 0,-1 0-1,1 0 1,0 0 0,-1 0 0,1 0 0,-1 0 0,0 5 0,2 9-31,-1 1 0,-2 29-1,1-21 46,-4 43-13,-23 131 1,12-106-147,13-81 141,1-6-9,-1 0 0,1 1 1,1-1-1,-1 1 0,1-1 1,0 1-1,1-1 0,1 11 1,-1-16 15,0 0 0,-1-1 0,1 1 0,0-1-1,-1 1 1,1-1 0,0 1 0,0-1 0,0 1 0,-1-1 0,1 0 0,0 0 0,0 1 0,0-1 0,0 0 0,-1 0 0,1 0 0,0 0 0,0 0 0,1 0 0,24-1 8,-21 0-9,2 0-3,0-1 1,1 0 0,-1-1-1,0 1 1,0-1-1,-1-1 1,1 1 0,-1-1-1,0 0 1,0-1 0,0 0-1,8-7 1,1-3-59,-1 0 0,0-1 0,16-25 0,-21 26 8,0-2 0,-1 1 0,0-1 0,-2 0 0,0-1 0,0 1 0,2-25 0,-3 11-70,-2 0 0,-1-1 0,-3-44 0,-1 65 117,1 1 0,-2 0 0,1 0 0,-1 0 0,-1 0 0,0 1 0,0-1 0,-1 1 0,-8-11 0,-9-22 152,20 39-112,1 0 0,-1 0 0,1 0 0,0-1 0,0 1-1,0 0 1,1 0 0,-1-1 0,1 1 0,0-5 0,0 6-14,0 1 1,1-1-1,-1 0 1,1 1 0,-1-1-1,1 1 1,-1-1-1,1 1 1,0 0-1,0-1 1,0 1-1,0 0 1,0-1-1,0 1 1,0 0 0,2-2-1,3 0 0,0-1-1,0 1 1,1 0-1,0 1 1,-1-1-1,1 1 1,0 1 0,12-3-1,93-10-456,1 4 1,137 5-1,-107 4-5361,-89-1-1133,-12-4-2889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50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283 10 4274,'0'0'18147,"-23"-3"-17171,-9 0-563,-34-1-1,59 5-311,0 0 0,-1 0 0,1 1 0,0 0-1,0 1 1,0-1 0,0 1 0,0 1 0,0-1 0,1 1 0,0 0 0,0 1 0,0-1 0,0 1 0,1 1 0,-8 7 0,10-9-64,-1 0-30,0 1 1,0-1-1,1 1 1,-1 0-1,1 0 1,1 0-1,-1 0 1,1 1-1,-1-1 1,2 1-1,-1-1 1,1 1-1,-1 0 1,1 0-1,0 9 1,2-14-16,-1 0 0,0 0 1,0 0-1,1 0 1,-1 0-1,0 0 0,1 0 1,-1 0-1,1 0 1,0 0-1,-1-1 0,1 1 1,0 0-1,-1 0 1,1 0-1,0-1 0,0 1 1,-1 0-1,1-1 1,0 1-1,0-1 0,0 1 1,0-1-1,0 0 1,0 1-1,0-1 0,0 0 1,0 1-1,0-1 1,2 0-1,37 3 20,-36-3-23,3-1-9,1 0 1,0 0-1,-1 0 0,1-1 1,-1 0-1,0 0 1,1-1-1,-1 0 0,-1-1 1,1 1-1,0-1 1,-1 0-1,1-1 0,-1 0 1,-1 0-1,1 0 1,-1 0-1,0-1 0,0 0 1,0 0-1,-1-1 1,4-6-1,-4 3 719,-5 21-334,0 31-598,2 52-4885,-1-94 4894,0 1 0,0 0 1,0 0-1,0 0 0,0 0 1,1-1-1,-1 1 0,0 0 1,0 0-1,1 0 0,-1-1 1,0 1-1,1 0 0,-1 0 1,1-1-1,-1 1 0,1 0 1,-1-1-1,1 1 0,0 0 1,-1-1-1,1 1 0,0-1 1,-1 1-1,2 0 0,23 1-5897,-24-2 5951,27 0-5451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51.2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380 1 14935,'0'0'2772,"-19"10"485,10-5-2751,-7 2 274,1 1 1,1 1-1,0 0 1,0 1-1,0 1 1,1 0 0,-22 25-1,18-11-116,0 1 0,1 0 0,1 1 0,2 0 0,1 1 1,-13 46-1,-33 185-263,16-59-398,41-175-55,1-24 41,0-1 0,0 1-1,0-1 1,1 1 0,-1 0 0,0-1 0,0 1-1,1-1 1,-1 1 0,1-1 0,-1 1 0,0-1-1,1 0 1,-1 1 0,1-1 0,-1 1-1,1-1 1,-1 0 0,1 1 0,-1-1 0,1 0-1,0 1 1,3-1-19,-1 0 1,0 0-1,0 0 0,0 0 0,1-1 1,-1 1-1,0-1 0,0 0 0,0 0 1,0 0-1,5-3 0,22-11-469,-1-1 0,0-2 0,-1-1 0,-2-1 1,1-2-1,32-34 0,-62 106 3044,3 3-2561,3-52-20,0 0 1,-1 0-1,1-1 1,0 1-1,0-1 0,0 0 1,0 1-1,0-1 1,0-1-1,5 0 0,-2 1-50,7 0-26,-1 0-1,1-2 1,0 1-1,-1-2 1,1 1-1,-1-2 1,0 0-1,0 0 1,0-1-1,-1 0 1,1-1-1,-1-1 1,-1 0-1,1 0 1,-1-1-1,13-13 0,-7-4 540,-11 17 2238,-3 28-1736,-2-15-909,0 0 0,1 0 0,0 0 0,0 1 0,0-1 0,0 0 0,1 0 0,4 9 0,-5-12-119,0 0 1,0 0-1,0-1 0,1 1 1,-1 0-1,1 0 1,-1-1-1,1 1 1,0-1-1,-1 1 1,1-1-1,0 0 1,0 1-1,0-1 1,0 0-1,0 0 1,0-1-1,0 1 1,0 0-1,1-1 1,-1 1-1,0-1 1,4 1-1,1-1-871,21-2-4666,-25 2 4597,0-1 1,-1 0 0,1 0-1,0 0 1,-1 0 0,1 0-1,0 0 1,3-3 0,20-19-11128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51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68 8644,'0'0'14364,"9"9"-13249,-1-1-884,1 2 70,1 0 0,0 0 0,1-1 1,1 0-1,15 9 0,-18-13-200,1 0 1,-1-1-1,1 0 0,0 0 0,0-1 0,0-1 1,0 0-1,0 0 0,1-1 0,-1 0 0,0 0 1,1-2-1,20-2 0,-28 2-114,-1 0 1,1 0-1,0 0 0,0-1 1,-1 1-1,1-1 1,-1 0-1,1 0 0,-1 0 1,0 0-1,0 0 1,0 0-1,0-1 0,0 1 1,0-1-1,-1 1 0,1-1 1,-1 0-1,1 0 1,-1 1-1,0-1 0,0 0 1,-1 0-1,1 0 0,0-6 1,1-4-13,-1 1 1,-1-1-1,0 1 1,-2-25-1,1 36 43,1 0-1,0-1 0,0 1 1,-1 0-1,1-1 1,-1 1-1,1 0 1,-1 0-1,0 0 0,1-1 1,-1 1-1,0 0 1,0 0-1,0 0 1,0 0-1,0 0 0,0 1 1,0-1-1,0 0 1,0 0-1,0 1 0,-2-2 1,0 1 73,0 0 0,0 0 0,0 0-1,-1 1 1,1-1 0,0 1 0,0 0 0,-1 0 0,-2 0 0,-2 1 174,0 0 0,1 0 0,-1 1 0,1-1 1,0 2-1,-1-1 0,-8 6 0,7-3-88,-1 1 0,2 1-1,-1-1 1,1 1 0,0 1 0,0 0-1,1 0 1,0 0 0,1 1 0,0 0-1,0 0 1,-8 19 0,8-12-188,1 0 0,0 1 0,1-1-1,1 1 1,1 0 0,0 0 0,1 24 0,1-37 34,0-1 1,0 1-1,1 0 0,-1 0 1,1-1-1,0 1 0,0-1 1,0 1-1,0 0 0,0-1 1,1 0-1,0 1 0,0-1 1,0 0-1,0 0 0,0 0 1,1 0-1,-1 0 0,1-1 1,0 1-1,-1-1 0,1 0 1,0 0-1,1 0 0,3 2 1,-1-1-402,1 0 0,-1-1 0,1 0-1,-1 0 1,10 1 0,37-1-9899,-36-4-2003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53.3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0 991 3762,'0'0'15626,"3"0"-15477,32-2-40,0-2 0,41-9-1,-17 2-61,550-77-969,-268 41 348,252-33 35,603-97-707,-1169 172 1225,953-164 365,6 50 1803,-985 119-2145,1006-83 1274,-285 36-24,-615 45-451,0-5 0,182-36 0,-242 32-224,-23 4-191,0 1 1,1 2 0,42-3 0,-66 7 1360,24 0-1661,62 1-203,101-3 194,-151-3 47,67-18 1,-72 15 193,1 0 0,58-4 0,-43 10-326,-47 2-56,-18 10-318,-13 6-1113,-44 18-1,40-21-2331,-45 10 1,10-8-3823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7:55.2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206 758 64,'0'0'2268,"-19"6"-1887,-58 18 73,69-21-276,0-1 0,0 0 0,-1-1 0,1 0 0,-1 0 1,1-1-1,-1 0 0,-8-1 0,-8 0 9680,53 1-7142,13-3-2274,1-1-1,-1-2 1,0-2 0,55-18-1,-83 23-373,625-135 164,-134 45 651,-56 8 461,-65 44-445,-90 13-786,1012-87-28,-1214 110-77,513-15-8,-167 2 49,-92 0-7,-26 13-26,238-9-19,-79-18-212,-92 4-224,259 9-307,37-2-18,-405-9 1126,6-1 215,-263 29 710,-34 1 176,-32 0-107,36 1-1067,6 0-168,0 0 1,0 0-1,0 0 0,0 0 0,0 0 0,0 1 0,0 0 0,0 0 0,0 0 0,0 0 0,-4 3 0,6 0-2854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24.0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45 188 3298,'0'0'6797,"8"-10"-5593,2 0-748,-6 6-206,0 0 0,-1 1-1,1-2 1,-1 1 0,0 0 0,0-1 0,-1 1 0,5-11 0,-1 8 4470,-3 16-3556,-2 24-1569,-1-30 846,-3 61 204,-3 0 1,-2 0 0,-34 122-1,-2-21-583,41-135-76,4-29 9,-1-1 1,0 1 0,1 0 0,-1 0-1,0-1 1,1 1 0,-1 0 0,1-1-1,-1 1 1,1-1 0,-1 1 0,1 0-1,-1-1 1,1 1 0,0-1-1,-1 1 1,1-1 0,0 0 0,-1 1-1,1-1 1,0 0 0,0 1 0,-1-1-1,1 0 1,0 0 0,0 0 0,-1 0-1,1 0 1,0 0 0,0 0-1,0 0 1,0 0 0,5 0 6,0-1-1,0 0 1,0 0-1,0 0 1,-1-1 0,1 0-1,0 0 1,-1 0-1,0-1 1,1 0 0,8-6-1,5-6 80,29-29-1,-20 18-31,266-240 290,-294 265-329,0 1 0,0 0 0,0 0 0,1-1 0,-1 1 0,0 0-1,0 0 1,1-1 0,-1 1 0,0 0 0,0 0 0,1 0 0,-1-1 0,0 1 0,1 0-1,-1 0 1,0 0 0,1 0 0,-1 0 0,0 0 0,1 0 0,-1 0 0,1 0 0,-1 0-1,0 0 1,1 0 0,-1 0 0,0 0 0,1 0 0,-1 0 0,0 0 0,1 0 0,-1 0 0,0 0-1,1 1 1,-1-1 0,6 15 99,-7 36-180,1-36 110,-1 6-38,2 0-1,0 0 1,2 0-1,0-1 1,9 32-1,-10-45-11,1 0 0,0-1 0,0 1 0,1-1 0,-1 1 0,1-1 0,1-1 0,-1 1 0,1 0 1,0-1-1,0 0 0,1 0 0,0-1 0,-1 1 0,1-1 0,1 0 0,-1-1 0,1 0 0,11 5 0,-8-5-20,0-1-1,0 1 1,0-2 0,0 1-1,0-1 1,0-1 0,0 0 0,0 0-1,1-1 1,10-2 0,-5-1 20,-1 0 0,0-1 1,-1 0-1,1-1 1,-1-1-1,14-9 0,-3 0 38,0-2 0,-2-1-1,0-1 1,-1 0 0,-1-2-1,26-34 1,-33 37 76,0 0 1,-1-1-1,-2-1 1,0 0-1,0 0 1,-2-1-1,-1 0 1,-1-1-1,-1 1 1,-1-2-1,0 1 1,-2 0-1,0-25 1,-3 41 14,0 1 1,-1 0 0,1 0 0,-1-1 0,0 1 0,-1 0 0,0 0-1,0 0 1,0 0 0,-1 0 0,-4-7 0,2 6 33,-1 0 0,0 0 0,0 0 1,-1 1-1,0 0 0,0 0 0,-10-6 0,13 8-168,-1 1-1,-1-1 1,1 1-1,0 0 1,-1 1 0,1-1-1,-1 1 1,0 0-1,0 1 1,0-1-1,0 1 1,0 0-1,0 1 1,0 0-1,0 0 1,-7 0-1,12 1-53,0-1 0,0 1 0,0-1 0,0 1 0,0-1 0,0 1 0,0 0 0,0 0 0,1-1 0,-1 1 0,0 0 0,0 0 0,1 0 0,-1 0 1,0 0-1,1 0 0,-1 0 0,1 0 0,0 0 0,-1 0 0,1 0 0,0 0 0,-1 0 0,1 2 0,-1 31-1871,1-25 1133,0-3 87,0 0 0,0 0-1,0 0 1,1 0 0,0-1 0,0 1-1,1 0 1,-1 0 0,1-1 0,0 1-1,1-1 1,-1 0 0,1 1 0,0-1-1,1-1 1,-1 1 0,1 0-1,0-1 1,5 5 0,34 23-6376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25.3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72 577 1585,'0'0'10002,"-8"-3"-8340,-25-10 8,32 12-1390,-1 1 1,1-1-1,-1 0 0,1 1 1,0-1-1,-1 0 1,1 0-1,0 0 1,0 0-1,0 0 0,0 0 1,-2-2-1,3 2-70,0 1 0,-1-1-1,1 1 1,0-1 0,-1 1 0,1 0 0,0-1-1,-1 1 1,1 0 0,-1-1 0,1 1-1,-1 0 1,1-1 0,-1 1 0,1 0-1,-1 0 1,1 0 0,-1 0 0,0-1-1,1 1 1,-1 0 0,1 0 0,-1 0-1,0 0 1,1-4-5557,8-13 634,43-44-3465,-37 46 8040,-1-1 1,-1 0-1,0-1 0,-1 0 0,13-26 1,-4-18 2438,-4 13 5592,-12 37-3833,-3 9-635,-2 3-477,-1 9-296,0 6-3399,-24 121 2944,7-41-1520,3-24-363,-45 126 0,54-176-289,0-5-38,2 0 0,0 0-1,1 1 1,0 0 0,0 20-1,4-38-52,0-5-201,3-28 95,2 0 1,1 0-1,2 1 1,0 0 0,19-42-1,-4 6-29,81-207-491,-89 242 583,1 2 1,2 0-1,2 0 1,0 2 0,2 1-1,29-30 1,-44 51 105,-1 1 1,1 0 0,0 1 0,1 0-1,-1 0 1,1 1 0,0 0-1,0 0 1,1 0 0,-1 1 0,1 1-1,-1-1 1,1 1 0,0 1-1,0 0 1,0 0 0,0 1 0,0 0-1,0 0 1,17 4 0,-22-3 4,0 1 1,0 0-1,-1 1 1,1-1 0,-1 1-1,1-1 1,-1 1-1,0 0 1,0 0 0,0 1-1,0-1 1,-1 1-1,1-1 1,-1 1-1,0 0 1,0 0 0,0-1-1,1 6 1,3 7 20,-1 0 1,-1 0 0,4 24 0,-4-6 74,-2 1-1,-2 40 1,-1-70-77,1-1 1,-1 0-1,1 0 0,-1 0 0,0 0 0,-1 0 1,1 0-1,-1-1 0,1 1 0,-1 0 0,0-1 1,-1 1-1,1-1 0,-5 6 0,1-4 49,1 0-1,-1 1 0,-1-2 1,1 1-1,-1-1 0,0 0 0,-8 3 1,-8 2 143,0-1 1,0-1-1,-48 7 0,39-9-275,-50 1-1,98 5-1682,12 2 1370,-2 0 0,1 1 1,-2 2-1,0 1 0,34 29 0,-50-38 233,-1 0 0,0 0 0,0 1-1,-1 0 1,0 0 0,-1 1 0,0 0 0,-1 0 0,0 1 0,0-1 0,-1 1-1,0 0 1,-1 0 0,-1 1 0,1-1 0,-2 0 0,1 16 0,-2-24 221,0 0 0,0 0 0,-1 1 1,1-1-1,-1 0 0,0 0 1,0 0-1,0 0 0,0 0 0,-1 0 1,1 0-1,-1 0 0,0-1 1,0 1-1,0 0 0,-4 3 0,1-1 139,0-1 0,0-1 0,0 1 0,-1-1 0,0 1 0,0-2 0,-12 5-1,-6 0 437,0-1 0,0-2 0,-35 3-1,55-7-622,-45 4 1158,-97-6 1,140 1-1123,0 0-1,1-1 0,-1 1 0,1-1 1,0-1-1,-1 1 0,1-1 1,0 0-1,0 0 0,-6-6 0,8 7-147,1 1 0,0-1-1,-1 0 1,1 0 0,0-1-1,0 1 1,0 0 0,1-1-1,-1 1 1,1-1 0,-1 1-1,1-1 1,0 0 0,0 0-1,0 1 1,0-1 0,0 0-1,1 0 1,-1 0 0,1 0-1,0 0 1,0-5-1,1 7-69,0 0-1,-1-1 1,1 1-1,0 0 1,0 0-1,0 0 1,1 0-1,-1 0 1,0 0-1,0 0 1,1 0-1,-1 1 1,0-1-1,1 0 1,-1 1-1,0-1 1,1 1 0,-1-1-1,1 1 1,-1 0-1,1 0 1,-1 0-1,1-1 1,2 2-1,5-3-703,102-15-8047,-36 3 906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26.1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665 22 4258,'0'0'12955,"1"0"-12791,-1 0-1,0-1 0,0 1 1,1-1-1,-1 1 1,0-1-1,0 1 0,1 0 1,-1-1-1,0 1 0,0-1 1,0 1-1,0-1 1,0 1-1,0-1 0,0 1 1,0-1-1,0 1 0,0-1 1,0 1-1,0-1 1,0 1-1,0-1 0,-1 0 1,-3-1 4,-1 1 0,0-1 0,0 1 0,1 0 0,-1 0 0,0 0 0,0 1 0,0 0 0,0 0 0,0 0 0,-8 2 0,-7-1 94,-24-2 92,-1 3 0,1 2-1,0 2 1,0 2 0,0 1 0,1 3-1,1 1 1,0 2 0,-60 31 0,96-42-325,0 0 0,0 0 0,0 0 1,0 1-1,1 0 0,0 0 0,0 0 0,1 0 0,-1 1 1,1 0-1,0 0 0,-6 13 0,9-16-21,-1 1 0,1-1 0,0 1 0,1 0 0,-1-1 0,1 1 0,-1 0 0,1 0 0,0-1 0,0 1 0,1 0 0,-1-1 0,1 1 0,0 0 0,0-1 0,0 1 0,0 0 0,0-1 0,1 0 0,0 1 0,0-1 0,0 0 0,0 0 0,0 0 0,1 0 0,3 4 0,6 4-47,1-1 0,0 0 1,0-1-1,1 0 0,0-1 0,16 7 1,96 33-565,-52-22 212,66 32-1506,-117-47 1151,0 2 1,0 0-1,35 28 1,-54-37 691,1 0 1,-1 1-1,0-1 1,0 1-1,-1 0 1,1 0-1,-1 0 1,0 1 0,0-1-1,-1 1 1,1-1-1,-1 1 1,-1 0-1,1 0 1,-1 0 0,1 7-1,-2-9 226,0 0-1,0 1 1,0-1 0,-1 0-1,1 1 1,-1-1-1,0 0 1,0 1 0,-1-1-1,1 0 1,-1 0 0,0 0-1,0 0 1,0-1-1,-1 1 1,1-1 0,-1 1-1,0-1 1,0 0-1,0 0 1,0 0 0,-6 4-1,-6 2 197,-1 0 1,1-1-1,-1-1 0,-1-1 0,0 0 1,1-1-1,-2-1 0,-21 3 0,-22 1 157,-64-2 0,39-3 140,42-1-315,1 0 57,-47 8-1,153-6-8043,-26-3 1900,18-1-7010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27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17 238 112,'0'0'4125,"-3"1"-3941,2 0 94,-11 9 12613,29-7-11616,72-2 1647,179-6-1725,-70-9-1099,266-10 124,-84-2-608,-130 3-284,105-11 374,-7-1 117,437-20-1409,-332 46 1728,-57 2-24,-16 1 54,-267 7 701,-83 1-588,-17-1 1023,0 0 3695,-13-1-5030,0 0 1,-1 0 0,1 0 0,0 0 0,0 0 0,0 0 0,0 0-1,0 1 1,-1-1 0,1 0 0,0 0 0,0 0 0,0 0 0,0 0-1,0 0 1,0 0 0,0 1 0,-1-1 0,1 0 0,0 0-1,0 0 1,0 0 0,0 0 0,0 1 0,0-1 0,0 0 0,0 0-1,0 0 1,0 0 0,0 0 0,0 1 0,0-1 0,0 0 0,0 0-1,0 0 1,0 0 0,0 0 0,0 1 0,0-1 0,0 0 0,0 0-1,0 0 1,1 0 0,-1 0 0,0 1 0,0-1 0,0 0 0,0 0-1,0 0 1,0 0 0,-3 0-748,0 0-1,0 0 1,-1 0 0,1-1-1,0 0 1,0 1 0,0-1-1,0 0 1,0-1 0,-3 0-1,-17-17-9491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28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3890,'0'0'13558,"44"12"-12534,-33-10-351,1 0-113,-1 0-336,3 3-144,5-5-80,2 0-176,8 0-1008,7 0-785,14-7-2770,13-18-3232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29.7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100 202 592,'0'0'6078,"5"-4"-4464,-1 1-763,9-8-177,1 8 4900,-12 33-3477,-3-2-1214,-1-1 1,-1 0-1,-12 44 0,-31 78 524,9-32-776,28-90-607,2 0 0,1 1 1,1-1-1,2 1 1,-1 45-1,5-71-35,-1-1 0,1 1 0,-1-1 0,1 0 0,-1 1-1,1-1 1,-1 0 0,1 1 0,0-1 0,0 0 0,0 0 0,0 0-1,0 0 1,0 0 0,0 0 0,0 0 0,0 0 0,1 0 0,-1-1-1,0 1 1,0 0 0,1-1 0,-1 1 0,0-1 0,1 1 0,-1-1-1,1 0 1,-1 1 0,1-1 0,-1 0 0,1 0 0,1 0 0,9 0-59,-1 0 0,24-3 0,-33 3 79,11-3-78,0 0 1,0 0-1,-1-2 1,1 1-1,-1-2 1,-1 1-1,1-2 1,-1 1-1,20-17 1,5-7-577,45-47 1,-67 63 566,82-88-392,-80 83 622,-1-1 1,0 0-1,16-34 0,-35 72 208,0 0 0,1 0 1,1 1-1,0 30 0,2-38-357,1-1 1,0 1-1,1-1 1,0 0-1,0 0 1,1 0-1,0 0 1,1 0-1,0 0 1,1-1-1,10 16 1,-11-19-38,1 0 0,-1-1 1,1 1-1,0-1 0,1 0 1,-1-1-1,1 0 1,0 1-1,0-2 0,0 1 1,0-1-1,1 0 0,-1 0 1,1 0-1,0-1 0,0 0 1,0-1-1,9 1 0,-9-1-7,1-1 0,0 1 0,0-2 0,0 1 0,0-1 0,0-1 0,-1 0 0,1 0 0,-1 0 0,1-1 0,-1 0 0,11-5-1,-7 0 44,1 0 0,-1-1-1,0 0 1,-1-1-1,0 0 1,9-13-1,5-7 58,-2-2 0,-1 0-1,-1-2 1,23-56-1,-22 38 322,-3 0 0,19-87 0,-32 117 53,-1-1-1,-1 1 1,-1-1-1,-1 0 1,-1 0-1,-1 0 1,-5-24-1,6 46-411,0 0-1,0-1 1,0 1 0,0 0-1,0 0 1,-1 0-1,1 0 1,0 0-1,-1 0 1,1 0-1,-1 0 1,1 0 0,-1 0-1,1 0 1,-1 0-1,0 0 1,0 0-1,1 0 1,-1 0-1,0 1 1,0-1 0,0 0-1,0 1 1,0-1-1,0 0 1,0 1-1,0-1 1,0 1-1,0 0 1,0-1 0,0 1-1,-3-1 1,3 2-139,0 0 1,-1 0 0,1 0 0,-1-1 0,1 1-1,0 0 1,0 1 0,-1-1 0,1 0 0,0 0 0,0 0-1,0 1 1,0-1 0,1 1 0,-1-1 0,0 0-1,1 1 1,-1-1 0,0 1 0,1 0 0,0-1-1,-1 1 1,1 1 0,-3 14-2075,1-1-1,0 27 1,3 9-5096,3-6-393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0.1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214 57 7780,'0'0'13171,"-22"11"-11816,-70 39-77,84-45-1133,1 0 0,1 0 0,-1 1 0,1 0 0,0 0 0,0 1 1,1-1-1,-1 1 0,2 1 0,-1-1 0,1 1 0,0-1 0,0 1 0,1 1 0,1-1 0,-1 0 0,-2 15 0,4-17-109,-2 9 8,1-1 1,0 0-1,1 29 1,1-33-39,1-9-12,-1 0 0,0 1 0,0-1 0,1 1 0,-1-1 0,1 1 0,-1-1 0,1 0 0,0 1 0,-1-1 0,1 0 0,0 0 0,0 1 0,0-1 0,0 0 0,0 0 0,0 0 0,0 0 0,0 0 0,1 0 0,-1-1 0,0 1 0,0 0 0,1-1 0,-1 1 0,0-1 0,1 1 0,-1-1 0,1 1 0,-1-1 0,1 0 0,-1 0 0,3 0 0,3 1-23,0-1 0,0 0 0,0 0 0,0-1 1,0 0-1,10-3 0,-6 1-7,-1-2-1,0 1 1,0-1 0,0-1-1,-1 0 1,0 0 0,15-13-1,-8 5 25,-1-2-1,0 1 0,13-20 1,-23 27 109,0 0 0,0-1 0,0 1 0,-1-1 0,0 0 0,-1-1 0,0 1 0,-1 0 0,1-1 0,-2 1 0,0-1 0,0 0 0,-1-19 1,0 25-21,-1-1 1,1 1-1,-1-1 1,0 0-1,-1 1 1,1 0-1,-1-1 1,0 1-1,0 0 1,0 0-1,0 0 1,-1 0-1,0 0 1,0 1-1,0-1 1,0 1-1,0 0 1,-1 0-1,1 0 1,-1 0-1,0 0 1,0 1-1,0 0 1,0 0-1,0 0 1,-1 0-1,1 1 1,0-1-1,-1 1 1,-6 0-1,6-1-180,-1 1 1,0 1-1,1-1 0,-1 1 0,0 0 0,1 0 0,-1 1 0,-7 1 0,11-1-92,0-1 1,1 1-1,-1 0 0,1 0 1,-1 0-1,1 0 1,0 0-1,-1 0 1,1 0-1,0 0 1,0 1-1,0-1 1,0 0-1,0 1 1,0-1-1,0 1 0,0-1 1,0 1-1,1 0 1,-1-1-1,1 1 1,-1-1-1,1 1 1,0 0-1,0 0 1,-1-1-1,1 1 0,0 0 1,1 2-1,-1-2-178,-1 0 1,1-1-1,0 1 0,0 0 0,1-1 0,-1 1 0,0-1 0,0 1 0,1 0 1,-1-1-1,1 1 0,-1-1 0,1 1 0,0-1 0,0 1 0,0-1 0,-1 0 1,1 1-1,0-1 0,1 0 0,-1 0 0,0 0 0,0 0 0,0 0 0,1 0 0,-1 0 1,1 0-1,-1 0 0,2 0 0,30 11-7906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0.4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1 105 7812,'0'0'10135,"7"19"-7168,2 1-2341,2 5 419,-1 1-1,-1 0 1,8 37-1,-14-52-522,-4-32 208,-3-37 201,4 57-931,-3-26-106,2 0 0,3-52 0,-1 76-20,0-1-1,0 1 1,0 0-1,0 0 1,1 1 0,-1-1-1,1 0 1,0 0-1,0 1 1,0-1-1,0 1 1,0-1-1,0 1 1,0 0-1,5-3 1,17-10-3152,0 3-3349,-7 4-560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1.0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385 0 10869,'0'0'10349,"-11"21"-8218,-116 267 2986,44-46-2627,-26 69-1671,102-292-818,2-6 3,0-1 0,0 0 0,-1-1-1,-1 1 1,-12 16 0,18-27-132,5-24-168,-3 18 264,-1 0-1,1 1 1,0-1-1,0 0 1,1 1-1,1-5 1,9-12-181,0 0 0,1 1 0,1 0 1,1 1-1,1 1 0,0 0 1,2 1-1,30-23 0,-22 20-291,1 1 0,1 2 0,1 1 0,0 1 0,57-20 0,-74 31 481,-1 1-1,1 1 1,0 0-1,-1 1 1,18 0-1,-28 2 49,-1 0 0,1 0 0,0 0-1,-1 1 1,0-1 0,1 0 0,-1 0 0,1 0 0,-1 0 0,0 1 0,0-1-1,0 0 1,0 0 0,0 1 0,0-1 0,0 0 0,0 2 0,0-1 20,0 0 9,0 0-1,0 1 0,0-1 0,0 0 0,-1 0 0,1 0 0,0 1 0,-1-1 0,0 0 0,1 0 0,-1 0 0,0 0 0,0 0 0,0 0 0,0 0 0,-1 0 0,1-1 0,0 1 0,-3 2 0,-1-1 44,0 0 0,1-1 1,-1 0-1,0 0 0,0 0 0,0-1 0,-7 2 1,-40 9 375,28-8-189,0 2 1,0 0 0,-37 17-1,58-22-236,1 0-1,-1 1 1,1 0-1,0-1 1,0 1-1,-1 0 1,1 0-1,0 0 1,1 0-1,-1 0 1,0 0-1,0 1 1,1-1-1,0 1 1,-1-1-1,1 1 1,0-1-1,0 1 1,0 0-1,1 0 1,-1-1-1,1 1 1,-1 0-1,1 0 1,0 0-1,0 0 1,0-1-1,1 1 1,-1 0-1,1 0 1,1 4-1,0 0 6,0 0 0,1 0 0,0 0 0,0 0 0,1-1 0,-1 1 0,2-1 0,-1 0 0,1 0-1,8 8 1,-1-3 72,0-1-1,1 0 0,0-1 0,1-1 1,0 0-1,0-1 0,1 0 0,23 7 1,-29-12-398,0 0 0,0 0 0,0-1-1,0 0 1,0-1 0,0 0 0,10-1 0,-12 0-625,0-1-1,-1 1 1,1-1 0,-1 0-1,1 0 1,-1-1-1,0 0 1,0 0-1,0-1 1,8-5-1,23-25-11925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3.0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117 78 2913,'0'0'7220,"-4"16"2720,3-26-11156,4-38-3286,-3 46 4458,1 0 1,-1 0-1,1 0 1,-1 0 0,1 0-1,0 0 1,0 0-1,0 0 1,0 0-1,0 0 1,0 0 0,1 1-1,-1-1 1,0 1-1,1-1 1,0 1-1,-1-1 1,1 1 0,3-1 6098,-6 15-5345,-6 21 876,-14 45 1,0 2 82,-11 131-132,24-143-1815,-2 0-1,-25 84 0,31-142-1247,4-32-11280,1 7 11083,-1-21-4891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3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170 193 5378,'0'0'9672,"13"-18"-6810,44-60-992,-51 72-1696,0-1-1,0 1 0,1 0 0,-1 1 0,1-1 0,1 1 0,-1 1 1,1 0-1,0 0 0,0 0 0,0 1 0,0 0 0,12-2 0,0-2-14,0 2-71,0 0 0,0 1 0,0 0 0,0 2 0,1 1 0,36 2 0,-55-1-87,0 0-1,-1 0 1,1 0-1,0 1 1,0-1-1,-1 1 1,1 0-1,-1-1 1,1 1-1,-1 0 1,1 0-1,-1 0 1,1 0-1,-1 0 1,0 0-1,1 0 1,-1 0-1,0 1 1,0-1-1,2 3 1,-1 0 0,-1-1 1,1 1-1,-1 0 1,0-1-1,0 1 1,0 0-1,0 0 1,0 0-1,-1 5 1,0-1 1,0 1 0,-1 0 1,0 0-1,0-1 1,-1 1-1,0 0 0,0-1 1,-6 12-1,2-9 15,-1-1-1,0 0 1,-1 0 0,0-1-1,0 0 1,-1 0-1,0-1 1,-1 0-1,0-1 1,0 0 0,0 0-1,-1-1 1,-15 6-1,-4 0 243,0 0-1,-2-2 0,-58 10 0,87-16-365,8 1 23,11 2 0,3 1 55,0 1-1,-1 1 1,1 0-1,-2 2 0,0 0 1,25 22-1,-36-28-53,1 0 0,-1 1-1,0-1 1,-1 2 0,1-1 0,-1 0-1,-1 1 1,0 0 0,0 0 0,0 1-1,-1-1 1,0 1 0,-1 0 0,0-1-1,0 1 1,-1 0 0,1 16 0,-3-23 75,1 1 0,-1 0 1,0-1-1,0 1 0,0-1 1,0 0-1,0 1 0,-1-1 1,1 0-1,-1 1 0,0-1 1,1 0-1,-1 0 1,0-1-1,0 1 0,0 0 1,0 0-1,-1-1 0,1 0 1,0 1-1,-1-1 0,1 0 1,-1 0-1,1 0 0,-4 1 1,-11 3 258,0-1-1,-31 5 1,36-7-53,-173 16 2289,14-1-483,193-22-4466,0-1-1,0-1 1,34-15 0,-6 1-2423,27-8-4828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3.9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90 132 11253,'0'0'6915,"-9"23"-3262,-31 78-1114,35-87-2056,1 1 0,0-1 0,1 1 0,1 0-1,0 0 1,1 19 0,-2 13 753,1-40-592,-1-14-356,0-15-54,1 11-212,-2-34 52,1 0-1,5-60 1,-1 93-135,0 0 1,1 0 0,0 0 0,1 1 0,0-1-1,1 1 1,0-1 0,1 1 0,1 0-1,-1 1 1,2-1 0,-1 1 0,17-18 0,-20 25-153,1 1 1,0 0 0,0-1 0,1 1 0,-1 1 0,0-1 0,0 1 0,1-1 0,-1 1 0,1 0-1,-1 1 1,1-1 0,8 1 0,0 0-2502,1 0-1,0 1 0,19 4 1,-10 3-6021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4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1 115 8660,'0'0'13777,"21"8"-12697,71 21-335,-85-27-708,-1 0-1,1 0 1,0 0 0,0-1-1,1 0 1,-1-1 0,0 1 0,0-1-1,0-1 1,0 1 0,0-1 0,8-3-1,-13 4-43,1-1-1,-1 0 0,0 0 0,0 0 0,0-1 0,0 1 1,0 0-1,0-1 0,0 0 0,0 1 0,-1-1 0,1 0 1,0 0-1,-1 0 0,0 0 0,1 0 0,-1 0 0,0 0 1,0 0-1,0-1 0,0 1 0,-1 0 0,2-5 1,-2 4 5,1 1 1,-1-1 0,0 0-1,0 0 1,0 0-1,0 0 1,0 0 0,0 0-1,-1 0 1,0 1 0,1-1-1,-1 0 1,0 0 0,0 1-1,-1-1 1,1 0 0,0 1-1,-1-1 1,0 1 0,-2-3-1,-1 0 7,-1 0 1,0 1-1,0 0 0,0 0 0,-1 0 1,1 1-1,-1 0 0,0 0 0,1 1 0,-10-2 1,0 0 146,0 1 0,0 1 1,-28 0-1,42 3-128,0-1-1,0 1 1,0-1 0,0 1-1,0 0 1,0 0 0,1-1-1,-1 1 1,0 1-1,0-1 1,1 0 0,-1 0-1,0 1 1,1-1-1,-1 1 1,1-1 0,0 1-1,-1 0 1,1-1 0,0 1-1,0 0 1,0 0-1,1 0 1,-1 0 0,0 0-1,1 0 1,-1 0 0,1 0-1,-1 0 1,1 3-1,-2 10 55,0 0 0,0 31 0,2-41-38,0 0-73,0 1 0,0-1 0,1 0 1,-1 0-1,1 0 0,0 0 0,0 0 0,1 0 0,0 0 1,0 0-1,0-1 0,0 1 0,1 0 0,-1-1 0,1 0 1,0 0-1,1 0 0,-1 0 0,1 0 0,-1-1 0,1 1 0,0-1 1,1 0-1,-1 0 0,0-1 0,1 1 0,0-1 0,4 2 1,14 2-1242,0 0 0,0-2 0,1-1 0,-1 0 0,1-2 0,40-3 0,-40 2-379,-3-1-305,-1 0 0,0-1 0,0-1-1,25-7 1,5-9-2748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4.6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214 20 848,'0'0'15349,"1"-3"-12649,0 3-2600,-1-1 0,0 1 0,0-1 0,0 1 0,0 0 0,0-1 0,0 1 0,0-1 0,0 1 0,0 0 0,0-1 1,0 1-1,0 0 0,0-1 0,-1 1 0,1-1 0,0 1 0,0 0 0,0-1 0,0 1 0,-1 0 0,1-1 0,0 1 0,0 0 0,-1 0 1,1-1-1,0 1 0,0 0 0,-1 0 0,1-1 0,0 1 0,-1 0 0,1 0 0,0 0 0,-1-1 0,1 1 0,-1 0 0,-23-4 2013,15 4-1604,0 0-1,-1 0 1,-16 4 0,17-1-311,1 0-1,-1 1 1,1 0-1,0 0 1,0 0-1,1 1 1,-1 0-1,1 1 1,0 0-1,-8 9 1,11-11-199,1-1 1,0 1-1,0 0 0,0 0 1,0 0-1,0 0 0,1 0 0,0 1 1,0-1-1,0 1 0,1-1 1,-1 1-1,1 0 0,0 0 0,0-1 1,1 1-1,-1 0 0,1 0 1,0 0-1,2 8 0,-1-12-31,-1 0-1,1 0 0,0 0 0,0 0 1,0 0-1,0 0 0,0 0 1,0-1-1,0 1 0,1 0 0,-1-1 1,0 1-1,0-1 0,0 1 1,1-1-1,-1 0 0,0 0 0,1 1 1,-1-1-1,0 0 0,0 0 0,1 0 1,2-1-1,34 0-856,-37 0 859,5 0-77,1 0 1,0-1-1,-1 0 1,1 0-1,-1 0 1,0-1-1,0 0 1,0 0-1,0-1 1,6-5-1,6-5-460,26-28 0,-31 28 426,-11 13 637,-2 11-554,-9 116-3926,9-124 3756,0-1-1,0 1 1,0-1-1,0 0 1,1 1 0,-1-1-1,0 0 1,1 1-1,-1-1 1,0 0-1,1 1 1,0-1-1,-1 0 1,1 0-1,0 0 1,0 0-1,-1 0 1,1 1-1,0-1 1,0-1-1,0 1 1,0 0-1,0 0 1,3 1-1,0 0-438,-1-1 0,1 0-1,0 0 1,0 0 0,0 0 0,0-1-1,6 1 1,28 0-3892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5.2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448 1 1905,'0'0'17616,"-19"10"-14876,6-4-2426,1 1 1,-1 1 0,1 0-1,1 1 1,0 0-1,0 0 1,0 1 0,1 1-1,1-1 1,0 2-1,-9 13 1,-24 60 1182,3 1 0,-43 138 0,-14 37-940,86-240-555,7-17 13,0 2 0,1-1 0,-1 0 0,1 0-1,1 1 1,-1-1 0,1 1 0,-1 8 0,2-14-87,0-2-259,1-4 201,0 0 0,0 1 0,0-1 0,1 0 0,0 1 0,1 0 1,-1-1-1,1 1 0,0 0 0,0 0 0,0 1 0,1-1 0,7-7 0,7-7-820,33-27 0,-33 31 369,1 1 1,1 1 0,0 0-1,27-12 1,-35 20 477,-1 0 0,1 1 1,0 1-1,0 0 0,0 0 0,1 1 0,-1 1 1,0 0-1,24 2 0,-35-1 122,0 0 0,-1 1 0,1-1-1,0 1 1,-1-1 0,1 1 0,-1-1 0,1 1 0,0-1-1,-1 1 1,1 0 0,-1-1 0,1 1 0,-1-1 0,0 1 0,1 0-1,-1 0 1,0-1 0,1 1 0,-1 0 0,0 0 0,0-1 0,0 1-1,1 0 1,-1 0 0,0 0 0,0 0 0,0-1 0,-1 1 0,1 0-1,0 1 1,0-1 44,0 0 0,0 0-1,0 0 1,0 0 0,-1 0 0,1 1-1,0-1 1,0 0 0,-1 0 0,1 0-1,-1 0 1,1 0 0,-1 0 0,1 0-1,-1 0 1,0 0 0,0-1-1,1 1 1,-1 0 0,0 0 0,0 0-1,0-1 1,0 1 0,-1 0 0,-25 6 647,1-3 0,-52 4 0,51-7-276,0 2 1,1 1-1,-31 8 1,54-11-405,1-1 1,0 1-1,-1 0 0,1 0 0,0 0 1,0 0-1,-1 1 0,1-1 0,0 1 1,1-1-1,-1 1 0,0 0 1,0-1-1,1 1 0,-1 0 0,1 0 1,-1 0-1,1 0 0,0 1 0,0-1 1,0 0-1,0 0 0,0 1 1,0-1-1,1 0 0,-1 1 0,1-1 1,0 1-1,0-1 0,-1 1 0,2-1 1,-1 1-1,0-1 0,0 1 1,1-1-1,-1 0 0,1 1 0,0-1 1,0 0-1,0 1 0,0-1 0,0 0 1,1 0-1,-1 0 0,0 0 1,1 0-1,0 0 0,3 3 0,6 6-80,1 0-1,1-1 0,0 0 1,1-1-1,-1 0 0,2-2 1,-1 1-1,1-2 0,0 0 1,1 0-1,26 5 0,6-3-4264,-1-6-3978,-24-2-1627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5.9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409 673 5250,'0'0'18652,"-12"-4"-16977,-14-4-979,0 1 0,-1 1-1,1 1 1,-42-3 0,57 9-635,0-1-1,-1 2 1,1-1-1,0 2 1,0-1-1,0 2 1,0-1-1,0 1 1,-14 9-1,17-9-36,1 0 0,0 1 0,0 0 0,0 1 0,1-1-1,0 1 1,0 1 0,1-1 0,-1 1 0,1 0 0,1 0-1,-1 0 1,-4 12 0,7-13-36,0-1 0,0 1 0,1-1 0,0 1-1,0-1 1,0 1 0,1 0 0,0-1 0,0 1 0,1 6 0,-1-11 8,0-1 0,1 1 1,-1 0-1,0-1 0,1 1 1,-1 0-1,0-1 0,1 1 1,-1-1-1,1 1 0,-1-1 1,1 1-1,-1-1 0,1 1 1,-1-1-1,1 1 0,0-1 0,-1 0 1,1 1-1,0-1 0,-1 0 1,1 0-1,0 0 0,-1 1 1,1-1-1,0 0 0,0 0 1,0 0-1,28 0-82,-17-1 36,-4 1 19,0-1 0,0 0 0,-1-1 0,1 0 0,0 0 0,-1-1 0,0 0 0,0 0 0,9-5 0,65-46-604,-44 28 225,39-28-1004,-3-3 0,130-130 0,-112 86-251,108-152 0,-167 204 1882,-18 15 2746,-16 33-151,-7 7-2326,-33 35 136,3 2 1,0 2-1,3 2 1,2 1-1,-29 55 0,25-33-519,3 2-1,3 1 0,-28 100 0,55-157-745,1 1 0,0-1 0,1 0 0,0 33 0,3-48 480,0 0 0,0 0-1,0-1 1,0 1 0,0 0 0,0 0-1,0-1 1,0 1 0,0 0 0,1 0-1,-1-1 1,0 1 0,1 0-1,-1 0 1,0-1 0,1 1 0,-1 0-1,1-1 1,-1 1 0,1-1 0,-1 1-1,1-1 1,-1 1 0,1-1 0,0 1-1,-1-1 1,1 1 0,0-1-1,0 1 1,24 0-3934,-15-1 2882,37-4-6410,8-17-1966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6.8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290 108 12486,'0'0'6963,"-23"4"-3719,-74 21-888,89-23-2197,0 1 0,0 1-1,0 0 1,0 0 0,0 0 0,1 1 0,0 0 0,0 1 0,0 0 0,-7 8-1,4-2-39,0 1 0,0 1-1,-11 23 1,16-27-103,1 0 1,0 1-1,0-1 0,1 1 0,1 0 1,-1-1-1,2 1 0,0 0 0,0 0 0,1 0 1,1 16-1,-1-27-17,0 1 1,0-1-1,1 1 0,-1 0 1,0-1-1,1 1 0,-1-1 1,0 1-1,1-1 0,-1 1 1,0-1-1,1 1 0,-1-1 1,1 1-1,-1-1 0,1 0 1,-1 1-1,1-1 0,-1 0 1,1 1-1,0-1 0,-1 0 1,1 0-1,-1 1 0,1-1 1,0 0-1,-1 0 0,1 0 1,1 0-1,24 1 75,-18-2-37,0 1-59,0-1 0,-1-1 1,1 1-1,0-1 0,-1 0 1,0-1-1,1 0 0,-1 0 0,0-1 1,0 0-1,-1 0 0,1 0 1,-1-1-1,0 0 0,0 0 1,-1-1-1,1 1 0,-1-1 1,0 0-1,-1-1 0,0 1 1,5-10-1,-3 6-50,-1-1 1,0 0-1,-1 0 1,0 0-1,0 0 1,-1-1-1,-1 0 1,0 1-1,0-1 1,-1 0-1,-1 0 1,0 0-1,-1 0 1,-2-15-1,2 24 62,0 1-1,1 0 1,-1-1-1,0 1 1,-1-1 0,1 1-1,0 0 1,-1 0-1,1 0 1,-1 0-1,0 0 1,1 0-1,-1 0 1,0 1-1,0-1 1,0 0 0,0 1-1,-1 0 1,1 0-1,0-1 1,-1 1-1,1 0 1,-5-1-1,-4 0-117,1 0 0,-1 1 0,1 0 0,-16 1 0,24 0 71,1 0-1,-1 1 1,1-1-1,-1 1 1,0-1-1,1 1 1,-1 0-1,1 0 1,-1 0-1,1-1 1,-1 1-1,1 1 1,0-1-1,0 0 1,-1 0-1,1 0 1,0 1-1,0-1 1,0 1-1,0-1 1,1 0-1,-1 1 1,0 0 0,1-1-1,-1 1 1,1-1-1,-1 1 1,1 0-1,0-1 1,-1 1-1,1 0 1,0 0-1,0-1 1,0 1-1,1 0 1,-1-1-1,0 1 1,1 0-1,-1-1 1,1 1-1,-1 0 1,1-1-1,0 1 1,-1-1-1,1 1 1,0-1-1,0 0 1,0 1-1,0-1 1,1 0-1,-1 0 1,2 2-1,5 1-55,0 1 0,0-1 0,1 0 0,-1-1 0,1 0 0,0-1 0,0 1 0,0-2 0,10 2 0,87 1-1209,-100-4 1195,73 0-584,19 0 929,-32 0 6976,-70 16-6617,-20 36-382,17-40-378,1 0 1,0 1 0,1 0-1,0 1 1,1-1 0,1 1-1,0-1 1,-2 28 0,9-40 7,-1 0 0,0-1 1,0 1-1,1-1 1,-1 0-1,0 1 1,0-2-1,6 1 1,-5 0 45,10-2 88,0 0-1,-1-1 1,1 0-1,0-2 1,-1 1-1,22-12 1,20-5 43,-1 4 209,-53 16 592,-1 10-794,0-1 1,1 0-1,0 0 1,1 1-1,0-1 1,0 0-1,1-1 1,0 1-1,0 0 1,5 9-1,-5-13-47,-1-1-1,1 1 0,-1-1 0,1 0 0,0 1 0,0-1 0,1 0 0,-1-1 0,1 1 0,-1-1 0,1 1 0,0-1 0,0 0 0,0 0 0,0-1 0,0 1 0,0-1 0,0 0 0,1 0 0,-1 0 0,6 0 0,-4-1 26,1 0-1,-1 0 0,0-1 0,0 0 0,1 0 1,-1 0-1,0-1 0,0 0 0,0 0 0,0 0 1,0-1-1,-1 0 0,1 0 0,-1 0 0,0-1 1,0 0-1,0 0 0,0 0 0,-1-1 0,0 1 1,0-1-1,0 0 0,0 0 0,-1-1 0,0 1 1,0-1-1,0 1 0,3-13 0,-1 4 235,-2 0 0,1 0 0,-2 0 0,0-1-1,-1 1 1,0-1 0,-1 1 0,-1-1 0,0 1 0,-1-1-1,-7-24 1,6 28-89,-1 0-1,0 0 1,0 0-1,-1 1 1,-1 0-1,1 0 1,-2 0-1,1 1 1,-1 0-1,-1 0 1,0 1-1,0 0 1,0 0-1,-1 1 1,-12-8-1,13 11-95,1 0 0,-1 1 0,0 0 0,1 0-1,-1 1 1,-1 0 0,1 0 0,0 1 0,0 0-1,-1 1 1,1-1 0,0 2 0,-11 0 0,14 0-264,1 0 0,-1 0 1,0 1-1,1-1 0,-1 1 1,1 0-1,-1 0 0,1 1 1,0-1-1,-5 4 0,6-3-374,1-1 0,-1 1 1,1 0-1,-1 0 0,1 0 0,0 0 0,0 0 0,0 0 0,1 0 0,-1 1 0,1-1 0,0 0 1,0 1-1,-1 5 0,0 13-10868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7.3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 6723,'0'0'17576,"3"-1"-15807,15-6-98,-14 5-1422,1 0-1,-1 0 1,1 1 0,-1-1-1,1 1 1,-1 0-1,7 0 1,-9 1-244,0 0 0,-1 1 0,1-1 0,-1 0 0,1 1 0,-1-1 0,1 1 0,-1 0 0,1-1 1,-1 1-1,1 0 0,-1 0 0,0 0 0,1 0 0,-1 0 0,0 0 0,0 0 0,0 1 0,0-1 0,0 0 0,0 1 0,0-1 0,0 0 0,0 1 0,-1-1 1,1 1-1,0 1 0,6 15 29,-1 0 0,-1 1 1,0 0-1,-1 0 0,-1 0 0,1 34 1,20-55-499,-12-4 267,-1 0 0,-1-1 0,12-9 0,25-15-568,-21 17 341,-10 4 183,0 1 1,1 1-1,0 0 1,1 1-1,33-8 0,-51 15 368,1 0 0,-1 1-1,1-1 1,0 0 0,-1 0-1,1 1 1,-1-1 0,1 0-1,-1 0 1,1 1 0,-1-1-1,1 1 1,-1-1 0,1 0-1,-1 1 1,1-1 0,-1 1-1,1-1 1,-1 1 0,0-1-1,1 1 1,-1-1 0,0 1-1,0 0 1,0-1 0,1 1-1,-1-1 1,0 1 0,0 0-1,6 25 37,-5-19 268,1 8-447,8 30 385,2-23-3339,-5-19-1976,5-2-3015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8.4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1067 17 6323,'0'0'3954,"-25"-3"-894,10 1-2440,-164-10 5782,103 12-4060,-111 15 0,57 3-1254,-152 26 951,274-42-2009,-26 7 95,33-9-131,-1 0 0,1 1 0,0 0 0,0-1 0,-1 1 0,1 0 0,0-1 0,0 1 0,0 0 0,0 0 0,0 0 0,0 0 0,0 0 0,1 0 0,-1 0 0,0 0 0,0 1 0,1-1 1,-1 0-1,0 3 0,1-3-22,0-1 0,0 1 1,0 0-1,0 0 1,0-1-1,0 1 0,0 0 1,0-1-1,0 1 1,1 0-1,-1-1 0,0 1 1,1 0-1,-1-1 1,0 1-1,1-1 1,-1 1-1,1 0 0,-1-1 1,1 1-1,-1-1 1,1 1-1,-1-1 0,1 0 1,0 1-1,21 10-375,-15-8 206,118 47-1116,-79-33 918,0 2 0,-1 1 1,55 35-1,-71-35 104,46 40 1,-68-53 245,1 0 0,-1 1 0,-1-1 0,1 1 0,-1 1 0,-1-1 0,0 1 0,0 0 0,-1 0 0,6 17 0,-9-24 83,0 0 0,-1 1-1,1-1 1,-1 0-1,0 1 1,0-1-1,0 1 1,0-1-1,0 0 1,-1 1-1,1-1 1,0 1-1,-1-1 1,0 0-1,0 0 1,0 1-1,0-1 1,0 0 0,0 0-1,0 0 1,-1 0-1,1 0 1,-1 0-1,1 0 1,-1-1-1,0 1 1,0-1-1,0 1 1,0-1-1,0 1 1,0-1-1,0 0 1,0 0 0,0 0-1,-1 0 1,1-1-1,0 1 1,-5 0-1,-10 2 466,-1 0 0,1-1 0,0-1 0,-25-2 0,22 1-237,-45 0 266,-139-3 124,162 0-685,0-2 1,-74-19-1,114 23-76,-1 1 1,0-1-1,1 0 0,-1 0 1,0 0-1,1 0 0,-1 0 1,1-1-1,0 1 1,-1-1-1,1 0 0,-2-2 1,3 4 11,1-1 1,0 1 0,0 0-1,0-1 1,-1 1 0,1-1 0,0 1-1,0-1 1,0 0 0,0 1-1,0-1 1,0 1 0,0-1-1,0 1 1,0-1 0,0 1 0,0-1-1,0 1 1,0-1 0,0 1-1,1-1 1,-1 1 0,0-1 0,1 0-1,16-16-3160,27-8-3024,16-5-2015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8.7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1 12678,'0'0'9636,"-50"150"-6963,19-60-896,0 6-368,5 3 48,1-8-753,5-9-544,1-13-112,4-19-48,3-16-192,-1-13-1057,-2-15-752,3-6-1120,-5-9-2161,-2-28-6676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9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37 6259,'0'0'3329,"23"-1"604,79-2-161,-94 3-3428,-1 1-1,1-1 1,-1 2-1,0-1 0,1 1 1,-1 0-1,0 0 1,0 1-1,0 0 1,0 0-1,-1 1 1,1 0-1,-1 0 1,0 1-1,0-1 0,0 1 1,-1 0-1,0 1 1,0-1-1,0 1 1,5 10-1,1 2 63,-1 2 1,-1-1-1,0 1 0,-2 1 1,7 28-1,-11-38-296,0 0 0,-1 1 0,0-1 0,1 24 0,-2-31 327,4-10-53,2-12 185,2-10-393,2 0 1,0 0 0,2 1 0,25-39-1,-27 48-289,1 2 1,1-1-1,0 2 0,2 0 0,-1 0 1,2 1-1,24-17 0,-26 26-2301,-14 5 1926,1 0-1,-1 1 0,1-1 0,-1 0 0,1 1 1,-1-1-1,1 0 0,-1 1 0,1-1 0,-1 0 1,1 1-1,-1-1 0,1 1 0,-1-1 0,0 1 1,1-1-1,-1 1 0,0-1 0,0 1 0,1 0 1,-1 0-1,4 7-2383,9 4-5463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9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5282,'0'0'19036,"1"12"-17665,-1-5-1170,6 57 1251,-6-58-1368,1-1 0,1 0 0,-1 0 0,0 0 0,1-1 0,0 1 0,0 0 0,1-1 0,-1 1 0,1-1 0,0 0 0,4 5 0,-4-7-100,-1-1 0,0 1 0,1-1 0,-1 0-1,1 0 1,0 0 0,-1 0 0,1 0-1,0-1 1,0 1 0,-1-1 0,1 1 0,0-1-1,0 0 1,0 0 0,-1-1 0,1 1 0,4-1-1,-2 0-97,1-1 0,0 1 0,-1-1-1,1 0 1,-1-1 0,1 1 0,7-6-1,17-13-489,-16 13 453,-1 0 0,0-2 0,-1 1 0,0-2 0,13-15 0,-20 42 5516,0 1-5699,2-1-1,12 22 1,-17-36 20,-1 0-1,1 0 0,0 0 1,0 0-1,0 0 0,0 0 1,0 0-1,1-1 0,-1 1 1,0-1-1,1 0 0,-1 0 1,1 0-1,0 0 0,-1 0 1,1-1-1,2 1 0,4 0-2016,0 0 0,-1-1 0,1 0 0,11-2-1,21-5-8923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9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21 2961,'0'0'21146,"-8"-4"-19476,2 1-1499,1 1 1,0-1-1,-1 1 0,0 0 0,1 1 0,-1 0 1,0 0-1,0 0 0,1 0 0,-1 1 1,0 0-1,0 0 0,0 1 0,0 0 0,0 0 1,-6 2-1,3 1-58,-1 0 0,1 1 1,0 0-1,0 0 0,1 1 0,0 0 1,-11 11-1,15-13-116,0 0 0,0 0 1,0 0-1,1 1 0,0-1 0,0 1 0,0-1 1,0 1-1,1 0 0,0 0 0,0 1 1,0-1-1,1 0 0,0 0 0,-2 11 1,4-15-51,-1 1 0,0-1 0,0 1-1,1 0 1,-1-1 0,1 1 0,-1-1 0,1 1 0,0-1 0,0 1 0,-1-1 0,1 1 0,0-1 0,0 0 0,0 0 0,1 1 0,-1-1 0,0 0 0,0 0 0,1 0 0,-1 0 0,0-1 0,1 1 0,-1 0 0,1 0 0,-1-1 0,1 1 0,0-1 0,-1 1 0,1-1 0,1 0 0,9 2-462,-1 0-1,1-1 1,16-1-1,-17 0 49,1 0 61,78-4-4524,-77 3 3063,0-1 0,1-1 0,-1-1 0,23-9 0,32-17-6529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40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300 1 13526,'0'0'12814,"-17"26"-11373,-1 4-1028,-5 6 171,1 0-1,-27 69 0,-52 166 1775,61-131-3212,12-2-5188,27-126 2992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40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9108,'0'0'10242,"25"8"-7563,13 4-1875,2 1 397,61 12 1,-37-15-30,0-4 1,120-2 0,-125-4 719,-61 13-1673,-21 32-367,19-39-8,0 1 1,0 0-1,0 0 0,1 0 1,0 0-1,1 1 1,0-1-1,0 1 0,1-1 1,-2 15-1,3-21 103,0 0-1,0 1 1,0-1 0,0 0-1,0 0 1,0 0-1,0 0 1,0 1-1,1-1 1,-1 0 0,0 0-1,1 0 1,-1 0-1,1 0 1,-1 0 0,1 0-1,-1 0 1,1 0-1,0 0 1,0 0-1,-1 0 1,1 0 0,0-1-1,1 2 1,1-1 13,0 0 1,-1-1-1,1 1 1,0-1-1,0 1 1,0-1-1,0 0 1,4 0-1,0-1 61,26 1-47,-1-2-1,1-1 1,41-9 0,-59 8 182,0 0 1,0-1 0,0 0 0,-1-2-1,0 1 1,0-2 0,0 0 0,-1 0-1,14-13 1,-23 17 812,-4 4-885,0 1-1,0-1 0,0 0 1,0 0-1,0 0 0,0 0 0,0 0 1,1 0-1,-1 0 0,0 0 0,0 0 1,0 0-1,0 0 0,0 0 1,0 0-1,0 0 0,0 1 0,0-1 1,0 0-1,0 0 0,0 0 1,0 0-1,0 0 0,1 0 0,-1 0 1,0 0-1,0 0 0,0 0 1,0 0-1,0 0 0,0 0 0,0 0 1,0 0-1,0 0 0,0 0 0,1 0 1,-1 0-1,0 0 0,0 0 1,0 0-1,0 0 0,0 7-580,-4 43 231,2-38-881,0 1-1,2 0 1,0 22-1,1-33 837,-1-1-1,0 1 0,0-1 1,1 1-1,-1-1 0,1 1 0,-1-1 1,1 0-1,0 1 0,-1-1 0,1 0 1,0 1-1,0-1 0,0 0 1,0 0-1,0 0 0,0 0 0,0 0 1,0 0-1,1 0 0,-1 0 0,0-1 1,1 1-1,-1 0 0,0-1 1,1 1-1,-1-1 0,1 1 0,-1-1 1,1 0-1,1 1 0,26 0-9156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40.9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10 336 6611,'0'0'18414,"0"7"-17216,0 5-960,0 33 1658,-10 84 1,13-185-4010,7 24 1972,2-1 1,1 2-1,2 0 0,18-30 0,-23 44 87,8-16-16,2 0 0,43-52 0,-50 70 112,1 1 1,0 0 0,1 1-1,0 1 1,1 0 0,0 1-1,21-10 1,-37 21-97,1-1 1,-1 1-1,1 0 0,-1-1 1,1 1-1,-1-1 0,1 1 1,0 0-1,-1 0 0,1-1 1,0 1-1,-1 0 0,1 0 1,-1 0-1,1 0 1,0 0-1,-1 0 0,1 0 1,0 0-1,-1 0 0,1 0 1,0 0-1,-1 0 0,1 0 1,0 0-1,-1 1 0,1-1 1,0 0-1,-1 0 0,1 1 1,-1-1-1,1 1 0,-1-1 1,2 1-1,0 20-6485,-2-15 4877,0 14-7769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41.4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0 258 7988,'0'0'16962,"23"0"-15980,163 4 224,-183-4-1191,-1 0 0,1 0-1,0 0 1,-1 0 0,1-1 0,0 1 0,-1-1 0,1 1 0,0-1 0,-1 0-1,1 0 1,-1 0 0,0 0 0,1-1 0,-1 1 0,0-1 0,0 1 0,1-1 0,-2 0-1,1 0 1,0 0 0,0 0 0,0 0 0,-1 0 0,1-1 0,-1 1 0,0 0 0,0-1-1,0 1 1,0-1 0,0 1 0,0-1 0,-1 0 0,1 1 0,-1-1 0,0 0-1,1-3 1,0-2-25,-1-1 0,1 1 0,-1 0-1,0 0 1,-1 0 0,0 0 0,0 0 0,-1 0-1,0 0 1,-1 0 0,1 0 0,-1 1-1,-1-1 1,1 1 0,-1 0 0,-1 0 0,1 0-1,-1 1 1,-1-1 0,1 1 0,-1 0-1,0 1 1,-10-8 0,14 11 35,0 1 0,-1-1-1,1 1 1,-1-1 0,1 1 0,-1 0 0,0 0 0,1 0-1,-1 1 1,0-1 0,0 1 0,0-1 0,0 1-1,1 0 1,-1 0 0,0 0 0,0 0 0,-4 1 0,3 1 31,0-1 1,0 1 0,1 0 0,-1 0 0,0 0-1,1 0 1,-1 0 0,1 1 0,0 0 0,0 0-1,-4 4 1,-2 4 135,1 0-1,0 1 1,0 0 0,1 1-1,1-1 1,-7 21-1,6-10-20,1 0 1,1 0-1,1 1 0,2-1 0,0 1 0,2 34 0,0-52-140,0 0 0,0 0 0,1 0 0,0 0-1,0 0 1,1 0 0,0 0 0,0 0 0,0-1 0,0 1 0,1-1-1,0 1 1,0-1 0,1 0 0,0 0 0,-1-1 0,1 1-1,1-1 1,-1 1 0,1-1 0,0-1 0,0 1 0,0-1-1,0 0 1,0 0 0,1 0 0,-1-1 0,13 4 0,7 1-43,0-2-1,1 0 1,0-2 0,0-1 0,37-1 0,-60-1-85,13 0-496,1 0 0,32-6-1,-45 5 156,1-1 0,0 1-1,-1-1 1,1 0 0,-1 0 0,6-3-1,-8 4-50,0-1 0,0 1 0,0-1 0,-1 0 0,1 1 0,0-1 0,-1 0-1,0 0 1,1 0 0,-1 0 0,0 0 0,0 0 0,2-4 0,-1-17-8966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27.2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441 34 1313,'0'0'11370,"8"-6"-10185,23-16-105,-24 16-119,-7 22 727,-1-4-1403,-1 0-1,0 0 0,-1 0 1,0-1-1,-1 1 0,0-1 1,-1 0-1,-7 12 0,-2 9 183,-358 677 2937,366-698-3807,-24 36-846,28-44 523,0-1 0,0 1 0,-1-1 0,1 1 0,-1-1 0,0 0 0,-4 3 1,3-5-1536,3-14-8460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27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415 1 1873,'0'0'5947,"0"17"-3165,1 8-1705,1 5 790,-5 54-1,-1-60-1187,0 1-1,-2-1 1,-1 0 0,-10 25-1,-46 92 1074,50-115-1563,-171 314 45,184-339-264,-7 12-580,-1 0 1,0 0 0,-1-1 0,0-1-1,-1 1 1,-13 11 0,21-22 181,1 0 0,0 0 0,-1-1 0,1 1 0,-1-1 1,1 1-1,-1-1 0,1 1 0,-1-1 0,1 0 0,-1 0 0,1 0 0,-1 0 0,-1 0 0,0 0-556,-12 0-4072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27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0 122 4994,'0'0'5923,"167"0"-2802,-85 0-944,8-8-1424,4-5-529,-4-4 0,-5 1-224,-7-3-112,-20 0-1105,-16 7-736,-21 1-880,-11 5-1601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28.0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1 8036,'0'0'10100,"-23"121"-7939,19-92-1056,-3-4-337,1-4-528,2-4-176,-2-9-64,3-4-720,-1-4-1569,0-2-1841,4-27-4578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28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9556,'0'0'8740,"34"90"-10981,-28-65-2945,5-2-2770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28.6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29 149 3073,'0'0'16405,"16"7"-15340,49 21-286,-58-25-697,0-1 1,0 0 0,0 0-1,1-1 1,-1 0-1,0 0 1,1-1 0,-1 0-1,14-1 1,8-1-29,-26 2-94,0 0 0,1 0 0,-1-1 1,1 0-1,-1 1 0,0-1 0,1 0 0,-1-1 0,0 1 0,0-1 0,0 1 0,0-1 0,0 0 1,0 0-1,0 0 0,-1 0 0,1-1 0,-1 1 0,0-1 0,1 1 0,-1-1 0,0 0 0,-1 0 1,1 0-1,0 0 0,-1 0 0,0 0 0,1-1 0,-1 1 0,-1 0 0,1-1 0,0 1 1,-1-1-1,0 1 0,0 0 0,0-1 0,0 1 0,0-1 0,-1 1 0,1-1 0,-1 1 0,0 0 1,0-1-1,-3-4 0,1 2 51,-1 1 1,1 1 0,-1-1-1,0 1 1,0-1-1,0 1 1,-1 0 0,0 0-1,0 1 1,0 0 0,0 0-1,0 0 1,-9-3 0,4 2 165,0 0 0,0 1 0,0 1 0,0 0 1,-1 0-1,-20 0 0,27 2-49,-1 0 1,1 1-1,-1-1 1,1 1-1,-1 0 1,1 0-1,0 1 0,0-1 1,-1 1-1,1 0 1,0 0-1,1 1 0,-1-1 1,-6 6-1,4-3 105,1 0 0,1 1 0,-1-1 0,1 1 0,0 0 0,0 1 0,0-1 0,-4 12 0,4-6-21,0 1-1,1-1 1,0 1 0,0 0 0,2 0-1,0 0 1,0 0 0,1 0 0,0 0-1,3 14 1,-2-23-208,0 0-1,0 0 1,0 0 0,1-1-1,-1 1 1,1-1-1,0 1 1,0-1-1,0 1 1,0-1-1,1 0 1,-1 0 0,1 0-1,0-1 1,0 1-1,3 2 1,0-1-113,0-1 1,1 1-1,-1-1 1,0-1-1,1 1 1,-1-1-1,1 0 0,11 1 1,-3-1-811,0-1 1,0-1-1,0 0 1,0-1-1,0-1 1,0 0-1,-1-1 1,16-5-1,22-15-6585,-5-6-2450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28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10 205 8980,'0'0'8559,"-1"18"-4742,-4 151 2037,2-222-4786,3 35-1101,0 0 0,1 1 0,5-26 0,-1 26-74,2 1-1,0 0 0,1 0 1,0 1-1,1 0 1,1 0-1,0 1 0,1 0 1,1 1-1,0 1 1,0-1-1,2 2 0,-1 0 1,24-14-1,-31 22-295,1 0 0,0 0 0,0 1 0,-1 0 0,2 0 0,-1 1 0,11-2-1,29 2-6552,-39 1 5340,22 0-7564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29.4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347 1 8756,'0'0'14276,"-23"3"-12473,-75 13-215,87-13-1349,0 0 0,1 1 1,-1 0-1,1 0 0,0 1 0,1 1 1,-1 0-1,1 0 0,0 1 1,-11 10-1,5-5 53,8-6-229,-1 0 0,1 1-1,0 0 1,0 0 0,1 0 0,0 1 0,1 0 0,-1 0 0,2 1 0,-1 0 0,1-1 0,0 1 0,1 1-1,0-1 1,0 0 0,1 1 0,1-1 0,-2 15 0,4-23-70,-1 1-1,0-1 1,0 0 0,1 1 0,-1-1-1,1 0 1,-1 0 0,1 0 0,-1 0-1,1 1 1,0-1 0,0 0 0,0 0-1,-1 0 1,1 0 0,0 0 0,0-1-1,0 1 1,0 0 0,1 0-1,-1-1 1,0 1 0,0 0 0,0-1-1,0 1 1,1-1 0,-1 0 0,0 1-1,1-1 1,-1 0 0,0 0 0,0 0-1,3 0 1,7 1-113,0-1 0,0 0 1,12-2-1,-13 1 27,4-1-187,0-1 1,0 0-1,0-1 0,-1 0 1,1-1-1,-1-1 0,0 0 1,16-11-1,-13 7-120,-1 0-1,0-1 1,-1-1-1,-1 0 1,0-1 0,12-15-1,-23 25 389,0 1-1,0 0 0,0-1 1,-1 0-1,1 1 0,-1-1 1,0 0-1,0 0 0,0 0 1,1-4-1,-1-10 3647,-7 19-2391,3 1-1209,1 0-1,0 0 0,0 0 0,0 0 0,1 1 1,-1-1-1,1 1 0,0-1 0,0 1 1,0-1-1,0 1 0,0 6 0,0 51-10,1-41-155,0-12-117,0-2-132,0 1 0,0-1 1,0 0-1,1 0 1,0 0-1,2 8 0,11 4-3509,-12-16 3092,0-1 0,0 1-1,0-1 1,1 0 0,-1 0 0,1 0 0,-1 0 0,6 1-1,18-1-9811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29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13 164 12182,'0'0'5965,"-3"21"-2419,1-1-2745,-2 8 368,1 1 0,3 54 0,3-58-612,-3-25-552,0 0 0,0 0 1,1 0-1,-1 0 1,0 0-1,0-1 1,0 1-1,0 0 0,0 0 1,0 0-1,0 0 1,0 0-1,0 0 1,0 0-1,1 0 0,-1 0 1,0 0-1,0 0 1,0 0-1,0 0 1,0 0-1,0 0 0,0 0 1,0 0-1,0 0 1,0 0-1,1 0 1,-1 0-1,0 0 0,0 0 1,0 0-1,0 0 1,0 0-1,0 1 1,0-1-1,0 0 0,0 0 1,0 0-1,0 0 1,1 0-1,-1 0 1,0 0-1,0 0 0,0 0 1,0 0-1,0 0 1,0 0-1,0 1 1,0-1-1,0 0 0,0 0 1,0 0-1,0 0 1,0 0-1,0 0 1,0 0-1,0 0 0,0 0 1,0 1-1,0-1 1,0 0-1,7-34 74,-5 19-226,3-10 6,1 1 0,1 0 0,1 1 0,1 0 0,22-41 0,-25 53 108,1 1-1,0 0 1,0 0-1,1 0 0,0 1 1,0 0-1,1 0 1,0 1-1,1 1 1,0-1-1,0 2 0,1-1 1,20-8-1,-23 12-103,1 1 0,0 0 0,-1 1 0,1 0 0,10 0-1,24 1-4002,-17 0-2086,2 0-5086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30.0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438 1 9588,'0'0'10789,"-21"4"-8348,2 0-1960,-16 2 395,0 2 0,-36 14 0,41-11-36,-75 29 1748,91-34-2271,1 1 1,0 0-1,0 1 1,1 1-1,-14 11 1,23-17-287,1-1-1,-1 0 1,1 1 0,0-1 0,0 1 0,0-1 0,0 1 0,0 0-1,0 0 1,1 0 0,0 0 0,-1 0 0,1 0 0,0 1 0,1-1-1,-1 0 1,0 1 0,1-1 0,0 0 0,0 1 0,0-1 0,0 0-1,0 1 1,1-1 0,0 0 0,1 6 0,0-4-33,1 0 0,-1-1 0,1 1 0,0-1 0,0 1 0,1-1-1,-1 0 1,1-1 0,0 1 0,0-1 0,0 1 0,1-1 0,-1 0 0,1-1 0,9 5 0,-3-2-157,1-1 0,1-1 0,-1 0 0,1 0 0,-1-1 0,25 1 0,-29-3-221,0 0 0,1-1 0,-1 0 0,0 0 0,0-1 0,0 0 0,0 0 1,0-1-1,0 1 0,-1-2 0,13-7 0,24-25-4636,0-7-3902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30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491 0 3025,'0'0'20810,"-17"29"-18108,-37 57-1265,-106 173 2233,106-162-3397,5 3-1,3 1 1,-49 167 0,90-252-339,3-10-50,0-1-1,0 0 0,1 1 0,0-1 1,0 1-1,0-1 0,0 1 0,1-1 1,0 1-1,1 5 0,0-10 48,1-1 0,-1 1 0,1-1 0,-1 0 0,0 1 1,1-1-1,-1 0 0,1 0 0,-1 0 0,1 0 0,-1 0 0,1-1 0,-1 1 0,1 0 0,-1-1 0,1 1 0,1-2 0,4-1-64,-1 0-1,1-1 1,0 1-1,-1-2 1,0 1-1,0-1 1,0 0-1,-1 0 1,9-11-1,45-65-828,-17 21 440,-34 50 435,-7 6 89,1 1 0,0 0 1,1-1-1,-1 1 0,1 1 0,-1-1 0,1 0 0,0 0 0,0 1 0,0 0 0,4-3 0,-6 13 1220,-2 7-773,-1 0-1,-1 0 1,-5 21-1,3-20-302,2 0 0,0 0-1,-2 26 1,5-26-157,1 24-449,0-39 318,-1 1 1,0-1 0,1 0 0,-1 0 0,1 0 0,-1 0 0,1 0-1,0 0 1,-1 0 0,1 0 0,0 0 0,0 0 0,0 0 0,0 0 0,0 0-1,0 0 1,0-1 0,0 1 0,0 0 0,0-1 0,0 1 0,0-1-1,0 1 1,0-1 0,1 0 0,-1 1 0,3-1 0,5 1-1836,1 0 0,-1-1 0,1 0 0,-1-1 0,14-2 0,22-13-9927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30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 3986,'0'0'23515,"-23"106"-21194,18-78-1425,3-5-384,2-3-512,0-9-112,0-3-1088,-4-18-15480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30.9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15767,'0'0'11381,"31"32"-13205,-31-9-2098,-4 0-4994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31.2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 1 4930,'0'0'9893,"-144"52"-5315,102-25-128,6 4-1745,9-1-528,6-3-880,13-2-657,8 0-416,0-6-208,0-2-16,19-7-176,10-8-704,9-2-817,16 0-1248,7 0-2146,8-19-3569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31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295 662 9652,'0'0'19652,"-5"0"-18134,-16 4-1341,0 0 0,1 2 0,-1 0-1,1 1 1,1 1 0,-1 1 0,2 1 0,-1 1-1,1 0 1,-27 23 0,41-31-177,0 0 0,0 1 0,1-1 0,-1 1 0,1 0 0,0 0 0,0 0 0,0 0 0,1 0 0,0 0 0,-1 1 0,2 0 0,-1-1 0,0 1 0,1 0 0,0 0 0,0 0 0,0 8 0,1-12-17,0 0-1,0 0 1,1 0-1,-1 0 1,1 0 0,-1 0-1,1 0 1,-1 0-1,1 0 1,-1 0-1,1 0 1,0-1 0,-1 1-1,1 0 1,0 0-1,0-1 1,0 1-1,0 0 1,0-1 0,0 1-1,0-1 1,0 1-1,0-1 1,0 1 0,0-1-1,0 0 1,0 0-1,0 1 1,0-1-1,0 0 1,0 0 0,0 0-1,2-1 1,45-1-1559,-43 2 1319,8-2-426,-2-1 0,1 0 0,0-1 0,-1 0 0,1-1 0,-1 0 0,20-12 0,-12 4 283,1-1 0,-2-1 0,20-21 4373,-52 40-3456,11-1-453,-1 0 1,1 0-1,0 1 1,0-1-1,0 1 1,0 0 0,1 0-1,0 0 1,-1 0-1,2 0 1,-1 1-1,-1 5 1,-15 57-8,18-66-61,-7 48-222,7-47 147,0-1-1,-1 1 1,1 0 0,0-1-1,0 1 1,0 0 0,0-1 0,1 1-1,-1 0 1,0-1 0,1 1-1,-1-1 1,1 1 0,-1-1-1,1 1 1,0-1 0,0 1 0,0-1-1,0 1 1,0-1 0,0 0-1,0 1 1,0-1 0,0 0 0,2 1-1,4 0-185,0-1 0,0 0 0,0 0 0,1-1 0,-1 0 0,0 0 0,0 0 0,0-1 0,0 0 0,0-1 0,0 1 0,0-2 1,0 1-1,9-5 0,12-7-776,-2 0 0,27-20 0,-42 27 631,52-36-1702,101-91-1,-113 85 1748,-2-2 0,-2-2 0,-3-3-1,40-65 1,53-103 280,-66 106 3793,-62 105-2564,-7 11-535,-1-1-1,1 1 1,-1-1 0,1 0-1,-1 1 1,0-1-1,0 0 1,1-5 0,-7 8 2560,-11 11-2556,1 0 0,-1 1 0,2 1-1,0 0 1,0 1 0,1 0 0,-11 17 0,6-10-121,-28 36-224,3 1 0,-61 108 0,82-123-278,1 1 0,2 0 0,2 2 0,2 0 0,-9 50 0,20-70 10,1 1 0,0 47 0,3-71-48,0 0 0,0 0 0,1 1 0,-1-1 0,1 0 0,-1 0 0,1 0 0,0 0 0,0 0 0,1 0 0,-1 0 0,0-1 0,1 1 0,0 0 0,0-1 0,0 1 0,0-1 0,0 0 0,0 1 0,0-1 0,1 0 0,-1 0 0,1-1 0,0 1 0,-1 0 0,6 1 0,0 0-842,0-1-1,1 0 1,-1 0 0,1-1 0,-1 0-1,1-1 1,0 0 0,14-2 0,41-6-7474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46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0 4578,'0'0'9247,"7"7"-7673,-3-4-1333,-1 1 0,1 0 0,-1 0 1,0 1-1,0-1 0,0 0 0,0 1 0,-1 0 0,0 0 1,0 0-1,0 0 0,-1 0 0,0 0 0,0 0 0,0 0 0,0 0 1,-1 11-1,0 40 1331,-3 0 0,-17 89 1,12-105-1394,-55 243-153,63-281-236,-10 26-192,1-19-1995,8-9 2120,1 0 1,-1 0 0,1 1-1,-1-1 1,1 0 0,-1 0-1,1 0 1,-1 0 0,1-1-1,-1 1 1,1 0 0,-1 0-1,1 0 1,-1 0-1,1 0 1,-1-1 0,1 1-1,-1 0 1,1 0 0,-1-1-1,1 1 1,0 0 0,-2-2-1,-8-11-7620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47.3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145 3 4066,'0'0'4522,"25"0"-2052,12-1-1465,7 0 505,62 5 1,-80-1-1260,0 2 0,-1 0 0,1 2 0,-1 1 0,-1 0 0,1 2 0,-2 1 0,1 1 0,-1 1 0,-1 1 0,22 19 0,-30-23-233,0 2 0,-2 0 1,1 1-1,-2 0 0,1 1 0,-2 0 0,0 0 0,-1 1 0,0 1 0,-1 0 0,-1 0 0,-1 0 0,0 1 0,-1 0 1,-1 0-1,0 0 0,1 23 0,-3-8-3,-1 0 0,-2 1-1,-5 31 1,4-51-5,0-1-1,-2 0 0,1 1 0,-1-2 0,-1 1 0,0 0 0,-1-1 0,0 0 1,-1 0-1,-13 16 0,6-12 141,0 0-1,-1-1 1,0-1 0,-1-1-1,-1 0 1,0-1 0,-22 11-1,12-10 153,0 0-1,-1-2 1,-1-1-1,-35 6 1,-20-3 588,1-4 0,-123-4-1,179-4-754,24 0-136,0 0-1,0 0 1,1 0-1,-1 0 1,0 0-1,0-1 1,1 1-1,-1-1 1,-3-1-1,5 1-69,0 0-1,1 1 1,-1-1-1,0 0 1,1 0-1,-1 0 1,1 0-1,-1 0 1,1 0-1,-1 0 1,1 0-1,0 0 0,0 0 1,-1 0-1,1-1 1,0 1-1,0 0 1,0 0-1,0 0 1,0 0-1,0 0 1,0 0-1,1-2 1,-1 1-156,1 1 0,-1-1 0,1 0-1,-1 1 1,1-1 0,0 0 0,-1 1 0,1-1 0,0 1 0,0-1 0,0 1 0,1 0 0,-1-1 0,0 1 0,0 0 0,1 0 0,-1 0 0,0-1 0,3 0 0,35-17-4016,-26 14 2270,37-18-4652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47.9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95 3025,'0'0'12302,"4"4"-10547,6 6-731,2-1 0,-1 0 0,1 0 0,0-2 0,25 13 0,-19-13-874,-1 0 0,1-1 0,1 0 1,-1-2-1,1 0 0,0-1 0,31 1 0,-48-4-145,1 0-1,0-1 1,-1 1 0,1 0-1,0-1 1,-1 0 0,1 0-1,-1 0 1,1 0-1,-1 0 1,1 0 0,-1 0-1,0-1 1,1 0-1,-1 1 1,0-1 0,0 0-1,0 0 1,0 0 0,-1 0-1,1 0 1,-1 0-1,1-1 1,-1 1 0,0 0-1,1-1 1,0-4-1,0 0-42,0 0 0,0-1-1,-1 1 1,0-1 0,0 0-1,-1 1 1,0-1-1,-2-15 1,1 20 30,0-1 1,0 0-1,-1 1 1,0-1-1,0 1 0,0-1 1,0 1-1,0 0 0,-1 0 1,1 0-1,-1 0 0,0 0 1,0 1-1,0-1 1,0 1-1,0 0 0,-1 0 1,1 0-1,-1 0 0,1 1 1,-1-1-1,-7-1 0,2 0 4,1 1 0,-1 0 0,0 0 0,0 1 0,0 0 0,0 0 0,0 1 0,0 1 0,-12 1 0,16 0 34,0 0 0,0 0 0,0 0 1,1 1-1,-1 0 0,1 0 0,-1 0 0,1 1 0,0-1 0,0 1 1,0 0-1,1 0 0,-5 7 0,-7 10 396,-16 32 0,28-48-345,-1 2 101,1 1 1,-1-1-1,1 1 0,-2 9 0,4-15-135,1 0 0,-1 1-1,1-1 1,0 0 0,-1 1-1,1-1 1,0 1 0,0-1-1,1 1 1,-1-1 0,0 0 0,1 1-1,-1-1 1,1 0 0,0 1-1,0-1 1,0 0 0,2 3-1,6 3 14,0-1-1,0 0 1,1-1-1,0 0 0,0-1 1,1 0-1,0 0 1,16 4-1,-24-8-55,33 12-498,52 11 0,-72-21-600,0-1 0,0 0 0,0-1 0,-1 0 0,1-2 0,19-2 0,-29 2 217,0 0 0,-1-1 0,1 1 0,-1-1 0,7-4 1,30-21-6757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48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328 1 6307,'0'0'13441,"-3"0"-11398,-5 0-1439,0 1 0,0 0-1,1 1 1,-1 0 0,1 0 0,-15 7-1,-47 26 1279,50-24-1221,16-10-573,-19 11 382,0 0-1,1 2 1,-32 26 0,48-36-428,0 1 1,0 1 0,1-1-1,0 1 1,-1-1 0,2 1-1,-6 12 1,7-14-38,1-1-1,0 1 1,0 0-1,0 0 1,0 0 0,1 0-1,-1 1 1,1-1-1,0 0 1,0 0 0,1 0-1,0 0 1,-1 0-1,3 6 1,-1-6-42,0 0-1,0-1 1,0 1 0,1-1 0,0 1 0,-1-1-1,1 0 1,1 0 0,-1 0 0,0 0-1,0-1 1,1 1 0,0-1 0,-1 0 0,1 0-1,0 0 1,0-1 0,0 1 0,0-1 0,7 1-1,9 3-559,1-1-1,-1-2 0,22 1 1,16 0-3538,1-3 1,78-9 0,-51-11-4137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48.5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287 6 7059,'0'0'4517,"-18"-1"112,4 0-3638,6 0-575,0 0-1,0 0 1,0 1-1,0 0 1,0 1-1,0-1 1,0 2-1,0-1 1,0 1-1,0 0 1,1 1-1,-1 0 1,-9 4-1,4 2 257,0 0-1,0 1 0,1 0 1,0 1-1,1 0 0,-15 19 1,22-25-600,1-1-1,-1 1 1,1 0 0,0 0-1,0 0 1,1 1 0,0-1 0,-1 1-1,2-1 1,-1 1 0,1-1-1,0 1 1,0 0 0,0 0-1,1 0 1,0 0 0,0 0 0,1-1-1,-1 1 1,4 11 0,-2-14-65,0 0 0,0 0 0,0 0 0,0 0 0,1 0 0,-1-1 0,1 1 0,0-1 0,0 0 0,0 0 0,0 0 0,0 0 0,0 0 0,1 0 0,-1-1 0,1 0 0,-1 0 0,1 0 0,-1 0 0,1 0 0,0-1 0,6 1 0,7 0 10,1 0 0,-1-1 0,26-3 0,-37 2-27,0 0-1,-1 0 1,1-1 0,-1 1-1,1-1 1,-1 0-1,0-1 1,1 1 0,-1-1-1,-1 0 1,1 0-1,0-1 1,-1 1 0,1-1-1,-1 0 1,0-1-1,4-5 1,-4 4 20,0 0 0,-1-1 0,1 0 0,-1 1 0,-1-1 0,0 0 0,0 0-1,0 0 1,-1-1 0,1 1 0,-2 0 0,1-1 0,-2-7 0,1 11 3,0 1 0,-1-1 0,0 0 0,0 1 0,0-1 0,0 1 0,-1-1 0,1 1 0,-1 0 0,0 0 0,0 0 0,0 0 0,0 0 0,-1 0 0,1 0 0,-1 1 0,0-1 0,1 1 0,-1 0 0,0-1 0,-1 1 0,1 1 0,0-1 0,0 0 0,-1 1 0,1 0 0,-1 0 0,-4-1 0,-8-2-195,-1 0 0,0 2 0,1 0 0,-31 0 0,44 2-71,-1 0 0,0 0 0,1 1 0,-1-1 1,0 1-1,1 0 0,-1 0 0,-5 2 1,7-2-73,1 0 0,0 0 0,0 0 1,-1 0-1,1 0 0,0 0 1,0 0-1,0 0 0,0 0 1,0 1-1,0-1 0,1 0 0,-1 1 1,0-1-1,1 0 0,-1 1 1,1-1-1,-1 1 0,1-1 1,0 1-1,-1-1 0,1 3 0,-1 15-8233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49.2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 10629,'0'0'13283,"18"5"-11818,57 20-243,-70-24-1100,0 1 0,-1 0-1,1 1 1,-1-1 0,0 1 0,1 0 0,-1-1 0,0 2-1,-1-1 1,1 0 0,-1 1 0,1 0 0,-1 0 0,0 0-1,-1 0 1,4 6 0,-3-3-42,-1 0 1,0 0-1,0 1 0,-1-1 0,0 1 0,0-1 1,0 1-1,-2 8 0,1-13-44,0 0-1,-1 0 1,0 0 0,0 1-1,0-1 1,0 0 0,0 0-1,0 0 1,-3 3-1,3-5-34,1 0 0,-1 1 0,0-1 0,0 0 0,0 1-1,0-1 1,0 0 0,0 0 0,-1 0 0,1 0-1,0 0 1,0 0 0,-1 0 0,1 0 0,-1-1 0,1 1-1,-1 0 1,1-1 0,-1 1 0,-2 0 0,11-16-1015,14-8 85,1 1 0,1 1 0,28-21 0,-10 9 171,-40 32 757,46-35-601,-43 34 689,0-1-1,0 1 1,0 0-1,0 0 1,0 1 0,1-1-1,-1 1 1,1 0-1,-1 0 1,8-1 752,-12 6-275,0 5 150,0-1 0,1 1 1,0-1-1,2 10 0,-3-17-702,1 1 0,-1 0 1,1-1-1,-1 1 0,1-1 0,-1 1 1,1-1-1,0 1 0,0-1 0,0 1 1,0-1-1,0 0 0,0 0 0,0 0 0,0 1 1,1-1-1,-1 0 0,0 0 0,1 0 1,-1-1-1,1 1 0,-1 0 0,1-1 1,-1 1-1,1 0 0,-1-1 0,1 0 0,2 1 1,4 0-177,-1-1-1,1 1 1,-1-2 0,1 1 0,0-1 0,-1 0-1,1 0 1,-1-1 0,1 0 0,-1-1 0,0 1 0,12-8-1,117-75-827,-135 85 1195,-1 0 0,1 0 0,0 0 0,-1 0 1,1 0-1,0 0 0,-1 0 0,1 0 0,0 0 0,-1 0 0,1 0 0,0 0 0,-1 0 1,1 1-1,0-1 0,-1 0 0,1 1 0,-1-1 0,1 0 0,-1 1 0,1-1 1,-1 0-1,1 1 0,-1-1 0,1 1 0,-1-1 0,1 1 0,-1 0 0,18 21-987,-10-12 992,-4-6-531,0-1 0,0 1 0,0-1 0,1 0-1,-1 0 1,1-1 0,0 0 0,8 4-1,-6-4-1006,1 0 0,-1-1 0,1 1 0,-1-2-1,13 1 1,16-1-7223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49.4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 0 6035,'0'0'19080,"-69"157"-16470,50-82-561,-4 9-705,-2 4-255,0-3-817,0-5-176,6-11-96,3-13-544,-3-14-881,8-17 144,-1-6-1520,3-13-560,3-6-1714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49.7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 4626,'0'0'15733,"20"-3"-12382,64-4-950,-81 6-2271,-1 1 1,1 0-1,0 0 1,-1 0 0,1 1-1,-1-1 1,1 1-1,-1-1 1,0 1 0,1 0-1,-1 0 1,0 0-1,1 0 1,-1 0 0,0 1-1,0-1 1,0 1-1,0-1 1,0 1 0,0 0-1,-1-1 1,1 1-1,0 0 1,-1 0 0,1 0-1,-1 1 1,2 2-1,-1 1 54,-1 1 1,1-1-1,-1 0 0,0 1 0,0-1 0,-1 1 0,0 7 0,0-13-172,1 25 370,-1-14-233,1 0 1,-2 1-1,1-1 1,-2 0-1,-4 21 1,5-30-161,0 0 1,-1 0 0,1 0-1,-1 0 1,1-1-1,-1 1 1,0 0 0,0-1-1,0 1 1,0-1-1,-1 0 1,1 0-1,-1 1 1,1-2 0,-1 1-1,0 0 1,0 0-1,0-1 1,0 0-1,0 1 1,0-1 0,0 0-1,0-1 1,0 1-1,0-1 1,-6 1-1,6 0-278,-1-1 0,0 1 0,0-1-1,0 0 1,0 0 0,1-1 0,-1 1 0,-6-2-1,9 1 16,0 1 0,0-1 0,0 0 0,0 0 0,0 1-1,0-1 1,0 0 0,1 0 0,-1 0 0,0 0 0,1 0-1,-1 0 1,1 0 0,-1 0 0,1 0 0,-1 0 0,1 0 0,0 0-1,0-1 1,-1 1 0,1 0 0,0 0 0,0 0 0,0 0 0,0-1-1,0 1 1,1 0 0,-1 0 0,0 0 0,0 0 0,2-2 0,7-16-7255,16-4-3559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0.0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165 1 4994,'0'0'21306,"-20"19"-20159,-61 63-418,75-76-702,0 1 0,0-1 0,1 1 0,0 0 0,0 1 0,0-1 0,1 1 0,1 0 0,-1 0 0,1 0 0,0 0 1,1 1-1,0-1 0,0 1 0,1-1 0,0 1 0,1 0 0,0-1 0,1 12 0,-1-18-27,0 0-24,0-1 0,0 1-1,0-1 1,0 1 0,1-1 0,-1 1-1,0-1 1,1 0 0,-1 1 0,1-1-1,0 1 1,-1-1 0,1 0-1,0 0 1,0 1 0,0-1 0,0 0-1,0 0 1,0 0 0,0 0 0,0 0-1,0 0 1,2 1 0,1-1-45,-1 1 0,1-1 0,-1 0 0,1 0 0,-1 0 0,1 0 1,-1-1-1,1 0 0,6 1 0,-2-2-47,0 1 0,1-1 1,-1 0-1,0-1 0,1 0 0,-1 0 1,0-1-1,11-5 0,-9 2 97,-1 0-1,0-1 1,-1 0 0,1 0-1,-1-1 1,-1 0-1,1 0 1,-1-1 0,-1 1-1,1-2 1,-2 1 0,1-1-1,-1 0 1,-1 0 0,0 0-1,0-1 1,-1 1-1,0-1 1,-1 0 0,-1 0-1,1 0 1,-1-15 0,-1 23 68,0 1 1,0-1 0,0 1-1,-1-1 1,1 1 0,-1-1 0,1 1-1,-1 0 1,0-1 0,0 1 0,0 0-1,0 0 1,0-1 0,0 1 0,-1 0-1,1 0 1,-1 0 0,1 0 0,-1 1-1,0-1 1,0 0 0,0 1-1,0-1 1,0 1 0,0 0 0,0 0-1,0 0 1,-1 0 0,-1-1 0,-5 0 1,0 0 1,0 0 0,0 1 0,0 0-1,0 1 1,-15 1 0,22-1-134,1 0 0,0 0 0,-1 0 1,1 1-1,0-1 0,0 0 0,-1 1 0,1-1 1,0 1-1,0-1 0,0 1 0,-1-1 1,1 1-1,0 0 0,0 0 0,0 0 0,0-1 1,0 1-1,0 0 0,1 0 0,-1 0 1,0 0-1,0 1 0,1-1 0,-2 1 0,1 1-846,0 0-1,1 0 0,-1 1 0,1-1 0,-1 0 0,1 0 0,0 0 0,0 0 0,0 4 0,2 2-8169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0.4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349 3 10853,'0'0'19686,"-20"0"-18312,-1-1-1109,3 0-167,0 1 0,-1 1 0,1 0 1,0 1-1,-20 5 0,29-5-99,-6 1 2,0 1-1,0 1 1,-28 12-1,39-15 0,1-1-1,0 1 1,0 0-1,0 0 1,1 0-1,-1 0 1,0 0-1,1 1 1,0-1-1,-1 1 1,1 0-1,0-1 1,0 1-1,1 0 1,-1 0 0,0 0-1,1 1 1,0-1-1,0 0 1,0 0-1,0 1 1,0-1-1,1 1 1,-1 3-1,2-5-52,-1 0 0,1-1 0,-1 1-1,1 0 1,0-1 0,0 1-1,0-1 1,0 1 0,0-1 0,0 1-1,0-1 1,0 0 0,0 1-1,1-1 1,-1 0 0,1 0 0,-1 0-1,0 0 1,4 1 0,39 20-1087,-26-14 635,-10-4 259,31 17-1373,-38-20 1571,1 0-1,-1 0 1,1 0 0,-1 0 0,1 1 0,-1-1 0,0 0 0,1 1-1,-1-1 1,0 0 0,0 1 0,0-1 0,0 1 0,0 0-1,0-1 1,-1 1 0,1 0 0,0 2 0,-1-3 104,-1 0 1,1 0-1,-1 0 1,1 0-1,-1-1 0,1 1 1,-1 0-1,1 0 1,-1-1-1,0 1 1,1 0-1,-1-1 1,0 1-1,0-1 1,1 1-1,-1-1 0,0 1 1,0-1-1,0 1 1,-2 0-1,-24 9 763,17-7-441,-14 6 328,7-4-403,1 1 1,0 1-1,1 0 1,-1 1-1,-14 11 1,30-19-366,0 0 0,0 0 0,0 0 0,0 0 0,1 0 0,-1 0 0,0 0 0,0 0 0,0-1 0,0 1 1,0 0-1,0 0 0,1 0 0,-1 0 0,0 0 0,0 0 0,0 0 0,0 0 0,0 0 0,1 0 0,-1 0 0,0 0 0,0 0 0,0 0 0,0 0 1,0 0-1,0 0 0,1 0 0,-1 1 0,0-1 0,0 0 0,0 0 0,0 0 0,0 0 0,0 0 0,1 0 0,-1 0 0,0 0 0,0 0 1,0 0-1,0 1 0,0-1 0,0 0 0,0 0 0,0 0 0,0 0 0,0 0 0,0 0 0,0 1 0,0-1 0,1 0 0,-1 0 0,0 0 1,0 0-1,0 0 0,0 1 0,0-1 0,0 0 0,-1 0 0,1 0 0,0 0 0,0 0 0,0 1 0,0-1 0,0 0 0,0 0 0,0 0 1,0 0-1,15-1-1692,-4-2-270,0 0 0,0-1 0,0-1 0,13-7 0,-16 7 387,41-19-9456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0.6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1 7443,'0'0'24027,"-48"127"-22730,42-87-1297,-5-4 0,7-11 0,-2-2 0,0-13 0,-1-4 0,5-4 0,-4-2-784,2 0-2370,4-10-2144,0-15-5123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0.8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14311,'0'0'15014,"8"0"-15590,3 16-1617,3-3-2065,7-9-4546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1.1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393 0 14967,'0'0'4647,"-18"20"-229,8-9-3639,-115 134 6571,91-99-7274,2 3 0,2 0 0,3 2-1,1 1 1,3 1 0,2 1-1,-15 61 1,33-103-76,0 1 0,1-1 0,1 1 0,-1 25 0,2-37 0,1 0 1,-1 0-1,0 0 1,0 0-1,1 0 1,-1 0-1,0 0 1,1 0-1,-1 0 0,1 0 1,-1 0-1,1 0 1,-1 0-1,1-1 1,0 1-1,-1 0 0,1-1 1,0 1-1,0 0 1,-1-1-1,1 1 1,0-1-1,0 1 1,0-1-1,0 1 0,0-1 1,0 0-1,0 1 1,0-1-1,0 0 1,0 0-1,1 0 0,40 2-171,-30-2-59,-2 0-474,1-1 0,0 0 0,-1 0 0,1-1 0,14-5 0,-18 5-315,1-2 0,0 1-1,-1-1 1,0 0-1,0 0 1,0-1 0,9-8-1,22-26-7824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1.3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13382,'0'0'9300,"124"13"-6610,-55-11-1714,4-2-832,-2 0-112,-2 0-32,-4 0-1312,-5 0-2834,-5 0-4034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1.5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 0 7075,'0'0'14935,"-52"130"-10837,37-101-1185,1-4-1184,3-4-1025,3-8-560,2-5-144,-1 0-448,-1-3-1313,-7-3-1488,-3-2-2097,1 0-5283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1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0 15303,'0'0'10565,"-21"55"-14343,10-30-1200,3 0-4755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2.4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188 97 15079,'0'0'12045,"-20"16"-9782,-62 53-1417,74-62-767,1 0 0,0 1 0,1 0 0,0 0 0,0 0 0,0 1 1,1 0-1,1 0 0,0 0 0,0 1 0,0-1 0,1 1 0,1 0 1,0 0-1,-1 12 0,1-12-68,-1 8 37,1 1-1,0-1 0,3 37 1,-1-54-44,1 0-1,0 0 1,-1 0 0,1 0 0,0 0-1,0-1 1,0 1 0,0 0 0,0 0-1,0-1 1,0 1 0,0 0-1,0-1 1,1 1 0,-1-1 0,0 1-1,0-1 1,0 0 0,1 0 0,-1 1-1,0-1 1,0 0 0,1 0 0,-1 0-1,0 0 1,0-1 0,1 1 0,0 0-1,4-1 15,0 1 0,-1 0 0,1-1 0,0 0 0,8-3 0,-8 0-38,0 0 0,0 0 0,0-1 0,0 0 0,-1 0 0,1 0 0,-1 0 0,-1-1 0,1 0 0,5-10 0,-2 4-68,-2 0 0,1-1 1,-2 1-1,8-26 0,-8 13 62,-2 0 0,0-1 0,-2 1-1,-3-39 1,1 55 18,0 0 0,-1 1 0,1-1 0,-2 1 0,1 0 0,-1 0 0,0 0 0,-1 0 0,0 0 0,-7-10 0,9 15-5,0 0-1,0 0 0,0 0 1,-1 0-1,1 0 0,-1 1 1,0-1-1,0 1 0,0 0 1,0 0-1,0 0 1,0 0-1,0 1 0,-1-1 1,1 1-1,-1 0 0,1 0 1,-1 0-1,1 0 1,-1 1-1,0-1 0,1 1 1,-1 0-1,0 0 0,1 0 1,-8 2-1,10 21-346,2-18 356,0 0 1,0 0 0,0 0-1,1 0 1,-1 0 0,1 0-1,1 0 1,-1 0-1,1-1 1,0 1 0,0-1-1,0 0 1,0 0-1,1 0 1,0 0 0,-1-1-1,2 1 1,-1-1 0,0 0-1,8 4 1,11 6-156,0-1 1,43 16-1,-29-16-389,0-2 0,1-2 0,0-1 0,70 3 0,-77-8 468,-30-1 171,-1-1 1,1 0-1,0 1 1,-1-1-1,1 1 0,-1-1 1,1 1-1,-1-1 1,1 1-1,-1 0 0,1-1 1,-1 1-1,0-1 1,1 1-1,-1 0 0,0-1 1,1 1-1,-1 0 1,0 0-1,0-1 0,0 1 1,0 0-1,1 0 0,-1-1 1,0 1-1,0 0 1,-1 1-1,1 27 1037,-1-21-752,2-2-259,-1-1-1,-1 0 0,1 1 1,-1-1-1,0 0 0,0 1 1,-1-1-1,0 0 0,1 0 1,-2 0-1,1 0 1,-5 7-1,7-11-476,6-3-387,0 1 572,0-1 0,-1 0-1,1 0 1,0-1 0,-1 1-1,1-1 1,-1-1-1,0 1 1,0-1 0,0 0-1,4-4 1,6-4-272,31-23-696,-13 9 1310,1 1 1,54-29 0,-86 58 4059,-1 16-3980,-10 40-168,5-39-81,1 0-1,0 21 1,3-42-81,0 1-1,0 0 1,0 0 0,1 0-1,-1-1 1,0 1-1,0 0 1,0 0 0,1-1-1,-1 1 1,0 0 0,0 0-1,1-1 1,-1 1 0,1 0-1,-1-1 1,1 1 0,-1-1-1,1 1 1,-1 0-1,1-1 1,0 1 0,-1-1-1,1 0 1,0 1 0,-1-1-1,1 1 1,0-1 0,-1 0-1,1 0 1,0 1 0,0-1-1,1 0 1,31-1-6143,-29 1 5391,47-9-9855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2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204 27 992,'0'0'26220,"-19"3"-24101,-60 14-548,73-15-1486,0 1 0,0 0-1,0 0 1,0 1 0,1 0 0,0 0 0,0 0-1,0 0 1,0 1 0,1 0 0,-1 0-1,1 0 1,0 1 0,1-1 0,-1 1-1,1 0 1,0 0 0,1 0 0,0 0-1,0 0 1,-2 9 0,1-3-85,0 1 0,1-1 0,1 1 0,0 0 0,0 0 0,1-1 0,1 1 0,4 23 0,-4-34-1,1 1 1,-1-1-1,1 0 1,0 0-1,0 0 1,0 0-1,0 0 1,0 0-1,0-1 1,0 1-1,0-1 0,1 0 1,-1 1-1,1-1 1,-1 0-1,1 0 1,-1 0-1,1-1 1,0 1-1,-1-1 1,1 1-1,0-1 0,-1 0 1,6 0-1,0 0-69,-1 0-1,1 0 0,0-1 1,0 0-1,-1 0 0,1-1 1,12-4-1,-15 3 15,1 0-1,-1 0 1,0-1-1,-1 0 1,1 0-1,0 0 1,-1 0-1,0-1 1,0 1-1,-1-1 1,1 0-1,-1 0 1,0-1-1,0 1 1,-1-1-1,4-7 1,-2-1 25,0 0 0,-1-1 1,-1 1-1,0 0 0,0-28 1,-2 38 46,0-1 1,0 0-1,-1 0 1,0 0-1,0 0 1,0 1-1,-1-1 1,1 0 0,-1 1-1,0 0 1,-1-1-1,1 1 1,-1 0-1,0 0 1,1 0-1,-2 0 1,1 1 0,0-1-1,-6-3 1,3 3-271,0 0 0,0 0 0,0 1 0,0 0 0,0 0 1,-1 1-1,0 0 0,1 0 0,-1 0 0,0 1 0,0 0 0,0 1 1,-8-1-1,15 1 53,-1 0 0,0 0 0,1 0 0,-1 0 0,0 0 1,0 0-1,1 1 0,-1-1 0,0 0 0,1 0 0,-1 1 0,1-1 1,-1 0-1,0 0 0,1 1 0,-1-1 0,1 1 0,-1-1 0,1 1 1,-1-1-1,1 1 0,-1 0 0,0 0-184,1-1 0,0 1 0,0 0 0,0 0 0,-1-1 0,1 1 1,0 0-1,0 0 0,0-1 0,0 1 0,0 0 0,0 0 0,1-1 0,-1 1 0,0 0 0,0 0 0,0-1 0,1 1 1,-1 0-1,0-1 0,1 1 0,0 1 0,13 11-8617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3.3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619 327 11573,'6'-19'4309,"-1"4"-3904,3-6 1655,-2-1-1,0 0 1,4-41 0,-9 57-1743,0 0 0,-1 0 0,0 0 0,0 0 0,-1 1 0,1-1 0,-1 0 0,-1 0 0,1 0 0,-1 1 0,0-1 0,0 1 0,0-1 0,-1 1 0,0 0 0,0 0 0,0 0 0,-1 1 0,0-1 0,0 1 0,0-1 0,-6-3 0,3 3-216,-1 0 0,0 1 0,0 0-1,-1 1 1,1 0 0,-1 0 0,0 1 0,1 0-1,-13-1 1,-11 0-162,-42 2-1,39 2 127,22-1-65,0 1 1,1 0-1,-1 0 0,0 2 1,0 0-1,1 0 0,-1 1 1,1 0-1,0 1 0,1 1 1,-12 7-1,14-8-15,1 1 0,0 1 1,0 0-1,1 0 0,0 0 0,0 1 0,1 0 0,0 0 0,0 1 1,1-1-1,0 1 0,1 0 0,-1 1 0,-4 18 0,2 2-43,1 0 0,1-1 0,0 40 0,6 97-266,0-72-24,1-21-48,0-38 149,-2-1 1,-1 1 0,-1-1 0,-14 66-1,-6-6 341,14-52 160,-16 43-1,0-26-827,24-69-10706,-1-2 8949,1-20-5793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3.6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5987,'0'0'16098,"0"-3"-13921,2 2 1363,36 3-3078,-1 2-1,55 12 1,-48-7-501,51 3 0,6-9-1356,-110-10 432,-3 4-760,0-1 0,-1 2 0,1 0 0,-21-1 0,19 2-1385,-20 0-8510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9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227 0 976,'0'0'14412,"2"2"-10616,2 12-2696,-4 10-449,-1 0 1,-1-1-1,0 1 1,-2-1-1,-11 36 0,9-39-526,-93 272 1855,17-102-4002,81-190 1776,1 0 0,0 1-1,-1-1 1,1 0 0,0 0 0,-1 0 0,1 0-1,0 0 1,-1 0 0,1 0 0,0 0 0,-1 1-1,1-1 1,-1-1 0,1 1 0,0 0 0,-1 0-1,1 0 1,0 0 0,-1 0 0,1 0 0,0 0-1,-1 0 1,1 0 0,0-1 0,-1 1 0,1 0-1,0 0 1,-1 0 0,1-1 0,0 1-1,0 0 1,-1-1 0,1 1 0,0 0 0,0 0-1,0-1 1,-1 1 0,1 0 0,0-1 0,0 0-1,-8-20-6820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9.3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32 9172,'0'0'9882,"24"-6"-9087,3 0-511,-4 0 33,0 1 0,0 2-1,0 0 1,37 0 0,-36 3 30,293 13 2771,-159 11-2487,-75-10-1372,150 6 0,-229-20 261,0 0-1,0 0 1,0 0-1,0-1 1,0 0-1,0 0 1,5-2 0,11-12-6023,-14 5-487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9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235 30 5138,'0'0'14532,"0"-5"-13078,1 5-1397,-1-1-1,0 0 1,0 0-1,0 0 0,0 0 1,0 0-1,0 0 1,0 1-1,-1-1 1,1 0-1,0 0 0,0 0 1,-1 0-1,1 1 1,0-1-1,-1 0 1,1 0-1,-1 0 0,1 1 1,-1-1-1,1 0 1,-1 1-1,0-1 1,1 1-1,-2-1 0,-1 0 53,-1 0-1,1 0 1,-1 0-1,1 1 0,-1 0 1,1 0-1,-6 0 1,0 1 14,0 0 1,-1 0-1,1 1 1,0 1-1,0-1 1,0 1-1,1 1 1,-1 0-1,1 0 1,-1 0-1,1 1 1,1 1-1,-1-1 1,-7 9-1,9-10-104,2 1 0,-1-1 1,0 1-1,1 0 0,0 1 0,0-1 0,1 1 0,-1 0 0,1-1 1,1 1-1,-1 1 0,1-1 0,0 0 0,0 1 0,1-1 0,0 1 1,0-1-1,0 1 0,1 0 0,1 12 0,1-18-34,-1 0 0,1 0 0,0-1 0,0 1 0,0 0 0,0-1 0,0 1 0,1-1 0,-1 0 0,0 0 0,0 0 0,0 0 0,0 0 0,0 0 1,4-1-1,0 1-2,3-1-7,0-1 0,-1 1-1,1-1 1,0-1 0,-1 0 0,0 0-1,1-1 1,-1 1 0,-1-2 0,1 1-1,8-8 1,14-10-229,32-31 1,-62 53 250,7-6 62,-4 4 15,-1 0-1,1 0 1,-1 0-1,0 0 1,0 0 0,0-1-1,0 1 1,0-1 0,0 1-1,0-1 1,-1 0-1,2-4 1362,-10 15-1135,2 3-365,1 0 0,0 0 0,1 0 0,0 0 0,0 0 0,1 1 0,1-1 0,-1 1 0,2-1 0,1 18 0,-1-27-62,0 0 0,0 0 0,0 0 0,0 0 0,0 0 0,1 0 0,-1 0 0,1-1 0,-1 1 0,1 0 0,0 0 0,-1 0 0,1-1 0,0 1 0,0 0 0,0-1 0,1 1 0,-1-1-1,0 1 1,1-1 0,-1 0 0,1 0 0,-1 1 0,1-1 0,-1 0 0,1 0 0,0 0 0,1 0 0,5 1-827,-1 0-1,0-1 0,0 0 1,1 0-1,-1 0 0,10-1 1,28 0-6128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0.2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321 19 9877,'0'0'10762,"-18"-3"-8377,10 2-2263,-21-5 726,-36-1 0,54 6-640,-1 1 0,1 0 1,0 1-1,-1 0 0,1 0 0,0 2 1,0-1-1,-11 5 0,14-4-146,1 1 1,0 0-1,0 0 0,0 0 1,1 0-1,-1 1 0,1 0 0,-10 12 1,14-15-130,0 0 1,0 1 0,0-1 0,1 1-1,0-1 1,-1 1 0,1 0 0,0 0 0,0-1-1,0 1 1,1 0 0,-1 0 0,1 0-1,0 0 1,-1 0 0,1 0 0,0 0 0,1 0-1,-1 0 1,0-1 0,1 1 0,0 0-1,0 0 1,0 0 0,0-1 0,0 1 0,3 5-1,4 2-332,0 0-1,0 0 1,1-1-1,1 0 0,-1-1 1,20 13-1,-15-11-691,-1 0 0,0 1 1,15 17-1,-26-26 1036,-1-1 1,1 1 0,-1-1-1,1 1 1,-1 0 0,0 0-1,0 0 1,0 0 0,0-1-1,0 1 1,0 0 0,-1 1-1,1-1 1,0 0 0,-1 0-1,0 0 1,0 0 0,1 0-1,-1 0 1,-1 1-1,1-1 1,0 0 0,0 0-1,-1 0 1,1 0 0,-1 0-1,0 0 1,1 0 0,-1 0-1,0 0 1,0 0 0,0 0-1,-1 0 1,1 0 0,0-1-1,-1 1 1,1-1 0,-3 3-1,-6 3 513,0 0 0,-1 0 0,0-1 0,0 0 0,-19 6 0,2 0-780,28-15-3883,0 1 3839,0 1-1,1-1 1,0 0 0,-1 0-1,1 1 1,0-1-1,0 1 1,0-1 0,0 1-1,0-1 1,0 1-1,0-1 1,0 1 0,1 0-1,-1-1 1,3 0 0,4-7-1214,26-27-2814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0.9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370 161 4098,'9'-19'3996,"7"-9"-2325,8-18 526,-2-3 2273,-17 32-75,-5 18-4316,0-1 0,0 0 0,0 0 0,0 0 0,0 0 0,0 0 0,0 0 0,0 0 0,0 0 0,0 0 0,0 0 0,0 0 0,-1 0 0,1 0 0,0 0 0,0 0 0,0 0 0,0 0 0,0 0 0,0 0 0,0 0 0,0 0 0,0 0 0,0 0 0,0 0 0,0 0 0,0 0 0,0 0 0,-1 0 0,1 0 0,0 0 0,0 0 0,0 0 0,0 0 0,0-1 0,0 1 0,0 0 0,0 0 0,0 0 0,0 0 0,0 0 0,0 0 0,0 0 0,0 0 0,0 0 0,0 0 0,0 0 0,0 0 0,0 0 0,0 0 0,0-1 0,0 1 0,0 0 0,0 0 0,0 0 0,0 0 0,0 0 0,0 0 0,0 0 0,0 0 0,0 0 0,0 0 0,0 0 0,-8 8 3549,-2 4-3522,7-8-880,-177 241 2103,151-198-1241,2 1 0,2 1-1,-29 82 1,-48 187 19,97-305-150,5-19-181,9-23 35,17-19-250,2 0-1,2 2 1,1 1 0,3 1-1,53-52 1,-67 76 118,44-35 1,-58 50 290,1 0 0,-1 1 0,1 0 0,0 1 0,0-1 0,1 1 0,-1 0 0,1 1 0,-1 0 0,1 0 0,16-1 0,-23 3 56,0 1-1,0-1 0,1 1 0,-1-1 0,0 1 0,0-1 0,1 1 0,-1 0 1,0 0-1,0-1 0,0 1 0,0 0 0,0 0 0,0 0 0,0 0 0,-1 0 0,1 0 1,0 1-1,0-1 0,-1 0 0,1 0 0,-1 1 0,1-1 0,-1 0 0,0 0 1,1 1-1,-1-1 0,0 0 0,0 3 0,3 44 429,-3-45-440,0 52 189,-29-54 133,-43-2-206,-92 3-46,160-2-44,1 1 1,0-1-1,-1 1 1,1 0-1,0 0 1,-1 0-1,1 1 0,0-1 1,0 1-1,0-1 1,0 1-1,0 0 1,1 0-1,-1 1 1,1-1-1,-1 0 1,1 1-1,0 0 1,0-1-1,0 1 1,0 0-1,0 0 1,0 0-1,1 0 0,0 1 1,-2 4-1,2-4-6,0 1 0,0 0 0,1 0 0,-1 0 0,1-1 0,0 1 0,0 0 0,1 0 0,-1 0-1,1 0 1,0-1 0,1 1 0,-1 0 0,1-1 0,0 1 0,0-1 0,0 0 0,5 7 0,1-1 35,0 0 1,1 0 0,0-1-1,1 0 1,0-1 0,0 0-1,0 0 1,1-1 0,1 0-1,-1-1 1,1-1 0,0 0-1,0 0 1,1-1 0,-1-1-1,14 2 1,24-1-1441,-49-30-11534,-1 10 3079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2.5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7 1857,'0'0'15180,"0"-5"-13009,-5 4 2173,-14 3-4076,0 1-1,0 1 1,0 1-1,0 1 1,-19 8-1,5-2 49,29-11-284,0 0 0,0 0 0,1 1 0,-1 0 1,1 0-1,-7 4 0,10-6-35,0 1 1,-1-1 0,1 1-1,-1-1 1,1 1-1,0-1 1,-1 1 0,1 0-1,0-1 1,0 1-1,-1-1 1,1 1 0,0 0-1,0-1 1,0 1-1,0 0 1,0-1 0,0 1-1,0 0 1,0-1-1,0 1 1,0 0 0,0-1-1,0 1 1,1 0-1,-1-1 1,0 1 0,0-1-1,1 1 1,-1 0-1,0-1 1,1 1 0,-1-1-1,1 1 1,-1-1-1,0 1 1,1-1 0,-1 0-1,1 1 1,0-1-1,-1 1 1,1-1 0,-1 0-1,1 1 1,-1-1-1,2 0 1,22 16-116,38 19 0,-48-29-40,0 1 0,0 1 0,-1 0 0,0 0 0,0 2 0,-1-1 0,0 2 0,-1-1 0,0 2 0,10 14 0,-20-25 159,1 1 1,-1-1 0,0 1-1,0 0 1,-1-1-1,1 1 1,0 0-1,0 0 1,-1 0 0,1 0-1,-1-1 1,0 1-1,0 0 1,1 0-1,-1 0 1,0 0 0,-1 3-1,1-4 44,-1 0 0,0 1 0,1-1 0,-1 0 0,0 0 0,0 0 0,1 0 0,-1 0-1,0 0 1,0 0 0,0-1 0,0 1 0,0 0 0,0 0 0,0-1 0,-1 1 0,1-1 0,0 1 0,-2 0 0,-7 1 248,0 0 0,0-1 0,0 0 0,0 0 1,-13-2-1,13 1-295,-4 1-20,-1-1 0,0 0 0,1-2 1,-1 0-1,1 0 0,-1-1 0,1-1 0,0 0 1,0-1-1,1-1 0,-15-8 0,14 2-3491,14 11 3246,0 0 1,0 1-1,1-1 0,-1 1 1,0-1-1,0 1 0,0-1 0,1 1 1,-1-1-1,0 1 0,1-1 0,-1 1 1,0-1-1,1 1 0,-1 0 1,1-1-1,-1 1 0,0 0 0,1-1 1,-1 1-1,1 0 0,-1-1 0,1 1 1,-1 0-1,1 0 0,0 0 1,-1 0-1,1-1 0,-1 1 0,1 0 1,-1 0-1,1 0 0,0 0 0,36-8-8590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2.8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701 1 5491,'0'0'14846,"-20"1"-14309,14 0-505,-14 0 174,0 1 0,0 2-1,0 0 1,0 1 0,1 0 0,-30 14-1,-4 7 648,1 3 0,2 2-1,-69 55 1,97-67-672,0 1 0,1 0 1,1 2-1,1 0 0,1 1 1,1 1-1,1 1 0,1 0 1,-12 29-1,19-32-205,1 1 1,1-1 0,1 1-1,1 0 1,2 1-1,0-1 1,1 0-1,1 1 1,6 41-1,-4-53-272,1 0-1,0 0 0,0 0 0,1-1 1,1 0-1,0 0 0,0 0 1,1 0-1,1-1 0,0 0 1,0 0-1,1-1 0,9 9 1,-8-9-604,0-1 0,1-1 1,-1 0-1,2 0 0,-1-1 0,1 0 1,0-1-1,12 5 0,43 7-7045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3.3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1 937 3650,'0'0'18723,"12"-27"-17560,-10 21-1099,17-38 264,2 1 0,2 1 0,31-43 1,139-167 15,110-161-1467,-298 405 739,8-9 2414,-12 18-1908,-1 1-1,1-1 1,-1 0 0,1 1 0,-1-1-1,0 0 1,0 1 0,0-1-1,1 0 1,-1 1 0,0-1 0,-1 0-1,1 1 1,0-1 0,-1 2-1,-2 32 213,-2 0-1,-1-1 1,-12 34-1,-5 33 353,-23 199 474,22-97-4086,24-203 2807,0 0 0,0 0 0,0 1 0,0-1 0,0 0-1,1 0 1,-1 0 0,0 1 0,0-1 0,0 0 0,0 0 0,0 0 0,0 1 0,0-1 0,-1 0 0,1 0 0,0 1 0,0-1 0,0 0 0,0 0 0,0 0 0,0 1 0,0-1-1,0 0 1,0 0 0,-1 0 0,1 0 0,0 1 0,0-1 0,0 0 0,0 0 0,-1 0 0,1 0 0,0 0 0,0 1 0,0-1 0,-1 0 0,1 0 0,0 0 0,0 0-1,0 0 1,-1 0 0,1 0 0,0 0 0,0 0 0,0 0 0,-1 0 0,1 0 0,0 0 0,0 0 0,-1 0 0,1 0 0,0 0 0,0 0 0,0 0 0,-1 0 0,1 0 0,0-1-1,0 1 1,0 0 0,-1 0 0,1 0 0,0 0 0,-11-15-6860,-3-11-2065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3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33 7876,'0'0'3262,"25"0"327,164 0 66,-31 2-3094,10 0-3249,-1-7-8109,-150 4 9586,0-1 0,26-6 0,-19 0 2877,-8-3 17687,-21 11-16336,-5-1-2813,-8 0-297,3 2 485,0 2 0,0-1 0,0 2 0,1 0 0,-1 0 0,-16 9 0,21-9-233,0 1 0,0 0 0,0 1 0,1 0 0,-1 0 1,1 1-1,1 1 0,0-1 0,-8 10 0,14-14-195,0 0-1,0 0 1,0 0 0,0 1-1,1-1 1,-1 0-1,1 1 1,0-1-1,0 1 1,0-1 0,1 1-1,-1 0 1,1-1-1,0 1 1,0 0-1,0-1 1,1 1 0,-1 0-1,1-1 1,0 1-1,0-1 1,0 1-1,0-1 1,0 0 0,1 1-1,0-1 1,0 0-1,0 0 1,0 0 0,0 0-1,0 0 1,1 0-1,0-1 1,-1 1-1,1-1 1,0 0 0,0 0-1,0 0 1,0 0-1,1-1 1,-1 1-1,0-1 1,1 1 0,-1-1-1,7 1 1,3 0-1224,1 0 0,0 0 0,0-1 0,0-1 0,0-1 0,18-2 0,15-7-5698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3.9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436 0 8980,'0'0'16853,"-25"22"-14393,-3 1-1838,8-7-213,1 0 0,1 1 0,1 0 0,0 2-1,2 0 1,-20 30 0,-16 41 109,-42 103-1,22-40-1205,69-149 1327,-4 6-5534,5-10 4642,1 0 0,0 0 0,-1 0 0,1 0 0,0 0 0,0 0 0,-1 0 0,1 0 0,0 0 0,-1 0 0,1 0 0,0 0 0,-1-1 0,1 1 0,0 0 0,0 0 0,-1 0 0,1 0 0,0 0 0,0-1 0,-1 1 0,1 0 0,0 0 0,0-1 0,0 1 0,-1 0 0,1 0 0,0-1 0,0 1 0,0 0 0,0 0 0,-1-1 0,1 1 0,0 0 0,0-1 0,0 1 0,0 0 0,0-1 0,0 1 0,0 0 0,0 0 0,0-1 0,-9-26-8908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4.2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8132,'0'0'3108,"22"0"392,159 0 2610,192 0-1012,-372 0-5047,-1 0 0,1 1 0,-1-1 0,1 1 0,-1-1 0,1 1 0,-1-1 0,0 1 0,1 0 0,-1-1 0,0 1 1,1 0-1,-1-1 0,0 1 0,0 0 0,1-1 0,-1 1 0,0 0 0,0-1 0,0 1 0,0 0 0,0-1 0,0 1 0,0 1 0,0 21 83,0-21 11,0 4-63,0 3 63,0 1 0,0 0 0,-1-1 0,0 1-1,-4 10 1,4-16-167,0 0 0,-1-1 1,0 0-1,0 1 0,0-1 0,0 0 0,-1 0 0,1 0 0,-1 0 0,0 0 0,0-1 1,0 1-1,0-1 0,0 0 0,0 0 0,-4 2 0,-21 7-1702,9-9-3192,14-4-1516,4-10-4048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4.4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11205,'0'0'18008,"6"9"-19800,-6 5-1362,0-3-4577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5.3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0 197 1008,'0'0'18025,"7"-6"-15768,-3 2-1960,0 0 0,1 0 1,0 0-1,0 1 1,0 0-1,0 0 0,0 0 1,1 1-1,-1-1 0,1 1 1,0 1-1,10-3 1,10 2 415,38 0 0,-52 2-632,-11 0-76,1 0 0,-1 1-1,1-1 1,-1 0 0,1 1 0,-1-1 0,1 1 0,-1-1 0,0 1-1,1 0 1,-1 0 0,0-1 0,0 1 0,1 0 0,-1 0 0,0 0-1,0 1 1,0-1 0,0 0 0,0 0 0,-1 0 0,1 1 0,0-1-1,0 0 1,-1 1 0,1-1 0,-1 1 0,1-1 0,-1 1 0,1 2-1,1 6 10,-1 0-1,0 1 0,0 15 0,-1-14 11,-1 20 93,2 30-252,-1-58 54,1 1-1,-1-1 1,1 1 0,0-1 0,1 1 0,-1-1 0,1 0 0,0 0 0,0 0 0,3 6 0,-3-9 8,-1 1 0,1-1 1,0 1-1,-1-1 0,1 0 1,0 0-1,0 0 0,0 0 1,0 0-1,0 0 0,0 0 0,0-1 1,0 1-1,0-1 0,0 1 1,1-1-1,-1 0 0,0 0 1,0 0-1,0 0 0,0 0 1,0-1-1,4 0 0,-2 0-55,1 0 0,-1 0 1,1-1-1,-1 1 0,0-1 0,0 0 0,0 0 1,0-1-1,0 1 0,3-4 0,4-4 22,-1-1-1,0 0 1,-1 0-1,0-1 1,0 0 0,-2 0-1,1-1 1,-2 0-1,0-1 1,0 1 0,-1-1-1,-1 0 1,0 0-1,-1-1 1,-1 1-1,0-1 1,0-19 0,-3-31 193,0-3 4518,19 80-4463,-3-4-134,0-1 0,1-1 0,0 0 0,0-1 0,0-1 0,0 0 0,22 1 0,119 1 22,-119-7 231,-38 31 894,2 10-943,-1 32-305,-1-67-273,0 1-1,-1-1 0,0 1 0,0-1 0,-1 0 1,1 0-1,-1 0 0,0 1 0,-5 8 1,6-13-109,0 0 1,0 0 0,0 0-1,0 0 1,0 0 0,0 0-1,0 0 1,0 0 0,0 0-1,0 0 1,0 0 0,-1-1-1,1 1 1,0-1 0,-1 1-1,1-1 1,0 1 0,-3-1-1,-3 1-7259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5.5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0 13334,'0'0'14647,"-2"0"-14647,2 11 0,6 1-1377,7 1-928,3-5-2353,7-8-4306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5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281 0 10261,'0'0'7011,"-67"113"-1232,40-48-2146,2 4-1808,6 0-64,2-6-625,5-5-944,1-7-176,1-12-16,2-12-704,-3-8-544,3-8-1089,-9-9-881,-4-2-2320,-6 0-5540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6.1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4994,'20'0'6128,"362"0"7783,-207 0-10083,-174 1-3766,1-1 0,0 0 0,-1 1 0,1-1 0,-1 1 0,1 0-1,-1-1 1,0 1 0,1 0 0,-1 0 0,0 0 0,1 0 0,-1 0 0,0 0-1,0 0 1,0 1 0,0-1 0,0 0 0,0 1 0,0-1 0,-1 0 0,1 1 0,0-1-1,-1 1 1,1-1 0,-1 1 0,1 0 0,-1-1 0,0 1 0,0-1 0,0 3-1,2 10 148,-1-1 0,-1 24-1,-1-24-85,-3 31 560,-6-25-1952,10-18 1052,0-1 0,-1 0 1,1 1-1,-1-1 0,1 0 0,-1 1 0,1-1 0,-1 0 0,1 0 0,-1 0 0,1 1 0,-1-1 0,1 0 0,-1 0 0,0 0 0,1 0 0,-1 0 0,1 0 0,-1 0 0,1 0 0,-1 0 0,1 0 0,-1 0 0,0-1 0,1 1 0,-1 0 0,1 0 1,-1-1-1,1 1 0,-1 0 0,0-1 0,-3-6-4820,2-8-3247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6.3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8244,'0'0'19401,"2"-8"-19497,2 21-305,0 10-607,0-5-1281,3 5-1649,-3-6-1408,0 2-2786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6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0 101 5138,'0'0'14100,"20"5"-11808,65 15-862,-76-18-1279,0 0-1,1 0 1,-1-1 0,1 0 0,0-1-1,-1 0 1,1 0 0,0-1-1,10-3 1,-19 3-156,1 0 0,-1 0-1,0 0 1,0 0 0,0 0-1,1-1 1,-1 1 0,0 0-1,0-1 1,-1 1 0,1-1 0,0 1-1,0-1 1,-1 1 0,1-1-1,-1 0 1,1 1 0,-1-1-1,0 0 1,0 1 0,0-1 0,0 0-1,0-3 1,0 0-77,0 0 1,0-1-1,0 1 0,-1 0 1,0 0-1,-2-9 0,1 11 87,0 0 1,0 0-1,-1 0 0,1 0 0,-1 0 1,0 1-1,0-1 0,0 1 0,0 0 0,0 0 1,0 0-1,0 0 0,-1 0 0,1 1 1,-1-1-1,1 1 0,-1 0 0,0 0 1,-5 0-1,0-1 420,-1 1 0,1 0-1,-1 1 1,1 0 0,-1 1 0,-16 2 0,24-2-353,0 0 1,0 0-1,0 0 1,0 0-1,0 1 1,0-1-1,0 1 1,1-1-1,-1 1 1,0 0-1,1-1 1,0 1-1,-1 0 1,1 0-1,0 0 1,0 0-1,0 0 1,0 1-1,0-1 1,1 0-1,-2 4 1,-7 48 7,8-40 67,-1-5-450,2 1-1,0-1 1,0 1 0,2 12-1,-2-20 29,0 0-1,1 0 1,0 0 0,-1 0-1,1 0 1,0 0-1,0 0 1,0 0 0,0 0-1,0 0 1,1 0-1,-1 0 1,0-1 0,1 1-1,0-1 1,-1 1 0,1-1-1,0 0 1,0 1-1,-1-1 1,1 0 0,0 0-1,4 1 1,29 4-6027,5-6-2769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7.0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3 12246,'0'0'15271,"-11"-2"-14471,9 2-816,0-1 0,-1 1 0,1 0-1,0 0 1,-1 0 0,1 1 0,0-1 0,0 1 0,-1-1 0,1 1-1,0-1 1,0 1 0,0 0 0,0 0 0,0 0 0,0 1 0,0-1-1,0 0 1,0 1 0,-2 2 0,2-2-121,0 1-1,1 0 1,-1 0 0,1 0 0,-1 0-1,1 0 1,0 0 0,0 0-1,0 0 1,1 1 0,-1-1 0,1 6-1,0 2-420,0 0-1,1 0 1,1 0-1,0 0 0,1 0 1,0-1-1,7 18 1,-6-18 134,-1-1 1,0 1-1,0 0 1,2 19-1,-2 19 2710,-3-47-2128,-1 0-1,1 1 1,-1-1 0,1 0 0,-1 0 0,1 0 0,-1 0 0,0 0 0,1 0-1,-1 0 1,0 0 0,0 0 0,0-1 0,0 1 0,0 0 0,0 0-1,0-1 1,0 1 0,0-1 0,0 1 0,0-1 0,0 1 0,-2-1 0,-32 11 659,30-10-771,-49 7-1127,18-7-5521,22-1-2752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7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61 96,'0'0'8951,"1"-10"-6675,1-29-11,-2 39-2152,0-1 0,0 0 1,1 1-1,-1-1 1,0 1-1,0-1 1,1 0-1,-1 1 1,1-1-1,-1 1 1,1-1-1,-1 1 0,0-1 1,1 1-1,0-1 1,-1 1-1,1 0 1,-1-1-1,1 1 1,-1 0-1,1-1 1,0 1-1,-1 0 0,1 0 1,0 0-1,-1 0 1,1-1-1,0 1 1,-1 0-1,1 0 1,0 0-1,-1 0 1,1 1-1,0-1 0,-1 0 1,1 0-1,0 0 1,-1 0-1,2 1 1,2 0 425,4-1-220,1 1 1,-1 1 0,1 0-1,-1 0 1,0 0 0,0 1 0,0 1-1,0-1 1,0 1 0,-1 0-1,0 1 1,1 0 0,-2 0 0,1 1-1,11 12 1,-3-2 4,-1 1 0,0 0 0,-1 1 0,-1 1 0,11 23 0,-8-7 8,0 1 0,-3 1 1,-1 0-1,-1 0 0,-2 1 1,3 44-1,-4 17 58,-7 119-1,-2-183-373,-2 1-1,-2-1 0,-1 0 1,-2 0-1,-1-1 0,-2 0 1,-1-1-1,-1-1 0,-2 0 1,-2 0-1,0-2 0,-2 0 1,-1-2-1,-2 0 0,-27 26 1,25-27 35,17-17 73,0 0 1,-1-1-1,0 0 1,-1-1 0,0 0-1,-13 8 1,21-15-1480,-3-20-14210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4.1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477 8 688,'0'0'16960,"3"-2"-14895,8-3 430,-13 14 831,-16 22-1840,-153 210-193,72-107-1170,-83 150 1,179-278-165,1-4-27,0 1 0,1 0 0,-1-1 0,1 1 0,-1 0 0,1 0 0,0 0-1,0 0 1,1 0 0,-1 0 0,1 1 0,-1 4 0,7-7-698,12-2 465,0 0-1,-1-1 0,1-1 0,-1-1 0,0 0 1,0-1-1,-1-1 0,24-11 0,-17 6-148,-1 0-1,0-1 1,-1-1-1,-1-1 1,0-1-1,0-1 0,-2 0 1,25-28-1,-42 42 468,1 0 0,-1 1-1,0-1 1,0 0 0,0 0 0,0 0-1,0 0 1,0 0 0,-1 0 0,2-4-1,-2-6 4381,-20 16-2417,14-1-1902,1 0 1,-1 1 0,0 0 0,1 0 0,0 0 0,0 0 0,0 1 0,1 0 0,-1 0-1,1 0 1,0 1 0,1 0 0,-1-1 0,-2 7 0,2-2-34,0 1 0,1-1 0,0 0 1,1 1-1,0 0 0,0-1 0,0 23 0,2-32-56,1 1-1,-1 0 0,0 0 1,1-1-1,-1 1 1,1 0-1,0-1 0,-1 1 1,1 0-1,0-1 0,0 1 1,0-1-1,0 1 1,0-1-1,0 0 0,1 1 1,-1-1-1,0 0 1,1 0-1,-1 0 0,1 0 1,-1 0-1,1 0 1,-1-1-1,1 1 0,0 0 1,-1-1-1,1 1 0,0-1 1,1 1-1,9 1-73,-1 0 0,0-1 1,18 0-1,-21-1 80,20 2-75,-16-1-25,0 0 0,0-1-1,1 0 1,22-4 0,-34 3 100,0 0-1,0 0 1,0 0-1,-1 0 1,1 0-1,0 0 1,0 0-1,-1 0 1,1 0-1,0 0 1,-1-1-1,1 1 0,-1 0 1,0 0-1,1-1 1,-1 1-1,0 0 1,0-1-1,0 1 1,0 0-1,0 0 1,0-1-1,0 1 1,0 0-1,-1-2 1,-6-36-1007,1 26-304,-1 1-1,0 0 1,-1 0-1,-1 1 1,0 0-1,-14-13 1,-3-4-3505,-17-22-4671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4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6659,'0'0'12694,"163"0"-9237,-50 12-1248,19 11-880,8 0-833,8-2-496,5-2-1296,-3-13-3731,-12-6-7154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1.2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856 9 1105,'0'0'7000,"0"-8"2255,-1 206-4454,8 377-1332,5-43-1774,-6-141-919,-4 116-152,-8-416-555,-28 143 1,-39 87 527,18-87 94,-70 417 318,95-441-563,-1 238-1,26-236-334,-42 285-1,10-256 56,-10 432-1,47-607-162,1 33-22,-16 136 1,8-167-20,2 73 0,5-83 99,-2 0 1,-14 75 0,-26 143 34,0 3-104,-29 2 8,-6 36 0,71-272 0,3 0 0,3 78 0,2-68 0,-7 66 0,-5 85-12,-1 11-69,10-212 84,-30 198 87,16-160-90,15-43-69,0 0-1,0 0 1,0 1-1,-1-1 1,1 0-1,0 1 1,0-1-1,-1 0 1,1 0-1,0 1 1,0-1-1,-1 0 1,1 0-1,0 1 1,-1-1-1,1 0 1,0 0-1,-1 0 1,1 0-1,0 0 1,-1 0-1,1 1 1,0-1-1,-1 0 1,1 0-1,0 0 1,-1 0 0,1 0-1,0 0 1,-1 0-1,1-1 1,-1 1-1,1 0 1,0 0-1,-1 0 1,1 0-1,0 0 1,-1 0-1,1-1 1,0 1-1,0 0 1,-1 0-1,1 0 1,0-1-1,0 1 1,-1 0-1,1-1 1,0 1-1,-10-13-4988,5-5-1104,-1-3-3544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6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0 103 784,'0'0'11392,"0"-2"-8459,6-13 5870,16 15-7896,12 1-559,-1-2 0,0-1 1,33-7-1,48-20-279,-69 15-55,1 3 1,82-9-1,-127 20-9,0 0 0,-1 0 0,1 0 0,-1 0 0,1 0 0,-1 0 0,1 0 0,-1 0 0,1 0 0,-1 0 0,1 0 0,-1 0 0,1 1 0,-1-1 0,1 0 0,-1 0 0,1 1 0,-1-1 0,1 0 0,-1 0 0,0 1 0,1-1 0,-1 1 0,0-1 0,1 0 0,-1 1 0,0-1 0,1 1 0,-1-1 0,0 1 0,0-1 0,1 1 1,-1 0-1,0 20 297,0-9-172,-1 7 170,-1 1-1,-1-1 1,0 0 0,-2 0 0,-9 29-1,-45 93 899,41-101-883,-60 126 289,27-61-587,-63 190-1,111-285-4457,5-18 1251,15-61-6360,-13 24 1250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6.7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3314,'0'0'17720,"126"-6"-16392,-57 6-784,10 0-399,7-2-145,8 2-1201,8 0-1696,7-3-3714,2-3-3986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7.2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393 822 8084,'0'0'3172,"-22"0"808,-144-2 2338,154 2-5918,1 0 0,-1 1 0,0 1 0,1 0 0,-1 0 0,1 1 0,-1 1 0,1 0 0,0 0 0,-16 10 0,22-11-288,1 0 1,-1 1-1,1-1 1,0 1 0,0 0-1,0 0 1,0 0-1,1 1 1,-1 0-1,1-1 1,1 1-1,-1 0 1,1 0 0,-1 0-1,1 1 1,1-1-1,-1 0 1,1 1-1,0-1 1,0 1 0,1 0-1,-1-1 1,1 1-1,1 5 1,-1-8-107,0-1 0,1 1 0,-1-1 0,1 0 0,0 1 0,-1-1 0,1 0 1,0 0-1,0 1 0,0-1 0,1 0 0,-1 0 0,1 0 0,-1 0 0,1-1 0,-1 1 0,4 2 1,-1-1-9,0-1 0,0 1 1,0-1-1,0 0 0,0 0 1,1-1-1,-1 1 0,9 1 1,-2-2-55,0 0 1,0 0 0,0-1 0,0 0 0,0-1-1,0 0 1,16-5 0,-14 2-38,0-1 0,0-1 0,0 0 0,-1-1 0,0 0 0,-1-1 1,0 0-1,0-1 0,15-16 0,1-4-241,0-1 0,24-39-1,1-14-184,70-154 0,-69 128 226,-22 50 133,38-84-415,-59 120 495,-2 0-1,0 0 1,-1-1 0,3-28 0,-9 50 107,-1 0 1,0 0 0,1 0-1,-1 0 1,0 0 0,0 0-1,0 0 1,0 0 0,-1 0-1,1 0 1,0 0 0,-1 0-1,1 0 1,-1 0 0,0 0-1,0 0 1,0 0 0,0 1-1,-2-4 1,2 4 17,-1 0 0,1 1 0,-1-1 0,0 1 0,1-1 0,-1 1 0,0 0 0,1 0 0,-1-1 0,1 1 0,-1 0 0,0 0 0,1 1 0,-1-1 0,0 0 0,1 1 0,-1-1 0,0 0 0,1 1-1,-1 0 1,1-1 0,-1 1 0,-1 1 0,-7 4 167,0 0 0,0 0-1,1 1 1,0 0-1,0 1 1,1 0-1,0 0 1,-14 19-1,3 1 641,-31 55-1,26-35-565,3 0 0,1 1 0,3 0-1,1 2 1,3 0 0,2 1-1,3 0 1,2 0 0,2 1-1,5 97 1,0-139-400,0 0 0,1 0 0,0 0 1,1-1-1,0 1 0,1-1 0,7 15 0,-8-21-83,-1 0 0,0 0 0,1 0 0,0 0-1,0-1 1,0 1 0,1-1 0,-1 0 0,1 0 0,-1 0 0,1 0 0,0-1 0,0 1 0,1-1 0,-1 0 0,0-1-1,1 1 1,-1-1 0,8 2 0,-1-1-687,-1-1 0,1-1-1,0 0 1,-1 0-1,12-2 1,-13 0-417,0 0 0,0 0-1,-1-1 1,1 0 0,-1-1 0,12-6 0,36-25-8859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7.6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0 7876,'0'0'16335,"-21"1"-15081,-68 8 21,82-7-1116,-1 0 1,1 1-1,0 0 0,0 1 0,0-1 1,1 1-1,-1 1 0,1-1 0,0 1 1,0 0-1,1 0 0,-1 1 0,1 0 1,0 0-1,1 0 0,-5 8 0,7-11-105,-3 4-20,1-1-1,0 1 0,1-1 1,0 1-1,0 0 0,0 1 0,1-1 1,0 0-1,1 1 0,-1-1 0,1 1 1,1-1-1,0 1 0,0 12 0,1-18-46,-1-1 0,0 1-1,0-1 1,0 0 0,1 1-1,-1-1 1,1 0 0,-1 1-1,1-1 1,0 0 0,-1 0-1,1 1 1,0-1 0,0 0-1,0 0 1,0 0 0,0 0-1,0 0 1,0 0 0,0 0-1,0-1 1,0 1 0,2 1-1,1-1-30,0 1 0,0-1 0,0 0 0,-1 0 0,1 0 0,0-1 0,0 1 0,7-1 0,-3 0-37,0-1 0,1 0 0,-1 0 1,1-1-1,-1 0 0,0 0 0,15-7 0,-14 4 0,-1 0-1,1-1 1,-1 0-1,-1 0 1,1 0 0,9-13-1,-14 15 92,1 0 1,-2 0-1,1-1 0,0 1 0,-1-1 1,0 0-1,0 0 0,0 0 0,-1 0 1,0 0-1,0 0 0,0 0 0,0 0 1,-1-6-1,0 11 36,0-1 0,0 0 0,0 1 0,-1-1 0,1 1 0,0-1 0,-1 1 0,1-1 0,0 1 0,-1-1 0,1 1 0,0-1 0,-1 1 0,1-1 0,-1 1 0,1-1 0,-1 1 0,1 0 0,-1-1 0,0 1 0,1 0 0,-1 0 0,1-1 0,-1 1 0,0 0 0,1 0 0,-1 0 0,1 0 0,-1 0 0,0 0 0,1 0 0,-2 0 0,-24 0 1080,23 1-979,3-1-118,-1 0 0,1 0 0,-1 1 0,0-1 0,1 1 1,-1-1-1,1 0 0,-1 1 0,1-1 0,-1 1 1,1-1-1,-1 1 0,1 0 0,0-1 0,-1 1 0,1-1 1,0 1-1,-1 0 0,1-1 0,0 1 0,0 0 1,-1-1-1,1 1 0,0 0 0,0-1 0,0 1 0,0 0 1,0 1-1,1 26 41,-1-19-5,1 0-66,0-1 0,0 1-1,1-1 1,0 1-1,1-1 1,-1 0 0,2 0-1,-1 0 1,1 0 0,0 0-1,1-1 1,0 0 0,0 0-1,1 0 1,-1 0-1,1-1 1,11 8 0,-11-9-323,1 0 0,0 0 1,-1-1-1,2 0 0,-1 0 1,0 0-1,1-1 0,0-1 1,0 1-1,-1-1 1,16 2-1,-18-4 3,58 1-5789,-59-1 5150,0-1 1,0 1 0,0-1-1,0 0 1,0-1-1,0 1 1,0-1 0,3-1-1,17-20-8505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7.8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4210,'0'0'21914,"69"64"-21162,-38-36-223,1-1-433,3-2-96,1-4-289,1-5-639,1-9-897,-1-5-1344,1-2-1217,-2 0-2673,-1-23-193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8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622 1 3378,'0'0'9772,"-22"12"-5306,9-4-3712,-10 4 323,1 2 0,0 0 0,1 1 0,1 1 1,-29 29-1,-3 16 1131,3 2 0,-66 111 1,-50 154-1522,156-307-969,0-1-775,0 0 1,2 0-1,-8 33 1,15-53 897,0 1 0,0-1 0,0 1 0,0-1 0,0 1 0,1-1 0,-1 1 0,0-1 0,0 1 0,0-1 0,1 1 0,-1-1 0,0 1 0,0-1 0,1 1 0,-1-1 0,0 1 0,1-1 0,-1 0 0,1 1 0,-1-1 0,0 0 0,1 1 0,-1-1 0,1 0 0,-1 0 0,1 1 0,-1-1 0,1 0 0,-1 0 0,1 0 0,-1 0 0,1 0 0,-1 0 0,1 0 0,0 0 0,-1 0 0,1 0 0,-1 0 0,1 0 0,-1 0 0,1 0 0,-1 0 0,1 0 0,-1 0 0,1-1 0,0 1 0,31-10-3356,25-22-3307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8.3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327 18 8260,'0'0'17229,"-20"-4"-14668,-65-9-699,81 13-1736,0-1 0,0 1 0,0 0 0,0 1-1,0-1 1,0 1 0,0 0 0,0-1 0,0 2-1,1-1 1,-1 0 0,0 1 0,-5 3 0,7-4-74,0 1 1,0 0 0,0 0-1,0 0 1,0 0 0,1 0-1,-1 0 1,1 0 0,-1 1-1,1-1 1,0 1 0,-1-1-1,1 1 1,1-1 0,-2 4 0,1 0-39,1-1 1,-1 1 0,1-1 0,0 1 0,0 0-1,1-1 1,0 1 0,0-1 0,0 1 0,1-1 0,-1 0-1,1 1 1,1-1 0,-1 0 0,5 7 0,30 37-174,14 21-417,-46-63 436,-1 1-1,0-1 0,-1 1 1,0 0-1,0 0 0,0 0 1,2 14-1,-5-20 136,0 0 1,0 0-1,0-1 0,0 1 0,-1 0 0,1 0 1,-1 0-1,1 0 0,-1 0 0,1 0 0,-1-1 1,0 1-1,0 0 0,0 0 0,0-1 0,0 1 1,0-1-1,0 1 0,-1-1 0,1 1 0,-1-1 1,1 0-1,-1 0 0,1 0 0,-1 0 0,1 0 1,-1 0-1,0 0 0,0 0 0,0-1 0,1 1 1,-4 0-1,-9 3 98,1-2 1,-1 1-1,-23 0 0,12-1 31,13-1-295,1 2 0,0-1-1,1 1 1,-13 6 0,-18 10-5192,16-6-954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18.0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14 160,'0'0'11915,"2"-4"-10637,4-6 162,-2 10 1450,-4 2-2709,0 0 1,0 0 0,-1 0-1,1 0 1,-1 0 0,1-1-1,-1 1 1,0 0 0,1 0-1,-1-1 1,-2 4-1,-8 13 584,-2 0 0,-24 27 0,-1 1-146,7-6-344,-30 42-46,54-72-223,1 0 0,0 0-1,1 1 1,0 0 0,1 0-1,-3 13 1,6-22-12,0 0 0,1-1 0,-1 1 1,1 0-1,0 0 0,-1-1 0,1 1 0,0 0 0,0 0 0,0 0 0,0-1 1,0 1-1,0 0 0,1 0 0,-1-1 0,1 1 0,-1 0 0,1-1 0,0 1 1,-1 0-1,1-1 0,0 1 0,0-1 0,0 1 0,0-1 0,1 1 1,1 1-1,1-2 7,0 1 1,1 0-1,-1-1 1,1 0-1,-1 0 1,1-1-1,-1 1 1,1-1-1,6 0 1,91 1 160,-1-4 0,1-5 0,-1-4 0,127-33 1,-179 25 1023,-43 17-788,-6 4-562,0 0-1,0 0 0,0 0 1,0 1-1,0-1 0,0 0 1,0 0-1,0 0 0,0 0 1,0 0-1,0 0 0,-1 0 1,1 0-1,0 0 0,-1 0 0,1 0 1,-1 0-1,1 0 0,-1-1 1,0 1-1,0 1 0,-4 1-967,0-1 0,-1 0-1,1 0 1,0 0 0,-1 0-1,1-1 1,-1 0-1,-10 0 1,-9 0-4697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18.3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118 0 4770,'0'0'14305,"-1"20"-11469,-8 54-45,-21 85 0,8-75-1552,7-35-1215,3 0 0,2 1 1,2 1-1,-2 54 0,10-103-206,0 0-1,0 1 0,0-1 1,0 0-1,0 1 0,0-1 1,1 0-1,-1 0 0,1 1 1,0-1-1,0 0 1,0 0-1,0 0 0,0 0 1,0 0-1,2 2 0,-1-2-174,0-1 0,0 0 0,0 0 0,1 1 0,-1-1 0,1-1 0,-1 1 0,1 0 0,-1-1 0,1 1 0,-1-1 0,1 0 0,-1 1 0,4-2 0,43 2-6966,11-1-3730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18.9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401 704 1601,'0'0'16092,"-9"-5"-13576,-4-2-1750,0 1 0,0 1-1,-1 0 1,0 0 0,1 2-1,-2-1 1,1 2 0,-23-2-1,20 4-435,-1 1 0,1 0 0,0 1 0,1 1 0,-1 1 0,-19 7 0,29-9-261,1 1-1,-1 0 1,1 0-1,0 1 1,-1 0-1,1 0 1,1 0-1,-1 1 1,1-1-1,0 2 1,0-1-1,0 0 1,1 1-1,0 0 1,0 0-1,0 0 1,-3 9-1,5-12-50,1 1 0,0-1 0,-1 1-1,1 0 1,1-1 0,-1 1 0,1 0-1,-1 0 1,1-1 0,0 1 0,0 0-1,1 0 1,-1-1 0,1 1 0,1 6-1,0-8-17,-1 0 0,0 1-1,0-1 1,1 0-1,0 0 1,-1 0 0,1-1-1,0 1 1,0 0 0,0 0-1,0-1 1,0 0-1,0 1 1,0-1 0,0 0-1,1 0 1,-1 0-1,0 0 1,1 0 0,-1-1-1,1 1 1,-1-1 0,4 1-1,12 0-24,0-1-1,0-1 0,0 0 1,0-1-1,0-1 1,-1 0-1,1-2 1,-1 0-1,0-1 1,0 0-1,-1-2 0,0 0 1,0 0-1,23-18 1,-4 0-208,-2-1 0,0-2 0,-2-2 1,53-66-1,-49 50 192,-3-1 1,-1-2 0,-3-1-1,-2-1 1,-3-2-1,32-104 1,-51 144 23,-1-1 0,0-1 0,-1 1 0,0-21 0,-2 35 27,0 1 0,0-1 0,0 0 0,0 0 0,0 0 1,0 0-1,0 0 0,0 0 0,0 1 0,-1-1 0,1 0 1,0 0-1,-1 0 0,1 1 0,-1-1 0,1 0 0,-1 0 0,1 1 1,-1-1-1,1 0 0,-1 1 0,0-1 0,1 1 0,-1-1 1,0 1-1,1-1 0,-1 1 0,0-1 0,0 1 0,0 0 1,1-1-1,-1 1 0,0 0 0,0 0 0,-1-1 0,-2 1 42,1 0-1,0 1 0,-1-1 0,1 0 1,-1 1-1,1 0 0,0 0 0,-6 2 1,-1 2 58,1 0 0,0 0 0,0 1 1,0 0-1,1 1 0,-1 0 0,2 0 0,-13 15 1,1 2 305,-30 48 0,31-41-234,1 1 0,2 1 0,1 0 0,2 1-1,-15 63 1,18-44-176,2 0-1,2 1 1,3 66-1,2-111-49,0 1-1,1 0 1,0-1 0,1 1 0,0-1-1,0 1 1,7 15 0,-7-22-132,-1 0 0,1 0 1,0 0-1,0 0 0,0-1 1,0 1-1,1 0 0,-1-1 0,1 0 1,-1 0-1,1 0 0,0 0 1,0 0-1,0 0 0,0-1 1,0 0-1,0 1 0,0-1 1,0 0-1,1 0 0,-1-1 1,0 1-1,1-1 0,-1 0 0,6 0 1,0 1-931,0-1-1,1-1 1,-1 0 0,0 0 0,1-1 0,-1 0-1,0 0 1,0-1 0,0 0 0,15-9 0,17-14-6455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19.3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259 14 5763,'0'0'16797,"-8"-4"-15213,5 3-1444,-1-1 0,0 1 0,0 0 0,1 0 0,-1 0 0,0 0 0,0 1 0,0-1 0,0 1 0,0 0 0,-7 1-1,3 0 114,1 1 0,-1 0 0,1 1 0,0 0 0,0 0 0,-11 6 0,6-2 131,0 0-1,1 1 1,0 0 0,0 1-1,1 0 1,0 0 0,-15 19-1,21-22-314,0 0 0,0 0-1,1 0 1,0 0 0,0 1-1,0 0 1,1-1 0,0 1-1,0 0 1,1 0 0,0 0-1,0 0 1,0 1 0,1-1-1,0 0 1,2 13 0,-1-19-77,-1 0 0,0 0 1,1 1-1,-1-1 0,1 0 1,-1 0-1,1 0 0,-1 0 1,1 0-1,0 0 0,0 1 1,0-1-1,-1-1 0,1 1 1,0 0-1,0 0 0,0 0 1,0 0-1,0-1 0,1 1 1,0 0-1,2 0-29,-1 1 1,0-1-1,1-1 1,-1 1-1,0 0 0,1-1 1,-1 0-1,5 0 1,-3 0-19,1 0 0,0-1 0,-1 0 0,1 0 0,-1 0 0,0-1 0,1 0 0,-1 0 1,0 0-1,6-4 0,2-5 12,-1-1 1,0-1 0,-1 0-1,0-1 1,-2 0 0,1-1-1,12-27 1,-23 48 171,1-1 1,0 1-1,0 0 1,0 0-1,0-1 1,1 1-1,0 0 1,0-1-1,0 1 1,1 0-1,0-1 1,5 10-1,-3-8-222,-1-1-1,1 0 0,1-1 1,-1 1-1,1-1 0,0 0 1,0 0-1,0 0 0,1-1 1,0 0-1,0 0 0,7 4 1,-7-5-713,1-1 0,0 0 1,-1 0-1,14 2 0,34-2-9141,-35-4 1679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19.6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2465,'0'0'18638,"0"6"-15679,0-3-2686,0 0 0,0 0 1,0 0-1,1 0 0,-1 0 1,1 1-1,0-1 1,0 0-1,0-1 0,0 1 1,1 0-1,-1 0 0,1 0 1,-1-1-1,1 1 0,0-1 1,0 1-1,0-1 0,1 0 1,-1 0-1,1 0 0,-1 0 1,1 0-1,-1-1 1,5 3-1,51 23 828,12 7-4411,-52-26-2396,-10-8-4958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20.0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925 17 1008,'0'0'13599,"7"-3"-11132,-3 1-2404,17-9 2850,-16 11-742,-15 10-85,-11 11-416,0 2-1,-23 30 1,30-32-1353,1 0-1,0 0 1,2 1 0,0 1 0,-13 45 0,10-7-402,3 0-1,3 1 1,2 0-1,3 89 1,6-114-350,0 1 0,2-1 0,2 0 0,17 51 0,-16-60 180,-5-16 137,0 0 0,-1 1 0,-1-1 0,1 16 0,-2-27 119,0 1 0,0-1-1,0 0 1,-1 1 0,1-1 0,0 0 0,-1 1-1,1-1 1,-1 0 0,1 0 0,-1 0 0,1 1-1,-1-1 1,0 0 0,0 0 0,0 0 0,0 0-1,1 0 1,-1 0 0,-2 1 0,0-1 17,0 1-1,0 0 1,0-1 0,0 1 0,0-1-1,-1 0 1,1 0 0,-4 0 0,-10 1 153,0 0 1,-29-2-1,29-1-30,-34 2 287,-2 0 135,0-2 1,0-2-1,-91-17 1,97 8-128,-52-21 1,84 27-383,1 0 0,0-2 0,0 1 0,0-2 0,1 1-1,0-2 1,-16-15 0,26 22-116,0 0-1,1-1 0,-1 1 1,1 0-1,-1-1 1,1 0-1,0 1 1,0-1-1,1 0 0,-1 0 1,1 0-1,0 0 1,0 0-1,0 0 0,1-1 1,-1 1-1,1 0 1,0 0-1,0-1 0,0 1 1,1 0-1,0 0 1,0 0-1,0 0 1,0 0-1,0 0 0,1 0 1,0 0-1,0 0 1,0 0-1,0 1 0,0-1 1,1 1-1,0 0 1,0 0-1,4-5 1,8-2-784,0 0 0,0 0 0,1 2 0,24-10 1,76-22-5500,-43 15-180,19-8-3271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20.5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473 38 2657,'0'0'17430,"-16"-7"-15056,5 3-1890,0-1-37,0 0 1,0 1-1,-1 1 0,1 0 1,-1 1-1,1 0 1,-24-1-1,18 3 53,1 1-1,-1 1 0,0 0 1,1 2-1,-1-1 1,1 2-1,0 0 1,1 1-1,-19 10 0,31-14-434,0-1 0,0 1 0,0 0 0,0 0 0,1 0 0,-1 1 0,1-1 0,-1 1 0,1-1 0,0 1 0,-3 4 0,4-5-58,1-1 1,-1 1-1,1-1 1,-1 1-1,1-1 1,-1 1-1,1-1 1,0 1-1,0 0 1,0-1-1,0 1 1,0-1-1,0 1 1,0 0 0,0-1-1,1 1 1,-1-1-1,1 1 1,-1-1-1,1 1 1,-1-1-1,1 1 1,0-1-1,0 0 1,0 1-1,0-1 1,2 2-1,4 4-22,1-1-1,0 0 1,1 0-1,-1-1 1,1 0-1,10 3 0,19 12-256,-31-16 233,5 3-195,-1 0-1,0 1 0,14 13 1,-22-19 194,-1 1 1,1-1 0,-1 1 0,0 0-1,0 0 1,0 0 0,0 0-1,0 0 1,-1 0 0,1 1 0,-1-1-1,0 0 1,0 1 0,0-1-1,-1 1 1,1 0 0,-1-1 0,0 5-1,0-6 58,-1 0 0,0 1 0,0-1-1,0 0 1,0 0 0,0 0 0,0 0-1,0 0 1,-1 0 0,1 0 0,-1-1-1,0 1 1,1 0 0,-1-1 0,0 1-1,0-1 1,0 0 0,0 1 0,0-1-1,0 0 1,0 0 0,0 0 0,-4 0-1,-9 4 266,-1 0 0,-19 3 0,27-6-144,-58 8 573,48-8-859,1 0 0,0 2 0,-1 0 0,1 0 0,-26 12 0,31-6-3017,11-3-6369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33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705 17 160,'0'0'5613,"1"-2"-4852,5-9-54,-5 8 3793,-1 21-2952,-2 41-529,-15 79 1,4-42-845,-52 299 1176,45-290-816,-2 9-143,-2-3-70,6 2 0,-4 129 0,22-204-180,-2 86 193,-23 164-1,-26 171 44,43-373-353,-5 17 17,-5 0 0,-40 128 0,35-128-70,4 1 1,-9 166 0,24-219-4,-38 257-83,7-79 82,-3 295 6,31-390 73,3 51-202,28 253 1,-16-305 119,-8 139 0,-36 13 125,21-198 279,-6 159-1,3 175 410,12-329-742,-21 202 642,6-96-342,-2 230 928,27-334-1264,27 170 0,-13-122-8,0 167 0,-17-241 1,-2-28 78,10 75-1,-6-80 13,-1 0 1,-3 56-1,-1-24-88,2-37 3,-1 2 22,7 54 0,-4-75-19,0 0-1,1 0 0,0 0 0,1 0 0,0 0 1,1-1-1,0 1 0,9 12 0,31 32-123,-33-42 117,-1 0 0,0 0 1,-1 1-1,8 16 0,-15-22 10,-1 1 0,0-1-1,-1 1 1,1 0 0,-2-1-1,1 1 1,-2 11 0,2 6-13,-1-19-198,1 17 505,-1-23-387,0-1 0,0 1 0,0-1-1,0 1 1,0-1 0,0 1 0,1 0 0,-1-1-1,0 1 1,0-1 0,0 1 0,1-1 0,-1 1-1,0-1 1,0 1 0,1-1 0,-1 0 0,0 1-1,1-1 1,-1 1 0,1-1 0,-1 0 0,1 1 0,-1-1-1,1 0 1,-1 1 0,1-1 0,-1 0 0,2 1-1,-1-3-169,0 1-1,-1 0 1,1-1-1,0 1 0,0-1 1,-1 1-1,1-1 0,-1 0 1,1 1-1,-1-1 1,0 1-1,1-1 0,-1 0 1,0 1-1,0-1 1,0-2-1,0-1-545,3-39-3851,-2-14-2688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36.1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393 132 1056,'0'0'2135,"2"-18"-1535,3-87 1516,-5 104-2034,-1 1 0,1-1 1,0 1-1,0-1 0,-1 1 1,1-1-1,0 1 0,-1 0 1,1-1-1,0 1 0,-1 0 0,1-1 1,0 1-1,-1 0 0,1-1 1,-1 1-1,1 0 0,-1 0 1,1-1-1,0 1 0,-1 0 1,1 0-1,-1 0 0,1 0 1,-1 0-1,1 0 0,-1 0 1,1 0-1,-1 0 0,1 0 0,-1 0 1,1 0-1,-1 0 0,1 0 1,-1 0-1,1 1 0,-1-1 1,1 0-1,-1 0 0,1 0 1,-1 1-1,1-1 0,0 0 1,-1 1-1,1-1 0,-1 0 1,1 1-1,-5 18 537,1 0-1,1 0 1,0 0 0,2 0-1,1 33 1,0-45-449,3 522 4092,0 0-3130,12 555 637,-15-1058-1766,-13 888 130,6-273-34,5-144-46,-53 120-80,12-220 22,34-285-7,-41 445-63,-26-4 151,59-460-146,-88 576 140,101-638 31,2 0 0,1 1 0,1-1 0,2 0 0,1 1 0,10 45 0,-3-36-97,-2 0 0,-2 1 0,1 75 0,-8-39-21,-14 86 0,9-84 0,6 116-1,2-79 61,-2-4-4,6 478 178,-6-576-238,0-6 15,0 0-1,0 1 1,1-1 0,1 0-1,-1 0 1,1 0-1,4 10 1,-5-18-69,-1-4-1230,1 1 632,1-1 0,-1 0 0,0 1 0,1 0 0,-1-1 0,1 1 0,0 0 0,2-3 0,10-15-5235,-7-2-775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45.3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406 1 15143,'0'0'11877,"-15"25"-9534,2-5-1957,-8 13 172,1 2 1,2 0-1,-20 52 1,-24 101 263,-66 167-932,126-350 41,0 1-183,-1 0-1,0 0 1,0-1-1,0 1 1,-7 7-1,-8-1-3323,15-12 2850,1 1-1,0-1 1,0 0-1,0 0 1,-1 0-1,1 0 1,0 0 0,0 0-1,-4-1 1,-14-6-7459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45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33 9332,'0'0'3202,"18"-2"261,212-12 4412,236 13-4791,-455 1-3062,-1 0 0,1-1 0,-1 0-1,1-1 1,-1 0 0,12-4-1,-31 5 3261,-42-2-2687,38 4-603,1 1-1,0 0 1,0 1 0,-1 0-1,2 1 1,-1 1 0,0 0-1,1 0 1,0 1 0,0 0-1,1 1 1,-1 0 0,2 1-1,-1 0 1,1 1 0,-13 15-1,20-22-63,1 0 0,-1 0 0,0 1 0,1-1-1,0 1 1,-1-1 0,1 1 0,0 0-1,0-1 1,0 1 0,1 0 0,-1 0-1,1 0 1,0 0 0,-1-1 0,1 1-1,1 5 1,0-6 36,-1 0-1,1 0 0,0-1 1,0 1-1,0 0 0,0-1 1,0 1-1,0-1 1,1 1-1,-1-1 0,0 0 1,1 1-1,-1-1 0,1 0 1,0 0-1,-1 0 1,1 0-1,0 0 0,-1-1 1,1 1-1,0 0 0,0-1 1,0 1-1,0-1 1,-1 0-1,4 0 0,7 2-56,0 0 0,0-1 0,1-1-1,-1 0 1,1-1 0,-1 0 0,13-3-1,-20 2 79,0 1 0,0 0 0,0-1 0,-1 0 0,1 0 0,0-1 0,-1 0 0,0 1 0,1-1 0,-1 0 0,0-1 0,0 1 0,-1-1 0,1 0 1,-1 0-1,0 0 0,0 0 0,0-1 0,3-5 0,-6 9 28,1 0 1,-1 1-1,0-1 1,1 1 0,-1-1-1,0 0 1,1 1-1,-1-1 1,0 0 0,0 1-1,0-1 1,1 0 0,-1 1-1,0-1 1,0 0-1,0 1 1,0-1 0,0 0-1,0 1 1,-1-1-1,1 0 1,0 0 0,0 1-1,0-1 1,-1 1-1,1-1 1,0 0 0,-1 1-1,1-1 1,0 0 0,-1 1-1,1-1 1,-1 1-1,0-1 1,0 1-17,0-1 1,0 1-1,1 0 1,-1 0-1,0 0 1,0 1-1,0-1 1,0 0-1,0 0 1,0 0-1,1 1 1,-1-1-1,0 0 1,0 1-1,0-1 1,1 0-1,-1 1 0,0-1 1,1 1-1,-1 0 1,0-1-1,1 1 1,-1-1-1,0 1 1,1 0-1,-1 1 1,-3 4-207,1 0 1,0 1-1,0 0 0,1 0 1,0 0-1,0 0 1,0 0-1,1 0 0,0 0 1,1 1-1,0-1 1,1 14-1,-1-17-179,0-2 60,0 0 1,0 0-1,0 0 1,0 0-1,1 0 1,-1 0-1,1 0 1,-1 0-1,1 0 0,0-1 1,-1 1-1,1 0 1,0 0-1,0-1 1,1 1-1,-1 0 1,0-1-1,0 1 1,3 1-1,-1-1-341,0 0 1,0 0-1,1-1 0,-1 1 0,0-1 0,1 0 0,-1 0 1,1 0-1,-1 0 0,5 0 0,33 1-6174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46.8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389 680 15367,'0'0'4141,"-23"-2"223,-75-7-759,94 8-3411,-1 1 1,0-1-1,0 1 1,0 0 0,0 0-1,0 0 1,0 1 0,0 0-1,0 0 1,0 0-1,1 1 1,-1-1 0,0 1-1,1 0 1,-7 4 0,9-3-194,-1 0 1,1 0-1,0 0 1,0 1 0,0-1-1,0 1 1,1-1 0,-1 1-1,1 0 1,0-1 0,0 1-1,0 0 1,1 0-1,-1 0 1,1 6 0,-1 101-1395,0-2-1827,1-107 3120,0 0 1,-1 0-1,1 0 1,-1 0-1,0 0 1,0 0-1,1 0 1,-1 0-1,0 0 1,-1-1-1,1 1 1,0 0-1,-1-1 1,1 1-1,0-1 1,-1 1-1,0-1 1,1 0-1,-1 0 1,0 0-1,0 0 1,0 0-1,1 0 1,-1 0-1,0 0 1,0-1-1,0 1 1,0-1-1,-4 1 0,-7 1 15,0-1-1,0-1 0,-23-1 0,13 0 88,23 1-3,-1 0 0,0 0 0,1 0 0,-1 0 0,0 0 0,1 0 0,-1 0 0,0 0 0,1 0 0,-1 0 0,0 0 0,1-1 0,-1 1 0,1 0 0,-1 0 0,0-1 0,1 1 0,-1-1 0,1 1 0,-1 0 0,1-1 0,-1 1 0,1-1 0,-1 1 0,1-1 0,0 1 0,-1-1 0,1 1 0,0-1 0,-1-1 0,1 1-58,0 0 0,0 0 1,0-1-1,0 1 0,1 0 0,-1 0 0,0 0 0,1 0 0,-1 0 0,1 0 1,0 0-1,-1 0 0,1 0 0,0 0 0,-1 0 0,1 0 0,0 0 0,0 0 1,0 0-1,1 0 0,22-18-773,2 2 0,0 0 0,50-22 0,-11 5 102,52-32 784,-3-5 0,-4-6-1,-2-3 1,-5-6 0,136-144 0,-237 228-19,20-21 789,-2 0-1,0-1 1,-2-1 0,0-1 0,16-34 0,-32 56-303,-1 0 1,1 0-1,-1 0 0,0-1 1,0 1-1,0 0 0,-1 0 0,0-1 1,0-5-1,0 9-472,0 1 0,0 0 0,0 0 0,0-1 0,0 1 0,0 0-1,0-1 1,0 1 0,0 0 0,0 0 0,0-1 0,-1 1 0,1 0 0,0 0 0,0-1 0,0 1 0,0 0-1,-1 0 1,1-1 0,0 1 0,0 0 0,0 0 0,-1 0 0,1-1 0,0 1 0,0 0 0,-1 0 0,1 0 0,0 0-1,-1 0 1,1 0 0,0 0 0,0-1 0,-1 1 0,1 0 0,0 0 0,-1 0 0,1 0 0,-11-1 157,0 0-1,0 1 1,1 0 0,-1 0 0,0 1 0,0 1 0,1-1 0,-1 2 0,1 0 0,-17 6 0,11-1-85,0 0 1,1 0 0,0 2-1,0 0 1,-26 24-1,12-4-121,0 1 0,2 1 0,2 2-1,-39 67 1,-59 162 5,95-192-27,-4-2 0,-2-1 0,-46 68 0,79-135 9,-16 23 5,12-18-27,9-15-106,21-27 30,2 1 0,1 1 0,2 2 0,64-55 0,-66 62 81,1 0-1,1 3 1,2 0-1,41-21 1,-68 41 76,0 0 0,0 0 1,1 1-1,-1 0 0,0 0 0,0 0 0,1 0 1,-1 1-1,7 1 0,-7-1 124,-3 0-155,-1 1-1,0-1 1,0 1-1,0 0 1,0 0-1,0 0 1,0 0-1,0 0 1,-1 0 0,1 0-1,0 0 1,0 0-1,-1 0 1,1 0-1,-1 0 1,1 1-1,-1-1 1,1 0-1,-1 0 1,0 1-1,1-1 1,-1 0-1,0 0 1,0 1-1,0 1 1,0 0-17,1 0 0,-1-1 1,0 1-1,0 0 0,0-1 0,0 1 1,-1 0-1,1-1 0,-1 1 0,1 0 1,-1-1-1,-2 5 0,-2-3 2,0-1 0,-1 0 0,1 0 0,-1-1 0,1 0 0,-1 0 0,0 0 0,-11 1 0,-6 3 0,10-1 0,1-1 0,0 1 0,1 1 0,-1 0 0,1 1 0,0 0 0,1 0 0,0 1 0,-11 11 0,15-12 0,0 0 0,0 0 0,1 0 0,0 1 0,0 0 0,1 0 0,0 0 0,0 0 0,1 1 0,0 0 0,0-1 0,1 1 0,-2 16 0,3-12 0,0 0 0,1-1 0,0 1 0,3 18 0,-2-27 0,0 1 0,0-1 0,1 0 0,-1 1 0,1-1 0,0 0 0,0 0 0,0 0 0,1 0 0,0-1 0,-1 1 0,1-1 0,0 0 0,1 1 0,5 4 0,-1-3 31,0 0-1,0 0 1,0-1 0,1 0 0,0-1-1,0 0 1,0 0 0,14 2-1,25 1-1272,1-5-4110,-42-3-2750,-7-9-7396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39.2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17 176,'0'0'1425,"38"-16"-1425,-36 16-32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40.6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434 136 256,'47'-40'1846,"-41"35"-3799,8-4 20820,-12 9-17009,-2 0-1842,2 5 317,4 20 380,-1 1 0,-1-1 0,-2 1-1,0 45 676,-16-105-1460,7 11-165,-6-39 0,10 42 118,-1 0 1,-12-32 0,14 49 117,1-1-1,-2 1 1,1 0 0,0 0 0,-1 0 0,1 0 0,-1 1 0,0-1 0,0 1 0,0-1 0,0 1 0,0 0 0,0 0 0,-1 1 0,1-1 0,-1 1 0,1-1 0,-1 1 0,0 0 0,1 0 0,-1 1-1,0-1 1,0 1 0,-4 0 0,-3-1-34,0 1 0,0 1 0,0 0 0,0 0 0,0 1 0,0 1 0,-14 5 0,7-1 30,1 2 1,0 0 0,0 1-1,1 1 1,1 0 0,0 1-1,-17 17 1,16-12 18,-1 0 0,2 2 1,1-1-1,0 2 0,-16 30 0,24-35 10,1 0 0,0 1 0,1-1 0,0 1-1,2 0 1,0-1 0,0 1 0,2 0-1,0 0 1,4 31 0,-3-39-9,1-1 0,0 1 1,0-1-1,0 0 0,1 0 0,0 0 0,1 0 1,-1 0-1,1-1 0,1 0 0,-1 0 0,1 0 1,0 0-1,0 0 0,1-1 0,0 0 0,0-1 1,0 1-1,0-1 0,1 0 0,-1 0 0,1-1 1,0 0-1,0 0 0,0-1 0,1 0 0,-1 0 1,1 0-1,10 0 0,1-3-1656,1 0-1,25-5 1,34-15-8066,-35 10 3350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40.9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39 3554,'0'0'16282,"-6"1"-14799,1 0-1297,0 1 0,0 0 0,0 0 1,1 0-1,-1 1 0,1 0 0,-1 0 0,1 0 0,0 0 0,0 1 1,0-1-1,-5 7 0,-3 6 453,-1-1 1,-12 24-1,23-36-609,0 0 1,1 0-1,-1 0 1,1 0-1,0 1 0,0-1 1,0 0-1,0 0 0,1 1 1,-1-1-1,1 1 0,0-1 1,0 0-1,1 7 0,0-8-30,-1 0 0,1 0 0,-1 0-1,1 0 1,0 0 0,0-1 0,0 1-1,0 0 1,0-1 0,0 1-1,1 0 1,-1-1 0,0 0 0,1 1-1,-1-1 1,1 0 0,0 0-1,-1 0 1,1 0 0,0 0 0,-1 0-1,1 0 1,0 0 0,0-1 0,3 1-1,9 2-65,1-1-1,-1-1 0,0 0 0,1-1 1,-1-1-1,0 0 0,0-1 1,1 0-1,-1-2 0,26-8 0,-34 9 0,0 1-1,-1-1 1,1 0 0,-1-1-1,1 1 1,-1-1-1,0 0 1,0-1-1,-1 1 1,1-1-1,5-8 1,-7 8 51,-1 1-1,1-1 1,-1 1-1,-1-1 1,1 0 0,-1 0-1,1 0 1,-1 0-1,-1 0 1,1 0 0,-1 0-1,0 0 1,0 0-1,0-1 1,-1 1 0,-1-7-1,0 8 91,0 0 0,0-1 0,0 1-1,0 0 1,-1 0 0,1 1 0,-1-1 0,0 1-1,0-1 1,-1 1 0,1 0 0,-1 0 0,1 0-1,-1 0 1,0 1 0,0 0 0,0 0 0,0 0-1,-1 0 1,1 0 0,-8-1 0,-42-9-2255,41 10-6002,44 11 308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41.6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49 4994,'0'0'9944,"15"-3"-8640,48-5 334,-62 8-1542,1 0-1,0 0 0,-1 0 1,1 1-1,0-1 0,-1 1 1,1-1-1,-1 1 0,1-1 1,-1 1-1,1 0 1,-1 0-1,1 0 0,-1 0 1,0 0-1,0 0 0,1 0 1,-1 0-1,0 1 1,0-1-1,0 0 0,0 1 1,0-1-1,0 3 0,10 33 1570,-11-34-1523,2 7 441,-1 1 0,0 0 0,-1 0 0,-1 17 0,0-23-468,0 0 1,0 0 0,0 0 0,-1 0 0,0 0-1,0 0 1,0-1 0,-1 1 0,1-1 0,-1 1-1,0-1 1,0 0 0,-6 5 0,8-8-186,2-4-21,-1 0 0,1 1-1,0-1 1,0 1-1,0-1 1,0 0-1,0 1 1,1 0 0,-1-1-1,1 1 1,-1 0-1,1 0 1,2-3-1,-1 1-9,16-20-543,41-43 0,-54 60 614,1 1-1,0 0 0,0 1 0,0 0 0,1 0 1,0 0-1,0 1 0,0 0 0,0 0 0,1 1 1,11-3-1,-19 6 54,-1 0 0,1 0 0,0 0 0,-1 0 0,1 0 1,0 0-1,-1 0 0,1 0 0,0 0 0,-1 0 0,1 0 0,0 1 0,-1-1 1,1 0-1,0 0 0,-1 1 0,1-1 0,-1 0 0,1 1 0,-1-1 0,1 1 1,0-1-1,-1 1 0,0-1 0,1 1 0,-1-1 0,1 1 0,-1-1 0,0 1 1,1 0-1,0 2 66,0-1 0,-1 1 1,1-1-1,-1 1 0,1-1 1,-1 1-1,0-1 0,0 5 1,-1 3 260,-1 0 0,0 0 0,-5 17 0,6-23-309,0 0 0,0 1-1,0-1 1,1 0 0,-1 0 0,1 7 0,18-11-759,-8-2 524,1 1 0,-1-2 0,1 0 0,-1 0 1,0 0-1,0-2 0,0 1 0,17-12 0,75-57-1507,-83 58 1471,-6 6 268,-10 8 27,0 0 1,0-1-1,-1 1 0,1-1 1,-1 0-1,1 0 0,-1 0 0,0 0 1,1 0-1,-1-1 0,0 1 1,-1 0-1,1-1 0,0 0 1,-1 1-1,1-1 0,0-5 1318,-4 9-1265,-1-1 0,0 1-1,1 0 1,-1 0 0,1 0-1,-1 0 1,1 0 0,0 1-1,-1-1 1,1 1-1,0-1 1,0 1 0,0 0-1,0 0 1,0 0 0,0 0-1,1 0 1,-1 0 0,1 1-1,-1-1 1,1 0 0,0 1-1,0-1 1,0 1-1,0-1 1,1 1 0,-2 4-1,1-4-184,0 0 0,0 0 0,1 1-1,-1-1 1,1 0 0,0 1 0,0-1-1,0 0 1,0 1 0,0-1-1,1 1 1,-1-1 0,1 0 0,0 0-1,0 1 1,1-1 0,-1 0 0,0 0-1,1 0 1,0 0 0,4 5 0,-3-5-389,2 0-1,-1 0 1,0-1 0,0 1 0,1-1 0,-1 0 0,10 3 0,-6-3-1108,-1-1 0,1 1 0,-1-2-1,12 1 1,5-1-5220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42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84 7363,'0'0'10026,"19"6"-9201,9 2-680,1-1 0,-1-2 0,1 0 0,31 0 0,-59-5-125,0 0 0,0 0 0,-1-1 0,1 1 0,0 0 0,0 0 0,0 0 0,0-1 0,-1 1 0,1 0 0,0-1-1,0 1 1,-1 0 0,1-1 0,0 1 0,-1-1 0,1 0 0,0 1 0,-1-1 0,1 1 0,-1-1 0,1 0 0,-1 1 0,1-1-1,0-1 1,0-1 45,-1 1 0,1 0-1,0-1 1,-1 1-1,0-1 1,1 1-1,-1 0 1,0-1 0,-1-3-1,1 2 38,-1 0 0,1 0-1,-1 0 1,0 0 0,0 0 0,-1 1-1,1-1 1,-1 0 0,0 1 0,0-1-1,0 1 1,-4-6 0,1 6 16,1 0 0,-1 0 1,0 1-1,0-1 0,0 1 1,-1 0-1,1 0 0,0 1 1,-1 0-1,1 0 0,-1 0 1,1 0-1,-1 1 0,1 0 1,-8 1-1,8-1-32,0 0 0,0 1 1,0 0-1,0 0 0,0 0 0,0 0 0,0 1 1,1 0-1,-1 0 0,0 1 0,1-1 1,0 1-1,-1 0 0,1 0 0,0 0 0,-4 5 1,4-2-33,0 0 1,0 0 0,0 0-1,1 1 1,0-1 0,0 1-1,1 0 1,0 0 0,0-1-1,-1 15 1,2-18-175,1-1-1,0 1 1,0 0-1,0 0 0,0 0 1,1 0-1,-1-1 1,1 1-1,-1 0 1,1 0-1,0-1 1,0 1-1,0 0 1,1-1-1,-1 1 1,1-1-1,-1 0 0,1 1 1,0-1-1,0 0 1,0 0-1,0 0 1,0 0-1,0 0 1,0-1-1,1 1 1,-1-1-1,1 1 1,2 0-1,6 1-1718,-1 0 1,1 0-1,0-1 1,-1-1-1,1 0 1,19-1-1,9 0-4852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42.3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346 9 2481,'0'0'15653,"-22"-2"-12569,-73-4-1187,90 6-1789,1 0 0,-1 0 1,0 1-1,0 0 0,0 0 1,1 0-1,-1 0 1,1 1-1,-1 0 0,1 0 1,-1 0-1,1 0 0,0 1 1,0 0-1,0-1 0,0 2 1,1-1-1,-1 0 1,1 1-1,-3 4 0,-1-1 79,3-3-172,2 0 0,-1 0 1,0 0-1,1 0 0,0 0 0,0 0 0,0 1 0,0-1 1,1 1-1,0-1 0,0 1 0,0 0 0,0-1 0,1 1 1,0 0-1,0-1 0,0 1 0,1 0 0,-1 0 0,1-1 1,0 1-1,0-1 0,1 1 0,-1-1 0,1 1 1,0-1-1,0 0 0,1 0 0,-1 0 0,1 0 0,4 4 1,-3-3-158,0 0 0,0 0 0,-1 0 0,0 1 0,0 0 0,0-1 0,3 9 0,-6-12 103,1-1 0,-1 1 0,1 0 0,-1 0 0,0 0 0,1 0 0,-1 0 0,0 0 1,0 0-1,-1 0 0,1 0 0,0 0 0,-1 0 0,1 0 0,-1 0 0,0 0 0,1 0 1,-1-1-1,0 1 0,0 0 0,0-1 0,0 1 0,-1 0 0,1-1 0,0 1 0,-1-1 0,-2 3 1,-4 0 39,-1 1 1,1-1 0,-1 0-1,0-1 1,0 0 0,0-1 0,0 0-1,-1 0 1,-11 1 0,-23-1-4309,60-19-11287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42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1 10789,'0'0'10848,"-21"1"-8856,-71 7-674,86-7-1189,1 0 0,-1 1 0,1-1-1,0 1 1,-1 0 0,1 1 0,0-1-1,0 1 1,1 0 0,-1 0 0,0 1-1,1-1 1,-4 6 0,-7 3 235,10-8-261,-62 54 1213,61-53-1227,1 1 0,-1 0 0,1 0 0,1 0-1,0 1 1,-1 0 0,2-1 0,-1 2 0,-2 6-1,6-13-91,-1 0 0,1 0 0,-1 0-1,1 0 1,0 0 0,-1 0-1,1 0 1,0 0 0,0 0-1,0 0 1,0 0 0,0 0-1,0 0 1,0 0 0,0 0-1,0 0 1,0 0 0,0 0-1,1 0 1,-1 0 0,0 0-1,1 0 1,-1 0 0,1 0-1,-1 0 1,1 0 0,-1-1-1,1 1 1,0 0 0,0 0-1,-1-1 1,2 2 0,1-1-41,0 0 1,0-1 0,1 1-1,-1-1 1,0 1-1,0-1 1,0 0-1,6-1 1,4 1-91,-5-1 27,0 0 1,0-1-1,0 0 1,-1 0-1,1-1 1,-1 1-1,1-2 1,-1 1-1,0-1 1,0 0-1,0-1 1,-1 1 0,0-1-1,0-1 1,0 1-1,0-1 1,-1 0-1,0 0 1,0-1-1,3-6 1,-8 12 147,0 1 0,0 0 0,0 0-1,0 0 1,0-1 0,0 1 0,0 0 0,0 0 0,0 0 0,0-1 0,0 1 0,0 0 0,0 0 0,0 0 0,0-1-1,0 1 1,0 0 0,-1 0 0,1 0 0,0 0 0,0 0 0,0-1 0,0 1 0,0 0 0,-1 0 0,1 0 0,0 0-1,0 0 1,0 0 0,0 0 0,-1-1 0,1 1 0,0 0 0,0 0 0,0 0 0,-1 0 0,1 0 0,0 0-1,0 0 1,0 0 0,-1 0 0,1 0 0,0 0 0,0 0 0,0 0 0,-1 1 0,-13-1 131,12 0-37,-1 0-125,1 1 0,-1-1-1,1 1 1,-1 0 0,1 0-1,0 0 1,-1 1 0,1-1-1,0 0 1,0 1 0,0-1-1,0 1 1,0 0 0,0 0-1,0 0 1,1 0 0,-1 0-1,0 0 1,1 0 0,0 1-1,0-1 1,0 0 0,0 1-1,0-1 1,0 1 0,0-1-1,0 4 1,0-3-201,0 0-1,1-1 1,-1 1-1,1 0 1,-1 0-1,1-1 1,0 1 0,0 0-1,0 0 1,0 0-1,1 0 1,-1-1 0,1 1-1,0 0 1,-1-1-1,1 1 1,0 0-1,1-1 1,-1 1 0,0-1-1,1 1 1,0-1-1,-1 0 1,1 0-1,3 3 1,-1-3-840,0 0 0,1 0 0,-1-1-1,1 0 1,-1 0 0,1 0 0,-1 0 0,1 0 0,0-1 0,-1 0 0,7-1-1,33 1-8956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43.1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668 278 9780,'0'-19'4619,"-1"-64"-615,0 75-3388,1 0-1,-1 0 1,-1 0 0,1 0-1,-2 0 1,1 0 0,-1 1-1,0-1 1,-6-10 0,6 12-347,-1 1 0,-1-1 1,1 1-1,-1-1 0,0 1 1,0 1-1,0-1 0,-1 1 1,-8-6-1,4 5-198,1 1 0,-1-1 0,0 2 0,0 0-1,-1 0 1,1 0 0,-1 2 0,1-1 0,-1 1 0,0 1-1,1 0 1,-1 0 0,-14 3 0,18-1-64,0 0-1,0 0 1,0 1 0,0 0-1,0 0 1,1 1-1,-1 0 1,1 0 0,0 0-1,0 1 1,1 0 0,-1 0-1,1 1 1,0-1 0,0 1-1,1 0 1,0 0 0,-7 14-1,-2 6 33,1 0-1,1 1 1,-11 44-1,-31 193 37,9-35-43,35-191-136,-3 0 1,-1-2-1,-2 0 1,-19 35-1,-25 29-2006,58-99 931,0-19-5689,2 11 5401,-5-23-5109,-2-5-1289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43.2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6947,'0'0'12902,"123"-2"-10165,-83 2-1824,0 2-577,1 4-336,8-1-160,-3-1-2673,2-4-4259,-7 0-5682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43.6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337 1 4866,'0'0'16442,"-13"18"-13480,-30 41-278,3 2 0,-47 95-1,71-110-2591,1-1-1,3 2 0,-12 85 0,17-88-149,6-39-23,0 1-377,0 0 0,0 0 0,0 0 0,-1 0 0,0 0 0,-3 5 0,4-9 104,1-1 0,-1 0 1,0 0-1,0-1 0,0 1 0,1 0 0,-1 0 0,0 0 0,0 0 1,0-1-1,0 1 0,0 0 0,0-1 0,0 1 0,-2 0 0,1-1-335,1 0-1,-1 1 1,1-1-1,-1 0 1,1 0-1,-1 0 1,0-1-1,1 1 1,-1 0-1,1-1 1,-1 1-1,1 0 1,-1-1-1,-2-1 1,-19-14-7974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43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1 165 5410,'0'0'11155,"21"-4"-8306,-2-1-2303,5 0 140,-1 0 0,0 2 0,48-2 0,33 6 649,117-2-675,-220 1-650,1 0 0,0 0 0,0 0 0,-1-1 0,1 1 0,0 0 0,-1-1 0,1 1 0,0-1 0,-1 0 0,1 1 0,-1-1 0,1 0 0,-1 0 0,1 0 0,-1 0 0,0 0 0,1 0 0,-1-1 0,0 1 0,0 0 0,0-1 0,2-2 0,-2 1 24,0 1 1,0-1 0,-1 0 0,1 1-1,-1-1 1,0 0 0,1 1-1,-1-1 1,-1 0 0,1 0 0,0 1-1,-1-1 1,1 0 0,-1 1 0,-1-4-1,0 2 2,0 0-1,0 0 1,0 0-1,-1 0 0,0 1 1,0-1-1,0 1 0,0-1 1,0 1-1,-1 0 1,1 1-1,-1-1 0,0 1 1,0-1-1,0 1 1,-6-2-1,4 1 56,1 1 1,-1 0-1,0 0 1,1 1-1,-1-1 1,0 1-1,0 1 0,0-1 1,0 1-1,0 0 1,0 0-1,-8 2 1,13-2-76,0 1 0,1 0 0,-1-1 0,1 1 1,-1-1-1,1 1 0,-1 0 0,1-1 0,-1 1 1,1 0-1,-1 0 0,1-1 0,0 1 1,-1 0-1,1 0 0,0 0 0,0 0 0,0-1 1,0 1-1,0 0 0,0 0 0,0 0 1,0 1-1,0 27 35,1-20 15,-2 11-19,2-1 0,0 1-1,2-1 1,0 1-1,9 31 1,-9-44-276,0 0 0,0 0 0,0-1 0,1 1 0,0-1 0,0 0-1,9 10 1,-8-12-315,0 0 0,0 0 0,0 0-1,0 0 1,0-1 0,1 0 0,-1 0 0,1 0-1,0-1 1,8 3 0,23 0-5774,-3-4-1213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44.2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0 130 8900,'0'0'14487,"5"12"-13009,1 2-1123,-1 1 1,-1 0-1,0 0 1,0 1 0,-2-1-1,2 20 1,-4-41-325,-1-17 52,6-43 0,-3 58-55,-1 0 0,2 0 0,-1 0 1,1 0-1,0 1 0,1-1 0,0 1 0,7-12 1,-6 12-14,0 0 0,1 1 1,-1-1-1,1 1 0,1 0 0,-1 1 1,1-1-1,0 1 0,0 0 0,1 1 1,11-6-1,-10 7-920,1 0 1,-1 1-1,0 0 0,1 0 1,0 1-1,11 0 0,18-1-6680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44.7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67 8404,'0'0'16015,"7"0"-14785,-6 0-1167,0 0 0,0-1 0,1 1 0,-1 0 0,0 0 0,0 0 0,0 1 0,1-1 0,-1 0 0,0 0 0,0 1 0,0-1 0,1 0 0,-1 1 0,0-1 0,0 1 0,0 0 0,0-1 0,0 1 0,0 0 0,0 0 0,0 0 0,0-1 0,-1 1 0,1 0 0,0 0-1,0 0 1,0 2 0,1 2 175,-1 1-1,1 0 0,-1 0 0,0 1 1,-1-1-1,0 6 0,1 4 225,1 1-19,-2 0-1,-2 30 1,2-43-412,-1-1 0,1 1 0,-1-1 0,0 0 0,0 1 0,0-1 0,-1 0 0,1 1 0,-1-1 0,1 0-1,-1 0 1,0 0 0,0 0 0,-1-1 0,1 1 0,0-1 0,-1 1 0,0-1 0,-4 3 0,7-5-29,0 0-1,0 1 1,0-1 0,0 0-1,0 0 1,0 0-1,-1 0 1,1 0 0,0 0-1,0 0 1,0 1 0,0-1-1,-1 0 1,1 0-1,0 0 1,0 0 0,0 0-1,0 0 1,-1 0-1,1 0 1,0 0 0,0 0-1,0 0 1,0 0 0,-1 0-1,1 0 1,0 0-1,0 0 1,0 0 0,-1 0-1,1 0 1,0 0-1,0 0 1,0 0 0,0-1-1,-1 1 1,1 0 0,0 0-1,0 0 1,0 0-1,0 0 1,0 0 0,-1-1-1,1 1 1,0 0-1,0 0 1,0 0 0,0 0-1,0 0 1,0-1 0,0 1-1,0 0 1,0 0-1,0 0 1,0-1 0,0 1-1,0 0 1,0 0 0,0 0-1,0 0 1,0-1-1,0 1 1,3-15-173,9-9 55,0 0 0,2 0 0,0 2 0,2 0-1,0 1 1,1 0 0,25-22 0,-17 20 174,33-23-1,-57 45 212,-1 9 591,-12 55-533,8-46-339,1 0 1,-3 27 0,6-36-15,0 0-192,-1 0 1,2 0-1,-1 0 1,1 0 0,2 11-1,-2-16 2,0-1 0,0 0 0,0 0-1,0 0 1,0 0 0,0 0 0,1 0-1,-1 0 1,1 0 0,-1 0 0,1 0-1,0-1 1,0 1 0,0-1 0,0 1-1,0-1 1,0 0 0,0 0 0,0 0 0,0 0-1,0 0 1,5 1 0,2-1-1694,1 1 0,0-1 1,0-1-1,11 0 0,-8 0-995,27 0-7172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45.0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1 11797,'0'0'8708,"-20"1"-5287,-3 0-2394,-36 6 0,58-6-972,-1-1 0,0 1 0,0-1 0,1 1 0,-1 0 0,0 0 0,1-1 0,-1 1-1,1 0 1,-1 1 0,1-1 0,0 0 0,-1 0 0,1 1 0,0-1 0,0 0 0,0 1 0,0-1 0,0 1 0,0 0 0,0-1 0,1 1 0,-1 0 0,0-1 0,0 4 0,0 1 53,1 0 0,0 0-1,0 0 1,0 0 0,2 10 0,-1-5 1,0-5-95,0 0 1,1 0-1,-1-1 1,1 1-1,1-1 1,-1 1-1,0-1 0,1 0 1,0 0-1,1 0 1,-1 0-1,1 0 1,0-1-1,0 1 1,0-1-1,1 0 0,-1-1 1,6 4-1,-3-2-95,1 0 1,-1-1-1,1 0 0,0-1 0,1 1 0,-1-2 0,0 1 0,1-1 0,-1 0 0,1-1 0,14 1 1,-23-2 53,1 0 0,0 0 0,0-1 0,0 1 0,0 0 1,0 0-1,0 0 0,-1-1 0,1 1 0,0-1 0,0 1 0,0 0 1,-1-1-1,1 1 0,0-1 0,-1 1 0,1-1 0,0 0 0,-1 1 1,1-1-1,-1 0 0,1 0 0,-1 1 0,1-2 0,5-26-137,-6 22 159,0 0 1,0-1 0,-1 1 0,0 0 0,-1 0-1,1 0 1,-4-8 0,-1 4-12,-1 0-1,0 0 1,-1 0 0,0 1 0,0 0 0,-1 1 0,0 0-1,-1 0 1,0 1 0,-17-9 0,18 10-613,-1 1 1,0 1-1,-18-6 1,21 9-1031,12 11-12649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47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473 1 7171,'0'0'13951,"9"11"-11798,-7-9-2065,3 4 164,-1 0 0,1 0 1,-1 1-1,0-1 0,-1 1 1,0 0-1,0 0 0,0 0 1,-1 0-1,0 1 0,0-1 0,0 1 1,0 13-1,-1 13 754,-2 41 673,0-69-1513,0 0-1,0 0 0,-1 0 1,1 0-1,-1 0 0,0-1 0,-1 1 1,1-1-1,-1 1 0,-4 5 0,6-12-169,1 0 1,-1 0-1,0 0 0,1 0 0,-1 1 0,1-1 0,-1 0 0,1 0 0,0 0 1,0 0-1,-1 0 0,1 0 0,0 0 0,0 0 0,0 0 0,0 0 0,0 0 0,0 0 1,0-2-1,-3-30-487,2 6 88,-3-45-698,4 67 987,-1 0 0,0 0 1,-1 0-1,1 0 0,-1 1 1,1-1-1,-2 0 1,1 1-1,0-1 0,-1 1 1,-3-4-1,4 6 93,-1-1 1,0 1-1,0 1 0,1-1 0,-1 0 1,0 1-1,0-1 0,-1 1 0,1 0 1,0 0-1,0 0 0,-1 1 0,1-1 1,0 1-1,-1 0 0,1-1 0,-1 2 1,1-1-1,0 0 0,-1 1 0,1-1 1,0 1-1,0 0 0,-1 0 0,1 0 1,-4 3-1,-7 2 19,0 1 0,1 0 0,0 1-1,-18 14 1,1 2 32,1 1-1,2 2 0,0 0 1,2 2-1,-35 53 0,47-63-3,1 1-1,1 1 1,1-1-1,1 2 1,1 0-1,1 0 1,1 0-1,1 1 0,0-1 1,-1 38-1,6-56-36,0 1-1,-1-1 0,2 1 0,-1 0 0,1-1 0,-1 0 1,1 1-1,1-1 0,-1 1 0,0-1 0,1 0 0,0 0 1,0 0-1,4 6 0,-3-7-20,0-1 0,0 1 1,0-1-1,0 0 0,1 0 0,-1 0 1,1 0-1,-1 0 0,1-1 0,0 0 0,-1 0 1,1 0-1,0 0 0,0 0 0,0-1 1,6 0-1,24 3-1479,0-3 1,64-6-1,-74 2-700,0-1-1,-1-1 1,0 0 0,43-20-1,0-10-3740,-1-6 683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48.0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5 2865,'0'0'21992,"-8"-2"-20021,6 1-1849,0 1 0,-1-1-1,1 1 1,-1-1-1,1 1 1,-1 0 0,1 0-1,-1 0 1,1 1 0,-1-1-1,1 1 1,-1-1-1,1 1 1,-3 1 0,1 0 57,0 1 0,0 0 0,1 0 0,0 0 0,-1 0 0,1 1 0,0-1 0,1 1 0,-5 5 0,-2 7 276,1 0 0,-13 32 0,15-32-318,-1-1-1,0 0 0,-13 21 0,18-46-162,0 0 0,2 0 0,-1-16 0,1 8-68,1 0 0,0 0 0,8-34 0,8 56-17438,-8 0 12587,11-1-2786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48.6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3458,'0'0'19059,"2"10"-16709,21 84 921,-23-93-3281,0 0-1,1 1 0,-1-1 1,0 0-1,1 0 1,-1 1-1,0-1 0,1 0 1,0 0-1,-1 0 1,1 0-1,0 0 0,-1 0 1,1 0-1,0 0 1,0 0-1,0 0 0,0 0 1,0 0-1,0-1 1,0 1-1,0 0 0,0-1 1,0 1-1,0-1 0,1 1 1,-1-1-1,0 0 1,0 1-1,0-1 0,1 0 1,-1 0-1,0 0 1,0 0-1,1 0 0,-1 0 1,0 0-1,1 0 1,-1 0-1,0-1 0,0 1 1,0-1-1,1 1 1,-1-1-1,1 0 0,8-3-228,-1 0-1,-1-1 0,1 0 1,10-9-1,23-14-673,1 2-1,85-38 1,-128 64 1047,0 0 1,1 1-1,-1-1 0,1 0 1,-1 1-1,1-1 0,-1 0 0,0 1 1,1-1-1,-1 0 0,0 1 0,0-1 1,1 1-1,-1-1 0,0 0 0,0 1 1,1-1-1,-1 1 0,0-1 1,0 1-1,0-1 0,0 1 0,0-1 1,0 1-1,0-1 0,0 1 0,0-1 1,0 1-1,0-1 0,0 1 0,0-1 1,0 1-1,0 0 0,0 29 6,0-21 302,0-8-456,1 0 1,-1-1-1,1 1 0,0 0 1,0-1-1,-1 1 1,1-1-1,0 1 1,0-1-1,0 0 1,0 1-1,-1-1 1,1 0-1,0 1 1,0-1-1,0 0 1,0 0-1,0 0 1,0 0-1,0 0 1,0 0-1,1 0 1,26-4-973,-18-3 799,0 0 0,-1-1 1,1 0-1,8-11 0,-6 7 782,-11 21 4782,16 22-5391,-14-29-172,-1 0 0,0 0 1,0 0-1,1 0 0,-1-1 0,1 1 1,-1-1-1,1 0 0,0 0 1,0 1-1,0-2 0,-1 1 1,1 0-1,4 0 0,-3-1-569,0 0 0,0 0 1,0 0-1,0-1 0,-1 0 0,1 1 0,0-1 0,0-1 0,6-2 1,-3 1-1176,0-1 1,-1 0 0,1-1-1,-1 1 1,0-1 0,0-1 0,-1 1-1,1-1 1,8-12 0,-9 4 1093,-2 8 6741,9 6-9947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49.0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0 104 9332,'0'0'11686,"20"2"-10443,216 30 606,-166-29-1313,-70-20 134,0 10-603,0 1 1,0-1-1,-1 1 1,1-1-1,-2 1 1,1-1-1,-1 1 1,-3-8-1,3 11-34,0 0 0,0-1 0,0 1 0,0 0 1,-1 1-1,1-1 0,-1 0 0,0 1 0,0-1 0,0 1 0,0 0 0,0 0 0,-1 0 0,1 0 0,-7-2 0,2 1 138,0 1-1,-1-1 0,1 1 1,0 0-1,-1 1 1,1 0-1,-1 1 1,1 0-1,-1 0 1,1 0-1,-1 1 0,1 1 1,0-1-1,-14 6 1,17-5-122,0 0-1,0 0 1,1 1 0,-1 0-1,1 0 1,-1 0 0,1 0 0,0 1-1,1 0 1,-1 0 0,0 0 0,1 0-1,0 0 1,0 1 0,0-1 0,1 1-1,0 0 1,0 0 0,0 0-1,0 0 1,1 0 0,-1 0 0,2 0-1,-2 7 1,1-4-87,0 0 1,1-1-1,0 1 0,0 0 1,1 0-1,0-1 0,0 1 1,3 8-1,-3-12-144,1 0 0,0-1-1,0 1 1,0-1 0,0 0 0,1 0 0,-1 0 0,1 0-1,0 0 1,-1 0 0,1 0 0,1-1 0,-1 0-1,0 1 1,1-1 0,6 3 0,-2-2-722,0 0-1,-1-1 1,1 1 0,0-2-1,14 3 1,40-2-8307,-52-2 7339,41 0-8058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49.3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446 2 9268,'0'0'6259,"-17"0"-1329,-61-1-989,71 1-3646,0 0 0,1 1 0,-1 0 0,0 0 0,1 0 0,-1 1 0,1 0 0,-1 0 0,1 1 0,0 0 0,0 0 0,0 0 0,1 1 0,-1-1 0,1 2 0,-7 5 0,10-8-282,-1 1-1,1 0 0,0 0 0,-1 1 0,1-1 1,1 0-1,-1 1 0,0-1 0,1 1 0,0 0 1,0-1-1,0 1 0,0 0 0,0 0 0,1-1 1,0 1-1,0 0 0,0 0 0,0 0 0,1 0 1,-1-1-1,1 1 0,0 0 0,0 0 0,0-1 1,1 1-1,1 3 0,23 26-306,-20-27 36,0 0 0,0 0 0,-1 1 0,0 0 0,5 10 0,-9-15 211,0 0 0,0-1 0,-1 1 0,1 0 0,-1 0 0,1 0 0,-1 0 0,0 0 0,0 0 0,0 0 0,0 0 0,0 0 0,0 0 0,0 0-1,-1 0 1,1 0 0,-1 0 0,0 0 0,1 0 0,-1-1 0,0 1 0,0 0 0,0 0 0,0-1 0,0 1 0,-1-1 0,-2 4 0,-3 1 57,0 0 0,-1-1 0,0 1 0,0-1 0,-1-1 0,1 0 0,-1 0 0,-10 3 0,-80 21 282,78-23-199,-42 11 105,51-12-3139,57-20-3571,22-14-3893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49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340 1 8020,'0'0'6619,"-21"7"-2199,-1 0-3199,1-1 2,1 0 1,0 2-1,0 1 0,-29 17 0,-43 35 2891,84-55-3871,1 1 0,-1-1-1,1 1 1,1 0 0,-1 1 0,1 0-1,0 0 1,-8 17 0,13-23-239,0-1 0,0 1 0,1-1 0,-1 1 0,1 0 0,-1 0 0,1-1 0,0 1 0,0 0 0,0-1 0,0 1 0,0 0 1,0 0-1,0-1 0,1 3 0,-1-3-4,1 0 1,-1 0 0,1 0 0,-1-1-1,1 1 1,-1 0 0,1 0 0,0-1-1,-1 1 1,1 0 0,0-1 0,0 1-1,-1-1 1,1 1 0,0-1 0,0 1-1,0-1 1,0 0 0,2 1 0,3 0-15,2 0 0,-1 0 1,0-1-1,0 0 0,14-2 1,-11 1-14,10-2-26,0-2 0,0 0 0,-1 0 0,22-11 1,1 1 3,-46 18 65,-1 1-1,1-1 1,0 1-1,1 0 0,-1 0 1,1 0-1,-1 0 1,1 1-1,1 0 0,-1-1 1,1 1-1,-1 0 1,1 0-1,1 0 0,-1 0 1,1 1-1,0-1 1,0 0-1,0 1 0,1-1 1,0 11-1,1-14-80,-1-1-1,1 1 0,-1-1 1,1 1-1,0 0 0,-1-1 1,1 1-1,0-1 0,0 0 1,0 1-1,0-1 0,0 0 1,1 0-1,-1 1 0,0-1 1,1 0-1,-1 0 0,0 0 1,1-1-1,-1 1 0,1 0 1,-1-1-1,1 1 0,0 0 1,-1-1-1,3 1 0,4 0-641,1 0 0,0 0-1,16-1 1,-14 0-24,5 0-1129,1 0 0,0-2-1,-1 0 1,0 0 0,1-2 0,19-6-1,44-26-9851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50.0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705 112 11621,'0'0'12393,"-18"-18"-8055,-62-55-1476,77 71-2800,0-1 1,0 1-1,0 0 0,-1 0 0,1 1 0,-1-1 0,0 1 0,0 0 0,1-1 0,-1 2 0,0-1 1,0 0-1,0 1 0,0 0 0,0 0 0,0 0 0,1 0 0,-1 1 0,0-1 0,0 1 1,0 0-1,0 0 0,1 1 0,-5 1 0,-4 2-62,-1 1 0,1 1 0,1 0 0,0 0 0,0 1 0,0 0 0,1 1 0,0 1 0,-13 15 0,-2 6 0,1 0 0,-19 37 0,20-27 0,3 0 0,1 1 0,2 1 0,3 1 0,1 1 0,-11 65 0,-13 277 0,34-341 0,2-23-4,0 5-510,-7 36-1,7-58 245,0 0-1,0 0 0,-1 0 1,0 0-1,0-1 0,-1 1 1,1-1-1,-1 1 0,-1-1 1,1 0-1,-1 0 0,-4 4 1,6-7-93,0-1 0,0 1 0,0-1 0,0 0 0,0 1 0,0-1 0,0 0 0,-1 0 1,1-1-1,0 1 0,-1 0 0,-3-1 0,-19-2-5610,3-10-1724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50.2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1 126 11461,'0'0'14151,"142"-34"-12246,-79 34-1105,6 0-672,0 0-128,0 0-896,-4 0-1650,-5-19-2368,-3-14-3041,-3-7-4067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50.4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1 15223,'0'0'8676,"-146"179"-4706,98-84-1329,2 7-912,8 5-1201,13-7-528,6-8 0,9-15 0,5-20 0,1-16 0,4-18-592,0-8-1713,0-13-1345,-6-2-2561,-4-8-3313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50.7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0 206 7988,'0'0'5381,"29"0"-475,186 0 1273,-141 2-4835,49-1-500,-104-2-778,0-1-1,0 0 1,-1-1-1,22-7 1,-37 9-53,0 1 0,0-1 1,-1 0-1,1 0 1,0 0-1,0-1 0,-1 1 1,1-1-1,-1 0 1,0 1-1,1-1 0,-1 0 1,0 0-1,0 0 1,0-1-1,0 1 0,0 0 1,-1-1-1,1 0 1,-1 1-1,1-1 1,-1 0-1,0 1 0,0-1 1,-1 0-1,1 0 1,0 0-1,-1 0 0,0 0 1,1 0-1,-1 0 1,-1 0-1,1 0 0,0 0 1,-1 0-1,1 0 1,-1 1-1,0-1 0,0 0 1,0 0-1,0 0 1,-3-4-1,-1 0 100,0 1 1,0-1-1,0 1 0,-1 0 1,0 1-1,0-1 0,0 1 1,-1 0-1,0 1 0,0-1 1,0 2-1,-1-1 0,1 1 1,-1 0-1,0 0 0,1 1 1,-1 0-1,0 0 0,-1 1 1,1 0-1,0 1 0,0-1 1,0 2-1,-10 0 0,15 0-82,1 0-1,-1 0 0,1 0 0,0 1 1,0-1-1,-1 0 0,1 1 1,0 0-1,0-1 0,0 1 0,0 0 1,1 0-1,-1 0 0,0 0 1,1 1-1,0-1 0,-1 0 0,1 1 1,0-1-1,0 1 0,0-1 1,1 1-1,-1-1 0,0 6 0,-2 7 33,1-1-1,-1 30 0,3-44-59,0 22-68,0-1-1,1 1 1,1-1 0,1 0-1,12 41 1,-12-52-372,1-1 1,0 1-1,1-1 1,0 0 0,0 0-1,1-1 1,0 0-1,1 0 1,-1 0-1,2-1 1,-1 0-1,1 0 1,0-1 0,13 9-1,-14-12-607,0 1 0,-1-1 0,2 0 0,-1 0 0,8 2 0,37 1-8579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51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28 136 10645,'0'0'18488,"-1"20"-17228,1 4-923,-8 110 1633,3-118-1898,1-16-80,1-12 11,0-5-146,1 0 1,1 0-1,1 0 0,0 0 1,1 0-1,1 0 0,4-17 1,-4 23 81,1 1 0,0 0 0,1-1 1,0 1-1,1 1 0,0-1 0,1 1 0,0 0 1,0 0-1,1 0 0,0 1 0,11-11 0,-13 16-23,-1-1-1,1 1 1,0 0-1,0 1 0,0-1 1,0 1-1,0 0 0,0 0 1,1 1-1,-1 0 0,10-2 1,4 2-2841,40 1 0,-24 1-5043,-2-1-6529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52.5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6 855 2289,'0'0'14385,"-6"-18"-1584,6 9-11967,1-40 1786,-1 39-2637,1 0 1,1 0 0,0 0 0,0 0 0,0 0 0,2 0 0,-1 1-1,1-1 1,6-9 0,169-254 16,-89 144 0,-41 54 0,84-115 0,-133 190 0,0 0 0,0 0 0,0 0 0,0-1 0,0 1 0,0 0 0,0 0 0,0 0 0,0 0 0,0 0 0,0 0 0,0 0 0,0-1 0,0 1 0,0 0 0,0 0 0,0 0 0,0 0 0,0 0 0,1 0 0,-1 0 0,0 0 0,0-1 0,0 1 0,0 0 0,0 0 0,0 0 0,0 0 0,0 0 0,1 0 0,-1 0 0,0 0 0,0 0 0,0 0 0,0 0 0,0 0 0,0 0 0,1 0 0,-1 0 0,0 0 0,0 0 0,0 0 0,0 0 0,0 0 0,0 0 0,1 0 0,-1 0 0,0 0 0,0 0 0,0 0 0,0 0 0,0 0 0,0 0 0,0 1 0,0-1 0,1 0 0,-1 0 0,0 0 0,0 0 0,0 0 0,0 9 0,0-7 0,-11 229 0,0-9 0,10-175 0,-1 29 0,3 0 0,21 144 0,-18-210-416,-3-17-2086,-2-17-2637,-11-2-1011,-7-1-3798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52.7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11797,'0'0'14439,"157"13"-13238,-99-1-385,1-3 0,-7-1-576,-8-4-192,-15 0-48,-14-2-224,-2-2-960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53.8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610 24 5106,'0'0'17662,"3"-6"-15619,6-11-652,-9 22 478,-17 41-116,-71 135 1054,85-175-2981,7-21-2,9-38-469,-13 49 585,0 0-1,1 1 1,-1-1 0,-1 0-1,1 1 1,0-1 0,-1 1-1,0-1 1,0 1 0,0-1 0,0 1-1,0-1 1,-1 1 0,-3-6-1,3 7 29,-1 0-1,0 0 1,0 0-1,0 0 0,0 1 1,0-1-1,0 1 0,-1-1 1,1 1-1,0 0 0,-1 1 1,1-1-1,-1 1 0,1-1 1,-1 1-1,-4 0 0,-9-1 12,0 1-1,0 1 0,0 1 1,0 0-1,1 1 0,-1 0 1,0 2-1,-27 10 0,24-5 61,1 0 0,0 1 0,0 0 0,1 2 0,1 0 0,-24 24 0,29-26 5,0 2 0,1-1-1,0 2 1,1-1 0,1 1 0,0 1 0,1 0 0,0 0 0,1 0-1,1 1 1,0 0 0,2 0 0,0 1 0,0-1 0,-1 32 0,4-43-48,1 1 0,0-1 0,1 0 0,-1 1 0,1-1 0,0 0 1,0 0-1,1 1 0,-1-1 0,1 0 0,3 5 0,-3-7-8,0 0 0,1 0-1,-1 0 1,1-1 0,-1 1-1,1-1 1,0 1-1,0-1 1,0 0 0,0 0-1,1 0 1,-1-1 0,0 1-1,1-1 1,-1 0 0,8 2-1,8 1-472,0-1 0,1-1 0,-1-1 0,1-1 0,0 0 0,-1-2 0,30-5 0,-3-3-2494,-1-2-1,44-18 0,-45 14-2321,44-25 0,-27 5 392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54.2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79 4274,'0'0'20415,"-18"5"-18342,6-2-1673,6-2-264,1 0-1,-1 0 1,0 1 0,1 0 0,-1 0 0,1 0-1,0 0 1,-1 1 0,1 0 0,0 0 0,1 0-1,-1 1 1,1 0 0,-1 0 0,1 0 0,0 0-1,1 1 1,-1-1 0,-5 10 0,4 2 118,0 0 0,0 1 0,2 0 0,0 0 0,1 0 0,0 0 0,3 31 1,-2-46-246,1 0 0,0 0 0,0-1 0,1 1 0,-1 0 0,0 0 0,0-1 0,1 1 0,-1 0 0,1-1 0,0 1 1,-1 0-1,1-1 0,0 1 0,0-1 0,0 1 0,0-1 0,0 1 0,0-1 0,1 0 0,-1 1 0,0-1 0,2 1 1,0-1-4,0 0 1,0 0 0,0 0 0,1 0 0,-1 0 0,0-1-1,0 1 1,0-1 0,1 0 0,-1 0 0,0 0 0,5-2-1,-5 2-4,0-1 0,0 1-1,0-1 1,0 0-1,0 0 1,-1-1-1,1 1 1,-1-1 0,1 1-1,-1-1 1,1 0-1,-1 1 1,0-1-1,4-5 1,-1 2 10,-1-1 0,0 0 0,0 0 0,-1 0 0,6-14 0,-3 4 16,-1-1 0,-1 0 0,0 0-1,1-25 1,-3 29-7,-2 0 1,1 0-1,-2 0 0,0 1 0,-4-22 1,4 30-22,0-1 0,-1 1 0,1 0 1,-1 0-1,0 1 0,0-1 1,0 0-1,-1 1 0,1-1 0,-1 1 1,0 0-1,0 0 0,0 0 1,-1 0-1,1 0 0,0 1 0,-1-1 1,0 1-1,0 0 0,-6-2 1,2 1-115,0 0-1,-1 1 1,1 0 0,-1 0 0,1 1 0,-1 0 0,0 1 0,-12 1 0,19-1-61,0 0-1,1 0 1,-1 0 0,0 1-1,0-1 1,1 0 0,-1 1-1,0-1 1,1 1-1,-1 0 1,1 0 0,-1-1-1,1 1 1,-1 0 0,1 0-1,0 0 1,-1 1-1,1-1 1,0 0 0,0 0-1,0 1 1,0-1 0,0 1-1,0-1 1,0 1 0,0-1-1,0 1 1,1 0-1,-1-1 1,1 1 0,-1 0-1,1-1 1,0 1 0,0 0-1,0-1 1,0 1-1,0 0 1,0 0 0,0-1-1,0 1 1,1 0 0,-1 0-1,1-1 1,-1 1-1,1-1 1,0 1 0,1 2-1,-1-2-388,1 1 0,0-1 0,0 1 0,0-1 0,0 0 0,0 0-1,0 0 1,1 0 0,-1 0 0,1 0 0,-1-1 0,1 1 0,0-1 0,-1 1-1,1-1 1,0 0 0,0 0 0,0-1 0,4 1 0,41 9-6589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54.8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33 5378,'0'0'21802,"4"6"-20310,46 104 1317,-49-109-2866,0 0 0,0 0 0,0 1 0,0-1 0,0 0 0,0 0 0,0 0 0,0 0 0,0 0 0,1-1 0,-1 1 0,0 0 0,1-1 0,-1 1 0,0 0 0,1-1 0,-1 0 0,1 1 0,-1-1 0,1 0 0,-1 0 0,1 0 0,-1 0 0,1 0 0,-1 0 0,1 0 0,-1 0 0,1-1 0,-1 1 0,1 0 0,-1-1 0,0 1 0,1-1 0,-1 0 0,3-1 0,6-3-443,-1-1 0,1 0 0,13-12 0,-18 14 321,20-15-589,83-72 2406,-111 110 768,1-7-2113,0 0 1,0 0-1,1 24 1,1-35-295,1 0-1,-1 0 1,0 0-1,1 0 1,-1 0 0,1 0-1,-1 0 1,1 0 0,-1 0-1,1 0 1,0 0 0,0 0-1,-1 0 1,1-1 0,0 1-1,0 0 1,0-1 0,0 1-1,0 0 1,0-1 0,0 1-1,0-1 1,0 1 0,0-1-1,0 0 1,0 0 0,0 1-1,1-1 1,-1 0 0,2 0-1,41 3-148,-39-3 94,3-1-2,0 0 1,0-1 0,-1 1 0,1-2-1,0 1 1,-1-1 0,0 0 0,1-1-1,-1 1 1,6-6 0,3-1-56,-1-1 1,0-1-1,15-15 0,-28 26 166,-1 0 0,0-1 0,0 1-1,0 0 1,0-1 0,0 1 0,0-1-1,0 1 1,0-1 0,0 1 0,-1-1-1,2-2 1,-3 3-11,1 1 0,0-1-1,0 1 1,0-1 0,0 1-1,0-1 1,0 1 0,-1-1-1,1 1 1,0-1 0,0 1 0,-1-1-1,1 1 1,0 0 0,-1-1-1,1 1 1,-1 0 0,1-1-1,0 1 1,-1 0 0,1-1 0,-1 1-1,1 0 1,-1 0 0,1-1-1,-1 1 1,1 0 0,-1 0 0,1 0-1,-1 0 1,1 0 0,-1 0-1,1 0 1,-1 0 0,1 0-1,-1 0 1,1 0 0,-1 0 0,1 0-1,-1 0 1,0 1-42,1 0 0,-1-1 0,0 1 0,1 0 0,0-1 0,-1 1 0,1 0 0,-1 0 0,1-1 0,0 1 0,0 0 0,-1 0 0,1 0 0,0-1 0,0 1 0,0 0 0,0 0 0,0 0 0,0-1 0,0 1 0,0 0 0,0 0 0,1 1 0,-1-1 0,0 1 8,0 0 0,0 0 0,1 0-1,-1 0 1,0-1 0,1 1 0,-1 0 0,1 0 0,0-1 0,0 1 0,0 0-1,-1-1 1,2 1 0,-1 0 0,0-1 0,0 0 0,0 1 0,1-1-1,-1 0 1,0 1 0,1-1 0,-1 0 0,1 0 0,0 0 0,-1 0 0,1-1-1,2 2 1,24 4-1240,2-6-3727,-28-1 4894,0 0 0,0 0 0,0 0-1,0-1 1,0 1 0,0 0 0,0-1-1,-1 1 1,1-1 0,-1 0 0,1 0 0,-1 1-1,0-1 1,1 0 0,-1 0 0,0 0-1,0-1 1,0 1 0,0-4 6384,48 6-17276,-20 0 1659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55.2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63 118 11813,'0'0'10330,"22"4"-9737,8 2-489,-12-2-69,0 0 0,1-2 1,-1 0-1,25-1 0,-40-1 4,1 0 0,-1 0 0,0 0 0,0 0 0,0-1 0,0 1 0,1-1 0,-1 0 0,0 0 1,0 0-1,0 0 0,-1 0 0,1-1 0,0 1 0,0-1 0,-1 0 0,1 0 0,-1 0 0,1 0 0,-1 0 0,0-1 0,0 1 0,0-1 0,0 1 1,0-1-1,-1 0 0,1 0 0,-1 1 0,0-1 0,0 0 0,0 0 0,0 0 0,0-1 0,-1 1 0,1 0 0,-1 0 0,0 0 0,0 0 0,0-1 0,0 1 1,-2-6-1,1 7 48,0-1 1,0 1 0,-1-1 0,1 1 0,-1-1-1,1 1 1,-1 0 0,0 0 0,0 0 0,0 0-1,0 0 1,0 0 0,0 0 0,0 1 0,-1-1 0,1 1-1,-1 0 1,1 0 0,-1 0 0,1 0 0,-1 0-1,0 0 1,0 1 0,-3-1 0,-11-2 437,1 1-1,-28-1 1,40 3-447,-12-1 354,0 1 0,0 1 0,0 0 1,-30 7-1,42-7-380,1 0-1,0 0 1,0 0 0,-1 0 0,1 1-1,0 0 1,0-1 0,0 1 0,0 0-1,1 0 1,-1 1 0,0-1 0,1 0-1,0 1 1,-1 0 0,1 0 0,0-1-1,1 1 1,-1 0 0,0 0 0,1 1-1,-1-1 1,1 0 0,0 0 0,0 1-1,1-1 1,-1 1 0,1-1 0,-1 6-1,1-1-137,0 1-1,1-1 0,0 1 0,0-1 0,1 0 1,0 1-1,0-1 0,1 0 0,0 0 0,0 0 0,1-1 1,0 1-1,1-1 0,-1 0 0,1 0 0,1 0 1,-1-1-1,1 0 0,0 0 0,1 0 0,-1-1 0,1 0 1,9 5-1,-9-5-533,1-1 1,0-1-1,0 0 1,0 0-1,0 0 1,0-1-1,1 0 1,13 1-1,39 0-6711,-10-3-3141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55.4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52 672,'0'0'24886,"-1"-11"-23168,1 7-1556,-1-25 313,1 22-324,0 15-15,1 2-122,0 0 0,1 0 1,0-1-1,1 1 1,0-1-1,1 1 1,0-1-1,0 0 0,7 9 1,-6-10-6,-1-1 1,0 1-1,0-1 1,0 1-1,-1 0 1,-1 1-1,1-1 1,-1 0-1,-1 1 1,1-1-1,-2 1 1,1-1 0,-2 17-1,0-22 2,0 0 0,0-1 0,-1 1 0,1 0 0,-1 0 0,0-1 0,0 1 0,0-1 0,0 0 0,0 1 0,0-1 0,-1 0 0,1 0 0,-1-1 0,0 1 0,1 0 0,-1-1 0,0 0 0,0 1 0,0-1 0,0 0 0,0-1 0,-4 2 0,-7 1-16,1 0 0,-1-1 1,0-1-1,-15 0 0,32-4-1996,15-16-3201,17-9-4098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55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338 0 11205,'0'0'12454,"-18"3"-9802,-1-1-2023,9-1-292,-1 1 0,0 0 1,0 0-1,1 1 1,-1 0-1,1 1 1,0 0-1,-13 8 0,-3 2 557,4-2-447,0 0 0,0 2 0,-23 18 0,40-28-441,1 1 0,-1-1-1,1 1 1,0-1 0,0 1 0,0 0-1,0 1 1,1-1 0,0 1-1,0-1 1,1 1 0,0 0 0,0 0-1,0 0 1,0 0 0,1 0 0,0 1-1,0 6 1,1-11-6,0 0 0,0 0 0,1 0 1,-1 0-1,0 0 0,1 0 0,0 0 0,-1 0 0,1 0 1,0 0-1,0-1 0,0 1 0,0 0 0,0-1 0,0 1 1,1-1-1,-1 1 0,1-1 0,-1 1 0,1-1 0,-1 0 0,1 0 1,0 0-1,-1 0 0,1 0 0,0 0 0,0 0 0,0-1 1,0 1-1,0-1 0,2 1 0,8 1-8,1 0 0,-1-1 0,0 0 1,15-2-1,-9 0-43,-6 1-119,0-1 0,0 0 0,0-1 0,0-1 0,13-4 0,-20 6 147,1-1 1,-1 0 0,0-1 0,0 1 0,0-1-1,0 0 1,0 0 0,-1 0 0,1-1-1,-1 0 1,0 0 0,0 0 0,4-6-1,-8 10 60,0 0-1,1 0 1,-1-1 0,0 1-1,0 0 1,1-1-1,-1 1 1,0 0-1,0-1 1,0 1 0,0 0-1,1-1 1,-1 1-1,0-1 1,0 1-1,0 0 1,0-1 0,0 1-1,0 0 1,0-1-1,0 1 1,0-1-1,0 1 1,0 0 0,0-1-1,-1 1 1,1-1-1,0 1 1,0 0-1,0-1 1,0 1 0,-1 0-1,1-1 1,0 1-1,-1-1 1,-14-1 180,12 3-229,0-1 1,0 1-1,0-1 0,0 1 0,0 0 1,0 0-1,1 0 0,-1 1 1,-4 2-1,5-2-51,0 0-1,1 1 1,-1-1-1,0 1 1,1-1 0,0 1-1,-1 0 1,1 0-1,0-1 1,1 1-1,-1 0 1,0 0 0,1 0-1,0 0 1,-1 0-1,1 0 1,1 0 0,-1 0-1,0 0 1,1 0-1,-1 0 1,1 0-1,0 0 1,0-1 0,0 1-1,0 0 1,0 0-1,1-1 1,-1 1 0,1-1-1,0 1 1,0-1-1,0 0 1,0 0 0,0 0-1,0 0 1,1 0-1,4 3 1,4-1-1283,0 0 0,0 0-1,1-1 1,-1-1 0,1 0 0,21 1 0,32-2-7776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56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519 439 8836,'0'-31'5515,"0"-103"-1167,0 113-3304,-1 1-1,-1-1 1,-1 1-1,0 0 1,-8-22-1,8 32-559,-1 0 0,-1 0 0,1 0 0,-2 1 0,1 0 0,-2 0 0,1 0 0,-1 1 0,-11-12 0,15 18-421,1-1-1,-1 1 0,1 0 0,-1 0 1,0 0-1,0 0 0,0 0 1,0 1-1,0 0 0,0-1 0,-1 1 1,1 0-1,0 0 0,0 1 1,-1-1-1,1 1 0,-1 0 0,1 0 1,-1 0-1,1 0 0,0 0 1,-1 1-1,1-1 0,0 1 0,-1 0 1,1 0-1,0 0 0,0 1 1,-4 1-1,-3 3-68,1 1 0,0 0 0,0 0 1,0 0-1,1 1 0,0 1 0,-9 11 0,-7 13 13,1 2-1,2 1 1,2 0-1,1 2 1,1 0-1,3 0 1,-17 67-1,7 6-54,-15 173-1,28-73-1054,10-71-3096,1-134 3909,-1 5-1712,-5-30-7425,-1-15 1098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56.3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51 9156,'0'0'9445,"128"-17"-6404,-72 17-1376,9 0-1345,2 0-320,0 0-2417,-2-10-3474,4-13-4994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56.5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385 0 6835,'0'0'13094,"-151"46"-9204,93 21-609,6 17-1056,16 10-768,13 6-192,8-10-545,11-6-720,2-18 0,2-22 0,-2-19-928,2-8-449,-2-17-1056,-2 0-929,-4 0-1424,-5-23-3378,-2-14-255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56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1 200 2769,'0'0'15519,"19"-2"-12184,215 2 2292,-39 2-4661,-190-2-962,0 0 1,0 0 0,-1-1-1,1 1 1,0-1-1,0 0 1,-1 0 0,1 0-1,-1-1 1,1 0 0,-1 1-1,1-2 1,-1 1 0,6-4-1,-8 3-9,0 1 0,0-1 0,0 0 0,0 0 0,-1 1 0,1-1 0,-1 0 0,1-1 0,-1 1 0,0 0 0,0 0 0,-1 0 0,1-1 0,-1 1 0,1 0 0,-1-1 1,0 1-1,0 0 0,0-1 0,-1 1 0,0-4 0,0 2-1,0 1 0,-1-1 0,1 1 0,-1-1 0,0 1 0,0-1 0,0 1 0,-1 0 0,1 0 1,-1 0-1,0 1 0,0-1 0,-1 1 0,1-1 0,-1 1 0,1 0 0,-1 1 0,0-1 0,0 0 0,0 1 1,-6-2-1,0-1 153,0 1 1,-1 1-1,0 0 1,0 0-1,0 1 1,0 0-1,0 1 1,-12 0-1,21 1-98,1 0 0,-1 0 0,0 0-1,0 0 1,0 0 0,0 1 0,0-1-1,0 1 1,0-1 0,1 1 0,-1 0-1,0 0 1,0 0 0,1 0-1,-1 0 1,1 0 0,-1 0 0,1 0-1,-1 1 1,1-1 0,0 1 0,-1-1-1,1 1 1,0-1 0,0 1 0,0 0-1,0-1 1,1 1 0,-1 0 0,0 2-1,-1 5 59,0 0 0,1 0 1,0 0-1,1 0 0,1 12 0,-1-2-22,1-9-103,0 0 0,1 0 0,0 0 0,0 0 0,1 0 0,1 0 0,-1 0 0,2-1 1,-1 0-1,1 0 0,1 0 0,-1-1 0,15 16 0,-11-13-499,1-1 0,0-1 1,1 1-1,12 7 0,-13-11-644,-1 0-1,1-1 0,0 0 1,0-1-1,13 4 0,28 3-7503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57.1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61 283 11045,'0'0'16658,"-7"9"-15975,0-1-575,1 0 0,1 1 0,0-1-1,0 1 1,0 0 0,1 1 0,1-1 0,0 1-1,-3 10 1,3-8 210,2-30-260,2-37-103,1 37 55,1 0 0,1 0 0,1 0 0,1 0 0,0 1 0,1 0 0,1 0 0,14-22 0,-14 25-2,1 0-1,1 1 1,1 1-1,0-1 1,0 2-1,1-1 1,0 2-1,1 0 1,25-15-1,-32 22-146,-1 0-1,1 1 1,-1 0-1,1 1 1,0-1-1,0 1 1,10-1-1,22 1-5336,-31 1 3593,20 0-8349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57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1195 1281,'0'0'19465,"-5"-16"-17566,-14-53-261,17 61-1358,1 1 0,0-1 0,1 1 0,0-1 0,0 0 0,0 1 0,1-1 0,0 1 0,4-14 0,1 4 169,1-1 1,12-22 0,-5 11-31,20-38-13,2 1 0,57-76 0,104-112-534,52-79-117,-245 327 464,1-1 0,-1 1 0,1 0-1,0 0 1,1 0 0,-1 0 0,9-5-1,-13 12-160,-1 0 0,1 0 0,-1 1-1,1-1 1,-1 0 0,1 1 0,-1-1-1,0 0 1,1 1 0,-1-1 0,0 1-1,0-1 1,0 0 0,0 1 0,0-1-1,-1 2 1,-3 272 312,2 151-401,14-294 113,1 17-1237,-15-162-16450,-5-13 4124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57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15319,'0'0'7716,"166"19"-4771,-100-8-1873,3 3-848,-10-3-224,-13-5-752,-13-6-2289,-14 0-3442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59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404 1 7507,'0'0'15970,"8"19"-13969,25 68-211,-28-72-1209,0 1-1,-2 0 0,1 0 0,-2 1 0,0-1 0,-1 32 0,-1-48-580,0 0 5,0-1 0,0 1 1,0 0-1,0 0 0,0 0 0,0 0 0,0 0 1,0-1-1,1 1 0,-1 0 0,0 0 0,0 0 1,0 0-1,0 0 0,0 0 0,0 0 1,1 0-1,-1 0 0,0 0 0,0-1 0,0 1 1,0 0-1,1 0 0,-1 0 0,0 0 0,0 0 1,0 0-1,0 0 0,1 0 0,-1 0 0,0 0 1,0 0-1,0 0 0,0 1 0,1-1 0,-1 0 1,0 0-1,0 0 0,0 0 0,0 0 0,1 0 1,-1 0-1,0 0 0,0 0 0,0 1 1,0-1-1,0 0 0,0 0 0,0 0 0,1 0 1,-1 0-1,0 1 0,0-1 0,0 0 0,0 0 1,0 0-1,0 0 0,0 1 0,0-1 0,0 0 1,0 0-1,9-16-85,-2-14-309,-2-1 0,-1 0 0,-1-52 0,-3 81 380,0 0-1,0 0 1,0 0-1,0 0 0,-1 1 1,1-1-1,0 0 0,-1 0 1,1 0-1,-1 1 1,0-1-1,0 0 0,0 1 1,0-1-1,0 1 0,0-1 1,0 1-1,0-1 1,0 1-1,-1 0 0,1 0 1,-1-1-1,1 1 0,-1 0 1,1 0-1,-1 1 1,0-1-1,1 0 0,-1 0 1,0 1-1,0-1 0,1 1 1,-1 0-1,-2-1 1,-7 0 8,0 1 1,1 0-1,-1 0 1,-19 4 0,13 0 18,0 0 0,1 1 1,0 1-1,0 0 1,0 1-1,1 1 1,0 0-1,1 1 0,0 1 1,-21 18-1,15-10 87,1 0 1,2 0-1,-1 2 0,2 1 0,1 0 0,-18 31 1,24-32-53,0 0 0,1 0 0,1 1 0,1 0 0,1 0 0,-3 27 0,3 9-73,1 63 0,4-116-14,0 0 1,0 1 0,1-1 0,-1 0 0,1 1 0,0-1 0,0 0 0,0 0 0,1 0 0,-1 1 0,1-2 0,0 1 0,0 0-1,5 6 1,-5-8-60,1 1 0,0-1-1,0 0 1,0 0-1,0 0 1,0 0 0,0-1-1,1 1 1,-1-1 0,0 0-1,1 1 1,-1-2-1,1 1 1,0 0 0,-1-1-1,1 0 1,4 0 0,28 0-939,0-2 1,0-2-1,0-1 1,-1-2 0,0-2-1,50-18 1,-30 5-908,-1-2-1,-1-3 1,58-39-1,-82 49 1490,-16 9 463,0 0-1,0-1 0,0 0 1,-2-1-1,1 0 1,17-20-1,-28 29 137,-1 1-1,0 0 0,1-1 1,-1 1-1,1 0 1,-1-1-1,0 1 0,1-1 1,-1 1-1,0-1 1,0 1-1,1-1 1,-1 1-1,0-1 0,0 1 1,0-1-1,0 1 1,1-1-1,-1 1 0,0-1 1,0 1-1,0-1 1,0 0-1,0 1 0,0-1 1,-1 1-1,1-1 1,0 1-1,0-1 1,0 1-1,0-1 0,-1 1 1,1-1-1,0 1 1,0-1-1,-1 1 0,1-1 1,0 1-1,-1 0 1,1-1-1,-1 1 0,1-1 1,0 1-1,-1 0 1,1 0-1,-1-1 1,1 1-1,-1 0 0,1 0 1,-1-1-1,1 1 1,-1 0-1,1 0 0,-1 0 1,0 0-1,1 0 1,-1 0-1,-40-1 2525,31 2-1868,0 0-426,1 0 1,-1 0-1,1 1 1,0 1-1,-1 0 1,1 0-1,1 0 1,-1 1-1,0 1 1,1-1-1,0 1 1,0 1-1,0 0 1,-12 12-1,14-13-301,1 0 0,-1 1 0,1 0 0,1 0 0,-1 0 0,1 0 0,0 1 0,1 0 0,-1 0 0,1 0 0,1 0 0,-1 0-1,1 1 1,1-1 0,-1 1 0,1-1 0,0 1 0,1-1 0,0 11 0,1-14-78,0-1 0,0 1 0,0-1 0,0 0 0,1 1 0,0-1 0,-1 0 0,1 0 0,0 0 0,0 0 0,0 0 0,1-1 0,-1 1 0,1-1 0,0 1 0,-1-1 0,1 0 0,0 0 0,0 0 0,0 0 0,1-1 0,-1 1 0,0-1 0,1 0 0,5 1 0,2 1 0,0-1 0,1 0 0,-1-1 0,0 0 0,1-1 0,-1 0 0,12-2 0,-19 1 0,-1 1 0,1-1 0,-1 0 0,1 0 0,-1 0 0,1-1 0,-1 1 0,0-1 0,1 0 0,-1 0 0,0 0 0,-1 0 0,1-1 0,0 1 0,0-1 0,-1 0 0,0 1 0,1-1 0,-1 0 0,0 0 0,-1-1 0,1 1 0,0 0 0,-1-1 0,0 1 0,0-1 0,0 1 0,0-1 0,0 1 0,-1-1 0,0 0 0,1 1 0,-2-7 0,1 3 0,0 0 0,-1 1 0,0-1 0,0 0 0,-1 1 0,1-1 0,-1 1 0,-1 0 0,1-1 0,-1 1 0,-1 0 0,1 1 0,-1-1 0,0 0 0,0 1 0,0 0 0,-10-8 0,5 6-9,-1 1-1,0 1 0,0 0 1,-1 0-1,1 1 1,-1 0-1,0 1 1,0 0-1,-1 1 1,1 0-1,0 1 1,-1 0-1,1 1 1,0 0-1,-22 4 1,31-4-99,1 1 0,0-1 0,0 1 0,0-1 0,0 1 0,1 0 0,-1-1 0,0 1-1,0 0 1,0 0 0,0-1 0,1 1 0,-1 0 0,0 0 0,1 0 0,-1 0 0,1 0 0,-1 0 0,1 0 0,-1 0 0,1 0 0,0 0 0,-1 0 0,1 1 0,0-1 0,0 0 0,0 0 0,0 0-1,0 0 1,0 0 0,0 0 0,0 1 0,1-1 0,-1 0 0,0 0 0,1 0 0,-1 0 0,1 0 0,-1 0 0,1 0 0,-1 0 0,1 0 0,1 1 0,2 2-402,1-1 0,-1 0 0,1 0 0,0 0 0,0 0 0,1-1 1,-1 0-1,0 0 0,9 1 0,57 10-5000,-56-11 4052,57 7-5801,3-4 309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59.9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 6915,'0'0'19294,"1"10"-16562,2 0-2386,0 0 0,0 0 0,1 0 1,0-1-1,0 1 0,1-1 0,9 13 0,-12-19-405,0 0 0,1 0 0,-1 0 0,0 0-1,1 0 1,-1-1 0,1 1 0,0-1 0,0 0 0,0 0 0,0 0 0,0 0 0,1 0 0,-1-1 0,0 0 0,1 1 0,-1-1-1,1 0 1,-1-1 0,1 1 0,0-1 0,-1 1 0,1-1 0,0 0 0,6-2 0,-4 0-133,0-2 1,0 1-1,0-1 1,-1 0 0,0 0-1,0 0 1,0-1-1,0 1 1,4-8-1,17-13-254,-5 9 356,0 2 1,1 0 0,29-13-1,-48 36 2984,-2 18-2678,-1-24 12,-1 14 106,2 25-18,-1-41-313,0 0 1,0 0-1,1 0 1,-1 0 0,1 0-1,-1 0 1,0 0-1,1 0 1,0 0-1,-1 0 1,1 0-1,0 0 1,-1 0 0,1 0-1,0-1 1,0 1-1,0 0 1,0-1-1,0 1 1,0 0 0,0-1-1,0 1 1,0-1-1,0 1 1,0-1-1,0 0 1,0 1-1,0-1 1,0 0 0,2 0-1,9 0-69,0 0 0,0-1 0,1 0 0,-1-1-1,-1-1 1,1 1 0,0-2 0,-1 0 0,16-7 0,4-5-308,-1-1 1,28-21-1,-51 33 402,-5 4 1,0 0 0,0 0 0,0 0 0,-1 0 1,1 0-1,0-1 0,-1 1 0,1-1 0,0 1 0,-1-1 1,0 1-1,1-1 0,-1 0 0,0 0 0,0 0 1,0 0-1,0 0 0,0 0 0,-1 0 0,1 0 0,0-3 1,-4 4 302,-1 1 0,0-1 1,0 1-1,1 0 0,-1 0 1,-7 2-1,10 1-332,-1 1 0,1 0 0,0 0 0,1 0 0,-1 0 0,1 0 0,-1 0 0,1 1 0,0-1 0,1 0 0,0 6 0,0-1 0,-1-6 2,1 0 0,-1 1 0,1-1 0,0 0 0,0 0 0,1 0 0,-1 0 0,0 0 0,1 0 0,0 0 0,0 0 0,0-1 0,0 1 0,0-1 0,0 1 0,1-1 0,-1 0 0,1 0 0,0 0 0,-1 0 0,1 0 0,0-1 0,0 1 0,5 1 0,1 0-810,1 0 1,-1 0-1,1-1 1,0 0-1,0 0 1,20 0-1,1-2-4781,2 0-3180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00.3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70 112 2817,'0'0'10530,"21"0"-7950,69 1-846,-84 0-1478,0-1 0,0 0 1,0-1-1,0 1 0,0-1 0,0 0 0,-1-1 0,1 1 0,0-1 0,-1-1 0,11-4 0,-14 5-119,1 0 0,-1 0 0,0 0 0,0-1 0,0 1 0,0-1 1,0 1-1,0-1 0,0 0 0,-1 0 0,1 0 0,-1 1 0,0-1 0,0-1 0,0 1 0,0 0 0,-1 0 1,1-4-1,-1 5-82,0 1 1,0-1 0,0 1 0,0-1 0,0 1-1,0 0 1,-1-1 0,1 1 0,0-1 0,-1 1-1,1 0 1,-1-1 0,1 1 0,-1 0 0,0-1-1,0 1 1,1 0 0,-1 0 0,0 0 0,0 0-1,0 0 1,0 0 0,-1 0 0,1 0 0,0 0-1,0 0 1,0 1 0,-1-1 0,1 1 0,0-1-1,-1 0 1,1 1 0,0 0 0,-1-1 0,1 1-1,-1 0 1,-1 0 0,-9-1 190,0 0 0,1 1 0,-22 1 0,15 1 43,7-2 19,-1 1-1,0 1 0,0 0 1,1 1-1,-1 0 0,1 0 1,0 1-1,-18 9 0,26-11-250,-1 0 0,1 0 1,0 1-1,-1-1 0,1 1 0,1-1 0,-1 1 0,0 0 0,1 0 0,-1 0 0,1 0 1,0 1-1,0-1 0,0 0 0,0 1 0,1 0 0,-1-1 0,1 1 0,0 0 1,0 0-1,1 0 0,-1-1 0,1 1 0,0 0 0,-1 0 0,2 0 0,-1 0 0,0 0 1,2 4-1,0-2-69,0-1 1,0 0 0,1 1 0,-1-1 0,1 0 0,0-1-1,1 1 1,-1 0 0,1-1 0,0 0 0,0 0 0,0 0-1,1 0 1,6 4 0,1 0-547,0-1 0,1 0-1,0 0 1,22 7 0,-20-9-815,-1-1 0,1-1 1,16 1-1,46 0-9295,-21-4-418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00.5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335 128 4082,'0'0'12173,"-10"-20"-7506,-4-7-2784,-18-27 1,31 52-1755,0 0 1,-1 0-1,1 0 1,-1 0 0,0 1-1,1-1 1,-1 1-1,0-1 1,0 1 0,0 0-1,0-1 1,0 1 0,-1 0-1,1 0 1,0 1-1,0-1 1,-1 0 0,1 1-1,0-1 1,-1 1-1,1 0 1,0 0 0,-1 0-1,1 0 1,0 0-1,-1 1 1,-3 0 0,-3 0 248,3 0-252,0 0 0,0 1 0,0-1 0,0 1 0,0 1 0,1-1 0,-1 1 0,1 0 0,-1 0 0,1 0 0,0 1 1,0 0-1,1 0 0,-1 0 0,1 1 0,0-1 0,0 1 0,-5 8 0,5-7-60,0 1-1,1 0 1,-1 0 0,1 0-1,1 0 1,-1 0 0,1 0-1,1 1 1,-1 0 0,1-1-1,0 1 1,1-1 0,0 1-1,1 13 1,0-18-69,0 1 0,1-1 0,-1 1 0,0-1 0,1 0 0,0 0 1,0 0-1,0 0 0,0 0 0,0 0 0,1-1 0,-1 1 0,1-1 0,0 1 0,6 3 0,48 25-1226,-55-29 1094,-1-2 7,0 0 1,-1 0-1,1 0 1,-1 0 0,1 0-1,-1 1 1,1-1-1,-1 0 1,1 1 0,-1-1-1,1 0 1,-1 1-1,1-1 1,-1 0 0,1 1-1,-1-1 1,1 1-1,-1-1 1,0 1-1,1-1 1,-1 1 0,0-1-1,0 1 1,1-1-1,-1 2 1,-12 3-2934,-26-2-932,36-3 3808,-122 1-12869,115-1 8860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01.0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302 52 6035,'0'0'16023,"8"-7"-13470,-6 5-2500,0 1 177,0-1 1,1 0-1,-1 0 0,0 0 0,0 0 1,-1-1-1,1 1 0,0 0 1,-1-1-1,3-4 0,-4 7-178,0 0 0,-1-1 0,1 1 0,0-1 1,0 1-1,0-1 0,0 1 0,0 0 0,0-1 0,0 1 0,-1 0 0,1-1 0,0 1 0,0-1 0,-1 1 0,1 0 1,0-1-1,0 1 0,-1 0 0,1 0 0,0-1 0,-1 1 0,1 0 0,0 0 0,-1-1 0,1 1 0,-1 0 0,1 0 1,0 0-1,-2 0 0,-30-4 1176,8 4-681,-2-1-159,1 1 1,0 1 0,0 2 0,-42 9 0,62-11-381,0 0 1,-1 1-1,1 0 0,0 0 1,0 1-1,0-1 1,0 1-1,1 0 1,-1 0-1,1 1 1,0-1-1,0 1 0,0 0 1,0 0-1,1 0 1,-1 1-1,1-1 1,0 1-1,1 0 0,-1 0 1,1 0-1,0 0 1,0 0-1,1 1 1,-1-1-1,1 0 1,-1 9-1,2-8-8,-1-1 0,1 1 0,0-1 0,0 1 0,1-1 0,-1 1 0,1-1 0,0 1 0,1-1 0,0 0 0,-1 0 0,5 8 0,-3-9 0,-1-1 0,1 0 0,-1 0 0,1 0 0,0 0 0,1 0 0,-1-1 0,0 1 0,1-1 0,-1 0 0,1 0 0,0 0 0,0-1 0,-1 1 0,1-1 0,0 0 0,6 1 0,3 0-60,1-1 0,0 0 0,18-1 0,-13 0-92,-16 0 143,-1 0 1,0 0-1,1 0 1,-1-1-1,0 1 0,0-1 1,1 1-1,-1-1 1,0 0-1,0 0 0,0 0 1,0 0-1,0 0 1,0 0-1,0 0 1,0-1-1,-1 1 0,1-1 1,0 0-1,-1 1 1,3-4-1,-2 1 41,0 0 0,0 1 0,-1-1 0,1 0 0,-1 0 0,0 0 0,0 0 0,-1 0 0,1 0 0,-1 0 0,0-5 0,0 8-22,-1 0 0,1 0 1,-1 0-1,1 0 0,-1 0 1,1 0-1,-1 0 1,0 0-1,1 0 0,-1 0 1,0 1-1,0-1 0,0 0 1,0 1-1,0-1 1,0 0-1,0 1 0,0-1 1,-1 1-1,2-1-10,-1 1-1,1-1 1,-1 1 0,0 0 0,1 0-1,-1-1 1,1 1 0,-1 0-1,0 0 1,1 0 0,-1-1 0,1 1-1,-1 0 1,0 0 0,1 0-1,-1 0 1,0 0 0,1 0 0,-1 1-1,1-1 1,-1 0 0,0 0-1,1 0 1,-1 0 0,1 1 0,-1-1-1,0 0 1,1 1 0,-1-1-1,1 0 1,-1 1 0,1-1 0,-1 1-1,0 0 1,0 7-89,-1 0-1,1 0 1,0 0 0,1 0 0,0 0-1,0 0 1,1 0 0,0 0 0,0 0-1,5 15 1,-2-16-370,0-1-1,1 1 1,-1-1 0,1 0-1,0 0 1,1-1 0,0 0-1,-1 0 1,2 0-1,-1-1 1,0 1 0,1-1-1,0-1 1,0 0 0,0 0-1,12 4 1,0-2-1880,1 0 1,0-1 0,1-1 0,-1-1-1,24-1 1,36-1-5751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01.3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577 695 4594,'13'-39'1087,"59"-207"6556,-63 206-6223,-2-1-1,-2 1 1,-1-1 0,-2-49 0,-2 84-1218,0 0 0,-1 0 0,0 0 0,0 0-1,0 0 1,-1 0 0,0 0 0,0 0 0,0 0 0,-1 1 0,0-1 0,0 1 0,0-1 0,-1 1 0,1 0 0,-1 1 0,-1-1 0,1 1 0,0 0 0,-1 0 0,0 0 0,0 0 0,0 1 0,-1 0 0,1 0 0,-1 0 0,0 1 0,1 0-1,-13-3 1,4 1-40,0 1 0,0 0-1,-1 0 1,1 2 0,-1 0-1,1 0 1,-1 1 0,1 1-1,-1 1 1,1 0 0,0 1-1,0 0 1,0 1 0,0 0-1,0 2 1,1-1 0,0 2-1,0 0 1,1 0 0,0 1-1,0 1 1,1 0-1,0 0 1,0 1 0,1 0-1,-15 21 1,11-9-59,2-1 0,1 2-1,1-1 1,0 1 0,2 1-1,1 0 1,-5 30 0,-17 177 1,27-198-93,-15 264-32,-1 14-2541,17-295 2067,-6 39-922,7-52 1187,-1 0-1,1 0 1,-1 1-1,0-1 1,0 0-1,-1-1 1,1 1-1,0 0 1,-1 0 0,0 0-1,0-1 1,0 1-1,-2 2 1,4-5 89,-1 0-1,1 1 1,0-1 0,-1 0 0,1 0 0,0 1 0,-1-1-1,1 0 1,0 0 0,-1 1 0,1-1 0,-1 0 0,1 0 0,-1 0-1,1 0 1,0 0 0,-1 1 0,1-1 0,-1 0 0,1 0-1,-1 0 1,1 0 0,0 0 0,-1-1 0,1 1 0,-1 0 0,1 0-1,-1 0 1,1 0 0,0 0 0,-1-1 0,1 1 0,-1 0-1,1 0 1,0 0 0,-1-1 0,-6-16-6845,3-17-1954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01.5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10261,'0'0'16359,"148"4"-14838,-71 19-1217,1 0-304,-3-4-272,-2-7-1409,6-8-1985,-3-4-2496,3-6-3939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01.7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505 0 4194,'0'0'10269,"-27"1"-4758,9-1-4653,-1 0 109,0 1 0,-29 5 0,39-4-541,0 1 1,0-1-1,0 1 0,0 1 1,1-1-1,0 2 1,-1-1-1,2 1 0,-14 10 1,4 1-35,1 1 0,1 1 0,0 0 0,1 1 0,1 0 0,1 1 0,1 1 0,0 0 0,2 0 1,0 1-1,2 0 0,-5 24 0,-6 36-718,-12 168 0,23-168 651,-6 42-368,13-123-131,0 0 1,0 0-1,-1 1 0,1-1 0,0 0 0,0 0 0,-1 0 0,1 0 0,0 0 0,-1 0 1,1 0-1,-1 0 0,0 0 0,1 0 0,-2 0 0,2 0-134,-1-1 0,0 0-1,1 0 1,-1 0 0,0 0 0,1 0-1,-1 0 1,0 0 0,1 0 0,-1 0-1,1 0 1,-1 0 0,0 0 0,1 0 0,-1-1-1,0 1 1,1 0 0,-1 0 0,1-1-1,-1 1 1,1 0 0,-1-1 0,0 1-1,1-1 1,-1 1 0,1 0 0,0-1-1,-1 1 1,1-1 0,-1 0 0,1 0 0,-21-24-8534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02.0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1 249 5811,'0'0'8945,"22"-4"-5082,-5 1-3103,17-3 783,-1 1 0,54 0 0,58-2 1234,-128 5-2583,-1-1 0,1 0 0,-1-1 0,0-1 0,-1-1 0,26-12 1,-38 17-171,0-1 1,0 1-1,0-1 1,0 0 0,0-1-1,0 1 1,0 0 0,-1-1-1,1 0 1,-1 1-1,0-1 1,0 0 0,0 0-1,0 0 1,0 0-1,-1-1 1,1 1 0,-1 0-1,0-1 1,0 1 0,0-1-1,-1 1 1,1-1-1,-1 0 1,0 1 0,0-6-1,-1 4-1,0 1 0,0 0-1,0 0 1,-1 0 0,0 0 0,0 0-1,0 0 1,0 0 0,-1 0-1,1 1 1,-1-1 0,0 1 0,0 0-1,0 0 1,-1 0 0,1 0 0,-1 1-1,1-1 1,-1 1 0,-6-3-1,2 1 130,-1 1-1,1 0 0,0 0 0,-1 1 0,1 0 0,-17-1 0,23 3-96,-1 0 1,1-1-1,-1 1 0,1 0 0,-1 0 1,1 1-1,-1-1 0,1 1 0,-1-1 1,1 1-1,0 0 0,-1 0 0,1 0 1,0 0-1,0 0 0,0 0 0,0 1 1,0-1-1,0 1 0,0-1 0,0 1 1,0 0-1,1 0 0,-1-1 0,1 1 1,-1 0-1,1 1 0,-1 1 0,-2 12 20,1-1 0,1 1-1,0 0 1,1-1 0,1 1-1,0 0 1,1 0 0,1 0 0,1-1-1,4 18 1,-4-22-210,1-1 1,0 0-1,0 0 1,1 0-1,1-1 1,-1 1-1,1-1 1,1-1-1,0 1 1,0-1-1,1 0 1,0-1-1,0 0 1,0 0-1,1-1 1,13 8-1,-11-9-777,0 0 0,0 0 0,0-1 0,1 0 0,-1-1-1,1-1 1,0 0 0,0 0 0,13-1 0,26-1-6088,-3-3-2173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02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26 185 3762,'0'0'20252,"0"2"-18774,0 118 4020,-15-121-4775,14 0-718,0 0 0,0-1 1,0 1-1,0 0 0,0-1 0,0 1 0,1-1 0,-1 0 0,0 1 1,1-1-1,-1 0 0,1 1 0,0-1 0,-1 0 0,1 1 0,0-4 0,1-34 39,-1 25-39,0 1-177,1 1 0,0-1 0,1 1 0,0-1 0,1 1-1,0 0 1,1 0 0,0 1 0,1-1 0,9-15 0,-10 21 1,-1 1 0,1 0 0,0 0 0,0 0 0,1 0 0,0 1 0,-1-1 1,2 1-1,-1 0 0,0 1 0,1 0 0,-1-1 0,1 2 0,0-1 0,0 1 0,0 0 1,1 0-1,-1 0 0,0 1 0,1 0 0,-1 0 0,9 1 0,-5 0-6405,0 0-6518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03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 1 5330,'0'0'11635,"-11"23"-8353,6-13-2906,-5 8 218,1 2-1,0 0 1,2 0 0,0 0-1,1 1 1,1-1-1,-2 30 1,4 138 2556,-4 43-1602,0-197-1462,7-33-193,-1 0 1,1 0-1,0 0 1,-1 0-1,1 0 1,-1 0-1,1 0 1,-1 0-1,1-1 1,-1 1-1,0 0 0,1 0 1,-1-1-1,0 1 1,0 0-1,0-1 1,1 1-1,-1 0 1,0-1-1,0 1 0,0-1 1,0 0-1,0 1 1,0-1-1,0 0 1,-2 1-1,2-2-209,0 1-1,0 0 1,1-1-1,-1 1 1,0 0-1,0-1 1,0 1-1,1-1 1,-1 1 0,0-1-1,1 0 1,-1 1-1,0-1 1,1 0-1,-1 1 1,1-1-1,-1 0 1,1 0-1,-1 0 1,1 1 0,0-1-1,-1 0 1,1 0-1,0 0 1,-1-1-1,-5-27-5506,5 24 4323,-6-37-6658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03.8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74 7619,'0'0'12716,"22"-12"-10193,77-35-986,-90 43-1403,0 2 0,0-1 0,0 1 0,0 1 0,1-1 0,-1 2 0,0-1 0,1 1 0,9 2 0,9-1 135,-18-2-159,1 1 1,0 0-1,-1 1 1,1 1-1,0-1 1,-1 2-1,0-1 1,1 1-1,-1 1 1,-1 0-1,20 11 1,-27-14-92,0 0-1,-1 1 1,1-1 0,0 1 0,-1-1 0,1 1-1,-1 0 1,0 0 0,1-1 0,-1 1 0,0 0-1,0 0 1,0 0 0,0 0 0,-1 1 0,1-1-1,-1 0 1,1 0 0,-1 0 0,0 1 0,1-1-1,-1 0 1,-1 0 0,1 1 0,0-1 0,-1 3-1,0-2-2,0 1 0,0-1 0,0 1 0,-1-1 0,0 0 0,1 1 0,-1-1 0,0 0 0,-1 0 0,1-1 0,0 1 0,-1 0 0,0-1 0,-5 5 0,-10 3 38,0-1 0,-1 0 0,0-1 0,0-2 0,0 0 1,-22 4-1,-4 1 111,43-10-132,-1 0-1,0 0 1,0 0 0,0 0-1,1 0 1,-1 0-1,1 1 1,-1-1 0,1 1-1,-4 3 1,5-4-34,0 0 0,1 0 0,-1 0 0,1 0 1,0 0-1,-1 0 0,1 0 0,0 0 0,0 0 0,-1 0 1,1 0-1,0 0 0,0 0 0,0 1 0,0-1 0,0 0 0,1 0 1,-1 0-1,0 0 0,0 0 0,1 0 0,-1 0 0,1 0 1,-1 0-1,1 0 0,-1 0 0,1 0 0,0 0 0,-1-1 0,1 1 1,0 0-1,1 1 0,16 18-86,29 27 1,-30-31 56,0 1 1,-1 0 0,20 28-1,-27-31-55,-1 1 0,0-1 0,-1 1 0,-1 1-1,0-1 1,-1 1 0,-1 0 0,-1 0 0,0 1 0,-1-1-1,1 29 1,-3-42 79,-1 0 1,1 0-1,0 0 0,-1 0 0,0-1 0,1 1 0,-1 0 0,0 0 0,-1 0 0,1 0 1,0-1-1,-1 1 0,0-1 0,1 1 0,-1-1 0,-4 4 0,2-3 19,0 1 0,0-2-1,0 1 1,0 0-1,-1-1 1,1 0 0,-1 0-1,0 0 1,-6 1 0,-11 1 208,1-1 0,-1-1 0,-39-2 0,40 0 45,-16 0 149,-4 1 429,-1-2 1,-73-11-1,98 6-557,17 6-287,0 0-1,-1 0 0,1 0 0,0 0 0,0 0 1,0 0-1,0-1 0,0 1 0,0 0 1,0 0-1,0 0 0,0 0 0,0 0 1,0 0-1,0 0 0,0-1 0,0 1 1,0 0-1,0 0 0,0 0 0,0 0 0,0 0 1,0 0-1,0-1 0,0 1 0,0 0 1,0 0-1,0 0 0,0 0 0,0 0 1,0 0-1,0 0 0,0-1 0,0 1 1,0 0-1,0 0 0,0 0 0,0 0 0,1 0 1,-1 0-1,0 0 0,0 0 0,0 0 1,0-1-1,0 1 0,0 0 0,0 0 1,0 0-1,1 0 0,-1 0 0,0 0 1,0 0-1,0 0 0,30-6-760,121 0-6567,-103 5 3371,38-1-5266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04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427 53 5491,'0'0'17007,"-22"-9"-14995,-71-24-75,86 31-1648,1 0-1,-1 0 1,1 1 0,-1-1 0,0 2 0,0-1 0,1 1-1,-10 1 1,-1-1 444,7 1-555,1 0 0,0 0-1,-1 1 1,1 0 0,0 1 0,0 0-1,0 0 1,0 1 0,0 0 0,1 0-1,0 1 1,0 0 0,0 1 0,1 0 0,-1 0-1,-11 14 1,12-12-180,0 0 0,0 1-1,1 0 1,0 0 0,1 1-1,0-1 1,0 1 0,1 0 0,1 1-1,0-1 1,0 1 0,1-1 0,0 1-1,-1 18 1,7-28 2,1 0 0,-1 0 0,0-1 0,0 0 0,0 0 0,0 0 0,8-1 0,-12 1 0,12-2-52,0 0 0,0-1-1,0 0 1,0-1 0,0-1 0,-1 0 0,0 0 0,15-11-1,4-3-293,46-39-1,-71 53 355,26-23-52,-30 26 80,1 0 1,0 0 0,-1 0 0,1 0-1,-1 0 1,0 0 0,1 0-1,-1 0 1,0-1 0,0 1-1,-1 0 1,1-1 0,0-3-1,-1 6 463,0 19-312,0-8-187,0-5 0,0 1 0,0 0 0,0 0 0,1-1 0,0 1 0,3 8 0,-3-12 0,0-1 0,1 0 0,-1 1 0,0-1 0,1 0 0,0 0 0,-1 0 0,1 0 0,0 0 0,0 0 0,0-1 0,1 1 0,-1-1 0,0 1 0,0-1 0,1 0 0,-1 0 0,1 0 0,4 2 0,6-1-74,0 0 0,1 0 1,-1-2-1,0 1 0,0-2 0,0 0 0,0 0 1,13-4-1,-6-1-92,-1 0 0,0-2 0,0 0 1,-1-1-1,-1-1 0,1-1 1,28-23-1,-45 34 231,0-1 0,0 0 1,-1 0-1,1 0 0,0 0 0,0 1 1,-1-1-1,1 0 0,-1 0 0,1 0 1,-1 0-1,1-1 0,-1 1 0,1 0 1,-1 0-1,0 0 0,0 0 0,0 0 1,0 0-1,0-1 0,0 1 0,0 0 1,0-1-1,0 2-56,0-1 1,0 1 0,0 0-1,1 0 1,-1 0-1,0-1 1,0 1 0,0 0-1,0 0 1,0 0 0,1 0-1,-1-1 1,0 1-1,0 0 1,0 0 0,1 0-1,-1 0 1,0 0-1,0 0 1,0 0 0,1 0-1,-1 0 1,0-1 0,0 1-1,0 0 1,1 0-1,-1 0 1,0 0 0,0 0-1,1 0 1,-1 0-1,0 1 1,0-1 0,0 0-1,1 0 1,-1 0-1,0 0 1,0 0 0,1 0-1,-1 0 1,0 0 0,0 0-1,0 1 1,0-1-1,1 0 1,-1 0 0,0 1-1,11 5-46,-6-1 37,0-1-1,1 0 1,0 0 0,0-1-1,0 1 1,0-1 0,1-1-1,-1 1 1,1-1 0,-1 0-1,1-1 1,0 1 0,0-1-1,0-1 1,0 1 0,11-2-1,-6 1-64,0 0-1,0-2 0,0 1 0,0-1 1,0-1-1,-1 0 0,1-1 0,19-9 0,7-13 3,-36 24 99,0 1 1,0-1 0,-1 0 0,1 1-1,-1-1 1,1 0 0,-1 0 0,0 0-1,0 0 1,0 0 0,0-1 0,0 1-1,0 0 1,-1 0 0,1-1 0,0 1-1,-1-3 1,0 11-211,1 0-1,-1 0 1,1 0 0,0 1-1,1-2 1,0 1 0,0 0-1,0 0 1,0-1 0,1 1-1,0-1 1,0 1 0,0-1-1,1 0 1,0-1 0,0 1-1,0-1 1,1 1 0,-1-1-1,1 0 1,0-1 0,7 5-1,1 0-1885,1 0 0,1 0 0,-1-1 0,1-1 0,28 8 0,28 0-9871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05.2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288 832 2465,'0'0'11272,"-20"-11"-7481,-66-34-742,77 40-2588,1 1 0,-1 1-1,0-1 1,0 2 0,0-1-1,-1 1 1,1 0-1,0 1 1,-1 0 0,1 1-1,-17 0 1,0 1 636,25-1-1044,0 0 1,0 0 0,0 0-1,-1 0 1,1 1 0,0-1-1,0 0 1,0 1-1,0-1 1,0 0 0,0 1-1,0-1 1,0 1 0,0 0-1,1-1 1,-1 1-1,0 0 1,0-1 0,0 1-1,1 0 1,-1 0 0,0 0-1,1 0 1,-2 2 0,1-1 6,0 0 0,0 1 0,1 0 0,-1-1 0,1 1 0,-1-1 0,1 1 0,0 0 0,0-1 0,1 5 0,-1-3-33,0-1-1,0 0 1,1 1-1,0-1 1,0 0-1,0 0 1,0 0-1,0 0 1,1 0-1,-1 0 1,1 0-1,0 0 1,0 0-1,0-1 1,0 1-1,0-1 1,1 1-1,3 2 1,2-2-47,1-1-1,-1 0 1,1 0 0,-1-1 0,1 0 0,0-1-1,-1 1 1,1-2 0,0 1 0,-1-1 0,1-1-1,0 0 1,-1 0 0,0 0 0,1-1-1,-1 0 1,0-1 0,10-6 0,18-14-431,-2-1 0,-1-2 0,31-32 1,79-100-511,-112 119 828,-1 0 0,46-87 0,-64 103 149,-1-1-1,-1 1 1,-1-2-1,-1 0 1,-2 0-1,0 0 1,1-31-1,-6 50 113,0 0 0,-1-1 0,0 0 0,-1 1 0,0-1 0,-2-11 0,2 17-35,0 0 0,0 0 1,0 0-1,0 0 0,0 0 1,-1 0-1,1 0 0,0 1 0,-1-1 1,0 0-1,1 1 0,-1-1 1,0 1-1,0 0 0,1 0 1,-1-1-1,0 1 0,0 0 0,0 1 1,-1-1-1,1 0 0,0 1 1,0-1-1,-4 0 0,-3 0 87,1 0 0,0 0 0,0 1 0,-1 0 0,1 0 0,0 1-1,-1 0 1,1 0 0,0 1 0,0 0 0,0 1 0,0 0 0,0 0 0,-13 8 0,11-5-113,1 2 0,0-1 1,1 1-1,-1 0 1,1 0-1,1 1 1,0 0-1,0 1 1,-9 17-1,1 5-84,2 0 0,0 2 0,3-1 1,0 2-1,2-1 0,-3 40 0,3 20 17,5 147 0,3-223-193,1 0 1,1-1-1,0 1 1,2-1-1,0 0 0,0 0 1,2 0-1,8 17 1,-11-27-302,2 0 0,-1 0 0,1-1 0,0 1 0,0-1 0,0 0 0,1 0 0,9 7 0,-9-9-353,0 0 0,0 0 0,1-1 0,-1 0-1,1 0 1,0-1 0,0 1 0,0-1 0,0-1-1,11 2 1,51-1-10996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05.8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739 1 6643,'0'0'14879,"-8"24"-11187,-59 178 1289,33-123-2630,35-83-2330,0 1 1,-1 0 0,1-1 0,-1 1 0,0-1 0,0 1 0,0 0 0,-1-5 0,0-19-243,3 12 44,0 9 12,-2 1 1,1-1 0,0 1-1,-1-1 1,-1-8 0,1 12 132,0 1-1,-1-1 1,1 1 0,-1 0 0,1-1 0,-1 1-1,1 0 1,-1-1 0,0 1 0,1 0-1,-1 0 1,0 0 0,0 0 0,0 0 0,0 0-1,0 0 1,0 0 0,-1 0 0,1 0-1,0 1 1,0-1 0,0 0 0,-1 1-1,1-1 1,0 1 0,-1-1 0,-1 1 0,-20-4-42,0 1 0,0 2 0,0 0 0,0 1 0,0 1 0,0 2 0,0 0 0,0 1 1,-44 15-1,46-11 237,0 2 0,1 0 0,0 2 0,1 0 0,0 1 0,1 0 0,0 2-1,1 0 1,1 1 0,0 1 0,1 0 0,-20 32 0,24-32-101,0 1 1,2 1-1,0 0 0,1 0 0,1 0 0,1 1 0,0 0 0,2 0 0,0 1 0,2-1 0,0 1 0,1-1 0,1 1 0,3 23 0,-2-38-62,0 0 0,1 0 0,0 0 0,0-1 0,0 1 0,1 0 0,0-1 0,0 0 0,0 0 0,1 0 0,-1 0 0,1 0 0,1-1 0,-1 1 0,0-1 0,1 0 0,0-1 0,0 1 0,0-1 0,0 0 0,1 0 0,-1-1 0,1 1 0,8 1 0,9 3 0,0-1 0,0-2 0,0 0 0,46 1 0,-56-4 0,22 0 0,-1-1 0,41-4 0,-66 3 0,0-1 0,0 0 0,0 0 0,0-1 0,-1 0 0,1 0 0,-1-1 0,0 0 0,0 0 0,0-1 0,0 0 0,-1 0 0,10-10 0,-15 13-89,-1 1-1,0-1 1,1 0-1,-1 0 1,0 0 0,0 0-1,0 0 1,0 0-1,0 0 1,-1 0 0,1 0-1,-1 0 1,1 0-1,-1-1 1,0 1 0,1 0-1,-1 0 1,-1-1-1,1 1 1,-1-3 0,1 3-246,0 1 0,-1-1 1,0 1-1,1 0 1,-1-1-1,0 1 0,1 0 1,-1 0-1,0-1 1,0 1-1,0 0 0,0 0 1,0 0-1,0 0 1,0 0-1,-1 0 1,1 1-1,0-1 0,-3-1 1,-25-7-8641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8.5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446 338 1313,'0'0'5749,"-6"-17"-3807,6 12-1422,0 1 0,0-1 0,0 1-1,0-1 1,-1 1 0,0-1 0,0 1 0,0 0 0,0 0-1,-3-5 1,3 7-284,-1 0 1,0 1-1,1-1 0,-1 1 0,0-1 0,0 1 1,0 0-1,0 0 0,0 0 0,-1 0 0,1 0 1,0 0-1,0 1 0,-1-1 0,1 1 0,0-1 0,-1 1 1,1 0-1,0 0 0,-1 0 0,-3 1 0,-7-1 291,1 2 0,-1 0 0,1 0 0,-1 1-1,1 0 1,0 1 0,0 1 0,1 0 0,-13 7-1,-13 9 892,-44 35-1,77-54-1329,-9 7 192,1 1-1,0 1 1,0-1 0,1 2-1,1 0 1,-17 23 0,23-29-240,0 1 0,1-1 0,0 1 1,0-1-1,1 1 0,0 0 0,0 0 0,0 0 1,1 0-1,0 1 0,0-1 0,1 0 0,0 0 0,0 1 1,1-1-1,0 0 0,2 9 0,-1-12-39,-1-1 0,1 1 0,-1-1 0,1 0 0,0 0 0,1 0-1,-1 0 1,0 0 0,1 0 0,-1 0 0,1-1 0,0 1 0,0-1 0,0 0 0,0 0 0,1 0 0,-1 0 0,0-1-1,1 1 1,-1-1 0,1 0 0,-1 0 0,7 1 0,8 1 0,1-1-1,0 0 1,25-1-1,-42-1 0,16-1-22,0-1 0,0 0 1,0-2-1,0 0 0,-1-1 0,1 0 0,-1-1 1,-1-2-1,29-15 0,-21 8-68,-1 0-1,-1-1 1,0-2 0,-1 0-1,33-39 1,-46 47-35,0 0 0,-1-1 0,0 1 0,-1-2 0,-1 1 0,1-1-1,4-17 1,-8 24 116,-1-1 0,1 1-1,-1-1 1,0 1 0,-1-1-1,0 1 1,0-1 0,0 1-1,0-1 1,-1 1 0,0-1-1,0 1 1,0 0 0,-1-1-1,0 1 1,0 0 0,0 0-1,-1 0 1,-5-8 0,3 7 18,0 1 0,-1-1 1,0 1-1,0 0 1,-1 1-1,0 0 0,1 0 1,-1 0-1,0 1 1,-1 0-1,1 0 1,0 1-1,-1 0 0,-13-2 1,-8 0-12,-1 1 0,-46 2 1,64 1-25,-1 1 1,1 1 0,0 0 0,-1 1 0,1 0-1,-13 5 1,20-6-134,0 0 0,0 0 0,1 0 0,-1 1 0,1 0 0,-1 0-1,1 0 1,0 0 0,0 1 0,0 0 0,0 0 0,1 0 0,0 0 0,0 0 0,0 1-1,-4 7 1,6-11-7,1 1 0,-1-1 0,1 0 0,-1 1 0,1-1 0,-1 0 0,1 1-1,0-1 1,0 1 0,0-1 0,0 1 0,0-1 0,0 1 0,0-1 0,0 1 0,0-1-1,1 0 1,-1 1 0,0-1 0,1 1 0,0-1 0,-1 0 0,1 1 0,0-1 0,-1 0-1,1 0 1,0 0 0,0 0 0,0 1 0,0-1 0,0 0 0,0-1 0,1 1 0,-1 0-1,0 0 1,0 0 0,1-1 0,-1 1 0,0-1 0,3 2 0,6 0-736,0 1-1,0-2 1,0 1 0,19 0-1,-21-2 257,56 3-4352,95-8 0,-128 1 4893,47-11-1,-54 8 2329,0 0-1,34-17 0,-50 19-455,1 2 1,-1-1 0,1 1-1,0 0 1,0 1 0,0 0-1,1 0 1,18 0-1,-27 2-1580,1 0-1,-1 1 0,1-1 1,-1 0-1,1 1 0,-1-1 0,1 1 1,-1-1-1,0 1 0,1 0 0,-1 0 1,0-1-1,1 1 0,-1 0 1,0 0-1,0 0 0,0 0 0,2 3 1,0-1 69,-1 1 1,1 0-1,-1 1 1,0-1-1,0 0 1,2 6-1,0 5 48,0 1-1,3 28 1,-3 80-304,-4-109 0,0-15-2,1 0 1,-1 1-1,0-1 1,0 0-1,1 0 1,-1 1-1,0-1 0,1 0 1,-1 0-1,0 1 1,1-1-1,-1 0 0,1 0 1,-1 0-1,0 0 1,1 0-1,-1 0 1,1 1-1,-1-1 0,0 0 1,1 0-1,-1 0 1,1 0-1,-1 0 1,0-1-1,1 1 0,-1 0 1,1 0-1,-1 0 1,0 0-1,1-1 1,15-3-232,2-7-445,0-1 0,-1-1 0,0 0-1,27-30 1,-36 35 443,0-1 0,-1 1 1,0-1-1,0 0 0,-1-1 0,-1 1 0,1-1 0,-1 0 0,-1-1 0,0 1 0,0-1 0,-1 0 0,-1 0 0,0 0 0,0 0 0,0-13 0,-2 24 236,0-1-1,0 0 0,0 0 0,0 1 0,0-1 0,0 0 0,1 1 0,-1-1 1,0 0-1,0 0 0,1 1 0,-1-1 0,0 0 0,1 1 0,-1-1 0,1 1 0,-1-1 1,1 1-1,-1-1 0,1 1 0,-1-1 0,1 1 0,0-1 0,-1 1 0,1 0 0,0-1 1,25-3 0,32 13-4,-52-7 1,58 8 29,1-2 0,-1-3 0,84-4-1,-144-1-22,0 0-1,0 0 1,0 0-1,0-1 1,0 0-1,-1 0 1,1 0-1,0 0 1,0 0-1,-1-1 1,1 0-1,-1 1 1,1-1-1,-1 0 1,0-1-1,0 1 1,3-4-1,-3 3 9,-1-1-1,1 0 1,-1 0 0,0 0-1,0 0 1,-1 0 0,1 0-1,-1 0 1,0-1-1,0 1 1,0-1 0,0 1-1,-1 0 1,0-10 0,0 10 40,0-1 1,0 0 0,0 0-1,0 0 1,-1 0-1,1 1 1,-1-1 0,-1 0-1,1 1 1,-1-1 0,0 0-1,0 1 1,0 0 0,0 0-1,-1-1 1,0 1 0,1 1-1,-2-1 1,1 0-1,0 1 1,-1-1 0,1 1-1,-1 0 1,0 0 0,-6-2-1,1 0 209,-1 0 0,0 1 0,0 0 0,0 1-1,0 0 1,0 1 0,-1 0 0,1 0 0,-1 1 0,0 1-1,1 0 1,-18 1 0,25 0-208,0 0-1,0 0 1,0 0-1,0 0 1,1 0-1,-1 1 1,0-1-1,1 1 1,-1 0-1,1 0 0,-1-1 1,1 2-1,0-1 1,0 0-1,0 0 1,0 1-1,0-1 1,0 1-1,1 0 1,0-1-1,-1 1 1,1 0-1,0 0 1,0 0-1,0 0 1,1 0-1,-2 6 1,1 0-9,0 1 1,0-1-1,1 1 1,0 0-1,0-1 1,1 1-1,1-1 1,2 10-1,1-4-140,1-1 0,1 0 0,1-1 0,-1 1-1,2-2 1,0 1 0,1-1 0,0 0 0,0-1-1,1 0 1,1-1 0,0 0 0,0-1 0,1-1-1,0 0 1,1 0 0,24 9 0,-24-12-758,0-2 1,1 0 0,-1 0-1,1-1 1,16-1-1,36-2-6612,-21-2-2910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8.8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0 347 9989,'0'0'5423,"1"19"-927,13 162 4174,-9-150-7200,-4-53-1048,1-16-475,3-3-162,1 0 0,3 1 0,1 0 1,2 0-1,1 1 0,3 1 0,1 0 0,1 1 1,41-58-1,-54 86-45,1 1 1,0 0 0,0 0-1,1 1 1,12-10-1,-18 16 29,1-1-1,0 1 0,0 0 1,-1 0-1,1 0 0,0 0 1,0 1-1,0-1 0,0 0 1,0 1-1,0-1 0,1 1 1,-1 0-1,0 0 0,0 0 1,0 0-1,0 0 0,0 0 1,0 1-1,0-1 0,0 1 1,0-1-1,0 1 0,0 0 1,0-1-1,0 1 0,0 0 1,0 1-1,0-1 0,-1 0 1,1 0-1,1 3 0,24 18-5477,10 2-2142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9.2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410 14 7395,'0'0'9946,"-21"-2"-5549,-1-2-3354,6 2-430,1-1-1,0 2 1,-1 0 0,1 1-1,0 0 1,-1 2-1,-18 3 1,18-1 1,0 1 0,1 1 0,0 0 0,0 1 1,0 0-1,-17 13 0,23-13-543,0-1 1,0 1-1,0 1 1,1-1-1,0 2 1,1-1-1,0 1 1,0 0-1,1 0 1,-6 11-1,11-17-71,-1-1 0,1 1 0,0 0 0,0 0 0,0 0 0,0 0 0,1 0 0,-1 0 0,1 0 0,0 0 0,0 0 0,0 0 0,0 1 0,0-1 0,0 0 0,3 6 0,-2-8 0,0 1 0,0 0 0,0 0 0,1-1 0,-1 1 0,1-1 0,-1 1 0,1-1 0,0 0 0,-1 1 0,1-1 0,0 0 0,0 0 0,0 0 0,0-1 0,0 1 0,0 0 0,0-1 0,0 1 0,0-1 0,0 0 0,0 0 0,0 0 0,3 0 0,5 2-101,1-2-1,-1 1 1,1-2-1,-1 1 1,1-1 0,-1-1-1,1 0 1,-1 0 0,0-1-1,0 0 1,0-1-1,-1 0 1,1-1 0,-1 0-1,0 0 1,12-10 0,-12 8-33,0-1 0,-1 0 0,15-17 0,-21 21 142,1 1 0,-1-1 1,1 0-1,-1 0 1,0 0-1,0 0 0,-1 0 1,1-1-1,-1 1 1,0-1-1,0 1 0,0-9 1,-4 13 71,1-1 0,-1 0 0,0 1 0,1-1 0,-1 1 0,0 0 0,1-1 0,-1 2 0,0-1 0,1 0 0,-6 1 0,5 0-70,1 0 0,0 0 0,0 1-1,0-1 1,-1 0 0,1 1 0,0-1 0,1 1-1,-1 0 1,0-1 0,0 1 0,1 0 0,-1 0-1,1 0 1,-1 1 0,1-1 0,0 0 0,0 0 0,0 1-1,0-1 1,1 0 0,-1 1 0,1-1 0,-1 6-1,-2 7-21,2 0 1,0 28-1,1-32 0,0-6-130,1 1 1,-1-1 0,1 0 0,0 0-1,1 0 1,-1 0 0,1 0 0,0 0-1,0-1 1,0 1 0,1-1-1,-1 1 1,1-1 0,0 0 0,1 0-1,-1 0 1,1 0 0,0-1 0,-1 1-1,2-1 1,-1 0 0,0 0 0,1-1-1,-1 1 1,1-1 0,-1 0 0,1 0-1,0 0 1,9 1 0,-4-1-878,1 1 0,-1-2 0,1 0 0,-1 0 0,1-1 0,12-1 0,-13 0-575,-1 0-1,1-1 0,-1 0 1,0-1-1,0 0 0,15-7 1,26-21-7424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9.6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315 1 992,'0'0'16683,"-18"6"-11353,5-1-4799,1-1 0,0 2-1,0-1 1,1 2 0,0-1-1,0 2 1,0 0 0,1 0-1,0 0 1,0 1 0,-13 18-1,5 0-37,0 0 0,2 2-1,2 0 1,0 1-1,2 0 1,-13 49 0,15-34-507,1 2 0,3-1 1,-2 90-1,8-134 14,0 0 0,0 0 0,0 0 0,0-1 0,0 1 0,0 0 0,0 0 0,1 0 0,-1-1 0,0 1 0,1 0 0,0-1 0,-1 1 0,1 0 0,0-1 0,0 1 0,0-1 0,0 1 0,0-1 0,0 1 0,0-1 0,2 2 0,0-2 0,0-1 0,0 1 0,0 0 0,0-1 0,0 1 0,0-1 0,0 0 0,0 0 0,0 0 0,0-1 0,0 1 0,0-1 0,4-1 0,7-1-147,-1-2 1,0 0-1,0 0 1,0-1-1,-1-1 0,0 0 1,0-1-1,10-9 1,89-80-3543,-108 95 3588,59-57-2928,-3-3-1,-3-3 1,83-120-1,-137 181 3248,1 0-1,-1 0 1,1 0-1,-1-1 1,0 1-1,0-1 0,-1 1 1,0-1-1,1 1 1,-2-1-1,2-6 1,-2 11-147,0-1 1,0 1 0,0 0 0,0 0 0,0-1 0,0 1-1,0 0 1,0 0 0,0 0 0,0-1 0,0 1-1,0 0 1,0 0 0,0-1 0,0 1 0,-1 0-1,1 0 1,0 0 0,0-1 0,0 1 0,0 0-1,0 0 1,0 0 0,-1 0 0,1-1 0,0 1 0,0 0-1,0 0 1,-1 0 0,1 0 0,0 0 0,0 0-1,0 0 1,-1 0 0,1-1 0,0 1 0,0 0-1,0 0 1,-1 0 0,1 0 0,0 0 0,0 0-1,-1 0 1,1 0 0,0 0 0,0 0 0,-1 1 0,-7-2 429,1 1 0,-1 0 1,0 0-1,1 1 0,-1 0 0,0 0 1,1 1-1,-1 0 0,1 0 1,0 1-1,-1 0 0,1 0 1,-7 5-1,5-2-140,0 0-1,0 1 1,0 1 0,1 0 0,0 0-1,1 0 1,0 1 0,-9 14 0,7-9-292,1 1 1,1 0 0,0 0-1,1 1 1,1 0 0,1 0-1,0 0 1,1 0-1,0 1 1,1-1 0,1 1-1,2 27 1,2-29-56,0-1 1,0 0-1,2 0 0,0 0 1,0 0-1,1-1 0,1 0 1,0 0-1,1 0 0,0-1 1,19 20-1,-9-12-410,0-2 0,1-1 0,1 0 0,1-1 0,42 24 0,-55-35-1051,1-1-1,0 0 1,0-1-1,12 4 0,30-2-13041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1.0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615 699 2689,'0'0'17459,"-12"-9"-15130,7 4-2023,-1 0-41,0 0 0,0 0 0,-1 0 0,0 1 0,1 0 0,-1 1 0,-1-1 0,1 1 0,0 0 0,-1 1 0,0 0 0,-13-2 0,-17 1 666,0 2 1,0 1-1,1 2 1,-76 13-1,100-12-828,1 0 0,-1 1 0,1 0 0,-1 1 0,1 0 0,1 1-1,-1 1 1,1 0 0,0 0 0,0 1 0,1 0 0,0 1 0,1 0 0,0 1 0,0 0 0,1 0 0,-13 22 0,17-24-99,0 1 0,1 0 0,0-1 0,1 1 0,0 0 0,1 1 0,-2 13 0,3-20-5,0 1 1,-1-1 0,1 1 0,1-1 0,-1 0 0,0 1 0,1-1 0,0 1 0,-1-1-1,1 0 1,1 0 0,-1 1 0,0-1 0,1 0 0,-1 0 0,1 0 0,0 0 0,0-1-1,0 1 1,1-1 0,-1 1 0,5 3 0,0-3-18,0 0 0,0-1 0,0 0 0,0 0 0,0 0 1,0-1-1,1 0 0,-1 0 0,1-1 0,-1 0 0,1-1 0,-1 1 0,0-1 0,11-3 0,-4 0-139,0 0 0,0 0 0,0-2 0,0 0 0,-1 0 0,18-13-1,13-13-577,-2-3 0,-1-1 0,-2-2 0,-1-2 0,53-72 0,134-241-2936,-195 303 3339,32-57-298,-55 93 634,-1-1 0,0 0 1,0 0-1,-2 0 1,4-20-1,-8 35 14,0 0 1,0 0 0,0 0-1,0-1 1,0 1-1,0 0 1,1 0-1,-1 0 1,0 0 0,0 0-1,0-1 1,0 1-1,0 0 1,0 0-1,0 0 1,0 0-1,0-1 1,0 1 0,0 0-1,-1 0 1,1 0-1,0 0 1,0 0-1,0-1 1,0 1-1,0 0 1,0 0 0,0 0-1,0 0 1,0 0-1,0 0 1,-1 0-1,1-1 1,0 1 0,0 0-1,0 0 1,0 0-1,0 0 1,0 0-1,-1 0 1,1 0-1,0 0 1,0 0 0,0 0-1,0 0 1,0 0-1,-1 0 1,1 0-1,0 0 1,0 0-1,0 0 1,0 0 0,0 0-1,-1 0 1,1 0-1,0 0 1,0 0-1,0 0 1,0 0 0,0 0-1,-1 0 1,1 0-1,0 0 1,0 0-1,0 0 1,0 1-1,0-1 1,-1 0-1,-4 1 250,-1 1-1,1-1 0,0 1 0,-1 0 0,1 1 0,0-1 0,0 1 0,0 0 1,0 0-1,1 1 0,0-1 0,-8 9 0,-8 9 604,-22 32-1,34-42-540,-21 30 352,1 2-1,3 0 0,1 2 0,-25 68 0,28-53-642,2 0 0,3 1 0,-9 73 0,20-98-39,2 0 0,2 0 0,3 46 0,-2-80-19,0 0 0,0 0 0,1 0 0,-1 0 0,1-1 1,0 1-1,-1 0 0,1 0 0,0 0 0,0-1 0,0 1 0,0-1 0,0 1 0,0-1 0,1 1 0,-1-1 1,0 1-1,1-1 0,-1 0 0,1 0 0,-1 0 0,1 0 0,0 0 0,0 0 0,-1 0 0,1-1 0,0 1 1,0-1-1,3 1 0,5 1-231,0-1-1,0 0 1,0-1 0,16-2 0,-5 1-101,1-1-344,-1 0 0,0-2 0,1-1 0,-2-1 0,1 0 0,-1-1 0,0-2 0,0 0 0,-1-1 0,0-1 0,-1 0 0,0-2 0,-1 0 0,-1-1 0,17-17 0,-30 28 612,0 0-1,-1 0 1,1-1-1,-1 1 1,1-1-1,-1 0 0,0 1 1,-1-1-1,1 0 1,-1 0-1,1 0 1,-1-1-1,0 1 1,-1 0-1,1 0 1,-1 0-1,1-1 0,-2-3 1,1 7 139,0 0 1,0 0-1,0 0 1,-1 0-1,1 0 0,0 0 1,-1 0-1,1 0 1,-1 1-1,1-1 1,-1 0-1,1 0 1,-1 0-1,0 1 0,1-1 1,-1 0-1,0 1 1,0-1-1,1 1 1,-1-1-1,0 1 1,0-1-1,0 1 0,-1-1 1,-2 0 264,1 0 0,-1 0 0,0 0 0,1 0 0,-1 1 0,0 0 0,-4-1 0,4 1 57,0 0-1,0 1 1,0-1 0,0 1-1,0-1 1,0 1-1,0 0 1,1 1 0,-1-1-1,0 1 1,1-1-1,-1 1 1,-6 4-1,7-2-108,0 0 0,1 0 0,-1 0 0,1 1 0,0-1 0,0 1 0,0-1-1,0 1 1,1 0 0,0-1 0,0 1 0,0 0 0,0 8 0,1-9-216,1 1 0,-1 0 0,1-1 0,-1 1 0,1-1 0,1 1 1,-1-1-1,1 1 0,-1-1 0,1 0 0,1 0 0,-1 0 0,0 0 0,1 0 1,0 0-1,0-1 0,0 0 0,0 1 0,1-1 0,-1 0 0,8 4 0,-2-1-115,1-2 0,-1 0-1,1 0 1,0 0 0,0-1-1,0-1 1,0 0-1,0 0 1,1-1 0,-1 0-1,1-1 1,-1 0 0,0-1-1,1 0 1,-1-1-1,0 0 1,0 0 0,0-1-1,0 0 1,0-1 0,0 0-1,-1-1 1,0 0-1,0 0 1,0-1 0,-1 0-1,0 0 1,0-1 0,0 0-1,-1-1 1,0 0-1,-1 0 1,1 0 0,-1-1-1,-1 0 1,8-17 0,-11 21 196,-1 1 1,1 0 0,-1 0 0,0-1-1,-1 1 1,1-1 0,-1-8-1,0 12 1595,0 20-1550,0-11-179,0 0 0,1 0 0,0 0 0,0 0 0,1 0 0,0 0 0,0-1 0,1 1 0,0-1 0,0 1 0,0-1 0,1 0 0,1 0 0,-1-1 0,1 1 0,0-1 0,0 0 0,1 0 0,0-1 0,0 0 0,7 5 0,-6-4-340,1-1 1,1 0-1,-1 0 1,1-1-1,17 7 1,-15-8-1897,0 0 0,0-1 0,0 0 0,20 0 0,13-2-11215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1.3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1 237 15159,'0'0'11285,"1"21"-8598,12 138 829,-12-135-3395,-1-37-116,0-25-11,0 21 27,2 1 1,0-1-1,1 0 0,1 1 1,0 0-1,1 0 0,1 0 1,1 1-1,0-1 0,1 1 1,0 1-1,1 0 0,1 0 1,0 1-1,1 0 0,15-13 1,-13 13-287,2 1 0,0 0 0,0 1 1,1 1-1,0 0 0,20-8 1,-21 11-691,0 2 1,1 0 0,-1 1 0,1 0-1,0 1 1,-1 1 0,25 0 0,-35 2 524,11-1-3570,1 2 0,29 4 0,-6 6-5244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1.7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309 15 3922,'0'0'16167,"-24"-4"-11869,-6-1-2661,-45-1 0,67 7-1390,0 1 1,0-1-1,0 1 1,0 1 0,0 0-1,1 0 1,-1 0-1,1 1 1,-1 0-1,1 0 1,1 1 0,-1 0-1,0 0 1,1 1-1,0-1 1,1 1 0,-1 1-1,1-1 1,-4 8-1,4-6-230,0-1 0,1 1 0,0 0 0,0 0-1,1 0 1,0 0 0,1 1 0,0-1 0,-1 13 0,2-17-18,0 0 0,1 0 1,0-1-1,0 1 1,0 0-1,0 0 0,0 0 1,1 0-1,0 0 1,0-1-1,0 1 0,0 0 1,1-1-1,-1 1 1,1 0-1,0-1 1,0 0-1,0 0 0,1 1 1,-1-1-1,1 0 1,4 4-1,2-2 1,-1-1 0,0 0 1,1 0-1,0-1 0,0 0 0,0-1 0,0 0 0,1 0 1,-1-1-1,15 1 0,-16-2-2,0 0 1,0 0-1,0-1 0,0 0 1,-1 0-1,1 0 0,0-1 1,-1-1-1,0 1 0,1-1 1,-1 0-1,0-1 0,7-5 1,-3 0 4,-1 0 1,0-1-1,-1-1 1,0 0-1,13-20 1,-21 39-112,0-1 0,1 1 0,0-1 1,0 1-1,1-1 0,0 0 0,0 0 0,1 0 0,0 0 0,0-1 1,1 1-1,-1-1 0,8 7 0,-8-9-549,1 0-1,-1 0 1,1-1-1,-1 0 1,1 0 0,0 0-1,0 0 1,0-1-1,1 0 1,-1 0-1,11 2 1,29-1-7136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1.9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377 1 13862,'0'0'13142,"-103"129"-9940,70-41-1553,8 10-737,4 11-912,11 0 0,-5-7 0,-2-14 0,-2-21 0,1-23 0,-3-19-368,2-15-1937,-4-10-1649,0 0-3185,-6-35-7348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2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 9540,'0'0'5107,"28"0"-433,191 0 2372,-193 0-6379,39 1-8,0-2 1,-1-4 0,77-14-1,-140 18-605,-1 1-1,0 0 0,0 0 1,1 0-1,-1 0 0,0 0 0,0 0 1,1 0-1,-1 0 0,0 0 1,1 0-1,-1 0 0,0 0 1,0 0-1,1 0 0,-1 0 1,0 0-1,0 1 0,1-1 1,-1 0-1,0 0 0,0 0 1,0 0-1,1 0 0,-1 1 1,0-1-1,0 0 0,0 0 1,1 0-1,-1 1 0,0-1 1,0 0-1,0 0 0,0 0 0,0 1 1,1-1-1,-1 0 0,0 0 1,0 1-1,0-1 0,0 0 1,0 1-1,0-1 0,0 0 1,0 0-1,0 1 0,0-1 1,0 0-1,0 0 0,0 1 1,-4 17-199,2-12 382,-17 118 16,8-37-994,10-77 165,0 6-785,-1-11-5020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2.4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0 18296,'0'0'13607,"-2"109"-13607,21-65-1121,-3 0-2032,-1-2-3314,0-9-9413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3.1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118 301 12342,'0'0'17816,"-16"15"-17026,-52 52-444,64-62-340,1-1-1,-1 1 0,1 1 1,0-1-1,0 0 0,1 1 0,0-1 1,-1 1-1,2 0 0,-1 0 1,1 0-1,0 0 0,0 0 1,1 0-1,-1 0 0,2 11 1,-1-7-6,0-8-3,1-1 0,-1 0 0,0 1 0,1-1 0,-1 0 0,1 0 0,-1 1 1,1-1-1,-1 0 0,1 0 0,0 0 0,0 0 0,0 0 0,0 0 0,-1 0 0,1 0 0,1 0 0,-1 0 0,0 0 0,0-1 0,0 1 0,0 0 1,0-1-1,1 1 0,-1-1 0,0 1 0,0-1 0,1 0 0,-1 1 0,0-1 0,1 0 0,-1 0 0,0 0 0,1 0 0,-1 0 0,3-1 0,3 1-4,1 0-1,-1-1 0,1 0 1,-1-1-1,13-3 0,-9 0-14,1 0 1,-2 0-1,1-1 0,0-1 0,-1 0 0,-1 0 0,1-1 0,-1 0 1,0-1-1,-1 1 0,0-2 0,0 1 0,-1-1 0,8-16 0,-7 12 26,-1-1 0,-1 0-1,0 0 1,-1 0-1,-1-1 1,0 0 0,-1 0-1,-1 0 1,-1 0 0,0-24-1,-2 32 17,0 0-1,0 0 1,-1 0-1,0 0 0,0 1 1,-1-1-1,0 1 1,0 0-1,-1 0 1,0 0-1,0 0 1,-1 0-1,-10-11 1,4 7-62,0 0 0,-1 1 0,0 1 0,0 0 0,-1 0 0,-21-9 0,69 19-3333,1 4 2815,-1 1 0,68 23 0,-85-22 634,-1 0 0,0 2 1,-1-1-1,0 2 0,0 0 0,-1 1 1,22 21-1,-26-22 336,0 1 1,-1 0-1,0 1 0,-1 0 0,-1 0 1,0 1-1,-1 0 0,8 16 0,-15-27-291,0-1 0,1 1 0,-1 0-1,0-1 1,0 1 0,0 0-1,0-1 1,0 1 0,0 0 0,-1 0-1,1-1 1,0 1 0,-1 0-1,0-1 1,1 1 0,-1-1-1,0 1 1,0-1 0,1 1 0,-1-1-1,-2 3 1,-33 29-65,31-30-61,0 1-1,1 0 1,-1 0 0,1 0 0,0 1-1,-6 8 1,10-13-16,0 1 0,-1-1 0,1 0 1,0 0-1,0 0 0,0 1 0,0-1 0,0 0 0,0 0 0,-1 0 1,1 1-1,0-1 0,0 0 0,0 0 0,0 1 0,0-1 0,0 0 1,0 0-1,0 1 0,0-1 0,0 0 0,0 0 0,0 1 1,0-1-1,0 0 0,0 0 0,0 1 0,1-1 0,-1 0 0,0 0 1,0 0-1,0 1 0,0-1 0,0 0 0,1 0 0,-1 0 0,0 1 1,0-1-1,0 0 0,0 0 0,1 0 0,-1 0 0,0 0 0,0 0 1,0 1-1,1-1 0,-1 0 0,0 0 0,0 0 0,1 0 0,-1 0 1,0 0-1,0 0 0,1 0 0,-1 0 0,0 0 0,0 0 0,1 0 1,-1 0-1,0 0 0,18-4-867,3-6 464,-1-1-1,-1 0 1,0-1-1,33-29 1,-14 11 144,-15 13 302,-6 3 285,1 0 0,1 2 0,1 0 0,29-13 0,-46 31 3001,-2 12-3709,-1-16 653,-1 44-447,2 53-621,9-36-6875,3-32-3432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4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187 21 3089,'0'0'8530,"16"-2"-7690,3-1-488,-7 1 407,1 0-1,25 0 3584,-62 4-778,7 3-3212,-1 0 0,1 0 0,0 2 0,1 0 0,-1 1 0,1 1 0,1 0 0,0 2 0,0-1 0,1 2 0,0 0 0,-16 19 0,25-26-291,1 2 0,0-1 0,0 1 0,0-1 0,1 1 0,0 0 0,1 0-1,-1 0 1,1 1 0,1-1 0,-1 0 0,1 1 0,0-1 0,1 1 0,0 0 0,1 9 0,0-12-50,0 0-1,0 0 1,0-1-1,1 1 1,-1-1-1,1 1 1,0-1-1,1 0 1,-1 1 0,1-1-1,0 0 1,0-1-1,0 1 1,0 0-1,1-1 1,-1 0-1,1 0 1,0 0-1,0 0 1,0-1-1,0 1 1,1-1-1,-1 0 1,1 0-1,-1-1 1,6 2-1,1 0 0,0-1 0,0 0 0,0 0 0,0-1 0,1-1 0,-1 1 0,0-2 0,1 0 0,-1 0 0,0-1 0,13-4 0,-17 3-9,0 1 0,0-2 0,0 1 0,0-1 0,0 0 0,-1 0 0,0-1-1,0 0 1,0 0 0,0 0 0,-1-1 0,0 0 0,0 0 0,-1 0 0,1-1 0,-1 1-1,3-9 1,-2 5 10,-1-1 0,0 0 0,-1 0-1,0 0 1,-1-1 0,0 1 0,0-1-1,-1-15 1,-1 21 1,0 0 0,-1 0 1,0 0-1,0 0 0,0 0 0,0 0 0,-1 1 0,0-1 0,0 1 0,-1-1 0,0 1 0,0 0 1,0 0-1,0 0 0,-1 0 0,0 0 0,-7-6 0,1 4-23,0 1 0,0 0 0,-1 1 0,1 0 0,-1 1 0,0 0 0,0 1 0,-1 0 0,1 1 0,-1 0 0,0 1 0,1 0 1,-1 1-1,0 0 0,1 1 0,-1 0 0,-19 5 0,27-5-79,0 1 1,0-1 0,1 1 0,-1 0 0,1 0-1,-1 1 1,1-1 0,0 1 0,0 0-1,0-1 1,0 1 0,1 1 0,-1-1 0,-2 4-1,4-6-72,1 1-1,-1-1 0,0 0 0,1 1 0,-1-1 0,1 0 0,-1 1 0,1-1 0,-1 1 1,1-1-1,0 1 0,0-1 0,0 0 0,0 1 0,0-1 0,0 1 0,0-1 0,1 1 1,-1-1-1,0 1 0,1-1 0,-1 0 0,1 1 0,0-1 0,-1 0 0,1 1 0,0-1 1,0 0-1,0 0 0,0 0 0,0 0 0,0 0 0,0 0 0,0 0 0,0 0 1,0 0-1,0 0 0,1 0 0,-1-1 0,0 1 0,1-1 0,-1 1 0,2 0 0,44 10-6074,15-7-2666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4.4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663 54 10501,'0'0'5135,"-25"-10"-1039,-90-27-439,107 35-3398,1 0 0,-1 1 0,0 0 0,0 1 0,0 0 0,0 0 0,0 1-1,0 0 1,0 0 0,1 0 0,-1 1 0,0 1 0,1-1 0,-1 1 0,1 1-1,0-1 1,0 1 0,0 0 0,1 1 0,-12 9 0,4-1 68,1 1 1,0 1-1,1-1 1,1 2-1,0 0 1,-15 31-1,11-14-100,1 0-1,2 1 1,2 0-1,1 1 0,1 0 1,-3 39-1,-3 220-195,12-192 2,2-72-114,-3 103-652,-29 192 0,30-315 296,0 0 1,0-1-1,-1 0 1,0 1-1,0-1 1,-8 12-1,10-19 140,0-1-1,0 1 0,-1 0 0,1-1 0,0 1 0,-1-1 1,0 1-1,1-1 0,-1 0 0,0 0 0,1 0 0,-1 0 0,0 0 1,-4 1-1,4-1-233,0-1 0,0 0 0,-1 0 0,1 0 0,0 0 0,-1 0 0,1 0 0,0-1 0,0 1 0,-1-1 0,1 1 0,0-1 0,0 0 1,0 0-1,0 0 0,-3-2 0,-25-24-8970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4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69 1088,'0'0'13014,"155"-31"-8596,-96 26-1488,1 1-1554,5 2-895,0 0-481,4-2-689,2-2-2688,4-9-4851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4.8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565 0 10645,'0'0'12390,"-146"184"-8325,98-90-575,8 4-1553,11 3-1697,8-5-240,4-12 0,0-13 0,-6-25-112,-6-19-1425,-6-13-1280,-9-14-1297,-9 0-2913,-9-25-5843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5.3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1 644 9316,'26'-7'4578,"328"-76"7070,95-25-8028,-370 84-3742,0-4 1,-2-3 0,111-62 0,-166 80-129,-2 0-1,0-1 1,0-1-1,21-22 1,-36 32 178,1-1 0,-1-1 1,-1 1-1,1-1 0,-1 0 0,0 0 1,4-10-1,-7 12 68,0 1 0,0 0 0,0-1 0,0 1 0,0-1 0,-1 1 0,0 0 0,0-1 0,0 1 0,-1-1 0,1 1 0,-1-1 0,0 1 0,-2-6 0,1 8 11,1-1 0,0 1 0,-1 0-1,1-1 1,-1 1 0,1 0 0,-1 0 0,0 0 0,0 0 0,0 0 0,0 1-1,-1-1 1,1 1 0,0-1 0,-1 1 0,1 0 0,-1 0 0,1 0 0,-1 0-1,-4-1 1,-5 0 62,-1 0 0,1 1-1,-16 0 1,27 1-61,-14 0 77,1 2 1,-1 0 0,1 1 0,-1 0-1,1 1 1,0 0 0,1 1-1,-1 1 1,1 0 0,0 1-1,1 1 1,-1 0 0,-12 11-1,3-1 153,0 1-1,1 1 0,1 1 0,1 1 0,-28 42 0,27-30-43,2 0 0,1 2 0,-24 69 0,-18 118-202,40-149 27,12-29-8,20-43-315,-3-3 230,0 0 1,0-1-1,0 0 1,0-1-1,0 0 1,0 0 0,-1-1-1,0 0 1,1-1-1,14-9 1,-9 3-26,0 0 0,-1 0 0,0-2 1,-1 0-1,14-17 0,-26 29 171,1-1 35,0 0 0,-1 0-1,1 0 1,-1 0-1,0 0 1,0 0-1,1 0 1,-1 0-1,-1 0 1,1 0-1,0-1 1,0 1-1,-1 0 1,1-5 693,-1 7-780,-1 0-1,1 0 1,0 1-1,-1-1 1,1 0-1,0 0 1,-1 0-1,1 0 1,0 0-1,0 0 1,-1 0-1,1 0 1,0 1 0,-1-1-1,1 0 1,0 0-1,0 0 1,-1 1-1,1-1 1,0 0-1,0 0 1,0 1-1,-1-1 1,1 0-1,0 0 1,0 1-1,0-1 1,0 0 0,0 1-1,-1-1 1,0 8-528,0-1 0,0 0 0,1 0 0,0 1 0,0-1 0,0 0 0,1 1 0,0-1 0,1 0 0,-1 0 0,2 0 0,-1 0 0,5 10 0,-4-12-5,-1-1-1,1 0 1,-1 0-1,1 0 1,0 0-1,1 0 1,-1-1-1,1 1 1,0-1-1,-1 0 1,1 0-1,1 0 1,-1-1-1,0 0 1,1 1-1,-1-2 1,1 1-1,-1 0 1,1-1-1,0 0 1,5 1-1,29-1-8818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5.7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35 164 5282,'0'0'11939,"22"-3"-10602,116-12 306,-135 15-1614,0 0 1,0 0-1,0 0 0,0-1 0,0 1 0,0-1 0,0 0 0,0 0 1,0 0-1,-1-1 0,1 1 0,0 0 0,-1-1 0,1 0 0,-1 0 1,0 1-1,0-1 0,1-1 0,-1 1 0,0 0 0,-1 0 0,1-1 1,0 1-1,-1-1 0,1 0 0,-1 1 0,0-1 0,0 0 0,0 0 1,0 0-1,0 0 0,-1 0 0,1 0 0,-1 0 0,0 0 0,0 0 0,0 0 1,-1-4-1,1 4 15,0 1 0,-1-1 0,1 0 0,-1 1 0,0-1 0,1 1 0,-1-1 0,0 1 0,0 0 0,-1-1 0,1 1 0,0 0 0,-1 0 0,0 0 0,1 0 0,-1 0 0,0 0 0,0 0 0,0 0 0,0 1 0,0-1 0,0 1 0,-1-1 0,1 1 0,0 0 0,-1 0 0,1 0 0,-1 1 0,1-1 0,-1 0 0,-3 1 0,-10-3 647,0 0 1,-1 2-1,-30 1 0,30 0-62,13 0-516,0 0 1,0 0-1,0 0 0,0 1 0,0 0 1,0-1-1,1 1 0,-1 1 0,0-1 1,1 0-1,-1 1 0,1 0 1,-1 0-1,1 0 0,0 0 0,0 0 1,0 1-1,0 0 0,0-1 1,0 1-1,1 0 0,-1 0 0,1 0 1,0 1-1,0-1 0,0 1 0,0-1 1,1 1-1,0-1 0,-1 1 1,1 0-1,1 0 0,-1 0 0,0-1 1,1 1-1,0 0 0,0 0 1,0 0-1,0 0 0,1 0 0,-1 0 1,1 0-1,0-1 0,0 1 0,1 0 1,-1-1-1,1 1 0,0-1 1,3 6-1,1 0-157,0 0-1,2-1 1,-1 1 0,1-1 0,0-1 0,0 0-1,1 0 1,0 0 0,0-1 0,15 7 0,5 1-1323,0-1 0,44 13 1,-45-18-1822,36 6 0,35-2-8386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6.0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245 1 10805,'0'0'15399,"-50"148"-13318,29-56-832,2 17-177,5 19-416,1-1-368,3-4-240,-3-12-48,-2-15-848,1-18-897,-3-22-560,0-20-256,1-24-1361,1-12-1392,5 0-4771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6.3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 11381,'0'0'3487,"23"-5"-21,3-2-2448,-9 3-416,0 0 0,0 0 0,0 2 0,1 0 0,-1 1 0,21 1-1,-32 1-438,0-1 0,0 1 0,0 0 0,0 0 0,0 1 0,0-1 0,0 1 0,0 1 0,0-1 0,-1 1 0,0 0 0,1 0 0,-1 1 0,8 7 0,-10-8-113,0 1 1,0-1-1,-1 1 1,0 0-1,1 0 1,-1 0-1,-1 0 1,1 0 0,-1 0-1,1 1 1,-1-1-1,-1 0 1,1 1-1,0-1 1,-1 1-1,0-1 1,0 1 0,-1-1-1,1 0 1,-1 1-1,-1 6 1,-1-4-9,0 1 1,0 0 0,0-1 0,-1 0-1,0 1 1,0-2 0,-1 1-1,0 0 1,0-1 0,-1 0 0,1 0-1,-1-1 1,-9 7 0,6-5 3,0-1-1,0 1 1,-1-2 0,0 1 0,0-2 0,-1 1 0,0-1 0,1-1-1,-13 3 1,22-6-62,0 1 1,0-1-1,-1 0 0,1 0 0,0 1 1,0-1-1,0 0 0,0 0 0,0 0 0,0 0 1,-1-1-1,1 1 0,0 0 0,0 0 1,0-1-1,0 1 0,0-1 0,0 1 1,0-1-1,0 1 0,0-1 0,0 1 0,0-1 1,0 0-1,1 1 0,-1-1 0,0 0 1,0 0-1,1 0 0,-1 0 0,0 0 0,0-1 1,0-2-612,1 1 0,-1 0 1,1 0-1,0 0 0,-1 0 1,2-1-1,-1 1 0,0 0 1,1 0-1,0-5 0,7-5-6504,10 3-3188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6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14 341 5635,'0'0'20147,"4"18"-17404,-2-8-2484,6 24 1009,-1 1 0,3 65 0,-10-99-1264,0-1-1,-1 1 0,1 0 1,0-1-1,0 1 0,-1 0 1,1-1-1,-1 1 1,1 0-1,0-1 0,-1 1 1,1-1-1,-1 1 0,1-1 1,-1 1-1,0-1 1,1 1-1,-1-1 0,1 0 1,-1 1-1,0-1 0,1 0 1,-1 1-1,0-1 1,1 0-1,-1 0 0,0 0 1,0 0-1,1 0 0,-1 0 1,0 0-1,0 0 1,1 0-1,-1 0 0,0 0 1,1 0-1,-1 0 0,0 0 1,0-1-1,1 1 1,-1 0-1,0-1 0,1 1 1,-1 0-1,1-1 0,-1 1 1,0-1-1,1 1 1,-1-1-1,1 1 0,-1-1 1,0 0-1,-1-5-10,-1-1 1,1 1-1,0-1 1,1 1-1,0-1 1,0 0-1,0 0 0,1 1 1,0-1-1,0 0 1,2-7-1,-2-9-82,0-16-98,9-63-1,-6 83 136,1 1 1,1 0-1,0 1 0,1-1 0,15-27 0,-12 27-221,2 1 0,-1 0 0,2 1 0,17-20-1,-24 31 1,0 0-1,0 1 1,0-1-1,0 1 1,1 0-1,0 0 1,0 1-1,0 0 0,0 0 1,0 0-1,1 1 1,-1 0-1,1 0 1,0 0-1,-1 1 1,8 0-1,-4 0-994,0 1 0,0 1 0,16 2 0,-21-2 399,0 1-1,0 0 0,0 0 0,0 0 1,0 0-1,0 1 0,-1 0 1,1 0-1,-1 0 0,0 0 0,0 1 1,0-1-1,4 7 0,-2-3 181,1 0-1,0 0 0,0-1 0,1 0 0,-1 0 1,1 0-1,1-1 0,16 7 0,7-3 3522,6-5 6358,-35 0-2613,-8 9-3622,-3-8-2144,1 0 0,-2 0 0,1-1 0,0 0 0,-17 5 0,12-5-398,1 1 0,0 0 0,1 1-1,-15 9 1,24-13-400,-1 0-1,1-1 0,0 1 1,0 0-1,0 1 0,0-1 1,0 0-1,1 0 1,-1 1-1,0-1 0,1 1 1,0 0-1,0-1 0,0 1 1,0 0-1,0 0 1,0 0-1,1-1 0,-1 1 1,1 0-1,0 0 1,0 0-1,1 5 0,-1-7-19,0 1-1,1 0 1,-1 0-1,1-1 0,-1 1 1,1 0-1,0-1 1,0 1-1,0-1 0,0 1 1,0-1-1,0 1 1,0-1-1,0 0 1,1 0-1,-1 1 0,0-1 1,3 1-1,1 1-5,-1-1-1,1 1 1,0-1 0,0 0-1,0-1 1,6 2-1,6 0-73,1 0 0,33-1 0,-40-2-6,0 0-1,0-1 0,0 0 0,0-1 0,0 0 0,0-1 0,14-5 0,-21 6 66,0 0-1,-1 0 0,1 0 0,-1 0 0,1-1 0,-1 1 1,0-1-1,0 0 0,0 0 0,0 0 0,0 0 1,-1 0-1,1-1 0,-1 1 0,0-1 0,0 0 0,0 0 1,-1 0-1,1 0 0,-1 0 0,0 0 0,1-7 0,-1 7 40,-1-1 1,1 0-1,-1 0 0,0 0 0,-1 0 0,1 0 0,-1 0 0,0 0 0,0 1 0,0-1 0,-1 0 0,1 1 0,-1-1 0,0 1 0,-1-1 0,1 1 0,-1 0 0,0 0 0,0 0 0,0 0 1,0 1-1,-1-1 0,1 1 0,-1 0 0,0 0 0,0 0 0,0 0 0,-1 1 0,1 0 0,-1 0 0,1 0 0,-1 0 0,1 1 0,-9-2 0,9 2-44,-1-1 0,0 1 0,-1 0 0,1 0 0,0 1 0,0 0 0,0-1 0,0 2 0,0-1-1,-1 1 1,1 0 0,-9 2 0,11-2-234,0 1 0,1-1 0,-1 1 0,0 0-1,1-1 1,-1 1 0,1 1 0,-4 2 0,3-1-715,-1 1 1,1-1-1,1 1 0,-1-1 1,-3 9-1,-5 14-7232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7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355 0 5491,'0'0'14398,"-6"13"-11196,6-11-3078,0 0 1,0 0 0,0 0 0,0 0 0,0 0-1,1 0 1,-1 0 0,1 0 0,-1 0-1,1 0 1,0-1 0,0 1 0,-1 0 0,3 2-1,3 9 315,5 23 68,-3 0 0,-1 1 0,-1 0 0,1 70 0,-5-76-302,2 412 755,-5-421-959,0 0 0,-2 0 0,-1 0 0,0 0 0,-2 0 0,0-1 0,-2 0-1,-16 33 1,23-52 14,-1 0-1,0 1 0,0-1 0,0 0 1,-1 0-1,1 0 0,0-1 0,-1 1 1,1 0-1,-1-1 0,1 0 0,-1 1 1,0-1-1,0 0 0,0-1 0,1 1 1,-1 0-1,0-1 0,0 1 0,0-1 1,0 0-1,0 0 0,0 0 0,0-1 1,0 1-1,0-1 0,-3 0 0,-3-1 66,0-1-1,-1 0 1,1 0-1,0-1 1,1 0-1,-16-11 0,8 4-169,0-1-1,2 0 0,-1-1 0,2-1 0,0 0 0,0-1 1,2-1-1,0 0 0,0 0 0,2-1 0,0 0 0,0-1 1,2 1-1,1-2 0,0 1 0,1-1 0,1 0 0,0 0 1,2 0-1,-1-30 0,6-67-4410,-1 95 2097,1 0 0,2 0 1,8-29-1,9-14-5954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7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24 11477,'0'0'16472,"-10"-23"-17257,10 42-1648,6 4-2641,2-2-6563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8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1 130 160,'0'0'15914,"9"5"-13638,-1-1-1849,0-1 0,1 1 0,-1-1 0,1-1 0,-1 1 1,1-2-1,0 1 0,0-1 0,9 0 0,27 1 290,-31-1-687,0 0 0,0 0 0,0-2 0,1 0 0,-1 0 0,0-1 1,23-7-1,-35 8-37,0 0 0,0 0 0,0 0 0,0 0 0,-1 0 0,1 0 0,0-1 0,0 1 0,-1-1 0,1 1 0,1-3 0,-3 3 4,1 1 0,-1-1 0,0 0 0,1 0 0,-1 0 0,0 1 0,1-1 0,-1 0 0,0 0 0,0 0 0,0 0 0,0 0 0,0 0 0,0 1 0,0-1 0,0 0 0,0 0 0,0 0 0,-1-1 0,0-1-17,-1 1-1,1 0 0,-1-1 0,1 1 0,-1 0 0,0 0 0,0 0 0,0 0 0,0 0 1,0 1-1,-1-1 0,1 1 0,-1-1 0,1 1 0,-4-2 0,-209-75-107,213 77 178,1 1 0,0-1 0,0 1 0,-1-1 0,1 1 0,0 0 0,-1-1 0,1 1 0,0 0 0,-1 0 0,1 0 0,-1 0 0,1 0 0,0 0 0,-1 0 0,1 1 0,0-1 0,-1 0 0,1 1-1,0-1 1,-1 1 0,1 0 0,0-1 0,0 1 0,0 0 0,-2 1 0,1 1 59,0 1-1,1-1 1,-1 1 0,1-1-1,0 1 1,0-1-1,0 1 1,-1 6 0,-2 19 298,2-1 1,0 1-1,5 53 1,-3-77-559,1-1 0,-1 1 0,1 0 0,0-1 0,1 1 0,-1 0 0,1-1 1,-1 0-1,1 1 0,1-1 0,-1 0 0,1 0 0,-1 0 0,1 0 0,0 0 0,1-1 1,-1 0-1,0 1 0,1-1 0,0 0 0,0-1 0,0 1 0,6 2 0,1 0-1305,0-1 0,1-1 0,-1 0 1,1-1-1,0 0 0,0 0 0,0-1 0,14-1 0,34 0-8749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8.4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276 36 11157,'0'0'16944,"-24"-7"-16213,-79-17 16,98 22-703,0 1 0,1 1 1,-1-1-1,0 1 0,0 0 0,0 0 1,0 0-1,0 1 0,0 0 0,0 0 0,0 0 1,1 0-1,-1 1 0,0 0 0,1 0 1,-1 0-1,1 0 0,0 1 0,0 0 1,0-1-1,0 2 0,0-1 0,1 0 1,-1 1-1,1 0 0,0-1 0,0 2 1,0-1-1,1 0 0,-1 0 0,1 1 0,0-1 1,-2 8-1,2-5-71,-1 0 0,2 0 0,-1-1 0,1 1 0,0 0 1,1 0-1,-1 0 0,1 0 0,1 0 0,0 0 0,0 0 0,0 0 0,0 0 0,1 0 0,0 0 0,1-1 1,0 1-1,0-1 0,0 0 0,7 9 0,-4-9-233,0 0 0,1-1 0,-1-1-1,1 1 1,1-1 0,-1 0 0,0 0 0,1-1 0,0 0 0,0-1-1,0 1 1,0-1 0,13 1 0,-4-1-1624,1-1 0,0 0 0,-1-2 0,1 0 0,23-4 0,19-15-10038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8.7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274 1 9957,'0'0'17341,"-4"3"-15746,-4 5-1169,1 0 0,0 0-1,1 1 1,0 0 0,0 1-1,1-1 1,-5 11 0,-8 14-81,-18 28-320,3 2-1,3 2 1,2 0-1,-30 114 1,54-164-25,1 1 0,1 0 0,1 1 0,0-1 0,3 32 0,-2-46-98,1-1 1,0 0-1,0 1 1,-1-1-1,1 0 0,1 1 1,-1-1-1,0 0 1,0 0-1,1 0 0,0 0 1,-1 0-1,1 0 1,0 0-1,0-1 0,0 1 1,0-1-1,0 1 1,0-1-1,0 0 1,0 0-1,1 0 0,-1 0 1,0 0-1,1 0 1,-1-1-1,1 1 0,3 0 1,3 0-1197,1 0 1,-1 0-1,1-1 0,0 0 1,-1-1-1,13-2 1,12-7-6063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8.9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10373,'0'0'6291,"125"0"-3490,-72 0-1008,3 0-1041,5 0-752,-5 0-352,-4 0-1377,-6-2-2849,-8-4-4562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9.2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12406,'0'0'20361,"15"9"-20361,-15-7-960,0 2-3074,-6 0-2257,-5-2-4354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55.1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1 786 1088,'0'0'6684,"7"-1"-6140,-1 1-343,-3 0-73,-1 0 1,1-1 0,0 1-1,0 0 1,0-1-1,-1 0 1,1 1-1,0-1 1,-1 0-1,1 0 1,0-1 0,-1 1-1,4-3 1,-3 2 288,0 0 0,-1 1 0,1 0 0,0-1 0,0 1 0,0 0 0,0 0 0,6 0 0,55-4-300,-42 5 185,249-26 321,-1 1-384,-139 18-144,230-16 103,318 7 310,-452 18-370,691-16 12,892 12 1626,-1396-22-1746,-325 16-28,366-48-34,-228 25 27,110-2 16,-62 20 98,352-33-130,-231 10 516,-223 24-371,221-8-21,-151 10-1,18 3 328,77-6 397,209-18-248,-303 30-459,98-5 90,667-25-255,-649 28 128,323-43 2,-164-2-80,-281 35 57,307-12 1621,-281 13-67,-76 1-663,-165 9-506,0-1 0,36-10 0,-35 7-250,0 2 0,27-3 0,68-1-140,165-5 81,-126 15-141,172-5 22,-147-21 128,-124 14-206,111-5 0,151 32-69,-151 2 128,323-4 0,-347-31 53,-95 9-9,69-2 0,-1 10-100,129-3 70,-91-17-22,-152 18 92,-8 2-421,-12 7-509,10-4 269,0 0 0,-1 0 0,1-1 0,-1 0 0,0 0 0,0 0 0,0-1 0,0 1 0,0-1 0,-1-1 0,1 1 0,-1-1 0,1-1 0,-13 1 0,-39 0-9030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55.9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101 169 288,'0'0'1297,"-2"-117"-1137,2 96 16,0 7-176,-5 3 160,-7 5-32,-5 6 48,-2 0-176,5 0-640,-3 0-449,2 4 433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58.5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132 559 176,'0'0'2681,"-2"-3"-2467,-8-13-50,9 14-44,0 0 0,0-1 0,-1 1 0,1 0 1,0 0-1,-1 0 0,0 0 0,1 0 1,-1 0-1,0 0 0,0 0 0,0 1 0,0-1 1,0 1-1,-1 0 0,1-1 0,0 1 1,-1 0-1,1 0 0,0 1 0,-1-1 1,1 0-1,-1 1 0,-4-1 0,5 1 152,0 0 0,0 0 0,0-1 0,0 1 0,0-1 1,0 1-1,0-1 0,1 0 0,-1 0 0,0 0 0,0 0 0,1 0 0,-1 0 0,0 0 0,-2-3 0,3 2 23,-1 1 0,0 0 0,1-1 0,-1 1 0,0 0 0,0 0 0,0 0 0,0 0 0,0 0 0,0 0 1,0 1-1,0-1 0,0 1 0,0-1 0,-4 1 0,5 0 52,26 0 141,121-12 534,60-1-593,432 17-286,-181 0-65,192-31-94,-128-9 55,-412 31 24,324-1-46,128-8-58,-427 2 90,583-34 1,376 11-82,-931 23 77,171-35 0,-188 27-94,277-2 0,-260 18 27,325-23 565,200-3 608,133 32-684,-535-26 265,-1 0 356,383 22 502,-642 1-1434,1-2 1,-1-1 0,32-9-1,-30 7 12,0 0-1,41-2 0,-5 8 67,-39 1-33,-1-1 0,0-1 0,39-8 0,-43 6-15,1 1 1,28-1-1,1 1 135,124-2 3233,-173 5-3558,0 1 0,0 0 0,0 0 0,-1 0-1,1 0 1,-1 0 0,1 0 0,-1 0 0,0-1 0,-1 4 0,-13 24-475,-7 10-2173,20-37 2072,0 0 0,1 0 0,-1 0 0,0 0 0,0-1 0,0 1 0,0-1 0,-1 0 0,1 1 0,0-1 0,-1 0 0,1 0 0,0-1 0,-1 1 0,-3 0 0,-13 0-11020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01.3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0 948 2193,'0'0'9119,"9"-1"-8265,134-12 2285,79-10-1628,-99 1-1214,698-97 262,-455 86-484,304-21 80,112-1-179,-343 29-145,112-11-377,557-5 23,-625 45 703,503-6 603,-651-7-768,861-15 108,-712 26 223,1209-22-315,-1317 1-83,107-5 32,555-11-151,-539 9-141,12 0 341,-482 26-5,1134-61-232,-626 37 480,1 25 155,-210 2-318,291-20-45,-259 1-12,228-23 70,-584 40-131,223-34 761,-163 22 1460,93-32 0,-117 28-264,-36 8 4621,0 1-5940,6-6-629,-8 10 0,1-1 0,0 1 0,-1 0 0,1 0 0,1 0 0,-1 1 0,7-5 0,-6 5 0,1 0 0,0 1 0,0-1 0,0 1 0,0 0 0,0 1 0,0-1 0,10 2 0,19 3-1586,14 14-7776,-40-15 7718,34 16-8911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01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1 144,'0'0'672,"123"94"-672,-104-79-256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03.5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1 180 1761,'0'0'7312,"10"-3"-6356,3-1-563,0 1 1,1 0 0,0 0 0,21 0-1,331 5 217,408-5 672,-405-13-1260,155-2 1,969 18 295,-975 33 635,-208-6-652,591-7 1000,-541-18 167,54 18-1258,11 1-209,695-46 487,-1027 16-178,1-4 1,125-34-1,-95 19-202,0 5-1,137-7 1,-128 17-29,126-8 119,-235 21 34,1-1 0,-1-2-1,0 0 1,0-1 0,31-10-1,-37 9-95,-1 2-1,1 0 1,0 1-1,0 1 1,0 1-1,24 2 1,7 0 994,31-5 1853,-38 1-2584,64 5-1,-89 0-1446,-34 1-3616,-28-3 358,-20-1-3153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4.3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1154 6211,'0'0'8036,"20"-17"-7359,-5 4-601,14-13 42,2 2 0,58-36 0,-52 38-35,104-55-15,-120 67 15,0 0 0,1 2 0,0 1-1,38-8 1,-58 14-29,0 1 0,1-1 0,-1 1 0,0 0 0,1-1-1,-1 1 1,0 0 0,0 0 0,1 1 0,-1-1 0,0 0-1,1 1 1,-1-1 0,0 1 0,0 0 0,0 0 0,0 0 0,3 1-1,-4 0 17,1 0 0,-1 1 0,0-1 0,0 1-1,0-1 1,0 1 0,-1-1 0,1 1 0,-1 0 0,1-1-1,-1 1 1,0-1 0,0 1 0,-1 4 0,2 24 609,-2 1 1,-1-1 0,-2 1 0,-13 53-1,-5-5-83,-3 6-116,-18 119 0,42-204-488,1 0 1,0 0 0,0 0-1,-1 0 1,1 0 0,0 0-1,0-1 1,0 1 0,0 0-1,0 0 1,0 0 0,0 0-1,0 0 1,1 0 0,-1 0-1,0 0 1,1 0 0,-1 0-1,0 0 1,1-1 0,-1 1-1,1 0 1,-1 0-1,1 0 1,0-1 0,-1 1-1,2 0 1,-1 0-3,0-1-1,0 0 1,1 0 0,-1 0 0,0-1-1,0 1 1,0 0 0,1 0-1,-1-1 1,0 1 0,0 0-1,0-1 1,0 1 0,0-1-1,0 0 1,0 1 0,2-2-1,7-6-48,0 0-1,15-16 0,19-25-258,-17 18-460,1 1 0,2 1-1,65-49 1,-94 77 783,1 0 0,-1 0 0,1 0 0,-1 0-1,1 0 1,0 0 0,-1 0 0,1 1 0,0-1 0,0 0 0,0 1 0,-1 0-1,1-1 1,0 1 0,0 0 0,0 0 0,0 0 0,0 0 0,0 1 0,-1-1 0,1 0-1,0 1 1,0-1 0,0 1 0,-1 0 0,4 1 0,-1 2 58,0-1 0,0 1 0,-1 0-1,1 0 1,-1 1 0,0-1 0,4 8 0,5 8 57,18 20-3,2-2 1,1-1-1,60 51 1,-91-86-143,0 0 0,1 0 1,-1 0-1,1 0 0,-1 0 0,1-1 1,0 1-1,0-1 0,0 0 1,5 2-1,-7-3 10,1 0-1,-1 0 1,0-1-1,0 1 1,0 0-1,0-1 1,0 1-1,0-1 1,0 1-1,0-1 1,-1 1 0,1-1-1,0 1 1,0-1-1,0 0 1,0 0-1,-1 1 1,1-1-1,0 0 1,-1 0-1,1 0 1,-1 0-1,1 0 1,-1 0 0,1 0-1,-1 0 1,0 0-1,1 0 1,-1 0-1,0 0 1,0 0-1,0-2 1,10-46-131,-3 0-1,-2-1 1,-2 0 0,-5-60 0,1 95 69,0 1 1,-1-1-1,-1 1 1,-1 0-1,1 0 1,-2 0-1,0 0 1,-9-16-1,-9-10-685,-34-48 0,19 30 368,36 56 391,0-1 0,0 0 0,1 1 0,-1-1 0,1 0 0,0 0 0,0 0 0,-1-5 0,2 7-1,0-1 0,0 1 1,0 0-1,0 0 0,1 0 0,-1 0 1,0 0-1,1 0 0,-1-1 0,1 1 1,-1 0-1,1 0 0,0 0 0,-1 0 1,1 0-1,0 1 0,0-1 0,-1 0 1,1 0-1,0 0 0,0 1 0,0-1 1,0 0-1,0 1 0,0-1 1,0 1-1,0-1 0,2 1 0,27-12 14,0 2-1,1 1 1,46-7-1,-1-1 127,60-15 82,382-104 487,-428 106-829,-1-4 0,-1-3 0,130-78 0,-170 85-329,69-58 1,-99 72 429,0 0 0,-1-1-1,-1-1 1,-1-1 0,-1 0 0,15-26-1,-26 40 103,0-1-1,0 1 0,-1-1 0,0 0 1,0 0-1,0 0 0,0-8 1,-2 13-19,0-1 0,0 1 1,0-1-1,0 1 0,0-1 1,0 1-1,0-1 1,-1 1-1,1-1 0,-1 1 1,1-1-1,-1 1 1,1 0-1,-1-1 0,0 1 1,0 0-1,0 0 1,0-1-1,0 1 0,0 0 1,0 0-1,0 0 1,0 0-1,0 0 0,-1 1 1,1-1-1,0 0 1,0 0-1,-1 1 0,1-1 1,-1 1-1,1-1 1,-1 1-1,-2-1 0,-12-1 173,0 0 0,0 1 0,0 1 0,0 0 0,-1 1 0,1 1 0,0 0 0,0 2 0,1-1 0,-1 2-1,1 0 1,0 1 0,0 1 0,-27 16 0,12-5 71,1 2 1,0 1-1,2 2 0,1 0 1,-46 54-1,39-34-53,1 1-1,3 1 1,2 2-1,-25 58 1,-69 209 121,53-129-343,24-80-4,-3-2 0,-115 180 0,156-274-13,5-8-10,0 0-1,0 0 0,0 0 0,0 0 0,0 0 0,1 1 0,-1-1 0,0 0 0,1 1 1,-1-1-1,1 0 0,0 1 0,-1-1 0,1 3 0,16-4-350,9-10 298,0-1 1,-1-1 0,0-1-1,-1-1 1,27-21 0,-27 18-64,126-95-63,-149 111 238,0 1-1,1 0 0,-1 0 1,0 0-1,0 0 0,1-1 0,-1 1 1,0 0-1,1 0 0,-1 0 1,0 0-1,1 0 0,-1 0 0,0 0 1,1 0-1,-1 0 0,0 0 0,1 0 1,-1 0-1,0 0 0,1 0 1,-1 0-1,0 0 0,1 0 0,-1 1 1,0-1-1,0 0 0,1 0 1,-1 0-1,0 0 0,0 1 0,1-1 1,-1 0-1,0 0 0,0 1 1,1-1-1,-1 0 0,0 0 0,0 1 1,0-1-1,0 0 0,1 1 0,-1-1 1,0 0-1,0 1 0,0-1 1,0 0-1,0 1 0,0-1 0,0 0 1,0 1-1,0-1 0,0 0 1,0 0-1,0 1 0,0-1 0,0 0 1,0 1-1,-1 0 0,1 30-659,0-21 842,0-5-407,0 1 0,0-1 1,1 0-1,0 0 0,0 0 0,0 1 1,1-1-1,-1 0 0,5 7 1,-5-9-256,1-1 0,0 1 1,-1-1-1,1 0 0,0 0 1,1 0-1,-1 0 0,0 0 1,0 0-1,1-1 1,-1 1-1,1-1 0,-1 1 1,1-1-1,0 0 0,0 0 1,-1 0-1,1-1 0,6 2 1,24-1-6764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4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245 3 12886,'-18'0'3906,"-10"-1"-2372,5-1 312,0 2 0,-38 4 0,56-3-1706,1 0-1,-1 0 0,1 1 1,-1-1-1,1 1 0,0 0 1,0 0-1,0 0 1,0 1-1,0-1 0,0 1 1,0 0-1,1 0 0,0 1 1,-1-1-1,1 1 0,0-1 1,1 1-1,-1 0 1,1 0-1,0 0 0,0 0 1,0 1-1,0-1 0,1 0 1,0 1-1,-1-1 0,2 1 1,-1 0-1,1-1 0,-1 1 1,1 0-1,0-1 1,1 1-1,-1 0 0,1-1 1,1 6-1,-1-9-142,0 1 0,0-1 0,0 1 0,0-1 0,0 0-1,0 0 1,0 1 0,0-1 0,0 0 0,0 0 0,1 0 0,-1 0 0,0 0 0,1-1-1,-1 1 1,1 0 0,-1-1 0,1 1 0,-1-1 0,1 1 0,-1-1 0,1 0 0,2 1 0,43 1-353,-36-2 159,-4-1 37,0 1 1,0-1-1,0 0 1,0-1-1,0 0 0,-1 0 1,1 0-1,10-6 1,-14 7 136,-1 0 0,1-1 0,-1 1 0,1-1 0,-1 1 0,0-1 0,0 0 0,0 0 0,1-1 0,-2 1 0,1 0 0,0 0 0,0-1 0,-1 1 0,0-1 0,1 0 0,-1 1 0,0-1 0,0 0 0,0 0 0,-1 0 0,1 0 0,0-4 0,-2 7 91,0-1-1,1 1 0,-1 0 0,1-1 0,-1 1 0,0 0 1,1-1-1,-1 1 0,0 0 0,0 0 0,1 0 0,-1 0 1,0 0-1,1-1 0,-1 1 0,0 0 0,0 1 0,1-1 1,-1 0-1,0 0 0,1 0 0,-1 0 0,0 0 1,1 1-1,-1-1 0,0 0 0,1 1 0,-1-1 0,0 0 1,1 1-1,-1-1 0,1 1 0,-1 0 0,0 10-111,1-1 0,1 1 0,0-1 0,0 1-1,1-1 1,5 15 0,-6-22-169,1 0 1,-1 1-1,1-1 0,0 0 1,0 0-1,1 0 0,-1 0 1,0 0-1,1-1 0,0 1 1,0-1-1,0 0 0,0 1 1,0-1-1,0-1 0,0 1 1,1 0-1,-1-1 0,0 0 1,1 1-1,0-1 0,-1-1 1,5 2-1,0-1-1179,0 0-1,1 0 1,-1-1 0,0 0-1,1-1 1,-1 1 0,0-2-1,10-1 1,-10-1-1125,-1 1 0,1-1 0,13-10-1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5.0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324 0 13702,'0'0'8353,"-20"30"-4935,-2-1-2633,1 0-54,0 1 1,2 0-1,2 1 1,-25 60-1,33-69-271,-116 340 1932,121-349-2392,-15 67 0,17-71 0,1-1 0,0 1 0,1 0 0,0-1 0,0 1 0,1 0 0,2 9 0,-3-17 1,1 1 0,0-1 0,-1 1 0,1-1 0,0 1-1,0-1 1,-1 1 0,1-1 0,0 0 0,1 0 0,-1 1 0,0-1 0,0 0 0,0 0 0,1 0 0,-1 0 0,0 0-1,1-1 1,2 2 0,0 0-67,1-1 0,-1 1 0,1-1 0,0 0 0,0 0 0,8-1 1,-1 0-504,0 0 1,0-1 0,1-1 0,20-5 0,-19 2-855,-1-1 1,1 0 0,-2-1-1,1-1 1,-1 0 0,20-16-1,17-23-7618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5.1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47 15367,'0'0'3394,"182"0"-225,-69-2-2128,12-11-1041,1 0-1425,-3-5-4610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5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1 5715,'0'0'19288,"-103"115"-16390,103-84-1762,0-6-607,5-4-337,7-4-192,-1-9-208,-5 0-1089,-2-6-1024,-4-27-23355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5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1 14615,'0'0'10196,"-49"138"-11284,77-99-2050,3-5-2688,7-7-4499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5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312 0 11941,'0'0'4827,"-22"6"-276,-74 21-504,85-24-3269,0 0-1,0 1 1,1 1-1,-1 0 1,1 0-1,-18 14 1,26-18-729,0 0 0,1 1 1,-1-1-1,1 0 1,-1 1-1,1 0 0,0-1 1,0 1-1,-1 0 1,1 0-1,0 0 0,1-1 1,-1 1-1,0 0 0,0 0 1,1 0-1,-1 1 1,1-1-1,0 0 0,0 0 1,0 0-1,0 0 1,0 0-1,0 0 0,0 0 1,1 0-1,-1 0 1,1 1-1,-1-1 0,1 0 1,0-1-1,0 1 1,0 0-1,0 0 0,0 0 1,0 0-1,0-1 1,2 2-1,34 30-232,-29-27 50,1 1 1,-1 0-1,-1 0 0,9 10 0,-15-15 104,1 0-1,-1 0 1,0 0-1,1 0 1,-1 0-1,0 1 1,0-1-1,0 0 1,-1 1-1,1-1 0,-1 0 1,1 1-1,-1-1 1,0 1-1,0-1 1,0 1-1,0-1 1,0 1-1,-1-1 1,1 1-1,-1-1 0,-1 4 1,1-3 32,-1-1 0,1 1 0,-1-1 0,0 1 0,0-1 0,0 0 0,0 1 0,0-1 0,-1 0 0,1-1-1,-1 1 1,1 0 0,-1-1 0,0 1 0,-3 0 0,-49 16 132,43-14-112,-57 15-390,55-15-1995,46-14-2267,18-8-3003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6.1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728 1 13334,'0'0'10469,"-111"127"-6323,71-52-609,7 11-2256,-3 4-1281,1 2 0,-3-4 0,-4-5 0,-6-12 0,-2-6 0,-5-15 0,-1-12-912,-2-9-2898,-5-16-2449,0-13-7972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6.7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1 716 5010,'33'-14'9903,"60"-24"-4848,119-33-1,-161 58-3818,524-158 4906,-506 144-6331,-2-2-1,-1-3 0,-1-2 1,-2-4-1,-2-2 1,64-55-1,-121 91 161,41-40-210,-42 41 236,-1 0-1,1-1 1,-1 1 0,0-1 0,0 1 0,0-1 0,-1 0-1,1 0 1,-1 0 0,0 0 0,0 0 0,1-5-1,-2 9 12,0-1 0,0 1 0,0-1-1,0 1 1,0-1 0,0 1 0,-1-1 0,1 1-1,0 0 1,0-1 0,0 1 0,0-1-1,-1 1 1,1-1 0,0 1 0,0 0-1,-1-1 1,1 1 0,0-1 0,-1 1-1,1 0 1,0 0 0,-1-1 0,1 1-1,-1 0 1,1-1 0,0 1 0,-1 0-1,1 0 1,-1 0 0,1 0 0,-1-1 0,1 1-1,-1 0 1,-21 0 169,13 0-71,-10 1 14,0 2-1,0 0 0,1 0 1,-1 2-1,1 1 1,0 0-1,1 1 0,-1 0 1,2 2-1,-28 18 1,2 1-75,1 3 0,-66 65 0,52-37-45,2 2 0,4 2 0,2 2 0,3 2 0,3 2 0,3 2 0,3 1 0,-30 92 0,64-164-52,1 1 0,-1 0 0,1 0 0,0 0 0,-1 0 0,1 0 0,0 0 0,0 0 0,0 0 0,0 0 0,0 0 0,0 0 0,0 1 0,0-1 0,0 0 1,0 0-1,1 0 0,-1 1 0,1-2 29,-1 0 0,0 0 0,1 1 0,-1-1 0,1 0 1,-1 0-1,1 0 0,-1 1 0,0-1 0,1 0 0,-1 0 1,1 0-1,-1 0 0,1 0 0,-1 0 0,1 0 1,-1 0-1,1 0 0,-1 0 0,1 0 0,-1 0 0,1-1 1,-1 1-1,0 0 0,1 0 0,0-1 0,37-21-467,-32 18 458,70-50-778,68-43 1009,-142 96 1970,-2 4-1838,9 38-253,12 52-41,-1-34-2770,-8-43-611,1-13-1817,4-3-2832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7.0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77 7155,'0'0'12011,"19"9"-10634,64 24-513,-75-30-772,0-1 1,0 0-1,0 0 0,1-1 0,-1 0 0,0-1 0,1 1 1,-1-2-1,9 0 0,5-1 59,-20 2-140,1 0 0,0 0 0,0 0 0,-1-1 0,1 1 0,0-1 0,-1 0 1,1 1-1,0-1 0,-1 0 0,1-1 0,-1 1 0,1 0 0,-1-1 0,0 0 0,0 1 1,0-1-1,0 0 0,0 0 0,0 0 0,0 0 0,0 0 0,-1-1 0,1 1 1,-1 0-1,0-1 0,0 1 0,0-1 0,0 0 0,0 1 0,0-1 0,-1 0 0,1 1 1,-1-1-1,0 0 0,0 0 0,0 0 0,0 1 0,0-1 0,0 0 0,-2-4 1,1 5 24,0 0 0,-1 0 1,1-1-1,0 1 1,-1 0-1,0 0 1,1 1-1,-1-1 1,0 0-1,0 0 1,0 1-1,0-1 0,0 1 1,-1 0-1,1 0 1,0 0-1,-1 0 1,1 0-1,-1 0 1,-2 0-1,-6-2 334,0 0 1,1 1-1,-16 0 0,14 1 200,1 0 0,-1 1 1,0 0-1,0 1 0,1 1 0,-20 4 0,27-4-415,0-1-1,0 1 0,0 0 1,0 0-1,0 1 1,1-1-1,0 1 0,-1 0 1,1 0-1,0 0 0,0 0 1,0 0-1,1 1 0,-1-1 1,1 1-1,0 0 0,0 0 1,0 0-1,1 0 1,-1 0-1,-1 6 0,0 1-130,1 0 0,0 0-1,0 0 1,1 1 0,1-1-1,-1 1 1,2-1 0,0 0-1,3 15 1,-3-20-48,1 1 0,0-1 0,0 0 0,0 0-1,1 1 1,0-2 0,0 1 0,1 0 0,0-1 0,0 1 0,0-1 0,0 0-1,1-1 1,0 1 0,0-1 0,0 0 0,6 4 0,-4-4-411,1-1 0,-1 1 1,1-1-1,0-1 0,0 1 0,0-1 1,13 1-1,35 0-5363,22-2-8633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6.5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317 7 1713,'0'0'13534,"-9"-2"-11493,6 1-1860,1 1-101,1-1-1,-1 0 0,1 1 1,-1-1-1,1 1 0,-1 0 1,1-1-1,-1 1 1,0 0-1,1 0 0,-1 0 1,0 0-1,1 0 0,-1 1 1,1-1-1,-1 0 1,0 1-1,1-1 0,-1 1 1,1 0-1,0-1 0,-1 1 1,1 0-1,-1 0 0,1 0 1,0 0-1,0 0 1,-1 0-1,1 0 0,0 0 1,0 1-1,0-1 0,0 0 1,0 1-1,1-1 1,-1 1-1,0-1 0,1 1 1,-2 2-1,-24 75 1717,3 1 0,-15 98 0,-16 63-1149,53-238-685,-2 8-168,1-1 0,-1 0 0,-1 0-1,0 0 1,0-1 0,-1 1 0,-1-1 0,1 0-1,-8 8 1,12-16-244,0-1 0,0 1 1,0 0-1,0-1 0,-1 1 0,1-1 0,0 1 0,0-1 0,-1 0 0,1 1 1,0-1-1,-1 0 0,1 0 0,0 0 0,-1 0 0,1 0 0,0 0 0,-1-1 0,1 1 1,0 0-1,0-1 0,-1 1 0,1 0 0,0-1 0,0 0 0,-2 0 0,-21-22-7276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6.7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12 377 4498,'0'0'2244,"-2"-19"7,-7-59 388,8 74-2432,1 1 1,0-1-1,0 1 1,1-1-1,-1 0 1,1 1-1,0-1 0,0 1 1,0 0-1,0-1 1,0 1-1,1 0 1,0-1-1,-1 1 1,1 0-1,0 0 0,1 0 1,-1 1-1,0-1 1,1 1-1,3-3 1,2-2 155,1 2 0,0-1-1,0 1 1,1 1 0,11-5 0,-12 6-106,69-26 1520,1 3 0,98-18 0,166-7 413,26 34-2013,-211 17-4508,-106 0 1380,-47 2-1590,-4 8-2585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7.2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283 39 5298,'0'0'14943,"-8"-7"-13454,3 3-1262,3 1-159,0 1 0,0 0 0,0-1 0,-1 1 0,1 1 0,-1-1 0,1 0 0,-1 0 0,0 1 0,1 0 0,-1-1 0,0 1 0,0 0 0,0 1 0,0-1-1,0 0 1,0 1 0,0 0 0,-1-1 0,1 1 0,0 0 0,0 1 0,0-1 0,-4 2 0,-9 5 110,0 1-1,0 0 1,1 2-1,0 0 1,1 0-1,0 2 1,1-1-1,0 2 1,1 0-1,0 0 1,1 1-1,-10 18 1,19-29-191,1 0 1,0 0-1,0 1 0,0-1 0,0 1 1,0-1-1,1 1 0,-1-1 1,1 1-1,0 0 0,1 4 1,-1 2-250,1-9 226,-1 0-1,1-1 0,0 1 1,-1 0-1,1-1 0,0 1 1,0 0-1,-1-1 0,1 1 0,0-1 1,0 0-1,0 1 0,0-1 1,0 0-1,0 1 0,0-1 1,0 0-1,-1 0 0,1 0 1,0 0-1,0 0 0,0 0 0,0 0 1,0 0-1,0 0 0,1-1 1,31-3-164,-18-4 146,-1 0-1,0 0 0,0-2 1,-1 1-1,-1-2 0,0 0 1,0 0-1,-1-1 0,19-26 1,-25 31 297,0 0 0,-1 0 0,1 0 0,-2-1 0,1 1 0,-1-1 0,4-15 670,-8 36-876,-7 20-295,5-26-88,1-1 1,0 1 0,1 0 0,-1 0 0,1 0-1,1 0 1,-1 0 0,1 0 0,2 14-1,-2-20 119,1 0-1,0 0 0,-1 0 0,1 1 0,0-1 0,0 0 0,0 0 0,0 0 1,-1 0-1,1-1 0,1 1 0,-1 0 0,0 0 0,0 0 0,0-1 0,0 1 0,0-1 1,1 1-1,-1-1 0,0 1 0,1-1 0,-1 0 0,0 0 0,3 1 0,39 0-4481,-33-1 2806,37 0-4540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8.1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262 772 8644,'0'0'11627,"-24"-2"-9357,-80-1-643,97 3-1459,0 0 0,1 1 0,-1-1 0,0 1 0,1 1 0,-1-1 0,1 1 0,-1 0 0,1 1 0,0-1 0,0 1-1,0 1 1,0-1 0,1 1 0,-1 0 0,-4 4 0,8-7-143,1 1 0,-1-1 0,0 0 0,1 0 0,0 1 0,-1-1 0,1 1 0,0-1 0,0 1-1,0 0 1,0-1 0,0 1 0,0 0 0,0 0 0,0 0 0,1 0 0,-1-1 0,1 1 0,-1 0 0,1 0 0,0 0 0,0 0 0,0 0 0,0 0 0,0 0 0,0 0 0,1 0-1,-1 0 1,1 0 0,-1 0 0,1 0 0,0 0 0,0-1 0,0 1 0,1 3 0,5 3-148,-1 0 0,1 0 1,1-1-1,-1 0 0,15 10 0,-6-4-70,-2-2-181,24 25-550,-36-34 815,-1 0 0,1 1 0,-1-1 0,1 1 0,-1-1 0,0 1-1,0-1 1,0 1 0,0 0 0,0 0 0,-1-1 0,1 1-1,-1 0 1,0 0 0,0 5 0,0-7 100,-1 0 1,1 0-1,-1 0 0,1 0 1,-1 0-1,0 0 1,1 0-1,-1 0 0,0 0 1,0 0-1,1 0 0,-1 0 1,0 0-1,0-1 0,0 1 1,0 0-1,0-1 1,0 1-1,0-1 0,-1 1 1,1-1-1,0 1 0,-1-1 1,-33 9 30,30-8-40,-11 1-456,0 0 0,-22-1 0,36-5-665,2 0 1004,1 1-1,-1-1 1,1 1 0,1 0-1,-1-1 1,0 1 0,1 0-1,-1 0 1,1 0-1,0 0 1,0 0 0,0 0-1,0 1 1,1-1 0,2-2-1,50-40-492,-35 29 394,107-93-1254,-5-5 0,179-219 1,-142 123 848,-129 164 1956,27-55 0,-52 90-197,2-4 201,-6 3 4810,-6 17-4439,-14 19-1139,1 1 1,-26 47-1,-24 66 438,-69 227 732,63-148-1365,66-197-338,2 0 2,-1-1 0,-1 0 0,0 0 0,-2-1 0,0 0-1,-1-1 1,-22 27 0,32-46-85,0 0 0,1 0 0,-1 0 0,0 0 0,1 0 0,0 0 0,0 0 0,-1 0 0,1 0 0,0-1 0,1 1 0,-1-2 0,2-12-70,1 0 0,1 0 1,0 1-1,0 0 0,2 0 0,0 0 0,1 0 0,11-17 0,4-5-297,53-62-1,-54 74 200,0 1 1,2 1-1,29-23 0,-44 39 215,1 1 1,0 0-1,0 0 1,1 1-1,0 1 0,0-1 1,0 1-1,0 1 0,0 0 1,1 1-1,-1-1 1,1 2-1,11-1 0,-20 2 45,0 0 0,-1 0 0,1-1 0,0 1 0,-1 1 0,1-1 0,0 0 0,-1 0 0,1 1 0,0-1 0,-1 1 0,1-1-1,-1 1 1,1 0 0,-1-1 0,1 1 0,-1 0 0,2 1 0,-2 0 21,0 0 0,-1 0-1,1 0 1,0 1 0,-1-1 0,0 0-1,1 0 1,-1 0 0,0 0 0,0 0-1,-1 4 1,1 3 23,0-2 38,0-1 1,-1 0 0,0 1 0,-1-1-1,1 0 1,-1 0 0,0 0 0,0 0 0,-1 0-1,0-1 1,0 1 0,0-1 0,-1 0-1,0 0 1,-6 7 0,-6 4 246,-1-1 1,-1 0-1,-19 12 1,22-17-123,0 0 1,1 1 0,1 1-1,-1 1 1,-12 16 0,23-26-235,1 0 0,0 1 1,0 0-1,0-1 0,0 1 1,0 0-1,1 0 0,0 0 1,0 0-1,0 0 0,0 0 1,1 0-1,-1 0 1,1 1-1,0-1 0,0 0 1,1 0-1,-1 0 0,1 0 1,1 6-1,0-6-2,0 1 0,1-1-1,-1 1 1,1-1 0,-1 0 0,1 0-1,0 0 1,1-1 0,-1 1 0,1-1-1,0 1 1,-1-1 0,1 0 0,1-1-1,-1 1 1,8 3 0,5 0-52,0-2 1,0 1-1,1-2 0,0 0 1,-1-1-1,1-1 0,0-1 0,20-2 1,-1 2-781,-19 0-639,-1-1 0,1-1 0,-1 0 0,0-1 0,1-1 0,23-9-1,42-21-10880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8.6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601 0 10405,'0'0'9847,"-1"23"-5637,0-3-3209,-8 141 5676,8-153-6335,1-3-306,-1-1 0,1 1-1,-1-1 1,0 1-1,0-1 1,-1 0-1,-1 5 1,0-8-36,2-1 0,0 0 0,0-1 0,0 1 0,0 0 0,0-1 0,1 1 0,-1-1 0,0 1 0,0-1 0,0 1 0,0-1 0,1 0 0,-1 1 0,0-1 0,0 0 0,1 0 0,-1 0 0,1 0 0,-1 1 0,1-1 0,-1 0 0,0-2 0,-9-25 0,8 20 0,-1-2-2,-1 1-1,0 1 1,0-1 0,-1 0-1,0 1 1,-8-11 0,10 16-60,0 0 0,0 0 0,-1 1 0,1-1 1,-1 1-1,1 0 0,-1 0 0,0 0 1,0 1-1,0-1 0,0 1 0,0 0 0,0 0 1,0 0-1,0 0 0,0 1 0,-7 0 0,-3 0-60,0 1 0,0 1 0,0 0 0,0 1 0,0 1-1,1 0 1,0 1 0,0 0 0,0 1 0,0 0 0,-12 9-1,-2 3 219,0 2-1,1 1 0,-38 38 0,51-45 85,1 0 1,0 1-1,1 0 1,1 0 0,0 1-1,1 1 1,-8 21-1,12-26-115,1 1-1,1-1 0,0 1 0,0-1 0,1 1 0,1 0 0,0 0 0,1 0 1,0 0-1,1 0 0,4 17 0,-3-23-64,0-1 0,0 1 0,1-1 0,0 0 0,0 0 0,1 0 0,0 0 0,0-1 0,0 1 0,1-1 0,-1 0 0,1 0 0,1-1 0,-1 1 0,0-1 0,1 0 0,0-1 0,0 1 0,0-1 0,1 0 0,12 3 0,2 1 0,2-1 0,-1-1 0,1-2 0,-1 0 0,30 0 0,-11-2 0,1-2 1,44-7-1,-70 6-1,0-1-1,0-1 0,-1-1 1,1 0-1,-1-1 1,-1 0-1,1-1 0,18-13 1,-30 18-143,1 0 1,-1-1-1,0 0 1,1 1-1,-2-1 1,1-1-1,4-4 1,-7 7-291,1 0 1,0-1 0,-1 1 0,1-1 0,0 1-1,-1-1 1,0 1 0,1-1 0,-1 1 0,0-1-1,0 1 1,0-1 0,0 1 0,0-2-1,-4-12-8025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9.3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0 2593,'0'0'14503,"-4"25"-12118,1-9-1963,-3 26 786,-3-1-1,-20 60 0,-150 337 3089,168-419-7468,10-34-2576,1 2 5303,0-32-4760,0-8-1051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9.6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1 230 7652,'0'0'11002,"26"-9"-9303,-25 9-1685,59-21 1764,111-24 0,399-50 3180,-189 43-6064,-315 46-675,-23 5-4503,-40 13-7391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10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271 4 9188,'0'0'15042,"-23"-1"-13631,-9-2-819,-38 3 1,64 1-473,0 1 0,-1-1 0,1 1 1,0 1-1,0-1 0,0 1 1,0 0-1,1 0 0,-1 0 0,1 1 1,0 0-1,0 0 0,0 1 1,0-1-1,1 1 0,0 0 0,0 0 1,0 0-1,-5 10 0,4-7 33,1-1-134,0 0 0,0 0 1,1 0-1,0 0 0,0 0 0,1 1 0,0-1 0,0 1 0,1 0 1,0-1-1,0 1 0,1 0 0,0 0 0,0 0 0,1-1 0,3 15 1,-3-20-43,-1-1-1,1 0 1,0 0 0,0 0 0,0 0 0,0 1 0,0-1 0,0-1 0,0 1 0,0 0 0,0 0 0,0 0 0,0 0 0,1-1 0,-1 1 0,0-1 0,1 1 0,-1-1 0,0 1 0,1-1-1,-1 0 1,1 0 0,1 1 0,37-2-426,-37 1 408,11-2-92,-1-1-1,0-1 0,0 0 0,0 0 0,-1-1 0,1-1 0,-1 0 0,0-1 0,17-12 0,-8 3-39,-1 0-1,-1-1 1,0-1 0,19-23-1,-32 27 838,-12 10 1190,4 4-1761,0 0 0,0 1 1,0-1-1,0 1 0,0 0 0,0-1 1,0 1-1,0 0 0,0 0 0,0 0 0,1 0 1,-3 2-1,-1 2-99,1 1 0,-1-1 0,1 1 0,1-1 0,-1 1 0,1 0 0,0 0 0,0 1-1,1-1 1,-1 1 0,2-1 0,-1 1 0,1 0 0,0 0 0,0 0 0,1-1 0,0 1 0,1 11 0,-1-16-108,0 1-1,1-1 1,0 0 0,-1 1-1,1-1 1,0 1-1,0-1 1,1 0 0,-1 0-1,0 0 1,1 0-1,-1 0 1,1 0 0,0 0-1,0 0 1,-1 0-1,1-1 1,0 1 0,1-1-1,-1 0 1,0 1 0,0-1-1,0 0 1,1 0-1,-1 0 1,1-1 0,-1 1-1,4 0 1,9 2-1012,0 0-1,0-1 1,22 0 0,-37-2 1123,62 0-5175,2-4-2850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10.8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277 723 9108,'0'0'12529,"-23"-1"-10110,-74 1-735,90 1-1553,1 0 1,0 0-1,-1 0 0,1 1 1,0 0-1,0 0 1,0 1-1,1 0 0,-1 0 1,1 0-1,-1 1 1,1 0-1,0 0 0,0 0 1,1 0-1,-1 1 0,1 0 1,0 0-1,0 0 1,0 0-1,1 0 0,0 1 1,-5 11-1,7-13-134,0 0 0,0-1-1,0 1 1,0-1 0,0 1-1,1 0 1,0 0-1,0-1 1,0 1 0,0 0-1,0-1 1,1 1 0,0 0-1,-1-1 1,3 7 0,1-3-70,1 0 0,-1 0 0,1 0 0,0-1 0,12 11 0,-12-11-32,-1-1-1,1 1 0,-1 0 0,0 0 0,-1 1 0,1-1 0,-1 1 1,4 12-1,-6-16 79,-1-1 0,1 1 0,0 0-1,-1-1 1,0 1 0,1 0 0,-1 0 0,0-1 0,-1 1 0,1 0 0,0 0 0,-1-1 0,1 1 0,-1 0 0,0-1 0,0 1 0,0-1 0,0 1-1,-1-1 1,1 0 0,0 1 0,-1-1 0,0 0 0,0 0 0,1 0 0,-5 3 0,1-1-119,-1 1 0,0-1 0,0 0 0,-1-1 0,1 1 0,-1-1 0,0 0 0,0-1 0,0 0 0,-11 2 0,18-4 93,-1 0 0,1 0 0,0 0 0,-1 0 1,1-1-1,0 1 0,-1 0 0,1 0 0,0 0 0,-1-1 1,1 1-1,0 0 0,0 0 0,-1-1 0,1 1 0,0 0 1,0 0-1,0-1 0,-1 1 0,1 0 0,0-1 0,0 1 1,0 0-1,0-1 0,0 1 0,0 0 0,0-1 0,0 1 1,0-1-1,0 1 0,0 0 0,0-1 0,0 1 0,0 0 1,0-1-1,0 1 0,0 0 0,0-1 0,0 1 0,0 0 1,0-1-1,1 1 0,-1 0 0,0-1 0,9-19-752,3 1 513,1 0 0,1 1-1,1 1 1,21-20 0,6-7-18,122-135-1192,253-299-2732,-404 462 4364,14-20-331,25-40 0,-44 63 780,-2 1 0,0-1 0,0 0 0,-2 0 0,1-1-1,-2 1 1,4-22 0,-7 34-497,0 1-1,1 0 1,-1-1 0,0 1 0,0 0-1,0-1 1,0 1 0,0 0 0,0-1 0,0 1-1,0-1 1,0 1 0,0 0 0,0-1-1,0 1 1,0 0 0,0-1 0,-1 1-1,1 0 1,0-1 0,0 1 0,0 0-1,0-1 1,-1 1 0,1 0 0,0 0-1,0-1 1,-1 1 0,1 0 0,0 0-1,0-1 1,-1 1 0,1 0 0,0 0-1,-1 0 1,1-1 0,-16 6 1450,6 1-1128,0 0 1,0 0-1,1 1 1,0 0-1,0 1 1,-14 17-1,-43 62 1237,55-72-1343,-25 39 210,1 1 1,4 3-1,1 0 1,4 2-1,2 1 0,-29 114 1,36-100-402,9-33-91,-2-1 0,-2-1 0,-26 63 0,35-95-15,-1-1 1,0-1-1,0 1 1,-1-1 0,0 1-1,0-2 1,0 1-1,-1 0 1,-9 6 0,15-12-6,0 0 1,0 0-1,0-1 1,0 1-1,0 0 0,0 0 1,0-1-1,0 1 1,0 0-1,0 0 1,0 0-1,0-1 1,0 1-1,0 0 1,0 0-1,0 0 1,0-1-1,0 1 1,-1 0-1,1 0 1,0 0-1,0 0 1,0 0-1,0-1 1,0 1-1,-1 0 1,1 0-1,0 0 1,0 0-1,0 0 1,0 0-1,-1-1 1,1 1-1,0 0 1,0 0-1,0 0 1,-1 0-1,1 0 0,0 0 1,0 0-1,-1 0 1,1 0-1,0 0 1,0 0-1,0 0 1,-1 0-1,1 0 1,0 0-1,0 0 1,0 1-1,-1-1 1,1 0-1,0 0 1,0 0-1,0 0 1,0 0-1,-1 0 1,1 0-1,0 1 1,0-1-1,0 0 1,0 0-1,0-11-108,2 1 0,0-1 0,0 0 0,1 1 0,0-1 0,1 1 0,0 0-1,0 0 1,1 1 0,10-15 0,11-14-396,35-39-1,-40 52 134,3-6-280,2 2-1,50-45 1,-76 123 3683,-12 1-2174,8-37-644,1 1 0,0-1 0,1 1 0,0 0 0,1-1 0,1 21 0,1-30-193,1 1 1,-1-1-1,1 0 1,0 0-1,-1 0 1,2 0-1,-1 0 1,0-1 0,1 1-1,0 0 1,0-1-1,0 0 1,0 0-1,0 0 1,1 0 0,-1 0-1,1-1 1,0 1-1,0-1 1,0 0-1,0 0 1,0-1 0,6 2-1,5 2-54,1 0-1,-1-1 1,1-1 0,-1-1-1,24 1 1,-37-3 8,29 1-1679,35-4 0,-53 1 160,1 0-1,-1-1 0,14-5 1,42-21-9399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11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165 0 7652,'0'0'18584,"-111"138"-16199,84-81-512,10 3-560,7-3-881,10-7-272,0-10-160,0-13-240,0-12-513,0-9-783,0-37-17529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11.5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5475,'0'0'12776,"30"0"-9943,-26 1-2718,28-1 483,0 2 0,-1 1 0,1 1 0,-1 2 0,58 19 0,218 108 1978,-256-106-2155,-1 2-1,-1 2 1,78 64-1,-114-83-409,-1 0 0,0 0 0,-1 1 0,19 27 0,-26-33-21,-1-1 1,1 1-1,-1-1 0,-1 1 1,1 0-1,-1 1 1,-1-1-1,1 0 0,-1 0 1,0 1-1,-1-1 0,0 0 1,-1 11-1,0-12 24,-1 1 0,0-1-1,0 0 1,-1 0 0,1 0-1,-1 0 1,-1-1 0,1 1-1,-1-1 1,0 0 0,0 0-1,0 0 1,-1-1 0,0 1-1,0-1 1,0 0 0,0 0-1,0-1 1,-1 0 0,-6 3-1,-16 8 388,-1-1 0,-55 15-1,70-23-197,-183 46 1643,117-33-1714,-131 48 0,202-62-660,-36 17 1312,28-5-3058,16-15 1735,1 0-1,-1 0 1,0 0-1,0 1 1,1-1 0,-1 0-1,1 0 1,-1 1-1,1-1 1,0 0 0,0 1-1,-1-1 1,1 2-1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07.5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1274 8 992,'0'0'3701,"5"-1"-3421,13-5 24,-14 5 1289,-2 1-802,1 0 0,-1 0 0,0 1 1,1-1-1,-1 1 0,0-1 0,0 1 0,4 1 0,-4 6-344,1 1 0,-1-1 0,0 1 0,-1 0 0,0-1 0,0 1 0,-1 15-1,1 8 131,6 402 2019,-9-256-1916,2-82-503,-5 1 0,-32 179 0,-34 1-148,29-119 24,28-106-25,0-4-26,-10 81 0,-68 354 540,23-110 271,-9 33-570,25-109 21,26-127-231,-8 46 10,-12 61-310,40-230 268,2 1 1,2 57-1,3-50-10,-11 71 0,-22 22-31,20-96-139,-14 104 1,-27 254-322,29-254 394,12-77 45,-26 79-1,27-105 56,-7 56-1,-2 17-1,9-58 27,3 1 0,0 109 0,7-102 33,-19 133-1,-51 91 8,-21 162 488,77-365-390,-10 43 147,-37 296-1,58-387-251,-1-12-1,-19 67 0,15-70-47,2 0 0,-5 45 1,-17 100 106,17-120-91,9-38 27,-1 2 151,1 0 0,1 0 1,0 25-1,3-34-1192,0 37 3502,1-36-5835,4-52-16771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09.1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65 1185,'0'0'6416,"8"-2"-5717,1 0-419,-4 2-46,-1-2 0,1 1 0,0 0 0,-1-1 0,1 0 0,5-3 0,-6 4 17,1 1 0,-1-1 0,1 0 0,-1 1 0,1 0-1,0 0 1,8 2 0,5-1-118,609-7 784,-577 4-886,50-10 0,37-1 30,-23 13-19,-52 1-21,109-11-1,-129 6-37,83 3 1,-61 2-37,2 5-523,3 1-3535,-39-7 301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5.8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395 1 4930,'0'0'13865,"1"17"-11947,7 56-391,-2-39 272,-6-33-1679,0 0 1,0-1-1,1 1 1,-1-1-1,0 1 0,1 0 1,-1-1-1,0 1 1,1-1-1,-1 1 0,1-1 1,-1 1-1,1-1 0,-1 1 1,1-1-1,-1 1 1,1-1-1,2 1 3730,7-89-5304,-10 87 1438,-1 0-1,1 0 0,-1 0 0,1 1 0,-1-1 0,1 0 0,-1 1 1,1-1-1,-1 0 0,0 1 0,1-1 0,-1 1 0,0-1 0,1 1 1,-1-1-1,0 1 0,0 0 0,0-1 0,1 1 0,-1 0 0,0 0 1,0-1-1,0 1 0,0 0 0,0 0 0,1 0 0,-1 0 0,0 0 1,0 0-1,-1 1 0,-36 0-150,31-1 96,-14 3 100,0 1-1,0 1 0,0 1 1,0 1-1,1 1 1,0 0-1,0 2 1,1 0-1,1 1 1,-1 1-1,2 1 1,0 0-1,0 1 0,-22 27 1,33-34 64,0 1 1,1 0-1,0 0 0,0 0 1,1 1-1,0 0 1,1 0-1,0 0 0,0 0 1,-2 16-1,5-21-78,-1 0 0,1 0 0,0 0 0,0 1 0,0-1 0,0 0 0,1 0 0,0 0 0,0 0 0,0 0 0,0 0 0,1 0 0,-1 0 0,1 0 0,0-1 0,0 1 0,0-1 0,1 1 0,-1-1 0,1 0 0,0 0 0,0 0 0,0 0 1,0-1-1,1 1 0,3 2 0,6 1-39,0 0 0,1-1 0,-1 0 0,1-1 1,0-1-1,0 0 0,1-1 0,25 1 0,-5-3-563,0-1-1,52-8 1,-44 0-1205,-1-1-1,0-2 1,58-26 0,119-66-9860,-166 78 8569,39-22 293,-10 2-17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6.2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448 1 3201,'0'0'13962,"-19"1"-10540,5 0-2776,6-1-355,-1 0 0,1 0 0,-1 1 0,1 1 0,0-1 0,0 1 0,0 1 0,0-1 0,0 1 0,0 1 0,1 0 0,-1 0 0,-8 6 0,-2 5 507,0 1 1,1 1-1,1 0 1,-22 31-1,32-40-721,1 0-1,0 0 0,0 0 0,1 0 0,0 1 1,1 0-1,0 0 0,0 0 0,1 0 1,0 1-1,0-1 0,1 1 0,0-1 0,1 13 1,1-21-78,-1 0 1,1 1 0,-1-1 0,1 0-1,-1 0 1,1 1 0,0-1 0,0 0 0,-1 0-1,1 0 1,0 0 0,0 0 0,0 0-1,0 0 1,0 0 0,1 0 0,-1-1 0,0 1-1,0 0 1,0-1 0,1 1 0,-1-1-1,0 1 1,1-1 0,-1 1 0,0-1-1,1 0 1,1 0 0,48 2 12,-38-2 1,-1-1-34,0 0 0,0-1 0,0-1 0,0 1 0,0-2 0,-1 0 0,0 0 0,1-1 0,-2 0 0,1-1 0,18-13 0,-24 15-41,1-1 0,-1 1 0,0-1-1,-1 0 1,1-1 0,-1 1 0,0-1 0,0 0-1,6-12 1,-9 14 12,1-1 0,-1 1 0,0-1 1,0 0-1,0 1 0,-1-1 0,1 0 0,-1 0 0,0 1 0,-1-1 0,1 0 0,-1 1 0,0-1 0,0 0 0,-3-7 1,1 7 42,0 0 1,0 0-1,0 0 1,-1 1 0,1-1-1,-1 1 1,0 0-1,0 0 1,0 1 0,-1-1-1,1 1 1,-1 0-1,0 0 1,0 0 0,0 1-1,0 0 1,-1 0-1,-5-2 1,-8-1-4,0 0 1,-1 2-1,-36-4 0,7 5-742,-90 5 0,103 5-645,35-7 1226,0-1-1,0 1 0,0-1 0,0 1 0,0-1 0,0 1 0,0 0 0,0 0 0,0-1 0,0 1 0,0 0 0,0 0 0,1 0 0,-1 0 0,0 0 0,0 0 1,1 0-1,-1 0 0,1 0 0,-1 0 0,1 0 0,0 0 0,-1 1 0,1-1 0,0 2 0,0-2-15,1 0-1,-1 0 0,1 1 1,-1-1-1,1 0 1,0 0-1,0 0 1,-1 0-1,1 0 1,0 0-1,0-1 1,0 1-1,0 0 1,0 0-1,0-1 1,0 1-1,0 0 1,1-1-1,-1 1 1,0-1-1,0 0 1,0 1-1,1-1 0,-1 0 1,0 0-1,0 1 1,3-1-1,2 1-486,25 5-2676,52 3 1,-13-5-1200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6.3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0 1 4370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6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4370,'67'89'3343,"-66"-87"-2921,1 0 0,-1 0 0,1-1 0,0 1 0,0 0 0,0-1 0,0 1 0,0-1 0,0 1 1,4 0-1,10-2 4152,-8-2-2317,-6 2-1823,1 0 0,-1 0 1,0 0-1,1 0 0,-1 1 0,0-1 0,0 0 0,1 1 0,-1 0 0,0-1 0,0 1 0,0 0 0,0 0 0,1 0 0,-2 1 0,5 2 0,-4-2-324,-1 0 0,0 1 0,1-1 0,-1 0 0,0 1 0,0 0 0,-1-1 0,1 1 0,0-1 0,-1 1 0,0 0 0,1-1 0,-1 1 0,-1 5 0,0 18 358,-1 0 1,-11 48 0,12-69-458,-1 16-105,2-21 64,0 1 1,0-1 0,0 1-1,0-1 1,0 1 0,1-1-1,-1 0 1,0 1 0,0-1-1,1 1 1,-1-1 0,0 1-1,1-1 1,-1 0 0,0 1-1,1-1 1,-1 0 0,1 1-1,-1-1 1,1 0 0,-1 1-1,0-1 1,1 0-1,-1 0 1,1 0 0,-1 1-1,1-1 1,-1 0 0,1 0-1,-1 0 1,1 0 0,-1 0-1,1 0 1,0 0 0,0 0-1,8 0-258,0-1-1,0 0 1,1 0-1,-1-1 1,0 0-1,0 0 1,-1-1-1,1 0 0,0-1 1,-1 0-1,0 0 1,9-7-1,111-78-223,-127 99 5203,0-6-4694,1 1-1,1 0 1,-1-1 0,0 0 0,1 1 0,3 3 0,-1-5-201,-1 0 0,1-1 1,-1 1-1,1-1 0,0 0 0,0 0 1,-1-1-1,1 0 0,1 1 0,-1-2 1,0 1-1,0 0 0,0-1 0,0 0 1,10-2-1,-9 2 88,0-1 1,0 0-1,1 0 1,-1 0-1,-1-1 1,1 0-1,0 0 0,0-1 1,-1 0-1,1 0 1,-1 0-1,10-8 5635,-12 12-5398,0 0 0,-1 0 0,1 0 0,-1 0 0,1 0 0,-1 1 0,1 0 0,-1-1 0,0 1 0,0 0 0,0 0 0,3 3 0,12 10-173,-10-11-394,0 0 0,1 0 1,0-1-1,-1 0 0,1 0 0,11 1 0,27 1-8433,-16-5-3967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7.2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97 16087,'0'0'8380,"-6"26"-4968,1-7-2865,-2 13 249,0 1 0,2-1-1,-1 59 1,6-44-214,-10 75 0,6-100-583,0-1 0,-2 0 0,0-1 0,-2 1 0,-17 34 0,16-38-234,-1 1-1,-1-2 1,0 1-1,-2-1 1,1-1-1,-2-1 1,-26 23-1,40-36 148,-1-1 0,1 0 0,0 1-1,-1-1 1,1 0 0,0 0-1,-1 0 1,1 1 0,0-1-1,-1 0 1,1 0 0,0 0-1,-1 0 1,1 1 0,-1-1 0,1 0-1,0 0 1,-1 0 0,1 0-1,-1 0 1,1 0 0,-1 0-1,1 0 1,0 0 0,-1 0 0,1-1-1,-1 1 1,1 0 0,0 0-1,-1 0 1,0-1 0,-4-12-1756,6-27-191,-1 33 1592,2-6 46,-1-1-1,2 0 1,0 1 0,1-1-1,0 1 1,1 0-1,13-24 1,58-83-1299,-50 82 1214,41-60-941,63-97-3420,-48 63 6859,-81 131-1902,18-26 3530,-18 26-3313,0 0 0,0 0-1,0 1 1,0-1-1,-1 1 1,1-1-1,0 0 1,0 1-1,1-1 1,-1 1-1,0 0 1,0-1-1,0 1 1,0 0-1,2 0 1,-2 0-181,-1 1 0,1-1 0,0 1 0,0-1 0,-1 1 0,1-1 0,0 1 0,0 0 0,-1-1 0,1 1 0,-1 0-1,1 0 1,-1-1 0,1 1 0,-1 0 0,1 0 0,-1 0 0,0 0 0,1-1 0,-1 1 0,0 0 0,0 0 0,0 0 0,0 0 0,0 0 0,0 1 0,3 29 1065,-3-29-895,1 18 524,0-7-373,-1-1 1,0 1 0,0-1 0,-3 17 0,2-27-445,1 0 0,-1 0 0,1 1-1,-1-1 1,0 0 0,0 0 0,0 0-1,0 0 1,0 0 0,0 0 0,0 0 0,-1 0-1,1 0 1,-1 0 0,0-1 0,1 1 0,-1-1-1,0 1 1,0-1 0,0 0 0,0 0 0,0 0-1,0 0 1,0 0 0,0 0 0,-1 0 0,1-1-1,0 1 1,-3 0 0,-60 1-44,61-2-198,0-1 0,0 1 1,0-1-1,0 0 0,0 0 1,0 0-1,1 0 0,-1-1 1,0 0-1,1 0 0,-1 0 1,1 0-1,-6-5 0,8 7-93,1-1 0,-1 0 0,0 1 0,1-1 0,-1 0 0,1 0 0,-1 0-1,1 0 1,-1 0 0,1 1 0,0-1 0,-1 0 0,1 0 0,0 0 0,0 0 0,0 0-1,0 0 1,0 0 0,0 0 0,0 0 0,0 0 0,0 0 0,0 0 0,1 0 0,-1 0-1,0 0 1,1 0 0,-1 0 0,0 0 0,1 1 0,-1-1 0,1 0 0,-1 0 0,1 0-1,0 1 1,-1-1 0,1 0 0,0 1 0,0-1 0,-1 0 0,1 1 0,1-1 0,29-19-10361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7.4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245 0 1505,'0'0'18173,"-6"25"-14128,2-13-3451,-10 40 2470,-33 81 1,-22 2-867,45-91-2157,2 0 0,-31 86 0,52-122-168,-1-1 0,1 1 0,0-1 0,0 1 0,1 10 0,1-8-1344,3-9-3491,14-1 1566,-17 0 2630,23-2-7286,6-9-3033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7.8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99 8420,'0'0'13630,"23"0"-12347,162 4-314,-180-4-1002,0 0 1,1 0 0,-1-1-1,0 1 1,0-1 0,0 0-1,0-1 1,6-1-1,-10 2 0,1 0-1,-1 0 0,0 0 0,1 0 0,-1 0 0,0 0 0,0 0 1,0-1-1,0 1 0,0 0 0,0-1 0,0 1 0,0-1 0,0 1 1,-1-1-1,1 1 0,0-1 0,-1 1 0,0-1 0,1 0 0,-1 1 0,0-1 1,0 0-1,0 1 0,0-1 0,0 0 0,0 1 0,0-1 0,-1-1 1,0 1 11,0-1 0,0 1 1,0 0-1,0 0 1,0 0-1,-1 0 0,1 1 1,-1-1-1,1 0 1,-1 1-1,0-1 0,0 1 1,0-1-1,0 1 1,0 0-1,0 0 0,0 0 1,0 0-1,0 0 1,0 0-1,-1 0 0,-2 0 1,-54-11-53,50 11 238,0 0 0,0 0 0,0 1 0,0 0 0,0 1 0,0 0 0,-8 2 0,13-2-4,1 0 0,0 1 0,0-1-1,0 1 1,0 0 0,0 0 0,0 0 0,0 0-1,0 0 1,1 1 0,-1-1 0,1 1 0,0-1 0,0 1-1,0 0 1,0 0 0,0 0 0,1 0 0,-1 0 0,0 6-1,-1-4 55,2 1-1,-1 0 0,1 0 0,0 0 0,0 0 0,0 0 1,1 0-1,0 0 0,0 0 0,3 12 0,-3-14-197,1-1 0,0 1 0,1-1 0,-1 1 0,1-1 0,-1 0 0,1 0 0,0 0 0,0 0 0,0 0 0,0 0 0,1 0 0,-1 0 0,1-1 1,0 0-1,0 1 0,0-1 0,5 3 0,6 1-367,0-1 1,0 0-1,0-1 1,0 0-1,1-1 1,-1-1-1,18 1 1,1-2-3138,0-1 0,38-6 0,10-10-9272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8.1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338 0 13894,'0'0'7772,"-15"19"-3992,5-7-3117,-17 21 800,2 1 1,-24 41-1,4 1 143,-45 85-891,74-129-728,2 0-1,1 1 1,-10 40 0,20-62 13,1 1 0,0 0 1,0 0-1,1 0 0,1 18 0,0-27 0,0-1-1,0 1 1,1-1-1,-1 1 1,1-1-1,-1 0 1,1 1 0,0-1-1,0 0 1,0 1-1,1-1 1,-1 0-1,0 0 1,1 0-1,-1 0 1,1 0-1,0 0 1,0-1 0,0 1-1,-1-1 1,2 1-1,-1-1 1,0 1-1,0-1 1,0 0-1,1 0 1,-1 0-1,0 0 1,1-1 0,-1 1-1,6 0 1,10 1-621,0 0 0,0-2 0,28-2 1,-37 1-168,0 0 1,0-1-1,-1 0 1,1 0 0,0-1-1,-1 0 1,0-1 0,0 0-1,8-5 1,27-23-7123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8.2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7876,'0'0'11109,"134"-2"-8276,-57 0-1857,0 2-799,1 0-177,-9 0-657,0 0-1744,-7 0-2993,-3 0-3715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8.7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0 112 5298,'0'0'15842,"13"17"-14081,43 49-454,-54-64-1235,1 0 0,-1 0 0,1 0 0,-1 0 0,1 0 0,0 0 0,0-1 0,0 1 1,0-1-1,0 0 0,0 0 0,0 0 0,0 0 0,1-1 0,-1 1 0,0-1 0,0 0 0,1 0 0,-1 0 0,0 0 0,7-2 0,6 1 131,-11 1-196,0-1 0,0 1 0,0-1 0,0 0 0,0 0 0,0-1 0,0 1 0,0-1 0,0 0 0,-1 0 0,1-1 0,-1 1 0,1-1 0,-1 0 0,0 0 0,0-1 0,0 1 0,-1-1 0,1 0 0,-1 0 0,4-6 0,-2 2-104,-1 0 0,0 0 0,0-1-1,-1 0 1,0 1 0,0-1 0,-1 0 0,0 0 0,-1 0 0,0-1 0,0-9 0,-1 17 93,0 1-1,-1-1 1,1 0 0,0 1 0,0-1 0,-1 0 0,1 1-1,-1-1 1,1 1 0,-1-1 0,0 0 0,0 1 0,1 0-1,-1-1 1,0 1 0,0-1 0,-1 1 0,1 0-1,0 0 1,0 0 0,0 0 0,-1 0 0,1 0 0,-1 0-1,1 0 1,-1 0 0,1 1 0,-1-1 0,1 1 0,-1-1-1,-2 0 1,-6 0 73,1-1 0,-1 1 0,0 1-1,-14 1 1,5-1 166,13 0-68,0 1 0,0-1 0,0 1 0,0 0 0,0 0-1,0 1 1,0-1 0,1 1 0,-1 1 0,0-1 0,1 1-1,0 0 1,0 0 0,0 1 0,0-1 0,0 1 0,1 0-1,-1 1 1,1-1 0,0 1 0,1-1 0,-1 1 0,1 0-1,0 1 1,0-1 0,0 0 0,1 1 0,0 0 0,0-1 0,1 1-1,-1 0 1,1 0 0,0 0 0,1 0 0,-1 0 0,1 0-1,1 0 1,-1 0 0,1 0 0,2 9 0,-2-10-140,1 0 0,0 0-1,0 0 1,0 0 0,1 0 0,-1 0 0,1 0 0,1-1 0,-1 1 0,0-1-1,1 0 1,0 0 0,0 0 0,0-1 0,1 0 0,-1 1 0,1-1 0,0-1 0,0 1-1,0-1 1,0 0 0,0 0 0,9 2 0,6 1-792,1 0 1,0-2-1,0 0 1,38-1-1,-42-2-435,-2 0-1435,1 0 0,-1-1-1,18-3 1,13-12-10891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9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433 10 4514,'1'-1'16225,"0"1"-16202,-1 0 0,0-1 0,0 1 1,0 0-1,0 0 0,0 0 0,0 0 1,0 0-1,0 0 0,1 0 0,-1-1 1,0 1-1,0 0 0,0 0 0,0 0 1,0 0-1,0 0 0,0-1 0,0 1 0,0 0 1,0 0-1,0 0 0,0 0 0,0 0 1,0-1-1,0 1 0,0 0 0,0 0 1,0 0-1,0 0 0,0 0 0,0 0 1,-1-1-1,1 1 0,0 0 0,0 0 1,0 0-1,0 0 0,0 0 0,0 0 1,0 0-1,0-1 0,0 1 0,-1 0 1,1 0-1,0 0 0,0 0 0,0 0 0,0 0 1,0 0-1,0 0 0,-1 0 0,1 0 1,0 0-1,0 0 0,0 0 0,-3-1 139,0 0 0,0 1 0,0 0 0,-1 0 0,1 0 0,0 0 0,0 0 0,0 0 0,0 1 0,0-1 0,0 1-1,-4 2 1,-43 17 760,39-15-590,-41 17 538,-76 37 263,111-50-1022,1 1 0,0 1 0,0 0 0,1 1-1,-15 15 1,26-23-74,0 1-1,0 0 1,0 0 0,1 1-1,0-1 1,0 1-1,0-1 1,1 1 0,-3 10-1,4-14-34,1 0-1,-1 0 1,1 0 0,0 0-1,-1 0 1,1 0-1,0 0 1,0 0-1,1 0 1,-1 1 0,0-1-1,1 0 1,-1 0-1,1 0 1,-1-1-1,1 1 1,0 0-1,0 0 1,0 0 0,0 0-1,0-1 1,0 1-1,1 0 1,-1-1-1,0 1 1,1-1 0,0 0-1,-1 1 1,1-1-1,0 0 1,3 2-1,4 0-27,-1 0-1,1 0 1,0-1-1,1-1 1,-1 1-1,0-1 1,0-1-1,1 0 1,-1 0-1,16-3 1,-12 1-59,0 0 1,0-1 0,0-1 0,-1 0 0,1-1 0,21-12 0,-19 9-2,-1-2 0,0 1-1,-1-2 1,0 0 0,15-17 0,-23 23 94,-1-1-1,1 0 1,-1 0-1,-1 0 1,1-1 0,-1 1-1,0-1 1,0 0-1,-1 0 1,0 0 0,0 0-1,-1 0 1,0-1 0,1-11-1,-2 18 41,0 0 0,0-1 0,0 1 0,0-1 0,0 1 0,0-1 0,0 1 0,0 0 0,-1-1 0,1 1 0,0 0 0,-1-1 0,1 1 0,-1 0 0,0-1 0,1 1 0,-1 0 0,0 0 0,0 0 0,-1-2 0,0 2 145,-1 1-1,1-1 1,0 0 0,-1 1-1,0-1 1,1 1-1,-1 0 1,1 0 0,-1 0-1,-2 0 1,4 3-117,0 1 1,0-1 0,1 0-1,-1 0 1,1 0-1,0 1 1,0-1-1,1 5 1,-1-4 21,0 0-92,1 0-1,-1 0 1,1 1 0,0-1-1,0 0 1,1 0 0,-1 0-1,1-1 1,0 1 0,0 0-1,0 0 1,0-1 0,1 0-1,0 1 1,-1-1 0,1 0 0,0 0-1,1 0 1,-1-1 0,0 1-1,1-1 1,-1 0 0,1 0-1,6 3 1,6 2-468,1-1 1,-1-1-1,1 0 0,28 4 1,-3-4-4426,78-1 1,-16-4-6308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0.9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126 66 3217,'0'0'17598,"4"-4"-16419,2-1-967,0 1-1,0-1 1,0 2 0,1-1 0,-1 1-1,1 0 1,0 0 0,0 0-1,0 1 1,0 0 0,9-1-1,94-11 763,-91 12-798,117-3 480,-131 5-650,1 0 1,0 0-1,-1 0 0,1 1 0,-1 0 1,1 0-1,-1 1 0,10 3 0,-13-4-9,0 0 0,0 1 0,0-1 0,0 1 0,-1 0 0,1 0 0,0-1 0,-1 1 0,1 0 0,-1 0 0,0 0 0,1 1 0,-1-1 0,0 0 0,0 0 0,-1 1 0,1-1 0,0 0 0,-1 1-1,0-1 1,1 6 0,-1 0 5,0 0-1,-1 0 0,0 0 1,0 0-1,-1 0 0,0 0 1,0 0-1,0-1 0,-1 1 1,-1-1-1,1 0 0,-1 0 1,-1 0-1,1 0 1,-1 0-1,0-1 0,0 0 1,-11 8-1,-10 11 35,-2-2 0,-56 35-1,70-49-10,-157 92 358,47-31 869,115-64-1079,-24 15 436,32-20-580,0 0-1,0 0 1,-1 0 0,1 0-1,0 0 1,0 1 0,0-1-1,1 0 1,-1 1 0,0-1-1,0 0 1,1 1 0,-1-1-1,1 1 1,-1-1 0,1 1-1,0-1 1,-1 1 0,1 2 0,0-3-28,1 0 0,0 0 0,-1 1 0,1-1 0,0 0 0,0 0 0,0 0 0,-1 0 0,1 0 0,0 0 1,0 0-1,0 0 0,1-1 0,-1 1 0,0 0 0,0-1 0,0 1 0,1 0 0,-1-1 0,0 0 1,0 1-1,1-1 0,-1 0 0,0 1 0,1-1 0,-1 0 0,0 0 0,1 0 0,-1 0 0,3-1 1,2 2 9,111 6-57,122-8 1,-206 0-767,-1-2 0,0-2-1,32-8 1,-35 5-3174,45-19 0,-19 1-5053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1.4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342 621 3858,'0'0'19105,"-6"-11"-17465,3 4-1318,2 5-244,0-1 0,0 1-1,0-1 1,0 1 0,-1-1 0,1 1-1,0 0 1,-1 0 0,0-1-1,0 1 1,0 1 0,1-1-1,-2 0 1,1 0 0,0 1 0,0-1-1,0 1 1,-1-1 0,1 1-1,-1 0 1,1 0 0,-1 0 0,1 1-1,-1-1 1,-3 0 0,-10 1 137,0 0 0,-1 1 0,1 1 0,0 0 0,0 1 0,0 1 0,-16 6 0,21-6-131,1 1 1,1 0 0,-1 0 0,1 1-1,0 0 1,0 0 0,0 1 0,1 0 0,0 1-1,1 0 1,-11 14 0,15-18-70,1 0 0,0 0-1,0 0 1,0 0 0,1 1 0,-1-1 0,1 1 0,0-1-1,0 1 1,1-1 0,-1 1 0,1 0 0,0-1 0,0 1 0,2 6-1,-2-10-14,0 0-1,1 0 1,-1 0-1,0 0 1,1 0-1,-1 0 1,1 0-1,-1 0 1,1 0-1,-1-1 1,1 1-1,0 0 1,-1 0-1,1-1 1,0 1-1,0 0 1,-1-1-1,1 1 1,0-1-1,0 1 1,0-1-1,0 1 1,0-1-1,0 0 1,0 1-1,0-1 0,0 0 1,1 0-1,33 2-95,-27-2 55,1-1-7,0 0-1,-1-1 1,1 1-1,0-2 1,-1 1-1,0-1 1,0-1-1,0 1 1,0-1 0,0-1-1,-1 0 1,1 0-1,-1 0 1,9-10-1,7-7-238,-1-1-1,30-42 0,155-249-681,-104 150 407,-33 44 767,-92 160 1401,-38 51-1,6-10-955,17-23-172,0 1 42,1 0 0,-48 117 0,79-164-525,1 1 1,1-1-1,0 1 1,1 0-1,1 0 1,-1 18-1,2-29-35,0 0 1,-1 0-1,1 0 1,1-1-1,-1 1 1,0 0-1,0 0 1,1 0-1,-1 0 1,1-1-1,-1 1 1,1 0-1,0 0 1,0-1-1,0 1 1,0 0-1,0-1 1,0 1-1,0-1 1,0 1-1,1-1 1,-1 0-1,0 0 1,1 1-1,1 0 1,2-1-276,1 1 0,-1-1-1,0 1 1,1-1 0,-1-1 0,1 1 0,10-1 0,6 0-1920,0 0 0,0-2 0,41-8 0,10-14-6039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1.8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22 7812,'0'0'13518,"-20"-4"-10514,-69-12-814,81 15-1964,1 0 0,0 1 0,-1 0 0,1 1 0,0 0 0,0 0 0,0 0 0,-1 1 0,1 0 0,1 0 1,-1 1-1,0 0 0,0 0 0,1 1 0,0-1 0,0 2 0,-8 6 0,-10 5 435,8-6-306,0 1-1,1 0 1,-26 26-1,37-32-347,-1 0-1,1 0 0,0 1 1,0-1-1,0 1 0,1 0 1,0 0-1,0 0 0,1 0 0,0 1 1,0-1-1,0 1 0,1-1 1,-2 11-1,3-15-6,0 0 0,0 1 0,-1-1 0,1 1 0,1-1 0,-1 1 0,0-1 0,1 0 0,-1 1 0,1-1 0,-1 0 0,1 1 0,0-1 0,0 0 0,0 0 0,1 0 0,-1 0 0,0 0 0,1 0 0,3 3 0,-2-3 0,1 0 0,0-1 0,-1 1 0,1-1 0,0 0 0,0 0 0,0 0 0,0-1 0,0 1 0,1-1 0,7-1 0,-4 1-3,0-1 0,1-1 0,-1 0 0,0 0 1,0 0-1,0-1 0,0 0 0,0-1 0,-1 1 0,1-1 0,10-9 0,-13 10-10,-1 0-1,1-1 0,-1 1 0,0-1 1,0 0-1,-1 0 0,1-1 0,-1 1 1,0-1-1,0 1 0,-1-1 0,1 0 1,-1 0-1,0 0 0,0 0 0,-1-1 1,1 1-1,-1 0 0,0-7 1,-1 11 21,0 1 0,0-1 0,0 1 1,0-1-1,0 1 0,-1-1 0,1 1 1,0-1-1,0 1 0,-1-1 0,1 1 1,0-1-1,-1 1 0,1 0 0,0-1 1,-1 1-1,1-1 0,0 1 0,-1 0 1,1-1-1,-1 1 0,1 0 0,-1 0 1,1-1-1,-1 1 0,1 0 0,-1 0 1,1 0-1,-1 0 0,1 0 0,-1 0 1,1 0-1,-2 0 0,-21 0 24,15 0-35,7 1 3,0 1 0,1-1 0,-1 0 0,1 1 0,0-1 0,-1 0 0,1 1 0,0-1 0,0 1 0,0-1 0,0 1 0,0-1 0,0 1 0,0-1 0,0 0 0,1 1 0,0 2 0,3 4 0,1 0 0,-1-1 0,1 1 0,1-1 0,0 0 0,0-1 0,0 1 0,1-1 0,-1 0 0,10 5 0,3 5 0,-10-8-474,1 0 0,0 0-1,0-1 1,1-1 0,22 11 0,-23-14-1083,0 1 0,0-1 0,1-1 0,-1 0 0,1 0 0,0-1 1,10-1-1,18 0-9171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2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12774,'0'0'17656,"-27"90"-17128,44-73-224,6 6-272,4-9-32,6-3-528,11-5-1025,-2-6-1408,0 0-1905,-5-8-3746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2.2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644 1 9300,'0'0'10533,"-123"81"-5651,73-29-1632,-2 9-1201,-5 10-465,-3 6-559,-3 1-881,6 3-144,3-3 0,6-1 0,8-8-1105,13-8-847,15-17-514,12-24-367,12-20-2033,30 0-2850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2.6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542 1 13158,'0'0'16469,"-23"3"-15567,1 0-649,1 0 39,-1 0 0,1 2 0,-1 0 0,2 1 1,-22 9-1,30-10-243,1 0 1,0 1-1,0 0 1,-20 16-1,30-21-49,-1 0 0,1 0-1,-1 0 1,1 1 0,0-1-1,-1 0 1,1 1 0,0-1-1,0 1 1,0 0-1,0-1 1,0 1 0,0 0-1,1-1 1,-1 1 0,1 0-1,-1 0 1,1 0 0,-1 0-1,1 0 1,0 0-1,0-1 1,0 1 0,0 0-1,0 0 1,1 0 0,-1 0-1,1 0 1,-1 0 0,1-1-1,-1 1 1,1 0 0,0 0-1,0-1 1,0 1-1,0 0 1,0-1 0,0 1-1,0-1 1,1 0 0,-1 1-1,3 1 1,7 6 2,0-1-1,0-1 1,19 11 0,-22-15-64,0 2 0,0-1 0,-1 1 0,1 0 0,-1 1 0,0-1 0,0 1 0,-1 1 0,0-1 1,0 1-1,5 8 0,-9-12 64,-1 0 0,0 0 1,0-1-1,0 1 0,0 0 0,0 0 1,0 0-1,-1 0 0,1 0 1,-1 0-1,0 0 0,0 0 1,0 0-1,-1 0 0,1 0 0,-1 0 1,1 0-1,-1-1 0,0 1 1,0 0-1,0 0 0,-1 0 0,1-1 1,0 1-1,-1-1 0,0 1 1,0-1-1,0 0 0,0 1 1,0-1-1,0 0 0,0 0 0,-5 3 1,-8 4 129,0 0 0,-1 0 1,0-2-1,-28 10 0,20-7-135,-101 35-2961,107-41-389,0 0-1,-33 2 0,-6-5-10129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3.3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364 1 5619,'0'0'16869,"-25"11"-14212,-82 39-477,93-43-1716,0 0 1,1 2 0,1-1 0,-1 1 0,1 1 0,1 1 0,-19 20 0,22-22-241,-16 23 431,23-31-653,0 0 0,0 0 0,1 0 0,-1 0 0,1 0-1,-1 0 1,1 0 0,-1 0 0,1 0 0,0 0 0,-1 1 0,1-1 0,0 0 0,0 0 0,0 0 0,0 1 0,0-1 0,0 0 0,0 0-1,0 0 1,1 0 0,-1 1 0,0-1 0,1 0 0,-1 0 0,1 0 0,-1 0 0,1 0 0,-1 0 0,2 2 0,5 0-51,0 0 1,0 0-1,0 0 1,0-1 0,1 0-1,-1 0 1,1-1-1,-1 0 1,16 0 0,10 3-122,-8 0 30,3-1-150,0 2-1,0 0 1,0 2 0,0 2 0,46 20 0,-70-27 217,0 1 0,0 0 0,0 0 0,0 0 0,0 0 1,0 1-1,-1-1 0,0 1 0,0 0 0,0 0 0,3 6 0,-5-7 74,1-1 1,-1 1 0,0-1-1,-1 1 1,1-1-1,0 1 1,-1-1-1,0 1 1,1 0 0,-1-1-1,0 1 1,0 0-1,-1 0 1,1-1-1,0 1 1,-1-1-1,0 1 1,1 0 0,-1-1-1,0 1 1,0-1-1,-1 0 1,-1 4-1,-3 1 152,1-1 0,-2 1 0,1-1 0,-1-1 0,1 1-1,-2-1 1,1 0 0,-15 7 0,-5 1 508,-36 12 0,38-16-445,0-2 0,-1 0 0,-34 3 0,46-8-648,0-2 0,0 0-1,1 0 1,-24-4 0,33 3 39,-1 0-1,1-1 1,0 1-1,0-1 1,1 1-1,-1-1 1,0 0-1,1-1 1,-1 1-1,1-1 1,-1 1-1,1-1 1,0 0-1,0 0 1,1 0-1,-5-6 1,4 3-813,-1 0 1,1-1-1,0 1 1,1 0-1,-1-1 1,1 0-1,1 1 1,-1-1-1,0-11 0,1-37-8011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3.4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5619,'0'0'9044,"115"-17"-5331,-63 17-1231,11 0-1250,6 0-1088,12 0-144,5 0-1713,-1 0-3761,-5 0-7060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4.0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419 794 7507,'0'0'17403,"-9"-16"-15183,3 5-1812,3 4-201,0 1 1,-1-1 0,0 1-1,-1 0 1,-6-7 0,9 11-117,0-1 0,-1 1 1,0 0-1,0 0 0,1 0 0,-1 1 1,0-1-1,0 1 0,-1-1 1,1 1-1,0 0 0,0 0 1,-1 1-1,1-1 0,0 1 1,-1-1-1,-5 1 0,-7 2 169,0 0-1,0 1 1,1 0-1,0 1 1,0 1-1,0 1 0,-23 11 1,16-5-207,1 0 0,0 2-1,1 1 1,-22 19 0,11 0-53,30-32 0,0 0 0,-1 1 0,1-1 0,0 0 0,0 0 0,1 1 0,-1-1 0,0 0 0,1 1 0,-1-1 0,1 0 0,0 1 0,0-1 0,0 1 0,0-1 0,0 1 0,1 2 0,0-4 0,0 1 0,0-1 0,0 0 0,1 1 0,-1-1 0,0 0 0,1 0 0,-1 0 0,0 0 0,1 0 0,0 0 0,-1 0 0,1-1 0,-1 1 0,1-1 0,0 1 0,-1-1 0,1 1 0,0-1 0,0 0 0,-1 0 0,1 0 0,0 0 0,0 0 0,2-1 0,51-4 0,-38 1-13,-1 0 0,1-2 0,-1 0-1,1-1 1,-2 0 0,1-2 0,-1 0 0,-1 0 0,1-1-1,19-19 1,0-3-389,-1-1-1,50-66 0,3-25-1044,-5-4-1,69-151 0,-138 257 1268,-7 13 222,0 0 1,0 0-1,-1-1 1,0 1-1,-1-1 1,0 0 0,-1 0-1,2-13 1,-4 21 658,-5 4 60,-5 5-471,0 0 0,0 1 0,1 0 0,0 1 1,0-1-1,1 2 0,0-1 0,-11 19 0,-2 6 241,-25 54 1,25-39-445,2 1 1,2 0 0,3 2 0,-10 60 0,12-28-426,-1 159-1,13-242 239,0 0 1,0 1-1,0-1 1,0 0-1,0 0 0,0 1 1,0-1-1,0 0 1,0 0-1,1 1 0,-1-1 1,1 0-1,-1 0 1,1 0-1,-1 0 0,1 1 1,0-1-1,-1 0 1,1 0-1,0 0 0,0 0 1,1 1-1,1-1-227,0 0 1,-1-1-1,1 1 0,0 0 1,0-1-1,0 0 0,0 0 1,0 0-1,2 0 0,-2 0 149,10-1-1131,0 0 0,-1-1 0,1-1 1,-1 0-1,0 0 0,0-1 0,0-1 0,0 0 0,17-10 0,23-14-6355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4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344 24 5074,'0'0'20391,"-13"-5"-18051,4 1-1877,2 2-240,1-1 0,0 1 0,-1 0 0,1 0 0,-1 1 0,1 0 0,-1 0 0,0 0 0,1 1 0,-1 0 0,0 1 0,1-1 0,-11 3 0,1 3-117,-1 1 0,2 0 0,-1 1 0,1 1 0,0 1 0,1 0 0,0 1 0,1 0-1,0 1 1,0 0 0,2 1 0,-17 22 0,25-29-106,0 0 0,1 0 0,0 1 0,0-1 0,0 0 0,0 1 0,0 9 0,1-14 0,1 0 0,0 0 0,0 0 0,0 0 0,0 0 0,0 0 0,0 0 0,0 0 0,0 0 0,1-1 0,-1 1 0,1 0 0,-1 0 0,1 0 0,0-1 0,0 1 0,0 0 0,0-1 0,0 1 0,0 0 0,0-1 0,0 1 0,1-1 0,-1 0 0,1 1 0,-1-1 0,1 0 0,2 1 0,3 0 0,1 0 1,0-1-1,0 1 0,0-2 0,-1 1 1,1-1-1,0-1 0,0 0 1,0 0-1,0 0 0,-1-1 1,1 0-1,-1 0 0,1-1 0,-1 0 1,0 0-1,13-8 0,-12 6-12,0 0 0,0-1 1,-1 1-1,0-2 0,0 1 0,0-1 0,0 0 0,-1 0 0,-1-1 0,1 0 0,-1 0 0,0 0 0,-1-1 0,6-14 1,-10 22 19,1 0 1,-1-1 0,0 1 0,1-1-1,-1 1 1,0-1 0,0 1-1,0 0 1,0-1 0,0 1 0,0-1-1,-1 1 1,1-1 0,-1-1 0,1 2-8,-1 1 1,1-1 0,0 1-1,0 0 1,-1-1 0,1 1 0,-1-1-1,1 1 1,0 0 0,-1-1-1,1 1 1,-1 0 0,1-1 0,-1 1-1,1 0 1,-1 0 0,1-1-1,-1 1 1,0 0 0,1 0 0,-1 0-1,1 0 1,-1 0 0,0 0-1,-1 0-1,0 0 0,1 0 0,-1 1 0,0-1 0,1 1 0,-1 0 0,1-1 0,-1 1 0,1 0 0,-1 0 0,1 0 0,0 0 0,-1 0 0,1 0 0,0 0 0,0 0 0,0 1 0,0-1 0,0 0 0,0 1 0,0-1 0,-1 3 0,-1 2 20,0 1 1,1-1-1,0 1 1,0 0-1,1 0 1,-1 0-1,2 0 0,-1 0 1,1 0-1,0 0 1,0 0-1,1 0 1,0 0-1,0 0 1,0 0-1,1-1 0,5 13 1,-4-13-119,-1-2 0,1 1-1,0 0 1,1 0 0,-1-1 0,1 0 0,-1 0 0,2 0 0,7 7 0,-7-8-360,0 0 0,0 0 0,0-1 0,0 1 0,1-1 0,-1 0 0,1-1 0,-1 1 0,1-1 0,8 1 0,-13-2 413,42 2-5697,-14-7-836,9-12-4715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4.6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11205,'0'0'17880,"35"73"-17287,-12-54-305,2-2-288,7-3-689,1-7-1023,5-7-1010,8 0-1744,-2 0-3137,-3-11-2082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4.8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733 0 8868,'0'0'10629,"-20"8"-6481,4-3-3352,5-1-393,0-1 0,0 2 0,0-1 0,1 2 0,0-1 0,0 2 0,0-1 0,1 1 0,0 0 0,-11 12 1,-34 45 1546,-83 132 0,63-85-1958,-27 26 41,-38 56-957,130-180 413,0 0-1,1 1 1,0 0 0,1 0-1,1 0 1,0 1 0,1 0-1,-5 26 1,10-40 319,0 0-1,-1 0 1,1-1 0,0 1-1,0 0 1,0 0 0,-1 0-1,1 0 1,0 0 0,0-1 0,0 1-1,1 0 1,-1 0 0,0 0-1,0 0 1,0-1 0,1 1-1,-1 0 1,0 0 0,1 0 0,-1-1-1,0 1 1,1 0 0,-1-1-1,1 1 1,-1 0 0,1-1-1,0 1 1,-1-1 0,1 1-1,0 0 1,-1-1 0,1 0 0,0 1-1,0-1 1,-1 1 0,1-1-1,0 0 1,0 0 0,0 1-1,-1-1 1,1 0 0,0 0 0,0 0-1,0 0 1,0 0 0,0 0-1,-1 0 1,3-1 0,32 2-9447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5.3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304 60 4978,'0'0'19964,"-22"-10"-17432,-77-31-737,92 39-1637,1 1-1,-1-1 1,1 1-1,-1 0 0,0 0 1,1 1-1,-1 0 1,0 0-1,1 1 0,-1-1 1,0 1-1,1 1 1,-1 0-1,1 0 0,-1 0 1,1 0-1,0 1 1,0 0-1,0 0 1,-10 9-1,13-10-144,0 0 1,0 0 0,0 0-1,1 1 1,-1 0-1,1-1 1,0 1-1,0 0 1,0 0-1,0 0 1,0 0-1,0 0 1,1 1-1,-2 2 1,3-4-14,-1 0-1,1 0 1,0 0-1,-1 0 1,1 0 0,0 0-1,0 0 1,0 0-1,1-1 1,-1 1 0,0 0-1,1 0 1,-1 0 0,1 0-1,-1 0 1,1-1-1,0 1 1,0 0 0,0-1-1,0 1 1,0 0-1,0-1 1,1 1 0,-1-1-1,0 0 1,1 1-1,2 1 1,54 30-185,-43-26-162,-1 1 0,0 0 1,23 18-1,-34-23 246,1 0 0,-1 0 0,0 0-1,0 1 1,-1-1 0,1 1 0,-1 0 0,0-1 0,0 1 0,0 0 0,0 1 0,-1-1 0,1 0 0,-1 0 0,0 1 0,0-1 0,-1 0 0,1 7 0,-2-8 108,1 0 1,-1-1 0,0 1-1,0 0 1,0 0 0,0-1-1,-1 1 1,1 0-1,-1-1 1,1 1 0,-1-1-1,0 0 1,0 0 0,0 1-1,0-1 1,0-1-1,-5 5 1,-50 30 510,43-29-456,-9 4-490,5-9-5781,10-2-2627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48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239 50 768,'0'0'15909,"6"-8"-14194,17-26-178,-17 26-374,-6 10-309,-2 18-391,0 0 0,-2-1 0,0 1 0,-2-1 0,-9 23 0,-5 20 246,-94 343 1399,111-396-2174,1 1 1,-1-1-1,0 1 0,-1-1 1,0 0-1,-1-1 1,0 1-1,0-1 1,-1 0-1,0 0 1,0 0-1,-1-1 0,-7 7 1,13-14-56,1 1 0,-1 0 0,1-1 0,-1 1 0,1-1 0,-1 1 0,1-1 0,-1 0 0,1 1 0,-1-1 1,0 1-1,1-1 0,-1 0 0,0 0 0,0 1 0,1-1 0,-1 0 0,0 0 0,1 0 0,-1 0 0,0 0 0,0 0 0,1 0 0,-1 0 0,0 0 1,0 0-1,1 0 0,-1 0 0,0-1 0,1 1 0,-1 0 0,0 0 0,1-1 0,-1 1 0,0-1 0,1 1 0,-1 0 0,1-1 0,-1 1 0,1-1 0,-1 1 1,1-1-1,-1 0 0,1 1 0,-1-1 0,1 1 0,0-1 0,-1 0 0,1 1 0,0-1 0,0 0 0,-1 0 0,1 1 0,0-1 0,0-1 0,-1-7-1770,0 0-1,0 0 1,2-18-1,0 9-1404,-3-32-3835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49.0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1 305 5955,'0'0'8372,"18"-14"-7337,-9 8-878,2-4 65,1 2 0,0 0 0,0 0-1,1 1 1,-1 0 0,2 1 0,-1 1 0,1 0 0,-1 1 0,19-3 0,518-59 4483,341-61-6763,-862 120 1391,-2-1-879,-9 6-2996,-20 6-167,-13 13-400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49.6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368 10 5298,'0'0'14340,"-14"-2"-12723,4 0-1321,3 1-171,1-1-1,0 1 1,-1 1-1,1-1 1,0 1 0,-1 0-1,1 0 1,-1 1-1,1 0 1,0 0-1,0 1 1,-12 4 0,-4 4 88,1 2 0,0 0 0,1 2 0,1 0 1,0 1-1,1 1 0,0 1 0,1 0 0,1 1 0,-19 28 1,32-41-203,0 0 1,0 0 0,1 0-1,-1 0 1,1 0-1,0 1 1,1-1 0,-1 1-1,1-1 1,0 1 0,1 0-1,-1-1 1,1 8-1,0-11-10,0-1-1,0 0 0,1 0 0,-1 0 1,0 0-1,1 0 0,-1 1 0,0-1 1,1 0-1,0 0 0,-1 0 1,1 0-1,-1 0 0,1-1 0,0 1 1,0 0-1,0 0 0,-1 0 0,1 0 1,0-1-1,0 1 0,0-1 0,0 1 1,0 0-1,0-1 0,1 0 0,-1 1 1,0-1-1,0 0 0,0 1 0,2-1 1,44 3-65,-35-4 29,-1 0-28,-1 0 1,0-1 0,1 0-1,-1-1 1,0 0-1,-1-1 1,1 0 0,0 0-1,-1-1 1,0 0-1,0-1 1,-1 0 0,1 0-1,11-13 1,-10 10 32,-1 0 1,0-1 0,-1 0-1,0 0 1,-1-1 0,0 0-1,-1 0 1,0 0-1,-1-1 1,0 0 0,5-21-1,-9 29 146,2-9 1000,-3 17 265,-3 25-920,3-10-455,0-8-102,-1-1 1,2 0-1,-1 1 0,2-1 1,3 18-1,-4-25-103,1 0 0,-1 0 0,1 0 0,-1 0 0,1-1 0,0 1 0,0 0 0,0-1 0,0 0-1,1 1 1,-1-1 0,0 0 0,1 0 0,0 0 0,-1 0 0,1-1 0,0 1 0,0-1 0,0 0-1,0 1 1,0-1 0,6 1 0,6 0-2401,0 0 0,0-1 1,24-1-1,12-2-6138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0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219 775 4818,'0'0'18771,"-18"2"-17805,-58 11-293,68-11-565,0 1 1,0 0 0,0 0 0,0 1 0,1 0 0,-1 0 0,1 0 0,0 1 0,0 0 0,1 1 0,-8 7 0,12-12-111,1 1 0,-1-1 0,1 1 0,-1-1 0,1 1 0,0 0-1,-1 0 1,1-1 0,0 1 0,0 0 0,0 0 0,1 0 0,-1 0 0,0 0 0,1 0 0,-1 1 0,1 2 0,0-3-41,0 0 0,0 0 0,1-1 1,-1 1-1,1 0 0,0-1 0,-1 1 0,1-1 0,0 1 1,0-1-1,0 1 0,0-1 0,0 1 0,0-1 0,1 0 1,-1 0-1,2 2 0,5 2-238,1 1 0,0-1 0,0 0 0,1-1 1,14 5-1,-20-8 245,14 6-654,1 1 1,-1 0 0,18 11 0,-32-17 501,0 1 0,0-1 0,-1 1 0,1 0 0,-1 0 0,1 0 0,-1 1-1,0-1 1,0 1 0,0 0 0,-1-1 0,1 1 0,-1 0 0,0 1 0,0-1 0,0 0 0,-1 1 0,0-1 0,2 6 0,-4-7 187,1 0 0,0 0 0,-1 0-1,0 0 1,1 0 0,-1-1 0,-1 1 0,1 0 0,0 0 0,0-1-1,-1 1 1,0 0 0,1-1 0,-1 0 0,0 1 0,0-1 0,-1 0-1,1 0 1,0 0 0,-1 0 0,1-1 0,-1 1 0,1-1 0,-1 1-1,0-1 1,-2 1 0,-12 5 299,1-1 0,-1 0 0,-18 3 0,31-8-242,-12 2 36,0 0 1,0 0 0,-33-1-1,48-2-114,1 0 0,0 0 0,-1 0 0,1 0-1,-1 0 1,1 0 0,0 0 0,-1 0 0,1 0 0,-1 0-1,1 0 1,0 0 0,-1 0 0,1 0 0,-1-1 0,1 1-1,0 0 1,-1 0 0,1 0 0,0-1 0,-1 1-1,1 0 1,0 0 0,0-1 0,-1 1 0,1 0 0,0-1-1,0 1 1,-1 0 0,1-1 0,0 1 0,0 0-1,0-1 1,0 1 0,-1-1 0,1 1 0,0 0 0,0-1-1,0 1 1,0-1 0,0 1 0,0 0 0,0-1-1,0 1 1,0-1 0,0 1 0,0 0 0,1-1 0,-1 0-1,11-22-1578,0 10 880,-1 1 0,2 0 0,-1 0 0,14-9 0,-2 1-127,188-163-3763,73-68 2893,-210 180 1774,108-137 1,-138 151 1107,-2-3 0,39-76 0,-78 131-558,0-1-1,0 1 1,-1-1 0,0 0-1,0 0 1,0 0-1,-1 0 1,0 0 0,1-9-1,-2 14-498,0 1-1,0 0 1,-1-1 0,1 1-1,0 0 1,0-1-1,0 1 1,0-1-1,0 1 1,-1 0 0,1 0-1,0-1 1,0 1-1,-1 0 1,1-1-1,0 1 1,0 0 0,-1 0-1,1-1 1,0 1-1,-1 0 1,1 0-1,0 0 1,-1-1 0,1 1-1,0 0 1,-1 0-1,1 0 1,-1 0-1,1 0 1,0 0 0,-1 0-1,1 0 1,0 0-1,-1 0 1,1 0-1,-1 0 1,1 0-1,0 0 1,-1 0 0,-18 5 1000,9-1-750,0 1 0,0 0 0,1 1 0,0 0 0,0 0 0,0 1 0,-9 9 0,-54 63 1247,58-63-1288,-24 32 269,1 1 0,3 1 0,2 2 0,-28 63 0,10-1-273,-35 121-1,-11 19-906,92-243 576,2-8-274,3-7-9,0-8 188,1 1 44,0 0 0,1 0 1,1 0-1,-1 1 0,2-1 0,0 1 0,0 0 0,0 0 1,1 1-1,15-18 0,-1 4-285,0 1 0,47-38 0,-43 41 140,1 1 1,48-25-1,-60 37 163,-1 0-1,2 0 1,-1 2 0,1-1-1,-1 2 1,1 0 0,0 1-1,19-2 1,-32 5 64,-1-1 0,1 0 1,-1 0-1,1 1 0,-1-1 0,1 0 1,-1 1-1,1-1 0,-1 1 0,1-1 1,-1 1-1,1-1 0,-1 1 0,0-1 1,1 1-1,-1-1 0,0 1 0,0-1 1,1 1-1,-1-1 0,0 1 0,0 0 1,0-1-1,0 1 0,0-1 0,1 1 0,-1 0 1,0-1-1,-1 1 0,1 0 0,0-1 1,0 2-1,-3 23 595,2-19-489,-1 0-1,0 0 0,-1 0 1,0 0-1,0-1 0,0 1 1,0-1-1,-1 0 1,0 0-1,0 0 0,0 0 1,-1-1-1,1 0 1,-1 0-1,-9 6 0,-9 4 335,-2 0 0,-34 14 0,4-1 463,50-25-773,1 0 0,1 0-1,-1 1 1,0 0 0,1 0 0,-1 0 0,1 0 0,0 0 0,-4 5 0,7-7-117,-1 1 0,0-1 0,1 0 0,-1 1 0,1-1 0,-1 1 0,1-1 0,0 1 0,-1-1 0,1 1 0,0-1 0,0 0 0,0 1 0,0-1 0,1 1 0,-1-1 0,0 1 0,0-1 0,1 1 0,-1-1 0,1 0 0,-1 1-1,1-1 1,0 0 0,0 1 0,-1-1 0,1 0 0,0 0 0,0 0 0,0 1 0,0-1 0,2 1 0,6 5-72,-1 1-1,2-1 1,-1-1-1,1 0 0,0 0 1,1-1-1,-1 0 0,1-1 1,20 5-1,-9-3-1484,1-2 0,-1-1 0,1 0-1,23-2 1,8-1-5300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1.2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1069 1377,'-2'0'19395,"2"0"-19294,0 0 0,-1 0 0,1-1 0,0 1 0,0 0 0,-1 0 0,1 0 0,0-1 0,0 1 0,-1 0-1,1 0 1,0 0 0,0-1 0,0 1 0,-1 0 0,1 0 0,0-1 0,0 1 0,0 0 0,0-1 0,0 1 0,-1 0 0,1-1 0,0 1 0,0 0 0,0 0-1,0-1 1,0 1 0,0-1 0,1-8 352,0-1 1,1 1-1,0-1 0,0 1 0,1 0 0,0 0 0,0 0 0,1 0 1,1 1-1,8-14 0,9-10-328,35-38 0,-34 42 101,99-122-1597,-8-4 0,181-324 0,-275 442 2072,-23 68 1796,-41 104-700,-15 59 248,37-67-1852,5 2 0,-1 249 0,18-379-194,0 0 0,1 1 0,-1-1 0,0 0 0,0 0 1,0 1-1,0-1 0,1 0 0,-1 0 0,0 0 0,0 1 0,1-1 0,-1 0 0,0 0 0,0 0 0,1 0 0,-1 1 1,0-1-1,0 0 0,1 0 0,-1 0 0,0 0 0,1 0 0,-1 0 0,0 0 0,0 0 0,1 0 0,-1 0 0,0 0 1,1 0-1,-1 0 0,0 0 0,1 0 0,-1 0 0,0 0 0,0 0 0,1-1 0,-1 1 0,0 0 0,0 0 0,1 0 1,-1 0-1,0-1 0,0 1 0,1 0 0,-1 0 0,0-1 0,0 1 0,0 0 0,1-1 0,13-10-640,2-25-4957,-11-5-5236,-5 14 357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1.4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11701,'0'0'13751,"130"-10"-10438,-63 10-1712,2 0-897,-15 0-704,-12 2-112,-13 2-1264,-14-4-1746,-11 0-3009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3.1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18 208,'0'0'8729,"13"-2"-6199,39-5-97,-51 7-2138,0 0 1,0-1 0,0 1 0,1 0 0,-1 0-1,0-1 1,0 1 0,0-1 0,0 1-1,0-1 1,0 1 0,0-1 0,0 0-1,-1 1 1,1-1 0,1-1 0,-4 15 4534,0 49-3957,-3 0 1,-2 0 0,-17 64-1,-65 179-435,81-278-572,5-16-377,-1 0 0,0 0 0,0-1 0,-10 18 0,13-32-4854,1-21 626,-4-18-2923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3.4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0 358 3618,'0'0'14508,"28"-13"-12195,-14 7-1998,37-18 771,1 3-1,63-16 1,210-51 1857,-22 6-2280,1 5-4229,-269 70 991,-15 5-2699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3.9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307 18 6771,'0'0'13758,"-17"-3"-12245,5-1-1195,8 2-242,0 0-1,-1 1 0,1 0 1,0-1-1,-1 1 1,1 1-1,-1-1 0,1 1 1,-1 0-1,1 0 1,-1 0-1,0 1 0,1-1 1,-1 1-1,1 0 1,0 0-1,-1 1 0,1-1 1,0 1-1,0 0 1,-5 3-1,-24 20 742,-38 36-1,64-54-721,-1 0 0,1 1 0,1 0-1,-1 1 1,1-1 0,1 1 0,0 0 0,0 1-1,1-1 1,-6 18 0,9-26-113,1 0 1,0 0 0,-1 1-1,1-1 1,0 0-1,0 0 1,-1 0 0,1 0-1,0 0 1,0 1-1,0-1 1,0 0 0,1 0-1,-1 0 1,0 0-1,0 0 1,1 1 0,-1-1-1,1 0 1,-1 0-1,1 0 1,-1 0-1,1 0 1,-1 0 0,1 0-1,0 0 1,0-1-1,0 1 1,-1 0 0,1 0-1,0 0 1,0-1-1,0 1 1,0-1 0,0 1-1,0-1 1,2 1-1,2 0-112,1 0 1,0 0-1,-1-1 0,1 0 0,0 0 0,8-2 0,-5 1 92,1 0-70,1-1-1,-1-1 1,0 0-1,0-1 1,0 0-1,0 0 1,-1-1-1,0 0 1,0-1-1,16-12 1,-13 9 70,-1-1 0,-1 0 0,0-1 0,-1 1 0,1-2 0,-2 1 0,12-22 0,-14 9 2793,-7 25-1439,1 7-1379,-4 23-626,2 50 1,2-79 557,1-1 0,-1 1 0,0 0 0,1 0 0,-1 0 0,1-1 0,-1 1 0,1 0 0,0 0 0,0-1 0,0 1-1,0-1 1,0 1 0,0-1 0,0 1 0,0-1 0,1 0 0,-1 1 0,0-1 0,1 0 0,-1 0 0,1 0 0,-1 0 0,1 0 0,0 0 0,2 0 0,4 2-939,0-1 0,0 0 1,0-1-1,15 2 0,30-2-6290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4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283 758 5955,'0'0'6910,"-25"0"-2495,-82 3-544,100-3-3601,-1 1-1,1 0 1,-1 0-1,1 1 1,0 0 0,-1 0-1,1 1 1,0 0-1,0 0 1,1 0 0,-1 1-1,1 0 1,-1 0-1,1 1 1,1 0 0,-1 0-1,-5 7 1,9-11-268,1 0 1,-1 1 0,0-1-1,1 1 1,-1 0-1,1 0 1,0-1-1,0 1 1,-1 0-1,1 0 1,1 0 0,-1 0-1,0 0 1,0 1-1,1-1 1,-1 0-1,1 0 1,0 0-1,-1 0 1,1 1 0,0-1-1,0 0 1,1 0-1,-1 1 1,0-1-1,1 0 1,-1 0-1,1 0 1,0 0-1,0 0 1,0 0 0,0 0-1,0 0 1,0 0-1,0 0 1,1 0-1,-1-1 1,4 4-1,5 3-206,0 0-1,0 0 1,1-1 0,1 0-1,16 7 1,-5-3-166,-18-8 197,1 0-1,-1 1 1,0 0 0,1 0-1,-2 0 1,8 8-1,-12-12 162,1 1 0,0 0 0,0 0 1,-1 0-1,1 0 0,-1 0 0,1 0 0,-1 0 0,1 0 0,-1 0 0,1 0 0,-1 0 0,0 0 0,0 0 0,0 0 0,0 1 0,0-1 0,0 0 0,0 0 0,0 0 0,0 0 0,0 0 1,0 0-1,-1 0 0,1 1 0,0-1 0,-1 0 0,1 0 0,-1 0 0,1 0 0,-1 0 0,0-1 0,1 1 0,-1 0 0,0 0 0,0 0 0,1 0 0,-1-1 0,0 1 0,0 0 0,0-1 1,0 1-1,0-1 0,0 1 0,-2 0 0,-8 4-3,0 0 0,0 0 0,-1-1 0,1-1-1,-1 0 1,0 0 0,-13 0 0,-21 0-3143,45-3 3089,1 0 1,0 0-1,0 0 1,-1 0-1,1 0 1,0 0-1,0-1 1,0 1-1,-1 0 1,1 0-1,0 0 1,0 0-1,0 0 1,-1 0-1,1-1 1,0 1-1,0 0 1,0 0-1,0 0 1,-1 0-1,1-1 1,0 1-1,0 0 1,0 0-1,0 0 1,0-1-1,0 1 1,0 0-1,0 0 1,0 0-1,0-1 1,0 1-1,-1 0 1,1 0-1,0-1 1,0 1-1,1 0 1,-1 0-1,0 0 1,0-1-1,0 1 1,0 0 0,0 0-1,0-1 1,5-10-1303,0 3 799,1 1 0,0 0 1,1 0-1,-1 1 0,1 0 0,1 0 0,11-7 0,1-1 100,373-296-1481,-374 292 1954,260-241 928,-219 196 1790,-2-2 0,67-99-1,-120 158-2082,0 0 0,-1-1-1,0 0 1,0 0 0,0 0-1,-1-1 1,0 1-1,-1-1 1,0 0 0,0 1-1,1-10 1,-3 17-581,0-1 0,0 1 0,0 0 1,0 0-1,0-1 0,0 1 0,-1 0 0,1 0 0,0-1 1,0 1-1,0 0 0,0 0 0,0-1 0,-1 1 0,1 0 1,0 0-1,0 0 0,0-1 0,-1 1 0,1 0 0,0 0 1,0 0-1,-1 0 0,1-1 0,0 1 0,0 0 0,-1 0 1,1 0-1,0 0 0,-1 0 0,1 0 0,0 0 0,0 0 1,-1 0-1,1 0 0,0 0 0,-1 0 0,1 0 0,0 0 1,0 0-1,-1 0 0,-15 5 504,8-1-433,-1 1 1,1 0-1,0 1 1,0 0-1,0 0 1,1 0-1,0 1 0,-6 8 1,-50 68 472,56-73-501,-24 38 219,1 2 0,3 1 0,2 1 0,-24 74 0,-51 228 134,50-195-536,60-222-374,1 34 150,1 0 0,2 1 0,0 0 0,2 1 0,1 1 1,1 0-1,2 1 0,22-22 0,-35 39 189,0 1 0,1 0 0,0 0 0,0 1 0,13-8 0,-16 12 126,-1 0 1,1 0-1,0 0 1,0 0 0,0 1-1,0 0 1,0 0-1,0 0 1,0 1-1,0-1 1,1 1-1,5 1 1,-10-1 8,0 1 0,0-1-1,0 0 1,0 1 0,0-1 0,-1 1-1,1-1 1,0 1 0,0 0 0,-1-1 0,1 1-1,0 0 1,-1 0 0,1-1 0,0 1 0,-1 0-1,1 0 1,-1 0 0,0 0 0,1-1 0,-1 1-1,0 0 1,1 0 0,-1 0 0,0 0 0,0 0-1,0 2 1,2 31 66,-2-29-59,0-1 10,-1-1 0,0 1 0,1 0 0,-1-1 0,-1 1 0,1 0 0,0-1 0,-1 0 0,0 1 0,0-1 0,0 0 0,0 0 0,0 0 0,-1 0 0,1 0 0,-1-1 0,0 1 0,0-1 0,0 0 0,-4 3 0,-10 6 335,0-1 0,-31 12 0,15-7 235,26-11-479,-7 3 333,0 1 0,-23 16 1,35-22-412,-1 0 1,0 0 0,1 1 0,0-1-1,-1 1 1,1-1 0,0 1 0,0 0-1,0 0 1,1 0 0,-1 0 0,1 0-1,0 0 1,-1 0 0,1 0 0,1 1-1,-1-1 1,0 6 0,1-6-46,1 0 0,-1-1 0,1 1 0,0 0 0,0-1 0,0 1 0,0 0 0,1-1 0,-1 0 0,1 1 0,-1-1 0,1 0 0,0 0 0,0 0 0,0 0 0,0 0 0,0 0 0,0 0 0,1-1 0,-1 1 0,1-1 0,2 2 0,7 3 0,-1-1 0,1 0 0,19 4 0,2-2-773,0-2-1,0-1 1,1-2 0,39-2-1,-55 0-193,-1 0-941,0 0 1,20-4-1,41-19-9113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5.1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0 13398,'0'0'13825,"1"21"-11736,2 79-361,-13 121-1,6-193-1804,-1 12 161,-11 44-1,14-74-184,-1 0 0,0-1 1,-1 1-1,0-1 0,0 0 0,-1 0 1,0 0-1,-1-1 0,-12 15 0,7-16-2627,5-10-2994,4-9-482,2 2 5094,0-33-7099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5.5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30 176 6979,'0'0'3116,"11"-19"1060,40-60 260,-47 72-3964,1 2 0,0-1 0,1 1 1,-1-1-1,1 1 0,0 1 0,0-1 0,1 1 0,-1 0 0,1 1 0,0-1 0,0 2 0,0-1 0,10-2 0,1 1 437,1 2-1,-1 0 1,36 1-1,-44 1-639,-7-1-220,0 1-1,0 0 1,0 1 0,0-1 0,0 0 0,0 1-1,0 0 1,0-1 0,0 1 0,0 0 0,0 1-1,-1-1 1,1 0 0,0 1 0,-1 0-1,1 0 1,-1-1 0,0 1 0,1 0 0,-1 1-1,0-1 1,0 0 0,-1 1 0,1-1 0,2 5-1,-2-1-31,0-1-1,-1 0 0,0 1 1,0-1-1,0 1 0,0-1 0,-1 1 1,0-1-1,0 1 0,-1 0 1,0-1-1,0 1 0,-2 7 1,0-7-1,1 1 0,-1-1 0,-1 0 0,1 0 0,-1 0 0,0 0 0,-1-1 0,1 1 0,-1-1 0,0 0 0,0-1 0,-1 1 0,-6 3 0,-14 10 138,-43 21 0,59-34-113,-30 15 131,14-7 8,-37 24-1,61-36-177,0 0 1,1 0-1,-1 1 0,0-1 0,1 1 0,-1-1 1,1 1-1,-1 0 0,1-1 0,0 1 1,0 0-1,0 0 0,0 0 0,0 0 0,-1 4 1,2-5-18,-1 1 0,1-1 0,0 1 0,1-1 0,-1 1 1,0-1-1,0 1 0,1-1 0,-1 1 0,1-1 0,-1 0 0,1 1 1,-1-1-1,1 0 0,0 1 0,0-1 0,1 2 0,4 3-101,1 0 0,0 0 0,0-1 0,0 0 0,0 0-1,9 4 1,-15-9 102,26 16-318,94 58-1331,-105-63 1315,-1 1 0,0 0 0,-1 1 1,-1 0-1,16 21 0,-26-30 347,0-1 0,-1 1 0,1 0 0,-1 0 0,0 0 0,0 0 0,-1 0 0,1 0 0,-1 0 0,0 1 0,0-1 0,0 0 0,0 1 0,-1-1 0,0 1 0,0-1 0,0 1 0,-1-1 0,1 1 0,-1-1 0,0 0 0,0 1 0,-1-1 0,1 0 0,-1 0 0,0 0 0,0 0 0,0 0 0,-1 0 0,1-1 0,-1 1-1,0-1 1,-5 6 0,-13 3 744,1 0 0,-2-1 0,1-2 0,-1 0 0,-1-1 0,-33 7 0,18-4-518,-41 16 0,74-25-359,1 0 1,-1 0-1,0 1 0,1 0 1,0 0-1,-1 0 0,1 0 1,0 0-1,-4 5 0,4-4-3872,-2-3-3379,-2-1-5659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10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172 141 464,'0'0'6366,"5"-19"-5606,3-7-521,14-54 1056,-22 65 980,-7 19 377,-11 23-1147,0 10-715,1 2 0,-17 59 0,-13 86-57,39-150-717,2 0-32,4-23-356,0-1-1,-1 1 1,0 0-1,-6 15 1,8-25 99,1-1-1,-1 1 1,1-1 0,-1 1-1,0-1 1,1 1 0,-1-1-1,1 0 1,-1 1-1,0-1 1,1 0 0,-1 0-1,0 1 1,1-1 0,-1 0-1,0 0 1,1 0 0,-1 0-1,0 0 1,1 0 0,-1 0-1,0 0 1,1 0-1,-1 0 1,-1-1 0,-2 1-1808,-7 0-1654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11.2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2049,'0'0'2324,"20"-1"-748,136-3 980,124 1 1683,150-10-2142,-366 7-1920,-63 6-129,-16 6-1705,-13 24-6032,18-23 3762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11.8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202 29 1281,'0'0'6256,"3"-4"-5021,-1 2-825,-1 2-248,0-1 1,0 0 0,0 0-1,-1 0 1,1 0 0,0 0-1,0 0 1,0 0 0,-1 0-1,1-1 1,-1 1 0,1 0-1,-1 0 1,1 0-1,-1-3 1,-1 4 40,0-1 1,0 1-1,0-1 1,0 1-1,0 0 1,0-1-1,0 1 1,-1 0-1,1 0 0,0 0 1,0 0-1,0 0 1,0 0-1,-3 1 1,1-1 159,-7 0-238,1 2 0,-1-1 0,1 1 0,0 0 0,0 1 0,0 0 0,0 1 0,0 0 0,1 0 1,-1 1-1,1 0 0,-10 8 0,12-9-91,1 1 1,-1-1-1,1 1 1,0 0-1,1 0 1,-1 1-1,1-1 1,0 1-1,1 0 0,-1 0 1,1 0-1,0 1 1,1-1-1,-1 1 1,1-1-1,1 1 1,-3 12-1,4-17-23,0 6 16,-1 0 0,1 0 0,1 0 0,0 0 0,0 0 0,2 10 0,-2-16-22,0 1 0,1-1 1,-1 0-1,0 0 1,1 0-1,-1 0 0,1 0 1,0 0-1,-1 0 0,1 0 1,0-1-1,0 1 0,0-1 1,0 1-1,1-1 1,-1 0-1,0 0 0,1 0 1,-1 0-1,0 0 0,1 0 1,-1-1-1,5 1 0,1 1 2,-1 0 0,1-1-1,0-1 1,0 1 0,-1-1-1,1 0 1,0-1 0,0 0-1,-1 0 1,1 0 0,-1-1 0,1-1-1,-1 1 1,0-1 0,1 0-1,-2-1 1,1 1 0,0-2-1,-1 1 1,1-1 0,-1 1-1,-1-2 1,11-10 0,-4 2-24,1-1 1,15-25 0,-25 34 134,1 0-1,-1-1 0,0 1 0,0-1 0,-1 0 0,0 0 0,0 0 1,-1 0-1,0 0 0,1-8 0,-23 50 201,19-30-311,0 0 0,1 0 0,-1 0 0,1 0 1,1 1-1,-1-1 0,1 0 0,0 0 0,0 1 1,0-1-1,1 0 0,1 7 0,-1-8-104,1 1 0,0-1 0,1 0 0,-1 1 0,1-1 0,0 0 0,0 0 0,0-1 0,1 1 0,-1-1 0,1 0 0,0 0 0,5 4 0,19 14-2567,14 10-6635,-29-22 4412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12.3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269 0 2609,'0'0'10208,"-14"0"-9237,-1 0-684,0 1 0,0 0 0,0 1 0,1 1 0,-1 0 0,-17 6 0,-1 3-26,21-9-168,0 1 1,0 1-1,1-1 1,0 2-1,0 0 0,-13 8 1,24-13-87,-1-1 0,1 0 1,-1 0-1,1 1 0,-1-1 1,1 0-1,0 1 0,-1-1 1,1 1-1,-1-1 0,1 0 1,0 1-1,-1-1 0,1 1 1,0-1-1,0 1 0,-1-1 1,1 1-1,0-1 0,0 1 0,0-1 1,0 1-1,0 0 0,-1-1 1,1 1-1,0-1 0,0 1 1,0-1-1,1 1 0,-1-1 1,0 1-1,0 0 0,0-1 1,0 1-1,0-1 0,1 1 1,-1-1-1,0 1 0,0-1 1,1 1-1,-1-1 0,0 0 1,1 1-1,-1-1 0,1 1 1,-1-1-1,0 0 0,1 1 1,-1-1-1,1 0 0,-1 1 1,1-1-1,-1 0 0,1 0 1,-1 0-1,1 1 0,0-1 1,38 10-62,-30-9 94,17 4-47,-16-4-6,1 1 1,-1 0 0,1 0 0,-1 1-1,0 0 1,0 1 0,0 0 0,-1 1 0,1 0-1,9 7 1,-18-11 7,0 0-1,0 0 0,0 0 1,0 0-1,0 0 1,0 1-1,-1-1 1,1 0-1,0 1 1,-1-1-1,1 0 1,-1 1-1,1-1 0,-1 1 1,1-1-1,-1 0 1,0 1-1,0-1 1,0 1-1,0-1 1,0 1-1,0-1 0,0 1 1,-1-1-1,1 1 1,0-1-1,-1 0 1,1 1-1,-1-1 1,0 0-1,1 1 1,-1-1-1,0 0 0,0 1 1,0-1-1,0 0 1,-1 1-1,-4 4 29,0 0 0,0 0 0,0-1 0,-14 9 0,-19 8 14,29-17-8,0 0 0,0 1 0,1 1 0,-16 12-1,85-59-3536,108-126-6134,-120 118 6222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13.0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280 49 2961,'0'0'10787,"5"-10"-9040,6-13-1065,-3 8-151,-18 33 228,-138 232 3381,122-197-3932,3 1 0,3 1 1,2 1-1,2 1 0,3 0 0,-9 88 0,22-143-206,0-1 0,0 0 1,1 0-1,-1-1 0,0 1 1,0 0-1,-1 0 1,1-1-1,0 1 0,0 0 1,0 0-1,0-1 1,-1 1-1,1 0 0,0 0 1,-1-1-1,1 1 0,0 0 1,-1-1-1,1 1 1,-1-1-1,1 1 0,-1-1 1,1 1-1,-1-1 1,0 1-1,1-22-39,3 9-40,1-1 0,0 2 1,0-1-1,1 0 0,1 1 1,0 0-1,0 0 0,14-16 1,3-3-396,45-42 1,-68 72 466,20-20-275,0 1-1,30-20 0,-43 34 271,1 1-1,-1-1 0,1 2 1,-1-1-1,1 1 1,0 0-1,1 1 0,-1 0 1,0 0-1,1 1 1,14-1-1,-21 2 8,-1 1 0,1-1 0,-1 1 0,1-1 0,-1 1 0,1-1 0,-1 1 0,0 0 0,1 0-1,-1 0 1,0 0 0,0 0 0,0 0 0,0 0 0,1 0 0,-2 0 0,1 1 0,0-1 0,0 0 0,0 1 0,0-1 0,-1 1 0,1-1 0,-1 1 0,1-1 0,-1 1-1,0-1 1,1 1 0,-1-1 0,0 3 0,1 0 10,-1 0 0,0 0 1,1-1-1,-1 1 0,-1 0 0,1 0 0,0-1 0,-1 1 0,0 0 0,0-1 0,0 1 0,-3 5 0,1-5 13,0 0-1,-1 0 1,0 0-1,0-1 1,0 1 0,0-1-1,-1 0 1,0 0-1,1 0 1,-1-1-1,0 0 1,-8 3-1,-68 17 362,66-19-295,-3 1-26,5-2 122,1 1 0,-1 0 0,1 1 0,0 0 0,0 1 0,-22 12 0,32-16-151,1 1 1,-1-1 0,1 1-1,0 0 1,-1 0-1,1 0 1,0 0 0,0 0-1,0 0 1,0 0 0,0 0-1,1 0 1,-1 0 0,1 1-1,-1-1 1,1 0 0,0 0-1,0 1 1,0-1-1,0 0 1,0 0 0,0 1-1,1-1 1,-1 0 0,1 0-1,1 3 1,-1 0-3,1 0 0,0 0 0,0 0 0,0 0 0,1 0 0,0-1 0,-1 1 0,2-1 0,6 8 0,13 9 88,0-2-1,1 0 1,1-2 0,1 0-1,1-2 1,53 23 0,-67-37-1398,-23-2-12443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14.4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57 1921,'0'0'9922,"-30"-34"-4875,26 30-4739,3 2-172,-1 0 0,1 1 0,-1-1 0,0 0 0,0 0 0,0 1 0,0-1 0,0 1 0,0 0 0,-4-2 0,5 3-27,-3 3 78,-3 13 207,1 0 1,1 1-1,1 0 0,0 1 0,1-1 0,-1 25 1,0-12 14,-11 143 1026,7 182-1,8-347-1405,-2 22 119,-1 0 0,-2 0 0,-16 56 0,13-57 69,1 0 0,1 1-1,-3 58 1,10-49 21,-3 0-1,0-1 0,-3 0 1,-10 42-1,6-20 755,5-33-2301,2-21-2558,-6-26-11232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16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4 519 896,'0'0'3669,"0"0"-3521,0 0 0,0 0 0,0 0 0,-1 0-1,1 0 1,0 0 0,0 0 0,0 0 0,0 0 0,0 0 0,0 0 0,-1 0 0,1 0 0,0 0 0,0 0 0,0 0 0,0 0 0,0 0 0,0 0 0,0 0 0,-1 0 0,1 0 0,0 0-1,0 1 1,0-1 0,0 0 0,0 0 0,0 0 0,0 0 0,0 0 0,0 0 0,0 0 0,-1 0 0,1 1 0,0-1 0,0 0 0,0 0 0,0 0 0,0 0 0,0 0 0,0 0 0,0 1-1,0-1 1,0 0 0,0 0 0,0 0 0,0 0 0,0 0 0,0 0 0,0 1 0,0-1 0,0 0 0,0 0 0,1 0 0,676 21 4801,2 0-4845,-148-31 59,-131-29-142,-361 34 3,95-11 0,-51 8 15,1-4 0,147-42 0,43-55-113,-239 97 50,0 1-1,0 2 1,1 1 0,62-5 0,-27 3 22,330-36-289,-199 25 286,205 10 27,-279 12-66,147 8 13,3 1-220,-253-10 245,535-19-7,-551 18 0,616-42 21,428 43 1253,-872-13-620,-23 1-502,-127 11-57,660 10 524,200 15-528,-738-25-1,324-32-437,-233 10-374,-234 22 665,18-1-56,0 0 1,0-2-1,0-1 1,46-15 0,-72 20 127,-1-1 0,0 0 0,1 0 0,-1 1 0,0-1 0,1 0 0,-1-1 0,0 1 0,0 0 0,0 0 0,0 0 0,0-1 0,0 1 0,0 0 0,-1-1 0,2-2 0,-2 3-32,1 1 1,-1-1-1,0 0 1,0 1 0,0-1-1,0 0 1,0 1 0,0-1-1,0 0 1,0 1-1,0-1 1,0 1 0,0-1-1,-1 0 1,1 1 0,0-1-1,0 0 1,-1 1-1,1-1 1,0 1 0,-1-1-1,1 1 1,-1-1-1,1 1 1,0-1 0,-1 1-1,1-1 1,-1 1 0,1 0-1,-1-1 1,0 1-1,1 0 1,-1-1 0,1 1-1,-1 0 1,1 0 0,-1-1-1,0 1 1,1 0-1,-1 0 1,0 0 0,1 0-1,-2 0 1,-63-3-7529,47 4 4688,-12-1-3297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0.7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19 761 176,'0'0'1137,"-3"-9"-903,-1 0-30,2 6-19,1 0 1,-1 0-1,1 0 0,0 0 0,0-1 0,0 1 1,0 0-1,1 0 0,-1-1 0,1-5 5968,27 9-2137,331-17-564,437-56-2372,573-104-738,-709 64-263,-113 21-41,489-51-814,-720 127 623,19-1 149,602-27-549,-519 47 590,491-8-151,26-2 103,-470 46-67,-2 26-4,181 20 79,779-13-539,-1081-62 959,60 5-143,527 9-153,-472-45-383,-232 4-562,314 17 0,-261 27 828,113 3 146,302-36 2289,-407-20-802,-5 0-1004,-94 23-101,374-22-434,-536 21-42,1-1 1,-1-2 0,30-11-1,-33 10-69,-1 1 0,1 1-1,0 0 1,43-3 0,253 6 205,-317 33-117,-1-11 118,-2 0 0,0 0 0,-1-1 0,-1 1 0,-12 29 0,-1 8 586,-5 21 212,3 2 1,4 0 0,-9 115 0,26-101-12,1-58-61,-6 62-1,-5-29 246,-6 52-644,14 58-3066,2-98-6399,-1-55 1419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2.5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82 304,'0'0'6651,"1"-10"-6136,1-33-149,-2 41-225,0 1 0,0-1 1,0 0-1,0 1 1,0-1-1,1 1 0,-1-1 1,0 1-1,1 0 1,-1-1-1,1 1 0,0-1 1,-1 1-1,1 0 1,0 0-1,0-1 0,0 1 1,1-1-1,-1 2-48,-1 0 1,0 0-1,1 0 0,-1 0 0,1 0 0,-1 0 0,0 0 1,1 0-1,-1 1 0,0-1 0,1 0 0,-1 0 1,0 0-1,1 1 0,-1-1 0,0 0 0,1 1 1,-1-1-1,0 0 0,0 1 0,1-1 0,-1 0 1,0 1-1,0-1 0,0 0 0,1 1 0,-1-1 1,0 0-1,0 1 0,0-1 0,0 1 0,0-1 1,0 0-1,0 1 0,0-1 0,0 1 0,0-1 1,0 0-1,0 1 0,0-1 0,0 1 0,0-1 0,-1 1 1,6 220 6559,1 0-4369,-7-180-2120,0-8-81,2 1 0,1 0 0,9 48 0,-7-61 69,-1 0-1,-1 0 0,0 0 1,-2 1-1,0-1 0,-6 32 0,3-16 111,1 1-1,4 41 0,0-7 121,-1-14 57,2 1-1,20 112 1,-12-101-387,-3 2 0,-3 141 0,-5-152-1846,-7 10-6542,5-56 4791,-4 14-5026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20.3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320 1 7924,'0'0'14982,"-36"171"-13013,11-79-736,-2 9-225,2 9-255,0-3-449,0-13-304,0-12-224,-2-22-1057,-1-14-704,1-23-80,6-14-1248,3-9-1681,7-9-1730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20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46 7091,'0'0'8900,"24"-9"-4828,79-24-751,-98 32-3136,0 0 0,0 0 0,0 1 0,0 0 0,0 0 0,0 0 0,0 0 0,0 1 0,0 0 0,0 0 0,0 0 0,-1 1 0,1-1 0,0 1 0,-1 1 0,1-1 0,5 4 0,-1 1 131,0 1-1,0 0 1,-1 0 0,0 1-1,7 10 1,-10-13-129,6 9 149,0 0 0,-1 0 0,14 30 0,-20-37-287,-1 0 0,0 0 0,0 1 1,-1-1-1,0 1 0,-1-1 1,1 1-1,-2 0 0,1 0 0,-2 9 1,1-17-44,-1 1 1,1-1 0,-1 0 0,1 1 0,-1-1-1,0 0 1,0 1 0,0-1 0,0 0-1,1 0 1,-2 1 0,1-1 0,0 0-1,0 0 1,0 0 0,0-1 0,-1 1-1,1 0 1,0 0 0,-1-1 0,1 1-1,-1-1 1,1 1 0,-1-1 0,1 1-1,-1-1 1,1 0 0,-3 0 0,-51 2 95,42-2-123,7 0-19,-13 0-177,0 0 1,-21-4-1,34 3-33,1-1 0,0 1 0,-1 0 0,1-1 0,0 0 0,0-1 0,0 1 0,1-1 0,-1 0 0,0 0 0,1 0 0,-5-5 0,8 7-36,0 0 1,0 0 0,1 0-1,-1 0 1,0 0-1,0-1 1,1 1 0,-1 0-1,0-1 1,1 1-1,0 0 1,-1-1 0,1 1-1,0-1 1,-1 1 0,1 0-1,0-1 1,0 1-1,0-1 1,1 1 0,-1-1-1,0 1 1,0 0-1,1-1 1,-1 1 0,1-1-1,-1 1 1,1 0 0,0-1-1,-1 1 1,1 0-1,0 0 1,2-2 0,25-19-7634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20.9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55 218 3522,'0'0'11834,"-1"22"-7301,-1 13-2662,-1 0 0,-2 0 0,-12 43 0,13-64-1311,3-10-400,0 0 1,0 0-1,-1 0 1,1 0 0,-1 0-1,0 0 1,0 0 0,0 0-1,-4 4 1,4-25 316,1 4-481,1 0 0,1 0 0,0 0 0,0 0-1,2 0 1,-1 0 0,2 0 0,-1 1-1,2-1 1,0 1 0,8-16 0,12-8-308,2 1 1,1 0 0,1 3 0,2 0-1,48-38 1,-69 62 2,0 0-1,0 1 1,23-12-1,-29 17-117,1 0 1,0 0-1,0 0 0,0 1 0,0 0 0,0 0 0,0 0 0,1 1 1,-1-1-1,0 1 0,0 1 0,7 0 0,-10 0 114,-1-1 1,1 1-1,0 0 0,0 0 0,-1 0 0,1 0 1,-1 0-1,1 0 0,-1 0 0,1 1 1,-1-1-1,0 0 0,1 1 0,-1-1 0,0 1 1,0 0-1,1 2 0,17 37-4634,-9-15 645,7 5-625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21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 96 3057,'0'0'18030,"-16"12"-15496,-54 43-453,66-52-1946,0 1 0,0 0-1,0 1 1,1-1 0,0 1-1,0-1 1,0 1 0,0 0 0,1 0-1,0 0 1,0 0 0,0 1-1,1-1 1,0 1 0,0-1-1,0 1 1,0-1 0,1 1-1,0-1 1,0 1 0,1-1-1,1 11 1,-1-14-116,-1 0-9,1 0 1,-1 0-1,1 0 1,0 0 0,0 0-1,0 0 1,0 0 0,0 0-1,0 0 1,0-1 0,1 1-1,-1 0 1,1-1 0,-1 1-1,1-1 1,0 0 0,-1 1-1,1-1 1,0 0 0,0 0-1,0 0 1,0 0-1,0 0 1,0-1 0,0 1-1,0-1 1,0 1 0,0-1-1,4 1 1,9 0 9,0 1 1,1-2-1,17-1 0,-16 0-20,-10 1-18,0-1 0,1 0 0,-1-1 1,0 1-1,1-2 0,-1 1 1,0-1-1,-1 0 0,1 0 0,0 0 1,-1-1-1,0 0 0,0-1 0,0 1 1,0-1-1,-1 0 0,1-1 0,-1 1 1,-1-1-1,1 0 0,-1 0 0,0-1 1,-1 1-1,1-1 0,-1 0 1,0 1-1,-1-2 0,0 1 0,0 0 1,-1 0-1,1-1 0,-2 1 0,1 0 1,-1-1-1,0 1 0,-2-13 0,1 14 23,-1 0 0,-1 0 0,1 0-1,-1 1 1,0-1 0,0 1-1,0 0 1,-1 0 0,1 0 0,-1 0-1,-1 1 1,1 0 0,-1-1-1,0 2 1,1-1 0,-2 0 0,-9-4-1,2 1-39,0 0 0,-1 1-1,0 0 1,0 1-1,-1 1 1,-17-3 0,22 7-4115,9 2 1202,15 9-567,33 13-2549,1-8-985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21.6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433 0 10629,'0'0'16567,"3"3"-14955,-2 0-1459,1 0 0,-1 0-1,0 0 1,0 0 0,0 0 0,0 0 0,0 0 0,-1 0-1,1 0 1,-1 0 0,0 0 0,0 0 0,0 1 0,-1 3 0,-11 52 625,8-38-485,-35 157 295,-68 283-581,103-446-10,-21 67-1,22-73-22,-1-1 0,1 0 0,-1-1 0,-1 1-1,0-1 1,0 0 0,-8 9 0,12-14 12,0-1 0,0 0 0,-1 0 0,1 0-1,-1 1 1,1-1 0,-1-1 0,1 1 0,-1 0 0,1 0 0,-1-1 0,0 1 0,1 0 0,-1-1 0,0 0 0,0 1-1,1-1 1,-1 0 0,0 0 0,0 0 0,0 0 0,-2-1 0,1 0-13,0 0 0,0 0 0,0-1 0,0 1 1,0-1-1,0 0 0,1 0 0,-1 0 0,1 0 0,-1 0 0,-2-4 0,-6-8-101,2 1-1,0-1 0,-13-27 0,20 37 106,-12-25-282,1 0-1,1 0 1,2-2-1,1 1 0,1-1 1,1 0-1,2-1 1,2 1-1,1-1 0,3-58 1,0 83-547,1 0 1,0 0-1,0 0 0,1 1 1,0-1-1,0 1 0,1-1 1,0 1-1,0 0 1,0 0-1,6-6 0,-2 3-1030,20-28-6674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21.8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14839,'0'0'14422,"64"21"-14918,-47-5-1457,2 3-1920,2-2-3459,0 0-4721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22.2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1 109 2673,'0'0'13484,"15"8"-11238,8 5-1387,42 22 2204,-50-31-2478,0 0 0,0-1 0,0 0 0,0-1 0,1-1 0,-1 0 0,30-3 0,-7 1-364,-37 1-218,0 0 1,1 1-1,-1-1 1,0 0-1,1 0 1,-1 0-1,0 0 1,0-1-1,1 1 1,-1 0-1,0 0 1,0-1-1,1 1 1,-1-1-1,0 1 1,0-1-1,0 0 1,0 1-1,0-1 0,1 0 1,-2 0-1,1 0 1,0 0-1,0 1 1,0-1-1,0-1 1,0 1-1,-1 0 1,1 0-1,0 0 1,-1 0-1,1 0 1,-1-1-1,0 1 1,1 0-1,-1 0 1,0-1-1,0 1 1,0 0-1,1 0 1,-1-1-1,-1 1 1,1 0-1,0-2 1,-1-1 6,0 1 0,0-1 0,0 1 0,0 0 0,-1-1 0,1 1 0,-1 0 0,0 0 0,0 0 0,0 0 0,-1 0 0,1 1 0,0-1 0,-7-4 0,-115-74 24,121 79 23,0 1-1,0-1 1,0 0-1,0 1 1,-1 0-1,1 0 1,-7-2 0,10 3-25,-1 0 1,0 0 0,0 0 0,0 0 0,0 0 0,1 0 0,-1 1 0,0-1 0,0 0 0,0 0 0,1 1 0,-1-1 0,0 0 0,1 1 0,-1-1 0,0 1 0,0-1 0,1 1 0,-1-1 0,1 1 0,-1-1 0,0 1 0,1-1 0,-1 1 0,1 0 0,0 0-1,-1-1 1,1 1 0,0 0 0,-1-1 0,1 1 0,0 0 0,0 0 0,-1 0 0,1-1 0,0 1 0,0 1 0,-3 14 108,1 0 1,1 0-1,0 0 1,1 0-1,1 0 1,0 0-1,1 0 0,5 17 1,-5-27-211,0 0 0,0 0 0,0 0 0,1 0 0,0 0 0,0-1 0,0 1 0,1-1-1,0 0 1,0 0 0,0 0 0,1-1 0,-1 1 0,1-1 0,0 0 0,0-1 0,1 1 0,-1-1 0,1 0 0,0 0 0,0-1 0,0 0 0,8 3 0,5-2-1043,0-1 0,0 0 0,0-1 0,24-2-1,-3 0-2034,23-2-4182,-1-11-2545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22.5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282 14 6915,'0'0'19916,"-15"-2"-18145,5 0-1602,-15-2 526,0 1 0,0 1 0,-42 1 0,59 2-565,1 0 0,0 0 0,0 0 0,0 1 0,0 0 0,0 1 0,0 0 0,-8 4 0,12-5-127,0 0-1,0 0 1,0 1-1,0-1 0,1 1 1,-1-1-1,1 1 1,0 0-1,0 0 0,0 0 1,0 0-1,0 0 1,1 0-1,-1 1 0,1-1 1,0 0-1,0 1 1,0 4-1,-1-2-44,2 1 0,-1-1 0,1 1 0,0-1 0,0 1 0,1 0 0,0-1-1,0 1 1,1-1 0,0 0 0,0 1 0,0-1 0,1 0 0,-1 0 0,1 0 0,1-1 0,-1 1 0,1-1 0,0 0 0,1 0 0,-1 0 0,6 5 0,-4-5-397,1-1 1,-1 0-1,1 0 1,-1 0-1,1 0 1,0-1 0,0 0-1,1-1 1,-1 0-1,1 0 1,-1 0-1,10 0 1,-3-1-1832,1 0 0,0-1 0,-1 0 1,29-5-1,13-16-8719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22.9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195 1 2753,'1'-1'27159,"-9"11"-25929,-11 26-635,2 0 0,-25 75-1,-15 89-893,43-146 439,3-10-140,2 1 0,1 0 0,-2 91 0,10-134-52,0 0 1,0-1-1,0 1 1,0 0-1,0 0 1,0-1-1,1 1 1,-1-1-1,1 1 0,-1 0 1,1-1-1,0 1 1,-1-1-1,1 1 1,0-1-1,0 1 0,0-1 1,0 0-1,0 1 1,0-1-1,1 0 1,-1 0-1,0 0 1,1 0-1,-1 0 0,1 0 1,1 1-1,2-1-740,1 1 0,-1-1 1,1 0-1,0 0 0,-1-1 0,12 0 0,-16 0 475,1 0 1,0 0-1,-1 1 0,1-2 1,-1 1-1,1 0 0,-1 0 1,1 0-1,-1-1 0,1 1 1,-1-1-1,1 1 0,-1-1 1,1 0-1,-1 1 0,0-1 1,0 0-1,1 0 0,-1 0 1,0 0-1,0 0 0,0 0 1,0-1-1,0 1 1,0 0-1,0 0 0,0-1 1,0-1-1,7-24-7332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23.1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36 6163,'0'0'18008,"123"-9"-16151,-64 9-416,-1 0-609,-1 0-528,-3 0-304,-8 0-48,4-2-1104,-2-4-993,-4-2-2610,-8-3-6210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23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16936,'0'0'15831,"-2"8"-15831,2-4 0,0-2 0,0 1 0,0 1 0,0 0 0,0 0 0,0-2-1713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3.9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57 160,'0'0'5090,"-3"-3"-4569,2 1-381,0 1 0,0-1 1,0 0-1,0 1 0,0-1 1,0 0-1,1 0 0,-1 1 1,1-1-1,-1 0 0,1 0 1,-1 0-1,1 0 1,0 0-1,0 0 0,0 0 1,0 0-1,0 0 0,1 1 1,-1-1-1,0 0 0,1 0 1,0 0-1,-1 0 0,1 0 1,0 1-1,3-3 5082,-4 12-2183,-1 27-1186,-4 43-1705,-18 442 3289,22-509-3394,0-1 0,0 0 0,-1 0 0,-7 19 0,6-19-9,0 0 0,1 0-1,0 1 1,-1 19 0,3-8-162,1 10-1730,-2 1 1,0 0 0,-2 0 0,-2 0-1,-12 45 1,3-37-5088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4.8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73 2625,'0'0'6777,"8"-13"-5385,27-41 54,-27 49 4939,-6 13-5086,-2 15-1642,0-22 531,-18 104 841,1-16-1031,13-57-413,-3 13-941,6-15-8427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5.3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3474,'0'0'8894,"21"-8"-7680,-3 2-965,-1 0-26,0 0 0,0 1 0,0 1-1,1 0 1,0 2 0,31-1 0,-18 3-64,0 2-1,0 1 1,-1 2-1,1 1 1,-1 1-1,0 2 1,-1 1-1,0 1 1,-1 1 0,0 2-1,0 1 1,-2 1-1,45 35 1,-62-44-164,-1 1-1,0 1 1,0-1 0,-1 1 0,0 0 0,0 1-1,-1-1 1,-1 1 0,5 11 0,-8-16 2,0 0 0,0 0 1,-1 0-1,1 0 0,-1 1 0,-1-1 1,1 0-1,-1 0 0,0 1 0,0-1 1,0 0-1,-1 1 0,0-1 1,0 0-1,0 0 0,0 0 0,-1 0 1,0 0-1,0 0 0,-1 0 0,-5 8 1,-1-2 22,0 0 0,-2 0 1,1-1-1,-1 0 0,-1-1 1,1-1-1,-15 8 0,-96 47 760,95-50-506,-26 12 502,-91 28 0,113-44-604,0-2 0,-1-1 0,0-1 0,-53 0 0,61-13-27,24 8-156,-1 0 0,1 0 0,-1 0 0,1 0 0,-1-1 0,1 1 0,-1 0 0,1 0 0,0-1-1,-1 1 1,1 0 0,0-1 0,-1 1 0,1 0 0,0-1 0,-1 1 0,1-1 0,0 1 0,0 0 0,-1-1 0,1 1-1,0-1 1,0 1 0,0-1 0,0 1 0,-1-1 0,1 1 0,0-1 0,0 1 0,0-1 0,0 1 0,0-1-1,0 1 1,0-1 0,0 1 0,1-1 0,-1 1 0,0 0 0,0-1 0,0 1 0,0-1 0,1 1 0,-1-1-1,0 1 1,1 0 0,-1-1 0,1 0 0,0 0-94,0 0 0,1 0 0,-1 1-1,1-1 1,-1 0 0,1 1 0,-1-1 0,1 1-1,-1-1 1,1 1 0,0 0 0,-1 0-1,3 0 1,7-2-495,-1-1 95,126-37-9509,-75 14 4555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5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 4434,'0'0'13497,"1"-5"-12329,3-12-533,-2 21 451,-2 37 1205,-1-16-1668,0 14 184,0-23-700,0 1 1,2-1 0,2 23-1,-2-37-106,0 0-1,0-1 0,0 1 0,0-1 1,1 1-1,-1-1 0,0 0 1,1 1-1,-1-1 0,1 0 0,-1 0 1,1 0-1,0 0 0,-1 0 0,1 0 1,0-1-1,0 1 0,-1 0 0,1-1 1,0 1-1,0-1 0,0 0 0,0 0 1,0 0-1,0 0 0,2 0 0,4 0-54,0 0 0,0 0 0,0-1 0,-1 0 0,13-3 0,-6-3-65,-1 0 1,0-1-1,0 0 0,0-1 0,-1 0 1,-1-1-1,0-1 0,0 0 0,12-17 1,-21 26 154,0 0 41,1-1 0,-2 1 0,1-1-1,0 1 1,0-1 0,-1 0 0,1 0 0,-1 0 0,0 0-1,0 0 1,0 0 0,0-5 0,-1 8 334,14 18-101,-10-10-313,0-3-201,0 0 1,0 0-1,1 0 1,-1-1-1,1 0 1,0 1 0,0-2-1,0 1 1,1-1-1,-1 0 1,1 0-1,0 0 1,12 3 0,32 4-5219,2-8-4618,-32-2 4635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6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1 320 2193,'0'0'9343,"7"2"-7278,-5-2-1893,0 1 0,0-1 1,0 1-1,0-1 0,0 1 0,0 0 1,0 0-1,0 0 0,0 0 0,0 0 0,0 0 1,-1 0-1,3 3 0,-3-2 200,0-1-1,0 1 0,0-1 1,0 1-1,-1 0 1,1-1-1,-1 1 1,1 0-1,-1 0 1,0 0-1,0-1 0,1 1 1,-2 3-1,1-35-11,0 4-158,0 0 1,7-43-1,-5 60-210,0 0 0,1-1 0,0 1-1,0 0 1,1 1 0,0-1 0,1 1 0,0-1 0,0 1 0,1 1 0,7-9 0,-5 8-172,1 0 1,0 1-1,0 0 0,0 0 0,1 1 0,0 0 1,21-8-1,-10 6-1618,1 1 1,0 1 0,23-4-1,2 3-4629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6.4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1 7299,'0'0'5934,"-18"6"-2992,-60 20-725,75-25-2079,-1 0-1,1 0 1,0 0-1,0 1 1,0-1-1,-1 1 1,1 0-1,1 0 0,-1 0 1,0 1-1,1-1 1,-1 0-1,1 1 1,-1 0-1,1 0 1,0-1-1,0 1 1,1 1-1,-1-1 0,0 0 1,1 0-1,0 0 1,-1 5-1,2-6-112,0 1 0,0-1-1,0 1 1,0-1 0,0 0 0,1 1-1,-1-1 1,1 0 0,0 1-1,0-1 1,0 0 0,0 0 0,0 1-1,0-1 1,1 0 0,-1 0 0,1 0-1,-1-1 1,1 1 0,0 0-1,-1-1 1,1 1 0,0-1 0,0 1-1,0-1 1,0 0 0,3 1 0,11 4-30,0-1 1,0-1 0,0-1-1,0 0 1,0-1 0,1-1-1,-1 0 1,21-3 0,-13 2-29,-23 0 26,1 0 1,-1 0-1,1 0 1,-1 0-1,1 0 1,-1-1-1,1 1 1,-1 0-1,1-1 1,-1 1-1,1-1 1,-1 0-1,1 1 1,-1-1-1,0 0 1,0 0-1,1 0 1,-1 0-1,0 0 1,0 0-1,0 0 1,0-1 0,0 1-1,0 0 1,0 0-1,-1-1 1,1 1-1,0-2 1,1-3 71,-1 0 0,1 1 1,-2-1-1,1 0 0,-1 0 1,0-6-1,0 11 247,0 1-306,0 1-1,-1 0 0,1-1 1,0 1-1,0-1 0,0 1 1,0 0-1,0-1 1,0 1-1,0-1 0,0 1 1,0 0-1,0-1 0,0 1 1,0-1-1,0 1 1,0-1-1,0 1 0,1 0 1,-1-1-1,0 1 0,0-1 1,1 1-1,-1-1 1,0 1-1,1 0 0,9 14-150,-4-8-144,0 0 0,0-1 0,1 0 1,0 0-1,0-1 0,1 0 0,0 0 0,8 4 0,-5-5-876,-1 1 1,1-2-1,0 1 0,0-1 1,23 2-1,19-3-4216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6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446 0 6851,'0'0'12262,"-136"122"-10581,100-64-97,7 7-367,2-2-529,6-3-272,6-7-352,1-12-64,1-5-32,-4-11-816,-1-6-753,-3-9-832,-6-6-1057,-5-4-2768,-7 0-3331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6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 5555,'0'0'3249,"26"-3"585,0 0-2729,26-3 1533,61 1 0,103 6 1041,5 0-3025,-221 22 120,-3-13-756,0-1 1,-1 1-1,0-1 0,-1-1 1,0 1-1,0 0 1,-1-1-1,-9 11 1,-5 9-892,15-20-36,-13 18-3018,5-13-3827,9-12 1759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7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6643,'0'0'9797,"0"-7"-10998,0 28-2161,0-2-3073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7.8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133 106 8132,'0'0'11578,"-18"15"-10652,-59 52-360,74-63-528,-1-1-1,1 0 1,0 1 0,0 0 0,0 0 0,1 0 0,-1 0 0,1 1 0,0-1-1,0 0 1,0 1 0,1 0 0,0-1 0,-1 1 0,2 0 0,-1 0 0,0-1-1,1 1 1,0 0 0,1 8 0,0 2 10,-2-12-36,1 0-1,0 0 1,0 0 0,0 0 0,0-1 0,1 1-1,-1 0 1,1 0 0,0 0 0,0-1 0,0 1-1,0 0 1,0-1 0,1 1 0,-1-1-1,1 1 1,-1-1 0,1 0 0,0 0 0,0 1-1,0-1 1,0-1 0,0 1 0,1 0 0,-1 0-1,1-1 1,-1 0 0,1 1 0,-1-1 0,1 0-1,0 0 1,-1 0 0,1-1 0,0 1 0,0-1-1,0 1 1,4-1 0,-1 1 15,0-1 0,1 0 1,-1 0-1,0-1 0,0 1 0,0-1 0,0-1 0,0 1 1,0-1-1,0 0 0,-1-1 0,1 1 0,-1-1 0,1 0 1,-1 0-1,0-1 0,0 1 0,0-1 0,-1 0 1,0-1-1,1 1 0,-1-1 0,-1 0 0,1 0 0,-1 0 1,6-11-1,-2 0-8,-1 0 1,-1-1-1,0 1 1,-1-1 0,-1 0-1,-1 0 1,0-1-1,-1-24 1,0 18-7,0-31-196,-1 53 160,0-1-1,0 1 1,0-1 0,0 1-1,-1-1 1,1 1 0,-1-1-1,0 1 1,0 0-1,0-1 1,0 1 0,0 0-1,-1 0 1,-2-5-1,80 38-389,-60-24 523,-1 1 1,0 1-1,-1 1 0,25 20 1,-35-27-96,-1-1 0,0 1 1,0 1-1,0-1 0,0 0 1,-1 1-1,1-1 0,-1 1 0,0 0 1,0 0-1,0 0 0,-1 0 1,1 0-1,-1 0 0,0 0 1,0 0-1,-1 0 0,1 1 1,-1-1-1,0 0 0,0 1 0,0-1 1,-1 0-1,1 1 0,-2 4 1,-6 3 67,1-3-110,7-9-20,0 0 1,0 0 0,0 0 0,0 0-1,1 0 1,-1 0 0,0 0 0,0 0-1,0 0 1,0 0 0,0 0-1,0 0 1,0 0 0,0 0 0,0 0-1,0 0 1,0 0 0,0 0 0,0 0-1,0 0 1,0 1 0,0-1 0,1 0-1,-1 0 1,0 0 0,0 0 0,0 0-1,0 0 1,0 0 0,0 0 0,0 0-1,0 0 1,0 0 0,0 0-1,0 0 1,0 0 0,0 0 0,0 0-1,0 0 1,0 0 0,0 1 0,0-1-1,0 0 1,133-89-1008,-102 69 1081,-16 11 137,0 0-1,0 0 1,0 2 0,1 0-1,24-7 1,-40 14-91,1 0 1,-1 0 0,1 1-1,-1-1 1,0 0 0,1 1-1,-1-1 1,1 0 0,-1 1-1,0-1 1,1 1 0,-1-1-1,0 0 1,0 1-1,1-1 1,-1 1 0,0-1-1,0 1 1,0-1 0,1 1-1,-1-1 1,0 1 0,0-1-1,0 1 1,0-1 0,0 1-1,0-1 1,0 1-1,0-1 1,0 1 0,0-1-1,-1 1 1,1 0 0,-2 22 199,-12 33 637,9-42-1281,2 0 1,-1 0 0,2 0 0,-2 24-1,6-35-3676,5-3-4186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8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34 1425,'0'0'10444,"9"-7"-8605,29-19-239,-38 26-1562,0 0-1,1 0 1,-1 0-1,0 0 1,0 0 0,1 0-1,-1 0 1,0 0-1,1 0 1,-1-1-1,0 1 1,0 1-1,1-1 1,-1 0-1,0 0 1,1 0-1,-1 0 1,0 0-1,0 0 1,1 0 0,-1 0-1,0 0 1,0 0-1,1 1 1,-1-1-1,0 0 1,0 0-1,1 0 1,-1 1-1,0-1 1,0 0-1,0 0 1,0 0-1,1 1 1,-1-1-1,0 0 1,0 0 0,0 1-1,0-1 1,0 0-1,0 0 1,0 1-1,0-1 1,0 0-1,0 1 1,0-1-1,0 0 1,0 0-1,0 1 1,0-1-1,0 1 1,1 20 661,-2-16-327,0 53 1540,-11 62-1,-38 145-1297,47-245-836,-2 8-699,-2-14-2677,6-28-9115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9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77 4370,'0'0'4573,"21"-12"-2041,70-37 58,-85 47-2296,0-1-1,1 1 1,-1 0-1,1 0 1,-1 1 0,1 0-1,-1 0 1,1 0-1,-1 1 1,8 0-1,-10 1-184,-1-1 0,1 1-1,0 0 1,-1 0 0,1 0-1,-1 1 1,1-1 0,-1 1-1,0 0 1,0-1 0,0 2-1,0-1 1,5 5 0,-4-3-65,-1 1 0,1-1 0,-1 1 0,0 0 0,-1 0 0,1 0 1,-1 1-1,0-1 0,-1 0 0,1 1 0,-1-1 0,0 1 0,0 0 1,-1-1-1,0 1 0,0-1 0,0 1 0,-2 11 0,1-12-9,-1-1-1,0 0 0,0 1 0,0-1 1,0 0-1,-1 0 0,1 0 0,-1 0 1,0 0-1,0-1 0,0 1 0,-1-1 1,0 0-1,1 0 0,-1 0 1,0 0-1,0-1 0,0 0 0,-1 0 1,1 0-1,0 0 0,-6 1 0,-7 3 41,-1-1-1,0-1 1,0 0-1,-26 1 1,-94-3-819,137-2 669,1 0 1,0 0 0,0 0-1,0 0 1,0 0 0,0 0 0,0 0-1,-1 0 1,1 0 0,0 1 0,0-1-1,0 0 1,0 0 0,0 0 0,0 0-1,-1 0 1,1 0 0,0 0 0,0 0-1,0 0 1,0 0 0,0 0 0,0 0-1,0 0 1,0 1 0,-1-1 0,1 0-1,0 0 1,0 0 0,0 0 0,0 0-1,0 0 1,0 1 0,0-1 0,0 0-1,0 0 1,0 0 0,0 0-1,0 0 1,0 0 0,0 1 0,0-1-1,0 0 1,0 0 0,0 0 0,0 0-1,0 0 1,0 0 0,0 1 0,0-1-1,0 0 1,0 0 0,0 0 0,0 0-1,1 0 1,-1 0 0,0 0 0,0 1-1,9 5-4289,16-3-742,11-3-1033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9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13 109 10389,'0'0'5162,"-3"20"-2507,2-9-2360,-4 21 494,3 1-1,0-1 1,3 36-1,0-25-201,-1-42-531,0-25-216,-1-5-260,2 0-1,1 1 1,1-1-1,13-55 1,-11 64 176,10-27-430,-14 44 604,0 0-1,0 0 1,1 0-1,-1 0 1,1 1-1,0-1 1,0 0-1,0 1 1,0-1-1,0 1 1,3-3-1,-4 5 66,0 0-1,-1-1 0,1 1 0,0 0 0,0-1 0,0 1 0,-1 0 1,1 0-1,0-1 0,0 1 0,0 0 0,-1 0 0,1 0 0,0 0 1,0 0-1,0 0 0,0 1 0,-1-1 0,1 0 0,0 0 0,0 0 1,0 1-1,-1-1 0,1 1 0,0-1 0,-1 0 0,1 1 0,0-1 1,-1 1-1,1-1 0,0 1 0,-1 0 0,1 0 0,18 27 61,-14-20-57,2 4 12,2-2 1,-1 1-1,1-1 1,1 0-1,0-1 1,0 0-1,1 0 1,0-1 0,1-1-1,0 0 1,0 0-1,0-1 1,1-1-1,21 6 1,-9-4 15,1-2-1,0-1 1,0-1 0,0-1 0,1-1 0,42-5-1,-61 3-21,0 0-1,0 0 1,0-1-1,0 0 0,0-1 1,-1 0-1,1 0 1,-1 0-1,0-1 0,8-5 1,-11 6 49,-1 0-1,1 0 1,-1 0 0,0 0 0,0-1 0,0 1 0,0-1-1,-1 0 1,1 0 0,-1 0 0,0 0 0,0 0 0,0 0-1,-1 0 1,0-1 0,1 1 0,-1-1 0,-1 1-1,1-6 1,0 6 31,-1-1-1,0 1 1,0 0 0,-1-1-1,1 1 1,-1-1-1,0 1 1,0 0-1,0 0 1,-3-6 0,2 7-6,0 0 1,0 1-1,0-1 1,0 1-1,0-1 1,-1 1-1,1 0 1,-1 0-1,0 0 1,0 0-1,1 1 1,-1-1-1,0 1 1,-6-2-1,-5-1 150,0 1 0,0 0 0,-1 1 0,1 1 0,0 0 0,-1 1 0,-15 2 0,19-1-107,6-1-57,-1 0-1,1 1 1,0-1-1,-1 1 1,1 1-1,0-1 1,0 1-1,0 0 1,0 0-1,0 0 1,1 0-1,-1 1 1,0 0-1,-5 5 1,7-5-30,0 0 1,1 0-1,0 1 1,0-1 0,0 0-1,0 1 1,0 0-1,0-1 1,1 1-1,0 0 1,0 0-1,0-1 1,0 1-1,1 0 1,-1 0 0,1 0-1,0 0 1,0 0-1,1 0 1,0 4-1,0-3-34,0-1 0,1 0-1,-1 1 1,1-1 0,0 0-1,0 0 1,1 0-1,-1-1 1,1 1 0,0 0-1,0-1 1,0 0 0,0 0-1,0 0 1,1 0 0,0 0-1,-1-1 1,1 1 0,6 2-1,9 4-105,2 0 1,33 11-1,-49-19 67,26 8-1073,0-1 0,1-2 0,49 4 0,39-7-7053,-41-3 297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30.2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316 489 6963,'0'0'13889,"-12"-7"-12648,-41-23-273,45 27-848,-1-1 0,1 1 1,-1 1-1,1 0 0,-1 0 0,0 1 0,0 0 0,0 0 0,0 1 0,0 0 1,0 1-1,-16 2 0,22-2-89,-3 0-14,0 0-1,0 0 1,1 1-1,-1 0 1,1 0 0,-1 1-1,1-1 1,0 1 0,0 0-1,0 1 1,0-1 0,0 1-1,1 0 1,0 0-1,-1 1 1,2-1 0,-1 1-1,0 0 1,1 0 0,0 0-1,0 0 1,1 1-1,-1-1 1,1 1 0,0-1-1,1 1 1,-1 0 0,1 0-1,0 10 1,0-12-32,1 0 1,0 0-1,0 0 1,1 0-1,-1 0 1,1 0-1,0 0 1,2 5-1,-2-8 6,0 1-1,0-1 1,0 0-1,0 0 0,0 0 1,1 0-1,-1 0 1,0 0-1,1 0 1,-1 0-1,0 0 0,1-1 1,-1 1-1,1 0 1,0-1-1,-1 0 1,1 1-1,-1-1 1,1 0-1,0 0 0,-1 0 1,1 0-1,2 0 1,6 0-46,1 0 0,-1 0 1,1-1-1,-1-1 1,1 0-1,-1 0 0,0-1 1,0 0-1,0-1 1,0 0-1,0-1 0,-1 0 1,0 0-1,12-10 1,23-17-341,-2-2 1,-1-2-1,-2-2 1,-2-1-1,-2-2 1,48-70-1,-73 96 441,-1 0 0,0-1-1,-2 0 1,1 0-1,-2-1 1,0 0-1,-1 0 1,-1-1 0,-1 1-1,0-1 1,0-28-1,-3 45 9,0 0-1,0 1 0,0-1 0,0 0 1,-1 1-1,1-1 0,0 0 0,-1 1 1,1-1-1,0 1 0,-1-1 0,1 1 1,0-1-1,-1 1 0,1-1 0,-1 1 1,1-1-1,-1 1 0,0-1 0,1 1 1,-1 0-1,1 0 0,-1-1 1,0 1-1,1 0 0,-1 0 0,0-1 1,1 1-1,-1 0 0,0 0 0,1 0 1,-1 0-1,0 0 0,1 0 0,-1 0 1,0 0-1,1 0 0,-1 1 0,-1-1 1,-31 10 654,20-2-605,0 0-1,1 2 1,0-1 0,0 2-1,1-1 1,0 2-1,1-1 1,-14 22 0,5-5 153,1 1 0,2 1 0,-13 31-1,20-34-167,1 0-1,1 1 1,1 0-1,1-1 0,2 2 1,1-1-1,2 38 0,0-58-567,0 0-1,1 0 0,0 0 0,0 0 0,1 0 0,0-1 1,0 1-1,1 0 0,0-1 0,0 0 0,7 11 0,-7-15 102,-1 1-1,1 0 1,0-1-1,1 0 1,-1 0-1,1 0 0,-1 0 1,1 0-1,0-1 1,0 1-1,0-1 0,0 0 1,0 0-1,1-1 1,-1 1-1,0-1 0,1 0 1,-1 0-1,1-1 1,-1 1-1,7-1 0,3 0-4974,-3 0-190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30.6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86 4786,'0'0'11608,"13"12"-10290,44 39-40,-51-47-1153,-1 0-1,1-1 1,0 0-1,0 0 1,0 0-1,0-1 1,0 1 0,1-2-1,-1 1 1,1-1-1,-1 0 1,1 0-1,-1-1 1,1 0-1,0 0 1,7-1 0,9 0 86,-20 1-197,0 0-1,0 0 1,0 0-1,0 0 1,0-1-1,0 1 1,0-1-1,-1 0 1,1 0-1,0 0 1,0 0-1,-1-1 1,1 1-1,0-1 1,-1 1-1,0-1 1,1 0-1,-1 0 1,0 0-1,0 0 1,0-1-1,0 1 1,0 0-1,-1-1 1,1 0-1,2-4 1,-1-2 27,-1-1 0,1 1 0,-1 0 0,-1-1 0,0 1 0,0-1 1,-1-11-1,-1 19 10,1 0-1,-1 0 1,1 0 0,-1-1 0,0 1 0,1 0 0,-1 0 0,0 0 0,0 0-1,-1 0 1,1 1 0,0-1 0,-1 0 0,1 1 0,-1-1 0,1 0 0,-1 1-1,0 0 1,0-1 0,0 1 0,0 0 0,0 0 0,0 0 0,0 0-1,0 0 1,0 1 0,0-1 0,0 1 0,0-1 0,-1 1 0,-2 0 0,-6-2 112,1 1 0,0 1 0,0 0 0,-1 0 0,-18 4 0,22-3-111,1 1-1,0 0 0,0 0 0,-1 0 1,2 1-1,-1 0 0,-7 4 1,10-5-20,1 0 1,0 0 0,-1-1-1,1 1 1,0 1 0,0-1 0,0 0-1,1 0 1,-1 1 0,1-1-1,-1 1 1,1-1 0,0 1-1,-1 0 1,2-1 0,-1 1 0,0 0-1,0 0 1,0 3 0,1 0-34,-1-1 1,1 0-1,0 1 1,1-1 0,-1 0-1,1 1 1,0-1-1,0 0 1,0 0-1,1 1 1,0-1-1,0 0 1,0-1 0,1 1-1,0 0 1,-1-1-1,2 1 1,-1-1-1,0 0 1,1 0-1,0 0 1,0-1 0,0 1-1,0-1 1,1 0-1,-1 0 1,1 0-1,0-1 1,0 0-1,0 0 1,0 0 0,0 0-1,0-1 1,0 0-1,8 1 1,7 0-864,0-1 0,1 0 0,-1-2 0,0 0 0,21-5 1,-21 2-1965,-1-1 1,33-13 0,17-13-6327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30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520 16 7251,'0'0'11864,"-23"-3"-10057,-75-8-191,82 10-1341,-1 1-1,1 0 1,-1 2-1,1 0 1,0 0-1,0 1 0,0 1 1,0 1-1,1 1 1,-20 9-1,-1-1 122,31-12-297,-15 5 225,0 1 1,1 1-1,0 0 1,-21 16-1,36-22-281,0 0 0,0 0 1,1 0-1,-1 1 0,1 0 0,0-1 1,0 1-1,0 0 0,1 0 1,-5 9-1,6-10-42,0 0 0,1 0 0,-1-1 0,1 1 1,0 1-1,-1-1 0,1 0 0,0 0 0,1 0 0,-1 0 0,1 0 1,-1 0-1,1 0 0,0-1 0,0 1 0,0 0 0,0 0 1,1 0-1,1 2 0,1 0-17,0 1 0,0-1 0,1-1 0,-1 1 0,1-1 0,1 0-1,-1 0 1,0 0 0,1-1 0,0 1 0,0-1 0,7 2 0,4 2-298,0-1 0,1-1 0,23 4 0,-12-5-1750,52 1-1,-8-11-3576,-10-11-2397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31.3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1 108 5090,'0'0'9888,"14"10"-8683,-4-2-966,-5-3-144,1 0 1,0-1-1,0 0 1,0 0-1,0 0 0,1-1 1,-1 0-1,1 0 1,0 0-1,0-1 1,0 0-1,0-1 1,0 0-1,8 1 1,5-1 228,-1 0-167,-1-1 0,0 0 0,0-2 0,32-5 0,-47 6-118,1 1-1,-1-1 0,0-1 0,1 1 1,-1 0-1,0-1 0,0 1 1,0-1-1,0 0 0,0 0 0,-1 0 1,1-1-1,0 1 0,-1-1 0,0 1 1,1-1-1,-1 0 0,0 0 0,0 0 1,-1 0-1,1 0 0,-1 0 1,0 0-1,1-1 0,-1 1 0,-1 0 1,1-1-1,0 1 0,-1-1 0,0 1 1,0-4-1,0-4 219,1 7-36,-1-1-1,0 1 0,0 0 0,-1-1 0,1 1 0,-1 0 0,0 0 0,-2-6 0,2 8-142,0 1 0,0-1-1,-1 1 1,1-1 0,-1 1 0,1-1-1,-1 1 1,0 0 0,1-1 0,-1 1 0,0 0-1,0 0 1,0 1 0,0-1 0,0 0-1,0 1 1,0-1 0,0 1 0,0-1-1,-4 1 1,-6-2 113,0 0 0,0 1 0,0 1 0,0 0 0,-1 0 0,1 2 0,0-1 0,0 1 0,-20 7 0,27-7-148,0 0 0,0 0 0,0 1 1,1 0-1,0-1 0,-1 2 0,1-1 0,0 0 0,0 1 0,1 0 0,-1 0 1,1 0-1,0 0 0,0 0 0,0 1 0,1-1 0,-1 1 0,1 0 0,0 0 0,0 0 1,1 0-1,0 0 0,0 0 0,-1 10 0,1-9-93,1 0 1,0 0-1,0 0 1,0 0-1,1 0 0,-1 0 1,2 0-1,-1 0 0,1-1 1,-1 1-1,1 0 1,1-1-1,-1 1 0,1-1 1,0 0-1,1 0 0,-1 0 1,1 0-1,0-1 1,0 0-1,0 1 0,1-1 1,-1-1-1,1 1 0,0-1 1,0 0-1,0 0 1,1 0-1,9 3 0,0 0-746,1-1-1,-1-1 0,1 0 0,0-1 0,0-1 0,20 1 0,-16-3-1875,-1 0-1,30-5 1,8-11-4489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31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295 1 7235,'0'0'17296,"-16"1"-16039,5 0-1024,-4 0 78,0 0 0,1 1 0,-1 1 0,1 1 0,-23 8 0,21-6 29,-51 24 890,63-28-1170,-1 1 0,0 0 0,1 0 0,-1 0 1,1 1-1,0-1 0,0 1 0,1 0 0,-1 0 0,-4 8 0,7-11-73,0 1-1,0 0 1,1 0 0,-1-1 0,0 1 0,1 0-1,-1 0 1,1 0 0,0 0 0,0 0 0,0-1 0,0 1-1,0 0 1,0 0 0,0 0 0,1 0 0,-1 0-1,1 0 1,-1-1 0,1 1 0,0 0 0,-1 0-1,1-1 1,0 1 0,0-1 0,0 1 0,1 0-1,-1-1 1,0 0 0,0 1 0,3 1 0,5 3-136,-1 1 0,1-2 1,0 1-1,17 6 0,-6-2-177,-8-4 7,0 0-1,-1 2 0,0-1 0,0 1 0,-1 1 1,0 0-1,12 14 0,-21-22 301,0 0 0,0 0 0,-1 0 1,1 0-1,0 0 0,-1 0 0,1 0 0,-1 0 1,1 0-1,-1 0 0,0 0 0,1 0 0,-1 0 0,0 0 1,0 0-1,0 1 0,0-1 0,0 0 0,0 0 1,0 0-1,0 0 0,0 0 0,0 0 0,-1 1 0,1-1 1,0 0-1,-1 0 0,1 0 0,-1 0 0,0 0 1,1 0-1,-1 0 0,0 0 0,1 0 0,-1-1 0,-1 2 1,-3 2 60,0-1 1,0 0 0,0 0 0,-1 0 0,-10 3 0,3-1-18,-146 57 1293,202-63-8782,-2-16 1218,8-11-2486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32.2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484 4 6243,'0'0'13651,"-14"-1"-11975,0 0-1219,1 0 19,-1 0-1,0 1 1,0 1 0,1 0-1,-15 4 1,26-5-374,-116 30 3702,106-26-3596,0 0-1,0 1 0,1 0 1,-1 1-1,1 1 0,1 0 1,-16 12-1,23-16-278,0 1-1,1-1 1,0 1-1,0 0 1,0-1 0,0 1-1,0 0 1,1 0-1,-1 0 1,1 0 0,0 1-1,0-1 1,1 0 0,0 0-1,-1 1 1,1-1-1,0 0 1,1 1 0,-1-1-1,1 0 1,0 0-1,0 0 1,0 0 0,1 1-1,0-2 1,-1 1 0,1 0-1,0 0 1,1 0-1,-1-1 1,1 0 0,3 4-1,9 4-381,0-2 0,1 0 1,1 0-1,0-1 0,28 8 0,29 14-1835,-74-30 2282,1 0 0,0 1 0,-1-1 0,1 0 0,-1 0 0,1 0 0,-1 0 0,1 1 0,-1-1 0,1 0-1,-1 0 1,1 1 0,-1-1 0,1 0 0,-1 1 0,0-1 0,1 0 0,-1 1 0,1-1 0,-1 1 0,0-1 0,0 1 0,1-1 0,-1 1-1,0-1 1,0 1 0,1-1 0,-1 1 0,0-1 0,0 1 0,0-1 0,0 1 0,0 0 0,0-1 0,0 1 0,0-1 0,0 1 0,0-1-1,0 1 1,0-1 0,0 1 0,-1-1 0,1 1 0,0-1 0,0 1 0,0-1 0,-1 1 0,1-1 0,0 1 0,-1-1 0,1 1-1,0-1 1,-1 1 0,1-1 0,-1 0 0,1 1 0,-1-1 0,1 0 0,-1 0 0,1 1 0,-1-1 0,1 0 0,-1 0 0,1 0 0,-1 1-1,1-1 1,-2 0 0,-42 15 990,40-14-930,-48 13 923,-66 20 1039,102-28-1733,-1 0-1,1 2 0,1 0 0,-28 18 0,32-12-537,11-14 201,0 0 1,0 1-1,0-1 0,0 0 1,1 1-1,-1-1 0,0 0 1,0 1-1,0-1 0,0 0 1,0 1-1,1-1 0,-1 0 0,0 1 1,0-1-1,1 0 0,-1 0 1,0 1-1,0-1 0,1 0 1,-1 0-1,0 0 0,1 1 0,-1-1 1,0 0-1,0 0 0,1 0 1,30 5-2719,-21-6 1769,-1 0 0,0 0 0,0-1 0,0 0-1,0 0 1,0-1 0,0 0 0,14-8 0,38-18-6526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32.6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192 27 11461,'0'0'10394,"-19"6"-8243,-59 23-649,73-26-1320,-1 1 1,1-1 0,0 1-1,0 0 1,0 1-1,1-1 1,-1 1 0,1 0-1,0 0 1,1 0-1,-1 1 1,1-1 0,0 1-1,0 0 1,-2 7 0,-1 1 88,2-6-223,1 1 0,0 0 0,0 0 0,1 0 0,1 1 0,-1-1 0,1 1 0,1-1 0,0 0 0,1 14 0,0-21-55,-1-1-1,1 1 1,0 0 0,0 0-1,0 0 1,0 0-1,0-1 1,0 1-1,0-1 1,0 1-1,1-1 1,-1 1 0,1-1-1,-1 0 1,1 1-1,0-1 1,-1 0-1,1 0 1,0 0-1,0 0 1,0-1 0,0 1-1,-1 0 1,1-1-1,0 0 1,0 1-1,0-1 1,0 0-1,0 0 1,4 0-1,4 1-8,1-1-1,-1-1 0,1 1 0,17-5 1,-16 2 15,-1-1 0,1 0 0,0-1 0,-1 0 0,0-1 0,0 0 0,-1-1 0,17-13 0,-22 16 5,0 0 0,0-1 0,0 0 0,-1 0 0,1 0 0,-1 0 0,-1-1 0,1 0 0,-1 1 0,0-1 0,0-1 0,0 1 0,-1 0 0,0-1 0,0 1 1,-1-1-1,1-10 0,-1 11 46,-1 0 1,-1 0-1,1 0 1,-1 0-1,0 0 1,0 0-1,-4-10 1,3 12-28,-1 0 1,1 1 0,-1-1-1,0 1 1,0-1 0,0 1-1,0 0 1,0 0 0,-1 1 0,1-1-1,-8-3 1,3 1-21,-1 0 0,0 1 0,0 0 0,-14-4-1,-3 4-2374,25 7-1592,3 8 415,9 2-2974,12-2-1211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33.0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15 223 9076,'0'0'11870,"1"16"-10200,4 125 1766,-5-140-3391,0 0 1,0 0 0,0-1-1,1 1 1,-1 0-1,-1 0 1,1 0-1,0-1 1,0 1 0,0 0-1,0 0 1,0-1-1,-1 1 1,1 0-1,0 0 1,-1-1 0,1 1-1,0 0 1,-1-1-1,1 1 1,-1 0-1,1-1 1,-1 1-1,0-1 1,1 1 0,-1-1-1,1 1 1,-1-1-1,0 0 1,1 1-1,-1-1 1,0 0 0,0 1-1,1-1 1,-1 0-1,0 0 1,-1 1-1,1-1 340,-3-62 711,5 44-1133,0 0 1,1 1-1,1-1 0,1 1 1,0 0-1,1 0 1,1 1-1,1-1 0,0 1 1,1 0-1,1 1 0,0 0 1,1 1-1,1-1 0,0 2 1,1 0-1,0 0 0,25-18 1,-32 27-59,0 1 0,1 0 0,-1 1 1,1-1-1,0 1 0,0 0 0,0 0 1,0 1-1,0 0 0,0 0 0,0 0 1,0 1-1,0 0 0,1 0 0,-1 1 0,0 0 1,0 0-1,0 0 0,0 0 0,0 1 1,0 0-1,8 5 0,9 0-2903,-5-6-4249,-4-1-3101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33.8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 78 2497,'0'0'9500,"17"-8"-7781,3-4-1018,-9 5-6,1 0 1,0 1-1,0 1 0,18-6 1,-16 3 2582,-13 8-3147,-1-1 0,0 1 0,0 0-1,0 0 1,0 0 0,0-1 0,0 1 0,0 0-1,0 0 1,0-1 0,0 1 0,0 0 0,0 0 0,0 0-1,0-1 1,0 1 0,-1 0 0,1 0 0,0 0-1,0-1 1,0 1 0,0 0 0,0 0 0,0 0-1,0 0 1,-1-1 0,1 1 0,0 0 0,0 0 0,0 0-1,0 0 1,-1 0 0,1 0 0,0-1 0,0 1-1,-1 0 1,-15-5 3626,4 4-4833,-2 1 1200,-16 0 231,-46 5 0,67-4-291,0 1 0,0 0 0,0 1 0,0 0-1,0 0 1,1 1 0,-1 0 0,1 0 0,-10 8 0,16-11-68,0 1 0,0 0 0,0 0 0,0 0 0,0 0 0,0 0 0,1 1 0,-1-1 0,1 1 0,0-1 0,-1 1 0,1-1 0,0 1 0,0 0 0,1-1 0,-1 1 0,1 0 0,-1 0 0,1 0 0,0-1 0,0 1 0,0 0 0,1 5 0,0-4-26,0 1 1,0-1 0,0 0-1,1 0 1,0 0 0,-1 1-1,1-2 1,1 1 0,-1 0-1,1 0 1,-1-1 0,1 1-1,6 5 1,18 12-290,2-2 0,0 0 0,37 17 0,-32-17-419,-33-19 737,-1 0 1,0 0 0,0 0 0,1 0-1,-1 0 1,0 0 0,0 0 0,1 1-1,-1-1 1,0 0 0,0 0 0,1 0-1,-1 1 1,0-1 0,0 0 0,0 0-1,1 1 1,-1-1 0,0 0 0,0 0-1,0 1 1,0-1 0,0 0 0,0 0-1,0 1 1,1-1 0,-1 0 0,0 1-1,0-1 1,0 0 0,0 1 0,0-1-1,0 0 1,0 0 0,-1 1 0,1-1-1,0 0 1,0 1 0,0-1 0,0 0-1,0 0 1,0 1 0,0-1 0,-1 0-1,1 0 1,0 1 0,0-1 0,0 0-1,-1 0 1,1 0 0,0 1 0,0-1-1,-1 0 1,1 0 0,0 0 0,0 0-1,-1 1 1,1-1 0,0 0 0,-1 0-1,1 0 1,0 0 0,0 0 0,-1 0-1,1 0 1,0 0 0,-1 0 0,1 0-1,-1 0 1,-28 8 355,24-7-279,-6 2 118,-14 2 76,2 1 0,-1 1 0,1 1 0,0 2 0,-32 17 0,54-27-297,1 1-1,-1-1 0,0 1 1,1-1-1,-1 1 0,1-1 1,-1 1-1,0-1 0,1 1 0,-1-1 1,1 1-1,0 0 0,-1-1 1,1 1-1,-1 0 0,1 0 1,0-1-1,0 1 0,-1 0 1,1 0-1,0-1 0,0 1 0,0 1 1,-1 3-4763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26.5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162 59 384,'0'0'1153,"9"-17"1005,-2 3 41,3-4 5286,-8 19-4587,-2 13-2202,-4 8-139,-1 0 0,-10 30 0,-1 0 93,-49 152 434,-10 39-869,71-224-231,2 1 0,0 0 0,1 26 0,18-45-317,-11-1 308,0-1-1,0-1 1,0 1-1,0-1 1,0 0 0,-1 0-1,1-1 1,0 1 0,-1-1-1,0 0 1,0-1 0,9-7-1,8-8-19,27-30-1,-44 44 11,45-50-79,6-5-65,65-55-1,-91 95 375,-30 41 301,0 19-309,-2-15-122,2 0-1,1 0 1,1 0 0,1 0 0,7 27-1,-9-46-66,1-1 0,0 0 0,0 0-1,0 0 1,1 0 0,-1 0 0,1 0-1,1-1 1,-1 1 0,0-1-1,1 0 1,0 0 0,0 0 0,0 0-1,1-1 1,-1 0 0,1 0 0,0 0-1,-1 0 1,1-1 0,1 0 0,-1 0-1,0 0 1,0-1 0,1 0-1,-1 0 1,1 0 0,-1 0 0,8-1-1,-6 0 3,0-1 0,1 0-1,-1 0 1,0-1-1,1 0 1,-1 0 0,0-1-1,-1 1 1,1-2-1,0 1 1,-1-1 0,0 0-1,0 0 1,0-1-1,0 1 1,-1-1 0,10-11-1,1-3 18,-1-1 0,-1 0 0,-1-1 0,12-24 0,-17 28 2,0-1 1,-1 1-1,-1-2 1,-1 1-1,-1-1 1,3-21-1,0-115 514,-7 144-406,-1 0-1,0 0 1,0 0-1,-1 0 1,-1 1-1,0-1 1,0 1-1,-1-1 1,0 1-1,-1 0 1,-11-17-1,12 22-67,0-1-1,0 1 1,0 1-1,-1-1 1,0 0-1,0 1 0,0 0 1,-1 0-1,0 1 1,1-1-1,-1 1 1,0 1-1,0-1 1,-1 1-1,1 0 0,0 0 1,-1 1-1,0 0 1,1 0-1,-12 0 1,16 1-137,-7 0 49,1 0 1,-1 1-1,-15 3 0,23-4-92,1 0 1,-1 0-1,0 0 0,0 0 1,0 0-1,0 0 0,1 1 1,-1-1-1,0 0 1,0 1-1,0-1 0,1 0 1,-1 1-1,0-1 0,1 1 1,-1-1-1,0 1 1,1 0-1,-1-1 0,1 1 1,-1 0-1,1-1 0,-1 1 1,1 0-1,-1-1 1,1 1-1,0 0 0,-1 0 1,1 0-1,0-1 0,0 1 1,0 0-1,0 0 1,0 0-1,-1 0 0,1-1 1,1 1-1,-1 0 0,0 0 1,0 0-1,0 0 1,0-1-1,1 1 0,-1 0 1,0 0-1,0 0 1,1-1-1,-1 1 0,1 0 1,-1-1-1,1 1 0,-1 0 1,1-1-1,0 2 1,1-1-346,0 0 0,0 0 0,0 1 1,0-1-1,0-1 0,0 1 1,0 0-1,1 0 0,-1-1 1,0 1-1,0-1 0,1 0 1,-1 0-1,0 0 0,0 0 1,1 0-1,3-1 0,4 1-847,41 0-3833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27.0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321 1 1873,'0'0'9092,"-16"18"-6747,6-7-1848,-4 4 268,0 1 0,1 1 0,0 1 1,2-1-1,0 2 0,-12 28 0,-12 55 2275,-37 182 0,1 5-2255,69-285-802,-1 6-36,0 1 1,0-1-1,1 1 0,0-1 0,0 13 0,2-23-123,3 0-72,4 0 131,0-1 0,0-1 0,-1 1 0,1-1 0,0 0-1,0-1 1,-1 1 0,0-2 0,1 1 0,-1 0 0,7-7 0,14-10-380,28-27 1,-15 12-281,3 4 476,-42 30 408,-5 117 2675,3-103-2951,0-1 0,0 1 0,1 0 0,1 0-1,0-1 1,1 1 0,0 0 0,5 13 0,-5-21-329,0 0 1,0 0-1,1 0 1,0 0 0,-1-1-1,2 1 1,-1-1-1,0 0 1,6 5 0,-5-6-250,-1 0 1,1 0 0,0-1 0,0 0 0,0 1 0,0-2-1,0 1 1,0 0 0,0-1 0,1 0 0,-1 0 0,7 1 0,18-1-4075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27.4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3 120 5715,'0'0'8315,"-1"6"-7205,1-4-1056,0 0 16,-1 0 1,1 0 0,0 0 0,0 0 0,-1 0 0,1-1 0,1 1 0,-1 0 0,0 0 0,0 0 0,1 0 0,-1 0 0,1-1 0,-1 1 0,1 0-1,0 0 1,0-1 0,0 1 0,0 0 0,0-1 0,0 1 0,0-1 0,0 0 0,1 1 0,-1-1 0,1 0 0,-1 0 0,3 2 0,9 2 69,-1-1 0,1-1 1,-1 0-1,1-1 1,0 0-1,0-1 1,0 0-1,0-1 0,0-1 1,23-3-1,-33 4-133,0-1 0,1 1 0,-1-1 0,-1 0 0,1 0 0,0 0 0,0-1 0,0 1 0,-1-1 0,1 1 0,0-1 0,-1 0 0,0 0 0,1 0 0,-1 0 0,0-1 0,0 1 0,0 0 0,0-1 0,-1 0 0,1 1 0,-1-1 0,1 0 0,-1 0 0,0 0 0,0 1 0,1-6 0,0-6 183,0 1 1,-1-1-1,0 1 0,-2-25 0,1 36-137,-1 1 0,1-1 0,0 1 0,-1-1 0,1 0 0,0 1 0,-1-1 0,0 1 0,1-1 0,-1 1 0,0 0 0,0-1 0,0 1 0,0 0 0,0-1 0,0 1 0,0 0 0,0 0 0,-1 0 0,1 0 0,-2-1 0,-1 0 42,1 0-1,-1 1 1,0-1 0,0 1-1,0 0 1,0 0 0,0 0-1,-6 0 1,-1 1 70,0 0 0,0 0 0,0 1-1,0 0 1,-19 5 0,22-3-48,-1 0-1,1 1 1,-1-1 0,1 2-1,0-1 1,-11 9 0,16-11-45,0 1 0,0 0 1,0-1-1,0 1 0,0 1 1,1-1-1,-1 0 0,1 1 1,0-1-1,0 1 0,0-1 1,1 1-1,-1 0 0,1 0 1,0 0-1,0 0 0,0 5 0,0 2 21,1 1 0,0 0 0,1-1-1,0 1 1,0-1 0,2 1-1,-1-1 1,2 0 0,-1 0-1,1 0 1,7 12 0,-7-16-152,0-1 1,0 1 0,1-1-1,0 0 1,0 0-1,0-1 1,1 1 0,0-1-1,0-1 1,0 1-1,1-1 1,-1 0 0,1 0-1,0-1 1,0 0 0,0 0-1,15 3 1,1-2-1293,0-1 1,1-1-1,28-1 0,27-7-7157,-32-4 780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27.9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4338,'0'0'13291,"10"7"-11258,-2-2-1620,-4-2-255,0-1 0,0 1 1,-1-1-1,1 1 1,-1 0-1,1 1 1,-1-1-1,0 1 0,0-1 1,-1 1-1,1 0 1,-1 0-1,0 0 0,0 0 1,0 0-1,1 5 1,2 16 358,-1 0 1,-2 0 0,0-1-1,-2 29 1,0-30-366,0-22-131,0-10-322,2-1 185,1 2 1,0-1-1,0 0 1,1 0 0,0 1-1,0 0 1,1 0-1,0 0 1,10-12 0,4-1-476,40-38 1,-55 56 569,0-1-1,0 1 1,1 0-1,-1 0 1,1 0-1,-1 1 1,1 0-1,0 0 1,0 0-1,0 0 1,0 1-1,0 0 1,0 0-1,1 0 0,9 0 1,-15 2 73,1 0 0,0 0-1,-1-1 1,1 1 0,-1 0 0,1 0-1,-1 0 1,0 0 0,0 0 0,1 0-1,-1 0 1,0 0 0,0 0 0,0 0-1,0 0 1,0 0 0,0 0 0,0 2-1,0-1 103,-2 57 1406,1-41-1234,0 1-1,2-1 1,3 27-1,-3-43-473,-1 0 0,1 0-1,0 0 1,0 0 0,1 0-1,-1-1 1,0 1 0,1 0 0,-1-1-1,1 1 1,-1-1 0,1 1-1,0-1 1,-1 0 0,1 0 0,0 0-1,0 0 1,0 0 0,0 0 0,3 0-1,42 11-9073,-20-8 613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29.0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1 2001,'0'0'7854,"-3"1"-5797,-1 2-1612,0 0 0,0 1 1,0-1-1,0 1 0,1 0 0,-1 0 0,1 0 1,0 1-1,0-1 0,1 1 0,-1-1 0,-2 8 0,-1 3 199,0 0-1,1 1 1,-4 17-1,4-5-517,-2 55 0,6-34-3982,9-54-5113,3-24 3078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29.2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44 8052,'0'0'12902,"-17"-44"-12998,17 59-449,17 6-847,12 6-1474,7-2-2304,8 0-881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29.6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378 1 9156,'0'0'3359,"-26"4"-1033,-6 2-1390,-119 27 4024,131-27-4134,12-5-587,0 1 0,0 0 0,0 0 1,0 1-1,1 0 0,-1 0 0,1 1 1,0 0-1,-13 10 0,19-14-234,0 1 0,1-1 0,-1 1 0,0-1 0,1 1 0,-1 0 0,1-1 0,-1 1 0,1 0 0,-1 0 0,1-1 0,0 1 0,-1 0 0,1 0 0,0 0 0,-1-1 0,1 1 0,0 0 0,0 0 0,0 0 0,0 0 0,0 0 0,0 0 0,0-1 0,0 1 0,0 0 0,0 0 0,1 0 0,-1 0 0,0-1 0,0 1 0,1 0 0,-1 0 0,1 0 0,-1-1 0,1 1 0,-1 0 0,1-1 0,-1 1 0,2 1 0,2 1-57,0 0 1,0 0 0,0-1 0,1 0 0,7 4 0,-10-5 65,33 13-212,-20-8-32,0 0 0,-1 0 0,1 1 0,-1 1-1,-1 1 1,20 15 0,-31-23 193,-1 1 0,1-1 0,-1 1 0,1-1 0,-1 1 0,0 0 0,0 0 1,0-1-1,0 1 0,0 0 0,0 0 0,0 0 0,-1 0 0,1 0 0,-1 0 0,1 4 0,-1-5 33,0 1-1,-1-1 1,1 0 0,0 1-1,-1-1 1,1 0-1,-1 0 1,0 1 0,1-1-1,-1 0 1,0 0 0,0 0-1,1 0 1,-1 0 0,0 0-1,0 0 1,0 0 0,-1 0-1,0 0 1,-5 3 96,0 0 1,0-1 0,-1 0-1,1 0 1,-1-1 0,-13 3-1,-20 1 607,1-2 0,-63-1 0,117-15-4207,1 8 1118,1 0-1,0 1 1,25-2-1,20 0-4769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29.9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546 1 10341,'0'0'10965,"-115"154"-8980,65-76-705,0-1-239,6 2-513,5-6-336,1-4-192,4-2-320,1-10-673,2-9-735,3-13-834,1-14-735,0-16-2562,-2-5-1856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30.4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0 429 1969,'23'-9'6502,"36"-15"-2959,100-24-1,151-13 2655,-144 31-5384,225-70 0,-365 92-857,-1-1 0,0-1 1,0-1-1,-1-2 0,-1 0 1,0-1-1,31-26 0,-38 18 112,-15 22-54,-1-1 0,0 1 0,0 0 0,0-1 0,1 1 0,-1-1 0,0 1 0,0 0 0,0-1 0,0 1 0,0-1 0,0 1 0,0 0 0,0-1 1,0 1-1,0-1 0,0 1 0,0-1 0,0 1 0,0 0 0,0-1 0,0 1 0,0-1 0,0 1 0,0-1 0,-1 1 0,1 0 0,0-1 0,0 1 0,-1 0 0,1-1 0,0 1 0,-1 0 1,1-1-1,0 1 0,0 0 0,-1 0 0,1-1 0,-1 1 0,1 0 0,0 0 0,-1 0 0,1-1 0,-1 1 0,1 0 0,0 0 0,-1 0 0,1 0 0,-1 0 0,1 0 0,-1 0 0,1 0 1,0 0-1,-2 0 0,-14 0-5,-1 1 0,0 1 0,0 0 0,1 1 0,-1 1 0,1 0 0,0 1 0,1 1 0,-1 1 0,1 0 0,0 1 0,-19 13 0,2 1 8,1 2 0,0 0 1,2 2-1,2 2 0,0 0 0,2 1 0,1 2 0,1 1 1,2 0-1,1 2 0,2 0 0,1 1 0,1 1 0,3 0 1,-14 57-1,24-80-34,0 1 0,1 0 1,0 28-1,2-42 17,1 1 0,-1 0 0,0-1 0,0 1 0,1-1 0,-1 1 0,1-1 0,-1 1 0,0-1 0,1 1 0,-1-1 0,1 1 0,-1-1-1,1 0 1,-1 1 0,1-1 0,-1 0 0,1 1 0,-1-1 0,1 0 0,0 0 0,-1 1 0,1-1 0,-1 0 0,1 0 0,0 0 0,-1 0 0,1 0 0,0 0 0,-1 0 0,1 0 0,29 0 44,-20-1-15,1 1-27,0-2-1,0 1 1,0-1 0,0-1-1,-1 0 1,1 0 0,14-8-1,70-40-401,-86 46 350,-9 5 49,8-4-20,-1 0 0,1-1 0,-1 0 0,0 0 0,0-1 0,-1 1 0,0-1 0,0-1 0,7-8 0,-19 26 1434,1-3-1413,0 0 1,1 1-1,-6 15 0,6-5-656,2 0 1,0 0 0,1 0-1,1 0 1,3 29-1,-3-47 376,0 1 0,0 0-1,1-1 1,-1 1 0,0-1-1,1 1 1,-1-1 0,1 0-1,-1 1 1,1-1 0,0 1-1,1 1 1,0-2-260,-1 0-1,0 0 1,1 0 0,-1 0 0,0 0 0,1-1-1,-1 1 1,1-1 0,0 1 0,-1-1-1,1 1 1,-1-1 0,1 0 0,0 0-1,-1 0 1,1 0 0,2 0 0,17 0-5639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30.8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89 6195,'0'0'9009,"13"10"-8136,-1-1-655,1 0 0,0 0 0,0-1 0,1-1 1,0 0-1,0-1 0,1-1 0,17 5 0,-17-7-74,-1-1 0,0 0 0,1-1 0,19-1 0,-31 0-116,1 0 0,-1 0 0,1-1 1,-1 0-1,1 0 0,-1 0 0,0 0 1,1 0-1,-1-1 0,0 1 1,0-1-1,0 0 0,0 0 0,0 0 1,-1 0-1,1 0 0,0-1 1,-1 1-1,0-1 0,0 0 0,1 0 1,-2 0-1,4-4 0,-2-2 54,1 0 0,-2 1 0,1-1 0,-1 0 0,-1 0 0,1-1 0,-1 1 0,-1 0 0,0 0 0,-1-11 0,1 19-32,-1 1 0,1-1 0,0 0 1,-1 0-1,1 0 0,0 0 0,-1 1 0,1-1 0,-1 0 0,1 0 1,-1 1-1,0-1 0,1 0 0,-1 1 0,0-1 0,1 1 1,-1-1-1,0 1 0,0-1 0,0 1 0,1-1 0,-1 1 0,-1-1 1,-30-4 836,-29 9 376,56-3-1138,0 0 1,0 0-1,0 1 1,0 0 0,1 0-1,-1 0 1,1 1 0,-1 0-1,1-1 1,0 2 0,0-1-1,0 0 1,0 1 0,1 0-1,-1 0 1,1 0 0,0 0-1,0 0 1,1 1 0,-1-1-1,1 1 1,-3 8 0,0 2 92,1 0 1,0 0 0,1 0-1,1 1 1,1-1 0,0 21-1,1-30-219,-1 0 0,1 0 0,1 0 0,-1 0 0,1 0-1,0 0 1,1 0 0,0-1 0,-1 1 0,2 0 0,-1-1 0,1 1 0,-1-1-1,2 0 1,-1 0 0,0 0 0,1 0 0,0-1 0,0 1 0,0-1 0,1 0-1,0 0 1,-1-1 0,1 1 0,8 3 0,-3-3-288,0 1 1,0-2-1,1 1 1,-1-2 0,1 1-1,0-1 1,0-1-1,0 0 1,14-1-1,-6-1-1295,0 0-1,0-2 0,0 0 1,31-10-1,-14 0-5357,36-20 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31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99 104 544,'1'0'19241,"12"2"-18675,13-2 279,-1-1 1,29-5-1,-46 5-795,0-1-1,0 0 0,-1 0 1,1-1-1,-1 0 1,1 0-1,-1-1 0,0 0 1,0 0-1,-1-1 1,7-5-1,-12 9-29,0 0-1,0 1 0,0-1 1,0 0-1,0 0 1,0 0-1,0 0 1,0 0-1,-1 0 1,1-1-1,0 1 0,-1 0 1,1 0-1,-1-1 1,1 1-1,-1 0 1,0 0-1,0-1 1,1 1-1,-1-2 0,0 2 5,-1 0-1,1 0 0,-1 0 0,1 0 0,-1 0 0,1 0 0,-1 1 0,1-1 0,-1 0 0,0 0 0,0 0 0,1 1 1,-1-1-1,0 0 0,0 1 0,0-1 0,0 1 0,0-1 0,-1 0 0,-5-1 71,1 0 0,-1 0-1,0 0 1,0 1 0,-13-1 0,-3 1-63,-4-1 18,0 2-1,-33 3 0,53-3-26,0 1 0,0 1 0,0-1 0,1 1 0,-1 0 0,1 1-1,-1-1 1,1 1 0,0 1 0,0-1 0,0 1 0,0 0 0,-9 9 0,13-10-14,0 0 0,-1 1 0,1-1 1,1 0-1,-1 1 0,0-1 0,1 1 0,0 0 1,-1 0-1,2-1 0,-1 1 0,0 0 1,1 0-1,0 0 0,-1 0 0,2 0 0,-1 0 1,0 0-1,1 0 0,0-1 0,0 1 1,0 0-1,0 0 0,0-1 0,1 1 1,0 0-1,0-1 0,0 0 0,0 1 0,0-1 1,1 0-1,-1 0 0,1 0 0,0-1 1,4 4-1,2-1-149,1-1 0,0-1 0,0 1 0,0-1 1,0-1-1,0 0 0,15 1 0,78-2-2442,-56-2 882,44-2-2650,0-13-2359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32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289 57 2449,'0'0'19732,"-14"-9"-17849,-46-29-605,57 37-1179,0-1-1,-1 1 1,1 0-1,0 0 1,-1 0-1,1 0 1,-1 0-1,1 1 1,-1 0-1,1-1 0,-1 1 1,1 1-1,-1-1 1,1 0-1,-1 1 1,1 0-1,-1 0 1,1 0-1,-4 1 1,-1 2 86,1 1 0,-1-1 1,1 1-1,0 1 0,-8 7 1,11-10-120,-7 6 104,1 1 0,0-1 0,1 2 0,-12 16 0,17-22-181,1 1 0,0 0 1,0-1-1,1 2 0,-1-1 0,2 0 1,-1 0-1,0 1 0,1-1 0,1 1 0,-1 10 1,1-16-17,0-1 1,0 1-1,0-1 1,0 1-1,0-1 1,1 1-1,-1-1 1,0 1-1,0-1 1,1 1-1,-1-1 0,0 1 1,1-1-1,-1 1 1,0-1-1,1 1 1,-1-1-1,1 0 1,-1 1-1,1-1 1,-1 0-1,1 1 1,-1-1-1,1 0 1,-1 0-1,1 1 1,-1-1-1,1 0 1,-1 0-1,2 0 1,25 2-448,26-13 158,-40 6 335,1-1-1,-2 0 0,1-1 1,-1 0-1,0-1 1,0-1-1,-1 0 0,14-14 1,-25 45 3801,1 47-4500,-1-62 435,0-1 0,0 1 0,1 0 0,0 0 0,0-1 0,1 1 0,0-1-1,0 1 1,0-1 0,4 7 0,-4-10-66,0 0 1,0 0-1,1-1 0,-1 1 0,1-1 0,-1 1 0,1-1 0,0 0 0,0 0 0,0 0 1,0 0-1,0-1 0,0 1 0,0-1 0,0 0 0,1 0 0,-1 0 0,1 0 0,-1-1 1,0 1-1,7-1 0,-1 1-956,0-1 0,0 0 0,-1-1 0,1 0 0,0 0 0,0-1 0,16-5 0,23-19-6589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32.4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51 207 6099,'0'0'14849,"-1"18"-13072,-1 141 2126,3-147-3524,-1 23 410,0-34-761,0 0-1,0-1 1,0 1-1,0 0 1,0 0-1,0-1 1,-1 1-1,1 0 1,0 0-1,0-1 1,-1 1-1,1 0 1,0-1-1,-1 1 0,1 0 1,-1-1-1,1 1 1,-1-1-1,1 1 1,-1 0-1,1-1 1,-1 0-1,0 1 1,1-1-1,-1 1 1,0-1-1,1 0 1,-1 1-1,0-1 1,1 0-1,-1 0 1,0 1-1,-1-1 1,1-1-15,0 1 0,-1-1 0,1 1 0,0-1 0,0 0 1,-1 1-1,1-1 0,0 0 0,0 0 0,0 0 0,0 0 1,0 0-1,0 0 0,0 0 0,0 0 0,1 0 0,-1-1 1,0 1-1,0 0 0,1 0 0,-1-1 0,1 1 0,0-1 1,-1 1-1,1 0 0,0-3 0,-8-42-209,8 43 181,-1-14-94,0 0 0,1 0 1,1 1-1,1-1 1,1 0-1,0 0 1,1 1-1,0-1 1,2 1-1,0 0 1,9-16-1,-10 21-266,1 1 0,1-1 0,-1 1 0,2 1 1,0-1-1,0 1 0,0 1 0,1-1 0,0 2 0,1-1 0,0 1 0,0 0 1,1 1-1,-1 1 0,1-1 0,17-4 0,-16 7-1619,1 1-1,24-2 1,-27 3 456,28-2-4841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32.9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384 1 13062,'0'0'3719,"-23"23"-293,2-3-2448,-17 17 1387,2 2 0,-47 64 0,49-53-269,-55 105 1,79-132-2060,0 0 0,2 1-1,0 0 1,2 0 0,0 1 0,2-1-1,-2 38 1,6-47 15,-1-8-120,1 0-1,0 0 1,0 0 0,1 1-1,2 12 1,-2-18-37,-1-1 1,1 1-1,0 0 1,0-1-1,0 1 0,0-1 1,0 1-1,0-1 1,0 0-1,0 1 1,0-1-1,1 0 0,-1 0 1,1 0-1,-1 0 1,1 0-1,-1 0 0,1 0 1,-1 0-1,1-1 1,0 1-1,-1-1 1,1 1-1,0-1 0,0 1 1,-1-1-1,1 0 1,3 0-1,18-1-2163,0 0 1,1-1-1,-1-2 0,0 0 1,0-2-1,-1 0 0,37-17 1,-34 14-193,14-4-879,16-6 1212,-15 7 22993,-38 29-14872,-2 26-7915,0-31 3983,-1 20-1695,0 7-661,4-14-3287,-3-25 3197,0 0 0,1 0 1,-1 1-1,1-1 0,-1 0 0,0 0 1,1 0-1,-1 0 0,1 0 1,-1 0-1,1 0 0,-1 0 1,0 0-1,1 0 0,-1 0 0,1 0 1,-1 0-1,1 0 0,-1 0 1,0 0-1,1-1 0,-1 1 1,1 0-1,-1 0 0,0 0 0,1-1 1,0 0-1,9-13-10600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33.1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0 13830,'0'0'10085,"-10"21"-12438,14 4-673,2-2-3793,0-2-2449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33.4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1 159 2801,'0'0'8169,"20"0"-5034,-20 0-3099,25 1 648,-1-2-1,0-1 1,0-1 0,0-1-1,33-10 1,-49 11-598,-1 0 1,1-1-1,-1 1 1,0-2-1,0 1 0,0-1 1,9-8-1,-14 11-62,0 0 0,0 0 0,0-1 0,0 1 0,-1 0 0,1 0 0,0-1-1,-1 1 1,0-1 0,0 0 0,0 1 0,0-1 0,0 0 0,0 0 0,-1 1 0,1-1 0,-1 0-1,0 0 1,0 0 0,0 0 0,0 0 0,0 1 0,-1-1 0,1 0 0,-2-4 0,1 6 28,0-1 0,-1 0-1,1 1 1,0 0 0,0-1 0,-1 1 0,1 0 0,-1-1 0,1 1 0,-1 0 0,1 0 0,-1 0 0,0 0 0,1 1 0,-1-1 0,0 0 0,0 1 0,0-1 0,0 1-1,1-1 1,-1 1 0,-2 0 0,-50-2 834,41 3-472,13-1-411,-13-1 460,1 1 0,-1 1 0,0 0 1,1 0-1,-21 7 0,29-7-371,0 1 1,0 0-1,1 0 1,-1 0-1,1 0 0,-1 1 1,1-1-1,0 1 1,0 0-1,0 0 1,1 0-1,-1 1 1,1-1-1,-1 0 0,1 1 1,0 0-1,1-1 1,-1 1-1,0 0 1,1 0-1,-1 4 1,0-1-71,0 0 1,1 0-1,-1 0 1,1 0-1,1 0 0,0 0 1,0 1-1,0-1 1,1 0-1,-1 0 1,2 0-1,1 7 1,-1-9-171,0 0 1,1 0 0,-1-1 0,1 1-1,0-1 1,0 1 0,0-1-1,1 0 1,0 0 0,-1-1 0,1 1-1,1-1 1,-1 0 0,0 0 0,1 0-1,7 3 1,4 0-1343,1-1 1,-1 0-1,1-2 0,0 0 1,0-1-1,0 0 0,0-1 0,22-3 1,-28 2 44,58 0-7909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33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253 60 1185,'0'0'24565,"-8"-11"-23439,-24-35-637,32 45-494,0 1 0,0 0 1,0 0-1,0 0 1,0 0-1,-1 0 0,1 0 1,0 0-1,0 0 0,0 0 1,0-1-1,0 1 1,0 0-1,0 0 0,0 0 1,0 0-1,0 0 1,0 0-1,0 0 0,-1 0 1,1 0-1,0 0 1,0 0-1,0 0 0,0 0 1,0 0-1,0 0 1,0 0-1,0 0 0,-1 0 1,1 0-1,0 0 1,0 0-1,0 0 0,0 0 1,0 0-1,0 0 1,0 0-1,0 0 0,-1 0 1,1 0-1,0 0 1,0 0-1,0 0 0,0 0 1,0 0-1,0 0 1,0 0-1,0 0 0,0 0 1,0 0-1,0 1 1,-1-1-1,1 0 0,0 0 1,0 0-1,0 0 1,0 0-1,0 0 0,0 0 1,0 0-1,0 1 1,0-1-1,0 0 0,0 0 1,-2 13-191,1 15-142,1-28 321,4 199-3004,-4-196 2998,0 0 0,-1 0-1,1 0 1,-1 0 0,0 0-1,1 0 1,-2 0-1,1 0 1,0 0 0,0 0-1,-1 0 1,0 0-1,1-1 1,-1 1 0,0-1-1,0 1 1,0-1 0,-1 0-1,1 0 1,-1 0-1,1 0 1,-1 0 0,0 0-1,1-1 1,-1 1-1,-6 1 1,-6 2 305,-1 0 0,0-1 0,0-1 0,-19 2-1,-3 0 528,23-1-422,9-3-3699,19-6-2170,21-13-2024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34.0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448 1 14311,'0'0'12755,"-21"16"-10354,10-6-2095,-27 21 608,2 1 1,-36 42-1,26-18-777,-51 81-1,74-101-142,2 2 1,2 0-1,-22 65 1,36-87 24,0-1-1,1 1 1,1-1 0,-2 30-1,5-41-74,0 0 0,0 0 0,0 0 0,0 0 0,1 0 0,0 0 0,0 0 0,0 0 0,0 0 0,0 0 0,1-1 0,-1 1 0,1 0 0,0-1 0,0 0 0,1 1 0,-1-1 0,1 0 0,-1 0 0,1 0 0,0-1 0,0 1 0,1-1 0,3 3 0,2 0-421,1-2 0,-1 1 0,1-1 1,-1-1-1,1 1 0,0-2 0,0 1 0,0-1 1,0-1-1,0 0 0,11-1 0,-14 0-292,1 0 0,-1-1 0,0 0-1,0 0 1,1 0 0,-1-1-1,-1 0 1,1 0 0,9-6 0,29-32-8089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34.1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9828,'0'0'6820,"146"53"-3411,-73-28-1200,7-2-704,3 2-1505,3-8-272,-4-13-3746,-3-4-7667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34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327 1 5202,'0'0'10485,"-6"19"-8254,-10 35 430,-45 100 0,-148 292-476,194-413-2516,7-20-103,3-8-1198,-1-23-10607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35.2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1056,'0'0'7983,"24"4"-3976,59 7-1443,216 33 4295,-166-23-5642,86 16-412,-218-37-798,0 0 0,0 1 0,1-1 0,-1 0 0,0 0 0,0 1 0,0-1 0,0 1 0,0-1 0,1 1 0,-1-1 0,0 1 0,0 0 0,0-1 0,0 1 0,-1 0 0,1 0-1,0 0 1,0 0 0,0 0 0,-1 0 0,1 0 0,0 0 0,-1 0 0,1 0 0,-1 0 0,1 0 0,-1 0 0,0 1 0,1-1 0,-1 0 0,0 0 0,0 0 0,0 1 0,0-1 0,0 0 0,0 0 0,0 0 0,0 1 0,-1-1 0,1 0 0,-1 1-1,-2 6 130,0 0 0,-1-1 0,0 1 0,0-1 0,-6 7 0,2-1 137,-1 0-186,4-5-179,0-1 0,0 1 0,0 1 0,1-1 0,0 0 0,1 1 0,0 0 0,0 0 0,-2 17 0,5-34-12354,0-13 4008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35.4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14038,'0'0'10453,"40"38"-12614,-25-1-1056,1 1-3730,1-4-2914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36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8660,'0'0'8788,"19"1"-6160,62 10-742,-78-11-1781,0 1 1,0 0-1,0 1 1,0-1-1,0 1 1,-1-1-1,1 1 0,0 0 1,-1 0-1,0 0 1,1 0-1,-1 0 1,0 0-1,0 1 0,0-1 1,0 1-1,0 0 1,-1 0-1,1-1 1,-1 1-1,2 5 0,0 2 216,-1 0 0,0 0-1,-1 0 1,1 18 0,-1-18-13,-1 74 1376,0-83-1882,6-9-1162,10-12 1164,2 1 1,1 1 0,0 1-1,1 0 1,1 2 0,1 0-1,0 2 1,0 0 0,1 1-1,1 1 1,0 2 0,1 0-1,37-7 1,-25 12 835,-36 19 766,-2-3-1051,-1 0 0,0 0-1,0 0 1,-1 0 0,-1 0-1,-8 19 1,7-18-100,4-12-260,1 0 1,-1-1-1,1 1 1,-1 0-1,1 0 1,0-1-1,-1 1 1,1 0-1,0 0 1,0 0 0,0 0-1,-1 0 1,1 0-1,0 0 1,0-1-1,0 1 1,1 0-1,-1 0 1,0 0-1,0 0 1,0 0-1,1 0 1,-1-1-1,0 1 1,1 0 0,-1 0-1,0 0 1,2 0-1,0 0-49,0 0 0,0-1 0,-1 1-1,1-1 1,0 1 0,0-1 0,1 0 0,-1 0-1,0 0 1,3-1 0,4 1-77,13-2-117,0-1-1,0-1 1,-1-2-1,0 0 1,0-1-1,36-17 1,8-2-371,-50 20 557,-11 4 77,0 1 0,0-1 0,0 1 0,0 0 0,0 0 0,8-1 2827,-12 13-1259,-4 166-908,4-176-912,1 0 1,-1 0 0,0 0-1,1 0 1,0 0 0,-1-1-1,1 1 1,-1 0 0,1 0 0,0 0-1,0 0 1,0-1 0,-1 1-1,1 0 1,0-1 0,0 1 0,0-1-1,0 1 1,0-1 0,0 1-1,0-1 1,0 0 0,0 1-1,0-1 1,0 0 0,1 0 0,-1 0-1,0 0 1,0 0 0,0 0-1,0 0 1,2-1 0,41-2-9492,-7-10-1138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36.4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 59 9380,'0'0'12222,"0"8"-11851,0-6-323,0 1-1,0 0 1,0-1 0,1 1 0,-1-1-1,1 1 1,-1-1 0,1 0 0,0 1 0,0-1-1,0 1 1,0-1 0,1 0 0,1 3-1,0-2 59,1 1-1,0-1 0,0 0 0,0 0 0,0 0 0,0-1 0,1 1 0,6 2 0,0-1-33,1 1 0,-1-2 1,1 0-1,0 0 0,1-1 1,-1-1-1,0 0 0,16-1 1,-27 0-86,0 0-1,-1 0 1,1 0 0,-1 0 0,1 0 0,0-1 0,-1 1-1,1 0 1,-1 0 0,1-1 0,-1 1 0,1 0 0,-1-1-1,1 1 1,-1-1 0,1 1 0,-1-1 0,1 1 0,-1-1 0,0 1-1,1-1 1,-1 1 0,0-1 0,1 1 0,-1-1 0,0 0-1,5-24-89,-8-24 159,2 46-29,0-1 0,0 1 0,-1 0 0,1-1 0,-1 1 0,1 0 1,-1 0-1,0 0 0,0 0 0,-1 0 0,1 0 0,-1 1 0,1-1 0,-1 1 0,0-1 0,0 1 0,0 0 1,0 0-1,0 1 0,0-1 0,-1 1 0,1-1 0,-1 1 0,-6-1 0,-7-2 323,0 2 1,1 0-1,-1 1 0,-17 1 1,25 0-110,5 0-119,0 0-1,-1 0 0,1 0 1,0 1-1,0 0 0,0 0 0,0 0 1,0 0-1,0 0 0,0 1 1,1 0-1,-1 0 0,0 0 0,1 0 1,0 1-1,-6 4 0,5-3-41,1 0 0,0 0-1,1 1 1,-1-1 0,1 1-1,0-1 1,0 1 0,0 0-1,0 0 1,1-1 0,0 1 0,0 0-1,0 10 1,-1-2-37,1 1 0,1-1-1,1 1 1,0-1 0,0 0 0,5 16-1,-4-22-105,0 0-1,1 0 1,0 0-1,0-1 1,1 1-1,0-1 1,0 0-1,0 0 1,1 0-1,0-1 1,0 1-1,1-1 1,6 5-1,3 0-737,1-1-1,0-1 0,0 0 0,1-1 0,-1 0 0,2-2 1,-1 0-1,0-1 0,1-1 0,35 2 0,58 0-6617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36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381 5 10901,'0'0'12142,"-23"-1"-10171,-75-3-642,87 4-1111,0 1 0,-1 0 1,1 0-1,0 1 1,0 1-1,1 0 0,-1 0 1,0 1-1,1 0 0,0 1 1,0 0-1,0 1 0,1 0 1,0 0-1,0 1 1,0 0-1,1 1 0,0 0 1,-9 12-1,11-14-231,1 1 0,0-1 1,0 1-1,1 0 0,0 0 0,0 1 0,0-1 1,1 1-1,0 0 0,1 0 0,0 0 0,0 0 1,1 0-1,-1 9 0,5-16-36,-1 0 0,1 0 0,0 0 0,-1 0 1,1-1-1,0 1 0,0-1 0,0 0 0,-1 0 0,1 0 0,0 0 0,5-1 0,-1 1-94,7-2 105,-1 0-1,0 0 1,0-1 0,0-1-1,0 0 1,0 0-1,-1-2 1,0 1 0,0-2-1,0 0 1,-1 0 0,0-1-1,0 0 1,-1-1 0,14-15-1,-14 4 3681,-11 35-3881,-1 6 326,0 0 0,2 0 0,0 0 1,2-1-1,6 35 0,-7-49-242,1-1 1,0 0 0,0 0 0,0 0-1,1 0 1,0 0 0,0 0 0,0-1-1,0 1 1,1-1 0,4 4-1,-3-4-353,0 0 0,0-1 0,0 0 0,0 0 0,0 0 0,1-1 0,-1 0 0,1 0 0,0 0 0,0-1 0,-1 0 0,10 1 0,45 0-9008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37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309 1 7780,'0'0'16255,"-1"8"-15465,-12 48 329,-2-1-1,-42 97 1,16-48-735,-36 93-158,-19 54-4534,93-241 2927,-2 4 35,4-6-9624,1-29 2649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38.3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5731,'0'0'8358,"27"2"-5503,297 40 2710,-126-14-4074,361 6 1,-557-34-1434,-5 1 129,-36 3-121,1 2 0,0 2 0,1 1 0,0 2 0,1 1-1,0 2 1,0 2 0,2 1 0,-57 38 0,86-51-73,0 0-1,0 1 1,0 0 0,0-1-1,1 2 1,-7 9 0,9-13-13,1 0 1,0 0 0,0 0-1,0 0 1,0 1 0,0-1-1,0 0 1,1 0 0,-1 1-1,1-1 1,0 0 0,-1 1 0,1-1-1,0 0 1,0 1 0,1-1-1,-1 0 1,0 1 0,1-1-1,-1 0 1,1 0 0,0 1-1,1 1 1,-1-2 1,1-1-1,-1 1 0,0-1 1,1 0-1,-1 0 0,1 0 1,-1 0-1,1 0 1,-1 0-1,1 0 0,0 0 1,-1-1-1,1 1 1,0 0-1,0-1 0,0 0 1,2 1-1,36 1-250,-31-1 214,7 0 25,0-1 1,0 0-1,0-1 0,0-1 0,0-1 0,-1 0 0,1-1 1,-1 0-1,0-1 0,0-1 0,0 0 0,-1-2 1,0 1-1,0-2 0,-1 1 0,14-13 0,-15 11 249,24-21-505,-34 29 505,0 0-1,-1 0 1,1 0 0,-1 0-1,1 0 1,-1 0-1,0 0 1,1-1 0,-1 1-1,0 0 1,-1-1 0,1 1-1,0-1 1,0-4 1381,-6 19-1938,3-4 15,0-1 1,0 1 0,0-1 0,1 1 0,0-1 0,1 1-1,0 0 1,0-1 0,0 1 0,3 9 0,-2-14-49,0 1 1,0-1-1,1 1 1,-1-1 0,1 0-1,0 1 1,0-1-1,0 0 1,0 0-1,1 0 1,-1 0-1,1-1 1,0 1-1,-1-1 1,1 0 0,0 0-1,1 0 1,-1 0-1,0 0 1,1 0-1,-1-1 1,8 2-1,46 8-6357,10-9-2089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39.2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275 473 13846,'-19'-5'3386,"-15"-4"-1220,-1 1 1,0 2-1,-50-2 0,77 8-1829,4 0-151,0 0 1,0 0-1,-1 0 1,1 0-1,0 1 1,-1 0-1,1 0 1,-4 1-1,6-1-176,1 0 0,0 0 0,0 0 0,-1 0 0,1 1 0,0-1 0,0 0 0,0 0-1,1 1 1,-1-1 0,0 0 0,0 1 0,1-1 0,-1 1 0,1-1 0,-1 1-1,1-1 1,0 1 0,-1 0 0,1-1 0,0 1 0,0-1 0,0 1 0,1 2 0,-1 2-28,1 0 1,-1 0-1,1 0 1,1-1 0,-1 1-1,1-1 1,0 1 0,0-1-1,6 9 1,32 44-6,-6-10-53,-30-42 12,0 1 0,0 0 0,-1-1 0,0 1-1,0 0 1,0 1 0,-1-1 0,0 0 0,-1 1-1,1-1 1,-2 1 0,1 0 0,-1-1 0,-1 16-1,0-20 73,0-1 0,-1 0 0,1 1 0,-1-1 0,1 0 0,-1 0-1,0 1 1,0-1 0,0-1 0,0 1 0,0 0 0,0 0 0,0-1-1,0 1 1,-1-1 0,1 0 0,-1 0 0,1 0 0,-1 0 0,-4 1 0,-1 1-491,-1-1 1,0 0-1,0 0 1,0-1-1,-10 0 1,19-3-1966,0 0 1945,0 0 0,0 0 0,1 1 0,-1-1-1,1 0 1,-1 0 0,1 0 0,0 1 0,2-4 0,22-23-1304,-16 19 942,256-236-4266,12 18 5053,-50 42 5044,-205 167-3763,-9 9 510,-1-1 1,0-1-1,-1 0 0,18-23 1,-26 23 3504,-4 11-5113,1 0 1,0 0-1,-1 0 0,1 0 1,-1 0-1,1-1 1,-1 1-1,1 0 0,-1 1 1,1-1-1,-1 0 1,1 0-1,-1 0 0,1 0 1,-1 0-1,1 0 1,0 1-1,-1-1 0,1 0 1,-1 0-1,1 0 1,-1 1-1,1-1 0,0 0 1,-1 1-1,1-1 0,-1 1 1,-11 9-80,-1 1 0,1 0 0,1 1 0,0 0 0,-18 27 0,-43 79 37,-91 240 37,129-272-123,26-67-39,1-1 0,-2 1 1,-1-2-1,0 1 0,-20 24 0,30-42 60,0 0 0,0 0 1,0 0-1,0 0 0,0 0 0,0 0 0,0 0 0,0-1 0,-1 1 1,1 0-1,0 0 0,0 0 0,0 0 0,0 0 0,0 0 0,0 0 1,0 0-1,0 0 0,0 0 0,-1 0 0,1 0 0,0 0 0,0 0 1,0 0-1,0 0 0,0 0 0,0 0 0,0 0 0,-1 0 1,1 0-1,0 0 0,0 0 0,0 0 0,0 0 0,0 0 0,0 0 1,0 0-1,-1 0 0,1 0 0,0 0 0,0 0 0,0 0 0,0 0 1,0 0-1,0 0 0,0 0 0,0 0 0,0 0 0,-1 1 0,1-1 1,0 0-1,0 0 0,0 0 0,0 0 0,0 0 0,3-10-113,28-33-765,2 1 0,2 1-1,78-70 1,-94 94 520,1-3 5,1 2-1,1 0 1,1 1-1,46-27 1,-68 44 392,0-1 0,0 0-1,1 1 1,-1-1 0,0 1 0,0 0 0,0-1 0,0 1 0,1 0-1,-1 0 1,0 0 0,0-1 0,0 1 0,1 1 0,-1-1 0,0 0 0,0 0-1,0 0 1,1 1 0,-1-1 0,0 0 0,0 1 0,0-1 0,0 1 0,0-1-1,0 1 1,0 0 0,0-1 0,0 1 0,0 0 0,0 0 0,0 0-1,-1 0 1,1 0 0,0 0 0,0 0 0,-1 0 0,1 0 0,-1 0 0,1 0-1,-1 0 1,1 0 0,-1 0 0,0 1 0,0-1 0,0 0 0,1 2-1,0 8 125,1 1 0,-1-1 0,-1 1-1,-1 12 1,0-9-21,1-12-119,0-1 0,0 1 0,0-1 0,-1 1 0,1 0 0,-1-1 0,1 0 0,-1 1 0,0-1-1,0 1 1,0-1 0,-1 0 0,1 0 0,0 0 0,-1 1 0,0-1 0,1-1 0,-1 1 0,0 0 0,0 0 0,0-1 0,0 1 0,0-1 0,0 1 0,0-1 0,-1 0-1,-4 2 1,-5 0 144,0 0-1,0 0 0,0-1 1,-21 1-1,1-1-27,17 0-133,9-1 133,0-1-1,-1 1 1,1 1 0,0-1-1,-1 1 1,1 0-1,-8 4 1,12-5-106,0 0 1,1 1-1,0-1 0,-1 1 0,1-1 1,0 1-1,0-1 0,-1 1 1,1 0-1,0-1 0,1 1 0,-1 0 1,0 0-1,0 0 0,1 0 0,-1-1 1,1 1-1,0 0 0,0 0 1,-1 0-1,1 0 0,0 0 0,1 0 1,-1 0-1,0 0 0,1 0 1,-1 0-1,1 0 0,0 3 0,1-1-17,0 1-1,0-1 0,1 0 1,-1 0-1,1 0 0,0-1 0,0 1 1,0 0-1,0-1 0,1 0 1,-1 0-1,1 0 0,0 0 1,0-1-1,0 1 0,0-1 0,0 0 1,6 2-1,5 2-156,1-1 0,-1 0-1,33 6 1,0-7-2391,0-1-1,53-4 1,-92 1 1827,74-4-8097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39.6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355 0 1825,'0'0'26428,"11"11"-24558,32 33-563,-32-26-463,-11-18-833,0 0 1,0 1-1,0-1 0,0 0 1,0 0-1,0 0 0,0 1 1,0-1-1,0 0 0,0 0 1,0 1-1,0-1 0,0 0 1,0 0-1,0 1 0,0-1 1,0 0-1,0 0 0,0 0 1,-1 1-1,1-1 0,0 0 1,0 0-1,0 0 0,0 1 1,0-1-1,-1 0 0,1 0 1,0 0-1,0 0 0,0 0 1,-1 0-1,1 1 0,0-1 1,0 0-1,-1 0 0,0 0-6,0 0-1,-1 0 0,1 0 1,0 0-1,-1 0 0,1 0 1,0-1-1,0 1 0,0 0 1,-1-1-1,1 1 0,0-1 1,0 0-1,0 1 0,0-1 1,-2-1-1,-7-6-210,1 1 1,-1 0-1,-1 1 1,0 0-1,1 0 0,-2 1 1,1 1-1,-1 0 0,1 0 1,-1 1-1,0 1 1,0 0-1,0 0 0,0 1 1,-24 2-1,28-1 209,0 0-1,0 1 0,1 1 1,-1-1-1,0 1 0,0 1 1,1-1-1,-1 1 1,1 0-1,0 1 0,0 0 1,0 0-1,0 1 0,1-1 1,0 1-1,0 1 0,0-1 1,1 1-1,-1 0 1,1 1-1,1-1 0,-1 1 1,1 0-1,0 0 0,-4 11 1,3 0 54,0-1 1,1 1-1,1 0 1,1-1-1,1 1 1,0 1-1,1-1 1,3 23-1,-2-37-100,0 0-1,0 0 0,0-1 1,1 1-1,-1 0 0,1 0 1,0-1-1,0 1 0,0 0 1,0-1-1,1 0 0,-1 0 1,1 0-1,0 0 1,0 0-1,0 0 0,0-1 1,0 1-1,1-1 0,-1 0 1,1 0-1,0 0 0,-1-1 1,1 1-1,0-1 0,0 0 1,0 0-1,0 0 0,6 0 1,8 1-531,-1-1-1,1-1 1,0 0 0,-1-2 0,32-5 0,-24 1-747,-1 0-1,0-2 1,27-12-1,69-42-7366,-36 11 1378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40.1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355 15 5491,'0'0'21842,"-3"-4"-19954,1 3-1806,1 0-1,-1 0 0,0 0 1,1 0-1,-1 0 0,0 0 0,1 0 1,-1 1-1,0-1 0,0 1 1,0 0-1,0-1 0,0 1 1,0 0-1,1 0 0,-1 0 1,0 0-1,0 0 0,0 1 0,0-1 1,0 0-1,0 1 0,1 0 1,-1-1-1,0 1 0,-2 1 1,-13 6 367,-31 17 1,29-13-132,-7 2-282,0 2 0,2 1 0,-25 21 1,39-29-38,1 0-1,-1 0 1,2 1 0,-1 0 0,2 0 0,-1 1 0,1 0-1,1 1 1,-7 16 0,12-27-3,1-1 1,-1 1-1,1 0 0,-1 0 1,1 0-1,0 0 1,-1-1-1,1 1 0,0 0 1,0 0-1,0 0 0,0 0 1,0 0-1,0 0 0,0 0 1,0 0-1,0-1 0,0 1 1,0 0-1,0 0 1,1 0-1,-1 0 0,0 0 1,1 0-1,-1-1 0,1 1 1,-1 0-1,1 0 0,-1-1 1,1 1-1,-1 0 1,1-1-1,0 1 0,-1 0 1,2 0-1,2 0-33,-1 0-1,1-1 1,-1 1 0,1-1-1,-1 1 1,1-1 0,6-1-1,4 0 22,1 1-65,0-1-1,0-1 0,0 0 0,-1-1 0,1-1 0,-1 0 0,0-1 0,0 0 1,0-1-1,-1-1 0,0 0 0,15-11 0,-26 17 156,0-1-1,0 1 1,-1 0 0,1-1 0,0 1 0,-1-1-1,1 1 1,-1-1 0,1 1 0,-1-1-1,0 0 1,1 0 0,-1 0 0,0 0-1,0 0 1,0-3 0,-1 5-63,-1 0 0,0 0 0,0 0 0,1 0 1,-1 0-1,0 1 0,1-1 0,-1 0 0,0 1 0,1-1 0,-1 0 1,0 1-1,1-1 0,-1 1 0,1-1 0,-1 1 0,0-1 0,1 1 0,-1 0 1,1-1-1,0 1 0,-1 0 0,-2 8-11,1 0 0,0 0 0,1 0 0,0 0 0,0 1 0,1-1 0,2 15 0,-2-16 0,0-6-105,0 1 0,0 0-1,1-1 1,-1 1 0,1-1 0,0 1 0,0-1-1,0 1 1,0-1 0,0 0 0,0 1 0,1-1-1,-1 0 1,1 0 0,-1 0 0,1 0 0,0 0-1,0 0 1,0 0 0,0-1 0,0 1 0,0-1-1,0 1 1,1-1 0,-1 0 0,1 0 0,-1 0 0,0 0-1,4 0 1,7 2-1247,0-1 1,0 0-1,1-1 0,20-1 0,-21 0 70,28-3-4633,-1-9-3033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40.4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1745,'0'0'23106,"0"5"-19464,0 98 138,1-102-3797,0 0-1,0-1 0,0 1 0,0-1 0,0 1 0,0-1 0,0 1 0,0-1 1,0 0-1,1 1 0,-1-1 0,0 0 0,0 0 0,0 0 0,0 0 0,0 0 1,0 0-1,1 0 0,-1 0 0,1 0 0,31-3-479,-5-7 193,-1-1 0,-1-2 0,1 0-1,-2-1 1,31-23 0,-56 37 390,0 0 0,1 0-1,-1-1 1,1 1 0,-1 1-1,0-1 1,1 0 0,-1 0-1,0 0 1,1 0 0,-1 0-1,0 0 1,1 0 0,-1 0-1,0 1 1,1-1 0,-1 0-1,0 0 1,1 0 0,-1 1-1,0-1 1,0 0 0,1 0-1,-1 1 1,0-1 0,0 0-1,1 1 1,-1-1 0,0 0-1,0 1 1,0-1 0,0 0-1,0 1 1,1-1 0,-1 0-1,0 1 1,0 0 0,10 25-48,3 8-152,-10-29-82,0 0-1,0-1 1,1 0-1,-1 0 0,1 0 1,0 0-1,0 0 1,0-1-1,1 1 1,-1-1-1,1 0 0,0-1 1,6 4-1,-5-4-772,0 0-1,0-1 0,1 0 1,-1 0-1,0 0 1,0-1-1,9 0 1,34-4-10714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41.7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264 1 2897,'0'0'14268,"-8"19"-12013,-111 227 4131,95-201-5784,2 1 0,2 1-1,2 1 1,2 0 0,-13 72-1,29-120-603,-1 0 0,1 1-1,0-1 1,0 0 0,0 0 0,0 1-1,0-1 1,0 0 0,0 0 0,0 0-1,0 1 1,0-1 0,0 0 0,0 0-1,0 1 1,0-1 0,0 0 0,0 0-1,0 0 1,1 1 0,-1-1 0,0 0-1,0 0 1,0 0 0,0 1 0,0-1-1,0 0 1,1 0 0,-1 0 0,0 0-1,0 1 1,0-1 0,1 0 0,-1 0-1,0 0 1,0 0 0,0 0 0,1 0-1,-1 0 1,0 0 0,0 0 0,0 0-1,1 1 1,13-6-50,21-16 50,-28 17 19,30-19 108,20-14-359,2 3 1,83-34-1,-133 64 143,1 1 0,0 1 1,0 0-1,1 0 0,-1 1 1,20 0-1,-29 1 83,-1 0-1,1 1 1,0-1-1,0 0 1,-1 1 0,1-1-1,0 0 1,-1 1 0,1-1-1,-1 1 1,1-1 0,0 1-1,-1 0 1,1-1 0,-1 1-1,1 0 1,-1-1 0,0 1-1,1 0 1,-1-1 0,0 1-1,1 0 1,-1 0 0,0-1-1,0 1 1,0 0-1,0 0 1,0 0 0,0-1-1,0 3 1,1 31-9,-1-26 37,0 7 45,0 0 0,-1-1 0,-1 1 0,-1 0 0,0-1 1,-7 23-1,7-30-46,0 0 1,0-1-1,-1 0 1,0 0-1,0 0 1,0 0-1,-1-1 0,1 0 1,-2 0-1,1 0 1,0 0-1,-1-1 1,0 0-1,0 0 1,0 0-1,-8 3 1,-3-2 50,1-1 1,-1 0-1,0-1 1,-1-1 0,1-1-1,0 0 1,0-1-1,-1-1 1,1-1 0,-20-4-1,20 2 72,1-1 0,0 0 0,0-2 0,0 0 0,1 0 1,0-1-1,-24-18 0,38 24-22,25 2-905,180 13-3214,-149-13 1874,1-2 0,0-3 0,82-17 0,56-35-1350,-166 46 3959,0-1 1,37-23-1,-62 34-115,0-1-1,-1 0 1,1 0-1,-1 0 1,0 0 0,0 0-1,1 0 1,-2-1-1,1 1 1,0-1-1,0 0 1,-1 1 0,1-1-1,-1 0 1,0 0-1,0 0 1,0 0-1,0 0 1,-1 0 0,1 0-1,-1 0 1,1 0-1,-1 0 1,0 0 0,-1 0-1,1 0 1,0 0-1,-1-1 1,0 1-1,1 0 1,-1 0 0,0 1-1,-3-7 1,2 5-213,0 0 1,-1 0 0,1 1-1,-1-1 1,1 1 0,-1-1 0,0 1-1,0 0 1,-1 0 0,1 0-1,-1 0 1,0 1 0,1-1-1,-1 1 1,0 0 0,0 0-1,0 0 1,-1 1 0,1 0-1,0-1 1,-1 1 0,-8 0-1,9 1-154,-1 1 0,1 0 0,-1 0 0,1 0 0,0 1 0,0-1 0,-1 1 0,1 0 0,0 0 0,1 0-1,-1 1 1,0 0 0,1-1 0,-1 1 0,1 1 0,0-1 0,0 0 0,0 1 0,0-1 0,1 1 0,-3 4-1,-4 7-1,1 1 0,1-1-1,0 2 1,-6 19-1,11-30-34,1 0-1,-1 0 1,1 0-1,0 0 1,1 1-1,-1-1 1,2 10-1,-1-13 1,1-1 0,-1 1 0,1-1-1,0 1 1,-1-1 0,1 1 0,1-1-1,-1 1 1,0-1 0,0 0 0,1 0-1,0 1 1,-1-1 0,1 0-1,0-1 1,0 1 0,0 0 0,0 0-1,0-1 1,3 2 0,6 3-443,1-1-1,0 0 1,0-1 0,0 0-1,1-1 1,-1 0 0,25 1-1,92-2-8724,-116-2 7589,67-4-10618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42.3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845 10 8948,'0'0'18419,"-23"-2"-17701,-77-5 224,95 7-857,0 0 0,0 0 1,0 0-1,0 1 1,1 0-1,-1-1 1,0 2-1,0-1 1,0 1-1,1-1 0,-1 1 1,1 1-1,-1-1 1,1 0-1,0 1 1,0 0-1,0 0 0,-6 7 1,7-6-71,0 1 0,0-1 0,1 1 1,-1 0-1,1 0 0,0 0 0,1 0 0,-1 0 0,1 0 1,0 0-1,1 1 0,-1-1 0,1 10 0,0-13-18,0 0 1,0 0-1,0 0 0,1-1 0,-1 1 0,1 0 1,-1 0-1,1 0 0,0-1 0,-1 1 0,1 0 1,0-1-1,0 1 0,0-1 0,1 1 1,-1-1-1,0 1 0,0-1 0,1 0 0,-1 1 1,3 0-1,0 1-15,0-1 0,1 0 1,-1 0-1,1 0 1,-1-1-1,1 1 0,0-1 1,5 0-1,8 1-107,0-1 0,0-1 0,30-3 0,-35 1 7,1-1 0,-1 0 0,0-1 0,-1-1 0,1 0 0,-1 0 0,0-1 0,0-1 0,0 0 0,-1-1 0,0 0 0,16-16 0,-19 10 154,-14 8 176,-21 6-129,18 3-120,0 0 0,1 0 0,-1 0 0,1 1 0,0 0 0,0 1 0,0 0 0,1 0 0,-12 11 0,-4 6-52,-29 34 1,24-20 145,1 2 1,1 0-1,2 2 1,-35 81-1,-49 182 1175,70-184-718,31-98-444,-2 7-36,-19 41 0,25-63 13,0 0 0,-1-1 0,1 1 0,-1-1 0,0 1 0,0-1 0,-1 0 0,1-1 0,-1 1 0,0-1 0,-1 0 0,-7 5 0,10-8 1,-1 1 0,1-1 0,-1 0 0,0 0 0,0 0 0,1 0 0,-1-1 0,0 0 0,0 0-1,1 0 1,-1 0 0,0 0 0,0-1 0,1 1 0,-1-1 0,0 0 0,1 0 0,-1-1 0,1 1 0,-1-1-1,-5-3 1,-4-4 15,1 0-1,0 0 1,-21-22-1,23 21-77,-7-8-47,0-1 1,1 0-1,1-1 1,1-1-1,1 0 1,1 0-1,1-2 1,0 1-1,2-1 1,1-1-1,1 0 1,1 0-1,0 0 1,2-1-1,1 0 1,1-44-1,2 65 31,0 0 0,0 0-1,0 0 1,0 0 0,1 0-1,0 0 1,0 0 0,0 0 0,3-7-1,-2 9 0,0-1-1,0 1 1,0 0-1,0 0 1,0 0-1,0 0 1,1 0-1,-1 0 0,1 1 1,-1-1-1,1 1 1,0-1-1,5-1 1,15-5-568,1 1 0,0 1-1,49-6 1,77 3-4108,-26 2-1515,-32-4 23,0-8-1043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42.5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1 10805,'0'0'18152,"-59"98"-17143,53-79-561,2-1-416,4-3-32,0-2-608,0-5-1489,8-8-1521,13 0-2673,8-8-4466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42.7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 10341,'0'0'18696,"-6"29"-19576,-3 15-481,3 8-832,2 3-1873,0-1-3745,0-6-4019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43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3330,'0'0'20673,"3"0"-19512,-2 0-1056,0 1 0,0-1 0,0 0 0,0 1 0,-1-1 0,1 1 0,0-1 0,0 1 0,0 0 0,0-1 0,-1 1 0,1 0 0,0 0 0,0-1 0,-1 1 0,1 0 0,-1 0 0,1 0 0,-1 0 0,1 0 0,-1 0 0,0 0 0,1 0 0,-1 1 0,15 42 1787,2 4-980,-14-46-919,-1 1 0,0 0 0,1-1 0,-1 0 0,1 0 0,0 0 0,0 0 0,0 0 0,0 0 0,0-1 0,0 1 0,1-1 0,-1 0 0,0 0 0,1 0 0,-1 0 0,0-1 0,1 1 0,-1-1 0,1 0 0,6-1 0,0 1-189,-1-1-1,1 0 1,0-1-1,-1 0 1,0-1-1,17-6 1,-16 4 32,2 1 42,-1-2 1,1 1-1,-1-2 1,0 1-1,16-15 3370,-27 30-3348,1 1 0,1-1-1,-1 0 1,1 0 0,1 0 0,0 0 0,0-1 0,1 1 0,0-1 0,0 0 0,9 13 0,-7-13-1334,0 0 0,0-1 0,1 0 1,0 0-1,0-1 0,13 9 1,15 4-10082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43.8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417 1 5987,'0'0'16183,"-146"71"-14342,89-17-753,-1 9-511,3 16-577,1 1-2017,8-9-5715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45.1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676 63 1825,'0'0'17573,"-15"-10"-15585,8 5-1771,0 0-5,-1-1 1,1 1 0,-1 1 0,0-1 0,-1 1-1,1 1 1,-1-1 0,0 2 0,0-1 0,0 1 0,0 0-1,0 1 1,-17 0 0,-17 3 46,-1 1 0,1 3 0,0 1 0,1 3 0,0 1 0,0 2 0,2 2 1,-53 26-1,82-35-95,1 0-1,0 1 1,-16 13 0,23-18-142,0 0 0,1 1-1,0-1 1,0 1 0,-1 0-1,1 0 1,1-1 0,-1 1-1,0 0 1,1 1 0,0-1-1,-1 0 1,1 0 0,1 1-1,-1-1 1,0 0 0,1 5-1,0-8-23,0 1-1,0 0 1,0 0-1,0-1 1,0 1-1,0 0 1,1-1-1,-1 1 0,0 0 1,1-1-1,-1 1 1,0 0-1,1-1 1,-1 1-1,1-1 0,-1 1 1,1-1-1,-1 1 1,1-1-1,-1 1 1,1-1-1,-1 1 1,1-1-1,0 0 0,-1 1 1,1-1-1,0 0 1,-1 0-1,2 1 1,25 2-87,-20-2 49,47 2-41,0-3 0,0-1-1,66-12 1,-82 7 48,1-2-1,-2-2 1,1-1-1,-1-2 1,43-23-1,-79 36 38,2-1 178,-1 0 1,0 1-1,1-2 1,-1 1-1,0 0 1,0 0-1,0-1 0,0 1 1,0-1-1,0 1 1,0-1-1,-1 0 1,1 0-1,-1 0 0,1 0 1,-1 0-1,0 0 1,1 0-1,-1 0 0,0 0 1,-1-1-1,2-3 1,-2 6 350,-2 0-279,2 0-300,0 32-522,0-28 538,0 0 0,1 0 0,-1 0 0,1 0 0,0 0-1,0 0 1,0 0 0,1 0 0,-1-1 0,1 1 0,0-1 0,0 1 0,0-1 0,0 1 0,1-1-1,0 0 1,-1 0 0,1 0 0,0-1 0,7 5 0,-5-3-191,1-1 0,1 1 1,-1-2-1,0 1 0,1-1 0,-1 0 0,1 0 1,0-1-1,-1 1 0,1-2 0,11 1 1,-9-1 121,-1-1 1,1-1-1,-1 1 1,1-1-1,-1-1 0,0 1 1,0-1-1,0-1 1,0 0-1,-1 0 1,1 0-1,-1-1 1,0 0-1,8-8 1,38-33-12,-35 29 240,32-23-1,-49 40-6,0-1-1,-1 1 1,1 0 0,0 0-1,0 0 1,0-1-1,-1 1 1,1 0 0,0 0-1,0 0 1,0 0 0,-1 0-1,1 0 1,0 0 0,0 1-1,0-1 1,-1 0-1,1 0 1,0 1 0,0-1-1,-1 0 1,1 1 0,0-1-1,0 1 1,-1-1 0,1 1-1,-1-1 1,1 1-1,0 0 1,20 23-757,-14-16 911,-3-2-314,0-2 0,0 1 0,1 0 0,0-1 0,0 0 0,0 0 0,0 0 0,1 0 0,0-1 0,-1 0 0,1-1 0,0 1 0,1-1 0,-1 0 0,0 0 0,1-1 0,-1 0 0,0 0 0,12 0 1,-17-1 26,18 0-423,38-4-1,-50 2 368,0 1-1,0-1 1,-1-1-1,1 1 1,0-1-1,-1 0 0,0 0 1,10-7-1,-15 9 86,0 1 1,0 0-1,0 0 0,0 0 0,0 0 0,0 0 0,0 0 1,0 0-1,0 0 0,0 1 0,-1-1 0,1 0 0,0 1 1,0-1-1,0 0 0,0 1 0,0-1 0,-1 1 0,1-1 1,0 1-1,0 0 0,29 22 632,3 1-825,-18-17-737,0 0 0,0-1-1,1-1 1,27 7 0,32-3-4951,-1-7-3273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45.6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184 535 11909,'0'0'2778,"-19"-3"533,-8-1-1884,-23-4 594,-8 6 2065,57 3-4044,-1-1 0,1 1 0,0-1 0,-1 1 0,1-1 0,-1 1-1,1 0 1,0-1 0,0 1 0,-1 0 0,1 0 0,0 0 0,0 0 0,0 0 0,0 0 0,0 1 0,0-1 0,0 0 0,1 0 0,-1 1 0,0-1 0,1 0 0,-1 1 0,1-1 0,-1 1 0,1-1 0,0 1 0,-1-1 0,1 1 0,0-1 0,0 1 0,0 1 0,-1 6-97,1-1 0,0 1 0,0 0 0,2 9 0,-1-16 44,-1 0 1,1-1 0,0 1 0,-1-1 0,1 1 0,0-1 0,0 1 0,0-1 0,0 1 0,0-1 0,0 0 0,1 0 0,-1 1 0,0-1 0,1 0 0,-1 0 0,1 0 0,-1-1 0,1 1 0,-1 0 0,1 0 0,0-1-1,-1 1 1,1-1 0,0 0 0,-1 1 0,3-1 0,7 2-24,1-1 0,23-1 0,-22 0 1,7-1-10,0-2 0,0 1 0,0-2 0,0-1 0,-1-1 0,1 0 0,35-18 0,-4-2-351,73-52 1,-93 58 86,-1-3 0,-1 0 0,-1-2 0,-1-1 0,-1-1 0,-2-1 0,-1-2 0,-1 0 0,-1-1 0,32-68 0,-52 97 316,18-51-167,-17 48 230,-1 1 1,-1 0-1,1 0 0,0-1 0,-1 1 0,0-1 0,0 1 1,0 0-1,-1-1 0,-1-7 0,1 11 25,0 0 0,0 0 0,0 0 0,-1 0-1,1 0 1,0 0 0,0 0 0,-1 0 0,1 0 0,0 1-1,-1-1 1,1 0 0,-1 1 0,1-1 0,-1 1 0,1 0-1,-1-1 1,1 1 0,-1 0 0,0 0 0,1 0 0,-1 0-1,1 0 1,-1 1 0,1-1 0,-1 0 0,-1 1 0,-4 0 238,-4 0-173,1 1 0,0 0 0,-1 1-1,1 0 1,0 1 0,1 0 0,-1 1 0,1 0 0,-1 0 0,2 1 0,-1 0-1,-8 7 1,-5 6 196,1 1 0,0 1-1,-21 29 1,28-30-110,1 0 0,0 0 0,2 1 0,0 1 0,2 0 0,0 1 0,1-1 0,1 2 0,2-1 1,-6 47-1,9-53-185,1 0 0,1 0 1,1 0-1,0 0 1,1 0-1,1 0 1,1 0-1,0-1 1,1 0-1,0 0 0,2 0 1,0 0-1,0-1 1,2 0-1,0-1 1,13 17-1,-12-20-164,0 0 0,1 0 0,0-1 1,24 17-1,-30-24-181,0 0 0,0-1 0,0 1 0,0-1 0,1 0 0,-1 0 0,0 0 0,1-1 0,0 0 0,-1 0 0,1-1 0,0 1 0,0-1 0,-1 0 0,12-2 0,-15 1-56,0 0 0,0 1-1,-1-1 1,1 0-1,0 0 1,0 0-1,0 0 1,-1-1 0,1 1-1,-1 0 1,1-1-1,-1 1 1,1-1-1,-1 1 1,0-1 0,0 0-1,0 0 1,0 1-1,0-1 1,0 0-1,0 0 1,-1 0 0,1 0-1,-1 0 1,1 0-1,-1-3 1,6-34-11265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47.1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768 0 5811,'0'0'11637,"-50"174"-10549,18-85-559,-7 8-289,-12 1-128,-9-6 64,-13-6-176,-5-17-208,-1-15-448,-3-12-641,9-17-672,8-13-2225,17-12-800,11-6-1281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47.6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0 730 7379,'21'-11'2719,"336"-139"5882,-128 64-6574,539-232 116,-735 303-2182,0-3-1,-2-1 1,36-27 0,-64 44 37,-1 0 0,1 0 0,0 0-1,-1 0 1,0 0 0,0-1 0,1 0 0,-1 1 0,-1-1 0,1 0 0,0 0 0,-1 0 0,1 0 0,-1 0 0,0 0 0,0 0-1,1-7 1,-2 10 4,0-1 0,0 1 0,0-1 0,0 1-1,0 0 1,0-1 0,0 1 0,0-1 0,0 1-1,-1-1 1,1 1 0,0 0 0,0-1 0,0 1-1,0-1 1,-1 1 0,1 0 0,0-1 0,0 1-1,-1 0 1,1-1 0,0 1 0,-1 0 0,1 0-1,0-1 1,-1 1 0,1 0 0,-1 0 0,1-1-1,0 1 1,-1 0 0,0 0 0,-17-1 21,11 1-12,-19 0-8,0 2 0,0 1 1,0 1-1,0 2 0,1 0 0,0 2 1,0 0-1,1 2 0,-45 24 1,21-5 66,1 1 1,2 3-1,-70 64 1,79-62 30,2 0 0,2 3 0,-55 81 0,71-93-58,1 0 1,2 1-1,0 1 0,2 0 0,1 1 0,1 0 0,-8 51 0,17-79-38,0 1-1,-1-1 1,1 0 0,0 0-1,0 0 1,0 0-1,0 1 1,0-1-1,0 0 1,0 0-1,1 0 1,-1 0 0,0 1-1,1-1 1,-1 0-1,1 0 1,0 2-1,0-3 3,-1 0-1,1 1 0,-1-1 1,1 0-1,-1 0 1,1 0-1,-1 1 0,1-1 1,0 0-1,-1 0 0,1 0 1,-1 0-1,1 0 0,0 0 1,-1 0-1,1 0 1,-1-1-1,1 1 0,-1 0 1,1 0-1,-1 0 0,1 0 1,-1-1-1,1 1 0,0-1 1,7-4 93,1-1 1,-2 0-1,12-10 1,-4 2 39,32-22 40,2 3 1,54-29 0,-103 61-164,1 1 0,-1 0 1,0 0-1,0 0 1,1 0-1,-1-1 1,0 1-1,1 0 1,-1 0-1,0 0 1,1 0-1,-1 0 1,0 0-1,1 0 1,-1 0-1,0 0 1,1 0-1,-1 0 1,0 0-1,1 0 0,-1 0 1,0 0-1,1 0 1,-1 1-1,0-1 1,1 0-1,-1 0 1,0 0-1,1 0 1,-1 1-1,0-1 1,0 0-1,1 0 1,-1 1-1,0-1 1,0 0-1,0 0 1,1 1-1,-1-1 0,3 19 341,-8 28-16,4-45-302,-15 71 221,10-50-1001,0 0 0,2 0-1,-2 39 1,6-59-233,0 1-654,4-3-3897,11-1-1466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48.0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0 138 7059,'0'0'7737,"24"11"-5370,80 32-1226,-92-39-1013,0 0 0,0 0 0,1-1-1,-1-1 1,1 0 0,0-1-1,0 0 1,23-2 0,-3 0 94,-32 2-211,1-1 0,0 0 0,0 0 0,0 0 0,-1 0 0,1 0 0,0-1 0,-1 1 0,1 0 0,0-1 0,-1 1 0,1-1 0,0 0 0,-1 0 0,1 1 0,-1-1 0,1 0 0,-1 0 0,1 0 1,-1-1-1,0 1 0,0 0 0,2-3 0,-1 0 64,-1 0 1,1-1-1,-1 1 1,-1-1-1,1 1 1,-1 0-1,1-1 1,-2-7-1,1 6 30,-1 0 0,0 1 0,-1-1-1,1 0 1,-1 1 0,0-1 0,0 1 0,-1 0-1,0 0 1,1 0 0,-7-8 0,2 5 181,0-1 0,0 1 0,-1 0 0,0 1 1,-12-10-1,17 15-215,0 0 1,0 0-1,0 0 0,0 1 1,0-1-1,-1 1 0,1 0 1,0 0-1,-1 0 1,1 0-1,-1 0 0,1 1 1,-1-1-1,0 1 1,1 0-1,-1 1 0,1-1 1,-1 0-1,0 1 0,1 0 1,0 0-1,-1 0 1,1 0-1,-1 0 0,1 1 1,0 0-1,0-1 1,0 1-1,0 0 0,0 0 1,0 1-1,1-1 0,-5 6 1,1-2-33,0 1 1,1 0-1,0 1 1,1-1-1,0 1 1,0-1-1,0 1 1,1 1-1,0-1 0,1 0 1,0 1-1,-2 15 1,3-15-42,1-1-1,0 1 1,0-1 0,1 1 0,0 0 0,0-1-1,1 1 1,0-1 0,1 0 0,3 9-1,-3-11-96,1 0-1,0 0 0,0 0 1,1-1-1,0 1 0,-1-1 0,2 0 1,-1-1-1,1 1 0,-1-1 1,1 0-1,12 5 0,-6-2-524,1-2-1,1 0 1,-1 0-1,0-2 1,1 1-1,24 1 1,-6-2-3138,63-4-1,9-10-4321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48.2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469 0 10565,'0'0'7379,"-140"105"-5762,71-28 1168,8 13 929,1 4-1601,9 4-833,10 0-399,7-1-737,22-14-144,12-14-224,0-12-609,31-22-575,15-16-625,10-17-1585,15-2-1312,11-19-2289,4-18-1441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48.6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428 12 5394,'0'0'6022,"-20"-2"-2047,-3-1-2888,5 0-133,-1 1 1,0 1-1,-1 1 1,1 0-1,-20 4 1,22-1-345,0 1 0,1 0 0,0 2 0,0 0 0,0 0 0,0 2 0,1 0 0,-20 14 0,28-17-486,1 0-1,-1 0 0,1 1 0,0 0 1,0 0-1,1 0 0,0 1 0,0 0 1,0 0-1,1 0 0,0 0 0,1 1 1,-1 0-1,2 0 0,-1 0 0,1 0 1,0 0-1,1 0 0,-2 11 0,3-13-96,0 0 0,0 0 0,0 1 0,1-1 0,-1 0 0,2 0 0,-1 0 0,3 7 0,-3-10-25,1 0 1,0-1 0,-1 0-1,1 1 1,0-1 0,0 0-1,1 0 1,-1 0 0,0 0 0,1 0-1,-1 0 1,1-1 0,-1 1-1,1-1 1,0 0 0,0 0-1,0 0 1,0 0 0,4 1 0,7 1-43,1-1-1,0 0 1,0-1 0,0 0 0,0-1 0,-1-1 0,1-1 0,0 0 0,0 0 0,18-7 0,-23 6-35,-1 0 0,0 0 0,0-1 0,0-1 0,0 1 0,-1-1 0,0 0 0,0-1 0,0 0 0,-1-1 0,0 1 0,0-1 0,-1 0 0,1-1 0,-2 0 0,10-14 0,-14 18 101,0 0 0,1 0 0,-1 0 0,-1 0-1,1 0 1,-1 0 0,1 0 0,-1 0 0,-1-8 0,1 0 524,0 12-547,0 0 0,0 0 1,0 0-1,0 0 0,0 0 1,0-1-1,0 1 0,0 0 1,0 0-1,0 0 1,0 0-1,0 0 0,0 0 1,0 0-1,0-1 0,0 1 1,0 0-1,0 0 0,0 0 1,-1 0-1,1 0 1,0 0-1,0 0 0,0 0 1,0 0-1,0 0 0,0-1 1,0 1-1,0 0 0,0 0 1,0 0-1,-1 0 1,1 0-1,0 0 0,0 0 1,0 0-1,0 0 0,0 0 1,0 0-1,0 0 0,-1 0 1,1 0-1,0 0 1,0 0-1,0 0 0,0 0 1,0 0-1,0 0 0,0 0 1,0 0-1,-1 0 0,1 0 1,0 0-1,0 0 1,0 0-1,0 0 0,0 1 1,0-1-1,0 0 0,0 0 1,0 0-1,-1 0 0,-5 8-249,3 7-280,1 0-1,0 1 1,1-1 0,1 20-1,0-27 104,0-6 79,0 0 1,0 0-1,0 1 1,1-1-1,-1 0 0,0 0 1,1 0-1,0 1 0,-1-1 1,1 0-1,0 0 1,0 0-1,0 0 0,1 0 1,-1 0-1,0-1 1,1 1-1,-1 0 0,1-1 1,0 1-1,-1-1 0,1 1 1,0-1-1,0 0 1,0 0-1,0 0 0,0 0 1,0 0-1,0 0 0,0 0 1,0-1-1,0 1 1,1-1-1,2 1 0,30 1-6998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48.8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397 1 16359,'0'0'3618,"-123"60"-1025,64 9 609,5 13-449,6 8-1152,12-1-481,11 1-431,17-2-449,4-6-240,4-15-304,0-13-577,0-21-351,-2-14-1089,-9-11-737,3-8-1680,-11-12-3650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49.2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54 9812,'0'0'5736,"24"12"-2166,-2-2-2827,7 5 126,1-2-1,0 0 1,57 13 0,-26-13-402,1-4 1,0-2-1,1-2 1,83-6-1,-137 0-474,0 0 0,0 0 1,-1-1-1,1 0 0,-1-1 0,0 0 0,0 0 0,0-1 1,12-7-1,-18 10 2,0 0 0,0-1 0,0 1 1,0-1-1,0 0 0,0 1 0,0-1 0,-1 0 1,1 0-1,-1 0 0,1 0 0,-1 0 0,0-1 1,0 1-1,0 0 0,0-1 0,0 1 0,0-1 1,-1 1-1,1-1 0,-1 1 0,1-1 0,-1 1 1,0-1-1,0 1 0,0-1 0,-1 1 0,1-1 1,-1 1-1,1-1 0,-1 1 0,0-1 0,0 1 1,0 0-1,0-1 0,0 1 0,-3-4 0,0 2 25,1 0 0,-1 0-1,-1 0 1,1 0-1,0 1 1,-1 0 0,0 0-1,1 0 1,-1 0-1,0 1 1,-1 0 0,1 0-1,0 0 1,-1 0-1,-9-1 1,-7 0 268,0 0-1,-36 1 1,50 2-181,-2-1 143,1 1 1,-1 0-1,0 1 1,0 0-1,0 1 1,-15 4-1,22-4-195,0-1 0,0 1-1,1-1 1,-1 1 0,0 0 0,1 0 0,0 1 0,-1-1-1,1 0 1,0 1 0,0-1 0,0 1 0,1 0 0,-1-1-1,1 1 1,-1 0 0,1 0 0,0 0 0,0 0 0,0 0-1,1 0 1,-1 1 0,1-1 0,-1 6 0,0 7 11,0 0 0,0-1 1,2 1-1,0 0 1,0-1-1,2 1 0,0-1 1,7 21-1,-8-29-219,1 0 1,1 0-1,0 0 1,0-1-1,0 1 0,0-1 1,1 0-1,0-1 1,0 1-1,1-1 1,0 0-1,0 0 0,0-1 1,0 0-1,1 0 1,-1 0-1,1-1 0,0 0 1,10 3-1,-1-1-827,0-2-1,-1 0 1,1 0-1,1-2 1,18 0-1,-19-1-1584,1-1 1,27-6-1,-27 2-454,-1 0-1,19-9 0,-35 14 2987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49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287 8 9316,'0'0'5053,"-20"-1"-1099,-66-5-131,82 6-3569,0-1 0,-1 1 0,1 0 0,0 0 0,-1 1 0,1-1 0,0 1 0,-1 0 0,1 0 0,0 0 0,0 1 0,0-1 0,0 1 0,0 0 0,0 0 0,1 0 0,-1 1 0,0 0 0,1-1 0,0 1 1,0 0-1,0 0 0,-3 4 0,5-4-230,-1 0 1,1 0-1,0 0 1,0 0 0,0 1-1,1-1 1,-1 0-1,1 0 1,0 1 0,-1-1-1,1 0 1,1 0-1,-1 1 1,0-1-1,1 0 1,0 0 0,0 0-1,0 1 1,0-1-1,0 0 1,1 0 0,-1-1-1,1 1 1,0 0-1,0 0 1,3 3 0,49 48-140,-39-42 2,-2 1 0,0 1 0,12 15 0,-22-25 46,0 1-1,0-1 0,0 1 1,-1 0-1,0 0 0,0 0 1,0 0-1,-1 0 0,1 1 1,-1-1-1,-1 0 0,1 0 1,-1 1-1,0-1 0,0 6 1,-1-9 66,1 0 0,-1 0-1,0 0 1,0 0 0,0-1 0,0 1 0,0 0 0,0-1-1,-1 1 1,1-1 0,0 1 0,-1-1 0,1 1 0,-1-1-1,0 0 1,1 0 0,-1 0 0,0 0 0,0 0 0,0 0 0,0 0-1,0-1 1,-3 1 0,-55 13 19,44-11-35,-24 6-132,-14 3-513,20-8-3524,38-7-1393,6-7 2622,-1 0 67,36-28-6301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49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272 1 15383,'0'0'8004,"-18"18"-4619,8-8-2939,-6 6 131,-1 1 1,2 1-1,1 0 0,0 1 1,1 1-1,-16 31 1,29-50-562,-85 208 1573,75-180-1605,2 0-1,1 1 1,1 0 0,1 0-1,0 41 1,5 6 16,0-75-19,0 0 0,1 0 0,-1 0 0,0 0 0,1 0 1,-1-1-1,1 1 0,0 0 0,0 0 0,0-1 0,-1 1 0,2 0 0,-1-1 0,0 1 0,0-1 0,0 1 1,1-1-1,-1 0 0,1 1 0,-1-1 0,1 0 0,-1 0 0,1 0 0,0 0 0,-1 0 0,1-1 0,0 1 1,0 0-1,0-1 0,-1 1 0,1-1 0,2 0 0,1 1-329,1 0 1,-1-1-1,0 0 1,0 0-1,0 0 1,0-1-1,0 0 1,0 0-1,0 0 1,0 0-1,7-4 1,-7 3-218,-1-1 0,0 0 1,0 0-1,0 0 1,-1 0-1,1-1 0,-1 1 1,6-8-1,9-23-6151,-7-13-5201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49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6739,'0'0'21402,"142"0"-20041,-67 2-1009,9 6-352,3-3-1841,1-5-2273,-4 0-7411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50.3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312 0 5090,'0'0'21530,"-36"117"-19289,3-35-304,0 8-80,1 4-1745,7 0-112,10-2 0,1-10 0,-1-13 0,3-23 0,-5-15-1409,-4-14-1168,-6-17-1681,-5 0-4498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50.6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 5811,'0'0'5082,"28"-2"-1454,-15 0-3087,201-10 6687,-154 11-5515,26 0-213,0 3 0,128 21 1,-211-23-1479,4 1-4,0 1 0,0-1 0,-1 1 0,1 1 0,10 4 0,-16-6-8,0-1 0,0 1 0,0 0 1,0-1-1,0 1 0,-1 0 0,1 0 1,0 0-1,0 0 0,0 0 0,-1 0 0,1 0 1,-1 0-1,1 0 0,-1 0 0,1 0 1,-1 0-1,1 0 0,-1 1 0,0-1 0,0 0 1,0 0-1,0 0 0,0 1 0,0-1 1,0 0-1,0 0 0,0 0 0,0 1 0,0-1 1,-1 0-1,1 0 0,-1 0 0,1 0 1,-1 0-1,1 0 0,-1 0 0,0 0 0,-1 2 1,-3 5 112,-1-1 1,0 0 0,0 0-1,-15 11 1,-19 22 301,30-25-273,0 0 0,-13 32 0,-12 18-1651,34-63 784,-6 6-998,0-5-5240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50.8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16199,'0'0'11750,"13"121"-13031,-5-71-1360,-2-4-4082,-1 0-6179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51.4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38 11045,'0'0'15975,"9"9"-15044,-3-3-872,0 1 0,0-1 0,-1 1-1,0 0 1,0 0 0,-1 1-1,0-1 1,0 1 0,-1 0-1,0 0 1,0 0 0,-1 0-1,0 1 1,0-1 0,-1 1 0,0 9-1,-1-18-196,3-2-361,16-25-462,-14 20 795,-1 0 0,1 0 0,0 1 0,9-9 0,2 1 153,1 1 0,0 1-1,1 0 1,1 2 0,-1 0-1,2 0 1,-1 2 0,1 1-1,0 0 1,25-4 0,-44 11 117,-1 0 1,1 1 0,0-1 0,-1 0-1,1 0 1,0 1 0,-1-1 0,1 1-1,0-1 1,-1 0 0,1 1 0,-1-1-1,1 1 1,-1 0 0,1-1 0,-1 1-1,1-1 1,-1 1 0,0 0 0,1-1-1,-1 1 1,0 0 0,0-1 0,1 1-1,-1 0 1,0-1 0,0 1-1,0 0 1,0 0 0,0-1 0,0 1-1,0 0 1,0 1 0,2 40 581,-1-16-110,-1-23-556,0 0 1,1 0-1,0 0 0,-1-1 0,1 1 0,0 0 0,0-1 0,1 1 0,-1-1 1,0 1-1,1-1 0,-1 1 0,1-1 0,0 0 0,0 0 0,0 0 0,0 0 1,0 0-1,0-1 0,1 1 0,-1 0 0,1-1 0,-1 0 0,1 0 1,-1 0-1,5 2 0,-3-3-56,1 0 1,-1 1-1,1-1 0,-1-1 1,0 1-1,1-1 1,-1 0-1,0 0 1,0 0-1,1 0 0,-1-1 1,0 1-1,0-1 1,0 0-1,-1-1 0,7-4 1,27-19-353,98-67-120,-124 88 1945,-12 13 138,0 0-2061,-3 9 469,2-1 0,0 2 0,1-1-1,1 0 1,0 0 0,4 19 0,-4-35-130,1 0 0,0 0 0,-1 0-1,1-1 1,0 1 0,-1 0 0,1-1 0,0 1 0,0-1 0,0 1-1,0-1 1,-1 1 0,1-1 0,0 1 0,0-1 0,0 0 0,0 1-1,0-1 1,0 0 0,0 0 0,0 0 0,0 0 0,0 0 0,0 0-1,0 0 1,1 0 0,30-5-6245,-7-10-1035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51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11 8948,'0'0'14722,"14"16"-13394,50 52-399,-59-65-876,0 1 1,-1-1-1,1 0 1,0 0-1,1 0 1,-1-1 0,0 0-1,1 0 1,-1 0-1,1 0 1,0-1 0,-1 0-1,1 0 1,0-1-1,0 0 1,-1 0-1,1 0 1,11-2 0,7 1 91,-21 1-144,-1 0 0,1 0 0,-1 0 0,1-1 0,-1 1 0,1-1 0,-1 1-1,0-1 1,1 0 0,-1 0 0,0 0 0,0 0 0,1 0 0,-1 0 0,0-1 0,0 1 0,0-1 0,-1 1 0,1-1 0,0 0 0,-1 0 0,1 0 0,-1 0 0,1 0 0,-1 0 0,0 0 0,0 0 0,0-1 0,0 1 0,0 0 0,-1-1 0,1 1 0,-1-1 0,1 1 0,-1 0 0,0-1 0,0 1 0,0-1 0,0 1 0,-1-1 0,1 1-1,0-1 1,-2-2 0,0 2 15,1 1 1,-1 0-1,0 0 0,0 0 0,0 0 0,0 0 0,0 0 0,-1 0 0,1 1 0,0-1 0,-1 1 0,1-1 0,-1 1 0,0 0 0,1 0 0,-1 0 0,-4 0 0,-53-10 368,56 10-328,-17-2 584,0 1-1,-1 1 1,1 1 0,-29 3 0,47-2-589,1-1 1,-1 1-1,1 0 1,-1 0-1,1 0 1,0 0-1,0 1 1,-1-1-1,1 1 1,0-1-1,0 1 1,0 0-1,1 0 1,-1 0-1,0 0 1,1 0-1,-1 0 1,1 0-1,0 0 1,-1 1-1,1-1 1,0 0-1,1 1 1,-1-1 0,-1 5-1,0 6-21,0 0-1,1 0 1,0 23-1,1-34-30,0 4-116,0 0-1,1 0 1,0 0 0,0-1-1,1 1 1,-1 0-1,1-1 1,0 1-1,1-1 1,0 0 0,-1 0-1,1 0 1,1 0-1,4 6 1,-1-4-605,0 0 0,0-1 0,0 0 0,1 0 0,0 0 0,0-1 0,0-1-1,11 6 1,38 10-7399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52.2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293 4 11861,'0'0'11438,"-19"0"-8394,-10-2-2146,-4 1 296,-36 3 1,63-2-1044,0 1 1,0 0-1,0 0 1,0 1 0,0-1-1,0 1 1,0 1 0,1-1-1,-1 1 1,1 0-1,0 0 1,-1 0 0,2 1-1,-1 0 1,0 0 0,1 0-1,-8 9 1,8-6-124,-1 0 0,1-1 0,0 2 1,1-1-1,-1 0 0,1 1 0,1-1 0,0 1 1,0 0-1,0 0 0,1 0 0,0 0 0,1 9 1,0-16-48,0 0 0,0-1 0,0 1 0,0 0 0,0 0 0,1 0 0,-1 0 0,0-1 1,0 1-1,1 0 0,-1 0 0,1-1 0,-1 1 0,1 0 0,-1-1 0,1 1 0,-1 0 0,1-1 0,0 1 1,-1-1-1,1 1 0,0-1 0,-1 1 0,1-1 0,1 1 0,29 5-427,-21-6 280,-1-1 1,1 0-1,0 0 0,12-4 1,-8 0-73,0-1 1,-1 0 0,0 0 0,0-2 0,14-10-1,55-48-494,-67 50 794,-11 12 2479,-8 19-1130,2-10-1506,-3 10 101,1 1 1,1-1-1,0 1 0,1 0 1,0 0-1,2 0 1,1 26-1,0-36-212,0-1 1,0 1-1,1-1 1,0 0 0,0 1-1,0-1 1,0 0-1,1 0 1,0 0-1,6 7 1,-6-8-320,1 0 0,0 0 0,0-1 1,0 0-1,1 0 0,-1 0 0,1 0 0,0-1 1,-1 0-1,1 0 0,0 0 0,0 0 0,7 0 1,52 4-12186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52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360 30 3169,'0'0'13812,"3"-7"-10915,-2 6-2778,0 0-1,0 0 0,0 0 0,-1 0 0,1 0 1,0-1-1,-1 1 0,1 0 0,-1 0 0,0 0 0,1-1 1,-1 1-1,0 0 0,0 0 0,0-1 0,0-1 1,-16 17 1106,-40 55 481,33-38-1133,1 0 0,2 2-1,1 1 1,1 0 0,-13 39 0,16-30-1082,2 1 0,-8 47 1,21-90 167,-1 1 1,1 0 0,-1-1 0,1 1 0,-1 0-1,0-1 1,1 1 0,-1-1 0,0 1 0,0-1 0,0 0-1,0 1 1,0-1 0,-1 0 0,1 1 0,0-1-1,-1 0 1,1 0 0,0 0 0,-1 0 0,1-1 0,-1 1-1,-2 1 1,-2-1-1243,-1 1 0,1-1-1,0 0 1,-1-1 0,-7 1-1,-30-1-6665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53.5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61 9300,'19'-4'3498,"69"-13"1688,130-7 1,581 9 2686,-826 17-7837,1 1 1,0 1 0,0 1 0,1 1 0,-1 2 0,2 0 0,-1 2 0,1 0 0,0 2 0,1 1 0,-39 28-1,58-37-70,0-1-1,0 1 1,0-1-1,1 1 0,-1 0 1,1 1-1,-4 6 0,6-10-5,0 1 1,0 0-1,1 0 0,-1 0 0,0 0 0,0 0 0,1 0 0,0 0 0,-1 0 0,1 0 0,0 0 0,0 0 0,0 0 1,0 0-1,0 1 0,0-1 0,1 0 0,-1 0 0,1 0 0,0 0 0,1 2 0,-2-2 5,1-1 0,0 0 0,1 0 0,-1 0 0,0 0 0,0-1 0,0 1-1,1 0 1,-1 0 0,0-1 0,1 1 0,-1-1 0,0 1 0,1-1 0,-1 0 0,1 1 0,-1-1 0,3 0-1,31 1-285,-25-2 210,5 2 78,0-1 0,1-1 0,-1-1 0,0 0 0,0-1 0,0 0 0,0-1 0,-1-1 0,0-1 0,0 0-1,0 0 1,0-1 0,-1-1 0,0 0 0,-1-1 0,0-1 0,11-10 0,-22 18 133,1 1 0,-1-1 0,0 0 0,0 0 0,0 1 0,1-1 0,-2 0 0,1 0 1,0 0-1,0 0 0,-1 0 0,1 0 0,-1 0 0,1 0 0,-1-1 0,0 1 0,0-3 0,0 4 233,-1 19-410,0-8 92,0 1-258,-1 0 0,2 0 0,0 1 0,1 12 0,0-21 86,-1 0 0,1-1 0,-1 1 0,1 0 1,0 0-1,1 0 0,-1 0 0,0-1 0,1 1 0,-1-1 0,1 1 0,0-1 0,0 0 0,0 1 0,0-1 0,0 0 0,1 0 0,-1 0 1,0-1-1,4 3 0,5 1-769,-1-1 1,1 0 0,0 0-1,0-1 1,22 4 0,-6-4-3685,39-1 0,8-2-5360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53.8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401 16 11477,'0'0'4746,"-19"-3"-1742,1 1-2232,-5-3 863,-1 2-1,1 1 1,-42 1-1,62 2-1584,1-1 0,-1 1-1,1-1 1,-1 1 0,1 0-1,0 0 1,-1 0-1,1 1 1,0-1 0,0 0-1,0 1 1,0 0-1,0-1 1,0 1 0,0 0-1,0 0 1,1 0-1,-1 0 1,1 0 0,-1 0-1,0 4 1,-4 6-20,0 1-1,2 0 1,-4 14 0,-9 23 83,14-45-118,1 0 0,-1 0 0,0 0 1,-1 0-1,1-1 0,-1 1 0,0-1 0,-5 4 1,6-5-86,0-2 1,-1 1 0,1 0-1,-1-1 1,1 0 0,-1 1-1,0-1 1,1-1 0,-1 1-1,0-1 1,0 1 0,0-1-1,-4 0 1,-9 0-931,-3 0-524,5 0-4528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54.3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542 1 11749,'0'0'8338,"-19"0"-5305,12 0-2752,-1 0-95,1 0-1,-1 0 1,0 0-1,1 1 1,-1 0-1,1 0 1,-1 1-1,1 0 1,-1 0-1,1 1 1,0 0-1,0 0 1,0 1-1,1 0 1,-1 0-1,1 0 1,-6 7-1,-8 10 300,1 1-1,0 1 0,2 0 1,1 2-1,-19 38 0,-51 138 1210,18-33-1022,52-136-626,0-1 0,-3 0 0,-22 29 0,34-52-189,6-11-255,9-17-29,7-8 193,1 1 0,2 1 0,0 0 0,2 1 0,0 2 0,2 0 1,36-30-1,6 3-604,116-70 1,-161 111 1326,-19 9-469,0 0 1,1 0-1,-1 0 1,0 0-1,0 0 1,0 0-1,0 0 1,0 0-1,1 0 1,-1 0 0,0 0-1,0 0 1,0 1-1,0-1 1,0 0-1,0 0 1,1 0-1,-1 0 1,0 0-1,0 0 1,0 0-1,0 0 1,0 1-1,0-1 1,0 0-1,0 0 1,0 0 0,1 0-1,-1 0 1,0 0-1,0 1 1,0-1-1,0 0 1,0 0-1,0 0 1,0 0-1,0 0 1,0 1-1,0-1 1,0 0-1,0 0 1,0 0-1,0 0 1,0 0 0,0 1-1,0-1 1,-1 0-1,1 0 1,0 0-1,0 0 1,0 0-1,0 1 1,-17 28 1684,6-15-1513,-13 22 210,-2-1 1,-1-1 0,-41 38 0,63-68-403,1 1 0,-1 0 0,1 0 0,0 1 0,0-1 0,0 1 0,1 0 0,0 0 0,0 0 0,1 0 0,-3 9 0,4-12 0,0 0 0,1 1 0,-1-1 0,1 0 0,0 0 0,0 1 0,0-1 0,0 0 0,1 1 0,-1-1 0,1 0 0,0 0 0,0 1 0,0-1 0,0 0 0,0 0 0,1 0 0,0 0 0,-1 0 0,1-1 0,0 1 0,0 0 0,1-1 0,3 4 0,3 1-98,1 0 0,0-1 1,1 0-1,0 0 0,0-1 0,0-1 0,0 0 1,1 0-1,0-1 0,15 2 0,11 0-3132,74 0-1,-26-5-4695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55.5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436 0 11157,'0'0'19956,"1"15"-18547,1 48-1164,-2-62-245,0 24 0,0-24 0,0-1 0,0 1 0,0-1 0,-1 0 0,1 1 0,0-1 0,0 0 0,0 1 0,0-1 0,0 0 0,0 1 0,-1-1 0,1 0 0,0 1 0,0-1 0,-1 0 0,1 0 0,0 1 0,0-1 0,-1 0 0,1 0 0,0 1 0,-1-1 0,1 0 0,0 0 0,-1 0 0,1 0 0,0 1 0,-1-1 0,1 0 0,0 0 0,-1 0 0,1 0 0,-1 0 0,-1-1 0,0-1-1,0 1 1,0-1 0,0 1-1,0-1 1,0 0 0,1 0 0,-1 0-1,1 0 1,-1 0 0,0-3-1,-9-8-118,7 10-23,0 0 0,0 0-1,-1 0 1,0 1 0,1 0 0,-1 0-1,0 0 1,0 0 0,0 1 0,0 0-1,-9-1 1,-60 0-887,58 2 1017,5 2 20,-1-1 0,0 1 1,1 1-1,0 0 0,0 0 0,0 1 0,0 1 0,0 0 0,1 0 0,0 1 0,0 0 0,0 1 0,1 0 0,0 1 0,-14 15 0,17-17 44,0 0 0,1 1 0,-1 0-1,2-1 1,-1 2 0,1-1 0,0 1 0,1-1 0,-1 1-1,1 0 1,1 0 0,0 0 0,0 1 0,1-1-1,0 1 1,0-1 0,1 1 0,0-1 0,0 0 0,1 1-1,0-1 1,4 13 0,-3-16-54,0-1 0,0 1 0,0-1 0,1 0 0,0 0 0,0 0 0,0 0 0,0-1 0,1 1 0,-1-1 0,1 0 0,0 0 0,0 0 0,0 0 0,0-1 0,1 0 0,-1 1 0,1-2 0,-1 1 0,1 0 0,0-1 0,9 1 0,9 2-274,0-2 0,0 0 0,35-3 0,-35-1-389,1-1-1,0-1 1,-1 0 0,33-13-1,89-39-4547,-137 52 4800,190-92-10279,-164 75 8036,42-32-1,-12-5 2553,-42 30 3889,-18 17 428,-2-1 3538,-9 8-2206,-13 3-4076,14 1-859,-4 1-287,1 1 1,-1 0-1,1 0 0,-1 0 0,1 2 0,0-1 0,0 1 0,0 0 1,1 1-1,-16 10 0,3 0-45,1 1 0,-36 35 0,51-46-278,0 0 0,0 1 0,0 0 0,0 0 0,1 1 0,0-1 0,1 1 0,-1 0 0,1 0 0,1 0 0,-1 0 0,1 0 0,0 1 0,1-1 0,0 1 0,0-1 0,1 9 0,1-15 0,1-1 0,0 1 0,0-1 0,0 1 0,0-1 0,0 0 0,0 0 0,0 0 0,-1 0 0,1 0 0,4 0 0,-4 0 0,8-1 0,1 0 0,-1-1 0,1 0 0,-1 0 0,0-1 0,0 0 0,10-6 0,1 0 0,0-2 0,22-15 0,-43 25 0,1 1 0,-1 0 0,0 0 0,0 0 0,0 0 0,1 0 0,-1 0 0,0-1 0,0 1 0,1 0 0,-1 0 0,0 0 0,0 0 0,1 0 0,-1 0 0,0 0 0,0 0 0,1 0 0,-1 0 0,0 0 0,0 0 0,1 0 0,-1 0 0,0 1 0,0-1 0,1 0 0,-1 0 0,0 0 0,0 0 0,1 0 0,-1 0 0,0 1 0,0-1 0,0 0 0,1 0 0,-1 0 0,0 1 0,0-1 0,0 0 0,0 0 0,0 0 0,0 1 0,1-1 0,-1 0 0,0 0 0,0 1 0,0-1 0,0 0 0,0 0 0,0 1 0,0-1 0,0 0 0,0 0 0,0 1 0,0-1 0,0 1 0,0 16 0,0-15 0,0 91-61,0-91-45,0-1 1,1 0 0,-1 0-1,0 1 1,1-1-1,-1 0 1,1 0 0,0 0-1,-1 0 1,1 0 0,0 0-1,0 0 1,-1 0 0,1 0-1,0 0 1,0 0 0,0 0-1,0-1 1,0 1-1,0 0 1,0-1 0,1 1-1,-1-1 1,0 1 0,0-1-1,0 1 1,1-1 0,-1 0-1,0 0 1,0 0 0,1 1-1,-1-1 1,3-1-1,52-1-3914,-49 1 3315,45-10-3609,-38 6 1355,-1 0 1,0-2 0,20-11 0,1-6-1024,-1-2 3964,7-12 20117,-40 40-18144,-1 22 709,1-14-2062,-1 1-1,1-1 1,1 1 0,0-1-1,3 12 1,-4-20-595,1 1 0,0-1 0,0 1 0,0-1 0,0 1 0,1-1 0,-1 0 0,0 0 0,1 0 0,0 0 0,-1 0 0,1 0 0,0 0 0,0 0-1,0-1 1,0 1 0,0-1 0,1 1 0,-1-1 0,0 0 0,1 0 0,-1 0 0,1 0 0,-1-1 0,1 1 0,2 0 0,7 0-65,-1 0-1,0-1 1,1 0 0,-1-1 0,1 0-1,-1 0 1,0-2 0,1 1-1,-1-1 1,0-1 0,-1 0-1,1-1 1,-1 0 0,0 0 0,0-1-1,0 0 1,-1-1 0,0 0-1,9-10 1,-15 15 144,-3 2-40,1-1 0,-1 1 1,1-1-1,-1 1 0,1-1 1,-1 1-1,1-1 0,-1 1 1,0-1-1,1 0 1,-1 1-1,0-1 0,0 0 1,1 1-1,-1-1 0,0 1 1,0-1-1,0 0 1,0 0-1,0 0 0,1 11 4,0-1 0,0 1 0,1-1 0,0 0-1,0 0 1,1 1 0,5 10 0,-5-15-474,0 1 0,0-1 1,0 0-1,1 0 0,6 7 1,-8-9-371,1-1 0,-1 0 1,0 0-1,1 0 1,0 0-1,0-1 1,-1 1-1,1-1 0,0 1 1,0-1-1,4 1 1,35 1-20201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56.6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356 46 6531,'0'0'9338,"8"-9"-7975,26-27 222,-34 36-1517,0 0 0,0 0 1,0 0-1,0 0 1,0 0-1,0 0 0,0 0 1,0 1-1,0-1 1,0 0-1,0 0 0,0 0 1,0 0-1,0 0 1,0 0-1,1 0 0,-1 0 1,0 0-1,0 0 1,0 1-1,0-1 0,0 0 1,0 0-1,0 0 1,0 0-1,1 0 0,-1 0 1,0 0-1,0 0 1,0 0-1,0 0 0,0 0 1,0 0-1,1 0 1,-1 0-1,0 0 0,0 0 1,0 0-1,-6 15 525,-176 332 5999,164-322-6373,18-24-339,2-1-1171,50-3 319,-36 1 964,0 2-1,0-1 1,1 2-1,25 3 1,-40-3 1,1 0 1,-1 0-1,0 0 1,0 0-1,0 1 1,0-1-1,0 1 1,-1-1-1,1 1 1,0-1-1,-1 1 1,1 0-1,-1 0 1,1 0-1,-1 0 1,0 0-1,0 0 1,0 0-1,0 1 1,0-1-1,0 0 1,-1 0-1,1 5 1,1 5 46,0-1 0,-1 1 1,0 15-1,-2-19 11,0 0 0,0 0 1,0 0-1,-1 0 0,-1 0 0,1 0 0,-1-1 1,0 1-1,-1-1 0,0 0 0,0 0 0,-1 0 1,1 0-1,-2-1 0,1 1 0,-1-2 0,1 1 1,-2 0-1,1-1 0,-1 0 0,-8 5 0,2-3 53,0 0 0,0 0 0,0-1-1,0-1 1,-1 0 0,0-1 0,0-1 0,-1 0-1,1-1 1,0 0 0,-22-1 0,31-1-46,0-1-1,1 0 1,-1 0-1,0-1 1,1 1 0,-1-1-1,1 0 1,-1 0 0,1 0-1,0-1 1,0 1 0,0-1-1,0 0 1,0-1-1,1 1 1,-1 0 0,1-1-1,-4-6 1,2 4 15,1 0-1,1 0 1,-1 0-1,1 0 1,0-1-1,1 0 1,0 1-1,0-1 1,0 0-1,1 0 1,0 0 0,-1-10-1,3 17-72,-1-1 0,0 0 0,1 0-1,-1 0 1,0 0 0,1 0 0,-1 1 0,1-1 0,-1 0-1,1 0 1,0 1 0,-1-1 0,1 0 0,0 1 0,-1-1-1,1 1 1,0-1 0,0 1 0,-1-1 0,1 1-1,0-1 1,0 1 0,0 0 0,0-1 0,0 1 0,0 0-1,1 0 1,34-6-11,-26 5 6,253-17-149,-179 16-35,-1-4 0,135-27 0,-215 32 182,9-1-68,0-2 0,-1 0 0,17-7 0,-26 10 80,0 0-1,1 0 1,-1 0-1,0-1 1,0 1-1,0-1 1,0 1-1,0-1 1,-1 0 0,1 0-1,0 1 1,-1-1-1,0-1 1,1 1-1,-1 0 1,0 0-1,0 0 1,0-1 0,0 1-1,0 0 1,-1-1-1,1-4 1,0 3 43,-1-1 0,-1 1 1,1-1-1,-1 1 1,0-1-1,0 1 0,0-1 1,0 1-1,-1 0 0,1 0 1,-1 0-1,0 0 1,-1 0-1,1 0 0,-1 0 1,0 1-1,0-1 1,0 1-1,0 0 0,0 0 1,-1 0-1,1 0 0,-1 0 1,0 1-1,0 0 1,0 0-1,0 0 0,0 0 1,-7-1-1,7 1-14,0 0 0,0 1 0,0 0 1,0 0-1,0 0 0,-1 1 0,1-1 0,0 1 0,-1 0 0,1 0 0,0 0 1,-5 2-1,7-2-38,0 1 0,0 0 0,1-1 1,-1 1-1,0 0 0,1 0 0,-1 0 0,0 0 1,1 1-1,-1-1 0,1 0 0,-1 1 1,1-1-1,0 1 0,0-1 0,0 1 0,0 0 1,0 0-1,0-1 0,0 1 0,0 0 0,1 0 1,-1 0-1,1 0 0,-1 0 0,1 3 1,-1 1-105,0 0 1,0 1-1,1-1 1,0 0-1,0 0 1,0 1-1,1-1 1,0 0-1,1 0 1,-1 0 0,1 0-1,0 0 1,0 0-1,1-1 1,0 1-1,0-1 1,0 1-1,1-1 1,0 0-1,0 0 1,0-1 0,0 1-1,1-1 1,-1 0-1,1 0 1,0-1-1,1 1 1,10 4-1,4 3-963,0-2-1,1-1 0,1 0 1,-1-1-1,1-2 0,27 4 0,74 2-8263,-33-11 347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57.3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946 49 4866,'0'0'20239,"-19"-8"-19153,-63-27-406,79 34-633,0 0 0,0 0-1,0 0 1,0 0 0,-1 1 0,1 0 0,0-1 0,0 1-1,-1 0 1,1 1 0,0-1 0,0 0 0,-1 1 0,1 0-1,0 0 1,0 0 0,0 0 0,0 0 0,0 1 0,0-1-1,1 1 1,-1 0 0,0 0 0,-2 2 0,4-2-32,-1-1-1,0 1 1,1 0 0,-1 0-1,1 0 1,0 0 0,0 0 0,0 0-1,0 0 1,0 1 0,0-1 0,0 0-1,1 0 1,-1 1 0,1-1 0,0 0-1,0 1 1,-1-1 0,2 0-1,-1 1 1,0-1 0,0 1 0,1-1-1,-1 0 1,1 0 0,0 1 0,0-1-1,1 2 1,0-1-18,0 0 1,1 0-1,0 0 0,0-1 1,-1 1-1,2-1 0,-1 0 1,0 0-1,0 0 0,1 0 0,-1-1 1,1 1-1,-1-1 0,1 0 1,0 0-1,-1 0 0,1 0 1,7 0-1,9 0-76,-1 0 0,25-2 0,-26-2 175,-18 3-88,0 0 0,0 0 0,0 0 1,0 0-1,0 0 0,0 0 0,0 0 0,0 0 0,0 0 1,0 0-1,-1 0 0,1 0 0,0 0 0,0 0 0,0-1 1,0 1-1,0 0 0,0 0 0,0 0 0,0 0 0,0 0 1,0 0-1,0 0 0,0 0 0,0 0 0,0 0 0,0 0 1,0 0-1,0 0 0,0 0 0,0-1 0,0 1 0,0 0 1,0 0-1,0 0 0,0 0 0,0 0 0,0 0 0,0 0 1,0 0-1,1 0 0,-1 0 0,0 0 0,0 0 0,0 0 1,0 0-1,0 0 0,0 0 0,0 0 0,0 0 0,0 0 1,0-1-1,-2 2 6,0-1 0,-1 1 0,1-1 0,0 1 1,0 0-1,0 0 0,0-1 0,0 2 0,0-1 1,0 0-1,0 0 0,0 1 0,0-1 0,-2 3 1,-16 17-78,1 2 0,1 0 0,1 1 0,1 1 0,-21 43 0,30-55 62,-98 202-45,60-117 130,-66 108 0,99-187 26,-1-1 0,-1 0-1,0 0 1,-1-2-1,-25 22 1,34-33-30,-1 0 1,1 0-1,-1-1 0,0 0 0,0 0 1,-1-1-1,1 0 0,-1 0 0,0 0 1,0-1-1,1-1 0,-1 1 0,0-1 1,-1 0-1,1-1 0,0 0 0,0-1 1,-12-1-1,12 0-59,1-1-1,0 0 1,-1 0 0,1 0 0,1-1-1,-1 0 1,0 0 0,1-1 0,0 0 0,0 0-1,0 0 1,-5-8 0,-7-7-9,1-2 0,-15-26 1,22 32-12,0-2 0,1 0 0,0 0 1,2 0-1,0-1 0,2 0 0,0-1 0,1 1 1,0-1-1,2 0 0,0 0 0,2-25 1,1 40-17,0 0 0,0 0 0,0 0 1,1 0-1,-1 0 0,1 0 0,0 1 0,1-1 1,-1 1-1,1-1 0,0 1 0,0 0 1,0 0-1,1 0 0,-1 1 0,1-1 1,0 1-1,0 0 0,4-3 0,11-6-46,1 1-1,-1 1 1,23-9-1,-41 19 59,287-100-1267,-82 34 414,-119 34 671,280-113 90,-349 136 141,32-23-1,-27 16 3175,-23 20-3197,0 14-18,0 1 0,1-1 0,1 0 1,5 19-1,-6-31-220,1 0-1,0 0 1,1 0-1,0-1 1,0 1-1,0-1 0,0 0 1,1 0-1,0 0 1,0 0-1,0-1 1,0 0-1,1 1 1,0-2-1,9 7 1,-6-5-619,-1-2 0,1 1-1,0-1 1,0 0 0,0-1 0,0 0 0,0 0 0,11 0-1,20 0-6568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57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12678,'0'0'13270,"23"8"-14695,9 30-512,-1 0-1376,3-1-3826,-5 1-3746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57.9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10005,'0'0'18168,"1"5"-17154,-1-2-963,1 0 0,0 1 1,0-1-1,0 0 0,0 0 1,0 0-1,1 0 1,-1 0-1,1 0 0,0 0 1,0-1-1,0 1 0,0-1 1,0 1-1,1-1 0,-1 0 1,1 0-1,0 0 0,-1 0 1,1 0-1,0 0 1,0-1-1,0 0 0,0 1 1,0-1-1,1 0 0,-1-1 1,0 1-1,0-1 0,1 1 1,3-1-1,10 0-266,0 0-1,0-2 1,18-3 0,-29 4 218,1-1 1,-1 0 0,0 0 0,0-1-1,0 0 1,-1 0 0,1 0 0,0 0-1,-1-1 1,0 0 0,6-6 0,-9 12 256,1 0 1,0 0 0,-1 0-1,0 0 1,1 1 0,-1-1-1,0 0 1,0 1-1,-1 0 1,3 4 0,20 22-1007,-18-23 55,0-1 0,1-1 0,0 1 1,0-1-1,0 0 0,13 5 0,28 4-6327,4-6-4315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58.1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0 1857,'0'0'15671,"11"115"-11589,-26-77-1681,-10-3-1521,-4-8-880,1-2-144,5-12-3297,11-13-7652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59.0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343 32 5378,'0'0'19289,"-1"-5"-16888,0 4-2302,1-1-1,0 1 0,0 0 0,-1 0 0,1 0 1,-1 0-1,1 0 0,-1 0 0,1-1 0,-1 1 0,0 0 1,1 1-1,-1-1 0,0 0 0,0 0 0,0 0 1,0 0-1,0 1 0,0-1 0,0 0 0,0 1 1,0-1-1,0 1 0,0-1 0,-1 0 0,-38-1 1487,26 2-1387,1 0-93,-1 1-1,1 1 1,0 0 0,0 1 0,0 0 0,1 1 0,-1 0 0,1 1 0,0 1 0,0 0-1,0 0 1,1 1 0,-12 9 0,16-10-114,0 0-1,1 0 1,0 0 0,0 1-1,0-1 1,1 2 0,0-1-1,0 0 1,0 1 0,1 0 0,1 0-1,-1 0 1,1 1 0,1-1-1,-1 1 1,2 0 0,-1-1-1,1 1 1,0 0 0,1 13-1,0-21-23,1 0 0,-1 1-1,1-1 1,0 0 0,-1 0-1,1 0 1,0 0 0,-1 1-1,1-1 1,0 0 0,0 0-1,0 0 1,0-1-1,0 1 1,0 0 0,0 0-1,1 0 1,-1-1 0,0 1-1,0-1 1,1 1 0,-1-1-1,0 1 1,0-1 0,1 0-1,-1 1 1,0-1 0,1 0-1,1 0 1,49 1-265,-40-1 265,3 0 41,1 0 0,-1-2 0,1 0 0,-1 0 0,0-1 0,19-7 0,-28 7 12,0 1 0,1-1 0,-1 0 0,-1-1 0,1 0 1,0 0-1,-1 0 0,0 0 0,0-1 0,0 0 0,-1 0 0,1 0 0,-1-1 0,0 1 0,-1-1 0,6-11 1,-5-4 410,-2 13-82,-1 16-105,-2 2-279,1 1 0,1 0 0,0-1 0,0 1 0,6 18 0,-6-26-11,0 0 0,0-1 0,1 1 0,-1-1-1,1 1 1,-1-1 0,1 1 0,0-1 0,0 0-1,0 0 1,0 0 0,1 0 0,-1 0 0,0 0 0,1-1-1,-1 1 1,1-1 0,0 1 0,0-1 0,-1 0-1,1 0 1,0-1 0,0 1 0,0 0 0,0-1 0,4 1-1,4-1-83,0 0-1,0-1 1,0 0 0,0 0-1,0-1 1,-1-1-1,1 0 1,-1 0-1,1-1 1,-1 0-1,0-1 1,14-9 0,0-2 469,0-2 1,-1-1 0,29-30 0,-51 48 583,-2 6-893,2 1-1,-1-1 1,0 1-1,1-1 0,0 0 1,0 1-1,1-1 1,-1 0-1,1 0 1,1 0-1,-1 0 0,0 0 1,1 0-1,0-1 1,0 1-1,1-1 1,-1 0-1,1 0 1,0 0-1,0 0 0,0-1 1,0 0-1,1 0 1,0 0-1,-1 0 1,1-1-1,0 1 0,0-1 1,0 0-1,0-1 1,1 1-1,-1-1 1,8 0-1,-1 1-98,1-1 0,-1-1 0,1 0 0,-1 0 0,0-2 0,1 1 0,-1-2 0,0 1 0,0-2 0,0 0 0,0 0 0,-1-1 0,18-10 0,-25 13 80,1-1 53,0 0-1,0 0 0,-1 0 1,0 0-1,1-1 1,-1 1-1,0-1 0,-1 0 1,1 0-1,-1-1 0,0 1 1,5-9-1,-6 13-205,0 0 0,0 0-1,0 0 1,0 0 0,0 0 0,0 0-1,-1 0 1,1 1 0,0-1 0,0 1-1,0 0 1,0-1 0,0 1 0,0 0 0,1 1-1,14 7-1616,-7-4 166,0 1 1,1-1-1,0-1 1,0 0-1,0-1 1,18 4-1,23-5-9236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5:59.4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254 717 14695,'0'0'3479,"-19"-8"256,-65-27-251,75 32-2942,-1 0 0,0 0-1,0 1 1,0 0 0,0 1 0,-1 0 0,-15 0 0,15 1-230,10 0-290,-1 0-1,0 0 1,1 1-1,-1-1 1,0 0-1,1 0 1,-1 1-1,1-1 1,-1 1-1,1 0 1,-1-1-1,1 1 1,-1 0-1,1 0 1,0 0-1,0 0 1,-1 0-1,1 0 0,0 0 1,0 0-1,0 1 1,0-1-1,0 0 1,0 1-1,0-1 1,1 0-1,-1 1 1,0-1-1,1 1 1,-1 1-1,-1 5-53,1 0-1,0-1 1,0 1-1,1 15 0,0-14 35,0-8-20,0 0 1,0 0 0,0 0 0,0 0 0,1-1-1,-1 1 1,0 0 0,1 0 0,-1 0-1,0 0 1,1 0 0,-1 0 0,1 0 0,0-1-1,-1 1 1,1 0 0,0 0 0,-1-1-1,1 1 1,0 0 0,0-1 0,-1 1-1,1-1 1,1 1 0,1 1-47,1-1 0,-1 0 0,0 0 0,0 0-1,1-1 1,-1 1 0,5 0 0,3-1-56,0 0 0,0-1-1,0 0 1,11-3 0,-7-1 37,0 0 0,-1-1 0,1-1 0,-1 0 0,0-1-1,-1 0 1,0-1 0,0 0 0,14-15 0,15-18-51,41-49-1,-77 83 157,61-69-6,-3-4 0,72-117 0,-129 185 60,0 0 0,-1 0 0,0-1 0,-1 0 0,0 0 0,-1 0 0,2-16 0,-6 28-8,1 0 0,-1 0-1,0-1 1,0 1 0,0 0-1,0 0 1,-1 0 0,1 0-1,-1 0 1,1 0 0,-1 0 0,1 0-1,-1 0 1,0 0 0,0 0-1,0 0 1,0 0 0,-1 0-1,1 1 1,0-1 0,-1 1-1,1-1 1,-1 1 0,1-1-1,-1 1 1,0 0 0,0 0-1,1 0 1,-1 0 0,0 0-1,0 0 1,0 0 0,0 0-1,0 1 1,0-1 0,-4 1-1,-5-2 54,1 1 0,-1 1 0,0 0 0,0 0 0,0 1 0,-11 2 0,9 1-77,0-1 0,0 2 0,1 0 0,0 0 0,0 1 0,0 0 0,1 1 0,-1 1 0,2 0 0,-1 0 0,1 1 0,1 0 0,0 1 0,0 0 0,0 0 0,-10 19 0,1 0-29,1 1 0,1 1 0,2 1 0,1 0 0,-11 40 0,10-12-87,3 1 1,2 1-1,3 0 1,2 85 0,4-117-732,1 0 0,8 47 0,-7-66 34,1-1-1,0 0 1,0 0-1,7 13 0,-6-17-307,-1 0 1,1 0-1,0 0 0,1-1 0,-1 1 0,1-1 1,8 7-1,-8-9-1342,0 1 0,1-1 1,-1 0-1,1-1 1,0 1-1,9 2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00.5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0 133 6163,'0'0'14919,"4"-3"-13689,6-2-800,-1 0 0,1 1 0,0 0 0,1 0 0,-1 1 0,1 1 0,17-3 0,8 2-167,37 1 1,-72 2-273,0 1 1,-1 0 0,1-1-1,0 1 1,-1 0-1,1 0 1,0 0 0,-1-1-1,1 1 1,-1 0 0,1 0-1,-1 0 1,0 0-1,1 0 1,-1 0 0,0 0-1,0 0 1,0 0 0,0 0-1,0 0 1,0 0-1,0 0 1,0 0 0,0 0-1,0 1 1,-2 32 113,2-32-86,-2 12 194,-1-1 0,0 0-1,-9 24 1,7-27-186,2 1 1,-1 0-1,1 0 1,1 0-1,0 0 1,0 12-1,19-22-333,-1-2 335,0 0-1,0-1 1,0-1 0,-1-1 0,23-7 0,73-35 120,-63 24-122,-39 19 16,1-1 57,-1-1 1,1 0 0,13-9 0,-22 13 1129,0 5-1211,0-1 1,1 1 0,-1-1 0,0 0 0,1 0-1,0 0 1,0 1 0,0-2 0,0 1 0,5 5-1,-1-1 9,1 3-34,1-1-1,0 0 0,0-1 1,1 0-1,0 0 1,1-1-1,13 8 1,-20-13 9,0 0-1,1 0 1,-1-1-1,1 1 1,-1-1 0,1 0-1,0 0 1,-1 0 0,1 0-1,0-1 1,0 0-1,0 1 1,-1-1 0,1-1-1,0 1 1,0-1 0,0 1-1,-1-1 1,1 0-1,0 0 1,-1 0 0,1-1-1,-1 0 1,1 1 0,-1-1-1,0 0 1,3-3-1,3-2 71,-1-1 0,0 0 0,-1-1 0,1 0-1,-2 0 1,1 0 0,-1-1 0,-1 0 0,0 0 0,0 0-1,-1-1 1,5-21 0,-4 10-238,-1-1 0,1-33 0,-4-13-3059,0 72 2329,-1 1 0,1 0 0,0 0 0,0 0 0,0-1 0,1 1 0,-1 0 0,1-1 0,0 1 0,0-1 0,0 0 0,1 0-1,-1 0 1,1 0 0,-1 0 0,1 0 0,5 3 0,28 22-7354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00.8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0 149 6531,'0'0'16730,"18"0"-15679,4 1-756,6 1 72,0-2 0,47-6 0,-72 6-354,1-1 1,0 0 0,-1 0-1,0 0 1,1 0 0,-1-1-1,0 1 1,1-1-1,-1 0 1,0 0 0,0 0-1,0 0 1,-1 0 0,5-5-1,-5 4 17,-1 1 1,1-1-1,-1 1 0,0-1 0,0 0 1,0 0-1,0 1 0,0-1 0,-1 0 1,1 0-1,-1 0 0,0 0 0,1 0 1,-1 0-1,-1 1 0,1-1 0,0 0 1,-2-4-1,1 4 32,0 0 0,0 0 0,-1 0 1,1 0-1,-1 0 0,0 1 0,0-1 1,0 0-1,0 1 0,0 0 0,-1-1 0,1 1 1,-1 0-1,1 0 0,-1 0 0,0 1 1,0-1-1,0 1 0,0-1 0,0 1 0,0 0 1,0 0-1,0 0 0,-4 0 0,-7-2 168,-1 0-1,0 2 1,-27-1-1,40 2-216,0 0 1,0 0 0,0 1-1,-1-1 1,1 1-1,0-1 1,0 1-1,0 0 1,0 0-1,0 0 1,0 0-1,1 0 1,-1 0-1,0 0 1,0 1-1,1-1 1,-1 1-1,1-1 1,-1 1 0,1 0-1,0-1 1,-1 1-1,1 0 1,0 0-1,0 0 1,1 0-1,-1 0 1,0 0-1,0 0 1,1 0-1,-1 4 1,0 1-19,0-1 0,1 1 0,-1 0 0,2 0 1,-1-1-1,1 1 0,-1 0 0,2-1 0,2 11 0,-1-10-28,0-1-1,1 1 1,0-1 0,0 1-1,0-1 1,1 0 0,0-1-1,0 1 1,0-1 0,0 0-1,1 0 1,11 6 0,3 2-444,1-2 1,40 17 0,-29-16-959,1-2 0,0-1 1,1-1-1,50 4 0,35-5-7780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01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354 35 13190,'-21'-5'4874,"-24"-5"-1689,-1 2-1,-72-3 1,105 11-2691,9 0-321,-1 0-1,0 0 1,1 0 0,-1 0-1,1 1 1,-1 0-1,-8 2 1,11-2-169,1 0 1,-1 0 0,1 1-1,0-1 1,0 0-1,-1 0 1,1 1 0,0-1-1,0 0 1,0 1 0,0-1-1,1 1 1,-1 0-1,0-1 1,1 1 0,-1 0-1,1-1 1,-1 1 0,1 0-1,0-1 1,0 1-1,-1 0 1,1 0 0,1 2-1,-1 4-93,0 1-1,0-1 0,1 1 1,0-1-1,1 0 1,-1 0-1,2 1 0,-1-1 1,5 7-1,1 1-45,1-1-1,0 0 1,16 18-1,-19-25 80,1-1 0,-1 1 0,0 1-1,-1-1 1,0 1 0,-1 0 0,0 1-1,0-1 1,-1 0 0,0 1 0,0 0 0,-1 0-1,1 15 1,-3-23 53,-1 0 0,1 0-1,0-1 1,-1 1 0,0-1-1,1 1 1,-1 0 0,0-1 0,0 1-1,0-1 1,0 0 0,0 1-1,0-1 1,0 0 0,-1 0 0,1 1-1,0-1 1,-1 0 0,1 0-1,-1-1 1,1 1 0,-1 0 0,1 0-1,-1-1 1,1 1 0,-1-1-1,0 1 1,0-1 0,1 0 0,-1 1-1,-1-1 1,-11 2 90,-1-1 0,-24 0 0,28-2-117,-1 2 70,-21-3-1395,32 2 1183,1-1 1,-1 1-1,0 0 0,0-1 0,1 1 1,-1-1-1,0 1 0,1-1 0,-1 1 1,1-1-1,-1 1 0,1-1 1,-1 0-1,1 1 0,-1-1 0,1 0 1,-1 1-1,1-1 0,0 0 0,0 1 1,-1-1-1,1 0 0,0 0 1,0 1-1,0-1 0,0 0 0,0 0 1,0 0-1,0 1 0,0-1 0,0 0 1,0 0-1,0 0 0,0 1 1,1-2-1,-1-1-519,1 1-1,0 0 1,-1 0 0,1 0 0,0 0-1,0 0 1,0 0 0,0 1 0,1-1 0,1-2-1,32-28-8643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01.3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427 1 1953,'0'0'19513,"-128"65"-17304,67-1 576,3 20-880,14 2-897,9 4 81,12-9-513,4-12-336,8-12-208,3-20-32,4-14-368,4-6-736,0-15-993,-17-23-9525,-2-23 1602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01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4914,'0'0'9541,"19"4"-5251,-1 0-3327,12 2 717,0 1 0,41 16-1,-16-2-250,0-2-1,95 18 0,-149-37-1393,1 0-1,-1 0 1,1 0-1,-1 0 1,1 1 0,-1-1-1,1 0 1,-1 1-1,0-1 1,1 1-1,-1 0 1,1 0 0,-1-1-1,0 1 1,0 0-1,0 0 1,1 0 0,-1 0-1,0 0 1,0 0-1,0 0 1,-1 1 0,2 1-1,-2-1-14,1 1 0,-1-1-1,0 0 1,-1 1 0,1-1-1,0 1 1,-1-1 0,0 0 0,1 1-1,-1-1 1,0 0 0,0 0-1,0 1 1,-2 1 0,3-3-72,-23 52-131,16-14-4854,14-36-2097,14-6 662,7-11-1607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01.8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9 13158,'0'0'13622,"-17"-8"-14918,17 33-657,15-2-1281,10-6-2480,4-7-2082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02.2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289 1 9812,'0'0'6011,"-21"7"-2364,7-3-3031,1-1-110,0 1 0,0 1-1,1 0 1,0 0 0,0 2-1,1-1 1,-1 1 0,1 1 0,1 0-1,-13 12 1,11-7-199,1 1 0,0 1-1,1 0 1,0 0 0,1 1 0,1 0 0,1 0 0,0 1-1,1 0 1,1 0 0,0 1 0,1-1 0,1 1-1,1 0 1,0 34 0,2-49-312,0-1 0,0 1 0,1-1 0,-1 1 0,1 0 0,-1-1 0,1 1-1,0-1 1,0 0 0,0 1 0,0-1 0,0 0 0,0 0 0,1 1 0,-1-1 0,1 0 0,0 0 0,2 2 0,0-1-69,-1-1 0,1 0 1,0 1-1,0-1 0,0-1 0,0 1 1,0 0-1,0-1 0,9 2 1,6-1-347,0-1 0,0 0 0,37-4 0,-53 3 399,11-2-244,0-1 1,1-1-1,-1 0 1,-1 0 0,1-2-1,-1 0 1,1 0 0,-2-1-1,1-1 1,21-16 0,3-7-1412,64-68 1,-19 6 548,-70 78 1380,0-1 0,-2 0 0,0 0 0,10-24 0,-19 39 49,0-1-1,-1 1 1,1 0-1,0-1 1,-1 1-1,0-1 1,1 1-1,-1-1 1,0 1-1,0-1 1,1 1-1,-1-1 1,0 1-1,-1-1 1,1 1-1,-1-3 1,1 3-164,0 1 1,-1 0 0,1-1-1,-1 1 1,1 0 0,-1 0-1,1-1 1,-1 1 0,1 0-1,-1 0 1,1 0 0,-1 0-1,1 0 1,-1 0 0,1 0-1,-1 0 1,0 0 0,1 0-1,-1 0 1,1 0 0,-1 0 0,1 0-1,-1 0 1,1 0 0,-1 1-1,1-1 1,-1 0 0,1 0-1,-1 1 1,-4 2 58,0-1 0,1 1 1,-1 0-1,1 1 0,0-1 0,-1 1 1,-5 7-1,-2 7-197,0 0 0,2 1 0,0 0 0,1 1 0,1 0 0,0 0 0,2 1 0,-5 29 0,3 0 0,2 1 0,2 73 0,4-116-18,0 0 1,1 0-1,0 0 1,0 1-1,0-1 1,1 0-1,5 11 1,-6-16-218,1 0 0,-1-1 0,1 1 1,0 0-1,0 0 0,0-1 0,0 1 0,5 3 1,-5-4-383,1 0 0,0-1 1,0 1-1,0 0 0,0-1 1,0 0-1,0 0 0,0 0 1,7 1-1,23 0-10732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05.5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210 0 9172,'0'0'14831,"-7"2"-13316,3-1-1372,0 0 0,1 1 0,-1 0 0,1 0 0,-1 0 1,1 0-1,0 0 0,-1 1 0,1 0 0,0-1 0,-4 7 0,0 0 144,0 0 1,1 0-1,1 1 0,-5 10 1,-5 16 481,-16 59 1,28-86-746,-31 138 291,0-1-3106,29-121 208,4-10-6682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06.0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45 6723,'0'0'16338,"24"-7"-14590,77-24-908,-93 29-770,0 0 1,1 1-1,-1 0 1,1 0-1,0 1 0,-1 0 1,1 1-1,-1 0 1,1 0-1,-1 1 0,11 2 1,-14-2-63,1 0 1,-1 1-1,0-1 0,0 1 1,0 0-1,0 1 1,-1-1-1,1 1 1,-1-1-1,0 1 0,0 1 1,0-1-1,-1 1 1,5 5-1,-7-7-12,1 0-1,-1 0 1,0 0-1,0 0 1,0 1-1,0-1 0,-1 0 1,1 0-1,-1 1 1,0-1-1,0 0 1,0 1-1,0-1 1,-1 0-1,1 1 1,-1-1-1,0 0 1,0 0-1,0 0 1,0 0-1,-1 0 1,1 0-1,-1 0 1,0 0-1,1 0 0,-2-1 1,1 1-1,0-1 1,0 1-1,-1-1 1,1 0-1,-6 4 1,-14 7 42,0 0 0,-36 14 0,-17 10-8,74-37-30,0 1-1,0-1 1,0 1 0,0 0-1,0-1 1,0 1-1,0 0 1,1 0 0,-1 0-1,0-1 1,0 1 0,1 0-1,-1 0 1,0 2 0,1-2-5,-1-1 1,1 0-1,0 1 0,0-1 1,0 1-1,0-1 1,1 1-1,-1-1 1,0 1-1,0-1 0,0 1 1,0-1-1,0 0 1,1 1-1,-1-1 1,0 1-1,0-1 0,0 0 1,1 1-1,-1-1 1,0 0-1,1 1 0,-1-1 1,1 1-1,33 15-262,-19-10 259,163 100-1817,-142-82 982,-31-21 728,30 23-794,-33-25 839,0 1-1,0 0 1,-1 0-1,1 0 0,0 0 1,-1 0-1,0 0 1,1 0-1,-1 0 1,0 1-1,0-1 1,0 0-1,1 5 1,-3-5 70,1-1 1,0 0 0,0 1-1,-1-1 1,1 0 0,-1 1 0,0-1-1,1 0 1,-1 0 0,0 0 0,1 0-1,-1 0 1,0 0 0,0 0-1,0 0 1,0 0 0,0 0 0,0 0-1,0 0 1,0-1 0,-1 1 0,1 0-1,0-1 1,0 1 0,-1-1-1,1 0 1,-2 1 0,-46 12 617,39-11-371,-267 47 4784,142-29-3157,148-21-3056,1 0 0,25 2 0,9 0-1323,30-8-3442,10-8-5047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06.6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510 577 10645,'0'0'6795,"-23"-7"-3305,-78-20-964,86 23-1922,0 1 0,-1 0 0,0 1-1,0 1 1,-24 1 0,11 1 191,19-1-602,0 1 0,0 0-1,1 1 1,-1 0 0,0 1 0,1 0-1,0 0 1,0 1 0,0 0 0,0 0-1,0 1 1,1 1 0,0-1-1,0 1 1,0 1 0,1-1 0,0 1-1,-7 9 1,6-7-145,1 1-1,1 0 1,-1 0-1,1 1 1,1-1-1,0 1 1,1 0 0,0 1-1,0-1 1,2 1-1,-1 0 1,1-1-1,1 1 1,0 19-1,1-29-48,0 0-1,0 0 1,0-1 0,1 1-1,-1 0 1,1 0-1,-1-1 1,1 1-1,0 0 1,-1-1-1,1 1 1,0 0-1,0-1 1,0 1-1,0-1 1,1 1 0,-1-1-1,0 0 1,0 0-1,3 2 1,-1-1-19,0-1 1,0 1 0,0-1-1,0 0 1,0 0-1,1 0 1,-1 0 0,0 0-1,1-1 1,4 1 0,0-1-38,0 0 1,1-1-1,-1 0 1,0 0-1,0-1 1,-1 0-1,1 0 1,0-1 0,9-4-1,17-15-275,0-2 1,-1-2-1,-2 0 1,39-44-1,-30 31-94,43-45-238,-4-3 0,-4-4 0,92-144-1,-145 201 604,31-54 416,-62 95 1595,-29 37-1466,3 3-1,2 0 1,2 3 0,2 0-1,2 2 1,-27 74-1,46-102-475,1 1 0,1 0 0,2 0 0,0 0 0,1 1 0,2 40 0,1-60-81,0 0 0,1 0 0,-1 0 0,1 0 0,1 0-1,-1 0 1,1 0 0,0 0 0,1 0 0,-1 0 0,1-1-1,4 7 1,-4-8-131,1-1 0,-1 1 1,1-1-1,-1 0 0,1 0 0,0 0 0,0 0 0,0-1 0,1 1 0,-1-1 0,0 0 0,1 0 0,0-1 0,-1 0 0,1 1 0,5-1 0,6 2-1652,1-2-1,30 0 0,-32-2-472,1 0-1,-1-2 0,19-4 0,30-17-6922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06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309 16 9092,'0'0'8135,"-19"-3"-4339,-62-8-715,72 10-2802,1 1-1,-1 0 0,1 0 1,-1 1-1,1 0 0,-1 0 1,1 1-1,0 0 0,0 0 1,0 1-1,0 0 0,0 1 0,0 0 1,1 0-1,0 0 0,0 1 1,0 0-1,0 1 0,1-1 1,0 1-1,0 0 0,1 1 1,-1 0-1,-6 12 0,9-15-243,1 1-1,0 0 1,0 0-1,0 0 1,1 0-1,-1 0 1,1 0-1,0 0 1,1 0-1,-1 6 1,1-9-38,0 0 0,0 0 1,0 0-1,0 0 0,1 0 0,-1 0 0,0 0 1,1 0-1,-1 0 0,1 0 0,0-1 0,0 1 1,0 0-1,0 0 0,0-1 0,0 1 0,0-1 1,0 1-1,0-1 0,1 1 0,-1-1 0,1 0 1,-1 1-1,1-1 0,0 0 0,-1 0 1,4 1-1,4 1-51,1-1 0,-1 0 0,1-1 0,-1 0 0,1-1 0,-1 0 0,1 0 0,-1-1 0,1 0 0,-1 0 0,1-1 0,-1-1 0,14-5 0,-12 4 11,0-1-1,0-1 0,-1 0 1,0 0-1,0-1 1,-1 0-1,0-1 0,0 0 1,0 0-1,10-14 0,-17 19 106,0 0 0,0 0 0,0 0 0,-1 0 0,1 0 0,-1 0-1,0 0 1,1 0 0,-1-1 0,0-3 904,-1 13-750,0 9-334,1 0-1,0 0 0,1 0 0,1-1 1,8 29-1,-8-35-267,0 0 1,1 0-1,0 0 1,1-1-1,0 1 1,0-1-1,0 0 1,1-1-1,0 1 1,0-1-1,12 9 1,-14-12-243,1 0 0,-1-1 0,0 1-1,0-1 1,1 0 0,0 0 0,-1-1 0,1 1 0,0-1 0,0 0 0,0 0 0,-1-1 0,9 1-1,26-1-6827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07.2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7027,'0'0'16184,"34"109"-15208,-11-82-240,4-2-383,2-8-305,1-5-48,1-10-897,2-2-1024,5 0-1232,4-14-3618,-5-14-2690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07.4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769 1 2865,'0'0'13030,"-119"88"-9124,71-30-128,-4 20-1649,-5 14-432,-7 8-145,-5 2-799,4-8-401,4-8-240,9-11-112,4-6-881,6-12-767,4-11-33,9-15-352,10-10-1521,13-8-2448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07.9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361 0 4626,'0'0'15850,"-7"2"-13732,-27 7-157,-149 43 2820,181-51-4781,1-1 0,-1 0 0,0 1 1,1-1-1,-1 1 0,1 0 0,-1-1 0,1 1 0,0 0 0,-1 0 1,1 0-1,0 0 0,-1 0 0,1 0 0,0 1 0,0-1 0,0 0 0,0 0 1,0 1-1,0-1 0,1 1 0,-1-1 0,0 1 0,1-1 0,-1 1 0,1-1 1,-1 1-1,1 0 0,0-1 0,0 1 0,0-1 0,0 3 0,0-1-70,1 0 0,0 0 0,1 0 1,-1 0-1,0 0 0,1 0 0,0-1 0,-1 1 0,1-1 0,0 1 0,0-1 0,1 0 0,-1 0 0,0 1 0,4 1 0,15 10-353,-4-2-203,0 1 0,23 21 0,-37-31 495,0 1 0,0-1 0,0 0 1,0 1-1,-1 0 0,1 0 0,-1 0 0,0 0 1,0 0-1,-1 0 0,1 0 0,-1 0 0,0 1 1,0-1-1,0 1 0,0-1 0,-1 7 0,0-10 139,-1 0 0,1 0 0,0 0 0,-1 0 0,1 0 0,-1-1-1,1 1 1,-1 0 0,1 0 0,-1 0 0,0-1 0,1 1 0,-1 0-1,0-1 1,0 1 0,1-1 0,-1 1 0,0-1 0,0 1 0,0-1-1,0 1 1,0-1 0,0 0 0,0 1 0,0-1 0,-1 0 0,-31 4 666,26-3-429,-196 24 3404,281-21-19000,-39-4 3925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08.1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13 18408,'0'0'14359,"-6"-13"-14359,10 13 0,2 0 0,-2 0 0,3 7 0,-7-1-2785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03.5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1 3025,'0'0'3522,"-92"113"-2594,48-51 433,13-1 352,6-3-801,6-7-448,6-8-303,5-7-161,6-7-145,0-10-847,2-4-785,0-5-688,-4-6-464,-13 3 63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04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80 4594,'0'0'6963,"28"-2"-4892,302-40 2416,-223 26-4116,0 5 0,136 3-1,-241 7-371,1 1-1,-1 0 0,1 0 0,-1 1 0,1-1 0,-1 0 0,0 1 0,1-1 0,-1 1 0,0 0 0,1 0 0,-1 0 1,0 0-1,4 2 0,-5-1 10,0 0 0,0 0 0,0-1 0,0 1 0,-1 0 1,1 0-1,0 0 0,-1 0 0,0 0 0,1 0 0,-1 0 0,0 0 0,0 0 1,0 0-1,0 3 0,-1-3 9,1 0 0,0 0 0,-1-1 0,1 1 0,-1 0 0,0-1 1,0 1-1,0 0 0,0-1 0,0 1 0,0-1 0,0 0 0,0 1 0,0-1 0,-1 0 0,1 0 1,0 1-1,-1-1 0,1 0 0,-1 0 0,1-1 0,-1 1 0,0 0 0,1 0 0,-1-1 1,0 1-1,0-1 0,1 0 0,-1 1 0,0-1 0,-3 0 0,-10 2 240,-1-1-1,-27-2 1,27 1 56,-18-2 236,-32 2 832,62 1-1307,1-1 0,-1 1 0,0 0 0,1-1 0,-1 2 0,1-1 0,-1 0 0,1 1 1,0 0-1,0-1 0,-1 1 0,1 0 0,1 1 0,-5 3 0,-1 3 23,0 2-1,1-1 0,0 1 1,1 0-1,0 1 0,1-1 1,0 1-1,1 0 0,0 0 1,1 1-1,0-1 0,1 1 1,1 0-1,0-1 0,0 1 1,1 0-1,4 22 0,-4-33-97,1-1-1,-1 1 0,1-1 0,-1 0 0,1 1 0,0-1 0,0 1 0,0-1 0,0 0 0,0 0 0,0 0 0,0 1 0,0-1 0,0 0 0,1 0 0,-1 0 1,0-1-1,1 1 0,-1 0 0,0 0 0,1-1 0,-1 1 0,1-1 0,-1 1 0,1-1 0,-1 0 0,1 0 0,0 0 0,-1 1 0,1-1 0,-1-1 0,1 1 1,-1 0-1,1 0 0,0 0 0,-1-1 0,1 1 0,2-2 0,3 0-8,1-1 0,0 0-1,-1 0 1,0-1 0,0 0 0,8-5 0,14-11-109,-2-1 1,0-2 0,-1 0 0,-2-2-1,31-38 1,-41 46 141,-14 23 75,-16 34 141,9-25-185,5-5-87,0-1 1,0 1-1,1 0 1,0-1-1,1 17 1,0-25-29,0 1 0,0-1 0,0 0 0,0 0 0,0 0 0,1 0 1,-1 0-1,0 0 0,1 0 0,-1 0 0,1 0 0,-1 0 0,1 0 0,-1-1 0,1 1 1,0 0-1,-1 0 0,1 0 0,0-1 0,0 1 0,0 0 0,-1-1 0,2 1 1,1 1-136,0-1 1,0 0 0,0 0 0,0 0-1,0 0 1,0-1 0,0 1 0,4-1-1,2 1-374,1-1-1,-1-1 0,1 0 0,-1 0 1,11-4-1,-5-1-768,-1 0 1,1-1 0,-1-1 0,0-1-1,-1 0 1,0 0 0,15-15 0,39-37-5898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04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283 0 13798,'0'0'2628,"-19"19"-195,10-9-2051,-4 3 35,0 0 0,2 0 0,-1 1 0,2 1 0,0 0 0,0 0 0,2 1 0,0 0 0,-8 24 0,-30 141 1804,-33 264 0,61-261-2992,18-196 676,2 0 1,0 0 0,0 1-1,1-1 1,7-18 0,29-63-139,-13 35 154,0-4-372,37-62 1,-49 100 266,1 0 1,1 1 0,2 1 0,0 0-1,25-23 1,-39 41 174,1 0 0,-1 0 0,1 0 0,0 1 0,0 0 0,0 0 0,1 0 1,-1 0-1,1 1 0,-1 0 0,1 0 0,0 1 0,-1-1 0,1 1 0,0 1 0,11-1 0,-15 1 18,-1 0 1,1 0-1,-1 0 0,1 1 1,0-1-1,-1 1 0,1-1 1,-1 1-1,1-1 0,-1 1 1,1 0-1,-1 0 0,0 0 1,1 0-1,-1 0 0,0 0 1,0 0-1,0 0 0,2 2 1,-1 1 38,1 0 0,-1 0-1,0 0 1,0 0 0,0 0 0,2 9 0,1 5 132,-2 0-1,2 28 0,-4-42-172,-1 4 19,1 3 39,0 0 0,-1 0 0,-2 21 1,2-30-45,0 1 0,-1 0 1,0 0-1,0 0 1,0-1-1,0 1 1,0 0-1,-1-1 0,1 1 1,-1-1-1,1 0 1,-1 1-1,0-1 1,0 0-1,0 0 0,0 0 1,-1 0-1,1 0 1,-5 2-1,-9 3 97,-1-1 0,0 0-1,0-1 1,0-1 0,-1-1 0,0-1 0,-30 1-1,31-2 42,1 0-1,-1 0 1,1 2-1,-1 0 0,1 1 1,0 0-1,1 1 1,-1 1-1,-14 8 1,26-12-142,1 0 0,0 0 0,0 0 1,1 1-1,-1-1 0,1 1 1,-1 0-1,1-1 0,0 1 0,-1 0 1,2 0-1,-1 1 0,0-1 1,1 0-1,-1 1 0,1-1 0,0 1 1,0-1-1,0 1 0,1-1 1,-1 1-1,1-1 0,0 1 0,0 0 1,0-1-1,0 1 0,1 0 0,0-1 1,-1 1-1,1-1 0,1 1 1,-1-1-1,0 1 0,1-1 0,0 0 1,-1 0-1,1 0 0,1 0 1,-1 0-1,0 0 0,5 3 0,11 12 76,3 3 141,1-1 0,28 20 1,-42-35-218,1 0 0,-1 0 0,1 0-1,0-1 1,0-1 0,0 0 0,1 0 0,-1 0 0,1-1 0,15 1 0,-15-3-413,0 0 0,0 0 1,0 0-1,0-2 0,0 1 0,0-1 0,-1 0 0,1-1 0,0 0 1,13-8-1,-11 5-1436,0-2 0,0 0 1,-1 0-1,12-12 0,9-12-7231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05.1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18 140 5555,'0'0'9785,"19"6"-8000,66 21-288,-75-25-1173,1 1-1,0-2 1,0 1 0,0-2 0,0 1 0,14-2-1,4-1 225,-25 2-528,0 0 0,0 0 0,0-1-1,0 0 1,0 1 0,-1-2 0,1 1-1,0 0 1,0-1 0,-1 0-1,1 1 1,-1-1 0,1-1 0,-1 1-1,0 0 1,0-1 0,0 0 0,0 0-1,-1 0 1,1 0 0,-1 0-1,1 0 1,-1-1 0,0 1 0,-1-1-1,1 1 1,0-1 0,-1 0 0,0 0-1,0 1 1,0-1 0,0-7-1,-1 8-4,0 1 0,0-1-1,0 0 1,0 1-1,-1-1 1,1 1-1,-1-1 1,1 1-1,-1 0 1,0-1-1,0 1 1,0 0-1,-1-1 1,1 1-1,0 0 1,-1 0 0,-1-2-1,-2 0 45,0 1-1,0-1 1,0 1 0,-1 0-1,1 0 1,-8-2 0,-1 0 131,0 0 1,0 1-1,0 1 1,0 0-1,-1 1 1,1 1-1,-1 0 1,0 1-1,-22 3 1,32-2-101,0 0 0,0 0 0,0 0 0,0 1 0,0 0 1,0 0-1,1 0 0,-1 1 0,1 0 0,-1-1 0,1 2 0,0-1 1,0 0-1,0 1 0,1 0 0,-1 0 0,1 0 0,0 0 1,0 0-1,0 1 0,1-1 0,-1 1 0,1 0 0,0 0 1,1 0-1,-1 0 0,-1 9 0,2-8-72,0 1 0,0-1 0,0 0 0,1 1 0,-1-1 0,2 1 0,-1-1 0,1 1 0,0-1 0,0 1-1,1-1 1,-1 0 0,2 0 0,-1 0 0,1 0 0,0 0 0,0 0 0,0 0 0,1-1 0,0 0 0,0 0 0,5 5 0,3-1-222,0 0 0,0-1 0,1-1 1,0 0-1,1-1 0,-1-1 0,1 0 0,0 0 0,0-1 0,23 2 0,13 0-3544,87-2 0,-116-4 2519,99-4-6625,11-13 579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10.3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536 30 1825,'0'0'4042,"0"-4"-3567,0-22 5474,-12 46-4151,-15 23-1136,12-20-275,0 1 0,2 1 1,1 0-1,0 0 0,-7 28 0,15-36-198,0-1 0,-1 0 0,-1 0-1,-1 0 1,-1-1 0,0 0 0,-12 17 0,4-11 152,1 1 0,1 0 1,1 0-1,-19 47 1,25-54 4,-1 0 0,0 0 0,-1-1 0,-17 21 0,-8 12-150,12-18-87,-2 0-1,-44 43 1,63-67-112,1-2 47,0 0 1,0 1-1,1-1 1,-1 1-1,1 0 1,0 0-1,0 0 1,1 0-1,-1 0 1,1 0-1,0 1 1,0-1-1,0 1 1,1 0-1,-1-1 0,1 1 1,0 0-1,1 0 1,-1 0-1,1 6 1,0-10-12,0 0 0,0 0 0,0 0 0,0 0 0,0 1 1,0-1-1,0 0 0,0 0 0,0 0 0,1 0 0,-1 0 1,1 0-1,-1 0 0,0 1 0,1-1 0,0 0 0,-1 0 0,1-1 1,0 1-1,-1 0 0,1 0 0,0 0 0,1 0 0,0 0 29,1 0-1,-1 0 1,1-1-1,-1 1 1,1-1 0,-1 0-1,1 0 1,0 0-1,2 0 1,1 0-17,-1 0 73,0 1-1,0-1 0,0 0 0,0-1 0,0 1 1,0-1-1,0 0 0,0 0 0,0-1 1,0 0-1,0 1 0,-1-2 0,1 1 0,8-6 1,1 6-6657,-9 2 3703,7 0-7020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10.3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84 624,'0'0'8428,"2"-10"-7531,6-15-416,8-24 4101,-18 73-189,3 29-3196,0 1-488,-1 70 195,0-46-260,-2 1 0,-14 77 0,13-132-396,1-1 0,1 26 0,1-48-328,27-21-12171,-8 6 5021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10.6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7283,'0'0'18614,"0"8"-15572,0 48 786,0-55-3829,0-1 0,0 0 0,0 0 0,0 1 1,0-1-1,0 0 0,0 1 0,0-1 0,0 0 0,0 0 0,0 1 0,0-1 1,0 0-1,0 0 0,0 1 0,0-1 0,0 0 0,0 0 0,1 1 0,-1-1 1,0 0-1,0 0 0,0 1 0,0-1 0,1 0 0,-1 0 0,0 0 0,0 0 1,0 1-1,1-1 0,-1 0 0,0 0 0,0 0 0,1 0 0,-1 0 0,0 0 1,0 0-1,1 0 0,-1 0 0,0 1 0,1-1 0,-1 0 0,0 0 0,0 0 1,1-1-1,-1 1 0,0 0 0,0 0 0,1 0 0,-1 0 0,0 0 0,0 0 1,1 0-1,-1 0 0,0 0 0,0-1 0,1 1 0,-1 0 0,0 0 0,0 0 1,1-1-1,11-9-1690,-9-7-3501,-2-3-3942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11.7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0 2849,'0'0'6891,"-4"4"-5789,1-1-672,2-2-257,0-1-1,-1 1 0,1 0 0,0 0 0,0 0 1,0 1-1,0-1 0,0 0 0,0 0 0,0 0 1,1 1-1,-1-1 0,0 0 0,1 1 0,-1-1 1,1 1-1,-1 3 6219,35-6-6028,-16 0-28,0 1-1,1 1 1,-1 0-1,27 6 1,-40-5-290,0-1 0,0 1 1,0 0-1,0 0 0,0 0 1,-1 1-1,1 0 0,-1 0 1,0 0-1,0 0 0,0 1 1,0 0-1,-1-1 0,1 1 1,-1 1-1,0-1 0,0 0 1,-1 1-1,1-1 0,2 8 1,-2-2-33,0-1 1,0 1 0,-1-1-1,-1 1 1,1 0-1,-2 0 1,1 0 0,-1 0-1,-1 0 1,0 0 0,0-1-1,-1 1 1,0 0-1,0-1 1,-1 1 0,-1-1-1,0 0 1,0 0 0,-1 0-1,-6 10 1,-12 13 109,-1 0 1,-1-2-1,-52 48 0,25-26-3,50-51-86,1 1 1,-1 0 0,0-1-1,1 1 1,-1 0-1,1 0 1,0 0-1,0 0 1,0 0-1,0 1 1,0-1 0,0 0-1,0 0 1,1 1-1,-1-1 1,1 1-1,-1-1 1,1 0-1,0 1 1,0 3 0,1-5-29,-1 0 1,0 0-1,1 0 1,-1 0 0,1 0-1,-1 0 1,1 0-1,0 0 1,-1 0 0,1 0-1,0-1 1,-1 1 0,1 0-1,0 0 1,0-1-1,0 1 1,0-1 0,0 1-1,0-1 1,0 1-1,0-1 1,0 1 0,0-1-1,0 0 1,0 0-1,0 1 1,2-1 0,34 4 181,-32-3-135,33 2 533,0-1 0,0-2-1,64-7 1,-96 6-640,-1 0 0,0-1-1,0 1 1,0-1 0,0 0 0,0 0 0,0-1 0,7-5 0,1-4-3863,-3-4-4592,-4 3-2661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11.9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1 5122,'0'0'26829,"-35"6"-26413,41-6-2065,9 2-608,1-2-1105,-1 0-2944,4-8-7957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12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0 417 4626,'0'0'5005,"22"-22"-2212,70-66-594,-85 82-1890,-1 0-1,1 0 1,0 1 0,0 0 0,1 0 0,0 0-1,0 1 1,0 0 0,0 1 0,0 0 0,1 0-1,0 1 1,-1 0 0,1 0 0,0 1 0,0 0-1,0 1 1,0 0 0,15 2 0,-22-2-273,0 1 1,1-1 0,-1 1-1,0-1 1,0 1-1,0 0 1,1 0-1,-1 0 1,0 0 0,0 0-1,0 1 1,-1-1-1,1 1 1,0-1 0,0 1-1,-1 0 1,3 3-1,0 0 20,-1 0-1,0 1 1,0 0 0,0-1-1,-1 1 1,3 9-1,0 6 194,-1 0-1,2 40 1,-4 89 453,-3-87-423,1-62-279,0 1 0,1 0 0,-1-1-1,0 1 1,1 0 0,-1-1-1,0 1 1,1 0 0,0-1-1,-1 1 1,1-1 0,0 1-1,0-1 1,0 0 0,0 1-1,0-1 1,0 0 0,1 1-1,-1-1 1,0 0 0,1 0-1,-1 0 1,0 0 0,1-1-1,-1 1 1,1 0 0,0 0-1,-1-1 1,1 1 0,-1-1 0,1 0-1,0 1 1,-1-1 0,1 0-1,0 0 1,0 0 0,-1 0-1,4-1 1,4 1-5,0-1-1,0 0 1,1-1-1,-1 0 1,0-1-1,11-4 1,6-5 3,0-1 1,-1-2 0,46-35-1,63-63-199,-133 112 200,8-7 18,0-1 1,0-1 0,-1 0-1,9-13 1,-18 39 337,1 1-1,3 24 1,-2-33-358,1 0 0,0 0 0,0 0 0,1-1 0,0 1-1,0-1 1,1 0 0,-1 0 0,2 0 0,-1 0 0,1-1 0,0 0 0,0 1 0,1-2-1,0 1 1,0-1 0,0 0 0,0 0 0,8 4 0,-8-6-38,0 0 0,-1 0 0,1 0 0,0-1 1,1 0-1,-1 0 0,0 0 0,1-1 0,-1 0 0,1 0 0,-1-1 0,1 1 1,-1-1-1,1-1 0,-1 1 0,1-1 0,-1-1 0,1 1 0,-1-1 1,0 0-1,0 0 0,0-1 0,11-6 0,-6 1 30,1-1 0,-2-1 0,1 0 0,-1 0-1,-1-1 1,0-1 0,0 1 0,12-25 0,-11 18 8,0-1-1,-2-1 1,-1 1 0,0-1-1,5-31 1,-9 36 23,-1 0 0,0 1 0,-1-1 0,-1 0 0,-1 0 0,0 1 0,-5-25 0,4 31 16,-1 0 1,0 0-1,0 0 0,-1 0 0,0 0 0,-1 1 0,1-1 0,-1 1 0,-1 0 0,1 1 0,-1-1 0,0 1 0,-1 0 1,-8-5-1,3 1 30,-1 1-1,-1 0 1,1 1 0,-1 0 0,-1 1 0,0 1 0,1 0 0,-2 1 0,1 1-1,-1 0 1,1 2 0,-18-2 0,32 4-115,0 1 1,0-1-1,-1 1 1,1 0-1,0 0 0,0-1 1,0 1-1,0 0 1,0 0-1,0 0 0,0 0 1,0 0-1,1 1 1,-1-1-1,0 0 0,1 0 1,-1 0-1,1 1 1,-1-1-1,1 0 0,-1 0 1,1 1-1,0-1 1,0 0-1,0 1 0,0-1 1,0 1-1,0-1 1,0 0-1,0 2 0,0 0-229,0 0 0,0 0 0,0-1 1,0 1-1,1 0 0,-1 0 0,1-1 0,-1 1 0,1 0 0,0-1 0,0 1 0,0-1 0,1 1 0,-1-1 0,1 0 0,1 4 0,3-4-423,-1 1 0,1-1 0,0 1 0,0-2 0,0 1 0,0-1 0,0 1 0,0-2 0,0 1 0,0-1 0,12 0 0,-16 0 573,64 0-5480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13.3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402 1 9700,'0'0'4061,"-18"1"-161,9 0-3336,1-1-225,1 0 0,0 0 0,-1 1 0,1 1 0,0-1 0,0 1 0,0 0 1,0 0-1,0 1 0,0 0 0,1 1 0,-1-1 0,1 1 0,0 0 0,0 1 0,0-1 0,-6 8 0,-9 14 493,2 0-1,0 2 0,2 0 0,1 2 0,-14 34 1,3 3 54,-23 94 1,34-85-831,3 2 1,3-1 0,4 1-1,4 83 1,2-160-86,0 0 1,0 0 0,0 0 0,0 0-1,0 0 1,0 0 0,0 0 0,0 0-1,1 1 1,-1-1 0,0 0 0,1 0-1,-1 0 1,1 0 0,-1 0 0,1 0-1,0 0 1,-1-1 0,1 1-1,0 0 1,-1 0 0,1 0 0,0-1-1,0 1 1,0 0 0,1 0 0,0 0-27,0-1 1,0 1 0,1-1 0,-1 0 0,0 0-1,0 0 1,0 0 0,0 0 0,0 0 0,0-1-1,0 1 1,0-1 0,2 0 0,5-2-145,-1-1 0,0 0 0,0 0 0,0 0 0,12-10 0,57-60-1661,-48 44 4043,-28 31-2147,0-1 0,-1 1 0,1-1 0,0 1 0,-1-1-1,1 1 1,-1 0 0,1-1 0,-1 1 0,1 0 0,-1-1 0,1 1 0,-1 0 0,1 0 0,-1 0 0,0-1 0,0 1 0,1 1 0,1 4-2,3 0-146,-1 1 0,1 0 1,1-1-1,-1 0 0,1 0 0,0-1 0,0 0 0,1 0 0,-1 0 0,1 0 0,0-1 0,0-1 1,1 1-1,9 2 0,-8-3-1095,0-1-1,0 0 1,0 0 0,0-1 0,1 0 0,-1-1 0,16-2-1,15-4-7307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13.5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0 13830,'0'0'14759,"-57"132"-14023,57-109-511,0-6-209,0-3-32,7-5-49,-1-1-1247,-2-4-881,2-4-5267,1-16 2466,-3-18-864,2-12-1810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13.6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1 992,'0'0'2129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13.9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210 1 8772,'0'0'13118,"-23"9"-11416,-74 32-264,91-39-1330,0 1 0,0 1 0,1-1 0,-1 1 1,1 0-1,0 0 0,0 1 0,1-1 0,-1 1 0,1 0 0,0 0 0,0 1 0,1-1 0,0 1 1,0 0-1,0 0 0,0 0 0,1 0 0,0 0 0,0 1 0,1-1 0,0 1 0,0-1 0,0 1 0,1-1 1,0 1-1,0-1 0,1 1 0,0-1 0,2 8 0,-2-11-126,-1-1 0,1 0 0,1 0 0,-1 0 0,0 1 0,0-1 0,1 0-1,-1 0 1,1-1 0,0 1 0,0 0 0,-1-1 0,1 1 0,0-1 0,0 1 0,1-1 0,-1 0 0,0 0 0,0 0 0,1 0 0,-1 0 0,0 0-1,1-1 1,-1 1 0,0-1 0,6 1 0,8 0-591,0 0 0,31-2 0,-37 0 101,1 0-285,-1-1 0,0 0-1,1 0 1,-1-1-1,0-1 1,-1 0 0,1 0-1,-1-1 1,1 0-1,-1 0 1,-1-1 0,15-13-1,27-23-5998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14.2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415 1 9428,'0'0'5510,"-20"14"-1618,17-12-3773,-16 12 926,0 1-1,0 0 1,2 1 0,0 1 0,0 1 0,-26 39 0,1 11 842,3 2 1,-41 106-1,64-132-1746,2 0-1,1 1 0,3 0 0,1 1 1,-3 75-1,10-91-140,1-22 0,0 1 0,0-1 0,1 1 0,0 0 0,1-1 0,0 1 0,0-1 0,1 1 0,3 12 0,-3-19 0,-1 0 0,1-1 0,0 1 1,0 0-1,-1-1 0,1 1 0,0-1 0,0 1 0,0-1 1,1 0-1,-1 0 0,0 0 0,0 0 0,1 0 0,-1-1 1,0 1-1,1-1 0,-1 1 0,1-1 0,-1 0 0,1 0 1,-1 0-1,0 0 0,1 0 0,-1-1 0,4 0 0,2-1-24,0 0 0,0 0 0,0 0-1,-1-1 1,1 0 0,12-7 0,2-5-219,-1-1 1,-1-1 0,0 0-1,-1-2 1,27-35 0,-45 53 1381,-1 6-1225,0 0 0,0 0 0,1-1 0,-1 1 0,1 0 0,0 0 0,0 0 0,1-1 0,0 1 0,-1-1 0,1 1 0,1-1 0,-1 0 0,1 0 0,0 0 0,-1 0 0,2 0 0,-1 0 0,0-1 0,1 0 0,0 0 1,-1 0-1,1 0 0,0 0 0,1-1 0,5 3 0,-7-3-579,-1-1 1,1 1 0,0-1 0,0 0-1,-1 0 1,1 0 0,0 0-1,0-1 1,0 1 0,0-1-1,3 0 1,4 0-7067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14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1 5234,'0'0'21578,"-117"16"-19353,94-5-496,11-5-592,3 0-577,9-1-480,0-1-80,3 4-384,24 0-1217,19-1-1905,4-7-2528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20.1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1 288,'0'0'15690,"-4"17"-12731,-13 53-524,-33 161 3640,35-99-4900,3 173 1,12-296-1406,0-1-196,0 0-1,-1 1 1,1-1-1,-5 16 1,5-22 43,-1 0 1,1 0 0,-1-1 0,0 1 0,0 0 0,0-1-1,0 1 1,0 0 0,0-1 0,0 0 0,-1 1 0,1-1-1,0 0 1,-1 1 0,1-1 0,-1 0 0,0 0 0,1 0-1,-1 0 1,0-1 0,1 1 0,-1 0 0,0-1 0,0 1 0,0-1-1,-3 1 1,-17 0-7067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20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0 221 6531,'0'0'3332,"20"-12"-16,8-4-2053,1 1-1,0 1 1,0 1-1,47-13 1,340-49 4266,-115 25-3980,-313 52-51,5-2-1458,0 1 0,0 1 0,1-1 0,-1 1 1,1 0-1,-11 5 0,-1 3-36,0 0 1,1 1-1,0 2 0,1-1 0,0 2 1,1 0-1,-14 18 0,22-24-10,1 0 0,0 0-1,1 1 1,-1 0 0,2 0-1,-1 1 1,1-1 0,1 1-1,0 0 1,0 0 0,1 0-1,0 0 1,1 0 0,0 1 0,1 19-1,1-28-11,-1 0-1,1 0 0,0 0 0,0 1 1,0-1-1,0 0 0,0 0 1,0 0-1,0 0 0,1-1 1,-1 1-1,1 0 0,0 0 1,-1-1-1,1 1 0,0-1 0,0 0 1,0 1-1,0-1 0,0 0 1,0 0-1,0 0 0,0-1 1,0 1-1,1 0 0,-1-1 1,0 1-1,0-1 0,1 0 0,-1 0 1,4 0-1,1 1-41,0-1-1,0 0 1,0-1-1,0 1 1,0-2-1,0 1 1,0-1-1,0 1 1,11-6-1,-7 0-20,-1 0 1,0 0-1,0-1 1,0 0-1,-1-1 0,0 0 1,-1 0-1,0-1 0,9-13 1,-7 7 170,-1 0 1,0 0-1,-1-1 0,-1 0 1,8-31-1,-22 101 2265,4 46-3875,3-96 1264,0 0 1,0 0-1,0 1 1,1-1-1,-1 0 1,1 0-1,0 0 1,0 0-1,0 0 1,0 0-1,1 0 0,-1 0 1,1-1-1,0 1 1,0-1-1,0 1 1,0-1-1,0 1 1,3 1-1,-1-1-492,0 0 0,0-1-1,0 0 1,1 0 0,-1 0-1,1 0 1,-1-1 0,1 1-1,0-1 1,0 0 0,-1-1-1,7 1 1,37 0-7325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21.5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291 684 10997,'0'0'4194,"-18"-1"0,-60-3-115,72 4-3808,0 0 0,1 0 0,-1 1 0,0-1 0,0 1 0,0 1 0,1-1 0,-1 1 0,1 0 0,-1 0 0,1 1 0,0-1 0,0 1 0,-8 6 0,9-6-231,1 1-1,-1 0 1,1 0-1,-1 0 1,1 0 0,0 1-1,1-1 1,-1 1-1,1-1 1,0 1 0,0 0-1,0 0 1,1 0-1,0 0 1,0 0-1,0 1 1,1-1 0,-1 0-1,1 0 1,0 1-1,1-1 1,1 8 0,-1-9-79,0 0 1,1 0-1,-1 0 1,1 0-1,0 0 1,0 0 0,0-1-1,1 1 1,-1-1-1,1 1 1,5 4-1,43 34-1172,-5-4-526,-43-34 1530,0 0 1,0 0-1,0 0 1,0 0-1,-1 1 0,0-1 1,0 1-1,0 0 1,2 8-1,-4-11 145,1 0 1,-1 0-1,0 1 1,1-1-1,-1 0 1,0 1-1,-1-1 1,1 0-1,0 0 1,0 1-1,-1-1 1,0 0-1,1 0 0,-1 0 1,0 1-1,0-1 1,0 0-1,0 0 1,-1 0-1,1-1 1,0 1-1,-1 0 1,-2 2-1,-14 8 86,0-1-1,-1 0 0,0-2 1,0 0-1,-38 11 0,21-7 141,20-6-157,41-15-190,4-5-78,-1-2-1,0 0 1,-2-2-1,38-30 1,98-96-1421,-110 95 1552,102-91-158,205-200 262,-321 299 7,47-66 1,-76 92 304,0 0 1,0 0-1,-2-1 0,0 0 0,0 0 0,-2 0 0,0-1 1,0 0-1,1-18 0,-5 32-97,-1-1 0,1 1 0,-1 0-1,0 0 1,0 0 0,0 0 0,0 0 0,0 0 0,-1 0 0,1 0-1,-1 0 1,1 0 0,-1 0 0,0 0 0,0 0 0,1 0 0,-1 0-1,-1 1 1,1-1 0,-2-2 0,1 3-107,1 0 0,-1 0 0,0 0 0,1 0-1,-1 1 1,0-1 0,1 1 0,-1 0 0,0-1 0,0 1 0,0 0 0,1 0 0,-1 0-1,0 0 1,0 0 0,1 0 0,-1 1 0,-3 0 0,-4 2 19,0 0 0,0 1 0,1 0 0,0 0 0,-1 1 1,2 0-1,-15 11 0,-8 14 181,0 1 0,2 1 0,2 1 0,1 2 0,1 0 1,2 2-1,2 0 0,-19 48 0,-8 39 184,-39 165 0,81-270-461,-33 107 53,33-112-46,-1 0 1,0-1-1,-1 1 0,-1-2 1,0 1-1,-15 17 0,9-20 125,14-10-135,-1 0 1,1 0 0,0 0-1,0-1 1,-1 1 0,1 0-1,0 0 1,0 0 0,-1-1-1,1 1 1,0 0-1,0 0 1,-1-1 0,1 1-1,0 0 1,0 0 0,0-1-1,0 1 1,0 0 0,-1 0-1,1-1 1,0 1 0,0 0-1,0-1 1,0 1 0,0 0-1,0-1 1,0 1 0,0 0-1,0-1 1,4-34-150,1 21 71,0 1 0,1 0 1,1 0-1,0 0 0,0 1 0,2 0 0,-1 0 0,11-10 0,0-3-164,82-97-1113,-85 105 1165,2 0 0,0 0 1,0 2-1,31-20 0,-45 33 185,0 0 0,0 0-1,0 0 1,1 0-1,-1 0 1,1 1 0,-1 0-1,1 0 1,-1 0-1,9 0 1,-12 2 20,-1-1 0,1 0 0,-1 1 0,1-1 0,-1 1 0,0-1 0,1 1 0,-1-1 0,0 1-1,1-1 1,-1 1 0,0-1 0,1 1 0,-1-1 0,0 1 0,0-1 0,0 1 0,0-1 0,1 1 0,-1 0 0,0-1 0,0 1 0,0-1 0,0 1 0,0 0 0,-1 0 0,1 23 387,0-18-233,0-2-93,0 0 0,-1 1 0,1-1 0,-1 0 0,0 0 0,0 1 0,0-1 0,-1 0 0,1 0 0,-1 0 0,0 0 0,0-1 0,-1 1 0,1 0 0,-1-1 0,-4 5 0,-2 1 230,-1-2 0,0 1 0,0-1 0,-15 7 1,17-10-200,0 0 0,1 1-1,-1 0 1,1 0 0,0 1 0,0 0 0,0 0 0,1 0 0,-11 15 0,15-18-109,1 0 0,-1 1 0,1-1 0,-1 1 0,1-1 0,0 1 0,0-1 0,1 1 0,-1 0 0,1 0 0,-1-1 0,1 1 0,0 0 0,1-1 0,-1 1 0,1 0 0,0-1 0,-1 1 0,2 0 0,-1-1 0,0 1 0,1-1 0,-1 0 0,1 1 0,0-1 0,0 0 0,0 0 0,1 0 0,-1 0 0,1-1 0,0 1 0,-1-1 0,7 5 0,1 0 0,0-1 0,0 0 0,0 0 0,1-1 0,0 0 0,0-1 0,0 0 0,1-1 0,18 3 0,-4-3-464,0-1 1,28-2-1,-37-1-739,1-1 0,0-1 0,-1 0 0,19-7 0,54-29-8039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22.0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304 0 13222,'0'0'9410,"-10"28"-6187,-126 310 3187,101-256-6309,5 0-1,3 2 0,3 2 1,-14 103-1,35-137-100,3-52 0,0 1 0,1-1 0,-1 1 0,0-1 0,1 1 0,-1-1 0,0 0 0,1 1 0,-1-1 0,1 1 0,-1-1 0,1 0 0,-1 1 0,1-1 0,-1 0 0,1 0 0,-1 1 0,1-1 0,-1 0 0,1 0 0,-1 0 0,1 0 0,0 1 0,-1-1 0,1 0 0,-1 0 0,1 0 0,0 0 0,-1-1 0,1 1 0,-1 0 0,1 0 0,-1 0 0,1 0 0,-1 0 0,1-1 0,24-6 0,-7-4-18,-1 0 0,0-1 1,-1-1-1,0-1 0,18-21 0,-14 15-134,118-117-1971,-137 136 3067,-5 84 522,2-50-1475,1 0-1,5 49 1,-3-78-76,0 1 0,0-1 0,0 1 1,1-1-1,-1 1 0,1-1 0,0 0 0,1 1 0,-1-1 1,1 0-1,-1-1 0,1 1 0,0 0 0,1-1 0,-1 0 0,1 0 1,-1 0-1,1 0 0,0 0 0,0-1 0,0 1 0,0-1 1,1 0-1,5 1 0,-3-1-568,-1 0 0,0-1 0,1 0 0,-1 0 0,1 0 0,-1-1 0,11-1 0,-10 0-460,0 0-1,0 0 1,-1-1-1,1 0 1,-1 0-1,1-1 1,8-4-1,32-27-9589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22.4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289 1 10213,'0'0'19027,"-15"0"-17610,-53 3-401,62-2-944,0 1 0,-1 0-1,1 0 1,0 1 0,0-1 0,0 1 0,1 1-1,-1-1 1,1 1 0,0 0 0,0 0-1,0 0 1,0 1 0,-6 8 0,-1 0-55,-1 0-17,0 1 0,1 0 0,1 0 0,-13 24 0,19-29 0,1 0 0,0 0 0,0 0 0,1 0 0,0 1 0,1 0 0,0 0 0,1-1 0,-1 19 0,2-27 0,0 0 0,0 0 0,0 0 0,0 0 0,0 0 0,0 0 0,0 0 0,1 0 0,-1 0 0,0-1 0,1 1 0,-1 0 0,1 0 0,-1 0 0,1 0 0,-1 0 0,1 0 0,0-1 0,-1 1 0,1 0 0,0-1 0,-1 1 0,1 0 0,0-1 0,0 1 0,1 0 0,1 0 0,-1-1 0,0 1 0,1-1 0,-1 1 0,1-1 0,-1 0 0,1 0 0,-1 0 0,1 0 0,4-1 0,1-1 0,0 0 0,1-1 0,-1 0 0,0 0 0,13-8 0,3-3-156,-1-2 0,0 0 0,-2-2 0,0 0 0,-1-2 0,0 0 0,29-41-1,-49 61 186,1 0 0,-1-1 0,1 1-1,-1-1 1,1 0 0,-1 1-1,0-1 1,1 1 0,-1-1 0,0 1-1,0-1 1,1 0 0,-1 1-1,0-1 1,0 0 0,0 1-1,0-1 1,0 0 0,0 1 0,0-1-1,0 0 1,0 1 0,0-1-1,0 0 1,0 1 0,0-1 0,0 0-1,-1 1 1,1-1 0,0 1-1,-1-1 1,1 0 0,-1 0-18,0 1 1,0 0 0,0 0-1,0 0 1,1 0-1,-1 0 1,0 1-1,0-1 1,0 0 0,0 0-1,1 0 1,-1 1-1,0-1 1,0 0 0,1 1-1,-1-1 1,0 1-1,1-1 1,-1 1-1,0-1 1,1 1 0,-1 0-1,0-1 1,1 1-1,-1 1 1,-4 3-11,1 2-1,0-1 1,0 0-1,1 1 1,-1 0-1,2-1 1,-1 1-1,1 0 1,0 1-1,0-1 1,-1 12-1,1 0-19,1 1-1,1 0 1,2 22-1,-2-39-162,0 1 0,1-1 1,0 0-1,0 0 0,0 0 0,0 0 1,0 0-1,0 0 0,1 0 0,-1-1 0,1 1 1,0 0-1,0-1 0,0 0 0,0 1 1,0-1-1,1 0 0,-1 0 0,1 0 0,-1 0 1,1 0-1,0-1 0,0 1 0,-1-1 1,1 0-1,0 0 0,5 1 0,0 0-959,1 0 1,-1-1-1,0 0 0,1-1 0,-1 0 0,1 0 0,-1-1 0,1 0 1,12-4-1,35-17-8893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22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323 12 12854,'0'0'13691,"-23"-3"-10780,-74-5-1001,93 8-1862,0 0 0,0 0 0,0 0 0,0 0 0,1 0 0,-1 1-1,0 0 1,0 0 0,0 0 0,1 0 0,-1 1 0,1-1 0,-1 1-1,1 0 1,0 0 0,-1 0 0,1 0 0,0 1 0,0 0 0,1-1 0,-1 1-1,0 0 1,1 0 0,0 0 0,0 1 0,0-1 0,0 0 0,0 1-1,1-1 1,-1 1 0,0 4 0,0-1-62,1-1-1,0 0 0,1 1 1,-1-1-1,1 0 1,0 1-1,1-1 1,0 0-1,0 0 1,0 1-1,1-1 1,-1 0-1,2 0 1,-1 0-1,6 10 1,17 15-365,-16-22 34,-1 1 0,15 23-1,-22-31 318,0 0-1,1 0 1,-1 1-1,0-1 1,-1 0 0,1 1-1,0-1 1,-1 1-1,1-1 1,-1 1-1,0-1 1,0 1 0,0-1-1,0 1 1,0-1-1,0 1 1,-1-1-1,1 1 1,-1-1-1,-1 5 1,0-5 38,1 0 0,-1 0 0,1 0 0,-1-1 0,0 1 0,1 0 0,-1-1 0,0 1 0,0-1 0,0 0 0,0 0 0,-1 0 0,1 0 0,-3 1 0,-37 10 335,22-6-125,-5 1 11,7-2-451,0 1 0,-19 8-1,65-42-14503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23.5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0 1649,'0'0'21362,"-7"18"-20349,-21 57-226,27-71-697,0-1-1,0 0 0,0 0 0,0 1 1,0-1-1,1 0 0,0 1 1,0-1-1,0 0 0,0 1 0,1 5 1,-1-8-172,1 0 1,-1 0 0,0 0-1,1-1 1,-1 1-1,1 0 1,-1 0 0,1 0-1,0-1 1,-1 1-1,1 0 1,0-1 0,-1 1-1,1 0 1,0-1-1,0 1 1,0-1-1,-1 0 1,1 1 0,0-1-1,0 1 1,0-1-1,0 0 1,0 0 0,1 1-1,2-1-546,1-1 0,-1 1-1,0 0 1,1-1 0,-1 0-1,0 0 1,0 0-1,0-1 1,0 0 0,0 1-1,7-5 1,23-16-5172,7-1-1264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23.6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 1 4690,'0'0'16120,"-115"67"-14808,115-48-752,0-3-528,11-1-32,22-2-784,3-7-2033,-1-4-5267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24.1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319 1 10837,'0'0'10519,"-25"9"-7992,-8 3-1869,-105 46 1629,108-46-1405,21-9-663,1 0-1,0 0 1,0 0-1,0 1 1,0 1 0,1-1-1,0 1 1,0 0 0,-13 13-1,20-18-218,0 0-1,0 0 0,-1 1 0,1-1 0,0 0 0,0 1 1,-1-1-1,1 1 0,0-1 0,0 0 0,0 1 0,0-1 1,0 0-1,0 1 0,0-1 0,0 1 0,0-1 0,0 0 1,0 1-1,0-1 0,0 1 0,0-1 0,0 0 0,0 1 1,0-1-1,0 1 0,0-1 0,0 0 0,1 1 0,-1-1 1,0 0-1,0 1 0,1-1 0,-1 0 0,0 1 0,0-1 1,1 0-1,-1 0 0,0 1 0,1-1 0,-1 0 0,0 0 1,1 1-1,-1-1 0,1 0 0,20 5-168,-18-4 158,69 7-85,-42-6-68,0 2 1,-1 1-1,47 13 1,-74-17 156,0 0 0,1 0 0,-1 0 0,0 0 0,0 0 0,0 0 0,0 0-1,0 1 1,0-1 0,0 1 0,0-1 0,-1 1 0,1 0 0,0 0 0,-1 0 0,0 0 0,1 0 0,-1 0 0,0 0 0,0 0 0,0 0 0,0 1 0,-1-1 0,1 0-1,0 5 1,-1-4 58,0 0-1,0 0 1,-1-1 0,1 1-1,-1 0 1,0 0-1,0 0 1,0-1-1,0 1 1,0 0-1,-1-1 1,1 1-1,-1-1 1,0 0-1,1 1 1,-1-1 0,0 0-1,0 0 1,-1 0-1,-2 2 1,-8 6 64,-2 1 0,1-2 1,-1 0-1,-1-1 0,0 0 1,0-1-1,0-1 0,-18 5 0,30-11 466,-1 1-3304,12-2-7580,22-3 661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24.6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494 353 9636,'-9'25'2962,"-40"99"3378,-81 146 0,106-229-5672,-1-1 0,-3-1 0,-1-1 0,-1-2 0,-50 46-1,79-81-667,-5 4 51,0 1 0,-1-1 0,1-1 0,-15 8 0,20-11-90,0-1 0,0 1 1,0-1-1,1 1 0,-1-1 1,0 0-1,0 0 0,0 0 1,0 1-1,0-1 0,-1 0 1,1 0-1,0 0 0,0 0 1,0-1-1,0 1 0,0 0 0,0 0 1,0-1-1,1 1 0,-1 0 1,0-1-1,0 1 0,0-1 1,0 1-1,0-1 0,0 0 1,1 1-1,-1-1 0,0 0 1,0 1-1,1-1 0,-1 0 1,1 0-1,-1 0 0,1 0 1,-1 0-1,1 1 0,-1-1 1,1 0-1,0 0 0,-1 0 1,1 0-1,0 0 0,0 0 1,0 0-1,0 0 0,0-2 1,-4-22-729,2-1 0,1 1 1,0-1-1,2 1 0,1 0 1,1-1-1,1 1 0,2 0 1,0 1-1,11-28 0,15-22-100,3 2 0,3 2 0,48-68 0,-30 60 1269,3 3 0,84-83 0,-138 152-192,16-15 2974,46-36 1,-67 57-3073,0-1 0,0 1 1,1-1-1,-1 1 0,0 0 0,1-1 0,-1 1 1,0 0-1,1-1 0,-1 1 0,0 0 0,1 0 0,-1 0 1,1-1-1,-1 1 0,0 0 0,1 0 0,-1 0 0,1 0 1,-1-1-1,1 1 0,-1 0 0,1 0 0,-1 0 1,1 0-1,-1 0 0,0 0 0,1 1 0,-1-1 0,1 0 1,-1 0-1,1 0 0,-1 0 0,1 0 0,-1 1 1,0-1-1,1 0 0,-1 0 0,0 1 0,1-1 0,-1 0 1,1 0-1,-1 1 0,0-1 0,0 1 0,1-1 0,-1 1 1,2 21 2293,-2-16-2505,0 6 363,0 1 0,-1-1 0,0 0 0,-1 1 0,-4 13 0,4-20-267,-1 0 1,1 0-1,-1 0 0,0-1 0,-1 1 0,1-1 0,-1 0 0,0 0 0,-1-1 1,1 1-1,-1-1 0,-7 5 0,3-2-18,-1-1-1,-1-1 1,1 1 0,-1-2-1,0 1 1,0-2 0,-1 1-1,1-1 1,-1-1 0,1 0-1,-1-1 1,0 0 0,-20-2-1,30 1-1749,6-4-3217,10-3 2592,-8 4 333,35-20-7630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24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241 1 14599,'0'0'9183,"-23"6"-5355,-73 22-1235,89-26-2449,0 1 0,1 0 0,-1 0-1,1 1 1,0-1 0,0 1 0,0 1 0,0-1 0,1 1-1,0 0 1,0 0 0,0 1 0,0 0 0,1 0 0,0 0-1,0 0 1,-3 9 0,2-3-147,1 1 0,1 0 0,0-1 0,1 1-1,0 0 1,1 0 0,1 19 0,0-31 3,0 1 0,1 0 0,-1-1 0,1 1 0,-1-1 0,1 1 0,-1-1 0,1 1 0,0-1 0,0 0 0,0 1 0,0-1 0,0 0 0,0 1 0,0-1 0,0 0 0,1 0 0,-1 0 0,0 0 0,1 0 0,-1-1 0,1 1 0,-1 0 0,1-1 0,-1 1 0,1 0 0,-1-1 0,1 0 0,0 1 0,-1-1 0,1 0 0,2 0 0,1 0 0,-1 1 0,1-1 0,-1 0 0,1 0 0,-1-1 0,1 1 0,-1-1 0,1 0 0,-1-1 0,0 1 0,8-4 0,-3-1 0,-1-1 0,1 0 0,-1 0 0,-1 0 0,0-1 0,0 0 0,0-1 0,-1 0 0,8-14 0,-15 27-57,1 1 0,-1-1 0,1 0 0,0 1 0,1-1 0,-1 0 0,1 1 0,0-1 0,0 0 0,0 0 0,0 0 0,1 0 0,-1 0 0,1 0 0,0 0 0,1 0 0,3 5 0,-1-3-560,-1 0 1,1 0-1,-1 0 1,2-1 0,6 7-1,-8-9-85,-1-1-1,0 0 1,1 1 0,-1-1-1,1-1 1,0 1 0,0 0-1,0-1 1,-1 0-1,7 1 1,23 0-7665,1-2-3134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25.5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29 227 10837,'0'0'16306,"-3"18"-14262,1-8-1694,-3 20 1258,-4 57 1,6-127-1556,-4-69-463,7 96 280,1 0 0,0 0-1,1 0 1,0 0 0,0 1 0,6-14 0,-6 22 33,-1-1 0,2 1 0,-1 0-1,0-1 1,1 1 0,4-6 0,-6 10 45,0-1 1,-1 0 0,1 0 0,0 1 0,0-1-1,-1 1 1,1-1 0,0 1 0,0-1-1,0 1 1,0-1 0,0 1 0,0 0-1,0-1 1,0 1 0,0 0 0,0 0 0,0 0-1,0 0 1,0 0 0,0 0 0,0 0-1,0 0 1,0 0 0,0 0 0,0 0 0,0 1-1,0-1 1,0 0 0,-1 1 0,1-1-1,0 1 1,0-1 0,0 1 0,0-1-1,0 1 1,-1 0 0,2 0 0,15 15-334,-8-8 174,-1 0 0,1-1 0,1 0 0,-1-1 0,1 1 0,0-2 0,21 9 0,0-6-150,-1-2 0,1-1-1,1-1 1,-1-2 0,0-1 0,1-2 0,30-4 0,-44 3 383,-1 0 0,0-1 0,0-1 1,0-1-1,0-1 0,-1 0 0,0-1 0,21-12 1,-34 17 120,-1 1 0,0-1 0,0 1 0,0-1 0,0 0 0,0 0 0,-1 0 0,1 0 0,-1 0 0,1-1 0,-1 1 0,0 0 0,0-1 0,0 1 0,0 0 0,0-1 0,0 0 0,-1 1 0,1-1 0,-1 1 0,0-1 0,1 0 0,-1 1 0,-1-1 0,1 1 0,0-1 0,-1 0 0,1 1 1,-1-1-1,-1-2 0,1 2 44,0 0 0,-1 0 0,0 0 0,1 0 0,-1 0 0,0 0 0,0 0 0,-1 1 0,1-1 0,-1 1 0,1 0 0,-1-1 0,0 1 0,0 0 0,0 1 0,0-1 0,0 0 0,0 1 0,0 0 0,0 0 0,-7-2 0,5 3-181,0-1 0,0 1 0,0 0 1,1 0-1,-1 0 0,0 1 1,0 0-1,0 0 0,1 0 0,-1 0 1,0 1-1,1 0 0,-1 0 1,1 0-1,0 0 0,-1 1 0,1 0 1,0 0-1,1 0 0,-1 0 1,1 0-1,-1 1 0,1 0 0,0-1 1,0 1-1,0 0 0,1 1 1,0-1-1,-3 6 0,-1 4-7,1 0-1,0 1 0,1 0 0,0 0 1,1 0-1,1 1 0,0-1 1,1 18-1,1-30-1,0 0 0,0 0 0,0 1 0,1-1 1,-1 0-1,1 0 0,0 1 0,0-1 0,0 0 0,0 0 0,0 0 0,1 0 1,0 0-1,-1 0 0,1-1 0,0 1 0,0-1 0,0 1 0,1-1 0,3 4 1,0-3-239,-1 0 1,1 0-1,-1-1 1,1 1-1,0-1 1,0-1 0,0 1-1,0-1 1,0 0-1,10 0 1,-6 0-812,1-1-1,-1 0 1,1-1 0,16-3-1,20-11-5600,16-23-7876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25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0 256,'0'0'28653,"-10"96"-26732,4-75-400,1 0-1105,1-8-416,-2 3 0,6-1 0,-2-4 0,0-5-1329,2 0-928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25.9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0 7619,'0'0'24348,"-40"88"-24204,40-73-144,0-1-1105,5-3-2224,9-7-3490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26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312 34 6755,'0'0'16357,"7"-8"-14220,-5 5-1916,20-18 1038,-22 21-1246,0 0 1,0 0 0,0 0 0,0 0 0,0 0-1,0 0 1,0-1 0,0 1 0,1 0 0,-1 0-1,0 0 1,0 0 0,0 0 0,0 0 0,0 0 0,1 0-1,-1 0 1,0 0 0,0 0 0,0 0 0,0 0-1,0 0 1,1 0 0,-1 0 0,0 0 0,0 0-1,0 0 1,0 0 0,1 0 0,-1 0 0,0 0 0,0 0-1,0 0 1,0 0 0,0 0 0,0 0 0,1 0-1,-1 1 1,0-1 0,0 0 0,0 0 0,0 0 0,0 0-1,0 0 1,0 0 0,0 0 0,1 1 0,-1-1-1,0 0 1,0 0 0,0 0 0,-5 21 872,-53 126 2142,-18 55-1622,52-117-1390,-18 58-1051,40-139 698,1 0 0,-1 0 1,0 0-1,0-1 0,0 1 1,-1 0-1,1-1 0,-1 1 1,0-1-1,0 0 0,0 0 0,-7 5 1,7-7-382,-1 1 0,1 0 1,-1-1-1,1 0 0,-1 0 0,0 0 1,1 0-1,-1-1 0,0 1 1,0-1-1,1 0 0,-1 0 0,0-1 1,0 1-1,-4-2 0,-35-10-10047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26.6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59 10533,'0'0'3388,"28"-4"-186,-10 1-2577,51-8 2322,74-2 1,88 1 1264,113-3-1909,-343 15-2280,0 0 1,0 1-1,0-1 1,0 1-1,0-1 1,0 1-1,-1-1 1,1 1-1,0-1 1,0 1-1,-1 0 1,1 0-1,0-1 1,-1 1-1,1 0 1,-1 0-1,1 0 1,-1-1-1,1 1 1,-1 0-1,0 0 1,1 0-1,-1 1 1,8 27 375,-7-24-303,4 18 214,0 0 0,-2 0 0,-1 1 0,-2 44 0,0-64-411,-2-1 0,1 1-1,0-1 1,-1 0 0,1 1 0,-1-1 0,0 0-1,0 0 1,0 0 0,-1-1 0,-3 5 0,-7 7-5380,12-13 4514,4-19-17863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26.8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0 11237,'0'0'15431,"4"21"-15975,-18 17-400,-5 3-1970,0-3-2128,4 0-6227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27.5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57 8756,'0'0'17640,"3"1"-16594,0 0-868,-1 0-1,1 1 1,-1-1 0,1 1-1,-1 0 1,0 0 0,1 0-1,-1 0 1,0 0 0,0 0-1,-1 0 1,1 1 0,0-1-1,-1 1 1,3 4 0,0 1 7,-1 0 0,0 0 1,0 1-1,3 14 1,-6-22-201,0-1 0,0 0 1,0 0-1,0 1 0,0-1 1,1 0-1,-1 0 1,0 1-1,0-1 0,0 0 1,0 0-1,0 0 0,0 1 1,0-1-1,1 0 0,-1 0 1,0 0-1,0 1 0,0-1 1,1 0-1,-1 0 1,0 0-1,0 0 0,0 0 1,1 1-1,-1-1 0,0 0 1,0 0-1,1 0 0,-1 0 1,0 0-1,0 0 1,1 0-1,-1 0 0,0 0 1,0 0-1,1 0 0,-1 0 1,0 0-1,0 0 0,1 0 1,-1 0-1,0 0 1,0 0-1,1 0 0,-1-1 1,0 1-1,0 0 0,0 0 1,1 0-1,-1 0 0,0 0 1,0-1-1,0 1 1,1 0-1,-1 0 0,0 0 1,0-1-1,0 1 0,0 0 1,0 0-1,1-1 0,-1 1 1,0 0-1,10-14-322,-1 3 211,0-1 0,0 1 0,1 1 0,1 0 0,-1 0 0,2 1 0,-1 1 0,1-1 0,1 2 0,-1 0 0,1 0 0,0 1 0,1 1 0,0 0 0,-1 1 0,16-2 0,-28 6 201,-1 0 1,1 0 0,0 0-1,0 0 1,-1 0 0,1 0-1,0 1 1,-1-1 0,1 0-1,0 0 1,0 1 0,-1-1-1,1 0 1,0 1 0,-1-1-1,1 1 1,-1-1 0,1 1-1,-1-1 1,1 1 0,-1-1-1,1 1 1,-1 0 0,1-1-1,-1 1 1,0 0-1,1-1 1,-1 1 0,0 0-1,0 0 1,1-1 0,-1 1-1,0 0 1,0 1 0,3 38 973,-4-35-910,1 0 0,0-1 0,0 1 1,1 0-1,-1-1 0,1 1 0,3 8 0,-2-10-138,0-1 1,0 0-1,0 1 0,0-1 0,0 0 1,1 0-1,-1-1 0,1 1 1,-1 0-1,1-1 0,0 0 0,0 1 1,-1-1-1,1 0 0,0-1 1,0 1-1,0 0 0,0-1 0,0 0 1,0 1-1,0-1 0,0 0 1,0-1-1,1 1 0,-1 0 0,0-1 1,-1 0-1,6-1 0,5-2-219,1-1-1,-2 0 0,1-1 0,21-12 0,-11 4-170,-13 9 296,0-1 1,0 0-1,16-15 0,-23 63 2086,-3-41-2056,0 7 109,0 1-1,1 0 0,2 16 1,9-3-2793,-11-21 2146,0 0 0,0 0 1,0 0-1,0 0 0,0 0 0,0 0 0,1 0 1,-1 0-1,0-1 0,1 1 0,-1-1 0,1 1 1,-1-1-1,3 1 0,9 0-8553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27.9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68 5202,'0'0'16765,"21"9"-15276,131 57 899,-149-65-2344,0 1 1,1-1-1,-1 0 1,1 0-1,0 0 1,-1 0-1,1-1 1,0 0-1,-1 1 1,1-1-1,0-1 1,5 0-1,-7 1-28,-1-1-1,1 0 1,-1 0 0,0 0-1,1 0 1,-1 0 0,0 0-1,0 0 1,0 0 0,0 0-1,0 0 1,0-1 0,0 1 0,0-1-1,0 1 1,-1 0 0,1-1-1,0 1 1,-1-1 0,1 1-1,-1-1 1,0 0 0,1 1-1,-1-1 1,0 1 0,0-1-1,0 0 1,0 1 0,-1-3-1,1 0-6,0 0-1,0 0 0,0 0 0,-1 0 0,0 0 1,0 0-1,0 0 0,0 0 0,0 0 0,-1 0 1,0 1-1,0-1 0,0 0 0,0 1 0,0 0 1,-1-1-1,0 1 0,1 0 0,-1 0 0,0 1 1,-1-1-1,1 0 0,0 1 0,-1 0 0,1 0 1,-7-3-1,6 3 125,0 0 0,0 0 1,-1 0-1,1 0 0,-1 1 1,1-1-1,-1 1 0,1 1 1,-1-1-1,0 0 0,1 1 1,-1 0-1,0 0 0,0 1 1,1-1-1,-1 1 0,0 0 1,1 0-1,-1 0 0,1 1 1,-1 0-1,1 0 0,0 0 1,0 0-1,0 1 0,0-1 1,0 1-1,0 0 0,1 0 1,-1 1-1,1-1 0,0 1 1,0-1-1,0 1 0,1 0 1,-1 0-1,1 0 0,0 1 1,0-1-1,1 1 0,-3 8 1,0 3-128,1 0 1,1 0 0,1 0-1,0 0 1,1 0 0,1 0-1,3 23 1,-3-34-12,0-1 0,1 1 0,-1 0 0,1 0 0,0-1 0,0 1 0,0-1-1,1 1 1,0-1 0,0 0 0,0 0 0,0 0 0,0 0 0,7 5 0,-3-4-171,0-1 0,0 1 1,1-1-1,-1 0 0,1-1 0,0 0 0,0 0 1,9 1-1,3 1-1325,0-2 1,30 2-1,34-5-7333,-77 0 7807,66-2-12918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28.4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9332,'0'0'15890,"8"-1"-15284,28-1 143,4 0-361,0 1 0,41 5 0,-71-4-395,0 2 0,0-1 0,-1 1 0,1 1 1,0 0-1,-1 0 0,0 1 0,1 0 0,-1 1 0,-1 0 0,1 0 0,-1 1 1,13 11-1,-16-11-84,0 1 0,-1 0 0,1 0 0,-1 0 0,-1 1 0,1-1 0,-2 1 1,1 0-1,-1 0 0,0 0 0,0 0 0,-1 0 0,0 1 0,-1-1 0,0 0 0,0 1 1,-1-1-1,0 0 0,0 0 0,-1 0 0,0 0 0,0 0 0,-1 0 0,0 0 1,0-1-1,-1 1 0,0-1 0,0 0 0,-7 7 0,-53 51-13,39-41 274,-27 33-1,44-47-137,1 0 1,1 0-1,0 0 0,0 1 1,1-1-1,0 1 0,-4 17 1,-1 13-1104,8-15-5641,2-10-4098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28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16472,'0'0'16295,"11"7"-16295,-7-7-1345,10 6-6322,-3-6-7028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52.3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253 369 1265,'0'0'11138,"5"-8"-10068,13-28-38,-13 30 1725,-2 10-1956,-2 17-1098,-1-16 617,-2 77 937,-2-1 1,-21 113-1,11-122-1088,-26 120 559,30-156-663,-1-1 0,-1 0 1,-21 39-1,29-66-50,-1 0 0,0 0-1,0 0 1,-12 12 0,15-18-2,0 0 0,0 0 0,0 0 0,0-1 0,-1 1 0,1 0 0,0-1 0,-1 0 0,1 0 0,-1 1 0,1-2 0,-1 1 0,0 0 0,1 0 0,-1-1-1,0 1 1,0-1 0,1 0 0,-6 0 0,7-1-5,-1 1-1,1-1 0,-1 0 1,1 0-1,-1 0 0,1 0 0,0 0 1,0 0-1,-1 0 0,1 0 1,0 0-1,0-1 0,0 1 1,0 0-1,0-1 0,1 1 0,-1-1 1,0 1-1,1-1 0,-1 1 1,1-1-1,-1-2 0,-8-44-70,8 41 60,-4-26-126,2 0 1,2-1-1,1 1 1,1 0-1,2-1 1,1 1-1,2 1 1,1-1-1,2 1 1,1 0-1,18-39 1,-2 20-125,2 1 1,3 1-1,2 1 0,2 2 1,2 2-1,2 1 1,52-45-1,-51 53 241,2 3-1,2 1 0,0 2 1,2 2-1,1 2 0,1 2 1,1 2-1,52-14 0,-72 27 61,0 1 0,0 2 0,1 1 0,0 1 0,41 1 1,-67 2-27,1 0 1,-1 1 0,0-1 0,0 1 0,1 0 0,-1 0 0,0 0 0,0 0 0,0 1 0,0 0 0,0 0 0,-1 0 0,1 0-1,-1 0 1,1 1 0,-1 0 0,0 0 0,5 5 0,-5-3 11,1 0 0,-1 1 1,0 0-1,-1 0 0,0-1 0,0 2 0,0-1 1,0 0-1,-1 0 0,0 0 0,0 12 0,-1-6-13,-1-1 0,1 1 0,-2 0-1,0-1 1,0 0 0,-1 1 0,-1-1-1,0 0 1,0 0 0,-1-1 0,-1 1-1,1-1 1,-10 12 0,-4 3-24,-1-1-1,-1-1 1,-43 38 0,8-18 47,-2-3 0,-2-2 0,-89 42 0,80-45 544,1 3-1,-89 67 1,147-97-426,0 1-1,0 0 1,1 0-1,0 1 1,1 1-1,0-1 1,1 1 0,-12 23-1,18-30-121,-1 0-1,1-1 1,-1 1-1,1 0 1,0 0-1,0 0 1,1 0-1,-1 0 1,1 0-1,0 0 1,0 0 0,1 0-1,-1 0 1,1 0-1,-1 0 1,1 0-1,1-1 1,-1 1-1,0 0 1,1 0-1,0-1 1,0 1-1,0-1 1,0 1 0,0-1-1,1 0 1,0 0-1,-1 0 1,1 0-1,0-1 1,1 1-1,6 3 1,7 5 161,1-2 0,0 0 0,1-1 0,0-1 0,0-1 1,40 7-1,124 9 1238,-171-21-1354,302 8 235,-313-9-1363,-8-1-4759,-5 2 3169,8-1 420,-13 0-6508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52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152 141 4594,'0'0'6216,"20"5"-2459,-7-2-3202,22 6 629,0-1 1,0-3-1,44 3 1,-53-7-927,-14 0-156,0 0 0,1-1 1,21-3-1,-32 3-98,0-1 0,0 1-1,0 0 1,0-1 0,0 0 0,0 1 0,0-1-1,0 0 1,0 0 0,0 0 0,0 0 0,-1-1-1,1 1 1,0 0 0,-1-1 0,1 1 0,-1-1-1,0 1 1,1-1 0,-1 0 0,0 0 0,0 1-1,0-1 1,0 0 0,0 0 0,-1 0 0,2-4-1,-1 2-17,-1 0-1,0 0 0,1 1 0,-1-1 0,0 0 0,-1 0 0,1 0 0,-1 1 0,0-1 0,0 0 0,0 1 0,0-1 0,0 0 0,-1 1 0,0-1 0,-3-4 0,2 4 3,-1-1-1,0 1 1,0 1-1,0-1 1,-1 0-1,1 1 0,-1 0 1,0 0-1,1 1 1,-9-4-1,-5 0 53,-1 0-1,-1 1 1,1 1 0,-1 1-1,-30-1 1,25 2 417,1 1 1,0 2 0,-1 1 0,-28 5-1,45-6-269,0 1-1,0 1 1,0-1-1,1 1 0,-1 0 1,1 1-1,-1 0 1,1 0-1,0 1 0,1-1 1,-1 2-1,1-1 1,0 1-1,0 0 0,1 0 1,-7 9-1,9-11-129,1 0 0,0 0 1,0 0-1,0 0 0,0 0 0,1 1 0,-1-1 0,1 0 0,0 1 1,1-1-1,-1 1 0,1-1 0,0 1 0,0-1 0,0 1 0,1 7 0,1-7-32,0 1 0,0 0-1,0-1 1,1 1-1,0-1 1,0 0-1,0 0 1,1 0-1,0 0 1,-1 0-1,7 4 1,3 2-66,1 0 1,0 0-1,1-1 1,0-1 0,0-1-1,1 0 1,27 9-1,-20-10-909,0-1 0,1-1 0,0-1 0,41 2-1,-33-6-3809,43-4-1,-9-8-5010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52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373 1 1953,'0'0'11069,"-14"24"-5885,8-13-4686,-13 23 1326,2 0 0,1 1 1,-21 66-1,-22 159 1999,0 1-3016,42-202-1132,-2-2 0,-35 75 0,51-127 37,-15 28-608,18-32 651,-1 0 0,0 1-1,0-1 1,0 0 0,0 0-1,0 0 1,0 0-1,-1 0 1,1 0 0,0 0-1,0 0 1,-1 0 0,1-1-1,0 1 1,-1 0 0,1-1-1,-1 1 1,1-1 0,-3 1-1,4-2 86,-1 1 0,1 0 0,0 0 0,-1 0 0,1 0 0,-1 0 0,1-1 0,0 1 0,-1 0 0,1 0 0,0 0 0,-1-1 0,1 1 0,0 0 0,-1-1 0,1 1 0,0 0 0,0-1 0,-1 1 0,1 0 0,0-1 0,0 1 0,0 0 0,-1-1 0,1 1 0,0-1 0,0 1 0,0-1 0,0 1 0,0 0 0,0-1 0,0 0 0,0-20-1914,0 13 608,0-19-1936,1-1 0,9-49-1,14-17-735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53.2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1 267 3954,'14'-27'3145,"51"-91"158,-57 104-2056,0 0-1,1 1 0,1 0 1,0 0-1,18-17 1,-25 28-846,0-1 0,0 1 0,1-1 1,-1 1-1,1 0 0,0 0 0,0 1 1,-1-1-1,1 1 0,0-1 0,0 1 1,0 1-1,1-1 0,-1 1 0,0-1 1,0 1-1,0 0 0,0 0 0,0 1 1,1-1-1,5 3 0,-6-2-246,-1 1-1,1 0 1,-1 0-1,0 0 1,0 0-1,0 0 1,0 1-1,0-1 1,0 1-1,-1 0 1,1 0-1,-1 0 1,0 0-1,0 0 1,0 1-1,0-1 1,-1 0-1,1 1 1,-1 0-1,0-1 1,0 1-1,1 7 0,0 0 0,0-1-1,-1 1 0,0 1 1,-1-1-1,-1 0 0,-2 19 0,2-25-118,-1 1 0,1-1 0,-1 1 0,0-1 0,-1 0 0,1 0 0,-1 0 1,0 0-1,-1-1 0,1 1 0,-1-1 0,0 0 0,0 0 0,0 0 0,0 0 0,-1-1 0,1 1 0,-11 4 0,5-3-317,1-1 1,-2 0-1,1-1 0,0 0 1,-1 0-1,1-1 1,-1-1-1,0 0 1,-11 0-1,22-1 137,-1 0 1,0 0-1,1 0 0,-1 0 1,1 0-1,-1 0 0,0-1 0,1 1 1,-1 0-1,1 0 0,-1-1 1,1 1-1,-1 0 0,1-1 0,-1 1 1,1 0-1,-1-1 0,1 1 1,-1-1-1,1 1 0,0-1 1,-1 1-1,1-1 0,0 1 0,-1-1 1,1 1-1,0-1 0,0 1 1,0-1-1,-1 1 0,1-1 1,0 0-1,0 1 0,0-1 0,0 0 1,0-1-323,0 0-1,0 0 1,0 0 0,1 0 0,-1 0 0,0 0-1,1 0 1,0 0 0,-1 0 0,1 0 0,2-3-1,27-27-7639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53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61 3890,'0'0'8724,"-5"18"-3530,-11 34-2069,-48 173 7028,64-223-10135,0-1 1,0 0-1,-1 0 0,1 1 0,0-1 0,-1 0 0,1 0 1,-1 0-1,1 1 0,-1-1 0,1 0 0,-1 0 0,0 0 1,0 0-1,-1 1 0,1-2-25,1-1 1,-1 0-1,0 1 1,1-1-1,-1 0 0,0 0 1,1 0-1,-1 0 1,1 1-1,0-1 0,-1 0 1,1 0-1,0 0 1,-1 0-1,1 0 0,0 0 1,0 0-1,0 0 1,0 0-1,0-2 0,-3-16-513,1 0-1,1 0 1,1 0-1,0 0 1,2 0-1,0 0 1,1 0-1,1 0 0,0 1 1,2 0-1,0 0 1,1 0-1,1 0 1,0 1-1,1 1 1,1-1-1,13-15 1,-22 31 518,-1 0 1,0 1-1,1-1 1,-1 0-1,0 1 1,1-1 0,-1 0-1,1 1 1,-1-1-1,1 0 1,0 1-1,-1-1 1,1 1 0,0-1-1,-1 1 1,1 0-1,0-1 1,-1 1-1,1-1 1,0 1-1,0 0 1,-1 0 0,1 0-1,0-1 1,0 1-1,0 0 1,-1 0-1,1 0 1,0 0-1,0 0 1,0 0 0,0 1-1,-1-1 1,1 0-1,0 0 1,0 0-1,-1 1 1,1-1-1,0 0 1,0 1 0,-1-1-1,1 1 1,0-1-1,-1 1 1,2 0-1,2 4 266,-1 1 0,0-1 0,0 1-1,0-1 1,2 10 0,7 10 218,-8-19-409,0 1 0,1-1 0,0 0-1,0 0 1,1 0 0,-1 0 0,1-1 0,0 0 0,1-1 0,-1 1 0,14 6 0,-10-7-41,1 0 1,-1-1 0,1 0 0,0 0-1,0-1 1,0-1 0,20 1-1,-16-1-16,-1-1 0,1 0 0,0-1 0,0 0 0,-1-1 1,1-1-1,-1-1 0,0 0 0,0 0 0,0-1 0,17-10 0,-20 10 60,1-2 0,-1 1 0,0-2 0,-1 1 0,0-2 0,0 1 0,14-17 0,-23 25-51,-1-1 1,1 1 0,0-1-1,-1 0 1,1 1-1,-1-1 1,1 0-1,-1 0 1,1 0 0,-1 1-1,1-1 1,-1 0-1,0 0 1,0 0-1,1 0 1,-1 0 0,0 0-1,0 0 1,0 0-1,0 1 1,0-1 0,0 0-1,0 0 1,0 0-1,0 0 1,-1 0-1,1 0 1,0 0 0,-1 0-1,1 1 1,0-1-1,-1 0 1,1 0-1,-1 0 1,1 1 0,-1-1-1,0 0 1,1 1-1,-1-1 1,0 0-1,1 1 1,-1-1 0,0 1-1,0-1 1,0 1-1,1-1 1,-1 1 0,0 0-1,0-1 1,0 1-1,0 0 1,0 0-1,-1 0 1,-7-2 32,0 0-1,-1 1 1,1 1 0,-12 0-1,14 0-40,-6 0-24,7 0 62,0 0-1,0 0 1,0 0-1,1 1 1,-9 1 0,12-1-37,1 0 0,-1-1 0,0 1 0,1 0 0,-1 0 1,1 0-1,-1 0 0,1 0 0,0 0 0,-1 0 0,1 1 1,0-1-1,0 0 0,0 1 0,0-1 0,0 1 0,0-1 1,0 1-1,0 0 0,1-1 0,-2 4 0,-1 12 120,0 0-1,1 1 1,1-1 0,1 0-1,0 1 1,4 23-1,-4-36-209,1 1 0,0-1 0,1 0 0,-1 0 0,1 0-1,0 0 1,0 0 0,1 0 0,0 0 0,-1-1 0,2 1-1,-1-1 1,0 0 0,1 0 0,0 0 0,0 0 0,0-1-1,0 1 1,0-1 0,1 0 0,-1-1 0,1 1 0,0-1-1,0 0 1,0 0 0,0 0 0,7 1 0,0-1-782,-1 1 0,1-2 0,0 1 0,-1-2 0,14 0 1,-10-1-1632,-1-1 0,0 0 1,24-7-1,26-17-8213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54.6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 85 6275,'0'0'10920,"-20"-1"-6612,-63-6-1077,78 6-2929,1 1 0,-1 0 1,1 0-1,0 1 0,-1-1 0,1 1 0,-7 2 1,10-3-229,-1 1 1,1 0 0,-1-1 0,1 1 0,0 0 0,-1 0 0,1 0 0,0-1 0,0 2 0,0-1 0,-1 0 0,1 0 0,0 0 0,1 0 0,-3 3 0,3-2-55,-1 0 0,1 1-1,-1-1 1,1 1 0,0-1-1,-1 0 1,1 1 0,0-1-1,1 1 1,-1-1 0,0 1-1,1-1 1,0 0 0,-1 1-1,1-1 1,0 0 0,0 0-1,0 1 1,0-1 0,1 0-1,1 2 1,7 10-39,0-1 1,21 19 0,-17-17-125,23 28 0,-34-38 96,0-1 0,0 2 0,0-1 0,0 0 1,-1 0-1,0 1 0,0-1 0,-1 1 0,1 0 0,0 9 0,-1-12 44,-1 0 0,1 0 0,-1 0 0,0 0 0,0 0 0,0 0 0,0 0 0,-1 0 0,1 0 0,-1-1 0,1 1 0,-1 0 0,0 0 0,0 0 0,-1-1 0,1 1 0,0 0 0,-1-1 0,0 0 0,1 1 0,-1-1 0,0 0 0,0 0 0,0 0 0,-1 0 0,1 0 0,0 0 0,-1-1 0,1 1 0,-1-1 0,-5 3 0,-27 11 77,0-1-1,-1-2 1,-65 13-1,188-50-3516,99-43 0,-125 45 2387,-13 4 1028,-2-2 0,62-36 0,-91 47 468,-1-1 0,0 0 0,-1-2 0,0 0 0,-1 0 0,0-1 0,-1-1 0,-1 0 0,14-23 0,-22 32-227,-1-1 0,0 0 1,-1 1-1,0-1 0,0 0 0,1-7 0,-2 12-132,-1 0-1,0 0 1,1 0 0,-1 0 0,0 0 0,0 1-1,0-1 1,0 0 0,-1 0 0,1 0 0,0 0-1,-1 0 1,0 0 0,1 1 0,-1-1 0,0 0-1,0 0 1,0 1 0,0-1 0,0 0-1,0 1 1,0-1 0,-1 1 0,1 0 0,0-1-1,-1 1 1,-1-1 0,-3-1 30,0 1 1,0 0-1,0 0 1,0 1-1,0-1 1,0 1-1,0 1 0,0-1 1,-1 1-1,1 0 1,0 1-1,0-1 0,-1 1 1,-7 2-1,6-1-35,1 1 0,-1 0 0,1 0 0,-1 0 1,1 0-1,0 1 0,1 1 0,-1-1 0,1 1 0,-11 10 0,10-7-37,1 0 0,0 1 0,0-1 1,1 1-1,0 1 0,0-1 0,1 1 1,0 0-1,1 0 0,0 0 0,1 0 1,0 0-1,0 1 0,1-1 0,1 1 1,0-1-1,0 1 0,1-1 0,2 12 1,-2-15-84,1 0 1,0 1-1,0-1 0,0 0 1,1 0-1,0 0 1,0-1-1,1 1 1,0-1-1,0 0 0,1 0 1,-1 0-1,1-1 1,1 1-1,-1-1 1,1 0-1,-1-1 1,2 1-1,-1-1 0,0 0 1,1-1-1,-1 0 1,1 0-1,0 0 1,0-1-1,0 0 0,9 1 1,-2 0-541,0-1 1,0-1-1,1 0 1,-1-1-1,0 0 1,1-1-1,-1-1 1,0 0-1,0-1 1,0-1-1,0 0 1,0-1-1,-1 0 1,0-1-1,0-1 0,-1 0 1,21-15-1,-13 6-1364,-1 0 0,-1-2 0,16-19 0,-19 18 1051,17-27 11107,-43 70-2860,5-11-6886,1 0 0,1 1 1,0-1-1,-4 24 0,7-29-386,1 1 0,-1-1-1,2 1 1,-1-1 0,4 14-1,-4-20-68,1 0 0,0 1-1,0-1 1,0 0-1,0 0 1,0 1-1,0-1 1,1 0-1,-1 0 1,1 0 0,0-1-1,-1 1 1,1 0-1,0-1 1,0 1-1,0-1 1,0 1 0,0-1-1,0 0 1,1 0-1,-1 0 1,0 0-1,1 0 1,2 0 0,5 1-97,0 0 1,0-1 0,0 0-1,0-1 1,0 0 0,0-1 0,0 0-1,0 0 1,0-1 0,0 0-1,0-1 1,0 0 0,13-7 0,-3 0-122,-1-1 0,0-1 0,-1 0 0,0-1 0,18-18 0,-34 30 231,0-1 1,0 0-1,0 1 1,-1-1-1,1 0 1,0 0-1,-1 0 1,1 0-1,-1 0 1,0 0 0,0 0-1,0-1 1,0 1-1,0 0 1,0-1-1,-1 1 1,2-5-1,-29 5 1966,26 2-1952,-1 0 1,1 0-1,0 0 1,-1 0-1,1 0 0,0 0 1,-1 0-1,1 1 1,0-1-1,-1 0 1,1 1-1,0-1 0,0 1 1,-1-1-1,1 1 1,0 0-1,0 0 1,0-1-1,0 1 0,0 0 1,-2 2-1,2-1-33,0 1 0,1-1 0,-1 1 0,0-1 1,1 1-1,-1-1 0,1 1 0,0 0 0,0-1 0,0 5 0,0-1-43,0 0 0,0 0-1,1 0 1,0-1 0,0 1 0,0 0 0,1 0 0,0-1 0,0 1-1,1-1 1,4 9 0,-4-10-208,0-1 1,0 1-1,0-1 0,0 0 1,0 0-1,1 0 0,0-1 0,-1 1 1,1-1-1,0 0 0,0 0 1,0 0-1,1-1 0,-1 1 0,0-1 1,7 1-1,30 3-4013,9-5-2568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55.4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427 129 1617,'0'0'3500,"5"-19"-851,13-60 363,-14 59-2261,-2 10 5013,-3 17 66,-1 3-4961,-8 36 496,-3 0 0,-1 0 1,-37 79-1,17-46-465,-30 86 244,-78 182-1867,136-335 434,-4 11-1110,-23 35 0,29-52 477,0 0-1,-1 0 0,0-1 1,0 0-1,-10 9 0,-5-7-6210,3-6-3963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55.7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 6355,'0'0'6707,"20"-2"-2302,333-10 7171,-263 11-10819,-22-1-446,0 3 1,86 12-1,-153-13-305,0 0 0,1 0-1,-1 1 1,1-1 0,-1 0-1,0 1 1,1-1 0,-1 1 0,0 0-1,1-1 1,-1 1 0,0 0-1,0 0 1,0 0 0,0 0 0,1 0-1,-2 0 1,1 0 0,0 0 0,0 0-1,0 0 1,0 1 0,-1-1-1,2 2 1,-2-1 26,1 1-1,-1 0 0,0-1 1,0 1-1,0-1 1,0 1-1,0-1 0,-1 1 1,1 0-1,-1-1 1,1 1-1,-3 3 0,-3 7 230,0 1 0,-2-1 0,-14 20 0,18-27-146,-6 8 21,-25 40 78,32-50-241,1 1 1,-1 0 0,1 0 0,0 0 0,1 1 0,-1-1 0,1 0-1,0 1 1,0 5 0,-2-42-8590,0-2 3034,3-15-5389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55.9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1 560,'0'0'29358,"94"71"-29358,-77-42-561,-7 1-2368,1-3-3618,-5-8-8244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56.2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12966,'0'0'17128,"18"18"-16186,53 55-558,-46-39-77,-25-33-328,0-1-1,0 1 1,0-1 0,0 0 0,0 1 0,1-1 0,-1 1 0,0-1 0,0 1 0,0-1 0,1 0 0,-1 1 0,0-1 0,1 0 0,-1 1-1,0-1 1,1 0 0,-1 1 0,0-1 0,1 0 0,-1 0 0,0 1 0,1-1 0,-1 0 0,1 0 0,-1 0 0,0 0 0,1 1-1,-1-1 1,1 0 0,-1 0 0,1 0 0,-1 0 0,1 0 0,-1 0 0,1 0 0,-1 0 0,0 0 0,1-1 0,-1 1 0,1 0 0,-1 0-1,1 0 1,-1 0 0,0-1 0,1 1 0,-1 0 0,1-1 0,4-2-217,0 0 0,0-1-1,0 1 1,-1-1 0,8-9 0,11-8-502,-6 7 525,26-17-299,-40 29 823,0 1 0,0 0 0,0 0 0,0 0 0,0 0 0,0 1 0,1-1 0,4 0 0,-5 2-240,-1 0 0,1 0 0,-1 0 0,1 1 0,-1-1-1,0 0 1,0 1 0,0 0 0,0-1 0,0 1 0,0 0 0,0 0 0,0 0 0,1 3 0,11 9 15,-7-8-376,1-1 1,0 0 0,0 0 0,0-1 0,1 0-1,0 0 1,-1-1 0,1 0 0,15 3 0,-7-4-3301,0 0 1,22-1-1,-1-1-7341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56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1098 2 6419,'0'0'13177,"-17"-1"-9826,-57 0-1647,71 1-1661,1 1-1,-1-1 1,1 1 0,-1-1-1,1 1 1,-1 0-1,1 0 1,0 0 0,-1 0-1,1 0 1,0 0-1,0 1 1,0-1-1,0 1 1,0-1 0,0 1-1,0 0 1,0 0-1,1 0 1,-1 0 0,1 0-1,-1 0 1,1 1-1,0-1 1,0 0 0,0 1-1,0-1 1,1 1-1,-2 2 1,0 2 13,0-1-47,-1 1 0,2 0 1,-1 0-1,1-1 0,0 1 0,0 0 0,1 0 0,0 7 0,0-12-15,0 0-1,0 0 1,1 0-1,-1 0 1,1 0-1,-1-1 1,1 1-1,-1 0 1,1 0-1,0 0 1,0-1 0,0 1-1,0-1 1,0 1-1,0-1 1,1 1-1,-1-1 1,0 1-1,1-1 1,-1 0-1,1 0 1,-1 0-1,1 0 1,0 0-1,-1 0 1,1 0-1,0-1 1,0 1-1,0 0 1,-1-1-1,5 1 1,2-1-96,1 0 1,-1 0-1,1 0 1,0-1-1,-1-1 1,1 1-1,-1-1 1,0-1-1,0 0 1,1 0-1,-2 0 1,1-1-1,7-5 1,-10 6 36,0 1 0,-1-2 0,0 1 0,1 0 0,-1-1 0,0 0-1,-1 0 1,1 0 0,-1 0 0,1-1 0,-1 1 0,-1-1 0,1 0 0,-1 0 0,1 0 0,-2 0 0,1 0 0,0 0 0,-1-1 0,0 1 0,0-7 0,-1 11 80,0 0-1,0 1 1,0-1 0,-1 1-1,1-1 1,0 0 0,0 1-1,-1-1 1,1 1 0,-1-1-1,1 1 1,0-1 0,-1 1-1,1-1 1,-1 1 0,1 0-1,-1-1 1,1 1 0,-1 0-1,0-1 1,1 1 0,-1 0-1,1-1 1,-1 1 0,0 0-1,1 0 1,-1 0 0,1 0-1,-1 0 1,0 0 0,1 0-1,-1 0 1,0 0 0,1 0-1,-1 0 1,0 0 0,1 0-1,-1 0 1,1 1 0,-1-1-1,0 0 1,0 1 0,-2 0 7,-1-1 0,1 1 0,0 1 0,-1-1 1,1 0-1,0 1 0,-5 3 0,0 2-19,1 1 0,-1 0 0,1 0 0,1 0 0,0 1 0,0 0-1,-5 11 1,-31 76-6,32-72 2,-17 53 20,2 0 1,-25 143-1,1 166 102,7-53-28,34-283-73,-19 66-1,22-101 71,0 1 0,-1-1 0,-1-1 0,-1 1 0,0-1 0,-1 0 0,0-1 0,-12 13-1,16-21 194,0 0 0,0 0 0,-1 0-1,0-1 1,0 0 0,0 0 0,0-1-1,-1 1 1,-8 2 0,12-5-86,-1 0 0,1 0 1,0 0-1,-1-1 0,1 1 1,0-1-1,-1 0 0,1 0 1,-1 0-1,1 0 0,-1 0 1,1-1-1,0 0 0,-1 1 1,1-1-1,0-1 0,-1 1 1,1 0-1,0-1 0,0 0 1,-4-2-1,-2-6-118,1 1 0,0-1 1,0-1-1,1 0 0,0 0 0,1 0 0,-8-19 1,-8-14-71,13 27-8,-2 0 0,0 0 0,-1 2 1,0-1-1,-2 1 0,-22-19 0,25 25-11,-1 0 0,0 1 0,-1 1 1,0 0-1,0 1 0,0 0 0,-1 1 0,1 0 0,-23-3 0,12 4-682,-46-1-1,8 5-4315,28 0-1831,16 0-6538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58.0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161 181 1985,'0'0'9137,"19"-13"-5418,58-46-349,-45 29 388,-31 29-3442,-1 0 1,1 0-1,-1 0 1,1-1 0,-1 1-1,0 0 1,1 0-1,-1 0 1,0-1-1,0 1 1,0 0-1,0 0 1,0-3-1,0-2 3322,-4 8-3019,-25 15-375,2 1-1,0 1 1,1 1 0,-39 41 0,51-48-127,1 0 0,1 2 1,0-1-1,-18 32 0,24-36-87,1 0-1,1 0 1,0 1 0,1-1 0,0 1-1,0 0 1,1 0 0,0 0-1,0 19 1,3-27-32,-1 0 1,0 1-1,1-1 0,0 0 1,0 0-1,0 1 0,0-1 1,0 0-1,1 0 0,-1 0 0,1 0 1,0-1-1,0 1 0,0 0 1,0-1-1,1 1 0,-1-1 1,1 0-1,-1 0 0,1 0 1,0 0-1,-1 0 0,1 0 1,0-1-1,0 0 0,1 1 1,-1-1-1,0 0 0,0 0 1,4 0-1,9 2 10,0 0 0,-1-1 1,1-1-1,0-1 0,19-1 0,-21-1-62,-1 0 0,1-1 0,-1 0-1,0-1 1,0 0 0,0-1 0,0-1-1,-1 0 1,0-1 0,0 0 0,-1-1 0,0 0-1,0-1 1,-1 0 0,15-17 0,-14 14-146,-1 0 0,-1-1 1,-1 0-1,1-1 0,-2 1 1,0-1-1,-1-1 0,0 1 1,-1-1-1,-1 0 0,0-1 1,-1 1-1,2-25 0,-5 34 154,0 1 0,0-1-1,0 1 1,-1-1 0,0 1 0,0-1-1,0 1 1,-1 0 0,0 0 0,0 0-1,0 0 1,0 0 0,-1 0-1,0 0 1,0 1 0,0-1 0,-1 1-1,1 0 1,-1 0 0,0 0 0,0 1-1,0-1 1,-1 1 0,1 0-1,-1 0 1,0 1 0,0-1 0,-6-1-1,-5-3 15,-1 0-1,0 2 1,0 0-1,-1 1 1,-30-3 0,7 3-48,-58 4 0,94 1 70,-1-1 0,1 1 0,-1 0 1,1 0-1,0 0 0,-1 1 0,1 0 1,0 0-1,0 0 0,0 1 0,0-1 1,-8 7-1,11-7-3,0 0 0,1 0 0,-1 0 1,0 0-1,1 0 0,-1 0 0,1 0 0,-1 1 0,1-1 1,0 0-1,0 1 0,0-1 0,1 1 0,-1 0 0,0-1 1,1 1-1,0-1 0,0 1 0,-1 0 0,1-1 0,1 1 0,-1 0 1,0-1-1,1 1 0,-1-1 0,1 1 0,0-1 0,2 5 1,-1-4 4,-1 0 0,1 0 0,0 0 0,0 0 0,1-1 0,-1 1 0,0-1 0,1 0 0,0 0 0,-1 0 0,1 0 1,0 0-1,0 0 0,0-1 0,4 2 0,54 16 97,-53-17-78,44 9-54,-1-3 1,1-2-1,1-2 0,-1-3 1,54-5-1,-87 3-85,0-2-1,0 0 1,-1-2 0,25-8 0,-35 10 124,0 0 0,0 0 0,0-1 0,-1 0 0,1 0 0,-1-1 0,0 0 0,-1-1 0,1 1 0,-1-1 0,10-13 1,-12 11 1972,-5 17-182,1 111-1595,1-119-213,0 0 0,0 1 0,-1-1 0,1 1 0,0-1-1,0 0 1,0 0 0,0 0 0,1 0 0,-1 0 0,0 0 0,0 0 0,1 0 0,-1 0 0,0 0 0,1 0-1,-1-1 1,1 1 0,-1-1 0,1 1 0,-1-1 0,1 0 0,-1 1 0,1-1 0,-1 0 0,1 0 0,0 0 0,1-1-1,5 2-84,-1-1 0,0 0 0,1 0 0,-1-1 0,9-2-1,-3-3 65,-1 0-1,0-1 1,0 0-1,-1-1 0,0 0 1,0-1-1,-1 0 1,16-18-1,4-2 88,-22 22 138,-5 4 93,1 0 1,0 0-1,-1-1 1,1 1-1,-1-1 1,0 1-1,0-1 1,-1 0-1,5-8 1,-7 18-161,-1 0 0,1 0 1,1 0-1,-1 0 1,1 0-1,0 0 0,0 0 1,1 0-1,0 0 1,0 0-1,0-1 0,1 1 1,0-1-1,4 7 1,-3-5-465,1-1 1,0 1 0,0-1 0,0 0-1,7 6 1,-9-10-256,1 1-1,-1 0 1,1-1 0,-1 0-1,1 0 1,0 0 0,0 0-1,0-1 1,8 3 0,18-2-5693,1-2-3661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58.3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19 124 7652,'0'0'19376,"2"20"-17714,13 109 782,-16-129-2428,1 0 0,0 0 0,0 0 0,0 0 1,0 0-1,0 0 0,0 0 0,0 0 0,0 0 0,0 0 0,-1 0 0,1 0 0,0 0 0,0 0 0,0 0 0,0 0 0,0 0 0,0 0 0,0 0 0,0 0 0,0 0 0,0 0 1,0 0-1,-1 0 0,1 0 0,0 0 0,0 0 0,0 0 0,0 0 0,0 0 0,0 1 0,0-1 0,0 0 0,0 0 0,0 0 0,0 0 0,0 0 0,0 0 0,0 0 0,0 0 0,0 0 1,0 0-1,0 1 0,0-1 0,0 0 0,0 0 0,0 0 0,0 0 0,0 0 0,0 0 0,0 0 0,0 0 0,0 0 0,0 0 0,0 1 0,0-1 0,0 0 0,0 0 0,0 0 1,0 0-1,0 0 0,0 0 0,0 0 0,0 0 0,-6-9 233,-7-17-218,9 16-12,1 0 1,1-1-1,0 1 1,1-1-1,0 0 1,0 1-1,1-1 1,2-20-1,-1 24-33,0 1 0,1-1 0,0 0 0,0 1-1,0-1 1,0 1 0,1 0 0,0 0 0,1 0-1,-1 0 1,1 1 0,0-1 0,1 1-1,8-8 1,-9 10-131,0 0 1,0 0-1,0 1 0,1-1 1,-1 1-1,1 0 0,-1 1 0,1-1 1,0 1-1,9-2 0,51 1-5610,-57 3 4682,34 0-5815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59.0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342 805 3810,'0'0'18288,"-3"-9"-16042,0 4-1985,2 2-14,0-1 1,0 0-1,-1 1 1,0 0-1,0-1 1,0 1-1,0 0 1,0 0-1,-1 0 1,1 0 0,-1 0-1,0 1 1,1-1-1,-1 1 1,-1 0-1,1 0 1,0 0-1,0 0 1,-1 1-1,-4-3 1,-2 3-159,0-1 1,0 1-1,-1 1 1,1 0-1,0 0 1,0 1-1,-1 0 1,1 1-1,0 0 1,0 1-1,1 0 1,-1 1-1,0 0 1,1 0-1,0 1 1,0 0-1,0 0 1,1 1-1,0 0 1,0 1-1,0 0 1,1 0-1,0 1 1,1-1-1,-1 2 1,1-1-1,1 1 1,0 0-1,0 0 1,1 0-1,0 0 1,-5 19-1,7-20-87,1 0 0,-1 1 0,2 0 0,-1-1 0,2 11 0,-1-17-2,0 0 0,0 0 0,0 0 0,1 0 0,-1 0 0,1 0 0,-1 0 0,1 0 0,0-1 0,0 1 0,0 0 0,0 0 0,0-1-1,0 1 1,0-1 0,1 1 0,-1-1 0,0 0 0,1 1 0,-1-1 0,1 0 0,-1 0 0,1 0 0,0 0 0,0 0 0,-1 0 0,4 0 0,7 2-27,-1-2-1,1 1 1,0-1-1,0-1 1,0-1 0,0 1-1,0-2 1,0 0-1,0 0 1,0-1-1,-1 0 1,1-1 0,-1-1-1,0 1 1,13-9-1,7-6-365,-1-1 0,-1-1 0,50-47-1,-22 11-473,-3-3-1,63-88 1,74-145-1018,-174 263 1848,52-93-511,-63 111 722,0-1 0,-2 1 1,0-1-1,0-1 0,-1 1 0,0 0 0,0-25 0,-3 38-135,1 0-1,-1-1 1,0 1 0,0 0-1,0-1 1,0 1-1,0 0 1,0 0-1,0-1 1,0 1-1,0 0 1,0-1-1,0 1 1,0 0-1,0-1 1,-1 1-1,1 0 1,0 0 0,0-1-1,0 1 1,0 0-1,0 0 1,-1-1-1,1 1 1,0 0-1,0 0 1,0 0-1,-1-1 1,1 1-1,0 0 1,0 0 0,-1 0-1,1 0 1,0-1-1,0 1 1,-1 0-1,1 0 1,0 0-1,-1 0 1,1 0-1,0 0 1,-1 0-1,1 0 1,-1 0 0,-2 0 87,0-1 1,-1 2-1,1-1 1,0 0 0,0 1-1,-1-1 1,1 1 0,0 0-1,0 0 1,0 0 0,0 0-1,0 1 1,-5 2 0,-41 33 581,19-9-551,2 0 0,0 2 1,2 2-1,2 0 0,0 1 1,3 1-1,1 2 0,1 0 1,-22 62-1,26-54-168,2 1 0,1 0 0,3 1 1,2 0-1,2 0 0,2 1 0,2-1 0,6 55 0,-4-93 13,-1 0 1,2-1-1,-1 1 1,1-1-1,1 0 1,-1 1-1,1-1 1,5 9-1,-6-13-14,-1-1 0,1 1 0,0-1 1,0 0-1,0 1 0,1-1 0,-1 0 0,0 0 0,1-1 0,-1 1 1,1 0-1,0-1 0,0 0 0,-1 1 0,1-1 0,0 0 0,0-1 1,0 1-1,0 0 0,0-1 0,0 0 0,5 1 0,1-1-594,1-1-1,-1 0 1,0 0-1,1-1 1,-1 0-1,10-3 1,-8 0-1088,-1 1 0,0-2 0,0 1 0,15-13 0,31-24-11432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59.4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247 3 2625,'0'0'25852,"-7"-1"-23680,0 0-2021,0 0 0,0 1 1,0 0-1,0 1 0,0 0 1,0 0-1,0 0 0,0 1 0,0 0 1,1 0-1,-1 1 0,1 0 1,-13 7-1,15-7-151,-67 44 0,65-43 0,1 0 0,0 1 0,0 0 0,1 0 0,-1 0 0,1 0 0,0 0 0,0 1 0,1 0 0,-4 7 0,6-12 0,1 0 0,-1 0 0,1 0 0,-1 0 0,1 0 0,0 0 0,-1 0 0,1 0 0,0 0 0,0 0 0,0 0 0,0 0 0,0 0 0,0 0 0,0 0 0,0 0 0,0 0 0,0 1 0,0-1 0,1 0 0,-1 0 0,0 0 0,1 0 0,-1-1 0,1 1 0,-1 0 0,1 0 0,-1 0 0,1 0 0,0 0 0,-1-1 0,1 1 0,0 0 0,0-1 0,0 1 0,0 0 0,-1-1 0,3 2 0,2-1 0,0 0 0,0 0 0,0-1 0,1 0 0,-1 1 0,9-2 0,0 0 0,-6 1-1,-1-1 1,0 0-1,0 0 0,0-1 0,1 1 1,-1-2-1,-1 1 0,1-1 0,0 0 1,-1 0-1,1-1 0,-1 0 0,0 0 1,0-1-1,-1 1 0,1-1 0,4-6 1,-8 21 13,-1 6-204,0 0 0,1 0 0,5 22 0,12 18-3236,-18-54 3034,0 0 0,0 0 0,0 0 0,1 0 0,-1-1 1,1 1-1,-1 0 0,1-1 0,0 1 0,-1-1 0,1 1 0,0-1 0,0 0 1,0 1-1,0-1 0,0 0 0,0 0 0,0-1 0,1 1 0,-1 0 1,0-1-1,0 0 0,1 1 0,-1-1 0,0 0 0,1 0 0,-1 0 0,0 0 1,0-1-1,4 0 0,32-6-6832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8:59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330 1 4914,'0'0'22392,"-13"19"-19236,10-15-2981,-21 30 358,3 0-1,0 1 1,-17 43-1,5 21-532,4 2 0,-24 159 0,37-177 0,13-59-5,2-18-2,0 1 1,0 0 0,0 0-1,-1 0 1,0 0-1,0-1 1,-1 1-1,0-1 1,-7 12 0,9-17-147,1 0 0,-1 0 1,0-1-1,0 1 1,0 0-1,0 0 0,0-1 1,0 1-1,0-1 1,0 1-1,0-1 0,0 1 1,-1-1-1,-1 1 1,3-1-177,-1 0 1,0 0-1,0 0 1,0 0-1,0 0 1,0 0-1,0-1 1,1 1-1,-1 0 1,0 0-1,0-1 1,0 1-1,1 0 1,-1-1-1,0 1 1,0-1-1,1 1 1,-1-1-1,0 0 1,1 1-1,-1-1 1,1 1-1,-2-2 1,-12-25-8943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00.1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 11509,'19'0'3930,"60"-3"31,172-9 4748,-199 7-7666,-1-2 0,98-28 0,-131 29-817,-9 3 368,-13 6 39,-23 16-557,1 2-76,1 1 0,1 2 0,1 0 0,1 1 0,1 2 0,1 0 0,2 1 0,-29 57 0,45-80 0,1 0 0,-1-1 0,1 1 0,0 0 0,0 0 0,0-1 0,0 1 0,1 0 0,0 0 0,1 5 0,-1-9 0,0 0-1,1-1 1,-1 1 0,1 0-1,0-1 1,-1 1 0,1 0-1,0-1 1,-1 1-1,1-1 1,0 1 0,0-1-1,-1 0 1,1 1 0,0-1-1,0 0 1,0 1 0,-1-1-1,1 0 1,0 0 0,0 0-1,0 0 1,0 0-1,0 0 1,-1 0 0,2 0-1,34 0-53,-24-1 22,-1 1 5,0-1-1,0 0 1,0-1 0,0-1-1,0 1 1,0-2 0,14-6 0,6-5-69,32-20 0,-26 13 234,-37 22-132,1 0 0,-1 0 0,0 0 0,0 0 0,1 0 0,-1 0 1,0 0-1,0 0 0,1 0 0,-1 0 0,0 0 0,0 0 0,1 0 0,-1 0 0,0 0 0,0 0 1,0 1-1,1-1 0,-1 0 0,0 0 0,0 0 0,0 0 0,1 1 0,-1-1 0,0 0 0,0 0 1,0 0-1,0 0 0,0 1 0,0-1 0,1 0 0,-1 0 0,0 1 0,0-1 0,0 0 0,0 0 1,0 1-1,0-1 0,0 0 0,0 0 0,0 1 0,0-1 0,0 0 0,0 0 0,0 1 1,0-1-1,0 0 0,0 0 0,0 0 0,-1 1 0,1-1 0,0 0 0,0 0 0,0 0 0,0 1 1,-1 1 19,1 25-19,1 0-1,1 0 1,9 39-1,-10-58-25,1 0 0,1 0 0,-1-1-1,1 1 1,1-1 0,-1 0-1,1 0 1,1 0 0,-1 0 0,1-1-1,0 1 1,1-1 0,-1-1-1,1 1 1,0-1 0,10 7 0,-13-11-382,-1 1 0,1-1 0,0 0 0,-1 0 0,1 0 0,0 0 0,0 0 0,0-1 1,0 1-1,0-1 0,-1 0 0,1 0 0,0 0 0,0 0 0,0 0 0,0-1 0,0 1 1,5-3-1,23-17-10682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01.0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1 4178,'0'0'9642,"-9"21"-6051,0-2-2825,-1 4 45,0 1 0,1 0 0,2 0 0,-5 27 0,-2 19 668,-3 0 0,-3-2 1,-55 125-1,72-186-1830,-18 43 1572,15-16-7728,19-33-4125,-11-1 8759,21 0-7990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01.2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55 5475,'0'0'27292,"-8"23"-27292,18-23 0,11 0 0,13-17-1601,1-8-5522,11-11-8372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01.9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233 0 4066,'0'0'13382,"-5"21"-10973,-2 9-1516,1 0 113,-1-1 0,-12 30 0,2-9 172,-108 284 592,102-285-2338,0-2-5088,23-64-12659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02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1 206 5635,'14'-19'4903,"0"2"-3717,-4 2-240,2 0 1,0 0-1,1 1 1,0 1 0,1 0-1,25-17 1,-26 23-407,-1-1 0,2 1 0,-1 1-1,1 1 1,0 0 0,0 0 0,1 2 0,-1 0 0,1 0 0,0 1 0,-1 1 0,23 1 0,-33 0-492,-1 1 0,0 0 0,1 0-1,-1 0 1,0 0 0,1 0 0,-1 1 0,0-1 0,0 1-1,0 0 1,0 0 0,-1 0 0,1 0 0,0 1 0,-1-1 0,0 1-1,1-1 1,-1 1 0,0 0 0,0 0 0,-1 0 0,1 0 0,0 0-1,-1 0 1,0 1 0,0-1 0,0 0 0,0 1 0,0 6-1,0-5-29,0 0 0,-1 0 0,0 0-1,0 1 1,0-1 0,0 0 0,-1 0-1,0 0 1,0 1 0,-1-1 0,1 0-1,-1 0 1,0-1 0,0 1-1,-1 0 1,1-1 0,-1 1 0,0-1-1,-5 6 1,-3-1 90,1-1-1,-1 0 1,-1-1 0,0 0-1,0-1 1,0 0 0,-1 0-1,-15 3 1,-8 1-856,-65 9-1,87-14-3870,12 5-5185,2 0 205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02.7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23 140 9636,'0'0'13431,"1"23"-9990,14 154 1567,-12-118-3757,-3-58-1251,-1-1 0,1 0 0,0 0 0,0 1 0,0-1 0,0 0 0,0 0 0,0 1 0,0-1 0,0 0 0,0 0 0,-1 1 0,1-1 0,0 0 0,0 0 0,0 0 0,0 1 0,-1-1 0,1 0 0,0 0 0,0 0 0,-1 0 0,1 0 0,0 1 0,0-1 0,-1 0 0,1 0 0,0 0 0,0 0 0,-1 0 0,1 0 0,0 0 0,0 0 0,-1 0 0,1 0 0,0 0 0,0 0 0,-1 0 0,1 0 0,0 0 0,-1 0 0,1 0 0,0 0 0,0-1 0,0 1 0,-1 0 0,1 0 0,0 0 0,0 0 0,-1-1 0,-11-8 0,7-3-5,2-1 0,-1 0 0,2 0 0,0 0-1,0 0 1,1 0 0,1-1 0,2-16 0,-2 4-45,0 16 47,0 0-1,1 0 1,0 0-1,1 0 1,0 0-1,1 1 1,0-1 0,0 0-1,1 1 1,0 0-1,1 0 1,0 0-1,0 0 1,1 1 0,0 0-1,1 0 1,-1 1-1,2 0 1,-1 0-1,14-10 1,-4 8 45,0 1 0,0 1 0,21-6 0,-37 13-41,-1 0-1,1 0 1,-1 0 0,1 1 0,-1-1-1,1 0 1,-1 0 0,0 1 0,1-1-1,-1 0 1,0 1 0,1-1 0,-1 0-1,0 1 1,1-1 0,-1 1-1,0-1 1,1 1 0,-1-1 0,0 1-1,0-1 1,0 0 0,0 1 0,1-1-1,-1 1 1,0-1 0,0 1 0,0-1-1,0 1 1,0-1 0,0 1 0,0-1-1,-1 2 1,0 17-1176,-1-18 908,0 1 0,0-1 0,-1 0-1,1 0 1,0 0 0,-1 0 0,1 0 0,0-1-1,-6 2 1,-9 3-5305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03.2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93 144,'0'0'13761,"0"3"-8920,0 17-1830,1-16-2792,0-1 0,0 0 0,0 1 1,1-1-1,-1 0 0,1 0 1,-1 0-1,1 0 0,0 0 0,0-1 1,1 1-1,-1-1 0,0 1 1,1-1-1,0 0 0,3 3 0,5 3 266,0 0-1,22 12 1,-19-15-378,-1-1 1,1 0-1,0-1 1,0 0 0,0-1-1,1-1 1,-1 0 0,0-1-1,1 0 1,-1-1-1,18-4 1,-27 4-100,-1 0 1,1 0-1,0-1 0,-1 0 1,1 0-1,-1 0 0,0 0 1,0 0-1,0-1 1,0 0-1,0 0 0,0 0 1,-1 0-1,0-1 0,1 1 1,-1-1-1,4-7 0,-4 6-19,0-1-1,0 0 1,-1 0-1,0-1 1,0 1-1,-1 0 0,1-1 1,-1 1-1,-1-1 1,1 0-1,-1 1 0,-1-9 1,0 12 12,0 0 0,1-1 0,-1 1 0,-1 0 0,1 0-1,0 0 1,-1 0 0,0 0 0,0 0 0,1 0 0,-2 0 0,1 1 0,0-1 0,0 1 0,-1-1 0,0 1-1,1 0 1,-1 0 0,0 0 0,0 1 0,0-1 0,0 1 0,0-1 0,-1 1 0,1 0 0,-5-1 0,-6-1 13,-1 0 1,1 0 0,-1 1 0,-26 1 0,27 0 17,-1 2 1,0 0-1,0 1 1,1 0 0,-19 5-1,29-5 24,0-1 1,0 1-1,0-1 0,0 1 1,0 0-1,0 1 1,1-1-1,-1 1 0,1-1 1,0 1-1,0 0 0,0 0 1,0 1-1,0-1 0,1 1 1,-1-1-1,1 1 0,0 0 1,0-1-1,1 1 0,-1 0 1,-2 9-1,2-1 53,0 0 0,1 0 1,0 0-1,1 1 0,0-1 0,0 0 0,2 0 1,0 0-1,0 0 0,1 0 0,0 0 0,1 0 1,0-1-1,1 0 0,12 21 0,-11-24-184,0 1-1,0-1 1,1-1-1,0 1 1,0-1-1,1 0 1,0-1-1,0 0 1,1 0-1,-1 0 1,1-1-1,1-1 1,-1 0-1,1 0 1,-1 0-1,1-1 1,0-1-1,0 0 1,15 1-1,-5-1-576,-1-2 0,1 0 0,0-2 0,-1 0 0,1-1-1,-1-1 1,22-7 0,-13 1-1863,-1-1-1,-1-1 1,0-2-1,29-20 1,24-21-8787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03.6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281 0 9316,'0'0'19844,"0"14"-18145,0-10-1599,0 26 804,6 41 0,-6-71-904,0 0 0,0 1 0,0-1 0,0 0 0,0 0 0,0 0 0,0 1 0,0-1 0,0 0 0,-1 0 0,1 0 0,0 0 0,0 1 0,0-1 0,0 0 0,0 0 0,0 0 0,0 0 0,0 1 0,0-1 0,-1 0 0,1 0 0,0 0 0,0 0 0,0 0 0,0 0 0,0 1 0,-1-1 0,1 0 0,0 0 0,0 0 0,0 0 0,-1 0 0,1 0 0,0 0 0,0 0 0,0 0 0,0 0 0,-1 0 0,1 0 0,0 0 0,0 0 0,0 0 0,-1 0 0,1 0 0,0 0 0,0 0 0,0 0 0,0 0 0,-1 0 0,1 0 0,0-1 0,-17-5 0,4 1 0,3 4 0,0 1 0,0 0 0,-1 0 0,1 1 0,0 0 0,0 1 0,0 0 0,1 1 0,-1 0 0,0 0 0,1 1 0,0 0 0,0 1 0,0 0 0,0 1 0,1-1 0,-9 9 0,12-10 0,-1 1 0,0-1 0,1 2 0,0-1 0,0 0 0,1 1 0,0 0 0,0 0 0,0 0 0,0 1 0,1-1 0,0 1 0,1 0 0,0 0 0,0 0 0,0 0 0,1 0 0,0 0 0,0 1 0,0-1 0,1 0 0,1 1 0,-1-1 0,3 10 0,-2-13-2,0 0-1,0-1 1,1 1 0,0-1 0,0 1-1,0-1 1,0 0 0,0 0-1,1 0 1,-1 0 0,1 0 0,0 0-1,0-1 1,4 4 0,-1-2 14,1 0 0,-1-1 0,1 0 0,0 0 0,1 0 0,12 3 0,1-2-267,0-2-1,-1 0 1,1-1-1,30-2 1,-35 0-456,0-2 0,0 0 0,-1 0 0,0-1 0,0-1 0,21-10 0,42-27-5555,-16 0-1929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03.9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 8564,'0'0'10736,"19"14"-8133,-3-3-2127,-6-3-230,1 0 1,0-1-1,0 0 1,1 0-1,-1-1 0,2-1 1,-1 0-1,0-1 1,26 5-1,5-4 358,69-2 0,-87-3-531,-17 0-54,1-1 0,-1 0-1,1 0 1,-1 0 0,0-1 0,1 0 0,9-4 0,-16 5-13,1 0 1,-1-1-1,0 1 1,1 0-1,-1-1 0,0 1 1,0-1-1,1 0 1,-1 0-1,-1 0 1,1 0-1,0 0 1,0 0-1,-1 0 1,1-1-1,-1 1 1,0-1-1,0 1 1,0-1-1,0 1 1,0-1-1,0 0 1,-1 1-1,1-1 1,-1 0-1,0-3 0,0 5 1,-1-1-1,1 0 1,-1 1-1,1-1 1,-1 1-1,0-1 1,0 1-1,0-1 1,0 1-1,0 0 1,0-1-1,0 1 1,0 0-1,-1 0 1,1 0-1,0 0 1,-1 0-1,1 0 1,-1 0-1,1 0 1,-1 1-1,1-1 1,-1 1-1,0-1 1,1 1-1,-1-1 1,0 1-1,1 0 1,-4 0-1,-11-2 23,-1 0 0,-18 1-1,24 1-2,-14 0 0,-106 2 656,118-1-469,0 1 1,0 1 0,0 0-1,1 0 1,0 1 0,-1 1 0,-20 11-1,30-15-168,1 1 0,0-1 0,-1 1 0,1 0 0,0 0 0,0-1 0,0 1 0,1 0 0,-1 1 0,0-1 0,1 0 0,-1 0 0,1 1 0,0-1 0,-1 1 0,1-1 0,0 4 0,0-4-42,1 0 1,0 0-1,0 0 0,0 0 0,1-1 0,-1 1 0,0 0 0,1 0 0,-1 0 1,1 0-1,0-1 0,-1 1 0,1 0 0,0-1 0,0 1 0,0-1 0,0 1 0,0-1 1,1 1-1,-1-1 0,0 1 0,1-1 0,-1 0 0,1 0 0,2 2 0,10 5-155,0-1 0,0-1-1,0 0 1,0-1 0,1 0-1,30 5 1,97 7-4163,-45-14-2040,1-3-5090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04.4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238 733 11109,'0'0'13622,"-21"-4"-10775,-67-11-1121,84 14-1644,0 1 0,0 0-1,1-1 1,-1 1 0,0 1 0,1-1-1,-1 0 1,0 1 0,1 0-1,-1 0 1,1 0 0,-1 0 0,1 1-1,-1-1 1,1 1 0,0 0 0,0 0-1,0 0 1,0 0 0,0 0 0,0 1-1,0-1 1,1 1 0,-1 0 0,1 0-1,0 0 1,0 0 0,-3 6-1,1-2 92,-1 1-46,1 0 0,0 0 0,1 0 0,0 1 0,0-1 0,-2 14 0,4-18-123,1 0 1,-1 0-1,1 0 1,0 0 0,0 0-1,0 0 1,2 7-1,-1-9-4,-1-1 0,1 1 0,-1-1-1,1 0 1,0 1 0,-1-1 0,1 0-1,0 1 1,0-1 0,0 0 0,0 0-1,0 0 1,0 0 0,0 0-1,1 0 1,-1 0 0,0 0 0,0 0-1,1 0 1,1 0 0,6 1 0,-1 1 0,1-2 0,-1 1 0,1-1 0,0-1 0,0 0 0,-1 0 0,1-1 0,0 1 0,0-2 0,-1 0 0,1 0 0,-1 0 0,1-1 0,-1 0 0,0-1 0,10-5 0,13-9 0,-1-1 0,52-43 0,-41 26-145,-2-1 0,-2-2 1,-1-2-1,-2-1 0,29-49 0,-5-5-482,64-141-1,-114 219 534,-1 5 78,0-2 1,-1 1-1,0-1 1,-1 0-1,-1 0 1,-1 0-1,4-25 1,-8 40 48,1-1 1,0 1-1,0 0 1,0-1-1,0 1 0,0 0 1,-1-1-1,1 1 1,0 0-1,0-1 1,0 1-1,-1 0 1,1 0-1,0-1 1,0 1-1,-1 0 1,1 0-1,0 0 1,-1 0-1,1-1 1,0 1-1,-1 0 1,1 0-1,0 0 1,-1 0-1,1 0 0,0 0 1,-1 0-1,1 0 1,0 0-1,-1 0 1,1 0-1,0 0 1,-1 0-1,1 0 1,0 0-1,-1 0 1,1 0-1,0 0 1,-1 0-1,1 1 1,0-1-1,-1 0 1,1 0-1,-18 8 357,7 0-323,0 1 0,0 0-1,1 1 1,0 0-1,0 1 1,-10 16-1,-48 79-95,64-100 38,-20 36-9,2 2 0,2 0 0,2 1 0,1 0 0,3 2 0,2 0 0,2 0 0,2 1 0,-4 75 0,11-92-3,2 74 9,-1-93-11,2 1 0,0-1-1,0 0 1,1 0-1,0 0 1,6 12-1,-8-22-211,1 1-1,-1 0 0,1 0 0,-1-1 0,1 1 1,0-1-1,0 1 0,1-1 0,-1 0 0,0 0 1,1 0-1,-1 0 0,1 0 0,4 2 0,-3-3-854,-1 1 0,1-1 0,-1 0 0,1-1 0,-1 1-1,1-1 1,0 1 0,-1-1 0,1 0 0,0 0-1,-1-1 1,5 0 0,23-8-13174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05.1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0 146 11509,'0'0'12267,"24"8"-10863,78 28-711,-91-33-598,0 0 1,0 0-1,0-1 0,0-1 0,0 0 0,0 0 0,17-2 1,0 0 57,-25 1-144,-1 0 0,1 0-1,0 0 1,0-1-1,0 1 1,0-1 0,-1 0-1,1 0 1,0 0 0,0 0-1,-1 0 1,1-1 0,-1 1-1,1-1 1,-1 1 0,0-1-1,0 0 1,0 0-1,0 0 1,0 0 0,0-1-1,0 1 1,0 0 0,-1-1-1,0 1 1,1-1 0,1-5-1,0-1 15,-1 1-1,0-1 1,-1-1-1,0 1 0,0 0 1,-1 0-1,-1-15 1,1 21-18,0 1 0,-1-1 1,1 1-1,-1-1 0,1 1 0,-1-1 0,0 1 1,0 0-1,0-1 0,0 1 0,-1 0 1,1 0-1,-1 0 0,1 0 0,-1 0 1,0 0-1,-2-2 0,0 1 5,0 1-1,0-1 1,0 1-1,0 0 0,-1 0 1,1 0-1,0 1 1,-10-2-1,-3 0 44,-1 2 1,0 0-1,-33 2 0,43 0 22,-1 0 0,1 0 0,0 1 1,0 0-1,0 0 0,1 1 0,-1 0 0,0 0 1,1 1-1,0 0 0,-8 6 0,10-6 23,0-1 1,1 1-1,0 1 1,0-1-1,0 0 0,0 1 1,1 0-1,0 0 0,0 0 1,0 0-1,1 0 1,-1 1-1,1-1 0,1 1 1,-1 0-1,-1 8 0,2-4-87,0 1-1,0-1 0,1 0 0,0 1 0,1-1 0,0 0 0,0 1 1,1-1-1,1 0 0,0 0 0,0 0 0,1-1 0,0 1 0,0-1 1,1 0-1,1 0 0,0 0 0,0-1 0,0 0 0,1 0 0,0-1 1,1 1-1,-1-2 0,1 1 0,1-1 0,-1 0 0,1-1 0,0 0 0,1 0 1,-1-1-1,1 0 0,0-1 0,-1 0 0,14 2 0,-7-2-670,0-1-1,-1 0 1,1-1-1,0-1 1,0 0-1,0-1 1,26-5-1,-30 2-327,0 1 0,0-2-1,0 1 1,0-2 0,-1 1 0,0-2-1,0 0 1,0 0 0,17-16-1,5-9-3906,49-62-1,-15 6 5929,-64 83-428,9-14 2983,-9 5 11990,-3 20-10846,0 10-3857,0-12-345,0 6-496,1 0 0,0 0 1,1 0-1,0 0 1,0 0-1,1 0 1,8 18-1,-10-24-35,1-1 0,0 1 0,0-1 1,0 1-1,0-1 0,1 0 0,-1 0 0,1 0 0,0 0 0,0-1 0,0 1 0,0-1 0,0 1 0,0-1 0,1 0 0,-1 0 0,1-1 1,0 1-1,-1-1 0,1 0 0,0 0 0,0 0 0,6 0 0,1-1-3,0-1 1,-1 0-1,1 0 1,-1-2-1,1 1 0,-1-1 1,0-1-1,0 0 1,0 0-1,0-1 0,11-7 1,13-11-412,50-42 0,-71 54 240,15-14 1223,-27 26-1048,0-1 0,0 1 0,0 0 0,0-1 0,0 1 0,-1 0 0,1 0 0,0 0 0,0 0 0,-1-1 0,1 1 0,-1 0 0,1 0 0,-1 0 0,1 0 0,-1 1 0,0-1 0,1 1 0,-1-1 0,4 9 57,0-1 0,0 1 0,1-1-1,0 0 1,9 11 0,-11-17-214,0 0-1,0 0 1,0 0-1,1 0 1,-1 0 0,6 2-1,-6-3-425,1 0 0,-1-1-1,1 1 1,-1-1 0,1 0-1,0 0 1,-1-1 0,6 1-1,28 0-8100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05.4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329 8 4914,'0'0'14644,"-22"-1"-9991,-73-5-734,88 6-3699,-1 0-1,0 0 0,0 0 0,0 1 1,0 0-1,0 1 0,1 0 1,-1 0-1,1 1 0,-1-1 1,1 2-1,0-1 0,0 1 1,0 0-1,1 0 0,-1 1 0,1 0 1,0 0-1,0 1 0,1-1 1,-8 11-1,6-6-233,1 1-1,0-1 1,1 1-1,0 0 1,1 0-1,0 1 1,1-1-1,0 1 1,1 0-1,0 0 1,1 0-1,0 14 1,1-23 18,0 1 0,0-1-1,0 0 1,1 1 0,-1-1 0,1 0 0,0 0 0,0 1-1,1-1 1,-1 0 0,0 0 0,1 0 0,0 0-1,0 0 1,0-1 0,0 1 0,5 4 0,-3-4-53,1 1 0,-1-1 0,1 0 0,0-1 1,0 1-1,0-1 0,1 0 0,-1 0 0,11 2 0,5-1-1224,-1-1-1,1-1 1,-1-1-1,41-4 1,6-10-4949,1-12-2939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05.7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37 4402,'0'0'21482,"-7"8"-20036,3-4-1173,-16 20 376,19-23-611,1 0-1,-1 0 1,1-1 0,0 1-1,-1 0 1,1 0 0,0 0-1,0 0 1,-1 0-1,1 0 1,0 0 0,0 0-1,0 0 1,0 0-1,0 0 1,0 0 0,1 0-1,-1 0 1,0 0-1,0 0 1,1 0 0,-1 0-1,1 0 1,-1-1-1,1 1 1,-1 0 0,1 0-1,-1 0 1,1-1-1,0 1 1,-1 0 0,1 0-1,1 0 1,9 6 66,0 0 0,1 0 0,0-1 1,0 0-1,0-1 0,1-1 0,-1 0 0,1-1 1,0 0-1,1-1 0,-1 0 0,0-1 1,1-1-1,-1 0 0,0 0 0,24-5 0,-34 4-155,0 0 0,0 0-1,0 0 1,0 0 0,0 0-1,0-1 1,0 1-1,0-1 1,0 0 0,-1 0-1,1 0 1,-1 0 0,1 0-1,-1-1 1,0 1 0,0-1-1,0 1 1,2-5-1,-1 2 16,-1 0 0,0 0-1,0-1 1,0 1 0,-1-1-1,0 1 1,0-1 0,0 1-1,-1-11 1,0 14 41,0 0 0,0 0 0,0 1 0,-1-1 0,1 0 0,0 1 0,-1-1 0,1 0 0,-1 1 0,0-1 0,0 1 0,0-1 0,1 1 0,-1-1 0,-1 1 0,1 0 0,0-1 0,0 1 0,0 0 0,-2-2 0,-1 1 22,0 0 0,1 0-1,-1 0 1,0 1 0,0-1-1,0 1 1,0 0 0,-5-1 0,-9 0 241,0 0 0,0 1 0,-19 3 0,33-2-184,-6 1 12,0 0-1,0 1 1,0 0-1,0 0 1,1 1 0,-1 1-1,1-1 1,0 2-1,0-1 1,0 1-1,1 1 1,-1-1 0,-10 11-1,14-11-96,0-1-1,0 1 0,1 0 1,0 0-1,0 0 0,0 1 1,1 0-1,0-1 0,0 1 1,0 0-1,1 1 0,0-1 1,0 0-1,0 1 1,1-1-1,0 1 0,0-1 1,1 1-1,0-1 0,0 1 1,2 10-1,-1-11-5,1 0 0,0 0 0,1-1 0,-1 1 0,1-1 0,0 0 1,0 0-1,1 0 0,0 0 0,0-1 0,0 1 0,0-1 0,1 0 0,-1 0 0,1 0 0,0-1 0,0 0 0,1 0 0,8 4 1,3 0-766,-1 0 1,2-1 0,-1-1 0,1-1 0,27 3 0,62-1-6357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06.2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295 20 1393,'0'0'16655,"-5"-4"-13739,1 1-2378,4 2-415,-1 0 0,0 0-1,0 0 1,0 0 0,0 0-1,1 0 1,-1 1 0,0-1-1,0 0 1,0 1 0,-1-1-1,1 1 1,0-1 0,0 1-1,0-1 1,0 1 0,0 0-1,-1-1 1,1 1 0,0 0-1,0 0 1,0 0 0,-1 0 0,1 0-1,0 0 1,0 1 0,0-1-1,-1 0 1,1 1 0,0-1-1,0 0 1,0 1 0,0-1-1,0 1 1,0 0 0,0-1-1,-2 3 1,-9 10 536,0 1 0,1 0 0,1 0 1,0 2-1,1-1 0,1 1 0,0 0 0,1 1 1,-6 23-1,-5 24-702,-10 76 0,25-123 140,-10 80-117,9-60-150,-2 1-1,-1-1 1,-23 71-1,29-107 79,1 1-208,0-1-1,0 0 1,-1 1-1,1-1 0,-1 0 1,1 0-1,-1 0 1,0 1-1,0-1 1,1 0-1,-1 0 1,0 0-1,0 0 1,0 0-1,0 0 1,0-1-1,0 1 1,0 0-1,0 0 1,0-1-1,-1 1 1,1-1-1,-2 2 1,-10-1-7413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06.5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0 176 13270,'20'-7'2257,"54"-16"250,0 4 0,88-13 0,786-58 2775,-720 86-5829,-228 4 486,-1 0 0,1 0 0,0 0-1,0 0 1,0 0 0,0 0 0,-1 1 0,1-1-1,0 0 1,0 0 0,0 0 0,0 0-1,-1 0 1,1 0 0,0 1 0,0-1 0,0 0-1,0 0 1,0 0 0,0 0 0,0 1-1,0-1 1,-1 0 0,1 0 0,0 0 0,0 1-1,0-1 1,0 0 0,0 0 0,0 0-1,0 1 1,0-1 0,0 0 0,0 0 0,0 0-1,0 1 1,1-1 0,-1 0 0,0 0-1,0 0 1,0 1 0,0-1 0,0 0-1,0 0 1,0 0 0,0 0 0,1 1 0,-1-1-1,0 0 1,0 0 0,0 0 0,0 0-1,0 0 1,1 0 0,-1 1 0,0-1 0,0 0-1,0 0 1,1 0 0,-1 0 0,0 0-1,0 0 1,1 0 0,-19 12-3267,-22 0-3091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07.0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240 35 8100,'0'0'18077,"-9"-7"-16401,4 4-1536,1 0-1,-1 0 1,0 0 0,-1 0 0,1 1 0,0 0 0,-1 0 0,1 0 0,-1 1-1,1 0 1,-1 0 0,0 0 0,0 0 0,1 1 0,-1 0 0,0 1 0,0-1-1,0 1 1,1 0 0,-10 3 0,6 0 0,1-1-1,0 1 0,0 1 1,0 0-1,1 0 1,-1 0-1,1 1 1,-9 10-1,13-14-137,0 1 1,1 0-1,0 0 1,-1 0-1,1 1 0,0-1 1,1 0-1,-1 1 1,1-1-1,-1 1 0,1 0 1,0-1-1,0 1 1,1 0-1,-1 0 0,1 0 1,0-1-1,0 1 0,0 0 1,0 0-1,1 0 1,1 6-1,-1-8-16,-1-1 0,1 1 1,0-1-1,0 1 0,0-1 0,0 1 1,1-1-1,-1 1 0,0-1 0,1 0 1,-1 0-1,1 0 0,-1 0 0,1 0 1,-1 0-1,1 0 0,0 0 0,-1-1 1,1 1-1,0-1 0,-1 1 0,1-1 0,3 1 1,47 1-509,-39-2 395,6 0-164,-1-1 1,1-1-1,28-6 0,-41 6 244,0 1-1,0-1 1,0 0-1,0 0 1,-1-1-1,1 0 1,-1 0-1,1 0 1,-1-1-1,0 1 1,-1-1-1,1-1 0,-1 1 1,7-8-1,-4-14 1621,-7 28-384,0 6-1275,0 6 28,-1-2-50,1 0 0,1-1 1,0 1-1,0-1 0,5 16 0,-5-24-85,0 0-1,0 0 1,1 0-1,-1 0 0,1-1 1,-1 1-1,1 0 1,0-1-1,0 1 0,0-1 1,0 0-1,1 0 1,-1 0-1,1 0 0,-1 0 1,1 0-1,0 0 0,-1-1 1,1 0-1,0 1 1,0-1-1,0 0 0,0-1 1,0 1-1,4 0 1,2 1-1111,0-2 1,-1 1-1,1-1 1,0 0-1,-1-1 1,18-3-1,20-15-7206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07.5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317 0 12550,'0'0'9001,"-20"14"-5650,6-5-2609,4-4-279,-1 2 1,1 0 0,0 0-1,1 0 1,0 1-1,0 1 1,1 0 0,0 0-1,0 0 1,1 1-1,0 0 1,-9 21 0,-2 23-227,3 1 0,2 0 1,3 1-1,-4 61 1,8-57-261,-2-1 0,-3 0 1,-26 83-1,29-128 23,19-27 0,0 1 0,1 0 0,1 0 0,25-18 0,-30 25 0,0 0 0,0 0 0,1 0 0,-1 1 0,1 1 0,0-1 0,0 1 0,0 1 0,1 0 0,-1 0 0,13 0 0,-20 2 0,0 0 0,1 1 0,-1-1 0,0 1 0,0 0 0,0 0 0,0 0 0,0 0 0,0 0 0,-1 0 0,1 0 0,0 1 0,-1-1 0,1 0 0,0 1 0,-1 0 0,0-1 0,1 1 0,-1 0 0,2 3 0,22 46 0,-21-41 0,3 5 0,-1 0 0,-1 1 0,0-1 0,-1 1 0,-1 0 0,3 32 0,-6-47 0,0 0 0,-1 1 0,1-1 0,0 0 0,-1 0 0,1 1 0,-1-1 0,1 0 0,-1 0 0,1 0 0,-1 0 0,0 1 0,0-1 0,0 0 0,1 0 0,-1-1 0,0 1 0,0 0 0,0 0 0,-1 0 0,1-1 0,0 1 0,0 0 0,0-1 0,0 1 0,-1-1 0,1 1 0,0-1 0,0 0 0,-1 0 0,-2 1 0,-49 1 0,39-2 0,-5 0 0,-45 0 0,-75-9 0,130 6-246,10 1-2604,16-3-5061,-4 2 5517,25-13-7576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07.8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320 33 12230,'0'0'15796,"7"-7"-13710,12-15-686,-16 19-779,-17 18-115,-20 27-483,1 2 0,2 1 1,2 1-1,2 2 0,-31 76 0,31-52-26,3 1 1,4 0-1,-16 106 0,30-147 2,3-14-9,0 0 1,0 26 0,3-43-669,3-2-3197,4-9 1165,-6 9 1854,17-30-7750,3-12-7343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08.4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0 132 2785,'0'0'13476,"15"3"-11390,-4-1-1897,24 5 2641,56 5-1,-78-11-2610,1 0-1,0-1 1,-1-1 0,1 0 0,18-5-1,-27 5-224,0-1-1,-1 0 0,1 0 1,-1 0-1,1-1 1,-1 0-1,0 0 1,0 0-1,0 0 0,-1 0 1,1-1-1,-1 0 1,0 1-1,0-1 1,0 0-1,0-1 0,-1 1 1,4-8-1,-3 4 11,0 0 1,0-1-1,-1 0 0,0 1 0,0-1 0,0-15 1,-3 23-1,0 0 1,0 0-1,0 1 1,0-1-1,0 0 1,0 1-1,0-1 0,0 1 1,0 0-1,0-1 1,0 1-1,0 0 1,0 0-1,0-1 1,0 1-1,-1 0 1,1 0-1,0 0 1,0 0-1,0 0 1,0 1-1,0-1 1,-2 1-1,-3-1 14,-7 1 134,-1 0 1,1 1-1,-1 1 0,1 0 1,0 1-1,0 0 0,0 1 1,0 0-1,1 1 0,0 1 1,0 0-1,1 0 0,0 1 1,0 1-1,0-1 0,2 2 1,-1 0-1,1 0 0,0 0 1,-7 13-1,12-17-106,0 0 1,1 0 0,-1 0-1,1 0 1,1 1 0,-1 0-1,1-1 1,0 1-1,1 0 1,-1 0 0,2 0-1,-1 0 1,1 0 0,0 0-1,0 0 1,0 0-1,1 0 1,1 0 0,-1 0-1,3 8 1,0-6-33,-1-1-1,1 0 1,1 0 0,0 0-1,0-1 1,0 0 0,1 1-1,0-2 1,0 1 0,1-1-1,-1 0 1,1 0 0,1-1-1,-1 0 1,11 5 0,-8-5-15,1-1 0,0 0 0,0 0 0,0-1 0,0-1 0,1 0 0,12 1 0,83-3-480,-80-1 161,18-4-528,-44 5 758,0 0 0,0 0 0,0-1-1,0 1 1,0 0 0,0-1 0,0 1-1,0 0 1,0-1 0,-1 1 0,1-1-1,0 1 1,0-1 0,0 1 0,-1-1-1,1 0 1,0 0 0,-1 1 0,1-1-1,0 0 1,-1 0 0,1 0 0,-1 1-1,1-1 1,-1 0 0,1 0 0,-1 0-1,0 0 1,0 0 0,1 0 0,-1 0-1,0 0 1,0 0 0,0 0 0,0 0-1,0 0 1,0 0 0,0 0 0,-1-1-1,0 0-274,0 1-1,1 0 1,-1 0-1,0 0 1,0 0-1,0 1 1,0-1-1,0 0 1,-1 0-1,1 0 1,0 1-1,0-1 1,0 1-1,-1-1 1,1 1-1,0-1 1,0 1-1,-1 0 1,1 0-1,0 0 1,-1 0-1,1-1 1,-2 2-1,-4-2-2011,-27-4-9636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10.3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271 111 3666,'0'0'12437,"-7"3"-11153,-18 11-151,19-10 3736,8-14-3441,2 4-1369,0 0 1,0 0 0,0 0 0,1 1 0,0-1-1,0 1 1,1 1 0,-1-1 0,8-3 0,57-35-69,-65 40 11,0 0 0,1 0-1,-1 1 1,1 0-1,-1 0 1,1 0 0,0 0-1,0 1 1,11-1-1,-16 3-5,0-1-1,1 0 0,-1 1 0,0-1 1,0 1-1,0 0 0,1-1 0,-1 1 0,0 0 1,0 0-1,0 0 0,0 0 0,0 0 1,0 0-1,0 0 0,-1 0 0,1 0 1,0 0-1,-1 0 0,1 0 0,0 1 1,-1-1-1,1 0 0,-1 1 0,0-1 1,0 0-1,1 0 0,-1 1 0,0 1 1,5 47-13,-5-45 19,1 31 0,-1-1 1,-1 0-1,-3 1 0,0-1 1,-2-1-1,-2 1 0,-14 39 1,3-24-194,-2-1 1,-1-1-1,-39 59 1,50-90 172,0 0-1,-2-1 1,0-1 0,-1 0-1,0-1 1,-1-1-1,0 0 1,-1-1 0,-1 0-1,0-2 1,-1 0-1,-19 8 1,33-16 33,0 0 0,0-1 0,0 1 0,0-1 0,0 0 0,-1 0 0,1-1 0,0 1 0,-1-1 0,-7 0 0,11-1 8,-1 0 0,1 1-1,0-1 1,-1 0 0,1 0-1,0 1 1,0-1-1,-1 0 1,1 0 0,0-1-1,0 1 1,0 0 0,0 0-1,0 0 1,1-1 0,-1 1-1,0 0 1,1-1 0,-1 1-1,0-1 1,1 1-1,0-1 1,-1 1 0,1-1-1,0 1 1,0-1 0,0 1-1,0-1 1,0 1 0,0-3-1,-1-5 119,1 0 0,0 0-1,1-1 1,-1 1 0,2 0 0,2-13-1,-2 19-102,-1-1-1,1 0 1,0 1-1,0-1 1,0 1-1,1 0 1,-1 0-1,1 0 1,-1 0-1,1 0 0,0 1 1,0-1-1,1 1 1,-1 0-1,0 0 1,1 0-1,5-3 1,2 1 58,-1 0 1,1 0-1,0 1 1,0 0-1,0 1 1,1 1-1,-1 0 1,13 0-1,-17 1-54,0 0 0,1 1 0,-1 0-1,0 0 1,0 1 0,0 0 0,0 0 0,0 0 0,-1 1-1,1 0 1,-1 1 0,0-1 0,9 8 0,29 29 229,-29-25-51,1 0 0,23 16 0,-38-31-212,15 10 542,-1 1 0,-1 0 1,26 25-1,-39-34-473,0-1-55,0 1 1,0-1 0,1 0 0,-1 0 0,0 1-1,1-1 1,-1 0 0,0 0 0,1 0-1,-1 0 1,1 0 0,0-1 0,-1 1 0,1 0-1,0-1 1,2 1 0,-3-1-725,-1-14-16506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10.6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0 11317,'0'0'18609,"-2"4"-16158,-5 12-2061,7-9-2541,5-8-82,-1-6-9422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13.2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820 117 2673,'0'0'13652,"4"3"-12228,-1-1-1194,-1 0 0,0 0-1,0 0 1,0 0-1,0 0 1,-1 0-1,1 1 1,0-1-1,-1 1 1,0-1-1,1 1 1,-1 0-1,0 0 1,-1-1-1,1 1 1,0 0-1,-1 0 1,1 5 0,0 12 1308,-2 36 1,-1-22-496,2 55 1158,-3-82-1505,0-17-571,-1-15-181,3 12-1,-8-110-987,7 108 736,0 0 0,-2 0-1,1 0 1,-2 1 0,-12-27 0,14 34 231,-1 1-1,0 0 1,-1 0 0,1 0 0,-1 0 0,0 1 0,0 0-1,-1 0 1,0 0 0,0 1 0,0 0 0,0 0 0,-1 1-1,1-1 1,-1 1 0,0 1 0,0-1 0,0 1 0,0 0-1,0 1 1,-1 0 0,1 0 0,0 0 0,-1 1 0,-10 1-1,0 1 79,0 1-1,0 0 1,0 1 0,1 1-1,0 1 1,0 1-1,0 0 1,1 1-1,-20 13 1,5 0 57,1 1-1,0 1 1,2 2 0,2 1 0,0 1-1,-42 57 1,37-38 25,3 1-1,1 1 0,3 2 1,-18 52-1,32-77-23,2 0-1,1 0 0,1 0 1,1 1-1,1 0 1,1 0-1,2 0 1,0 1-1,4 26 0,-2-46-4,0-1 0,1 1 0,0-1 0,0 0 0,0 0 0,1 0-1,0 0 1,0 0 0,0-1 0,1 1 0,0-1 0,0 0 0,0 0-1,0 0 1,1-1 0,0 1 0,0-1 0,0 0 0,1-1 0,-1 1 0,1-1-1,0 0 1,0 0 0,0-1 0,7 2 0,11 3 244,0-2 1,0-1-1,1-1 0,-1 0 1,35-3-1,-23-1 16,-1-1-1,1-2 0,-1-2 0,1-1 1,-2-2-1,64-24 0,-73 22-239,0 0 0,-1-2-1,-1-1 1,0 0-1,0-2 1,-2-1 0,0 0-1,-1-2 1,30-36 0,-45 50-53,-3 3-1,-1 0 0,1 0 0,0-1 0,-1 1 0,1 0 1,-1 0-1,0-1 0,1 1 0,-1-1 0,-1 0 0,1 1 0,1-5 0,-25 8 698,19 1-718,0-1 0,1 1 0,-1 0 0,1 1 0,-1-1 0,1 1 0,0-1 0,0 1 0,0 0 0,1 0 0,-1 0 0,1 0 0,0 1 0,-1-1 0,1 1 0,1-1 0,-1 1 0,1 0 0,-2 6 0,-2 9 0,0-1 0,-2 39 0,3-21 0,-8 44 0,-4 0 0,-32 100 0,28-131-1,13-35-2,1 1-1,1 0 1,0 0 0,1 1 0,0-1-1,-2 31 1,6-46-397,25-25-16056,10-6 5771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13.9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391 5 1489,'0'0'15193,"-12"-1"-13333,-3-1-1280,0 1 1,0 0 0,1 1-1,-1 1 1,0 0-1,0 2 1,-18 4 0,-4 5 1142,-46 23-1,72-30-1424,0 1 0,0 1 0,1-1-1,0 2 1,0 0 0,1 0 0,0 1-1,-11 12 1,18-18-254,0-1-1,0 1 1,0 0-1,0 1 1,0-1 0,1 0-1,-1 0 1,1 1-1,0-1 1,0 1 0,0-1-1,0 1 1,1 0-1,0-1 1,-1 1 0,1 0-1,1-1 1,-1 1-1,0-1 1,1 1 0,1 4-1,-1-5-42,1 0 0,-1 0-1,1-1 1,0 1 0,0 0 0,0-1-1,0 0 1,0 1 0,0-1-1,1 0 1,-1 0 0,1 0 0,0 0-1,-1-1 1,1 1 0,0-1-1,0 0 1,0 1 0,0-1 0,0 0-1,0-1 1,0 1 0,6 0 0,6 0-84,0-1 1,0-1 0,0 0 0,0-1 0,-1 0 0,1-1 0,-1-1 0,1 0 0,-1-1 0,-1 0-1,1-2 1,-1 1 0,0-2 0,0 1 0,-1-2 0,0 0 0,0 0 0,-1-1 0,-1 0 0,0-1-1,11-15 1,-18 23 159,-1 0-1,0-1 0,0 1 0,-1-1 1,1 1-1,-1-1 0,0 1 0,0-1 0,0 0 1,0 1-1,0-1 0,-1 0 0,0-5 1,-10 12 656,7 2-732,1 1 0,0 0 0,0 1 0,1-1 0,0 0-1,0 0 1,0 1 0,1-1 0,0 0 0,0 1 0,2 6 0,-2 7-9,0-14-78,1-1-1,-1 1 1,1 0 0,0-1-1,0 1 1,0-1 0,1 0-1,0 1 1,0-1 0,0 0-1,1 0 1,5 8 0,-5-10-322,-1 0 1,1 0-1,0 0 1,0-1-1,0 1 1,0-1-1,1 1 0,-1-1 1,1 0-1,-1 0 1,1-1-1,0 1 1,0-1-1,0 0 1,0 0-1,0 0 1,0 0-1,5 0 0,23-1-6285,-2 0-3216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14.3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2273,'0'0'20543,"7"12"-18910,7 10-986,0 2 720,18 36-1,-29-53-1152,-1 1 1,0-1 0,-1 1 0,0 0 0,0 0-1,0-1 1,-1 1 0,0 0 0,-3 13-1,9-28-392,1 1 0,-1 0-1,1 0 1,0 0-1,11-6 1,-14 9 64,14-11-152,-8 6 172,1 0 0,0 0 0,1 1 0,-1 0 0,1 1 1,16-5-1,-27 11 134,-1 0 1,1 1-1,-1-1 1,0 1 0,1-1-1,-1 1 1,1-1-1,-1 1 1,0-1-1,1 1 1,-1-1-1,0 1 1,1 0 0,-1-1-1,0 1 1,0-1-1,0 1 1,1 0-1,-1-1 1,0 1-1,0 0 1,0-1 0,0 1-1,0 0 1,0-1-1,-1 2 1,2 28 228,-1-22-94,0 3-237,0 0-1,1 0 1,0 0-1,1 0 1,0 0-1,1-1 1,1 1-1,-1-1 1,2 1-1,-1-1 1,9 12-1,-12-20-271,1 0 0,-1-1 0,1 1-1,-1-1 1,1 0 0,0 0 0,0 1-1,0-1 1,0 0 0,0-1 0,0 1-1,0 0 1,0 0 0,0-1 0,0 1-1,0-1 1,1 0 0,-1 0 0,0 0 0,3 0-1,24 0-8114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14.6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0 8116,'0'0'16943,"2"23"-14459,-1-14-2221,0 7 86,0 1-1,0-1 1,-2 0 0,0 1 0,0-1 0,-2 0-1,0 0 1,-9 27 0,-68 194 1545,72-206-1906,2 0 0,1 1 0,2 0 0,0 0 0,5 56 0,-2-86 12,1 0 0,-1 0 0,1-1 0,-1 1 0,1 0 0,0-1 0,0 1 0,0 0 0,0-1 0,0 1 0,0-1 0,1 0 0,-1 1 0,0-1 0,1 0 0,-1 0 0,1 0 0,-1 0 0,1 0 0,0 0 0,-1 0 0,1-1 0,0 1 0,-1 0 0,1-1 0,0 0 0,0 1 0,3-1 0,8 2-55,0-1 0,27 0 0,-27-2-63,8 1-488,1-1 0,-1-1 0,22-5-1,-33 5-193,-1-1 1,1 0-1,-1 0 0,0-1 0,1 0 1,-2-1-1,1 0 0,13-10 0,-19 13 208,-1 0 0,0 0-1,0 0 1,0 0 0,-1 0 0,1-1-1,0 1 1,-1 0 0,2-4-1,1-21-8261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14.8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13014,'0'0'7715,"113"0"-4289,-54 0-2129,8 0-833,2 0-464,4 0-977,-2 0-3569,-2-17-7299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15.2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266 0 7379,'0'0'9533,"-9"24"-4750,-53 154 2215,5-18-3301,-36 76-3340,89-227-337,-3 7-20,0 1 0,1 0 0,1 0 0,0 1 0,2-1 0,0 1 0,-1 29 0,4-45 0,0 0 0,1 0 0,-1 0 0,0 0 0,1-1 0,0 1 0,-1 0 0,1 0 0,0-1 0,0 1 0,0 0 0,0-1 0,0 1 0,0-1 0,1 1 0,-1-1 0,0 0 0,1 1 0,-1-1 0,1 0 0,-1 0 0,1 0 0,0 0 0,-1-1 0,1 1 0,0 0 0,0-1 0,0 1 0,3 0 0,6 1 0,0-1 0,1 1 0,21-2 0,-21 0 0,1 0-230,1-1-1,-1 0 1,1-1 0,-1-1-1,22-6 1,-28 6-326,0 0 0,0 0 0,0 0 1,0-1-1,-1 0 0,0 0 0,0-1 0,0 1 1,0-1-1,-1-1 0,9-10 0,-2-9-4011,-10-3-3373,-2-2-3500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15.4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82 9732,'0'0'15512,"157"-4"-14472,-92-2-832,4 0-208,0-7-1537,0-8-4273,-2-10-10550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16.2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401 1 5539,'0'0'15102,"7"18"-12108,2 2-2177,-2-6-166,-1 0 0,0 1-1,-1 0 1,-1 0 0,4 26 0,-3-8 907,0-4-132,2 49 0,-7-71-1426,6-27 0,-6 7 116,1 6-231,-1 0 0,1-1 0,-2 1-1,1 0 1,-3-12 0,2 17 53,1 0 0,-1 0 1,0 1-1,1-1 0,-1 0 0,0 1 0,0-1 0,0 1 0,0-1 0,-1 1 0,1 0 1,0-1-1,-1 1 0,1 0 0,-1 0 0,1 0 0,-1 0 0,1 0 0,-1 0 0,0 0 1,0 0-1,1 1 0,-1-1 0,0 1 0,0 0 0,0-1 0,-2 1 0,-12-1-31,0 0 0,-1 1 0,1 1 0,-1 1 0,1 0-1,0 1 1,0 1 0,0 0 0,0 1 0,1 1 0,-1 0-1,2 1 1,-1 1 0,1 0 0,0 1 0,-17 15 0,17-13 232,2 1 1,-1 0 0,1 0-1,1 1 1,0 1 0,1 0-1,1 0 1,0 1 0,1 0-1,0 1 1,1 0 0,1 0-1,1 0 1,0 1 0,-4 26-1,7-25-2,1 0-1,1 0 0,0-1 1,1 1-1,1 0 0,1 0 1,0-1-1,1 1 0,10 25 1,-10-34-122,0 0 1,1 0-1,0 0 0,0-1 1,1 0-1,0 0 1,1 0-1,0 0 1,0-1-1,0-1 0,1 1 1,0-1-1,0 0 1,1-1-1,-1 0 1,1 0-1,0-1 1,15 5-1,-9-5-65,1 0-1,0-2 1,0 1 0,1-2 0,-1 0-1,0-1 1,0-1 0,1 0-1,-1-1 1,0-1 0,0 0 0,-1-1-1,1-1 1,-1-1 0,0 0-1,0-1 1,0 0 0,13-10 0,1-2-1576,-1 0 0,48-44 0,36-57-9890,-33 22-3742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16.6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300 0 9828,'0'0'5611,"-20"29"-1044,3-5-3420,-10 15 843,2 0-1,1 1 1,-22 52 0,-25 111 1588,51-125-3562,3 0-1,4 2 0,3-1 1,1 105-1,9-184-15,0 1 0,0-1 0,1 0 0,-1 1 0,1-1 0,-1 1 0,0-1 0,1 0 0,-1 1 0,1-1 0,-1 0 0,0 0 0,1 1 0,-1-1 0,1 0 0,-1 0 0,1 0 0,-1 0 0,1 0 0,-1 1 0,1-1 0,-1 0 0,1 0 0,0 0 0,-1 0 0,1 0 0,-1-1 0,1 1 0,-1 0 0,1 0 0,-1 0 0,1 0 0,-1-1 0,1 1 0,-1 0 0,0 0 0,1-1 0,0 1 0,-1 0 0,14-8-293,0-1-1,-1 0 1,0-1-1,0 0 1,-1-1-1,0 0 1,13-17 0,-3 4-545,13-10-401,-11 11 389,31-39 1,-54 61 2807,-3 43-1205,1 0-1,6 51 0,-4-89-816,0 1-1,0-1 1,0 0-1,0 0 1,1 1-1,0-1 1,0 0-1,0-1 1,0 1-1,1 0 1,0 0-1,-1-1 1,1 0-1,0 1 1,1-1-1,-1 0 1,0-1-1,1 1 1,0-1-1,0 1 1,6 2-1,-1-1-876,1-1-1,0 1 1,0-2-1,0 1 1,0-1-1,0-1 1,0 0-1,13 0 1,21-1-6516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17.0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343 1 6995,'0'0'18035,"-21"1"-15156,-70 9-499,84-8-2192,0 0 0,0 0 1,1 0-1,-1 1 1,1 0-1,-1 1 1,1-1-1,0 1 1,0 0-1,1 1 1,-6 5-1,-4 2-59,15-12-129,-23 17 32,2 2 0,-23 23 0,39-37-33,1 0 1,-1 0-1,1 1 1,0 0-1,1 0 1,-1 0-1,1 0 1,1 0-1,-1 1 1,1-1-1,0 1 1,0-1-1,1 1 1,-1 11-1,2-17 1,0 1 0,0-1 0,0 1 0,1-1 0,-1 1 0,1-1 0,-1 0 0,1 1 0,0-1 0,-1 0 0,1 0 0,0 1 0,0-1 0,0 0 0,0 0 0,0 0 0,0 0 0,0 0 0,0 0 0,0 0 0,0-1 0,1 1 0,-1 0 0,0-1 0,1 1 0,-1 0 0,0-1 0,1 0 0,-1 1 0,1-1 0,-1 0 0,0 0 0,3 0 0,7 1 0,0 0 0,0-1 0,16-2 0,-13 1 0,-6 0 0,0 0 0,0-1 0,0 0 0,0 0 0,0-1 0,-1 0 0,1 0 0,-1-1 0,0 1 0,0-2 0,0 1 0,-1-1 0,1 0 0,-1-1 0,0 1 0,-1-1 0,1 0 0,-1-1 0,0 1 0,4-8 0,-4-1 0,-7 37 0,2-14-37,1 0 0,0 0 0,0 1 0,1-1 0,0 0 0,0-1 0,1 1 0,0 0 0,0-1 0,9 15 0,-9-17-362,1 0 0,0-1 0,0 1 0,0-1 0,1 1 0,7 5 0,-8-8-296,0 1 0,1-1 0,-1 0 1,0 0-1,1 0 0,-1 0 0,1-1 0,0 0 0,5 1 0,33 0-8029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17.3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39 122 9108,'0'0'12766,"-6"22"-9311,-19 69-1169,18-41 524,7-45-914,1-18-1469,-2-11-410,2-1-1,1 1 0,1-1 0,8-30 1,-9 48-71,0-1 1,0 1 0,1-1 0,1 1-1,-1 0 1,1 0 0,0 1-1,1-1 1,0 1 0,0 0 0,0 0-1,0 0 1,1 1 0,0 0-1,0 0 1,1 0 0,11-5 0,0 5-2042,1 4-3982,-11 2 1742,10-1-6145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17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0 11925,'0'0'17742,"-19"20"-15560,2-3-1889,3-4-215,1 1 0,0 0 0,1 1 0,1 0 1,0 1-1,1 0 0,-15 34 0,14-20-78,2 0 0,1 0 0,2 0 0,-3 36 0,-1 128 0,6-77 0,2-71-114,-6 139-1207,12-185-3698,10-3 1583,8-13-4034,1-13-4223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17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10501,'0'0'15783,"181"17"-13958,-97-9-1105,-4-2-480,-9-1-240,-11-5-1424,-10 0-2914,-6-9-9349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18.8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666 1 2369,'0'0'4295,"-20"4"-2056,3-1-1652,-6 2 221,-1 0 0,1 2-1,0 0 1,-22 12 0,2 1 246,0 2 1,2 3-1,1 0 1,1 3-1,-45 42 1,65-52-709,0 1 0,2 1 1,0 0-1,2 1 0,0 1 0,1 0 1,1 1-1,1 1 0,2 0 0,0 0 1,-8 32-1,11-24-204,1 1-1,2 1 1,1-1 0,2 1 0,1-1-1,1 1 1,7 38 0,-4-51-89,0 1 0,2-1 0,0 0 0,1 0 1,1 0-1,1-1 0,1-1 0,1 1 0,0-2 0,2 1 0,26 30 0,-29-41-188,0 1 0,0-1 1,1-1-1,0 0 0,0-1 0,1 0 0,-1 0 0,1-2 0,0 1 0,1-1 0,-1-1 0,1 0 0,0-1 0,0-1 0,20 1 0,-20-2-862,0-1 0,0 0 0,22-6 0,-25 5-551,0-1 0,0-1 0,0 0 1,17-10-1,19-17-7291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19.2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1 7764,'0'0'9190,"0"24"-5756,0-15-3049,0 47 1904,-10 77-1,-11 98 2739,18-173-5938,2 2-3973,1-2-5620,0-79 3149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19.6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201 62 6371,'0'0'11013,"19"-11"-8412,-1 0-2011,-10 6-387,0 0 0,0 1 0,1 0 0,0 0 1,-1 0-1,1 1 0,0 1 0,0-1 0,0 1 0,1 1 1,-1 0-1,12 0 0,-9 1-25,0 1 0,-1 1 1,1 0-1,-1 0 0,1 2 0,-1-1 1,0 1-1,0 0 0,-1 1 0,13 8 0,-18-10-160,0 0-1,0 0 1,0 1-1,0 0 0,-1 0 1,1 0-1,-1 0 0,0 1 1,-1-1-1,1 1 0,-1 0 1,0 0-1,0 1 1,0-1-1,-1 1 0,0-1 1,0 1-1,0 0 0,-1-1 1,0 1-1,1 10 0,-3-12-5,1-1-1,-1 1 1,1-1-1,-1 1 1,0-1 0,-1 0-1,1 1 1,0-1-1,-1 0 1,0 0-1,0 0 1,0 0-1,0 0 1,0-1-1,-1 1 1,1-1-1,-1 1 1,1-1-1,-1 0 1,0 0-1,-5 3 1,-8 4 27,-1-1 0,0 0 0,-17 4 0,10-2 8,-22 6 14,27-10-42,0 1 1,1 1-1,-27 15 0,44-22-29,0 0-1,0 0 1,0 0-1,0 0 1,0 0-1,0 0 1,0 0-1,0 0 1,1 1-1,-1-1 1,0 0-1,1 1 1,-1-1-1,1 0 1,-1 1-1,1-1 1,0 0-1,0 1 1,0-1-1,-1 1 1,1-1-1,0 1 1,1-1-1,-1 0 1,0 1-1,0-1 1,1 1-1,-1-1 1,1 0-1,-1 1 1,2 1-1,0 3-96,1 0 0,1 0-1,-1 0 1,8 9 0,15 17-238,36 49-341,-55-71 612,-1-1 0,-1 1 1,0 1-1,0-1 0,-1 0 0,4 18 1,-7-25 72,0-1 0,-1 1 0,0-1 0,1 1 0,-1 0 0,0-1 0,0 1 0,0-1 0,-1 1 0,1 0 0,-1-1 0,1 1 0,-1-1 0,0 1 1,0-1-1,0 1 0,0-1 0,-1 0 0,1 0 0,0 1 0,-1-1 0,0 0 0,1 0 0,-5 3 0,-2 0 72,1 0 0,-1-1 0,0 0 0,-1 0 0,-15 5 0,10-4 84,-24 8 523,0-2 0,-76 12-1,73-18-1493,-47-1-1,88-4 601,0-1 0,0 0 0,0 1-1,0-1 1,0 1 0,1-1 0,-1 0 0,0 1-1,0-1 1,1 1 0,-1-1 0,0 1 0,0-1-1,1 1 1,-1-1 0,1 1 0,-1-1 0,0 1-1,1 0 1,-1-1 0,1 1 0,-1 0 0,1-1-1,0 1 1,38-23-5560,19-9-1283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20.0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289 1 9396,'0'0'4490,"-19"1"-853,-1 0-2491,10-2-602,0 2 0,0-1 0,0 1-1,0 1 1,0 0 0,0 0 0,0 1-1,1 1 1,-15 6 0,12-4 9,0 0 0,1 1 0,0 1 0,0-1 1,0 2-1,-16 17 0,22-21-416,1 1 1,0-1 0,0 1-1,1 0 1,-1 0-1,1 0 1,1 1 0,-1-1-1,1 1 1,0-1 0,0 1-1,1 0 1,0-1-1,0 14 1,0-8-122,4 14 51,-3-26-68,1 1 0,0 0 0,0 0 0,-1 0 0,1-1 0,0 1 0,0 0 0,-1-1-1,1 1 1,0-1 0,0 1 0,0-1 0,0 0 0,0 1 0,0-1 0,0 0 0,0 1 0,0-1 0,0 0 0,0 0-1,0 0 1,0 0 0,0 0 0,2 0 0,3-1-26,1 0 0,0 0 0,-1 0 0,0-1 0,1 0 0,-1 0 0,0-1 0,0 0 0,0 0 0,0 0 1,7-6-1,9-8-150,28-26 0,-35 30 115,15-22 139,-30 33 911,-1 5-876,-3 7-64,1 1 0,0 0 0,0 0 1,1 0-1,0 0 0,1 0 1,0 0-1,1 0 0,1 12 0,0-18-219,-1-1-1,1 1 0,0-1 0,0 0 1,1 1-1,-1-1 0,1 0 0,0 0 0,0 0 1,1 0-1,2 4 0,-3-6-269,1 0 0,-1 0 1,0 0-1,1 0 0,-1 0 0,1 0 0,0-1 0,-1 1 1,1-1-1,0 0 0,0 0 0,0 0 0,0 0 0,0 0 0,0-1 1,0 0-1,6 1 0,16-1-6013,-2 0-2512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20.3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10 176 4610,'0'0'15639,"-1"20"-13715,-5 58-801,6-69-960,-1-7-78,1 0 0,-1 0 1,1 0-1,0 0 1,0-1-1,0 1 1,0 0-1,0 0 0,0 0 1,0 0-1,1 0 1,-1 0-1,1-1 1,0 3-1,1-1 80,-2-2 40,0-11 457,0-26-320,9-61-1,-7 84-364,1 0-1,0 1 1,0-1-1,1 1 1,1 0-1,0 0 1,1 0 0,10-15-1,-13 24-523,1-1 0,0 1-1,0 0 1,0 1 0,0-1 0,0 1 0,0 0-1,1 0 1,-1 0 0,1 0 0,-1 1 0,1 0-1,0 0 1,-1 0 0,6 0 0,9-3-3096,25-6-6185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20.8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502 78 6563,'0'0'21770,"0"-8"-20212,2-41 243,-2 48-1767,-1 0 0,1 0-1,-1 0 1,1 0 0,-1 0 0,0 0 0,1-1 0,-1 1 0,0 0-1,0 1 1,0-1 0,0 0 0,0 0 0,0 0 0,0 1 0,0-1-1,0 0 1,0 1 0,0-1 0,0 1 0,0-1 0,-1 1 0,1-1-1,0 1 1,0 0 0,-1 0 0,1 0 0,0 0 0,0 0 0,-1 0-1,1 0 1,-2 0 0,-46 4-76,37 0 42,0 0 0,1 1 0,0 0 0,0 0 0,0 2 0,0-1 0,1 1 0,0 1 0,-12 12 0,-8 8 0,-38 50 0,34-36 0,1 3 0,-28 52 0,49-75 0,1 0 0,1 0 0,1 1 0,1 1 0,1-1 0,-8 49 0,14-64 0,1-1 0,-1 0 0,1 1 0,0-1 0,1 0 0,0 0 0,2 8 0,-3-13 0,1 0 0,0 0 0,0 0 0,0 0 0,0 0 0,0 0 0,1 0 0,-1 0 0,0 0 0,1-1 0,0 1 0,-1-1 0,1 1 0,0-1 0,0 0 0,-1 1 0,1-1 0,0 0 0,1 0 0,-1 0 0,0-1 0,0 1 0,0 0 0,5 0 0,8 1-73,1-1-1,-1 0 1,1-1 0,0-1-1,-1 0 1,1-2-1,-1 1 1,1-2 0,-1 0-1,26-11 1,1-3-888,-1-3 0,53-34 0,-45 23-1276,-1-2-1,73-69 1,-90 72-686,-2-1 1,31-44 0,10-31-5169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21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362 1 9380,'0'0'9434,"-17"18"-6070,15-16-3271,-20 21 1104,1 1 1,2 1-1,0 0 1,-30 55-1,-42 124 2496,60-123-3285,-39 157 0,62-191-408,2 1 0,2-1 0,2 49 0,2-96 0,1 0 0,-1 1 0,1-1 0,0 0 0,-1 0 0,1 0 0,-1 0 0,1 0 0,0 0 0,-1 0 0,1 0 0,0 0 0,-1 0 0,1 0 0,-1-1 0,1 1 0,0 0 0,-1 0 0,1-1 0,-1 1 0,1 0 0,-1-1 0,1 1 0,-1 0 0,1-1 0,0 0 0,20-18-16,-1 0 0,-1-1 0,19-26 0,-20 25-104,26-39-523,-46 67 771,1 0 0,0 1 1,1 0-1,0-1 0,1 11 0,-1-2-70,0-13-172,0 1 0,0-1-1,1 0 1,-1 0 0,1 0 0,0 0 0,0 0-1,0 0 1,0 0 0,0-1 0,1 1 0,-1 0-1,1-1 1,0 1 0,0 0 0,0-1 0,0 0-1,0 0 1,0 1 0,0-1 0,1-1 0,0 1-1,-1 0 1,1-1 0,0 1 0,-1-1 0,4 2-1,4 0-1549,0 0-1,1-1 1,-1 0-1,0 0 1,1-1-1,17 0 1,18-1-7738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21.5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299 29 11429,'0'0'11814,"-20"-5"-8677,-67-16-1061,82 20-1874,0 0 0,-1 1 0,0-1-1,1 1 1,-1 0 0,1 1 0,-1-1 0,1 1 0,-1 0 0,1 0 0,0 1 0,-1 0 0,1 0 0,0 0 0,-8 5 0,4-1-22,1 1 0,-1 0 0,1 0 0,0 1 0,-11 13 0,15-16-180,0 0 0,1 1 0,-1-1 0,1 1 0,0-1 0,0 1 0,1 0 0,0 0 0,0 0 0,0 0 0,1 1 0,-1-1 0,2 0 0,-1 1 0,1 11 0,0-16 0,1 0 0,-1 0 0,1-1 0,-1 1 0,1 0 0,0-1 0,0 1 0,0 0 0,0-1 0,0 1 0,0-1 0,0 1 0,1-1 0,-1 0 0,0 1 0,1-1 0,-1 0 0,1 0 0,0 0 0,-1 0 0,1 0 0,0-1 0,-1 1 0,1 0 0,0-1 0,0 1 0,0-1 0,0 0 0,-1 1 0,3-1 0,10 2 0,1-1 0,27-1 0,-26-1 0,-8 1 0,0-1 1,-1 0-1,1 0 1,0-1-1,-1 0 1,1 0-1,-1-1 1,1 0-1,9-6 1,-14 8-3,-1 0 0,0 0-1,0 0 1,0-1 0,0 1 0,0 0 0,0-1 0,0 0-1,0 1 1,-1-1 0,1 0 0,0 0 0,-1 0-1,0 0 1,1 0 0,-1-1 0,0 1 0,0 0 0,0 0-1,-1-1 1,1 1 0,0-1 0,-1 1 0,0-1-1,1 1 1,-1-1 0,-1-3 0,2 10-323,1 0 0,-1-1 1,0 1-1,1 0 0,0-1 1,0 1-1,0-1 0,0 0 0,5 6 1,-4-7-275,-1 1 1,1-1 0,0 0 0,0 0-1,0 0 1,0 0 0,0-1 0,0 1 0,0-1-1,1 1 1,3 0 0,24 2-7408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21.8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99 11189,'0'0'11016,"3"19"-8143,-2-16-2726,3 18 597,1 0 0,1 0 0,0 0-1,14 27 1,-21-44 304,-7-5-825,-8-5-288,14 4 56,-1 0 0,0 0 0,0 0-1,1 0 1,-1-1 0,1 1 0,0-1 0,0 0 0,0 0 0,0 0 0,0 0 0,0 0 0,1 0 0,0 0-1,-1 0 1,1-1 0,-1-4 0,2 5-5,-1 1-1,1-1 0,0 0 1,-1 1-1,1-1 0,0 0 1,1 0-1,-1 1 0,0-1 1,1 0-1,-1 1 1,1-1-1,0 1 0,0-1 1,0 0-1,0 1 0,1 0 1,-1-1-1,1 1 0,-1 0 1,1 0-1,0 0 1,2-3-1,14-7-529,0 1 1,1 0 0,1 2-1,-1 0 1,34-10-1,36-16-6848,-41 9-1729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22.3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328 0 9812,'0'0'16040,"-13"21"-14573,-139 249 2831,135-234-3908,-22 44-137,4 3 1,-26 86-1,58-158-253,1-1 0,0 1 0,-1 19 0,2-28 0,1 0 0,0 0 0,0 0 0,1 0 0,-1 0 0,0 0 0,1 1 0,-1-2 0,1 1 0,0 0 0,-1 0 0,1 0 0,0 0 0,0 0 0,0 0 0,0-1 0,1 1 0,-1-1 0,0 1 0,1-1 0,-1 1 0,1-1 0,0 0 0,-1 1 0,4 0 0,8 3-409,0-1 1,1-1-1,-1 0 1,1-1-1,-1-1 1,1 0-1,22-2 1,-35 1 301,1 1-158,0-1 0,0 0 0,0 0 0,0-1 0,0 1 0,-1 0 0,1-1 0,0 1 0,0-1 0,0 1 0,-1-1 1,1 0-1,0 0 0,-1 0 0,1 0 0,-1 0 0,1 0 0,2-3 0,-3 3-417,0-1 1,0 0-1,1 0 1,-1 0-1,-1-1 1,1 1-1,0 0 1,0 0-1,-1 0 1,1-3-1,0-21-10048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22.5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67 12502,'0'0'11109,"140"-14"-8644,-81 14-1361,1 0-735,-1 0-369,6 0-369,4-7-1599,0-11-2979,-1-10-6866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23.0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107 7 2465,'0'0'15570,"-4"-2"-14177,-8-3-276,10 13 347,16 23 782,-10-22-2143,20 44 1333,-3 2 1,-2 1-1,-3 0 1,16 99-1,-16-38-822,-1 158-1,-15-267-613,2 77 0,-17 154 0,11-212 0,-1 0 0,-2 0 0,0-1 0,-2 0 0,-1 0 0,-1-1 0,-1 0 0,-2-1 0,-27 39 0,-11-6 0,38-44 0,1 1 0,-18 24 0,26-30-499,3-6-2772,2-9-1211,0 7 4327,0-12-9638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25.5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51 208,'0'0'9071,"-2"0"-6413,-7 0 6022,18-1-8441,0 0-1,0-1 0,0 0 0,13-4 0,12-3-39,19-2-122,0 3-1,1 1 0,0 4 1,82 4-1,-133-1-74,0 0 0,0 1 0,0-1 1,0 1-1,-1 0 0,1 0 0,0 0 0,0 0 0,-1 1 0,1-1 1,-1 1-1,1-1 0,-1 1 0,1 0 0,-1 0 0,0 0 1,0 0-1,0 1 0,0-1 0,0 0 0,-1 1 0,1 0 0,-1-1 1,0 1-1,1 0 0,-1-1 0,1 5 0,-1-2 4,0 0-1,-1 0 0,1 0 1,-1 0-1,0 0 1,0 0-1,0 0 0,-1 0 1,0 0-1,0 0 1,0-1-1,-1 1 0,1 0 1,-1 0-1,0-1 1,-3 5-1,-4 4 26,0-1 0,-1 0 0,-1 0 0,0-1-1,-1 0 1,-23 16 0,-86 50 479,93-61-169,26-15-316,0 0 1,1 0-1,-1 0 0,1 0 0,-1 0 0,1 0 0,0 0 1,-1 0-1,1 1 0,0-1 0,0 0 0,0 1 1,-1 1-1,2-3-25,0 1 0,0-1 0,0 1 1,0-1-1,0 1 0,0-1 0,0 0 0,0 1 1,0-1-1,0 1 0,0-1 0,0 1 1,1-1-1,-1 0 0,0 1 0,0-1 0,1 0 1,-1 1-1,0-1 0,0 0 0,1 1 1,-1-1-1,0 0 0,1 1 0,-1-1 0,0 0 1,1 0-1,-1 1 0,0-1 0,1 0 0,-1 0 1,1 0-1,6 3-48,1-1 0,-1 0 0,0-1 0,13 2 1,-10-2 73,23 4-70,112 19-227,-125-19 109,0 1 0,-1 1 1,0 0-1,0 1 0,20 12 0,-34-16 139,1 0 0,-1 0-1,0 1 1,0 0 0,-1 0 0,1 0-1,-1 0 1,0 1 0,-1-1 0,1 1 0,-1 0-1,0 0 1,0 0 0,2 11 0,-4-13 87,1 1 1,-1 0-1,0 0 1,-1 0-1,1-1 1,-1 1-1,0 0 1,0 0-1,-1 0 0,1 0 1,-1 0-1,0 0 1,0-1-1,-1 1 1,0 0-1,1-1 1,-1 1-1,-1-1 1,1 0-1,-6 7 1,-5 3 402,-1-2 0,0 0 0,0 0-1,-1-2 1,-1 0 0,0 0 0,0-2 0,-1 0 0,0-1 0,-26 8 0,-18 2 1310,-104 14-1,91-26-1173,80-10-603,40-11-1701,78-17-1,7-2-7586,-72 13 129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25.7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15847,'0'0'16920,"0"38"-16920,2-38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26.8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351 0 3265,'0'0'9210,"2"4"-7924,-1 0-1016,0 1 0,0-1 1,-1 1-1,1-1 0,-1 1 0,0-1 0,0 1 1,-1-1-1,1 0 0,-1 1 0,0-1 1,0 1-1,0-1 0,-4 8 0,-4 9 658,-20 33 0,20-39-570,-128 198 1567,13-22-1911,106-155-331,-2 3-4333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27.3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1 308 1361,'0'0'12058,"18"20"-8957,127 128 983,-84-87-2656,-2 3 1,68 96-1,-125-158-1419,1 3 8,0-1 0,1 1-1,0 0 1,0-1-1,8 7 1,-11-10-19,0 0 0,0-1 0,0 1 0,0 0-1,1-1 1,-1 1 0,0-1 0,1 1 0,-1-1 0,0 0-1,1 0 1,-1 1 0,0-1 0,1 0 0,-1 0 0,0 0 0,1-1-1,-1 1 1,0 0 0,1 0 0,-1-1 0,0 1 0,1-1-1,-1 1 1,0-1 0,0 0 0,1 1 0,-1-1 0,0 0 0,2-1-1,7-8 19,0 1-1,0-2 0,-1 1 1,0-2-1,0 1 0,-2-1 1,8-14-1,42-97 58,-45 94-44,175-416 1150,-178 425-873,-2 0 0,9-37-1,-16 65-6772,0 10 1225,0-1-416,0 6-2978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27.8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73 149 6979,'0'0'11691,"14"2"-10552,-12-2-1125,29 4 882,0 0 0,38-2 1,-67-2-888,0-1 0,0 1 1,0 0-1,1-1 0,-1 1 1,0-1-1,0 0 0,0 1 0,0-1 1,0 0-1,0 0 0,-1 0 1,1-1-1,0 1 0,0 0 1,-1-1-1,1 1 0,-1-1 1,1 0-1,-1 1 0,0-1 1,1 0-1,-1 0 0,0 0 0,0 0 1,-1 0-1,1 0 0,0 0 1,-1 0-1,1 0 0,-1 0 1,1 0-1,-1-1 0,0 1 1,0 0-1,0 0 0,0 0 1,-1 0-1,1-1 0,0 1 0,-1 0 1,0 0-1,1 0 0,-1 0 1,0 0-1,0 0 0,0 0 1,0 0-1,0 1 0,-3-4 1,-6-4-10,0 0 0,0 1 0,0 0 0,-1 0 0,-22-10 0,27 15 1,0 1 0,1 0 0,-2 0 0,1 0-1,0 0 1,0 1 0,-1 0 0,1 0 0,0 1 0,-1 0-1,1 0 1,0 0 0,-1 1 0,-7 2 0,11-2 8,0 0 0,0 0 1,0 0-1,0 1 0,0 0 1,0-1-1,0 1 0,1 0 0,-1 0 1,1 1-1,-1-1 0,1 0 1,0 1-1,-4 5 0,3-3 121,0 1 0,0 1 0,0-1 0,1 0 0,0 0 0,-3 14 0,3 2 216,0 1 0,1-1 0,3 30 0,-2-46-350,1 1 0,-1-1 0,2 1 0,-1-1 0,1 0 0,0 0-1,0 0 1,0 0 0,1 0 0,0 0 0,0 0 0,1-1 0,-1 0 0,1 0 0,0 0 0,1 0 0,-1 0 0,1-1 0,0 0-1,0 0 1,1 0 0,5 3 0,-5-4-472,0-1 0,0 0-1,0 0 1,0 0 0,0-1-1,0 1 1,1-2 0,11 1-1,-3 0-1095,-9-1-39,1 1 0,-1-2-1,1 1 1,0-1 0,10-2-1,20-14-7112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28.0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210 0 10677,'0'0'8716,"-9"28"-5360,1-1-2689,-10 29 632,-14 73 1,-46 158 2190,30-127-2992,43-140-539,1 1 0,1-1 0,1 1 0,0 28 0,2-48-17,0 0-1,0 1 1,0-1 0,0 1 0,0-1 0,0 0 0,1 1 0,-1-1 0,1 0 0,-1 1 0,1-1 0,-1 0 0,1 0 0,0 1-1,-1-1 1,1 0 0,0 0 0,0 0 0,0 0 0,0 0 0,0 0 0,0 0 0,0-1 0,0 1 0,0 0 0,1 0-1,-1-1 1,0 1 0,0-1 0,1 1 0,0 0 0,5 0-342,0 0 1,0-1-1,0 1 0,0-1 0,8-1 1,4 0-512,-8 1-278,0-2 1,0 1-1,0-1 0,0-1 1,0 0-1,-1-1 0,0 0 1,0 0-1,0-1 0,0 0 1,0-1-1,15-13 1,26-21-7142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28.2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68 8020,'0'0'15127,"146"-17"-13991,-60 4-592,4 5-336,4 4-208,6 0-1328,5-5-1105,-1-3-4226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28.9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0 390 6915,'0'0'15122,"16"-18"-13730,54-53-188,-68 70-1150,0-1 1,0 0-1,-1 1 1,1-1-1,0 1 1,0-1-1,0 1 1,1 0-1,-1 0 1,0 0-1,0 0 1,1 0-1,-1 1 1,0-1-1,1 1 1,-1-1-1,1 1 1,-1 0-1,0 0 1,1 0-1,3 1 1,4 0 210,-8-1-213,-1 0 0,1 0-1,-1 0 1,1 0 0,-1 1-1,1-1 1,-1 0 0,1 1-1,-1 0 1,1-1 0,-1 1-1,0 0 1,1 0 0,-1-1-1,0 1 1,0 0 0,0 0-1,0 1 1,0-1 0,2 1-1,-1 1 23,-1 1 0,1-1 0,0 0 0,-1 1 1,1-1-1,-1 1 0,0-1 0,1 6 0,0 8 90,-1 1 1,-1 33-1,-1-32-136,1 131 119,1-150-152,-1 1-1,0-1 1,1 0 0,-1 1-1,0-1 1,1 0-1,-1 1 1,1-1 0,-1 0-1,1 1 1,-1-1 0,0 0-1,1 0 1,-1 0 0,1 1-1,-1-1 1,1 0-1,-1 0 1,1 0 0,-1 0-1,1 0 1,-1 0 0,1 0-1,-1 0 1,1 0 0,0 0-1,0-1 1,17 0-65,-17 1 58,7-2-13,0 1 0,0-2 0,-1 1-1,1-1 1,-1 0 0,0-1 0,0 0 0,8-5 0,56-45-201,-45 33 94,159-132-1045,-185 153 1178,0-1-1,0 1 1,1 0 0,-1 0-1,0-1 1,1 1-1,-1 0 1,0 0 0,1 0-1,-1-1 1,0 1-1,1 0 1,-1 0 0,0 0-1,1 0 1,-1 0-1,0 0 1,1 0-1,-1 0 1,1 0 0,-1 0-1,0 0 1,1 0-1,-1 0 1,1 0 0,-1 0-1,0 0 1,1 0-1,-1 0 1,0 0 0,1 0-1,-1 1 1,0-1-1,1 0 1,-1 0 0,0 1-1,1-1 1,-1 0-1,0 0 1,1 1 0,-1-1-1,0 0 1,0 1-1,0-1 1,1 0 0,-1 1-1,0-1 1,0 0-1,0 1 1,0-1 0,0 0-1,1 1 1,-1-1-1,0 1 1,0-1 0,0 0-1,0 1 1,0-1-1,0 1 1,4 39 63,-1-13-41,-1-19-19,0-1 0,1 0 0,0 0 0,0 0 0,0 0 0,1-1 1,0 1-1,5 6 0,-6-10 0,0 0 0,0 0 0,0 0 0,0 0 0,0 0 0,0-1 1,1 0-1,-1 0 0,1 0 0,0 0 0,-1 0 0,1-1 0,0 1 0,0-1 0,0 0 0,6 1 1,-3-2-22,0 1 1,0-1 0,0 0 0,0-1 0,0 0-1,0 0 1,-1 0 0,1-1 0,0 0-1,0 0 1,-1-1 0,8-3 0,-5 0-35,-1 1 1,0-2 0,0 1-1,0-1 1,-1 0 0,0-1-1,10-13 1,-7 6 72,0 0 0,-1 0 0,-1-1 1,-1 0-1,0 0 0,-1-1 0,0 0 0,-2 0 1,0 0-1,-1 0 0,0-1 0,-2 1 0,0-1 0,-1 0 1,-3-23-1,2 33 52,-1 0 1,0 0 0,0 0-1,-1 0 1,0 0-1,0 0 1,-1 1 0,-5-10-1,5 12-47,1 1-1,0-1 0,-1 0 1,0 1-1,0 0 0,-1 0 1,1 0-1,-1 0 0,1 1 1,-1 0-1,0 0 0,-9-4 1,13 7-62,0-1 0,1 1 0,-1 0 0,0 0 0,0-1 0,1 1 0,-1 0 0,0 0 0,0 0 0,0 0 1,1 0-1,-1 0 0,0 0 0,0 0 0,0 0 0,1 0 0,-1 0 0,0 0 0,0 1 0,1-1 0,-2 1 0,2-1-144,-1 1 0,1-1 0,0 1 0,0-1 0,-1 0 0,1 1 0,0-1 0,0 1 0,0 0 0,-1-1-1,1 1 1,0-1 0,0 1 0,0-1 0,0 1 0,0-1 0,0 1 0,0-1 0,0 1 0,1-1 0,-1 1-1,0 0 1,1 2-726,0 0-1,0-1 0,0 1 1,0-1-1,1 1 0,-1-1 1,1 0-1,-1 0 0,1 0 1,4 4-1,19 11-7991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29.3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271 45 10485,'0'0'8428,"-21"9"-4346,-65 28-1535,74-32-2250,1 0-1,0 1 0,0 1 1,0-1-1,1 2 0,0-1 1,0 2-1,1-1 0,0 1 0,0 0 1,1 1-1,1 0 0,-1 1 1,-8 16-1,15-24-277,-1 0 1,1 0-1,-1 0 1,1 1-1,0-1 1,0 0-1,0 1 0,1-1 1,-1 1-1,1-1 1,0 1-1,0-1 1,0 1-1,0-1 0,1 1 1,-1-1-1,1 0 1,2 6-1,-2-6-18,1-1 1,0 0-1,-1 0 0,1 0 1,0 0-1,0 0 0,1 0 0,-1 0 1,0-1-1,1 1 0,-1-1 1,0 0-1,1 0 0,0 0 1,-1 0-1,1 0 0,0 0 0,-1 0 1,1-1-1,0 0 0,0 1 1,0-1-1,3-1 0,11 2 27,-7 0-8,0-1-1,1 0 1,19-3-1,-27 2-30,1 0 0,-1 0-1,0 0 1,1 0 0,-1-1 0,0 1-1,0-1 1,0 0 0,0 0-1,0 0 1,-1 0 0,1-1-1,0 1 1,-1-1 0,4-4 0,0-1-7,10-14-85,0 0 0,-2-1 0,0 0 0,-2-1 0,15-39 1,-25 58 104,-1 0 0,0-1 0,0 1 1,0 0-1,0-1 0,-1 1 0,0-1 1,0 1-1,-1-1 0,1 1 1,-3-7-1,2 10 5,0 0 0,0 0 0,0 0 0,-1 0 0,1 0 0,-1 0 0,1 0-1,-1 0 1,0 0 0,0 1 0,0-1 0,0 1 0,0-1 0,0 1 0,0 0 0,0 0 0,0 0 0,-1 0 0,1 0 0,-1 0 0,1 1 0,0-1 0,-1 1 0,1 0 0,-5 0 0,0-1-42,0 0 1,0 1 0,0 0-1,-1 0 1,1 1 0,0 0-1,-11 3 1,16-3-197,0-1 1,0 1-1,0 0 1,0 0-1,0 1 1,0-1-1,0 0 0,1 1 1,-1-1-1,0 1 1,1-1-1,-1 1 0,1 0 1,0-1-1,-1 1 1,1 0-1,0 0 0,0 0 1,0 0-1,0 0 1,1 1-1,-1-1 1,1 0-1,-1 0 0,1 0 1,0 0-1,-1 4 1,1-5-140,0 1 1,0-1 0,0 0 0,0 0 0,0 0 0,0 0-1,0 0 1,0 0 0,0 0 0,1 0 0,-1 0-1,0 0 1,1 1 0,-1-1 0,1 0 0,-1-1 0,1 1-1,-1 0 1,1 0 0,0 0 0,0 0 0,-1 0 0,1-1-1,0 1 1,0 0 0,0 0 0,0-1 0,0 1-1,0-1 1,0 1 0,0-1 0,0 1 0,0-1 0,0 0-1,0 1 1,2-1 0,35 6-9126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29.6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59 8756,'0'0'15879,"13"18"-13328,41 60-545,-50-73-1804,-1 1 0,1-1 0,-1 0 0,0 1 0,-1-1-1,1 1 1,-1 0 0,0 0 0,-1 0 0,1 0 0,-1 0 0,-1 0 0,1 1 0,-1 11 0,0-6 3,0-12-194,0 1 0,0 0 0,0 0 1,-1 0-1,1 0 0,0 0 1,0 0-1,-1 0 0,1 0 1,-1-1-1,1 1 0,0 0 1,-1 0-1,1 0 0,-1-1 1,0 1-1,1 0 0,-1-1 1,0 1-1,1 0 0,-1-1 1,0 1-1,0-1 0,0 1 1,1-1-1,-1 0 0,-1 1 1,-27 4 12,29-5-24,-1-1 0,1 1 0,-1 0 0,1 0 0,-1 0 0,1 0 0,-1-1 0,1 1 0,-1 0 0,1-1 0,-1 1 0,1 0 0,0-1 0,-1 1 0,1 0 0,-1-1 0,1 1 0,0-1 0,-1 1 0,1-1 0,0 1 0,0 0 0,-1-1 0,1 1 0,0-1 0,0 0 0,0 1 0,0-1 0,0 1 0,0-1 0,0 1 0,0-1 0,-1-24 0,1 17 0,1-6 15,-1 0-1,1 0 1,1 0-1,1 1 1,0-1 0,1 1-1,0-1 1,8-17-1,-9 25-107,1 0-1,-1 0 1,1 0-1,0 0 1,0 1-1,1 0 1,0 0-1,0 0 1,0 0-1,0 1 0,1 0 1,0 0-1,0 0 1,0 1-1,0 0 1,0 0-1,1 0 1,-1 1-1,9-2 1,26 0-3897,-2 0-3973,-7-3-2340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30.3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324 1 11205,'0'0'7134,"-20"23"-3343,2-5-2970,4-5-367,1 1-1,1 1 0,0 0 1,1 0-1,0 1 0,2 1 1,0 0-1,0 0 0,-5 19 1,-10 52 1246,3 2 0,-13 145 0,-7 36-1518,37-250-182,-1-1 0,-1 1 0,-1-1 0,-16 33 0,20-52 0,1-8 0,0-8 0,3-1-167,1-1 1,1 1-1,0 1 0,1-1 1,1 0-1,0 1 1,1 0-1,1 0 0,0 1 1,1 0-1,14-20 0,-2 6-446,2 1 0,0 2-1,2 0 1,39-31 0,-48 43 309,2 1 1,0 0 0,28-14-1,-35 22 274,1 0 1,-1 0-1,1 1 0,-1 0 1,1 1-1,0 0 0,0 0 1,14 1-1,-24 2 65,0-1 0,0 1 0,-1-1 0,1 1-1,0 0 1,-1-1 0,1 1 0,0 0 0,-1-1 0,1 1 0,-1 0 0,1 0 0,-1 0-1,1 0 1,-1 0 0,0-1 0,1 1 0,-1 0 0,0 0 0,0 0 0,0 0 0,1 0-1,-1 0 1,0 0 0,0 0 0,-1 0 0,1 0 0,0 0 0,-1 2 0,1-1 50,0 1 1,0 0-1,0 0 1,-1 0-1,0-1 1,1 1-1,-1 0 1,0-1-1,0 1 1,-1-1-1,-2 5 1,-8 3 61,-1-1 0,-1 0 0,0-1 0,0-1 0,-1 0 0,1-1 0,-19 5 0,12-3 40,-11 3 43,7-2 113,-31 15 0,51-22-197,-1 1 0,1 0 0,0 0 0,1 1 0,-1-1 0,0 1 0,1 0 0,0 0 0,0 1 0,0-1 0,-5 9 0,8-11-131,0 0 0,0 0 1,0 0-1,0 0 0,1 0 0,-1 0 0,0 0 1,1 1-1,0-1 0,-1 0 0,1 0 0,0 1 0,0-1 1,0 0-1,1 0 0,-1 1 0,0-1 0,1 0 0,0 0 1,-1 0-1,1 0 0,0 1 0,0-1 0,0 0 1,0-1-1,0 1 0,1 0 0,-1 0 0,1 0 0,-1-1 1,4 3-1,3 3-27,1-1-1,0 0 1,0-1 0,0 0 0,14 5-1,-12-6 44,102 38-31,-70-27 0,54 25 0,-91-37-123,19 7-23,-15-14-2444,-4-10-3785,-4-9-5313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31.3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0 5939,'0'0'13763,"-4"24"-11562,-25 154 1065,20-125-2379,-13 64 9,18-100-894,-1-1-1,-1 1 0,-1-1 1,-13 25-1,18-38-215,1-1 0,0-1 0,-1 1 0,1 0 0,-1 0 0,1 0 0,-1-1 0,0 1 0,0-1 0,0 1 0,0-1 0,0 0 0,-3 1 0,4-1-212,0-1 0,-1 0 0,1 1 1,0-1-1,0 0 0,0 0 0,0 0 1,-1 0-1,1 0 0,0 0 0,0-1 0,0 1 1,-1 0-1,1 0 0,0-1 0,0 1 0,0-1 1,0 1-1,-1-2 0,-16-15-8506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31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92 3474,'0'0'13846,"25"-15"-11931,-8 3-1553,-2 1-107,1 1 0,-1 1 0,18-8 0,-25 14-108,1 0 0,-1 0 0,1 1 0,0 0 0,-1 0 0,1 1 0,0 0 0,0 1 0,0 0 0,0 0 0,9 2 0,8 4 280,1 0 0,-1 2 1,40 18-1,74 42 581,-111-52-849,37 19 123,65 47 0,-101-60-269,0 1-1,-2 1 1,0 2-1,24 30 1,-44-47-16,-1 0-1,0 1 1,0 0 0,-1 0 0,0 0-1,-1 1 1,0 0 0,-1 0 0,0 0-1,-1 1 1,0-1 0,-1 1 0,1 17-1,-3-24 8,0-1-1,0 1 1,-1-1-1,1 1 1,-1-1-1,-1 0 1,1 1-1,0-1 1,-1 0-1,0 0 0,0 0 1,0 0-1,-1 0 1,1 0-1,-1-1 1,0 1-1,0-1 1,0 0-1,0 0 1,-1 0-1,-5 4 0,-6 3 22,-1-1-1,0-1 0,0 0 1,-21 6-1,-81 27 61,-134 29 0,-127 3 764,346-67-754,15-3-51,0 0-1,0-1 1,-30-1 0,78-13-1232,90-30-2850,21-8-6338,-61 16 174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32.0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0 6739,'0'0'13814,"-27"130"-10452,19-97-1793,1-6-737,3-10-192,4-4-448,-2-9-160,0 0-32,-4-4-528,0 0-832,1-8-1938,1-17-1600,4-7-2466,0-8 81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32.1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7828,'0'0'19288,"85"13"-19192,-58 18-96,-2 3-256,3-1-1681,-3 1-2401,-9-5-3329,5-4-4371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32.5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1 9861,'0'0'8067,"-19"7"-4166,-64 25-1300,75-29-2271,0 1 1,0 1 0,1-1-1,0 1 1,0 1 0,0-1-1,0 1 1,1 0 0,0 1-1,1 0 1,-1-1 0,1 2-1,0-1 1,-7 16-1,2 11 166,10-33-495,-1 0 0,1 0 1,0 0-1,0 0 0,0-1 0,-1 1 0,1 0 0,0 0 1,0 0-1,1 0 0,-1 0 0,0-1 0,0 1 0,0 0 1,0 0-1,1 0 0,-1 0 0,0-1 0,1 1 0,-1 0 1,1 0-1,-1-1 0,1 1 0,-1 0 0,1-1 0,-1 1 1,1-1-1,0 1 0,-1-1 0,1 1 0,0-1 1,0 1-1,-1-1 0,1 1 0,0-1 0,1 1 0,5-1-124,0 0 0,-1 0 0,1 0-1,0-1 1,0 0 0,-1 0 0,1-1-1,0 0 1,-1 0 0,0 0 0,1-1-1,-1 0 1,9-6 0,7-6-461,0-1 1,22-22-1,-20 17 451,-24 20 166,1 0 1,0 1-1,-1-1 1,1 0 0,0 0-1,-1 1 1,1-1-1,0 1 1,0-1-1,0 1 1,-1-1 0,1 1-1,0-1 1,0 1-1,0 0 1,0-1-1,0 1 1,0 0 0,0 0-1,0 0 1,1 0-1,1 19 982,-3-8-1197,0-7 146,0-1 1,0 1-1,1 0 0,0-1 0,0 1 0,0 0 1,0-1-1,1 1 0,-1-1 0,1 0 1,0 1-1,0-1 0,0 0 0,0 0 0,1 0 1,-1 0-1,1-1 0,0 1 0,0-1 1,0 1-1,0-1 0,0 0 0,0 0 0,0-1 1,1 1-1,-1-1 0,7 3 0,1-1-979,0 0-1,0 0 1,15 1 0,29-1-7547,-6-3-1077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33.1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797 3 10613,'0'0'10666,"-19"0"-8740,1-1-1513,10 0-275,0 0 0,1 1 0,-1 0 1,0 1-1,1-1 0,-1 1 0,1 1 0,-1 0 1,1 0-1,0 0 0,-1 1 0,-11 6 0,12-5 65,-14 7 704,-37 27-1,55-36-846,-1 1 0,1-1 0,-1 1-1,1 0 1,0 0 0,1 0-1,-1 0 1,0 1 0,1-1 0,0 1-1,-1 0 1,1 0 0,1 0 0,-1 0-1,1 0 1,-1 0 0,1 0-1,0 4 1,1-7-59,0 1 0,0-1 0,0 0 0,0 0 0,1 0-1,-1 0 1,0 0 0,1 0 0,-1 0 0,1 0 0,-1 0 0,1 0 0,-1 0 0,1 0 0,0 0-1,-1 0 1,1 0 0,0 0 0,0-1 0,0 1 0,0 0 0,-1 0 0,1-1 0,0 1-1,0-1 1,0 1 0,1-1 0,-1 1 0,0-1 0,0 0 0,0 0 0,1 1 0,43 1-6,-30-3 4,-1 1-24,-7 1-59,1-1 1,-1 0-1,0 0 1,0 0-1,1-1 1,-1-1 0,0 1-1,0-1 1,0 0-1,0 0 1,-1-1 0,12-6-1,-8 3-186,-1-1 1,0 0-1,-1-1 0,11-11 0,-15 15 232,-1 0 1,0-1-1,0 1 0,0-1 1,-1 0-1,0 0 1,0 0-1,0 0 0,-1 0 1,1 0-1,0-9 0,-11 27 297,-2 5-226,1 0-1,1 1 0,0 0 1,2 1-1,-7 25 1,-21 110 203,32-138-224,-20 119 154,-11 57 82,25-153-112,-2 0 0,-26 62 0,31-89 20,0-1 1,0 0-1,-2 0 1,1 0-1,-13 13 1,16-21-12,-1 1 1,1-1-1,-1 0 1,0 0-1,0 0 0,0-1 1,-1 0-1,1 0 1,-1 0-1,0-1 0,0 0 1,0 0-1,-11 2 0,2-2-9,-1-1-1,1-1 0,-1-1 0,1 0 1,-1-1-1,1-1 0,0 0 0,0-1 0,0 0 1,0-1-1,1-1 0,0-1 0,-14-8 0,7 3-80,1-1-1,1-1 0,0 0 0,1-1 0,1-2 0,0 1 1,-27-37-1,38 44-49,0 0 1,1-1-1,0 1 1,1-1-1,0-1 1,0 1-1,-3-19 1,5 24-47,2 1 0,-1-1 0,0 0 0,1 0 0,0 1 0,0-1 0,1 0 0,-1 1 0,1-1 0,0 0 0,0 1 0,1-1 0,-1 1 0,1-1 0,0 1 0,0 0 0,0 0 0,1-1 0,0 2 0,3-5 1,1 1-345,1 0 0,0 1 0,1 0 0,-1 0 0,1 1 0,17-7 0,64-21-4917,-38 16 245,18-9-4820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33.4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42 298 10037,'0'0'16370,"-1"22"-14127,-6 158 1842,7-180-4085,0 1 1,0-1 0,0 0-1,0 0 1,0 0-1,0 1 1,-1-1-1,1 0 1,0 0-1,0 0 1,0 0-1,0 1 1,0-1-1,0 0 1,0 0-1,0 0 1,-1 0-1,1 1 1,0-1-1,0 0 1,0 0-1,0 0 1,-1 0-1,1 0 1,0 0-1,0 0 1,0 0-1,0 0 1,-1 1-1,1-1 1,0 0-1,0 0 1,0 0-1,-1 0 1,1 0-1,0 0 1,0 0-1,0 0 1,-1 0-1,1 0 1,0 0-1,0-1 1,0 1-1,0 0 1,-1 0-1,1 0 1,0 0-1,0 0 1,0 0-1,0 0 1,-1 0-1,1-1 1,0 1-1,0 0 1,0 0-1,0 0 1,0 0-1,-1 0 1,1-1-1,0 1 1,0 0-1,0 0 1,-2-3-1,0 0 0,0 0 0,0 1 0,1-1 0,-1 0 0,1-1 0,0 1 0,0 0 0,0 0 0,0 0 0,0-6 0,-4-41 0,5 43 0,-1-7 0,0 0 0,1-1 0,1 1 0,0 0 0,0 0 0,2 0 0,0 0 0,0 0 0,2 1 0,8-20 0,-4 16-23,0 0-1,2 1 1,0 1 0,1 0-1,0 0 1,1 1 0,1 1 0,0 0-1,1 1 1,0 1 0,23-13-1,-24 16-302,0 1-1,0 1 1,1 1 0,0 0-1,0 1 1,1 0-1,-1 1 1,29-1 0,-31 3-201,77 0-3884,-32 9-1371,-6 10-2547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33.8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325 1 3858,'0'0'6136,"-19"2"-1366,3 0-3644,1 0-3,0 0 0,1 1 0,-1 0-1,1 1 1,0 1 0,-27 12 0,21-6 389,1 0 0,0 2 0,-26 22 0,40-30-1337,0-1 0,0 0-1,0 1 1,1 0-1,0 0 1,0 0 0,0 1-1,1-1 1,0 1 0,0 0-1,0 0 1,1 0-1,0 0 1,0 1 0,1-1-1,-2 12 1,2-13-175,1-1 0,0 1 0,1 0 0,-1 0 0,1 0 0,0-1 0,0 1 0,1 0 0,1 5 0,-1-8 0,-1 0 0,1 0 0,-1-1 0,1 1 0,0 0 0,0 0 0,0-1 0,0 0 0,0 1 0,0-1 0,0 0 0,0 0 0,1 0 0,-1 0 0,0 0 0,1-1 0,-1 1 0,1-1 0,-1 1 0,4-1 0,2 1 0,0-1 0,0 0 0,0 0 0,1 0 1,-1-1-1,0-1 0,-1 1 0,1-2 0,0 1 0,0-1 0,-1 0 0,1 0 0,-1-1 1,13-8-1,0-3-5,-1-1-1,-1 0 1,26-31 0,-16 11-48,-27 55 125,-1 7-205,-1-7-236,1 0-1,1 0 1,7 36-1,-7-49-156,1 0 0,0-1 0,0 1 1,1-1-1,-1 0 0,1 1 0,4 4 0,-4-7-347,0 1-1,0-1 1,1 1-1,-1-1 0,1 0 1,0 0-1,0-1 1,0 1-1,8 3 1,17 4-10474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34.5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51 9172,'0'0'18406,"13"22"-16531,43 73-506,-45-77-822,-1 1-1,13 32 1,-20-41-496,-1-1-1,0 1 1,-1 0 0,0 0 0,0 18 0,-1-28-51,0 0 0,0 0 0,0 0 0,1 0 0,-1 0 0,0 0 0,0 1 0,0-1 0,0 0 0,0 0 0,0 0 0,0 0 0,0 0 0,0 1 0,0-1 0,0 0 0,0 0 0,0 0 0,0 0 0,0 0 0,0 1 0,0-1 0,0 0 0,0 0 0,0 0 0,0 0 0,0 0 0,0 1 0,0-1 0,0 0 0,0 0 0,0 0 0,0 0 0,0 0 0,0 1 0,-1-1 0,1 0 0,0 0 0,0 0 0,0 0 0,0 0 0,0 0 0,0 0 0,0 0 0,-1 0 0,1 1 0,0-1 0,0 0 0,0 0 0,0 0 0,0 0 0,-1 0 0,1 0 0,0 0 0,0 0 0,0 0 0,0 0 0,-1 0 0,1 0 0,0 0 0,0 0 0,0 0 1,0 0-1,0 0 0,-1 0 0,1-1 0,-4-6-14,4-1-59,0 1 1,1-1 0,0 1 0,1 0-1,-1-1 1,1 1 0,1 0 0,-1 0-1,1 0 1,0 1 0,1-1 0,0 1-1,0 0 1,0 0 0,0 0 0,1 0-1,8-7 1,11-9-371,0 0-1,44-28 1,-58 43 302,-3 2 85,-4 2 57,0 0 1,1 1 0,-1-1 0,1 1-1,-1 0 1,1-1 0,0 2 0,0-1 0,0 0-1,0 1 1,0 0 0,0 0 0,1 0 0,-1 0-1,0 1 1,0 0 0,8 0 0,-11 1 44,-1-1 0,1 1 0,0 0 1,0 0-1,-1 0 0,1-1 0,0 1 0,-1 0 1,1 0-1,-1 0 0,0 0 0,1 0 0,-1 0 1,0 0-1,1 0 0,-1 0 0,0 0 1,0 0-1,0 1 0,0 0 0,2 30 426,-2-25-308,1 101 1039,-1-108-1203,0 0 0,0 0 0,0 1 0,0-1 0,0 0 0,0 0 0,0 0 0,0 1 0,0-1 0,1 0 0,-1 0 0,0 0 0,0 1 0,0-1 0,0 0 0,0 0 0,1 0 0,-1 0 0,0 0 0,0 0 0,0 1 0,0-1 0,1 0 0,-1 0 0,0 0 0,0 0 0,0 0 0,1 0 0,-1 0 0,0 0 0,0 0 0,1 0 0,-1 0 0,0 0 0,0 0 0,0 0 0,1 0 0,-1 0 0,0 0 0,0 0 0,0 0 0,1 0 0,-1 0 0,0-1 0,0 1 0,0 0 0,0 0 0,1 0 0,-1 0 0,0 0 0,0 0 0,0-1 0,0 1 0,1 0 0,-1 0 0,0 0 0,0-1 0,0 1 0,11-8 0,6-9 143,122-104-1137,-120 106 794,1 1 0,0 1 0,1 1-1,1 1 1,35-14 0,-55 25 259,-1 0 0,1-1-1,-1 1 1,1 0 0,0 0-1,-1 0 1,1 0 0,-1 0 0,1 1-1,0-1 1,-1 0 0,1 1-1,-1-1 1,1 1 0,-1-1-1,1 1 1,-1 0 0,0 0-1,1 0 1,-1-1 0,0 1-1,1 1 1,-1-1 0,0 0-1,0 0 1,0 0 0,0 0-1,0 1 1,0-1 0,-1 1 0,1-1-1,0 0 1,-1 1 0,1-1-1,-1 1 1,1 0 0,-1 1-1,3 6-93,0 0-1,-2 0 0,1 0 1,0 17-1,0-3 36,-2-1 0,0 0 0,-2 1 0,0-1 0,-9 37 0,8-38-115,5-39-15841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35.5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397 2 1105,'0'0'16130,"-4"-2"-13132,-4 2-2547,-1 1 1,1 0-1,-1 1 0,1-1 0,0 2 0,0-1 0,0 1 0,-8 4 0,-23 7 481,-30 4 0,26-7-152,1 1 1,-53 24-1,93-36-732,0 1 1,0 1-1,0-1 0,1 0 0,-1 0 0,0 1 0,1-1 0,-1 1 0,1-1 0,-2 3 1,3-3-46,-1-1 0,1 1 0,0-1 1,-1 1-1,1 0 0,0-1 0,0 1 1,0 0-1,0-1 0,-1 1 1,1 0-1,0 0 0,0-1 0,0 1 1,1 0-1,-1-1 0,0 1 1,0 0-1,0-1 0,0 1 0,1 0 1,-1-1-1,0 1 0,1 0 0,-1-1 1,0 1-1,1-1 0,-1 1 1,1-1-1,-1 1 0,1-1 0,-1 1 1,1-1-1,-1 1 0,1-1 0,-1 0 1,2 1-1,8 4-21,-1 0 1,2-1-1,-1 0 0,0-1 1,12 2-1,1 1-73,5 2-147,3-1-373,-1 2 0,0 2 0,0 0 0,53 30 0,-78-37 517,0 0 0,0-1-1,-1 2 1,1-1 0,5 7-1,-10-10 88,1 0-1,0-1 1,0 1 0,-1 0-1,1 0 1,-1-1-1,1 1 1,-1 0 0,1 0-1,-1 0 1,1 0-1,-1 0 1,0 0-1,0 0 1,1 0 0,-1 0-1,0 0 1,0 0-1,0 0 1,0 0 0,0 0-1,0 0 1,0 0-1,0 0 1,-1 0-1,1 0 1,0-1 0,-1 1-1,1 0 1,0 0-1,-1 0 1,1 0-1,-1 0 1,1 0 0,-1-1-1,0 1 1,1 0-1,-1 0 1,0-1 0,0 1-1,-1 0 1,-8 4 218,-1-1 0,-1 0 0,1-1 1,0 0-1,-1-1 0,-20 2 0,-20 4 61,6-1-5165,10-6-2807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36.8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266 28 2977,'0'0'13094,"8"-5"-10663,-7 5-2212,21-13 1178,-15 6-344,-12 5 1096,-3 3-1821,0 0-1,1 1 1,-1-1-1,1 2 1,-1-1-1,1 1 1,0 0-1,-7 5 1,-56 36 870,48-28-785,17-13-330,-17 11 234,0 2 1,1 0 0,-25 25-1,45-40-314,-1 1 0,1-1 0,0 1 1,-1-1-1,1 1 0,0 0 0,0-1 0,0 1 0,0 0 0,0 0 0,0 0 1,0 0-1,1 0 0,-1 0 0,1 0 0,0 0 0,-1 0 0,1 0 0,0 0 0,0 0 1,0 0-1,0 0 0,1 0 0,-1 0 0,0 0 0,1 0 0,0 0 0,-1 0 1,1 0-1,0 0 0,0-1 0,0 1 0,0 0 0,0 0 0,0-1 0,1 1 1,-1-1-1,1 1 0,-1-1 0,1 0 0,-1 1 0,1-1 0,0 0 0,-1 0 1,1 0-1,0 0 0,0-1 0,0 1 0,0 0 0,0-1 0,0 1 0,3-1 0,4 3-117,0-2-1,1 1 0,0-1 0,-1-1 0,1 0 0,-1 0 0,1-1 1,0 0-1,-1 0 0,1-1 0,-1-1 0,0 0 0,0 0 0,0 0 0,0-1 1,0-1-1,-1 1 0,10-8 0,-8 4 53,-1 1 0,0-1 0,-1-1 0,0 1 1,0-1-1,0-1 0,-2 0 0,1 0 0,-1 0 0,0-1 0,-1 1 0,-1-1 0,0 0 1,5-18-1,-7 16 1202,-5 18 452,-3 19-861,5-20-743,0-1 1,1 1 0,0 0 0,0 0-1,0 0 1,0-1 0,1 1-1,-1 0 1,1-1 0,0 1 0,0 0-1,1-1 1,-1 1 0,1-1-1,-1 1 1,1-1 0,0 0 0,0 0-1,1 0 1,-1 0 0,6 5 0,-3-4-284,1 0-1,-1-1 1,1 0 0,0 0 0,0 0 0,0-1 0,1 1 0,-1-2 0,1 1 0,-1-1 0,12 2 0,22-2-3944,0-1-3092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37.2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456 1 10981,'0'0'5389,"0"21"-2185,0-5-2629,-1-8-387,0 1 0,1-1 0,1 1 0,-1-1 0,1 1-1,1-1 1,-1 1 0,1-1 0,1 0 0,0 0-1,0 0 1,0 0 0,1 0 0,0-1 0,6 9 0,80 87 1434,-51-60-900,49 70-1,-68-83-605,-2 2 1,-1-1-1,-2 2 1,-1 0-1,-2 1 0,-1 1 1,-1-1-1,8 67 0,-15-75-101,-1-1 0,-2 1 0,-1-1-1,0 1 1,-2-1 0,-1 0 0,-1 0-1,-1 0 1,-2 0 0,0-1 0,-1 0-1,-2-1 1,-16 29 0,-2-11 139,-1-1 1,-1-1-1,-3-2 1,0-1-1,-56 44 0,-211 137 666,286-207-848,-35 26-270,-35 22-800,26-30-4162,59-28 5106,0 1 0,0-1 1,0 0-1,0 0 0,-1 0 1,1 0-1,0 0 0,0 0 1,0 0-1,0 0 1,0 0-1,0 0 0,-1 0 1,1 0-1,0 0 0,0 0 1,0 1-1,0-1 0,0 0 1,-1 0-1,1 0 0,0-1 1,0 1-1,0 0 0,0 0 1,0 0-1,-1 0 1,1 0-1,0 0 0,0 0 1,0 0-1,0 0 0,0 0 1,-1 0-1,1 0 0,0 0 1,0 0-1,0-1 0,0 1 1,0 0-1,0 0 0,0 0 1,0 0-1,0 0 1,-1 0-1,1-1 0,0 1 1,0 0-1,0-14-13845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39.5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64,'0'0'112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40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5 1617,'0'0'2305,"-21"0"-4882,21-4 1744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40.9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1 137 1505,'54'-136'880,"-54"142"-688,0-2-176,0 3-16,0 1-496,0-6-1345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42.0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20 773 368,'0'0'4162,"-4"4"-3474,-12 9 283,28-24 7662,1-4-3809,4-7-2736,10-14-3127,13-18 1073,449-597 108,-487 662 1037,-3 12-837,-5 7 567,-19 55 1,-4 13 341,-1 138 539,25-167-1648,-3 0 1,-27 104-1,16-106-512,17-109-4846,2-25-3959,0 26 1972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42.2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0 103 9268,'0'0'12118,"151"0"-10742,-90 0-687,1-7-225,1-1-304,6-3-96,-6-1-64,-1-3-1104,-3 1-1362,-3-3-2400,-5-2-5859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42.5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363 40 4626,'0'0'12627,"-3"-6"-10770,2 4-1750,1 0 0,-1 0 0,0 0 0,0 0 0,0 1 0,0-1 0,-1 0 0,1 1 0,0-1 0,-1 1 0,1-1 0,-1 1 0,0 0 1,1 0-1,-1 0 0,0 0 0,0 0 0,1 0 0,-1 0 0,0 0 0,-3 0 0,-2 0 106,0 0 0,0 0-1,0 1 1,0 0 0,0 0 0,0 1 0,-7 1 0,-5 2 220,0 1 1,0 0-1,0 2 0,1 0 0,0 1 1,1 0-1,0 2 0,0 0 1,1 1-1,0 0 0,-24 24 1,37-32-407,0 0 0,1 0 1,0 0-1,-1 0 0,1 0 1,0 1-1,1-1 1,-1 1-1,1-1 0,-1 1 1,1 0-1,0 0 0,0 0 1,1-1-1,-1 1 0,1 0 1,0 0-1,0 0 1,0 0-1,0 0 0,1 0 1,0 0-1,0-1 0,0 1 1,0 0-1,0 0 0,1-1 1,-1 1-1,1-1 0,0 1 1,0-1-1,1 0 1,-1 0-1,1 0 0,-1 0 1,1 0-1,0-1 0,0 1 1,0-1-1,0 0 0,1 0 1,-1 0-1,1 0 1,-1 0-1,1-1 0,7 3 1,11 1-899,1-1-1,0 0 1,0-2 0,0 0 0,0-2 0,0-1 0,39-5 0,-50 3-425,1 0 0,-1 0 0,17-8 0,36-20-6969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42.8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414 1 9861,'0'0'8502,"-20"29"-4180,-3 2-3242,5-8-420,2 1 1,0 1-1,2 0 1,0 1-1,-16 45 0,-40 168 2930,-12 33-2399,76-258-1239,-1 1 0,-12 19 0,-4-6-1474,21-26 1022,-1 0 1,1 0 0,0 0 0,-1-1-1,0 1 1,1-1 0,-1 0 0,0 0-1,-3 1 1,-7-2-4650,-1-5-2937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43.1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49 12230,'0'0'3596,"20"-3"336,-10 2-3407,357-40 7077,-346 40-7497,5-1 0,1 1-1,40 5 1,-65-4-103,-1 1 0,0-1 0,0 0 1,1 1-1,-1-1 0,0 1 1,0 0-1,0-1 0,0 1 0,0 0 1,0 0-1,0-1 0,0 1 1,0 0-1,0 0 0,0 0 0,0 0 1,-1 0-1,1 1 0,1 1 1,-1 0 14,1 1-1,-1 0 1,0 0 0,0 0 0,0 0 0,0 7 0,-1-1 106,0 1 0,0 0 0,-1 0 0,-3 13 0,0-12-206,-1 0 0,0 0 0,0-1 0,-1 0 0,-1 0 0,0 0 0,-16 18 0,22-44-11234,-3-15 856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43.3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0 7155,'0'0'17672,"-38"84"-17688,59-53-1712,0-2-2178,0-4-5266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43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7 161 12822,'0'0'8124,"-2"18"-4264,1-2-3330,-2 9 891,2 41-1,2-57-1140,-1 0-1,1 0 1,1 0 0,0 0 0,0-1-1,1 1 1,0-1 0,0 1-1,8 12 1,-6-13-188,0-1 0,1 1 0,0-1 1,0-1-1,1 1 0,0-1 0,10 8 0,-13-12-87,0 1-1,0-1 1,0 0 0,0 0-1,0-1 1,1 1 0,-1-1-1,1 0 1,-1 0 0,1 0-1,-1-1 1,1 0 0,0 1 0,-1-2-1,1 1 1,8-2 0,-9 0-33,0 0 1,0 0-1,-1 0 1,1 0-1,0-1 1,-1 1-1,0-1 1,0 0-1,0 0 1,0 0 0,0 0-1,-1-1 1,1 1-1,-1-1 1,0 0-1,2-4 1,7-15-141,12-33 1,-19 46 166,36-113-153,-25 70 374,42-93-1,-58 148-437,1 0-1,-1 0 1,1 0 0,-1 0 0,1 0-1,0 0 1,0 0 0,-1 0-1,1 0 1,1 0 0,-1 0 0,0 0-1,1 0 1,-1 0 0,1 0-1,-1 0 1,1 0 0,0-1 0,1 4-1,0-2-584,0 0 0,-1 0-1,1-1 1,0 1-1,0 0 1,1-1 0,-1 0-1,1 0 1,-1 1-1,1-1 1,3 1 0,18 7-8444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43.8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0 7491,'0'0'18105,"-44"111"-15544,40-94-1104,1 0-881,3-7-480,0-4-96,0 1-608,5-7-4419,11-7 145,-1-22-5026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44.0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0 12054,'0'0'11333,"-21"69"-12102,60-58-2480,10-11-3170,3 0-3762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44.3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221 0 3586,'0'0'14926,"-12"25"-10270,0-3-3565,-3 8 402,1 1-1,1 0 1,-12 47 0,-29 89 1097,-11 48-2643,61-201 53,2 0 0,0 1 0,0-1 0,1 1 0,1-1 0,2 21 0,-1-34 0,-1 0 0,0 0 0,1 0 0,-1 0 0,1 0 0,0 0 0,-1 0 0,1 0 0,0 0 0,-1 0 0,1 0 0,0-1 0,0 1 0,0 0 0,0-1 0,0 1 0,0 0 0,-1-1 0,2 1 0,-1-1 0,0 1 0,0-1 0,0 0 0,0 0 0,0 1 0,2-1 0,33 1 0,-27-1 0,0 0-164,-1-1 0,0 0 0,1 0 0,-1-1 0,0 0 0,0-1 0,0 0 0,0 0 0,-1-1 1,15-8-1,-16 8-676,0 0 1,-1-1 0,0 0 0,1 0 0,7-10-1,-10 11-314,0-1 1,-1 1-1,1-1 0,-1 0 0,0 1 0,0-1 0,0 0 0,1-8 0,0-26-9955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44.4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8868,'0'0'18729,"152"-2"-18009,-108 2-656,2 0-64,-4 0-1265,-5 0-1632,-9 0-2850,-5 0-5554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44.8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 1169,'0'0'23429,"-1"2"-21289,0 0-1902,1 0 0,-1 0 1,0 0-1,1 0 1,-1 0-1,1 0 1,0 0-1,0 0 1,0 1-1,0-1 1,0 0-1,0 0 0,0 0 1,1 0-1,-1 0 1,2 4-1,1-1 21,-1 1 1,1-1-1,0 0 0,0 0 0,8 9 0,-1-3-194,0 0 0,1-1 0,1 0 0,14 10 0,-21-18-306,0 1 0,0-1 0,0 0 0,1 0 0,-1-1 0,1 0 1,-1 0-1,1 0 0,-1 0 0,12-1 0,-13 0-554,0 0 1,-1-1-1,1 1 0,0-1 0,-1 0 1,1 0-1,-1 0 0,1 0 0,-1-1 1,6-2-1,14-20-9087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45.2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764 1 192,'0'0'24953,"-18"24"-23214,-57 85-154,69-99-1411,1 0 1,0 0-1,0 0 0,1 1 0,1-1 1,0 1-1,0 0 0,1 0 0,-1 14 1,-1 7 94,-78 518 131,79-530-450,-1 18-138,-11 39 0,13-68 164,-1 0 1,0 0 0,0-1 0,-1 1-1,0-1 1,0 0 0,-1 0-1,0 0 1,-12 13 0,13-17 20,0-1 0,0 0 0,0 0 0,-1 0 0,1-1 0,-1 1 0,0-1 0,1 0 0,-1 0 0,0-1 0,0 0 0,-1 1 0,1-2 0,0 1 0,0-1 0,0 1 0,-1-1 0,1-1 0,0 1 1,0-1-1,0 0 0,0 0 0,0 0 0,0-1 0,0 0 0,-6-3 0,-5-2-6,0-1 0,1-1-1,0-1 1,0 0 0,1-1 0,-18-16 0,4-2-313,1-2 0,1 0 0,1-2 0,2-1 0,-34-68 0,54 97 52,-18-44-829,20 47 912,0 0-1,1-1 1,-1 1 0,1 0-1,-1 0 1,1-1-1,0 1 1,0-1 0,0 1-1,0 0 1,1-1-1,-1 1 1,1 0 0,-1-1-1,1 1 1,0 0-1,0 0 1,0 0 0,2-4-1,0 3-389,0 0-1,1 0 0,-1 1 1,1-1-1,-1 1 1,1 0-1,4-2 0,42-17-7217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45.6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256 9 7123,'0'0'18625,"-5"-2"-16872,-3 0-1556,1 1 1,-1 0 0,0 0 0,1 0 0,-1 1-1,0 0 1,0 0 0,1 1 0,-1 0-1,0 1 1,1-1 0,-1 1 0,1 1 0,-1 0-1,1 0 1,0 0 0,0 1 0,1 0 0,-1 0-1,1 0 1,0 1 0,0 0 0,-7 8 0,6-6-170,0 1 1,1 0 0,-1 0 0,2 0 0,-1 1 0,1 0 0,0 0-1,1 1 1,0-1 0,1 1 0,0 0 0,0 0 0,1 0 0,0 0-1,1 1 1,0-1 0,1 17 0,0-24-35,1-1 1,-1 1-1,1-1 1,-1 1-1,1-1 1,0 0-1,0 1 1,0-1-1,0 0 0,0 0 1,1 1-1,-1-1 1,1 0-1,-1 0 1,1-1-1,0 1 1,0 0-1,0 0 0,0-1 1,3 3-1,0-2-24,0 1 0,0-1 0,0-1 0,1 1 0,-1-1 0,0 1 0,1-1 0,-1-1 0,8 1 0,-2-1-37,-1 0 0,1-1 0,-1 0 0,1-1 0,-1 0 1,0-1-1,0 0 0,0 0 0,0-1 0,9-5 0,-10 3-36,-1 0-1,0 0 0,0-1 0,0 0 0,-1 0 0,10-12 0,-15 16 103,0 0-1,0 0 1,0-1 0,0 1 0,0-1 0,-1 1 0,0-1 0,1 0 0,-1 0 0,-1 0 0,1 1 0,0-1-1,-1 0 1,0 0 0,0 0 0,0 0 0,0 0 0,-1 0 0,-1-7 0,0 8 18,0 0 0,0 0 0,0-1 0,0 1 0,0 1 0,-1-1 0,1 0 0,-1 0 0,1 1 0,-1 0 0,0-1 0,0 1 0,0 0 0,-1 1 0,1-1 0,0 0 0,-1 1 0,1 0 0,-1 0 0,-6-2 0,-5 0-53,0 0 0,1 1 0,-28 0 0,39 2-910,-24 1 1230,16 1-4278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45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0 12598,'0'0'15847,"-80"115"-14182,47-77-529,2-5-543,4-1-417,1-7-144,12-2 80,1-11-112,7-1-288,6-9-657,19-15-9940,8-10 1809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46.6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1 158 6499,'1'1'26366,"8"0"-26464,-1 0 98,0 0 0,0 1 0,-1 0 0,1 0 0,-1 0 0,0 1 0,1 0 0,-1 1 0,-1 0 0,1 0 0,0 0 0,8 8 0,14 13 0,35 41 0,-18-17 0,-45-48 0,-1 0 0,1 0 0,0 0 0,0 0 0,-1 0 0,1 0 0,-1 0 0,1 1 0,-1-1 0,0 0 0,1 0 0,-1 1 0,0 0 0,6 15 0,-5-17 0,-1 0 0,0 0 0,1 0 0,-1 0 0,0 0 0,1 0 0,-1 0 0,0 1 0,1-1 0,-1 0 0,0 0 0,1 0 0,-1 0 0,0 0 0,1-1 0,-1 1 0,0 0 0,1 0 0,-1 0 0,0 0 0,1 0 0,-1 0 0,0-1 0,1 1 0,-1 0 0,0 0 0,0 0 0,1-1 0,-1 1 0,0 0 0,0 0 0,1-1 0,-1 1 0,0 0 0,0 0 0,0-1 0,0 1 0,1 0 0,-1-1 0,0 1 0,9-17 0,-8 15 0,26-61 0,-2 0 0,-4-1 0,21-99 0,-39 208-352,-3-40 142,0-1-473,0 0 0,0 0 0,0 0 0,1 1 0,-1-1 0,1 0 0,0 0-1,0 0 1,3 6 0,9 4-7531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47.5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339 132 3426,'0'0'9270,"3"-3"-7669,6-2-155,20-1 12445,-13 5-10803,-16 2-3086,1 0 0,0 0 0,0 0 0,-1 0 0,1 0 0,-1 1 1,1-1-1,-1 0 0,1 0 0,-1 0 0,0 0 0,0 1 0,0-1 0,1 0 1,-1 0-1,0 1 0,0-1 0,-1 0 0,1 2 0,0-1 1,-1 13-3,0 0 0,-1 0 0,-1 0 0,-1 0 0,0 0 0,0 0 0,-8 13 0,-53 99 0,37-76 0,6-11 0,-2-1 0,-1-2 0,-3 0 0,0-2 0,-60 56 0,81-84 0,-7 5 0,1 1 0,-15 19 0,57-62-4430,12-14 2972,160-225-4022,-39 46 4674,-157 215 1413,7-4 2650,-11 23-91,-1 8-2581,-1 44 639,4 0-1,13 87 0,-13-132-1189,0-2 0,2 1-1,0 0 1,0-1-1,2 0 1,0 0-1,1-1 1,0 0-1,1 0 1,1-1 0,1 0-1,0-1 1,25 24-1,-32-33-35,1-1 0,0 0 0,0 0 0,0 0-1,0 0 1,0-1 0,1 1 0,-1-1 0,1-1 0,-1 1 0,1-1 0,0 0-1,10 0 1,-12-1-14,0 0 0,0 0 0,0-1 0,0 0 0,1 0 0,-1 0-1,-1 0 1,1-1 0,0 0 0,0 1 0,0-1 0,-1-1 0,1 1 0,-1 0 0,0-1-1,0 0 1,0 0 0,0 0 0,4-5 0,7-12-104,0-1-1,-2-1 1,0 0 0,15-44-1,25-101-23,-37 112 143,3-5 291,-3-1 1,-2-1-1,-3 0 0,2-70 0,-14 143-291,1 0-1,-1 0 1,-1 0-1,0-1 1,-5 13-1,-10 42-1643,12 13-3726,8-27-1397,5-15-2503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47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53 10965,'0'0'19505,"-18"8"-18272,-2 0-919,1 2 0,-32 20 0,43-24-303,-1 0 0,2 1 0,-1 0 0,1 0 0,0 0 1,0 1-1,1 0 0,0 0 0,0 1 0,-6 14 0,8-14-11,1 0 0,-1 0 0,2 1 0,0-1 0,0 0 0,0 1 0,1 16 0,1-25 0,0 0 0,0-1 0,0 1 0,0 0 0,0-1 0,0 1 0,1 0 0,-1-1 0,0 1 0,1 0 0,-1-1 0,0 1 0,1-1 0,-1 1 0,0-1 0,1 1 0,-1 0 0,1-1 0,-1 0 0,1 1 0,0-1 0,-1 1 0,1-1 0,-1 0 0,2 1 0,22 4 0,28-9 0,-41 0-15,-1 1 0,1-2 0,-1 1-1,0-1 1,0-1 0,0 0 0,-1-1 0,0 1 0,0-2-1,-1 1 1,1-1 0,-2-1 0,1 1 0,-1-1 0,-1 0 0,0-1-1,0 0 1,-1 0 0,0 0 0,0 0 0,-1-1 0,-1 0-1,0 0 1,3-17 0,-6 23 4,1-3 32,-1 0 0,0 0-1,0 0 1,-3-16 0,2 22-40,1 0 0,-1 1 0,1-1 0,-1 0-1,0 0 1,0 1 0,0-1 0,0 1 0,0-1 0,0 1-1,0-1 1,0 1 0,-1-1 0,1 1 0,-1 0 0,1 0 0,-1 0-1,1 0 1,-1 0 0,1 0 0,-1 0 0,0 1 0,0-1-1,1 0 1,-1 1 0,-3-1 0,2 0-281,-1 1 0,1-1 0,-1 1 0,1 0 0,0 0 0,-1 0 0,1 1 0,-1-1 0,1 1 0,0 0 0,-1 0 0,-3 1 0,6-1-118,-1 0 0,0 0 0,0 1 0,1-1 0,-1 0 0,0 1 0,1-1 0,-1 1 0,1-1 0,0 1 0,0 0 0,0 0 0,0 0 0,0-1 0,0 1 0,0 0 0,0 0 0,1 0 0,-1 0 0,0 3 0,0 22-7839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48.5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374 811 5234,'0'0'18860,"-11"-18"-15032,0 0-3014,0 0 0,-20-21-1,28 36-716,0 0 0,0 0 0,-1 1-1,0 0 1,1-1 0,-1 1 0,0 0-1,0 1 1,0-1 0,0 1 0,-1 0-1,1 0 1,0 0 0,0 1 0,-1-1 0,1 1-1,0 0 1,-1 0 0,-6 2 0,-5-2 88,8 0-162,0 1 1,0-1-1,0 1 0,0 1 1,1 0-1,-1 0 0,0 0 0,1 1 1,0 0-1,0 0 0,0 1 0,-11 7 1,8-3-27,0 0 1,1 1-1,1 0 1,-1 0-1,1 1 1,1 0-1,-8 14 1,11-17-35,1-1 0,0 1 0,0 0-1,1 0 1,0 0 0,0 0 0,1 0 0,-1 1 0,2-1 0,-1 1 0,1 8-1,1-15 21,-1-1 0,1 1-1,-1 0 1,1-1 0,0 1-1,0-1 1,-1 1 0,1-1-1,0 1 1,0-1 0,-1 1-1,1-1 1,0 0 0,0 1-1,0-1 1,0 0 0,0 0-1,0 0 1,-1 0 0,1 1-1,0-1 1,0-1 0,0 1-1,0 0 1,0 0 0,1 0-1,32-4-87,-20-1 16,-1 0-1,1 0 1,-2-1 0,1-1-1,22-15 1,61-53-843,-79 61 783,43-38-230,-2-3 0,-3-2 0,-3-2 0,-2-3-1,-2-1 1,-4-3 0,-2-2 0,55-123 0,-91 176 461,-2 9 136,-1 0 1,-1 0-1,1 0 0,-1 0 1,0 0-1,-1 0 1,1 0-1,-1-1 0,0 1 1,-1-1-1,0-6 0,-7 10 1375,3 4-1489,0-1-1,0 1 1,0 0-1,0 0 1,0 0-1,0 1 1,0-1 0,0 1-1,1 0 1,-1 0-1,1 1 1,0-1-1,-1 0 1,1 1-1,-4 4 1,-6 7-83,0 1 0,-10 16 0,17-23 12,-18 27-33,1 1 0,2 1 0,2 1 0,1 1 0,2 1 0,2 0 0,-17 74 0,17-29 0,3 0 0,0 161 0,11-243 214,-1 2-479,1-1 1,1 0 0,-1 1-1,0-1 1,1 1 0,2 6-1,-3-11 123,0 1 0,0-1 0,1 1 0,-1-1-1,0 0 1,1 1 0,-1-1 0,0 1 0,1-1 0,-1 0-1,0 1 1,1-1 0,-1 0 0,1 1 0,-1-1 0,1 0-1,-1 1 1,1-1 0,-1 0 0,1 0 0,-1 0 0,1 0-1,0 1 1,0-1-163,1-1-1,-1 1 1,0 0 0,1 0-1,-1-1 1,1 1-1,-1-1 1,0 1 0,0-1-1,1 0 1,-1 1 0,0-1-1,1-1 1,20-20-7027,4-4-5882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48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93 11109,'0'0'12846,"18"14"-11163,61 46-581,-73-56-995,0 0-1,1-1 1,-1 0-1,1-1 1,-1 1-1,1-1 1,0 0-1,0-1 1,0 0 0,0 0-1,0 0 1,0-1-1,0 0 1,13-2-1,7 1 110,-24 1-212,-1 0 0,1-1-1,-1 1 1,1 0 0,-1-1-1,1 0 1,-1 0 0,1 1-1,-1-2 1,1 1 0,-1 0-1,0 0 1,0-1 0,0 1-1,0-1 1,0 0 0,0 1-1,0-1 1,0 0 0,-1 0-1,1 0 1,-1 0 0,1-1-1,-1 1 1,0 0 0,0-1-1,0 1 1,0 0 0,0-1-1,0-2 1,1-6-31,0 1 0,0-1-1,-1 0 1,-1 1 0,0-1-1,-1-12 1,0 21 25,1 0 0,0 0 0,-1-1 0,1 1 0,-1 0 0,0 0 0,0 0 0,0 0 0,0 0-1,0 0 1,0 0 0,0 0 0,-1 0 0,1 1 0,-1-1 0,1 0 0,-1 1 0,0-1 0,-3-2 0,1 2 108,0 0 0,0 0 0,-1 1 0,1-1 0,0 1 0,-1 0 0,1 0 0,-1 0 0,-7 0 0,4 1 151,-1 0-1,1 1 1,0 0 0,0 0 0,0 0 0,0 1-1,0 0 1,0 1 0,0 0 0,0 0 0,-7 5 0,7-2-244,-1 2 1,1-1 0,1 1 0,-1 0-1,1 0 1,1 1 0,-1 0-1,1 0 1,1 1 0,0-1 0,0 1-1,1 0 1,1 1 0,-5 15 0,4-7-16,0 1-1,1 0 1,1 0 0,1 1 0,1-1 0,1 0 0,3 20 0,-2-30 35,0 0 1,1-1-1,0 1 0,0-1 0,1 0 1,0 0-1,1 0 0,0-1 1,0 1-1,1-1 0,0 0 0,0-1 1,1 0-1,0 0 0,1 0 1,-1-1-1,1 0 0,0 0 0,1-1 1,11 6-1,-5-3-342,0-2 0,1 0 0,-1-1 0,31 6 0,-27-8-1845,1-1 1,-1 0-1,35-3 1,33-9-18129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49.4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 0 16,'0'0'832,"-50"107"-656,69-103 177,2 2-257,-7 0-96,-3 1-913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49.7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838 78 1825,'0'0'13729,"13"-12"-11029,38-37 29,-42 37 1787,-11 7-2919,-15 5-1499,14 1 609,-18-1-266,1 0 1,0 2-1,0 0 1,-1 1-1,2 1 1,-1 1 0,-27 11-1,-5 6-338,1 4-1,2 1 1,1 2 0,1 3-1,1 1 1,2 3-1,2 1 1,1 2 0,2 2-1,2 2 1,1 1-1,-56 95 1,80-116-103,0 1 0,2 0 0,0 0 0,2 1 0,1 0 0,-7 47 0,12-58 0,1 0 0,0 0 0,1-1 0,1 1 0,0 0 0,1 0 0,0-1 0,1 1 0,1-1 0,0 0 0,1 0 0,0 0 0,1-1 0,10 17 0,-3-12-33,0-1-1,2-1 1,-1 0 0,2-1-1,0-1 1,0 0 0,1-1-1,1-1 1,0-1-1,0 0 1,1-1 0,0-1-1,1-1 1,29 7 0,4-3-1437,1-1 0,0-3 1,0-2-1,73-3 0,-3-6-4879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50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1 975 10869,'0'0'13806,"24"-20"-12410,3 0-1086,137-121 1559,145-196-619,-29-21-3073,-214 262 1959,-65 94 659,-3 7 115,-13 29-449,2 1 0,1 0 0,1 1 0,3 0 0,0 1 0,-3 65 1,9-49-457,2 0 0,3 0 1,15 91-1,-7-83-6,-9-44-7,1 1 0,0 0 1,2 0-1,0-1 0,8 19 0,-12-35-640,-4-16-8270,-7-2 4541,5 10 1392,-26-32-11942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50.3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0 110 11221,'0'0'11910,"172"-40"-8965,-101 34-1072,8 1-1185,-4-1-544,7 4-144,-3-2-1136,3-7-2002,-5-1-3569,-1-11-6883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51.2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468 177 4498,'0'0'16117,"-23"-6"-14068,4 1-1602,10 2-252,-1 0 0,0 0 0,0 1 0,0 0 0,0 1 0,0 0 0,-1 0 0,1 2 0,0-1 0,0 1 0,0 0 0,0 1 0,-18 5 0,9 1 232,1 1 0,0 0 0,0 1-1,1 1 1,0 1 0,1 0 0,0 1 0,1 1-1,0 0 1,-17 24 0,24-28-333,0 0 0,1 1 0,1 0-1,0 0 1,0 1 0,1 0 0,1 0 0,0 0 0,1 0 0,0 1-1,1 0 1,0-1 0,1 1 0,0 0 0,1 0 0,0 0 0,5 22-1,-3-27-91,0 0 0,0 0 0,1 0 0,0 0 0,1-1-1,-1 1 1,2-1 0,-1 0 0,1 0 0,0-1-1,0 1 1,1-1 0,0 0 0,0-1 0,0 1 0,1-1-1,-1 0 1,1-1 0,1 0 0,-1 0 0,13 5-1,1-2-52,1-1 0,0 0 0,0-2 0,0 0 0,1-2 0,40 0 0,-51-2 9,0-1-1,0-1 1,0 0-1,0-1 1,0-1-1,0 1 1,-1-2 0,1 0-1,-1 0 1,0-1-1,-1 0 1,0-1-1,0 0 1,0 0 0,-1-1-1,0-1 1,0 0-1,-1 0 1,0 0 0,9-16-1,-4 6-32,-1-1 0,-1 0 0,-1-1 0,-1 0 0,-1-1 0,-1 0 0,-1 0 0,0-1 0,-2 0 0,2-26 0,-5 26 44,0-1 0,-1 0 0,-1 1 0,-2-1 0,0 1 0,-10-37 0,11 53 45,-1 0 0,1 0 0,-2 0 0,1 0 0,0 0 0,-1 1 0,-1 0 0,1 0 1,-1 0-1,0 0 0,0 1 0,0 0 0,-1 0 0,0 0 0,0 1 0,0 0 0,-1 0 0,1 0 0,-1 1 0,0 0 0,0 0 0,0 1 0,0 0 0,-14-2 0,15 2-6,0 1-1,-1 1 1,1-1 0,-1 1 0,0 0 0,1 1-1,-1 0 1,1 0 0,0 0 0,-8 3 0,11-3-23,0 1 0,1-1 1,-1 1-1,0 0 1,1 0-1,-1 0 1,1 0-1,0 0 1,0 0-1,-1 1 1,2-1-1,-1 1 1,0-1-1,0 1 1,1 0-1,-1 0 1,1 0-1,0 0 1,0 0-1,0 0 1,1 0-1,-2 4 1,1-1-323,0 0 0,1 0 0,-1 0 0,1 0 0,0 1 0,0-1 0,1 0 0,0 0 0,0 0 0,1 0 0,2 9 1,-1-10-345,-1-1 0,1 1 1,-1-1-1,1 1 1,1-1-1,-1 0 0,0 0 1,1 0-1,0-1 1,0 1-1,0-1 0,0 0 1,9 4-1,34 14-9454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51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390 1 3906,'0'0'16333,"-6"8"-14055,-110 158 4300,11 19-4429,80-130-2176,-25 49-562,44-93-271,-2 0 1,1 0 0,-17 16 0,23-26 467,0 0-1,0 0 0,0 0 1,0 0-1,0 0 1,-1 0-1,1 0 0,0 0 1,-1 0-1,1-1 1,-1 1-1,1-1 1,-1 1-1,1-1 0,-1 1 1,0-1-1,1 0 1,-1 0-1,-1 1 1,-10-1-7199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52.2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0 326 6131,'0'0'17008,"12"11"-14882,-6-6-1826,2 1 37,0 1 0,0 0 0,-1 0 0,0 1-1,-1 0 1,0 0 0,0 0 0,0 1-1,6 15 1,11 36 710,-2-5-457,36 66 0,-48-104-597,1-1 0,1-1 0,0 1 0,1-2 0,1 0 0,0 0 0,1-1 0,18 13 0,-31-25 21,0 0 0,0 0 0,0-1 0,0 1 0,0-1 0,0 1 0,0-1 1,1 1-1,-1-1 0,0 1 0,0-1 0,0 0 0,1 0 0,-1 0 0,0 0 0,1 0 0,-1 0 0,0 0 0,0 0 0,1 0 1,-1 0-1,0-1 0,0 1 0,0 0 0,1-1 0,-1 0 0,0 1 0,0-1 0,0 1 0,0-1 0,0 0 0,0 0 0,0 0 0,0 1 1,0-1-1,-1 0 0,2-2 0,3-3 91,-1-1 1,0 0 0,0 0-1,5-14 1,-5 9-65,110-311 527,-92 251-570,-5 22 2,-3 0 0,-2-1 0,-2-1 0,6-97 0,-16 150 0,0-1 0,0 0 0,0 0 0,0 0 0,0 1 0,0-1 0,0 0 0,-1 0 0,1 0 0,0 0 0,0 0 0,0 1 0,0-1 0,0 0 0,-1 0 0,1 0 0,0 0 0,0 0 0,0 0 0,0 0 0,-1 1 0,1-1 0,0 0 0,0 0 0,0 0 0,-1 0 0,1 0 0,0 0 0,0 0 0,0 0 0,0 0 0,-1 0 0,1 0 0,0 0 0,0 0 0,0 0 0,-1 0 0,1-1 0,0 1 0,0 0 0,0 0 0,0 0 0,-1 0 0,1 0 0,0 0 0,0 0 0,0-1 0,0 1 0,-1 0 0,1 0 0,0 0 0,0 0 0,0 0 0,0-1 0,0 1 0,0 0 0,0 0 0,0 0 0,0-1 0,0 1 0,0 0 0,-1 0 0,1 0 0,0-1 0,0 1 0,-10 12 0,5-2 7,0 0 0,0 0 0,0 0 0,2 1-1,-1-1 1,1 1 0,-2 18 0,1 2-352,2 47 0,2-75 27,0 0 1,0-1-1,0 1 1,0 0-1,1-1 1,0 1-1,-1 0 1,1-1-1,0 1 0,0-1 1,0 1-1,4 4 1,-4-5-287,1-1 1,0 1-1,0 0 0,0 0 1,0-1-1,0 1 0,0-1 1,1 1-1,-1-1 0,0 0 1,1 0-1,-1 0 1,5 1-1,27 2-9953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52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209 119 2225,'0'0'6176,"-7"-19"-4146,-18-54 123,20 52 651,9 15 679,10 16 443,-11-7-4652,10 10 1227,0 0 0,0 0-1,-1 2 1,-1-1-1,11 20 1,44 87 840,-64-119-1305,22 50 219,-1 0 1,-4 2-1,-1 0 0,-3 1 0,-2 0 0,-2 1 1,-4 1-1,2 111 0,-9-145-225,-1 0 0,-1 1 0,-1-1-1,-7 26 1,6-35 11,-1 0-1,0 0 0,-1-1 1,-1 1-1,0-2 1,-1 1-1,-13 17 0,5-11 299,-1-1 0,0-1 0,-1-1 0,-1 0-1,-26 16 1,-107 54 1260,75-47-1685,70-35 62,-21 14 75,27-17-60,0-1-1,1 1 0,-1-1 0,0 1 0,1 0 0,-1-1 0,1 1 0,-1 0 0,1-1 0,-1 1 0,1 0 0,0 0 0,-1 0 1,1-1-1,0 1 0,0 0 0,0 0 0,-1 0 0,1 0 0,0-1 0,0 1 0,0 0 0,0 0 0,0 0 0,1 0 0,-1 0 1,0-1-1,0 1 0,0 0 0,1 1 0,3-1-899,0 0 0,0 0 0,1 0 0,-1-1 0,0 0 0,0 0 0,0 0 0,0 0 0,0-1 0,5 0 0,20-6-7637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53.5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210 27 2465,'0'0'8791,"-10"-4"-7068,-27-14-274,27 13-313,5 20 1407,-63 227 5722,49-150-7555,4 1 1,-3 99 0,17-177-1459,-2-8-4793,-7-32-3006,-3-20-4241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53.9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 27 8420,'0'0'6293,"22"-5"-3980,-5 0-1732,-4 1-239,-1 1 0,1 0 0,0 0 0,0 1 0,0 1 0,0 0 1,0 1-1,0 1 0,0 0 0,20 3 0,-8 5 95,0 0 1,-1 1-1,0 1 1,-1 2 0,33 22-1,-10-3 503,64 62 1,-77-62-628,-2 1 0,-1 2 0,46 69 0,-62-81-273,-1 0-1,-1 1 0,0 1 0,-2 0 0,-1 0 1,-1 0-1,8 48 0,-15-65-26,0 0 1,-1-1-1,0 1 0,0 0 1,0 0-1,-1-1 0,0 1 1,-1 0-1,0-1 0,-3 9 1,3-10 26,-1-1 1,0 0 0,-1 0 0,1 0-1,-1 0 1,0-1 0,0 1 0,0-1 0,-1 0-1,1-1 1,-1 1 0,0-1 0,-7 4 0,-14 7 374,0-2 1,-1-1 0,-1-1 0,-54 12 0,-122 10 848,156-26-1102,-1 1 45,-96 14 321,119-15-532,1 0-1,0 1 1,-35 16 0,60-23-156,0 0 0,-1 0-1,1 0 1,0 0 0,-1 0 0,1 0 0,0 0 0,0 0-1,-1 0 1,1 0 0,0 0 0,-1 0 0,1 0 0,0 0-1,0 0 1,-1 1 0,1-1 0,0 0 0,0 0 0,0 0 0,-1 0-1,1 1 1,0-1 0,0 0 0,0 0 0,-1 1 0,1-1-1,0 0 1,0 0 0,0 1 0,0-1 0,0 0 0,0 0 0,0 1-1,-1-1 1,1 0 0,0 0 0,0 1 0,0-1 0,0 0-1,0 1 1,0-1 0,0 0 0,16 2-3347,29-6-1730,7-15-2231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54.1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0 6099,'0'0'18120,"-2"107"-15783,-2-65-528,2 2-737,2-5-671,0-5-321,0-11-80,0-11-433,0-7-991,0-10-5331,10-20-513,5-12-5009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54.3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16119,'0'0'12006,"-2"92"-12230,2-46-1665,15 2-1521,10-4-1744,2 0-3874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54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171 0 9300,'0'0'4466,"-18"1"208,-59 3-458,73-4-4014,1 1 1,-1 0 0,1-1-1,0 1 1,-1 1 0,1-1-1,0 0 1,0 1-1,0 0 1,0-1 0,0 1-1,1 0 1,-1 1 0,0-1-1,1 0 1,-1 1 0,1 0-1,0-1 1,0 1 0,0 0-1,0 0 1,-1 3-1,1-1-97,0 1 0,1-1 0,-1 0 0,1 1-1,0-1 1,0 1 0,1 0 0,0-1-1,0 1 1,1 10 0,0-15-106,-1 0 1,1 0-1,-1 1 0,1-1 0,0 0 1,-1 0-1,1 0 0,0 0 1,0 0-1,0 0 0,0 0 0,0 0 1,0 0-1,0 0 0,0-1 1,1 1-1,-1 0 0,0-1 0,0 1 1,1-1-1,-1 1 0,0-1 1,1 0-1,-1 1 0,0-1 0,1 0 1,1 0-1,46 2-257,-38-2 69,3 0-6,-1 0-142,0 0 0,25-4 0,-35 4 305,-1-1 1,1 0-1,0 0 1,0 1 0,0-2-1,0 1 1,-1 0-1,1-1 1,-1 1-1,1-1 1,-1 1 0,1-1-1,-1 0 1,0 0-1,0-1 1,0 1 0,0 0-1,2-4 1,-1-14 994,-3 16 657,0 13-1093,0 1-536,0 0-1,1 0 0,1-1 0,-1 1 0,1-1 1,1 1-1,0-1 0,0 0 0,5 9 0,-6-13-261,1-1 1,0 0-1,-1 0 0,1 0 0,1 0 0,-1 0 0,1-1 0,-1 0 0,1 0 0,0 0 1,0 0-1,0 0 0,1-1 0,-1 1 0,1-1 0,-1 0 0,1-1 0,-1 1 1,1-1-1,6 1 0,25 0-4833,3-2-2862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55.3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594 0 8564,'0'0'11789,"-19"0"-9070,-63 3-913,78-2-1666,1 0 0,-1 0-1,0 0 1,1 0 0,-1 1-1,1-1 1,0 1 0,-1 0 0,1 0-1,0 0 1,0 0 0,0 0 0,0 1-1,1 0 1,-1-1 0,1 1 0,-1 0-1,1 0 1,0 0 0,0 1 0,1-1-1,-1 0 1,1 1 0,-1-1 0,0 5-1,0-3 56,0 0-124,0 0-1,0 0 1,1-1 0,0 1-1,0 0 1,0 1-1,0-1 1,1 0-1,0 0 1,0 0-1,0 0 1,1 0-1,1 6 1,-1-9-76,0 0 0,0 1 1,0-1-1,0 0 1,0 0-1,1 1 1,-1-1-1,1 0 0,-1 0 1,1-1-1,0 1 1,0 0-1,0-1 1,0 1-1,0-1 0,0 1 1,0-1-1,1 0 1,-1 0-1,0 0 1,1 0-1,-1 0 0,1-1 1,-1 1-1,1-1 1,-1 0-1,4 1 1,8 0-157,1 0-1,0-1 1,-1 0 0,1-1 0,0-1 0,18-4 0,-27 4 87,-1 1-1,1-1 1,-1-1-1,0 1 1,0-1-1,1 0 1,-2 0-1,1 0 1,0-1-1,-1 0 1,1 1-1,-1-2 1,0 1-1,-1 0 1,1-1-1,-1 0 1,1 0 0,3-9-1,-4 2 197,-12 16-99,-12 17-48,9-1 44,1 1 1,1 0-1,1 1 1,1 0-1,1 0 1,1 0-1,0 1 0,-3 36 1,3 23 342,3 88 1,3-117-150,11 340 910,-11-385-969,0 0-1,-1 1 1,1-1 0,-1 0-1,-1 0 1,0 0 0,0 0 0,-6 13-1,7-18-69,-1 0-1,0 0 1,0 0 0,0-1-1,-1 1 1,1-1-1,-1 1 1,1-1-1,-1 0 1,0 0-1,0 0 1,0 0-1,0-1 1,0 1-1,0-1 1,-1 0-1,1 0 1,0 0-1,-1 0 1,1 0-1,0-1 1,-1 0-1,-3 1 1,-13 0-84,1 0 0,-1-1 0,1-1 0,-1-1 0,1 0 0,0-2 0,-35-10 0,42 10 0,-116-50 0,112 46 0,0-1 0,1 0 0,0-1 0,0-1 0,-21-20 0,31 25 9,0 0 0,1 0 1,0 0-1,0 0 0,0-1 0,1 0 0,0 1 1,0-1-1,1 0 0,0 0 0,0-1 1,0 1-1,0-8 0,2 9-139,-1 0 1,1 0-1,0 0 1,1-1-1,-1 1 1,1 0-1,1 0 1,-1 0-1,1 0 1,0 1-1,0-1 1,1 0-1,-1 1 1,1-1-1,1 1 1,4-7-1,13-9-2398,1 1-1,1 1 1,0 0-1,28-15 1,-36 24 737,48-32-7619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55.6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1 277 8740,'0'0'19561,"6"13"-17557,3 10-1389,-1 0 1,0 0-1,5 31 1,-9-26-616,-7-84 0,-5-8 0,0-123 0,8 178 0,0 0 0,1 0 0,0 0 0,1 0 0,0 0 0,0 0 0,4-11 0,-4 17 0,-1 0 0,1 0 0,-1 0 0,1 0 0,0 1 0,0-1 0,0 0 0,1 1 0,-1-1 0,1 1 0,-1 0 0,1 0 0,0 0 0,-1 0 0,1 0 0,0 1 0,0-1 0,0 1 0,1 0 0,-1 0 0,0 0 0,0 0 0,4 0 0,7 0-566,-1 0-1,1 1 1,-1 1-1,1 0 1,14 3 0,63 20-7851,-47-12 3270,19 4-5216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56.0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283 8 2081,'0'0'18608,"-20"-2"-14398,-63-3-1077,78 5-2916,-1 1 0,1 0 1,-1 1-1,1-1 1,0 1-1,0 0 1,0 1-1,0-1 1,0 1-1,1 0 1,-1 0-1,1 0 1,0 1-1,-1-1 1,2 1-1,-1 0 1,0 1-1,1-1 1,0 0-1,0 1 1,-3 6-1,2-6-266,-5 9 49,-1 0 0,2 0 0,0 0 0,1 1 0,0 0 0,2 0 0,-1 1 0,2 0 0,0 0 0,1 0 0,-1 22 0,4-37 0,1 0 0,0-1 0,-1 1 0,1 0 0,0-1 0,0 1 0,0-1 0,0 1 0,-1-1 0,1 1 0,0-1 0,0 1 0,0-1 0,0 0 0,0 0 0,0 0 0,0 1 0,0-1 0,0 0 0,0 0 0,0 0 0,0-1 0,0 1 0,2 0 0,29-3 0,-13-3 0,-1 0 0,1-2 0,-2 0 0,1 0 0,-1-2 0,-1 0 0,0-1 0,18-15 0,-31 25 0,-2 2 0,-1-1 0,1 1 0,-1 0 0,0 0 0,1 0 0,-1 0 0,0 0 0,0 0 0,0 0 0,0 0 0,0 0 0,0 0 0,0 0 0,0 0 0,0 2 0,0-1 0,0 14 43,1 0 0,0 1 0,2-1 0,7 28-1,-8-37-391,0 0 0,1 0 0,0 0 0,0 0 0,1 0-1,0-1 1,0 0 0,1 0 0,-1 0 0,1 0 0,1-1 0,9 9-1,-11-12-494,-1 0-1,0 0 1,1 0-1,-1-1 0,1 0 1,-1 1-1,1-1 1,0-1-1,0 1 1,-1 0-1,1-1 0,0 0 1,6 0-1,21 0-10763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56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7251,'0'0'20893,"10"7"-18802,-3-2-1748,-3-2-207,1 0-1,-1 0 1,0 1 0,0-1 0,0 1 0,0 0 0,-1 0-1,0 0 1,0 1 0,0-1 0,0 1 0,0-1-1,-1 1 1,3 7 0,0 9-106,0 0 1,-2 0-1,0 1 1,0 29-1,-3-48-30,6-18 0,-2 2 1,0 1-1,1-1 1,0 1 0,0 0 0,2 1-1,-1-1 1,2 1 0,16-19 0,-17 23-28,0 0 1,1 0-1,0 1 1,0 0 0,0 0-1,1 1 1,0 0 0,0 1-1,0 0 1,1 0 0,-1 1-1,13-3 1,-2 3 51,0 0 0,39 0 0,-58 3-16,0 0-1,-1 0 1,1 1 0,0-1 0,0 1 0,-1-1 0,1 1 0,0-1 0,0 1 0,-1-1 0,1 1 0,-1 0 0,1-1 0,-1 1 0,1 0 0,-1 0 0,1-1 0,-1 1 0,1 0-1,-1 0 1,0 0 0,1 0 0,-1-1 0,0 1 0,0 0 0,0 0 0,0 0 0,0 0 0,0 0 0,0 0 0,0 1 0,0 38-56,-1-29 69,0 3-22,2 14 0,2-28 0,-1 1 0,1-1 0,-1 0 0,1 0 0,-1 0 0,0 0 0,1 0 0,-1 0 0,5-2 0,6-2 0,0 0 0,-1-2 0,1 1 0,16-11 0,30-14 0,-41 24-61,0 0 1,0 0-1,1 2 1,-1 0-1,1 2 0,27-2 1,-46 17 484,0 26-424,1 0 0,3 1 0,1-1 0,19 71 0,-19-94-171,-3-9-196,0-1-1,0 1 0,0 0 0,-1 0 1,1 12-1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58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483 0 1345,'0'0'16834,"-10"12"-14958,6-8-1700,-5 6 167,1 0 1,0 0-1,0 0 0,1 1 0,1 0 0,0 1 1,0-1-1,-3 14 0,-76 332 4404,5-12-3619,78-338-1094,0 1 1,0-1-1,0 0 1,-1 0-1,0 0 1,-1 0-1,1 0 1,-1-1-1,-1 0 0,1 1 1,-1-2-1,-8 9 1,11-13 32,2-32 93,2 23-204,0 0 0,1-1 1,0 2-1,0-1 0,1 0 1,0 1-1,0-1 0,1 1 1,-1 0-1,2 0 0,-1 1 1,7-6-1,-1 0-81,1 1 1,0 1-1,1 0 1,0 1-1,23-12 0,-29 18 64,0-1-1,0 1 0,0 0 1,0 1-1,1 0 0,0 0 0,-1 1 1,1 0-1,0 0 0,-1 0 1,1 1-1,0 0 0,0 1 0,7 1 1,-13 0 59,0-1 1,0 0 0,-1 1-1,1-1 1,0 1-1,-1-1 1,0 1 0,1 0-1,-1-1 1,0 1-1,0 0 1,0 0 0,0 0-1,0 0 1,0 0 0,-1 0-1,1 0 1,-1 1-1,1-1 1,-1 0 0,0 0-1,0 0 1,0 3 0,0 3 16,0-1 0,0 0 0,0 0 0,-1 0 0,0 0 0,-3 10 0,-1-8 36,0 1 0,0-1 0,0-1 0,-1 1 0,0-1 0,-1 0 0,0 0 0,0-1 0,-16 12-1,5-4 206,-1-2-1,-1 0 1,-29 13-1,36-20-70,-1 0 0,1-2-1,-1 1 1,0-2 0,-1 0 0,1 0-1,0-2 1,-27 1 0,32-2-84,0-1 0,0 0 0,0 0 1,1-1-1,-1 0 0,0-1 0,1 0 0,0 0 0,-1-1 1,1 0-1,1 0 0,-1-1 0,1 0 0,-1 0 0,-7-9 1,14 14-110,93 2-2935,26 0-7099,-68-4 1134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58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672 2 4610,'0'0'15268,"6"-1"-14198,-4 1-1008,-1 0-1,1 0 1,-1 0-1,1 0 1,-1 0-1,1 0 1,-1 0-1,1 1 1,-1-1-1,1 1 0,-1-1 1,0 1-1,1-1 1,-1 1-1,0 0 1,1 0-1,-1-1 1,0 1-1,0 0 1,0 0-1,0 0 1,0 1-1,0-1 1,0 0-1,0 0 1,0 0-1,0 1 1,0-1-1,-1 0 1,1 1-1,-1-1 0,1 1 1,-1-1-1,1 3 1,2 10 356,0 0 0,-1 0-1,1 18 1,-2-13-65,6 72 673,-3 1 1,-16 166-1,7-215-833,-3 0-1,-1-1 1,-2 0 0,-2-1-1,-2-1 1,-2 0-1,-1 0 1,-29 44-1,23-49 22,-2-1 0,-1-1 0,-1-1 0,-3-1 0,-63 50 0,-187 106 829,249-168-1115,27-16-733,-23 17 1222,21-11-4156,5 1-5009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59.7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1 970 1008,'0'0'15397,"4"-13"-13903,-2 5-1263,2-3 167,0-1-1,0 1 1,1-1 0,1 1-1,0 1 1,10-15 0,314-353 1610,-31 38-919,-264 294-1078,-16 20 22,37-40 0,-54 66 141,-3 4-89,0-2-37,-6 17 322,-18 36 1,-3 8 348,11-15-117,2 1 1,3 1 0,2-1-1,-5 60 1,4 204 1703,11-312-2317,-1 6-72,1 0-1,0 0 1,1 0 0,-1 0 0,1 0 0,1-1 0,-1 1 0,1 0-1,4 8 1,-19-11-8915,10-4 7327,-23 0-5986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9:59.9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73 9877,'0'0'8980,"109"-25"-4850,-57 23-1521,9 2-1409,1 0-527,1-4-545,6 0-128,0-2-785,-2-3-1328,-2 1-2321,-5-7-4530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0.2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275 1 7187,'0'0'12427,"-21"10"-9433,-66 35-1129,74-38-1440,0 0 0,0 0 0,1 1 0,0 1 0,1 0 0,0 1 0,0 0 0,1 1 0,0 0 0,1 1 0,-12 18 1,18-24-288,0 0 0,0 0 1,1 1-1,-1-1 1,1 1-1,-1 8 1,3-12-128,-1-1 1,1 0-1,0 1 1,0-1-1,0 0 1,0 1-1,0-1 0,0 0 1,1 0-1,-1 1 1,1-1-1,-1 0 1,1 0-1,0 1 1,0-1-1,0 0 0,0 0 1,0 0-1,1 0 1,-1 0-1,1-1 1,2 4-1,1-2-9,1 0 0,0 0 0,0 0 0,0-1 0,0 0 0,1 0 0,-1-1 0,0 1 0,1-1 0,0-1 0,6 1 0,77-4-1266,-74 0 259,0 0 0,0-1 0,0-1 0,-1 0 0,1-1 0,-2-1 0,1 0 0,-1-1 0,15-10 0,26-19-6954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0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343 0 10773,'0'0'13158,"-102"128"-9764,62-51-737,4 5-800,9 1-929,4-8-928,11 1 0,3-14 0,3-11 0,6-12 0,-2-14 0,-2-12-560,-5-1-1777,-7-10-1393,-7-2-2081,-11 0-4369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0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1 125 4098,'0'0'3671,"28"-11"285,0 1-2776,22-9 2371,96-23-1,-62 27-564,1 2-1,145-1 1,-225 14-2871,1 0 1,0 0 0,0 1 0,-1-1 0,1 1 0,8 2 0,-13-2-84,0 0 1,1 0-1,-1-1 0,0 1 1,0 0-1,0 0 1,1 0-1,-1 0 0,0 1 1,0-1-1,-1 0 1,1 0-1,0 1 0,0-1 1,0 0-1,-1 1 1,1-1-1,-1 0 0,1 1 1,-1-1-1,0 1 1,1-1-1,-1 1 0,0-1 1,0 1-1,0 2 1,0 6 118,0-1 0,-1 1 1,0 0-1,0-1 0,-1 1 1,0-1-1,-1 0 0,0 0 0,-1 0 1,1 0-1,-2 0 0,1-1 1,-8 10-1,-19 49 169,11-23-4114,20-60-14454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0.8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0 8052,'0'0'19096,"-62"138"-19096,85-102-560,6-5-1265,-2 0-2849,-4-8-4434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1.2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30 162 11333,'0'0'13855,"-6"22"-10798,-14 74-1064,19-90-1899,0-1-1,0 1 1,1 0 0,0 0-1,0 0 1,1 0 0,-1 0-1,1-1 1,0 1 0,1 0-1,0 0 1,0-1 0,0 1-1,0-1 1,1 0 0,0 0-1,0 0 1,0 0 0,1 0-1,-1-1 1,1 1 0,1-1-1,-1 0 1,0 0 0,1 0-1,7 4 1,-9-6-94,-1-1 0,1 1 1,0 0-1,-1-1 0,1 0 0,0 1 0,0-1 1,0 0-1,0-1 0,0 1 0,0 0 0,0-1 1,1 0-1,-1 1 0,0-1 0,0-1 0,0 1 1,0 0-1,0-1 0,0 1 0,0-1 0,0 0 1,0 0-1,0 0 0,0-1 0,0 1 0,0-1 1,-1 0-1,1 1 0,-1-1 0,4-3 0,6-6-23,-1-1 0,0 0-1,-1-1 1,15-25 0,-16 25-35,5-8-43,62-102-219,-69 109 371,0 0-1,-1-1 1,-1 0-1,0 0 1,-1 0 0,4-31-1,-7 25 136,1 1-130,-1 34-108,-2-10-263,2 0-1,-1 0 1,0 0 0,1 0 0,0 0 0,0-1 0,0 1 0,0 0-1,1 0 1,-1-1 0,1 1 0,0-1 0,4 6 0,-2-5-920,-1 0 0,1 0 0,0-1 1,0 0-1,1 1 0,-1-2 0,1 1 1,-1 0-1,10 2 0,15 5-8660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1.4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 1 6371,'0'0'25404,"-53"131"-24412,45-108-992,4-4 0,4-6 0,0-3 0,0-4 0,2-6-2753,10-16-1297,3-18-2641,4-10-5923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1.6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11941,'0'0'12022,"101"25"-12246,-59-21-2161,6-4-2161,2 0-4803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1.8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233 0 10005,'0'0'4319,"-12"20"411,5-9-3954,-81 143 7007,84-146-7350,-80 187 4201,76-170-4619,0 2-1,2-1 1,0 1-1,2 0 1,-1 47-1,5-63-14,2 20 0,-1-30 0,-1 0 0,1 0 0,-1 0 0,1 0 0,-1 0 0,1 0 0,0 0 0,-1 0 0,1 0 0,0 0 0,0-1 0,0 1 0,0 0 0,0-1 0,-1 1 0,1-1 0,0 1 0,1-1 0,-1 1 0,0-1 0,0 0 0,0 1 0,0-1 0,2 0 0,9 2-180,0-2 0,0 1 0,0-2 0,0 1 0,0-2 0,0 1 0,0-2 0,0 0 0,-1 0 0,1-1-1,-1 0 1,15-9 0,-13 7-1129,-2-2-1,1 1 0,-1-1 0,0-1 0,-1 0 1,13-14-1,-19 18-147,0 0 0,-1 0 1,1 0-1,-1 0 0,3-7 1,4-24-9990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2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7123,'0'0'11782,"113"8"-8837,-63-6-1985,-2 0-751,-2 0-209,-2-2-1137,-4 0-1856,0 0-3618,-9 0-4258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2.2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3762,'0'0'26508,"63"117"-24811,-42-96-993,-2-9-608,-3-1-96,5-7-112,-2-4-1009,2 0-1232,4-2-1424,-2-17-2562,0-6-6579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2.4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717 1 6163,'0'0'20745,"-107"123"-18232,57-64-608,-8 10-464,-5 4-1441,-2 2 0,7 0 0,-1-2 0,3 1 0,1-6 0,3-3-1713,10-8-2609,9-20-3938,14-14-9428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2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46 2401,'0'0'14802,"8"-6"-11572,24-18-511,-34 21 852,-9 1-2315,-11 1-219,15 1-778,0 1 0,1 0 0,-1 0 0,0 0 0,0 1 0,0 0 0,1 0 0,-1 0 0,1 1 0,0 0 0,-1 1 1,-8 6-1,8-5-239,2 0 0,-1 0 0,1 1 0,0-1 0,0 1 1,0 1-1,1-1 0,0 0 0,0 1 0,0 0 1,1 0-1,0 0 0,1 0 0,0 1 0,0-1 0,0 1 1,1-1-1,-1 9 0,1-5-20,1 0 0,0-1 0,0 1 0,1 0 0,1 0 0,-1 0 0,5 10 0,-5-18 0,0 1 0,1-1 0,0 0 0,0 0 0,0 0 0,0 0 0,0 0 0,1 0 0,-1-1 0,1 1 0,0-1 0,-1 1 0,1-1 0,0 0 0,1 0 0,-1 0 0,0-1 0,0 1 0,1-1 0,-1 0 0,1 0 0,-1 0 0,1 0 0,5 0 0,1 0 1,1 0 1,-1-1-1,1 0 0,-1-1 1,0 0-1,1-1 0,-1 0 0,0 0 1,0-1-1,0-1 0,0 0 1,-1 0-1,17-10 0,-16 8-21,1-2-1,-1 0 0,0 0 1,-1 0-1,0-1 0,0-1 1,-1 0-1,0 0 0,-1 0 1,0-1-1,5-11 1,-9 16 19,0 0 0,-1 0 1,1 0-1,-1 0 1,-1 0-1,1-1 0,-1 1 1,-1 0-1,1-1 1,-1 1-1,0-1 1,0 1-1,-1 0 0,0-1 1,-1-6-1,0 9 4,1 1-1,-1-1 0,1 1 1,-1-1-1,0 1 1,0 0-1,-1 0 1,1 0-1,-1 0 0,0 0 1,1 1-1,-1-1 1,0 1-1,-1-1 0,1 1 1,0 0-1,-1 1 1,1-1-1,-1 0 0,1 1 1,-1 0-1,0 0 1,1 0-1,-1 0 1,-5 0-1,4 0-376,-1 0 0,1 1-1,-1-1 1,1 1 0,-1 1 0,1-1 0,-11 2 0,14-1 193,1 0 0,0-1 0,-1 1 0,1 0 0,0 0 0,0 0 0,-1 0 0,1 0 1,0 0-1,0 0 0,0 0 0,0 1 0,0-1 0,0 0 0,1 0 0,-1 1 1,0-1-1,1 1 0,-1-1 0,1 1 0,-1-1 0,1 1 0,0-1 0,-1 1 0,1-1 1,0 1-1,0-1 0,0 1 0,1 2 0,2 13-6265,15-4-4076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3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72 2865,'0'-1'22905,"-5"6"-21543,-4 6-568,1 1-1,1 1 1,0-1-1,1 1 1,0 1-1,-6 22 1,8-23-785,0 0 0,-1-1-1,-1 1 1,0-1 0,0 0 0,-1 0 0,-1-1 0,-11 13 0,19-23-9,0-1 0,0 0 0,0 0 0,-1 0 0,1 0 0,0 0 0,0 0 1,0 1-1,0-1 0,0 0 0,-1 0 0,1 0 0,0 0 0,0 0 0,0 0 0,0 0 0,-1 0 0,1 0 0,0 0 0,0 0 0,0 0 0,-1 0 1,1 0-1,0 0 0,0 0 0,0 0 0,0 0 0,-1 0 0,1 0 0,0 0 0,0 0 0,0 0 0,0 0 0,-1 0 0,1 0 0,0-1 0,0 1 1,0 0-1,0 0 0,0 0 0,-1 0 0,1 0 0,0-1 0,0 1 0,0 0 0,0 0 0,0 0 0,0 0 0,0 0 0,0-1 0,0 1 0,0 0 1,0 0-1,0 0 0,0-1 0,-1 1 0,2 0 0,-4-20-19,5-24-214,0 35 147,1 1 0,1-1 0,0 1 0,0 0 0,0 0 0,1 1 0,0-1 1,0 1-1,1 0 0,11-10 0,8-6-458,38-27 0,-57 46 445,-6 4 106,1-1-1,-1 1 0,1 0 1,-1 0-1,1 0 0,-1 0 1,1 0-1,-1 0 1,1 0-1,0 0 0,-1 0 1,1 0-1,-1 0 0,1 0 1,-1 1-1,1-1 0,-1 0 1,1 0-1,-1 1 1,1-1-1,-1 0 0,1 0 1,-1 1-1,0-1 0,1 1 1,-1-1-1,0 0 0,1 1 1,-1-1-1,0 1 1,1-1-1,-1 1 0,1 0 1,13 22 314,-8-14-165,1 2-98,1-1 0,0 0 0,1-1 0,0 0 0,19 14 0,-23-19-44,1-1 0,0 1 0,0-1-1,1 0 1,-1 0 0,0-1 0,1 0 0,0 0 0,-1-1 0,1 1-1,0-1 1,8 0 0,-13-2-11,0 1 1,-1-1-1,1 1 0,0-1 0,-1 0 0,1 1 1,-1-1-1,1 0 0,-1 0 0,1 0 0,-1 0 0,0 0 1,1-1-1,-1 1 0,0 0 0,0 0 0,0-1 1,0 1-1,0-1 0,0 1 0,0-1 0,-1 1 1,1-1-1,-1 0 0,2-3 0,9-45 103,-10 47-103,12-118 963,-13 117-966,2 3-75,1 8-9636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4.3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0 873 3362,'0'0'15441,"1"4"-12527,-1-3-2748,0 0 1,0 0 0,0 0-1,1 0 1,-1 0 0,0 0-1,1 0 1,-1 0 0,0 0-1,1 0 1,-1 0 0,1 0 0,0 0-1,-1-1 1,1 1 0,-1 0-1,1 0 1,0-1 0,0 1-1,0 0 1,-1-1 0,2 1-1,0 0 17,-1-1 0,1 0 0,0 0 0,-1 0-1,1 0 1,-1 0 0,1 0 0,0-1 0,-1 1 0,1-1-1,-1 1 1,1-1 0,-1 1 0,1-1 0,-1 0-1,1 1 1,-1-1 0,3-2 0,10-8 451,0 0-1,0-1 1,13-16 0,12-9 0,31-30-434,-4-2 0,74-98 0,88-172-1411,-205 299 1157,-13 21 131,1 1-1,1 0 1,0 1-1,18-19 1,-28 52 779,-3 65-856,0-4 0,2 1 0,17 104 0,5-69-20,-9-47-101,-2 1-1,6 123 1,-25-200-6071,-8-13-716,-5-6-3379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4.4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8148,'0'0'14358,"109"-21"-10932,-55 21-1137,5 0-1057,-5 0-911,-1 0-321,-7 0-208,-5 0-1489,-1 0-1889,-6 0-3713,-3 0-7604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4.8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1 142 9989,'0'0'17850,"13"20"-16078,41 64-379,-51-80-1265,-1 1 0,1-1 1,-1 0-1,0 1 1,0-1-1,0 1 1,-1 0-1,0 0 1,0 0-1,0 0 1,0 0-1,-1 6 1,3 14-36,-7-41-93,0 0 0,1 0 0,1 0 0,0 0 0,2-28 0,0 36 0,1 0 0,0 0 0,0 0 0,1 0 0,0 0 0,1 1 0,0-1 0,0 1 0,0-1 0,1 1 0,0 0 0,0 1 0,11-13 0,-4 8 96,0 0 0,0 1 0,1 0 0,24-14 0,-27 19-389,-1 1 1,1 0-1,1 0 1,12-3-1,20 2-4372,-27 5-900,1-2-2911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5.2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1 314 3073,'0'0'16216,"17"20"-13330,53 63-428,-67-79-2170,0 0 1,0 0-1,0 0 1,-1 0-1,0 1 0,3 5 1,-5 8 2251,-2-7-587,2-53-1313,-1 1-335,2-1 0,1 1 0,11-54 1,-10 83-403,0-1 1,1 1-1,0 1 1,1-1-1,0 1 1,1-1-1,0 1 1,0 1 0,2-1-1,-1 1 1,1 1-1,1-1 1,-1 2-1,2-1 1,15-11-1,-16 14-1101,30-19-1388,-25 20-2085,0 3-4236,-6 2-903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5.6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71 8884,'0'0'14513,"-20"-1"-11178,-66-4-686,81 4-2526,0 1-1,0 0 1,-1 1-1,1-1 1,0 1-1,0 0 1,0 0-1,0 1 1,0-1-1,0 1 1,0 0-1,0 1 1,1-1-1,-1 1 1,1 0-1,-1 0 1,1 0-1,0 1 1,1-1-1,-1 1 0,0 0 1,1 0-1,0 0 1,0 1-1,0-1 1,1 1-1,-1 0 1,-1 5-1,-1 5-145,0 1-1,1 0 0,1 0 0,0 0 1,1 0-1,1 32 0,1-44 24,0 0-1,0-1 1,0 1 0,1 0-1,-1-1 1,1 1 0,0-1 0,0 1-1,0-1 1,1 1 0,-1-1-1,1 0 1,0 0 0,0 0-1,0 0 1,0 0 0,1 0 0,-1 0-1,1-1 1,-1 1 0,1-1-1,0 0 1,6 4 0,-4-4-78,0 1 0,1-2 0,-1 1 0,1 0 0,0-1 0,0 0 0,-1-1 0,1 1 0,0-1 0,0 0 0,-1 0 0,1-1 0,0 0 0,10-2 0,-10 1-17,0-1 0,1 1 0,-1-1 0,0-1 0,-1 1 0,1-1 0,-1 0 0,1 0 0,-1 0 0,0-1 0,-1 0 0,1 0 0,-1 0 0,0-1 0,0 1 0,-1-1 0,0 0 0,0 0 0,0 0 0,2-7 0,0-1 81,-1 0 0,0 0 0,-1-1 0,-1 1 0,0-1 0,-1 1 0,0-1 0,-2-19 1,0 29 63,0-1 0,0 1 1,0 0-1,-1-1 1,1 1-1,-1 0 1,-1 0-1,1 0 1,-1 1-1,1-1 1,-1 1-1,-1-1 1,1 1-1,-1 0 1,1 0-1,-1 0 1,0 1-1,-8-6 1,5 5 38,-1-1 0,1 2 0,-1-1 0,0 1 0,1 1 0,-1-1 0,-1 1 0,1 0 0,0 1 0,0 0 0,-13 0 0,19 2-156,1-1-1,-1 0 1,0 1-1,1 0 1,-1-1-1,0 1 1,1 0 0,-1 0-1,1 0 1,-1 0-1,1 0 1,-1 0-1,1 0 1,0 0 0,-1 1-1,1-1 1,0 1-1,0-1 1,0 1-1,0-1 1,0 1-1,1-1 1,-1 1 0,0 0-1,1-1 1,-1 1-1,1 0 1,0 0-1,-1-1 1,1 1 0,0 0-1,0 0 1,0 2-1,0 0-527,0 1-1,0-1 1,0 1 0,0 0-1,1-1 1,0 1-1,0-1 1,0 1-1,0-1 1,1 0 0,-1 1-1,1-1 1,3 4-1,-3-5-421,1 0-1,0 0 1,0 0-1,0-1 1,1 1-1,-1-1 1,5 2-1,30 14-11534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6.1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1 120 8436,'0'0'20209,"4"-1"-18616,-3 1-1547,0 0 1,0 0-1,-1 0 1,1-1-1,0 1 1,0 0-1,0 0 1,-1 0-1,1 0 1,0 1-1,0-1 1,-1 0-1,1 0 1,0 0 0,0 1-1,-1-1 1,1 0-1,0 1 1,-1-1-1,1 0 1,0 1-1,-1-1 1,1 1-1,-1-1 1,1 1-1,0 0 1,-1-1-1,1 1 1,-1-1-1,0 1 1,1 0-1,-1-1 1,0 1-1,1 0 1,-1 0-1,2 36 855,-2-18-947,-1 2 46,0-14 0,1 0 0,-1 0 0,2 0 0,-1-1 0,3 13 0,-3-18 0,1-1 0,-1 1 0,1 0 0,-1-1 0,1 1 0,0 0 0,-1-1 0,1 1 0,0-1 0,-1 1 0,1-1 0,0 1 0,0-1 0,0 0 0,-1 1 0,1-1 0,0 0 0,0 0 0,0 0 0,0 1 0,-1-1 0,3 0 0,23 0 0,-18-1 0,6 1-39,-1 0-1,1-2 1,0 0-1,-1 0 1,1-1 0,-1-1-1,0 0 1,0-1-1,-1 0 1,1-1 0,-1-1-1,22-15 1,-19 9-151,13-7-82,-28 19 152,0 35-816,1-28 889,0 0-1,1 0 1,-1 0 0,1 0 0,0 0 0,1 0 0,-1-1-1,1 1 1,0-1 0,1 0 0,-1 1 0,1-2 0,0 1 0,0 0-1,1-1 1,-1 0 0,1 0 0,0 0 0,11 6 0,-12-7-80,1-1 1,0 1 0,0-1-1,0 0 1,0-1 0,0 1-1,0-1 1,1 0 0,-1 0-1,9 0 1,-11-1 85,0 0 0,0 0 0,1-1 0,-1 0 0,0 1 0,0-1-1,0 0 1,0 0 0,0-1 0,0 1 0,0-1 0,0 1 0,-1-1 0,1 0 0,0 0 0,-1 0-1,0-1 1,3-2 0,4-5 192,0-2 0,-1 1 0,0-1 0,0-1 0,-2 1 0,0-1 0,0-1 0,-1 1 0,-1-1 0,0 0 0,-1 0 0,0 0 0,-1 0 0,0-25 0,-2 36-105,0 1 0,0-1 0,0 1-1,0-1 1,-1 1 0,1-1-1,-1 1 1,0-1 0,0 1 0,0 0-1,0-1 1,0 1 0,0 0 0,-1 0-1,1 0 1,-1 0 0,1 0 0,-1 0-1,0 0 1,-3-2 0,-1 0-256,-1 0 1,1 1-1,-1 0 1,0 0 0,-10-3-1,-13-5-4744,22 6-3437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6.9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671 4 6787,'0'0'11918,"-22"-2"-8354,10 1-3272,0 0 0,0 1 0,0 0 0,0 1 1,0 1-1,0-1 0,1 2 0,-1 0 0,1 0 0,-1 1 0,1 0 0,0 1 1,1 0-1,-1 1 0,-17 13 0,-13 14 372,3 1 0,1 2 0,1 2-1,2 1 1,2 1 0,2 2 0,-34 61 0,42-63-607,3 1 0,1 0 0,1 2 0,3 0 0,2 0 0,1 1 0,3 1 0,-6 76 0,13-100-57,1 0 0,1 1 0,1-1 0,8 37 0,-8-49 0,1 0 0,0 0 0,1 0 0,0 0 0,1-1 0,-1 1 0,2-1 0,-1-1 0,1 1 0,0-1 0,1 0 0,12 11 0,-5-8-147,0-1-1,0 0 1,1-1-1,0 0 1,0-1-1,1-1 1,0-1 0,0 0-1,31 5 1,3-4-2504,98 0 0,-46-9-3123,-6-15-3910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7.4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1 858 5010,'0'0'20730,"9"-22"-18793,0 0-1435,9-21 716,35-60-1,122-164 532,16-30-2866,-182 281 983,0-1-1,-1 0 0,11-37 0,-15 124 1445,-4-47-1095,-1 28-37,2 0 1,15 89-1,2-44-178,-4-23 0,25 82 0,-37-150-17,-1-1 1,1 0-1,1 0 0,-1 0 1,1 0-1,-1 0 0,1 0 1,0-1-1,0 1 0,4 2 0,-5-4-39,1 1-4783,-1-27-12220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7.6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82 10197,'0'0'18248,"140"-53"-17111,-90 49-753,-4 2-384,-6-2-16,4 4-1233,0 0-1472,0-6-2802,2-7-7379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8.0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374 18 12742,'0'0'5026,"-18"2"-928,8-1-3442,-4 1 136,1-1-1,-1 2 1,1-1-1,0 2 1,0 0-1,0 0 1,0 2-1,-12 6 1,5 0-254,0 0 0,2 1 1,0 1-1,0 1 1,-29 33-1,39-38-546,0 0-1,1 0 1,0 1-1,1 0 1,0 0 0,0 1-1,2 0 1,-1 0 0,2 0-1,-1 0 1,2 0-1,-3 18 1,4-17 8,0 0 0,1 0 0,0-1 0,1 1 0,0 0 0,4 14 0,-4-23 0,1 0 0,-1-1 0,1 1 0,-1 0 0,1-1 0,0 1 0,1-1 0,-1 1 0,0-1 0,1 0 0,0 0 0,0 0 0,0 0 0,0-1 0,0 1 0,1-1 0,-1 0 0,1 0 0,-1 0 0,1 0 0,0-1 0,0 1 0,5 0 0,5 1-1,0-1-1,1 0 1,-1-1 0,0 0-1,1-1 1,-1-1 0,0-1-1,0 0 1,0 0 0,0-1-1,0-1 1,-1-1 0,1 0-1,-1 0 1,0-2 0,-1 1-1,1-2 1,-1 1 0,11-11 0,-10 8-10,-1-1 0,1 0 0,-2-1 1,0 0-1,0-1 0,-1 0 1,-1-1-1,0 0 0,-1-1 1,-1 1-1,0-2 0,-1 1 1,0-1-1,-2 1 0,0-1 1,3-21-1,-5 23 22,-2 1 0,1-1 1,-1 0-1,-1 1 0,-1-1 0,0 1 1,-6-22-1,7 32-8,0-1 0,0 1 0,-1 0-1,1 0 1,-1 0 0,0 0 0,0 0 0,0 0 0,0 0 0,0 0 0,-1 1 0,1-1 0,-1 1 0,0 0 0,0 0 0,0 0-1,0 0 1,0 0 0,0 1 0,0-1 0,0 1 0,-1 0 0,1 0 0,0 0 0,-1 0 0,1 1 0,-1-1 0,1 1-1,-1 0 1,0 0 0,1 0 0,-1 1 0,1-1 0,-5 2 0,5-1-28,0 0 0,1-1 1,-1 1-1,1 0 0,-1 0 0,1 1 1,-1-1-1,1 0 0,0 1 0,0 0 0,0-1 1,0 1-1,0 0 0,0 0 0,0 0 0,-2 3 1,1 0-190,0 1 0,1-1 0,-1 0 0,1 1 0,0 0 0,0-1 0,-1 8 0,1 1-1078,0 0-1,1 0 1,1 0 0,0 0-1,3 24 1,-2-33 321,0 0 0,0 0 1,1 0-1,0 0 0,0 0 0,4 9 1,25 24-8856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8.6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0 855 6867,'0'0'19606,"3"3"-17927,6 5-493,-4-11 192,1-22 728,-2 3-2204,125-366 67,-36 125-1384,-71 199 1137,10-37 844,-32 109-336,-1 0 0,1 0 0,1-1-1,1 14 1,1-1-178,72 575-52,-73-578 0,1 5 0,1-1 0,7 25 0,-10-41 0,1-1 0,-1 1 0,1-1 0,0 0 0,0 0 0,1 0 0,-1 0 0,1 0 0,0 0 0,0-1 0,0 1 0,0-1 0,1 0 0,-1 0 0,9 5 0,-12-7-56,1-1 0,-1 0 0,1 1-1,-1-1 1,1 0 0,-1 0 0,1 1 0,-1-1 0,1 0-1,-1 0 1,1 0 0,-1 0 0,1 1 0,-1-1 0,1 0-1,-1 0 1,1 0 0,-1 0 0,1 0 0,-1-1 0,1 1-1,0 0 1,-1 0 0,1 0 0,-1 0 0,1-1 0,-1 1-1,0 0 1,1 0 0,-1-1 0,1 1 0,-1 0 0,1-1 0,0 0-262,-1-1 0,1 1 1,-1 0-1,0 0 0,1-1 1,-1 1-1,0 0 0,0 0 1,0-1-1,0 1 0,0 0 1,0-1-1,-1-1 0,0-2-1458,0-1-1,0 1 0,-1 0 0,0-1 0,0 1 0,-4-7 0,-17-17-8529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8.8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6 9300,'0'0'21530,"-10"-6"-20425,37 6-273,2 0-832,5 6 0,-3 1 0,3-3-720,1-4-2434,3 0-3329,8-2-8644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09.2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 1 2145,'0'0'13926,"18"14"-11893,-14-10-1917,9 6 262,-1 0 0,0 1 0,0 1 0,-1 0 0,-1 1 0,0 0 0,-1 1 0,0-1 0,12 27-1,5 28 1656,-2 1 0,26 130 1,-36-118-1096,-4 0 0,-1 108 0,-9-162-807,-1 0 0,-2 0 0,0 0 0,-11 39 1,9-50-70,-1 0 1,0-1-1,-1 0 1,-1 0 0,0 0-1,-1-1 1,0-1-1,-17 20 1,7-15-69,-1-1 0,0-1 0,-1-1 0,-1-1 0,-45 23 0,27-15-1337,19-11-3139,11-9-4229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10.0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2305,'0'0'10397,"19"-9"-8097,57-27-99,-73 34-1844,1 0 0,1 1 1,-1-1-1,0 1 1,0 0-1,0 0 0,5 0 1,-8 1-237,0 0 0,0 0-1,0 0 1,0 0 0,0 1 0,0-1 0,-1 0 0,1 0 0,0 1-1,0-1 1,0 0 0,-1 1 0,1-1 0,0 1 0,0-1 0,-1 1-1,1-1 1,0 1 0,-1-1 0,1 1 0,0 1 0,1 1 176,-1 0 0,0 1-1,-1-1 1,1 1 0,0-1 0,-1 0 0,0 1 0,0-1 0,0 1 0,0-1 0,-2 6-1,1 11 65,-2 17 1076,-11 60 0,-3 25-634,15-101-960,0 2 260,3 36 1,-1-54-439,0 0 0,1 1-1,0-1 1,0 0 0,1 0 0,-1 0 0,1 0 0,0-1 0,0 1 0,1 0 0,-1-1 0,6 7 0,1-4-3477,-5-6-3896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10.3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127 1 9957,'0'0'6656,"30"7"-3404,-25-7-3098,34 9 972,-1 1 0,1 1 0,-2 3 0,61 29 0,-37-8-655,-1 2 0,-2 3 1,-2 3-1,-2 1 0,-1 4 0,-3 1 1,58 74-1,-94-105-461,-1 1 0,-1 0 1,11 23-1,-19-33-19,-1-1 0,0 1 0,0 0 1,-1 0-1,0 0 0,0 0 0,-1 0 0,-1 0 0,1 0 1,-2 12-1,0-17 0,1 0 0,-1 0 0,0-1 1,0 1-1,0 0 0,-1-1 0,1 1 0,-1-1 1,0 1-1,0-1 0,0 0 0,0 0 0,0 0 0,-1 0 1,0 0-1,1-1 0,-1 1 0,0-1 0,0 1 1,-1-1-1,1 0 0,-7 3 0,-5 0 10,0 1 1,0-2-1,-1 0 0,-20 2 1,34-6-4,-113 13 75,-1-5 0,-121-8 0,110-1-4,-119 1 212,246 0-290,0 0 0,0 0 0,0 0 0,0 0 0,0 1 1,0-1-1,0 0 0,0 0 0,1 0 0,-1 0 0,0 0 1,0 0-1,0 0 0,0 0 0,0 0 0,0 0 0,0 0 1,0 0-1,0 0 0,0 0 0,0 0 0,0 1 0,0-1 1,0 0-1,0 0 0,0 0 0,0 0 0,0 0 0,0 0 0,-1 0 1,1 0-1,0 0 0,0 0 0,0 0 0,0 0 0,0 0 1,0 0-1,0 0 0,0 0 0,0 1 0,0-1 0,0 0 1,0 0-1,0 0 0,0 0 0,0 0 0,0 0 0,0 0 1,0 0-1,0 0 0,-1 0 0,1 0 0,0 0 0,9 4-522,25 1-1277,0-1-1,1-1 1,42-3 0,-53 0 304,76 0-6575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10.6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1 896,'0'0'27949,"-27"129"-26412,23-89-881,2-6-448,2-9-208,0-7-96,0-5-800,0-11-1233,12-2-1249,5-6-1920,2-23-4387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10.7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10853,'0'0'11845,"0"100"-11845,21-52-1520,10-2-2274,7-2-4578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11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306 13 592,'0'0'8273,"-19"-2"-2996,-3-2-3635,10 2-768,1 0 0,-1 1 1,0 0-1,0 1 0,0 0 1,0 0-1,-17 4 0,19-1-305,1 0 0,-1 0 0,1 0 0,0 1-1,0 1 1,0 0 0,1 0 0,0 0 0,-13 12-1,16-13-416,1 0 1,-1 1-1,1-1 0,1 1 0,-1 0 0,1 0 0,-1 0 0,1 0 0,1 0 0,-1 1 0,1-1 0,0 1 0,0 0 0,1 0 0,0 0 0,0 0 1,-1 7-1,2-11-144,1 0 0,-1-1 0,0 1 0,0 0 0,1 0 0,-1 0 0,1 0 0,0-1 0,0 1 0,-1 0 0,1 0 0,0-1 0,0 1 0,1-1 0,-1 1 0,0-1 0,0 1 1,1-1-1,-1 0 0,1 0 0,-1 0 0,1 0 0,-1 0 0,1 0 0,0 0 0,0 0 0,-1 0 0,1-1 0,0 1 0,3 0 0,7 1-42,-1 0 0,1-1 0,-1-1 0,13 0 0,-14 0-53,-2 0-24,0-1 0,1 0 0,-1-1 0,0 0 0,0 0 0,0-1 0,0 0 0,0 0 0,-1-1 0,9-5 0,-11 6 36,1-1 0,-1 0 1,0 0-1,0 0 0,0 0 0,0-1 0,-1 0 1,0 0-1,0 0 0,0-1 0,0 0 1,-1 1-1,4-11 0,-5 9 265,0 2 666,-2 8 150,-1 15-860,1-13-288,0 0 0,1 0 0,-1 0 0,1 0 0,1 0 0,-1-1 0,1 1 0,0 0 0,0-1 0,0 1 0,0-1-1,1 0 1,0 0 0,0 0 0,0 0 0,0 0 0,1 0 0,-1-1 0,1 0 0,0 0 0,0 0 0,0 0 0,1 0 0,-1-1 0,0 0 0,10 3-1,-1 0-1335,-1-1-1,1 0 0,23 3 0,37-2-8064,-18-5-80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11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846 79 3570,'0'0'15884,"3"-13"-13984,5-37-187,-8 49-1673,0 0 1,0 1 0,0-1-1,0 0 1,0 1-1,0-1 1,-1 1 0,1-1-1,0 0 1,-1 1 0,1-1-1,0 1 1,-1-1 0,1 1-1,-1-1 1,1 1 0,0-1-1,-1 1 1,1-1 0,-1 1-1,1 0 1,-1-1 0,0 1-1,1 0 1,-1-1 0,1 1-1,-1 0 1,0 0-1,1 0 1,-1 0 0,0-1-1,-24 1 963,17 0-615,-3 0 36,0 1 0,0-1-1,0 2 1,1-1 0,-1 2-1,0-1 1,1 2 0,-19 7-1,25-9-367,0 1 1,0-1-1,0 1 0,1-1 0,-1 1 1,1 0-1,0 1 0,0-1 0,0 0 0,0 1 1,1 0-1,-1-1 0,1 1 0,0 0 1,0 1-1,0-1 0,1 0 0,-1 0 1,1 1-1,0-1 0,1 1 0,-1-1 0,1 0 1,0 8-1,0-10-56,0 0 1,0 0 0,0 0-1,1 0 1,-1 0-1,1 0 1,-1-1-1,1 1 1,0 0-1,0 0 1,-1 0-1,1-1 1,1 1 0,-1 0-1,0-1 1,0 1-1,1-1 1,-1 1-1,2 1 1,1-1-2,0 1 0,0-1 0,0 1 0,1-1 0,-1-1 0,0 1 0,10 2 0,3-1-98,1 0-1,0-2 1,23 0-1,-27-1-7,-1 0 1,1-2-1,-1 1 0,1-2 0,-1 0 1,0 0-1,0-2 0,0 1 1,-1-2-1,0 1 0,0-2 0,0 0 1,17-13-1,-25 16 150,-18 14 42,-2 8-78,1 1-1,0 0 1,1 2-1,1-1 1,1 1 0,-12 31-1,-45 144 762,8 79 196,17-67-530,40-190-359,-1 0 1,-1-1-1,-1 0 1,0 0-1,-14 23 1,17-33-24,0-1 0,-1 0 0,0-1 0,0 1 0,0-1 0,-1 0 0,0 0 0,0 0 0,0-1 0,0 0 0,-1 0 0,0-1 0,1 0 1,-1 0-1,-13 3 0,5-3-49,0-1 0,0 0 0,-1-1 1,1-1-1,0 0 0,-1-1 0,1 0 0,0-2 1,0 0-1,0 0 0,0-2 0,1 0 1,0 0-1,0-1 0,0-1 0,0 0 0,-18-14 1,7 2-5,0 0 1,2-2-1,0 0 0,1-2 1,1 0-1,1-2 1,-25-40-1,38 55-15,0-1 1,1 0-1,1 0 1,-1-1-1,2 1 1,0-1-1,0 0 1,1-1-1,1 1 0,0 0 1,-1-21-1,3 30-98,1 0-1,-1 0 0,1 0 0,0 0 1,0 1-1,0-1 0,0 0 0,0 0 1,0 1-1,1-1 0,0 1 0,-1-1 1,1 1-1,0 0 0,0 0 1,0 0-1,0 0 0,1 0 0,-1 0 1,0 0-1,1 1 0,0-1 0,-1 1 1,1 0-1,0 0 0,4-2 0,11-2-798,0 0 0,0 0 0,23-1 0,-22 3 46,149-25-11098,-77 8 2088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12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0 254 13190,'0'0'16282,"2"22"-14252,8 72-957,5-25-862,-13-61-215,0 0 1,0 1 0,-1-1 0,0 0 0,0 10 0,-1-18 3,0 0 0,-1 0 0,1 0 0,0 0 0,0 0 0,0 0 0,0 0 0,0 1 0,0-1 0,0 0 0,0 0 0,-1 0 0,1 0 0,0 0 0,0 0 0,0 0 0,0 0 0,0 0 0,0 0 0,0 0 0,-1 0 0,1 0 0,0 0 0,0 0 0,0 0 0,0 0 0,0 0 0,0 0 0,-1 0 0,1 0 0,0 0 0,0 0 0,0 0 0,0 0 0,0 0 0,0 0 0,-1 0 0,1 0 0,0 0 0,0 0 0,0-1 0,0 1 0,0 0 0,0 0 0,0 0 0,0 0 0,0 0 0,-1 0 0,1 0 0,0-1 0,0 1 0,0 0 0,0 0 0,0 0 0,0 0 0,0 0 0,0 0 0,0 0 0,0-1 0,0 1 0,-7-10 0,3-3 0,0 0 0,1 0 0,0-1 0,1 1 0,0-20 0,3-74 0,0 87 0,1 7-3,0-1 0,0 1 0,1 0 0,1 0 0,1 0 0,0 0 0,0 0 0,1 1 0,1 0 1,0 1-1,0-1 0,1 1 0,1 1 0,0-1 0,0 1 0,1 1 0,0 0 0,18-12 0,-22 18-338,0 0 0,0 0 0,0 0 0,1 0 0,-1 1 0,1 0-1,-1 1 1,10-2 0,56 0-7293,-67 3 6975,52 0-7963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12.5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247 0 7043,'0'0'24027,"-20"9"-22573,-67 32-1211,76-36-243,1 1 0,0 0 0,0 0 0,1 1 0,-1 1 0,2 0 0,-1 0 0,1 0 0,-13 18 0,17-18 0,-1-1 0,1 1 0,0 0 0,1 0 0,0 0 0,0 1 0,1-1 0,0 1 0,1 0 0,-1-1 0,1 16 0,1-23 0,0 0 0,0 0 0,1 0 0,-1 0 0,0 0 0,0-1 0,1 1 0,-1 0 0,0 0 0,1 0 0,-1-1 0,1 1 0,-1 0 0,1 0 0,-1-1 0,1 1 0,-1 0 0,1-1 0,0 1 0,-1-1 0,1 1 0,0-1 0,0 1 0,1 0 0,28 6 0,35-10 0,-62 3 0,5-2 0,1 1 0,-1-1 0,0-1 0,0 0 0,-1 0 0,1 0 0,0-1 0,-1 0 0,10-7 0,-12 7 0,0 0 0,0 0 0,0 0 0,0-1 0,-1 0 0,0 0 0,0 0 0,0 0 0,-1 0 0,0-1 0,0 0 0,5-11 0,-15 49-75,2 1 1,2 0-1,0 34 0,2-63-205,1-1 1,1 0-1,-1 1 0,0-1 0,1 0 0,0 0 0,0 0 0,0 0 1,0 1-1,0-1 0,2 3 0,-2-5-184,1 1-1,-1 0 0,0-1 1,1 1-1,0-1 1,-1 0-1,1 1 1,0-1-1,0 0 1,0 0-1,-1 0 0,1 0 1,0 0-1,0-1 1,1 1-1,-1-1 1,3 1-1,26 1-8774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0:13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7363,'0'0'21866,"4"12"-19851,6 18-1083,19 63-324,-25-83-611,-1 0 1,-1 1-1,0-1 0,0 1 0,-1 11 0,1-30 3,1 0 0,-1 0 0,1 0 0,1 0 0,-1 1 0,1 0 0,1-1 0,-1 1 1,1 1-1,0-1 0,1 1 0,0 0 0,0 0 0,8-6 0,5-3-3,0 1 0,1 1 0,37-18 0,-47 26 3,1 0 0,0 1-1,0 0 1,0 1 0,0 0 0,1 1-1,-1 0 1,16-1 0,-26 4 0,0-1 1,0 0-1,1 1 0,-1-1 1,0 1-1,0-1 1,0 1-1,0 0 1,1-1-1,-1 1 1,0 0-1,0 0 1,0 0-1,-1-1 1,1 1-1,0 0 0,0 0 1,0 1-1,-1-1 1,1 0-1,-1 0 1,1 0-1,-1 0 1,1 0-1,-1 1 1,1-1-1,-1 0 0,0 1 1,0-1-1,0 0 1,0 2-1,2 49-2,-2-41 3,-1 14-1,0-17 0,0-1 0,1 0 0,0 0 0,0 0 0,1 1 0,0-1 0,0 0 0,1 0 0,2 7 0,-3-13 0,-1-1 0,0 0 0,1 0 0,-1 0 0,1 1 0,-1-1 0,0 0 0,1 0 0,-1 0 0,0 0 0,1 0 0,-1 0 0,1 0 0,-1 0 0,1 0 0,-1 0 0,0 0 0,1 0 0,-1 0 0,1 0 0,-1 0 0,0 0 0,1 0 0,-1 0 0,1-1 0,-1 1 0,0 0 0,1 0 0,-1 0 0,0-1 0,1 1 0,12-9 0,9-11 0,0 1 0,1 1 0,2 0 0,-1 2 0,45-20 0,-50 27 0,-6 2 0,0 1 0,0 0 0,1 1 0,0 0 0,0 1 0,0 1 0,22-3 0,-35 6 0,0 0 0,0 1 0,0-1 0,0 0 0,0 1 0,0-1 0,-1 1 0,1-1 0,0 1 0,0 0 0,0-1 0,-1 1 0,1 0 0,0 0 0,-1-1 0,1 1 0,0 0 0,-1 0 0,1 0 0,-1 0 0,0 0 0,1 0 0,-1-1 0,0 1 0,1 0 0,-1 2 0,7 30 0,-6-26 0,7 33 0,-2-15 0,-2 1 0,3 44 0,-8-69-17,0-1 0,1 1 0,-1 0 0,0-1-1,0 1 1,0-1 0,0 0 0,0 1 0,0-1 0,0 0 0,0 1 0,0-1 0,0 0 0,0 0-1,0 0 1,0 0 0,0 0 0,0 0 0,0 0 0,0 0 0,1 0 0,-3-1 0,-2 1-580,-17-2-5848,1-9-6978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1:24.1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0 192,'-132'86'0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5:27.2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0 673 6851,'0'0'13033,"1"-10"-10192,14 53-1696,2 0-1,33 58 1,-39-79-966,9 13 31,-2 2-1,14 41 1,-31-75-182,-1-2-14,0 0 0,0 0 0,1 1 0,-1-1 0,0 0 0,1 0 0,-1 0 0,1 0 0,-1 0 0,1 0 0,-1 0 0,1 0 0,0 0 0,-1 0 0,1 0 0,0 0 0,0-1 0,0 1 0,0 0 0,0-1 0,1 2 0,0-20 64,2-12-84,2 1 0,1-1 0,1 2 0,16-40 1,61-106-68,-44 107 70,2 2 0,3 2-1,59-63 1,180-152 136,-255 245-56,-25 26 36,0 1 0,1 0 1,0 0-1,8-7 0,-13 21-4899,0 26-440,-2-14-734,-8 1-2492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5:28.8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1 705 1313,'0'0'9633,"2"-4"-8862,-1 3-541,0 0 0,0-1 0,0 1-1,0 0 1,0 0 0,0 0-1,0 0 1,0 0 0,1 0 0,-1 0-1,0 0 1,1 0 0,-1 0-1,2 0 1,-2 1-115,0 0 1,0 0-1,0 0 0,-1 0 1,1 0-1,0 0 0,0 0 1,0 0-1,0 0 0,0 0 1,-1 1-1,1-1 0,0 0 1,0 1-1,0-1 0,-1 0 1,1 1-1,0-1 0,-1 1 1,1-1-1,0 1 0,-1 0 0,1-1 1,0 1-1,-1-1 0,1 1 1,-1 0-1,1 0 0,-1-1 1,0 1-1,1 0 0,-1 1 1,53 130 1533,-12-26-1047,-6-33-169,-19-115 399,3-7-751,2 1 0,2 1-1,44-67 1,104-122 33,-154 213-55,249-314 1083,-191 243-323,-74 93-733,1-1 0,-1 0 0,0 1-1,1-1 1,0 1 0,-1 0 0,1 0 0,0-1 0,0 1-1,0 0 1,-1 0 0,1 1 0,0-1 0,0 0 0,1 1-1,-1-1 1,0 1 0,0-1 0,0 1 0,0 0 0,0 0-1,0 0 1,3 1 0,-4-1-145,0 0 1,1 1-1,-1-1 0,0 1 0,1-1 0,-1 1 1,0 0-1,0 0 0,0-1 0,1 1 0,-1 0 1,0 0-1,0 0 0,1 2 0,-1-2-309,0 1 1,0-1-1,0 1 0,-1-1 1,1 1-1,0 0 0,-1-1 1,1 1-1,-1 0 0,0 0 0,1 0 1,-1-1-1,0 3 0,-1 32-11643,-5-24 5931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5:31.4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1 940 3618,'5'-6'16338,"66"245"-14057,-64-228-1874,1-18-130,7-30 4,-8 18-206,19-31 74,1 3 0,40-54-1,77-84 312,-78 103-112,270-397 2504,-297 418-2123,24-44 725,-58 95-1051,-9 15-2261,-8 10-233,-25 32-9693,19-30 4335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2:59.1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1178 976,'0'0'10018,"1"0"-9677,0 0 0,0 0-1,0 0 1,0 0 0,0 0-1,0 0 1,0-1 0,0 1-1,0 0 1,0-1 0,0 1-1,-1-1 1,1 1 0,0-1-1,1 0 1,47-113 954,-19 40-1238,8-13-82,144-319-1390,-122 287 984,99-146 0,-86 158 3494,-73 107-2968,1 1 1,-1 0 0,1-1-1,-1 1 1,0 0 0,1-1-1,-1 1 1,0 0 0,0 0-1,0-1 1,0 1 0,1 0-1,-1 0 1,0-1-1,0 1 1,0 0 0,0 0-1,-1 0 1,1 1 0,-2 118 623,0-24 461,4 0-1,15 106 1,8 19-151,0-3-444,-23-207-556,-2-7-15,0 0 0,1 1 0,-1-1 0,1 1 0,0-1 0,0 0 0,1 0 0,-1 0 0,1 0 0,0 0 0,0 0 0,3 5 0,-2-51-2949,-4 34 1373,1 1 0,-1-1 0,-1 0 0,0 1 0,0-1 0,0 1 1,-1 0-1,-4-10 0,-9-10-6335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2:59.3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1 123 8132,'0'0'8708,"127"-62"-6019,-72 49-624,-1 3-817,-2 1-303,-2 3-289,-4-2-512,-4 1-144,-4 3-272,-9 0-704,-8 4-1698,-2 0-1632,-15 0-2753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3:01.0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1 3394,'0'0'5213,"-4"17"1171,3-9-6011,-9 80 5243,10-62-3892,-6 161-349,-47 300 0,53-485-1398,-9 34-97,9-35 75,0 0 0,0 0 0,0 0 0,-1 0 0,1 0 0,0 0 0,-1-1 0,1 1 0,-1 0 0,1 0 0,-1 0 0,1 0 1,-1-1-1,0 1 0,1 0 0,-1-1 0,0 1 0,1-1 0,-1 1 0,0 0 0,0-1 0,0 0 0,0 1 0,1-1 0,-1 1 0,0-1 0,0 0 0,0 0 0,0 0 0,0 1 0,0-1 0,-1 0 0,1-1-48,-1 0-1,1 1 1,0-1 0,0 0-1,0 0 1,0 0 0,0 0-1,0 0 1,0 0 0,0-1-1,0 1 1,0 0 0,0 0-1,1-1 1,-1 1 0,1 0-1,-1-1 1,1 1 0,-1-1-1,1 1 1,-1-2 0,-1-5-442,-9-27-2007,3 1 1,0-1-1,2-1 1,2 1-1,0-44 0,3-8-3175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3:01.6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1 165 2801,'0'0'12139,"20"-20"-10816,70-61-309,-84 76-902,1 0 0,0 0-1,1 1 1,-1 0 0,1 0 0,0 1-1,0 0 1,0 0 0,0 1 0,16-3-1,-2 1 74,16-3-40,0 2 0,0 1-1,65 3 1,-100 1-149,0 0 0,0 1 0,0-1 0,0 1-1,0-1 1,0 1 0,0 0 0,0 0 0,0 1 0,0-1 0,-1 1 0,1-1-1,0 1 1,-1 0 0,1 0 0,-1 0 0,0 0 0,4 5 0,-3-3 3,0 1 1,0 0-1,0 0 1,-1 1-1,0-1 1,0 0-1,0 1 1,0-1-1,0 12 1,0-7 35,-2 0 0,1 0 0,-1 0 0,-1 0 0,0 0 0,0 0-1,-1-1 1,0 1 0,-1 0 0,0-1 0,0 1 0,-6 8 0,0-4 180,-2-1 1,0 0-1,0 0 1,-1-2-1,-1 1 1,0-1-1,0-1 1,-1-1-1,-16 9 1,5-2 199,-33 28 0,57-44-415,0 1 0,0 0-1,0 0 1,0-1-1,0 1 1,0 0 0,1 0-1,-1 0 1,0 0 0,1 0-1,-1 0 1,1 0-1,-1 0 1,1 0 0,-1 0-1,1 0 1,0 1 0,0-1-1,-1 2 1,1-2-8,1 0-1,-1 0 1,0-1 0,1 1-1,-1 0 1,1 0 0,-1 0 0,1-1-1,-1 1 1,1 0 0,-1-1 0,1 1-1,0 0 1,-1-1 0,1 1 0,0-1-1,0 1 1,-1-1 0,3 1-1,5 3-71,0-1 0,1-1 0,-1 1 0,12 1-1,-9-2 39,-9-2 33,50 11-841,76 27 1,-113-32 588,0 0 1,0 1-1,0 1 0,-1 1 1,0 0-1,-1 0 1,0 2-1,-1-1 1,15 17-1,-22-21 215,0 0 0,-1 1 0,1 0 0,-1 0 0,-1 0 0,1 0 0,-1 1 0,0-1 0,-1 1 0,0 0 0,0 0 0,-1 0 0,0 0 0,0 0 0,-1 0 0,0 0 0,-2 12 0,1-9 221,-2 0-1,1 0 1,-1 0 0,-1-1 0,0 1-1,-1-1 1,1 0 0,-2 0-1,0-1 1,0 1 0,0-2 0,-9 10-1,-5 1 551,-1 0 0,0-2 0,-1 0 0,-2-1 0,1-2 0,-2 0 0,1-1 0,-33 11-1,23-12 35,-61 14-1,72-21-1894,-1-1 1,-39 0 0,97-4-2957,4 0-3387,2 0-4068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3:02.3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462 85 2785,'0'0'12595,"7"0"-10991,7 1-1140,-6-1 110,0 0 0,0 0 0,-1 0-1,13-2 1,-18 1-507,0 1-1,0-1 1,0 0-1,0 1 1,0-1-1,0 0 1,-1 0-1,1 0 1,0 0 0,0-1-1,-1 1 1,1 0-1,-1-1 1,1 1-1,-1-1 1,1 1-1,-1-1 1,0 0-1,0 0 1,0 0-1,0 1 1,1-5-1,0 0 3,0 0-1,-1 0 1,0 0-1,0 0 1,0-7-1,-2 12-51,1 1 0,0-1 1,-1 1-1,1-1 0,-1 1 0,1-1 0,0 1 0,-1-1 0,1 1 0,-1 0 0,1-1 0,-1 1 1,0 0-1,1 0 0,-1-1 0,1 1 0,-1 0 0,1 0 0,-1 0 0,0 0 0,1 0 1,-1 0-1,1 0 0,-1 0 0,0 0 0,0 0 0,-26 0 131,20 0-69,0 1-63,0 0 0,0 0 0,-1 1 0,1-1 0,0 2 0,0-1 1,1 1-1,-1 0 0,1 0 0,-1 1 0,1 0 0,-10 8 0,-8 7-2,-36 41 0,47-46 15,-43 44 260,3 3 0,2 2 0,-67 110-1,109-156-173,0 0-1,1 0 0,1 1 0,0 0 0,-5 25 1,11-37-89,0 1 1,0-1 0,0 0 0,1 1 0,0-1 0,0 0-1,0 1 1,1-1 0,0 0 0,0 0 0,1 1 0,0-1-1,0 0 1,0 0 0,1-1 0,-1 1 0,2 0 0,-1-1 0,6 8-1,0-4 0,1-1 1,0 0-1,0-1 0,0 0 0,1-1 0,-1 0 0,2 0 0,-1-2 0,1 1 1,-1-1-1,1-1 0,0 0 0,25 3 0,15-1 101,104-4 0,-116-2-96,-2 0-43,-1-1 1,0-2-1,0-2 0,0-1 0,-1-2 0,0-2 0,0-1 0,39-19 1,-72 30-40,1-1 0,-1 0 1,0 1-1,0-1 1,-1 0-1,1-1 0,0 1 1,-1 0-1,1-1 0,-1 1 1,1-1-1,1-3 1,-3 3-754,0 1 1,0-1-1,0 0 1,0 0 0,-1 0-1,1 1 1,-1-1-1,0 0 1,0-4 0,0-6-7036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3:04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2 2801,'0'0'7737,"0"0"-7657,0 0 0,0 0 0,-1 0 1,1 0-1,0-1 0,0 1 0,-1 0 0,1 0 0,0 0 0,0 0 0,-1 0 0,1 0 0,0 0 0,-1 0 1,1 0-1,0 0 0,0 0 0,-1 0 0,1 0 0,0 0 0,0 0 0,-1 0 0,1 0 0,0 0 0,-1 0 1,1 0-1,0 1 0,0-1 0,0 0 0,-1 0 0,1 0 0,0 0 0,0 1 0,-1-1 0,1 0 0,0 0 1,0 0-1,0 1 0,0-1 0,-1 0 0,1 0 0,0 1 0,0-1 0,0 0 0,0 0 0,0 1 0,0-1 1,-1 157 6588,0 2-3776,-1 164-2008,2-308-1362,1 0 0,1 0 0,1 0 0,7 23 0,-11-50-10923,-6-16 5381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3:05.3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95 221 4466,'0'0'2804,"-7"-19"-566,-21-60 417,27 76-2550,0 0 0,1 0 0,-1 1 0,0-1 0,1 0 0,0 0 0,0 0-1,0 1 1,0-1 0,0 0 0,0 0 0,1 0 0,0 0 0,-1 1 0,1-1 0,0 0 0,0 1 0,0-1 0,1 1 0,-1-1 0,1 1 0,-1-1 0,1 1 0,0 0 0,0 0-1,0 0 1,0 0 0,0 0 0,3-2 0,3-1 26,0 1-1,1 0 0,0 0 1,-1 1-1,1 0 0,12-3 1,-21 6-121,24-5 128,0 1-1,0 1 0,0 2 1,1 0-1,-1 1 1,0 1-1,0 2 0,0 0 1,0 2-1,0 0 1,-1 2-1,1 0 0,-2 2 1,1 0-1,22 14 1,-1 3-122,-1 1 0,0 3 1,-3 1-1,0 2 0,-2 1 1,36 44-1,-47-47-365,-1 2-1,-1 0 0,34 62 1,-49-77 252,-2 0 0,0 1 0,-1 0-1,0 1 1,-2 0 0,0-1 0,-2 2 0,0-1 0,0 30 0,-3-44 124,-1 0 1,0 0-1,0 0 0,0 0 1,-1 0-1,0 0 0,0 0 1,0 0-1,-1-1 0,0 1 1,0-1-1,0 0 0,-1 0 1,0 0-1,0 0 0,0 0 1,-1-1-1,1 0 0,-1 0 1,-7 4-1,-7 4 382,0-1 0,-2 0 1,1-2-1,-31 10 0,-23 5 1220,-1-4 0,-121 17 0,-157-9 2093,172-28-1990,180 28-4574,1-8-1622,0-8-5259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47.3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0 169 0,'0'0'1798,"22"0"985,-19 0-2823,-1 0 58,13-1 938,-11 0-433,0 0 0,0 1 0,0 0 0,0 0 1,0 0-1,0 0 0,0 1 0,7 1 0,35 7 4293,30-7-5177,-51-3 743,46 2-303,58-1-28,152-18 1,-114-1 644,178 3 0,-8 1-421,-306 11-208,0-1-1,45-15 1,-45 11-85,1 1 1,39-4-1,116-7 59,251-16 1708,-323 35-1294,158 20 0,287-2-37,-405-19-39,1170 6 1126,-995-30-763,-272 21-241,69 4-1,-51 1-661,165 13-212,-50-1 170,73 2-39,96 2 340,-269-13-81,93 16 1,48 4 155,361-14 1745,-600-9-1894,0 0-1,0 0 1,1 0 0,-14 5-1,0-1-2787,11-3-1041,-7-2-4305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52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29640,'7979'0'0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2:11.4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924 1 7395,'0'0'11398,"3"16"-10523,0 3-542,0-2 210,0 0-1,2 0 0,11 30 0,-14-41-228,-1 0 1,0 0-1,0 0 0,0-1 0,-1 1 0,1 8 1,-2-8 7,2 0 1,-1 0-1,1 0 1,0 0 0,1 7-1,1-9 458,-1-10-549,-3-12-479,-4 4-100,1 0 0,-1 1 0,-1 0 0,-1-1 0,0 2 0,-9-15 0,12 23 202,0-1 0,1 0 1,-1 1-1,-1 0 1,1 0-1,-1 0 1,1 1-1,-1 0 1,0 0-1,0 0 0,-1 0 1,1 1-1,0-1 1,-1 2-1,0-1 1,1 0-1,-1 1 1,-8-1-1,-1 2 85,1 1 0,0 0 0,-1 1 0,1 0 0,0 1 1,0 1-1,1 0 0,-1 1 0,1 0 0,-13 8 0,-19 12 80,-61 44-1,102-66-23,-238 186 598,198-149-68,2 2 1,2 2-1,-40 55 1,73-90-396,1 0 1,0 1-1,1-1 1,0 1-1,0 1 1,1-1-1,0 1 1,1-1-1,-2 14 1,4-21-109,1-1 0,0 1 0,0 0 0,0 0 1,0 0-1,0 0 0,0 0 0,1 0 1,0-1-1,-1 1 0,1 0 0,0 0 1,0-1-1,1 1 0,-1 0 0,0-1 1,1 0-1,0 1 0,-1-1 0,1 0 0,0 0 1,0 1-1,0-2 0,1 1 0,-1 0 1,0 0-1,1-1 0,-1 1 0,1-1 1,-1 0-1,1 0 0,0 0 0,-1 0 0,4 1 1,11 1 45,-1 1 0,1-2-1,0 0 1,28-1 0,-35-1-20,126 0 233,0-6 0,139-24 0,-263 29-793,0-2 1,-1 0-1,1 0 0,-1-1 0,19-10 0,-23 10-756,0 0 1,-1 0-1,1-1 1,-1 0-1,9-11 1,14-18-7850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2:11.9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454 1 6643,'0'0'9130,"-21"18"-6943,9-7-1725,-4 2 211,0 2 0,1 0 0,0 0 0,1 2 0,1 0 0,1 0 0,-19 35 0,-162 450 6252,139-345-6626,41-124-279,8-20-59,0 0 0,0 1-1,1 0 1,1 0-1,0 0 1,-1 19-1,5-33-1,-1 0 0,0 1 0,0-1 0,1 0 0,-1 0 1,0 0-1,1 1 0,-1-1 0,0 0 0,1 0 0,-1 0 0,0 0 0,1 0 0,-1 0 0,0 0 0,1 0 0,-1 0 0,0 0 0,1 0 1,-1 0-1,0 0 0,1 0 0,-1 0 0,0 0 0,1 0 0,-1 0 0,0 0 0,1 0 0,-1-1 0,1 1 0,0 0-80,8-4-42,0 0 0,0-1 0,0 0 0,-1 0 0,0-1 0,0 0 0,0-1 0,12-12 0,3-3-59,166-147-1989,-189 169 2509,-2 12-29,1 0 0,0 0 0,1 0 0,2 20 0,0 2-10,-3-10-165,1-16-145,-1 0 1,2 0-1,-1 1 1,1-1-1,2 11 1,-2-16-43,0-1 1,0 0-1,-1 0 0,2 0 1,-1 0-1,0 0 1,0 0-1,1 0 1,-1 0-1,1 0 1,-1-1-1,1 1 1,0-1-1,0 1 0,0-1 1,0 0-1,0 1 1,0-1-1,0 0 1,0 0-1,0-1 1,0 1-1,4 0 0,8 2-1231,-1-1 0,1 0 0,0-2 0,0 1 0,0-2-1,0 0 1,0 0 0,0-1 0,0-1 0,-1 0 0,24-10-1,15-12-5371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2:12.3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191 1 5555,'0'0'18445,"-7"-1"-16780,1 1-1490,0 0 1,1 1-1,-1 0 0,1 0 0,-1 0 1,1 0-1,0 1 0,0 0 0,-1 0 0,1 1 1,1-1-1,-1 1 0,0 0 0,1 0 1,-1 1-1,1-1 0,0 1 0,-4 5 1,-3 1 187,0 0 0,1 1 0,1 0 0,-9 14 0,14-19-369,1 0 1,0 0-1,0 0 0,1 1 1,-1-1-1,1 1 0,1-1 1,-1 1-1,1 0 0,1-1 1,-1 9-1,32-16-1122,-22-2 1084,0-1 1,0 0-1,0 0 1,-1 0 0,0-1-1,0-1 1,0 1 0,11-12-1,-7 8 134,-1 0 0,26-14 1401,-37 58-1251,-1-30-411,2 1 0,-1 0-1,0-1 1,1 1-1,0-1 1,1 1 0,-1-1-1,1 1 1,0-1 0,3 6-1,-3-8-75,0 0 1,0 0-1,0-1 0,0 1 1,1-1-1,-1 0 0,1 0 1,0 0-1,-1 0 0,1 0 0,0-1 1,0 1-1,0-1 0,0 0 1,1 0-1,-1 0 0,0 0 1,0 0-1,4 0 0,9 1-2383,0-1-1,0 0 1,27-3-1,9-7-4855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2:12.6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70 1121,'0'0'19006,"-1"17"-16080,-7 124 2490,8-157-4432,-2-6-936,1 0 1,4-36-1,-3 53-149,1-1-1,0 1 0,0-1 0,0 1 1,1 0-1,-1-1 0,1 1 1,0 0-1,1 0 0,-1 1 1,1-1-1,0 0 0,0 1 0,1-1 1,-1 1-1,1 0 0,0 1 1,5-5-1,-1 5-493,0 0 1,0 1-1,0 0 1,1 1-1,-1-1 1,0 2-1,1-1 1,-1 1-1,0 0 1,13 3-1,11-2-3008,19-1-3771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2:12.9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261 1 8180,'0'0'13246,"-6"23"-9925,-78 252 3696,24-120-5968,-35 103-1095,91-247 46,1 0 0,0 0 0,1 0 0,0 1 0,1-1 0,0 0 0,2 23 0,-1-33-4,1 0 1,-1 0-1,1 0 1,0 0-1,-1 0 1,1-1-1,0 1 1,-1 0-1,1 0 1,0-1-1,0 1 1,0-1-1,-1 1 0,1 0 1,0-1-1,0 1 1,0-1-1,0 0 1,0 1-1,0-1 1,0 0-1,0 0 1,0 0-1,0 1 1,2-1-1,33 0-587,-27 0 226,0-1-95,1 0 1,-1 0 0,0 0 0,1-2 0,-1 1 0,0-1 0,0 0 0,-1-1 0,1 0 0,-1 0 0,9-6 0,-7 3-1339,0-1 1,-1 1-1,1-1 0,13-17 0,8-15-8332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2:13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57 13990,'0'0'5043,"126"0"-753,-26 0-689,11 0-2368,0 0-1233,-9 0-64,-4-4-1761,-1-21-1985,-10-3-5122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2:15.1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1 567 176,'0'0'6523,"16"-10"-5763,50-32 65,9-2 6632,-61 39-6800,1 0 0,0 1 1,0 1-1,0 0 0,0 1 1,1 1-1,19 1 0,12-3-380,708-49 532,685-5-708,-1091 52-76,301-12-730,-462 6 707,781-31 100,-260 25-454,142-1-43,132 7 355,-530 2 5,401-15-101,-721 17 125,870-28 134,528 42-174,-1299-18 72,245-42 0,202-10 18,-293 49 984,-353 12-934,-16 0 852,-7 0-812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1:58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914 34 1777,'0'0'16909,"-23"-7"-16183,-7-2-396,-39-7 1,62 15-277,0 1-1,0 0 1,0 0 0,0 1-1,0 0 1,0 0 0,0 0-1,1 1 1,-1 0-1,0 0 1,1 1 0,0 0-1,-1 0 1,1 0-1,-6 5 1,-9 4 118,-279 156 1801,252-138-1532,1 3 1,2 2-1,-81 81 0,117-107-366,0 1 0,0 0 0,1 1 0,1 0 1,0 0-1,0 1 0,1 0 0,1 0 0,0 0 0,1 1 1,0-1-1,0 1 0,2 0 0,0 0 0,0 0 0,1 14 1,0-21-69,1 0 1,0 0 0,1 0 0,0 0-1,0 0 1,0 0 0,0 0-1,1 0 1,0-1 0,0 1 0,1-1-1,0 1 1,0-1 0,0 0 0,0 0-1,1 0 1,0 0 0,0-1-1,0 0 1,0 0 0,1 0 0,0 0-1,0 0 1,0-1 0,0 0 0,0 0-1,1-1 1,9 4 0,7 1-33,1-1 0,0-1 0,0-1 0,1-2 0,-1 0 0,1-1 0,-1-1 1,36-5-1,-37 2-47,0-1 1,0-1 0,0-1 0,-1-1-1,39-19 1,-28 10-23,-1-1 0,56-43 0,-58 40 982,-38 39 1157,-10 18-1889,-16 55 755,-28 109 0,0 5-673,42-153-342,13-36-754,1 0 0,-9 34-1,16-46-1429,2-8-901,5-5 1220,68-77-9783,-24 24 3231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1:58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6 6723,'0'0'15210,"0"0"-15155,0 0 1,-1-1 0,1 1-1,0 0 1,0 0 0,0-1-1,0 1 1,0 0 0,0 0-1,-1-1 1,1 1 0,0 0-1,0 0 1,0 0 0,-1-1-1,1 1 1,0 0 0,0 0-1,0 0 1,-1 0 0,1 0-1,0-1 1,0 1 0,-1 0-1,1 0 1,0 0-1,0 0 1,-1 0 0,1 0-1,0 0 1,-1 0 0,1 0-1,0 0 1,0 0 0,-1 0-1,1 0 1,0 0 0,-1 0-1,1 0 1,0 0 0,0 0-1,-1 1 1,1-1 0,0 0-1,0 0 1,-1 0 0,1 0-1,0 1 1,0-1 0,0 0-1,-1 0 1,1 0 0,0 1-1,0-1 1,0 0 0,0 0-1,-1 1 1,-33 30 681,2 1 0,-46 57 1,70-80-707,0 0 1,1 1-1,0 0 1,1 1 0,0 0-1,1 0 1,0 0 0,0 0-1,1 1 1,1-1 0,0 1-1,0 0 1,0 20-1,3-32-50,1 1-1,-1 0 1,1 0-1,-1 0 1,1-1-1,0 1 1,-1 0-1,1-1 0,0 1 1,0 0-1,-1-1 1,1 1-1,0-1 1,0 0-1,0 1 1,0-1-1,0 1 1,0-1-1,0 0 0,0 0 1,0 0-1,0 0 1,-1 1-1,1-1 1,0 0-1,0-1 1,0 1-1,0 0 1,2 0-1,32-5-189,-26 2 193,-1-1 0,0 0-1,-1 0 1,1-1-1,-1-1 1,0 1 0,7-7-1,48-51-37,-46 45 61,53-68 1455,-69 99-947,0-6-572,1 1 1,0-1-1,0 0 1,0 1-1,1-1 1,1 0-1,-1 0 1,1 0-1,0 0 1,0-1-1,1 1 1,7 9-1,-7-12-517,0 1 0,0-1 0,0 0 0,1 0 0,-1 0 0,1 0 0,6 2 0,-7-3-594,0-1 1,1 0-1,-1-1 1,0 1-1,1-1 0,-1 0 1,1 0-1,0 0 1,8-1-1,10 0-7238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1:58.9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82 8948,'0'0'16381,"8"10"-14607,65 84 1673,-72-93-3430,0 0 0,0 0 0,0-1 1,0 1-1,1 0 0,-1 0 0,0-1 0,0 1 1,1-1-1,-1 1 0,0-1 0,1 1 0,-1-1 0,1 0 1,-1 0-1,0 0 0,1 0 0,-1 0 0,1 0 0,-1 0 1,1 0-1,-1-1 0,3 0 0,0 0-50,0 0 0,0-1 1,0 0-1,0 0 0,0 0 0,-1 0 0,5-3 0,64-57-753,-45 37 352,0 2 1,54-35 0,-79 57 456,-1 0 0,1 0-1,0 1 1,-1-1 0,1 0 0,0 1 0,-1-1-1,1 1 1,0-1 0,0 1 0,2 0-1,-3 0 10,0 0 0,-1 0 0,1 0-1,-1 0 1,1 1 0,-1-1-1,1 0 1,-1 0 0,1 1 0,-1-1-1,1 0 1,-1 1 0,1-1-1,-1 0 1,0 1 0,1-1 0,-1 1-1,1-1 1,-1 1 0,0-1-1,0 1 1,1-1 0,-1 1 0,0 0-1,1 3 172,0 1-1,0 0 1,-1 0-1,1-1 1,-1 1-1,-2 9 1,2 6-347,-1-11-187,3 40 333,-1-46-785,-1-1 1,0 1-1,1-1 1,0 1-1,0-1 1,0 1-1,0-1 1,2 5-1,6-5-10782,-3-2 3519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1:59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 1 5635,'0'0'14894,"-6"23"-11068,-88 247 3212,79-231-6842,1 1 1,2 1-1,2 1 0,1-1 0,2 1 1,-1 60-1,7-78-205,0-13 14,1 0 0,0 0-1,3 15 1,-3-24-11,1 1 0,-1-1 0,1 0 0,0 1 0,0-1 0,0 0 0,0 1 0,0-1 0,0 0 0,1 0 1,-1 0-1,1 0 0,-1 0 0,1 0 0,0-1 0,-1 1 0,1-1 0,0 1 0,5 2 0,2 0-328,0-1 1,0 0 0,0 0 0,1-1 0,-1-1 0,1 1 0,0-1 0,-1-1 0,20-1-1,-20 0-442,0 0-1,-1-1 0,1 0 0,14-5 1,-18 5-55,-1 0 0,1 0 0,-1-1 0,0 1 1,1-1-1,-1 0 0,0 0 0,5-7 1,10-18-8412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1:59.4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90 12422,'0'0'9252,"127"-27"-9252,-74 19-432,5-3-1969,5-6-2177,4-10-4339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1:59.6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1 14807,'0'0'3447,"-12"27"280,-89 193 3625,26-37-4420,66-157-2848,2 0-1,1 0 1,2 1 0,0 0-1,0 34 1,4-56-93,0 1 0,1-1 0,-1 0 0,1 0 0,0 0 0,0 0 0,0 0 0,1 0 0,0 0 0,0 0 0,0 0 0,1-1 0,-1 1 0,1-1 0,0 0 0,0 0 0,1 0 0,-1 0 0,1 0 0,0-1 0,0 0 0,0 1 0,0-2 0,1 1 0,-1 0 0,1-1 0,0 0 0,0 0 0,6 2 0,12 1-645,0 0 1,-1-1-1,1-2 1,1 0-1,27-2 1,-41 0-143,-1 0 0,1-1 0,-1 0 0,1-1 0,-1 1 0,14-6 1,-19 5-158,1 0 0,-1 0 1,0 0-1,0-1 0,-1 1 1,1-1-1,0 0 0,-1 0 1,5-6-1,10-19-9772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1:59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0 109 11093,'0'0'3458,"188"-27"-1281,-75 12 992,-8 0-1616,-7 3-1553,-12-5-1697,-17-6-4402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20.9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1169,'0'0'1120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22.0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513 22 1105,'0'0'8902,"10"-4"-7149,33-11-240,-43 14-1407,0 1-1,1 0 1,-1 0 0,1-1 0,-1 1 0,1 0-1,-1 0 1,1 0 0,-1 0 0,1 0 0,-1 0-1,1 0 1,-1 0 0,1 0 0,-1 0-1,1 0 1,-1 0 0,1 0 0,-1 0 0,1 1-1,-1-1 1,1 0 0,-1 0 0,1 1 0,-1-1-1,0 0 1,1 0 0,-1 1 0,1-1 0,-1 0-1,0 1 1,1-1 0,-1 1 0,0-1 0,0 0-1,1 1 1,-1-1 0,0 1 0,0-1 0,0 1-1,1-1 1,-1 1 0,1 24-382,-2-18 749,1 530 4286,-31-138-3039,10-189-1428,18-170-237,-46 439 165,-17 353 1044,63 5-93,5-428-1216,-27 347 771,-4-367-474,-90 1001 270,107-1288-496,-77 752 232,35 2 18,39-332-25,-17 714 328,15-608-291,-3 214 379,31 508-147,-9-538-411,-8-510-490,5-365-721,2-60-3502,7-1-4889,0 55-101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24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1093 20 3298,'0'0'5007,"2"-3"-4273,-2 2-394,6-11-571,-3 8 2015,-1 11 4804,-1 374-3580,-2 431-336,-28-416-2183,-30 0 0,34-236-218,-6 29 159,-45 409 650,61-251-980,-10 148-16,12-365-47,-32 143 0,-49 125 42,-10 45-43,-11 256 122,86-507-30,-138 1274 525,119-901-192,-9 187 239,-17 688 199,-1-131-142,52-503-218,22-447-170,2 374 415,11-515-467,-1 38 108,-7-92-180,-4-164-254,6 2-83,-5-21-9481,-1 9 1623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20.0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730 6 1185,'0'0'9676,"9"-6"-341,-9 71-8993,-15 424 500,-129 474-63,108-763-84,-16 292 0,27 282-375,-10 177 91,-46 158 462,38-555-809,-1-74-3,-18 362 270,53-294 191,-9 387-206,8-537-135,-11 326 438,11-497-490,-43 643 94,-27 511 201,80-438 14,9-793-399,1-1 2,-10 176-1706,7-329-1405,-1-4 1633,0 0 1,-1 0-1,0 0 1,4-12 0,5-20-6224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17.9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885 8 2545,'0'0'9442,"-22"-6"-8781,-2 5-1058,23 3 16,14 3 1325,-11-5-660,0 1 0,-1 0 1,1 0-1,0 0 0,-1-1 1,1 2-1,-1-1 0,1 0 1,-1 0-1,1 0 0,-1 1 1,0-1-1,0 1 0,0-1 1,0 1-1,0-1 0,0 1 1,0 0-1,0 0 0,0-1 1,-1 1-1,1 0 0,-1 0 0,1 2 1,0 6-4,0 0 1,-1 0-1,-1 18 1,0-3 277,-1 11-195,-2 1 1,-13 57-1,-2 4-104,-2 248 112,-4 24-275,-82 116-43,18-97 68,-13 226 1069,18-92-797,83-520-391,-134 859 418,-16 388 561,82-566-803,31 3 178,37-636-338,-10 1836 648,14-1316-457,15 367 223,4 217-36,-21-594-218,-2 26-108,0-240-16,-1-320-50,0-1 0,-9 38 0,-4 28-2,-1 237-224,16-329 181,0 1 0,0-1 0,-1 0 0,1 0 0,0 1 0,0-1 0,0 0 0,0 1 0,0-1 0,0 0 1,0 1-1,0-1 0,1 0 0,-1 1 0,0-1 0,0 0 0,0 1 0,0-1 0,0 0 0,0 0 0,1 1 0,-1-1 0,0 0 0,0 1 0,0-1 0,1 0 0,-1 0 0,0 0 0,0 1 1,1-1-1,-1 0 0,0 0 0,1 0 0,-1 0 0,0 1 0,0-1 0,1 0 0,11-9-1660,-6-2 672,-1 1 0,0-1 0,0-1 0,-1 1 0,3-13 0,-4 12-340,18-59-8050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15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544 2 1377,'0'0'7987,"0"0"-7786,0 0 0,-1-1 0,1 1 0,0 0 0,-1 0 1,1 0-1,-1 0 0,1 0 0,0 0 0,-1-1 0,1 1 0,-1 0 0,1 0 0,-1 0 0,1 0 0,0 0 0,-1 0 0,1 1 0,-1-1 0,1 0 0,0 0 0,-1 0 0,1 0 0,-1 0 0,1 1 0,0-1 0,-1 0 0,1 0 0,0 1 0,-1-1 0,-32 174 4073,17-60-3528,-2 187 0,-13 187 598,-37-4-433,2-9-106,-26 317 961,56-261-1370,35 3-171,2-270-88,-1-161-77,-8 556 122,-5 324 174,13-852-335,5 3177 219,-19-2720-134,5-294-68,-51 595 58,59-881-96,-26 866 58,16-258 185,9-549-241,0 3 21,-18 115 0,19-183-88,-4 21 235,3-16-363,1-12-858,2-43-3888,8-59-1,2 24-5249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09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314 63 0,'0'0'6606,"0"-10"-5270,0-29 52,0 29 927,0 10-1995,-1 0-1,1-1 0,-1 1 1,1-1-1,0 1 0,-1 0 1,1 0-1,-1-1 0,0 1 1,1 0-1,-1 0 0,1-1 1,-1 1-1,1 0 0,-1 0 1,0 0-1,1 0 0,-1 0 1,1 0-1,-1 0 0,0 0 0,1 0 1,-1 0-1,1 0 0,-1 1 1,-5 15 38,1 0 0,1 0-1,1 0 1,0 1 0,0 22 0,2-25-179,-47 497 2857,41-131 330,8-326-3309,13 430 978,-14-415-912,-13 305 315,-41 439 458,54-589-806,-6 892 306,4-743-383,-4 157 23,-37 1-11,-21 217-65,51 2 131,13 180-118,6-686 40,-2 817 20,-25-640-32,-1 64-5,40 605-79,-13-981 55,9 86 32,-11-160-71,-2 0 0,-3 41-1,0-8 107,2-42-164,0-26-75,0-9-1982,1 3 1545,0 1 1,0 0 0,0-1 0,1 1-1,0 0 1,0 0 0,0 0-1,1 0 1,4-7 0,11-25-6199,-8 8-942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12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793 7 3089,'0'0'4306,"1"-4"-3852,0 2 2258,2 8-895,2 26-15,3 44 466,20 380 3048,20 194-2687,6 75-1023,-56-614-1108,-5 0 0,-35 179 0,6-114-390,-75 381 351,27 3 985,29 16-1035,-44 358-295,-146 762 14,109-754-136,47 187-46,83 8 165,9-626-163,-2-287 99,-8 436 21,3-517-65,-15 202 61,16-260-283,3-70-1052,1-57-1350,-1-65-7875,0 38 276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14.0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793 0 2913,'0'0'6974,"-2"19"-6029,0-2-656,-14 115 3087,11-85-2220,1 0-1,4 79 1,1-49-461,-16 361 1519,-1 1-1040,24-68 454,-12 333 45,-103 274-614,0-350-151,-13 118-610,90-442 17,-64 541-41,-85 668-205,126-1024 12,21 18-146,29 1 99,3-183-35,-6 768 110,20-744-105,1-2-8,-13 3 91,-8 481 245,5-797-297,-4 65-251,3-87 146,0 0 0,0 0 0,-1 0 0,-1 0 0,-8 20 1,11-72-1887,1-5-178,1-70-8725,3 45-727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3:58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57 224,'0'0'4061,"0"-7"-3619,8-42 1197,-9 65 4592,4 23-3853,1 16-1829,-4-42-461,0 0-1,1 0 0,1 0 1,0 0-1,0 0 0,9 24 0,-7-23 60,-1 1 0,0 0 0,-2-1 0,1 1 0,-2 0 1,0 0-1,-2 18 0,0 14 136,9 400 5501,-6-426-5664,1 1 0,5 22 0,2 16 221,-7-45-198,1-1-1,7 21 1,2 8 64,-8-10-144,-1-1-1,-2 1 0,-3 40 0,0-3 207,4 245 773,-5 341 357,-18-435-1361,0-25 41,17 56-123,4-124 39,-18 141 1,3-125 4,5 167 0,10-162-36,-8 383 61,-5 572-22,17-643 64,-4-431-78,18 586 16,12 279-10,-6-433 69,-1-79-75,-16 474 54,-4 14 31,-5-453 60,-7 87-72,9-461-124,8 56 1,-5-90-473,0-13-450,2-20-1110,6-118-9133,-5 34 534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00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0 188 0,'0'0'806,"8"-20"-475,-2 5-131,11-26 1002,18-70-1,-38 164 9696,5 23-4808,0 0-3740,-11 417 4,-1 6-947,9-359-1066,-1-2 257,20 183 0,-1-127-473,-9 223 0,-8-309-108,-8 144 157,-1 0 62,-2 418 14,10-658-245,-3 577 80,4-528-88,0 1785 255,-11-1464-264,0-49 10,5 871 57,4-807-53,2 325-10,6-302 9,3 109 56,1 106-24,-10-519-6,1 141 145,9-168-53,-5-63 102,0 45 0,-4-68-233,-1 1 0,1-1 1,0 0-1,0 0 1,0 0-1,0 0 1,1 0-1,-1 0 0,1 0 1,0 0-1,-1 0 1,1 0-1,5 4 1,-7-7-346,1-1-566,-1 1 734,1 0 1,-1 0-1,1 0 0,-1-1 0,0 1 1,1 0-1,-1-1 0,0 1 0,0 0 0,1-1 1,-1 1-1,0 0 0,0-1 0,1 1 1,-1 0-1,0-1 0,0 1 0,0 0 1,0-1-1,0 1 0,1-1 0,-1 1 0,0-1 1,0 1-1,0 0 0,0-1 0,0 0 1,0-42-10720,0 15 1181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03.0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234 1 48,'0'0'4375,"15"9"10040,-15 48-12606,-15 347 2531,-1 177-2735,17-390-568,-12 598 1502,1-225-1842,-9-181-477,5-163 0,-16 79-78,-2 68-68,32-187-25,1-34-9,-22 191-1,-47 685 17,63-691-46,-3 567-46,7-636 88,17 593-27,15-307 12,38 410-42,26-259-8,-72-363 70,-10-103-64,13 214 18,7-120-51,-25-278 55,-5-38-12,-1 0 0,0 1 0,0 13 0,-2 51-1767,3-121-2562,1 0 1,21-81-1,-19 97 1571,16-78-9155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05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213 0 816,'0'0'6518,"-8"4"1534,6-1-7668,6 74 3776,11 38-3115,2 23-917,34 415 4139,42-4-3318,-68-438-823,-4 2 1,-5 0 0,1 137 0,-17-181-129,1 23 307,-15 130 0,-97 782 642,68-546-841,16-200-57,-69 506 97,25-231-52,-6 443 31,76-964-125,-9 683 70,12-450-65,0 226 13,-13 751-23,5-412 113,8-471-117,4 1096 142,-6-1323-170,6-271-11966,-5 97 2073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07.6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268 1 2545,'0'0'9823,"0"12"-8657,13 188 2286,53 369 1919,-66-564-5368,21 782 3489,-22-553-3031,0-158-358,22 522 1059,0-422-721,25 323 254,-42 211-568,-6-399-37,-2-63 74,-52 345 0,-57 216-114,51 61 76,53-635-161,-16 184 157,-4 98-97,18-19-1,-17 409 5,-16-351-19,7-109-52,4 651 370,33-543-112,-4-444-373,7-141-2090,1 0 0,15-52 1,-6 27-2030,8-44-6035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33.0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99 1265,'0'0'5202,"15"0"-3713,-5 0-987,1 1 0,-1 0 0,15 5 0,-14-4 203,55 7 2291,38-10-2707,-39-1-154,279-27-74,-151 7-21,327-14 121,-82 27 289,-310 9-41,258 13 1026,-353-13-852,1-2 0,-1-1 0,35-7 0,-16 2-307,0 3 0,0 2 1,76 5-1,-31 0-87,-27-3 357,-24-1 769,0 3 1,72 9-1,-76-4-1037,-1-1-1,44-1 1,-85-4-283,0 0 1,0 0 0,0 0-1,-1 0 1,1 0-1,0 1 1,0-1 0,0 0-1,0 0 1,0 0 0,0 0-1,0 1 1,0-1-1,0 0 1,0 0 0,0 0-1,0 1 1,0-1 0,0 0-1,-1 0 1,2 0 0,-1 0-1,0 1 1,0-1-1,0 0 1,0 0 0,0 0-1,0 1 1,0-1 0,0 0-1,0 0 1,0 0-1,0 0 1,0 1 0,0-1-1,1 0 1,-1 0 0,0 0-1,0 0 1,0 0-1,0 0 1,0 1 0,1-1-1,-1 0 1,0 0 0,0 0-1,0 0 1,0 0-1,1 0 1,-1 0 0,0 0-1,-17 10-514,-98 31-8744,64-26 1537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34.2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10 385 576,'0'0'326,"-2"-19"-220,-5-59 68,7 75-168,0-1 0,0 1 0,0-1 0,0 1 0,1-1 0,0 1 0,-1-1 0,1 1 0,0-1 0,1 1 1,-1 0-1,0 0 0,1-1 0,2-3 0,-2 6 457,-1-1 1,0 0 0,0 1-1,0-1 1,0 0-1,-1 0 1,1 0-1,-1 0 1,1 0 0,-1 0-1,1 0 1,-1-3-1,-9 4 4352,6-1-1208,12-1-2379,11 0-610,1 2 0,0 0-1,31 3 1,3 0 49,1067-22-91,-455-22-558,-1-44 39,-558 70 1032,1 5 0,180 5 1,-33 14 2445,64-8-51,-360 3-5019,15-1-1216,0-1 1,0 0 0,0-2-1,-41-7 1,-9-15-7706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34.8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600 58 224,'0'0'8898,"1"-9"-7407,6-26-123,-3 22 1200,-1 13 286,-6 20-1302,-17 19-582,-1-1-1,-52 70 1,47-73-498,-376 498 2233,388-513-2965,11-16-2,0 1 0,0-1 0,0 1 0,0-1 0,-1 0 0,1 0 0,-1 0 0,0-1 0,0 1 0,-1-1 0,1 0 0,-7 4 0,9-14-2483,3-4 1383,0 1 1,1 0-1,1-1 0,-1 1 1,2 0-1,-1 0 0,10-17 1,25-45-4695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35.0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370 1 4130,'0'0'13750,"-90"144"-11797,36-73-288,-3 0-192,5 0-609,8-10-528,9-9-176,14-8-160,8-4-944,9-7-1201,4-6-1185,2-14-2512,25-13-1890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35.2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832 1 9300,'0'0'2641,"-115"54"-528,30 17 1201,-16 21-273,-5 6-1104,5 7-608,5-5-433,13-14-656,16-9-192,21-16-48,18-11-224,24-16-1168,4-18-1266,40-16-1103,29-8-1954,25-42-2913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35.4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567 0 10277,'0'0'11701,"-144"88"-9364,59-6-928,-3 8-97,6 2-431,11-5-529,21-11-352,16-10-48,22-13-881,12-16-495,0-9-641,21-18-1617,23-10-768,12 0-1505,11-19-576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35.6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360 1 5859,'0'0'14822,"-161"138"-12613,99-82-512,5 1-640,15-5-369,13-6-496,21-2-192,8-9-672,0-9-1553,31-16-1185,15-10-2016,8 0-2546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35.8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310 0 8036,'0'0'12053,"-132"142"-9220,82-92-1312,4-6-720,11-2-801,12-8-80,14-5-1793,3-10-2962,-2-7-6002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52.1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31 1777,'0'0'6365,"30"0"-1992,243-1-2709,288 3-1103,-439 6 568,21 0 1461,302-8 281,-329-10-2674,-38 1-85,13 0-19,59-3 791,-8 4 3027,-113 8-3687,-1 6 462,-17 1-854,-10-7 97,-1 0-1,0 1 0,0-1 1,0 0-1,0 0 1,0 0-1,0 1 1,0-1-1,0 0 1,1 0-1,-1 1 1,0-1-1,0 0 1,0 0-1,0 1 0,0-1 1,0 0-1,0 0 1,0 1-1,-1-1 1,1 0-1,0 0 1,0 0-1,0 1 1,0-1-1,0 0 1,0 0-1,0 1 0,0-1 1,-1 0-1,1 0 1,0 0-1,0 0 1,0 1-1,0-1 1,-1 0-1,1 0 1,0 0-1,0 0 1,0 0-1,-1 1 0,-2 0-541,0 1 0,-1 0-1,1-1 1,0 0-1,-1 0 1,1 0-1,-1 0 1,1-1-1,-1 1 1,0-1-1,-6 0 1,-6 1-1907,-49 3-8453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54.4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67 255 352,'0'0'3738,"-8"6"-3341,-6 4-291,-31 18 4753,105-29 2268,-34-1-6670,0-1 0,0-1 1,30-8-1,39-12-167,143-16-1,102 14-307,-64 3-154,-41 2-19,1551-34 2493,-1559 55-2397,745-3 582,1-27 295,-633 8-744,353-11 7,236 56 859,-698-8-851,412 14 1714,-186-25 228,-176 11-1338,-2 0-537,162-7 1318,-428-7-1341,0 0 1,-1 1 0,23 6 0,-22-4 5,-1-1 1,1-1 0,23 2-1,-36-4 81,-2 0-144,-101 2-1537,-48 0-6066,69-6-443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55.2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795 60 1072,'0'0'1302,"23"-8"611,7-4-1083,-11 4 114,1 0 0,0 2 0,0 0 0,38-5 0,-57 10-862,-1 1 0,0 0 0,1 0 0,-1 0 0,1 0 0,-1 0 0,0 1 0,1-1 1,-1 0-1,1 0 0,-1 0 0,0 0 0,1 0 0,-1 0 0,1 1 0,-1-1 0,0 0 1,1 0-1,-1 1 0,0-1 0,0 0 0,1 0 0,-1 1 0,0-1 0,1 0 0,-1 1 1,0-1-1,0 1 0,0-1 0,1 0 0,-1 1 0,0 0 0,2 19 1149,-11 22 183,-4-13-728,-2-1 0,0 0 0,-2 0 0,-36 44 0,26-34-266,-102 131-24,-6-6 1,-312 289 0,432-439-771,-11 10-220,-24 26-1,45-43-126,0 0-1,0 0 0,0 1 1,1-1-1,0 1 0,0 0 1,1 0-1,0 1 1,0-1-1,-2 9 0,4-5-4630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55.4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816 0 8388,'0'0'1889,"-121"122"128,67-62 384,-1 1-16,-1 6-736,-7 0-753,-4 4-464,-4 0-336,2-2-96,2-4-448,5-7-721,5-10-1504,13-14-1329,15-20-1936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55.7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903 0 8900,'0'0'2705,"-150"142"-608,68-58 368,-1 6 337,1-3-977,3-5-689,1 0-560,5-7-240,2-4-207,6 0-129,9-8-497,10-11-879,19-12-1442,16-19-2160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55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736 0 11397,'0'0'14535,"-125"153"-13799,24-66-432,-10 5-128,-1 2-176,9-4-16,15-14-672,28-12-865,26-20-832,32-21-864,11-23-3074,53-2-1681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56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825 1 8708,'0'0'13238,"-153"123"-11333,53-54-801,-11 9-271,2 5-193,5 1-352,12-5-272,18-6-16,24-10-704,23-17-1057,23-17-1248,6-20-2034,44-9-3585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56.3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661 0 2993,'0'0'23323,"-16"145"-21594,-70-74-1041,-15 2-400,-3 0-224,6 2-64,14-4-80,15-2-736,19-10-689,12-13-672,24-15-1296,14-25-833,25-6-3218,35-31-1024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56.5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607 0 11589,'0'0'8212,"-36"157"-5715,-18-84-496,-13 7-896,-15-1-497,-6 3-480,7-9-112,8-2-32,14-8-416,19-13-769,20-12-1216,13-20-1217,41-18-10244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56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483 1 13190,'0'0'4034,"-31"106"-1329,-13-35 96,-6 0-624,-13-2-1232,-4-4-481,5-6-400,5-7-64,11-10-352,9-9-1169,18-14-1776,12-13-2034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57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370 1 11029,'0'0'7956,"-98"113"-6724,60-72 1009,-3-1-704,3 4-977,2-4-560,3-5-768,2-3-1377,4-7-544,8-13-2514,10-12-3457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57.2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335 1 10709,'0'0'6787,"-111"108"-4498,74-62 993,6-2-1041,5 0-1105,-3-2-512,6-2-448,0-5-160,4-1-16,-2-9-608,13-7-1009,2-9-1088,16-11-7748,26-30 801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57.4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362 1 14679,'0'0'1344,"-146"96"-367,79-46 1424,12-2 64,16-8-1264,14-3-1201,14-7-961,3-12-2384,-3-13-4195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4:59.3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1188 45 1153,'0'0'8417,"-19"-12"-4066,16 10-4044,1 0 1,0-1-1,-1 2 1,1-1-1,-1 0 1,1 0-1,-1 1 1,0-1-1,0 1 1,0 0-1,1 0 0,-1 0 1,0 0-1,-1 0 1,-2 0-1,-22-7 6825,28 10-7011,-1 29 697,2-1 1,1 1-1,1-1 0,8 33 0,-2-24-346,-2 0 0,-1 0-1,-1 52 1,-12 120 224,7-116-696,1-65 0,-1 1 0,-8 53 0,-7 33 0,9-67 0,-12 54 0,16-97 0,-1-1 0,1 0 0,-1 1 0,0-1 0,0 0 0,-1-1 0,1 1 0,-1-1 0,-7 7 0,4-2 0,6-9 0,1 0 0,-1 0 0,1 0 0,-1 0 0,1 0 0,-1-1 0,0 1 0,0 0 0,1 0 0,-1-1 0,0 1 0,0 0 0,0-1 0,0 1 0,0-1 0,0 1 0,0-1 0,0 1 0,0-1 0,0 0 0,0 0 0,0 1 0,0-1 0,0 0 0,-1 0 0,-17-2 0,-1 0 0,1-1 0,0-1 0,-22-8 0,-39-7 0,-5 11-75,-171 5-1,203 4-192,-9 2-617,-53-1-2143,100-3 1924,-1 0 1,1-2 0,0 1 0,0-2 0,-20-6-1,-27-17-6889,-11-1-5221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02.5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1102 30 1617,'0'0'6966,"13"0"-6273,20-1-682,192 4 6525,478-11-4604,-329-1-297,-366 8-1532,20 1 716,1-2-1,50-9 1,-76 17 1845,-4 26-2636,-4 0 122,-1 1 0,-15 48 1,-2 3-66,-38 333 1242,25-131-624,24-196 223,-3 148 0,-6-225-299,17-10-720,-1-1 0,0 1-1,-1-2 1,1 1 0,0 0 0,0-1 0,-1 0 0,1 0 0,-1-1 0,1 1 0,-1-1 0,1-1 0,-10 0 0,-6-3 120,0-1 1,-27-10-1,28 8-50,0 1 1,-27-4-1,-46 3 69,-129 6 0,95 3-37,-117-5 88,-184 3-146,397 1 2,-42 4 209,-132-11 1,160 2-167,1 3 1,-66 4-1,90 0 21,1 1 0,0 0 0,-22 9 1,25-7-3,-1-1 1,1-1 0,-1 0-1,0-1 1,-22 0 0,-9-3-95,0 2 0,-60 11-1,81-11 121,26-2 233,21 13 57,-15-5-274,-1 0-1,0 0 1,0 1-1,-1-1 1,0 1-1,2 11 1,8 22 286,-9-28-258,-1 1 0,-1-1 1,0 0-1,0 1 0,-2-1 0,0 1 0,-2 17 0,1 10 101,1 358 252,-6-220-393,5-157-4,-1 1-1,0-1 1,-2 0-1,-11 40 1,5-29-2,2 0 0,-6 43 0,12-53 38,2-19-45,0-1 1,-1 1-1,1 0 0,-1-1 0,0 1 0,-3 8 0,-1-1 5,1 1 1,1 0 0,0 0-1,1 0 1,0 0 0,1 15-1,-6 30 343,4-34-364,0 37 0,3-37-18,-6 41 1,2 0 1,4-53 0,-1 1 0,1 0 0,-2-1 0,-5 24 0,0 25 0,6-59-27,1-1-183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03.9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78 2961,'0'0'9762,"-23"0"-7817,18 1-2227,5-1 355,-1 0-1,1 0 1,0 0-1,-1 0 1,1 0-1,0 0 1,-1 0-1,1 0 1,0 0 0,-1 1-1,1-1 1,0 0-1,-1-1 1,1 1-1,0 0 1,-1 0 0,1 0-1,0 0 1,-1 0-1,1 0 1,0 0-1,-1 0 1,1-1-1,0 1 1,0 0 0,-1 0-1,1 0 1,0-1-1,0 1 1,-1 0-1,1 0 1,0-1 0,0 1-1,0 0 1,-1 0-1,1-1 1,0 1-1,0 0 1,0-1-1,0 1 1,0 0 0,-1-2 2588,67 6 1787,34-9-2664,41-15-826,-12 1-396,106 14 771,-153 6-302,-12-8-159,-25 1-605,67-8 1150,-122 14-2170,-44 0-464,36 0-4426,0 0-5998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05.1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 2353,'0'0'5971,"-13"11"11561,12-7-14991,1-1-2423,1 0 1,0 0-1,0 1 1,0-1-1,0 0 0,0 0 1,1 0-1,-1 0 0,1 0 1,0 0-1,0 0 1,0-1-1,0 1 0,0-1 1,1 1-1,-1-1 1,1 0-1,5 3 0,7 6 234,1-1-1,19 8 1,-24-12-89,65 28 470,-51-25-709,-1 2-1,25 15 0,-24-4-23,-22-20 0,-1 1 0,0-1 0,1 1 0,-1-1 0,1 0 0,0 0 0,0 0 0,0-1 0,0 1 0,0-1 0,0 1 0,0-1 0,0 0 0,5 1 0,-8-2 0,1 0 0,0 0 0,-1 0 0,1 0 0,0 0 0,0 0 0,-1 0 0,1 0 0,-1 0 0,1 1 0,0-1 0,-1 0 0,1 0 0,0 1 0,-1-1 0,1 0 0,-1 1 0,1-1 0,-1 1 0,1-1 0,-1 1 0,1-1 0,-1 1 0,1-1 0,-1 1 0,0-1 0,1 2 0,-31 0 0,23-2 0,0 1 0,-1 1 0,1 0 0,0 0 0,-1 0 0,1 1 0,1 0 0,-1 0 0,0 1 0,1-1 0,-1 2 0,1-1 0,-6 6 0,-13 12 0,-35 39 0,47-47 0,4-4 0,1-2 0,0 1 0,0 0 0,1 1 0,-11 18 0,17-26-132,1 1 1,-1-1-1,1 1 0,-1-1 1,1 1-1,0 0 0,0-1 0,0 1 1,0-1-1,2 5 0,-1 9-4370,-3-2-4460,-7-3-7723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08.9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6 288,'0'0'4989,"3"-2"-4639,7-1 510,-10 3-636,0 0 0,1 0 0,-1 0 0,0 0-1,1 0 1,-1 0 0,0 0 0,1 0-1,-1 0 1,0 0 0,1 0 0,-1 0-1,0 1 1,0-1 0,1 0 0,-1 0-1,0 0 1,0 0 0,1 1 0,-1-1-1,0 0 1,0 0 0,1 1 0,-1-1-1,0 0 1,0 0 0,0 1 0,0-1-1,1 1 1,1 13 6744,-2 0-5652,0-4-3479,0 66 3545,2-21-952,-2 1 0,-3-1 1,-12 64-1,10-90-278,2-1 0,0 50 0,4-50-21,-2 1-1,-8 44 1,4-45-95,-1 46 0,6-54-15,-2 0 0,0-1 0,-1 1 0,-1-1 0,-7 22-1,2-19-11,1 0-1,1 0 1,1 0-1,1 1 0,1 0 1,-1 39-1,4-40 2,0 1 1,-1-1-1,-2 0 0,0 0 0,-9 28 0,11-40-6,0-1 0,0 1 0,1 0 0,1 0 0,0 13 0,-3 33 47,0-36-51,1 0 1,1 0-1,3 36 0,0-25 185,-1 0 0,-5 39-1,0-38-93,7-32-42,0 0 1,0 0-1,0 0 0,0 0 1,0-1-1,0 0 0,5-1 1,27-20 247,-32 19-235,1 0 1,0 0-1,0 1 0,0-1 1,0 1-1,1 0 1,-1 0-1,1 0 1,-1 0-1,1 1 1,-1 0-1,1 0 0,5 0 1,127-4 1450,101-1-94,-108-4-955,-67 16 383,-32-2-43,19-1 32,81-6-1,-101-4-690,-24 3-112,-20 6-38,-14 7 651,3 0-2894,10-7-10389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10.5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252 8 288,'0'0'7614,"-30"-7"3365,29 7-10779,1 0 1,0 0-1,0 0 1,-1 0-1,1 0 1,0 0-1,0 0 1,-1 0-1,1 0 1,0 0 0,0 0-1,-1 0 1,1 0-1,0 0 1,0 0-1,0 0 1,-1 0-1,1 1 1,0-1-1,0 0 1,0 0-1,-1 0 1,1 0 0,0 0-1,0 0 1,0 1-1,-1-1 1,1 0-1,0 0 1,0 0-1,0 1 1,0-1-1,0 0 1,0 0 0,-1 0-1,1 1 1,0-1-1,0 0 1,6 10 2366,16 10-2484,-20-18 549,109 95 297,-73-74-762,-34-22-148,0 1 0,0 0 0,0 0 1,0 1-1,0-1 0,0 1 0,-1-1 0,1 1 1,-1 1-1,0-1 0,5 6 0,-6-5-19,0-1 0,1 0 0,-1 0 0,1 0 0,0-1-1,0 1 1,0 0 0,0-1 0,0 0 0,0 0 0,1 0 0,-1 0 0,1 0-1,-1-1 1,1 0 0,0 1 0,0-1 0,7 0 0,-11 7 8,0-7-40,1-1 28,0 0 6,0 0-1,0 0 1,1 1-1,-1-1 1,0 0-1,0 1 1,0-1 0,0 1-1,0-1 1,0 1-1,0-1 1,0 1 0,0 0-1,-1-1 1,1 1-1,1 1 1,-1-1-22,-1 0 1,1 0-1,0-1 0,0 1 1,0 0-1,0-1 0,0 1 1,0 0-1,0-1 0,1 1 1,-1-1-1,0 0 0,0 1 1,0-1-1,0 0 0,1 0 1,0 1-1,-1-1 137,3 0-139,-11 0 87,-1 1-55,0 0 1,1 1-1,-1 1 1,1-1-1,0 1 0,-1 0 1,2 1-1,-1 0 1,0 0-1,1 0 1,-1 1-1,-7 7 0,5-4-13,-1-1 0,0 0 0,-1 0 0,-18 8 0,-2-5 31,1 3-1,0 0 1,1 2 0,-41 27 0,25-13 148,32-21-98,0 0-1,1 0 0,-20 19 0,17-14 251,-30 21 1,34-25-906,15-8-2874,3-1 795,3 0-4445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18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32 170 416,'0'0'7793,"-24"0"-7372,17 1 2682,9 10 7416,-2-11-10359,6-2 3415,7 0-5788,18 1 2377,0-2 1,32-8 0,-10 2-75,409-44-7,-309 36-42,78-3-13,534-24 28,-576 29-113,220 11 0,-215 6 32,367 31 593,-216 4-98,-185-28-218,-89-7-227,73 13-1,115 8 13,-123-15 17,292-1 1232,-251-9-782,35 3-386,226-3-137,-259-13-74,0-1 111,631 13-58,-454 4 22,263 7-142,295-8 346,-720 5-148,-192-5 949,5 0-870,219 12-450,-173-8 298,304 1 389,-194-8-652,254-21-757,-110 3-112,303-7 1636,-506 21 214,-38 1-489,122 5 0,-89 3-123,49 3-371,250 42 0,-212-22-354,321 4 1,-239-21 565,-74-7 1360,-194-1-1266,0 0-1,0 0 0,1 0 1,-1 0-1,0 0 1,0 0-1,0 0 1,0 0-1,1 0 0,-1 0 1,0 0-1,0 0 1,0 0-1,0 0 1,1 0-1,-1 0 0,0 0 1,0 0-1,0 1 1,0-1-1,0 0 1,0 0-1,1 0 0,-1 0 1,0 0-1,0 0 1,0 1-1,0-1 1,0 0-1,0 0 0,0 0 1,0 0-1,0 0 1,0 1-1,0-1 1,0 0-1,0 0 0,0 0 1,0 0-1,0 1 1,0-1-1,0 0 1,0 0-1,0 0 1,0 0-1,0 1 0,0-1 1,0 0-1,0 0 1,0 0-1,0 0 1,0 0-1,0 1 0,0-1 1,-1 0-1,-4 2-611,0 0 1,-1 0-1,1 0 0,-1-1 0,1 0 1,-1 0-1,0 0 0,1-1 0,-1 0 0,0 0 1,-8-1-1,-5 0-3183,-41 1-11872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20.8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0 427 544,'0'0'4458,"13"-5"-3804,37-16 72,-28 8 765,-22 13-1456,0 0-1,0 0 0,1 0 1,-1 0-1,0 0 1,0 0-1,0 0 1,0 0-1,0 0 1,0 0-1,1 0 0,-1 0 1,0-1-1,0 1 1,0 0-1,0 0 1,0 0-1,0 0 1,0 0-1,0 0 0,0-1 1,0 1-1,0 0 1,0 0-1,0 0 1,0 0-1,0 0 1,0 0-1,0-1 0,0 1 1,0 0-1,0 0 1,0 0-1,0 0 1,0 0-1,0-1 1,0 1-1,0 0 0,0 0 1,0 0-1,0 0 1,0 0-1,0 0 1,0-1-1,0 1 1,0 0-1,0 0 0,-1 0 1,1 0-1,0 0 1,0 0-1,0 0 1,0 0-1,0-1 1,-27-1 3996,21 3 2323,9-3-6153,0 1 1,0 0-1,0 1 0,0-1 0,0 1 0,0-1 0,1 1 0,-1 0 1,0 0-1,0 0 0,4 1 0,0-1 138,107-4 1126,222-38 0,445-50-938,-599 76-438,845-65 50,-940 75-136,474-23-146,-75 5 0,-193 4 54,1118-42-585,-1201 63 578,285 38 0,-218 7-112,304 32-1486,585-70 2041,-616-13 1120,1249 12-29,-686-7-718,-775-13-332,-5 0 481,-180 12-27,267-39-1,-395 33-505,-24 7 598,20 0-683,66 5 26,0 4 0,148 34 1,-197-34-227,-18-5-51,6 1 0,0 1 0,49 18 0,-75-24-9,0 0-1,0 0 1,-1 0-1,1 0 1,0 0-1,0 0 1,0 0-1,0 0 1,0 0-1,0 0 1,0 0-1,0 0 1,0 1-1,0-1 1,-1 0 0,1 0-1,0 0 1,0 0-1,0 0 1,0 0-1,0 0 1,0 0-1,0 0 1,0 0-1,0 1 1,0-1-1,0 0 1,0 0-1,0 0 1,0 0-1,0 0 1,0 0 0,0 0-1,0 0 1,0 1-1,0-1 1,0 0-1,0 0 1,0 0-1,0 0 1,0 0-1,0 0 1,0 0-1,0 1 1,-18-1-630,16 0 567,-29 0-1784,0-2-1,1-1 0,-39-9 0,-64-25-8340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21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878 0 5795,'0'0'11189,"-11"21"-10103,-149 244 1707,-172 126-1524,206-254-961,71-76-192,-108 127 200,160-184-323,0-1-11,0 0-1,1 0 1,-1 1-1,1-1 0,0 1 1,0-1-1,0 1 1,0-1-1,1 1 0,0 0 1,-1 0-1,1 0 1,-1 7-1,3-11-35,-1 1-1,0-1 1,0 0-1,0 1 1,0-1-1,1 0 1,-1 1-1,0-1 1,0 0-1,0 0 1,1 1-1,-1-1 1,0 0-1,1 0 1,-1 1 0,0-1-1,0 0 1,1 0-1,-1 0 1,0 0-1,1 0 1,-1 1-1,0-1 1,1 0-1,-1 0 1,1 0-1,-1 0 1,0 0-1,1 0 1,-1 0 0,0 0-1,1 0 1,-1 0-1,0 0 1,1-1-1,14-1-1152,-14 2 992,4-1-367,-1-1 0,1 0 0,0 0-1,-1 0 1,1 0 0,-1-1 0,0 1 0,0-1 0,0 0-1,0-1 1,-1 1 0,1-1 0,3-4 0,17-28-5048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22.0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324 246 3330,'59'-41'554,"117"-74"1099,-149 99-721,1 2 1,1 0-1,0 2 1,44-12-1,-67 23-681,2-2 270,0 1-1,0 1 1,1 0-1,12-1 1,-19 2-410,0 0 0,-1 0-1,1 1 1,-1-1 0,1 0 0,-1 0-1,1 1 1,-1-1 0,0 1-1,1-1 1,-1 1 0,1 0 0,-1 0-1,0-1 1,0 1 0,1 0 0,-1 0-1,0 0 1,0 0 0,0 1 0,0-1-1,0 0 1,0 0 0,0 1 0,-1-1-1,1 0 1,0 1 0,-1-1 0,1 1-1,-1-1 1,1 2 0,1 12 311,0-1 0,-1 1 0,-1 0 0,0-1 0,-1 1 0,-1 0 0,0-1 0,-1 1 0,-6 19 0,-5 7 178,-2 0-1,-22 39 1,-40 67 394,-131 183 0,-131 114-1531,302-400-416,-23 31-368,26-17-8370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22.3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823 0 10405,'0'0'11397,"-166"172"-9364,93-80-1137,-10 10-335,-14 15-529,-7 5-32,-1-1-48,15-15-561,22-14-703,34-27-561,32-29-1665,10-30-2849,57-8-1376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22.5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939 0 8228,'0'0'14711,"-130"117"-12743,40-33-863,-12 16-401,-5 7-432,3 8-208,1 6-64,12-6-352,9 0-784,19-21-753,19-14-752,21-22-833,23-29-1632,13-22-1249,48-14 912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22.7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548 109 7155,'0'0'464,"168"-92"1185,-131 76 2481,-31 16-320,-10 39-1553,-50 30 384,-15 21-976,-23 17-801,-8 2-287,-3 8-273,3-2-304,10-5-48,19-5-513,21-17-1568,25-17-1264,25-29-2850,2-32-2577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22.9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1018 1 9188,'0'0'6915,"-146"73"-3937,52-10-625,-19 8-897,-8 4-751,-4 8-497,5-3-208,12 1-320,18-1-1617,25-5-1329,32-14-2144,30-22-1937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23.1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891 1 11029,'0'0'7828,"-138"136"-5763,59-69-801,-11 8-463,-10 4-417,-5 5-320,-1 0-128,9 1-593,20 3-943,21-9-785,24-3-2626,22-20-1360,10-16-432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23.4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1046 0 5346,'0'0'10245,"-90"109"-7492,9-42 81,-20 6-945,-1 11-977,-7 10-608,7 4-96,-1 6-208,7-5-496,15-7-1105,12-11-176,18-8-1296,12-6-1905,18-14-1777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23.6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753 0 9412,'0'0'13078,"-106"63"-11237,18-15-816,-8 10-593,2 9-208,8 9-224,11 1-112,12-2-512,9-4-737,12-8-832,13-7-208,14-10-1601,11-10-1328,4-17-801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23.8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860 1 9188,'0'0'5715,"-95"152"-3282,6-72 192,-14 10-784,3-5-817,8-1-687,10-5-337,9 3 0,10-11-721,9-4-703,10-13-881,11-12-1217,12-15-544,10-12-1761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24.1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584 0 16552,'0'0'2401,"-67"115"192,17-40 432,-11 13-1680,-4 4-913,-2-2-336,2-6-96,5-13-368,12-15 0,6-16-577,15-7-191,6-18-529,10-4-240,30-39-9092,27-16 5507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24.3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433 1 1024,'0'0'16136,"-44"148"-13399,2-72 785,-8-5-1329,-4 0-1329,-1 0-448,7-13-320,8-12-32,9-12-64,8-13-384,6-15-192,5-6-689,3-10-1216,1-26-1905,8-16-5266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24.5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1004 1 13990,'0'0'4498,"-161"90"-2000,81-21-113,-3 12-272,3 7-977,5-4-576,6-3-448,2-12-112,2-6-480,-2-11-704,-4-16-1073,0-5-1057,8-14-2192,11-17-1185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24.8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1224 0 14407,'-138'82'1824,"-17"14"-847,0 7 1776,-4-7-256,5 0-1344,20-17-849,19-5-304,31-14-256,19-16-1649,24-17-1200,18-18-3010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24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705 1 14823,'-106'39'2977,"-16"12"-2593,1-5 1505,6-3-16,15-5-1457,29-15-416,27-10-1697,19-13-4834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38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170 105 3073,'0'0'2183,"-17"-4"-2149,-50-16-47,64 19-47,0 0 0,0 0 0,0 0 0,0-1-1,1 1 1,-1-1 0,0 0 0,1 0 0,-1 0 0,1 0 0,0 0 0,-1 0-1,1-1 1,0 1 0,-2-3 0,3 3 93,0 0 0,0 1-1,0-1 1,0 1 0,0 0 0,-1-1 0,1 1-1,0 0 1,-1 0 0,1 0 0,-1 0-1,0 0 1,1 0 0,-1 0 0,-2 0 0,-2-1 256,-3-1 3882,6-5 5911,21 6-4811,23 3-5172,-17 0 174,1174-17 1197,-930 15-1438,-149 2 21,-62 1-40,86 17 0,13 0 108,491 11-129,14-21-19,-155-6 189,-313-4-44,59-7 459,-233 9-472,0 2 0,1 0 1,30 9-1,-3 0 453,-11-2 298,0 1 0,35 16 0,-52-19-754,-18-8-200,-1 0-1,0 0 1,0 0 0,1 0-1,-1 0 1,0 0 0,1 1-1,-1-1 1,0 0-1,0 0 1,1 0 0,-1 0-1,0 1 1,0-1-1,1 0 1,-1 0 0,0 0-1,0 1 1,0-1-1,1 0 1,-1 0 0,0 1-1,0-1 1,0 0-1,0 1 1,0-1 0,1 0-1,-1 1 1,0-1-1,0 0 1,0 0 0,0 1-1,0-1 1,0 0 0,0 1-1,0-1 1,0 0-1,0 1 1,0-1 0,0 0-1,-1 1 1,1-1-1,0 0 1,0 0 0,0 1-1,0-1 1,0 0-1,-1 0 1,1 1 0,0-1-1,0 0 1,0 0-1,-1 1 1,1-1 0,0 0-1,0 0 1,-1 0-1,1 0 1,0 1 0,-1-1-1,1 0 1,-1 0 0,-21 11-4501,-15-2-3668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39.6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153 30 1249,'0'0'6861,"-8"0"-892,-22 0-4468,1 0 3203,-7 3-3391,-13 0-1514,48-3 588,21 0 224,643 0 3863,-297 6-2371,-302-7 786,2 0-2972,-66 1-13,-10 0-1833,3 0 1417,-17-2-4092,23 2 4225,0 0 0,0-1 0,1 1 1,-1-1-1,0 1 0,1-1 0,-1 1 1,0-1-1,1 1 0,-1-1 0,1 0 1,-1 1-1,1-1 0,-1 0 0,1 1 1,-1-1-1,1 0 0,0 0 0,-1 0 0,1 1 1,0-1-1,0 0 0,-1 0 0,1 0 1,0 0-1,0 1 0,0-2 0,0-17-10353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45.1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2233 123 800,'0'0'2289,"6"-10"-1523,21-33 221,-26 40-739,1 0-1,-1 0 0,0 0 1,0-1-1,0 1 0,0 0 1,0 0-1,-1-1 1,1 1-1,-1 0 0,0-1 1,0 1-1,-1 0 1,0-7-1,-1-5 1074,3 25 6580,-1 13-3428,6 144-907,6 224-896,-8-97-727,0 5-345,-3-54-923,1-229-660,0 0-1,1 0 1,0 0 0,12 29-1,-10-31-15,0 1 0,-1 0 0,0 0 0,-1 0 0,1 26 0,-5-11 1,2-1 0,0 1 0,2-1 0,13 54 0,-8-53 0,-1 0 0,-2 1 0,1 44 0,-5 96 0,-2-84 0,0-64 0,-1-1 0,-1 0 0,-8 29 0,-16 38 0,1 10 0,17-40 0,3-18 0,-3 70 0,-6 132 0,19 25 0,-6-228 0,-8 46 0,7-67 0,-5 53 0,2 80 0,8-136 0,-2-15 0,-1-1 0,1 0 0,-1 1 0,1-1 0,0 0 0,-1 0 0,1 1 0,-1-1 0,1 0 0,-1 0 0,1 0 0,-1 1 0,1-1 0,-1 0 0,0 0 0,1 0 0,-1 0 0,1 0 0,-1 0 0,1 0 0,-1 0 0,1 0 0,-1-1 0,1 1 0,-1 0 0,1 0 0,-2-1 0,-14-3 0,1 1 0,1 0 0,-1 1 0,1 1 0,-1 0 0,0 1 0,-24 2 0,-8 0 0,-130 7 0,140-7 0,1 2 0,-61 14 0,32-5 0,17-7 0,0-2 0,-72-4 0,-6 1 0,22 13 0,74-8 0,1-2 0,-35 1 0,-168 3 0,-183-8 0,401 1 0,0 1 0,1 0 0,-1 0 0,-19 8 0,19-6 0,0 0 0,0-1 0,-1-1 0,-22 2 0,36-3 0,0 1 0,0 0 0,1-1 0,-1 1 0,1 0 0,-1 0 0,1 0 0,0-1 0,0 1 0,0 0 0,0 0 0,0 0 0,0-1 0,1 4 0,-1-3 0,0 46 0,0-46 0,3 0 0,-2 0 0,-1 1 0,0 220 0,-1-210 0,0-1 0,-1 1 0,-6 19 0,-3 26 0,9-51 0,1 1 0,-1-1 0,0 1 0,-1-1 0,-3 8 0,3-9 0,1 0 0,-1 0 0,1 1 0,1-1 0,-1 1 0,1 0 0,0 7 0,0-1 0,0 1 0,0-1 0,-1 1 0,-1-1 0,0 0 0,-1 0 0,-10 25 0,9-25 0,0 0 0,2 1 0,0-1 0,0 1 0,0 14 0,-7 31 0,3-22 0,7-31 0,-1 0 0,0-1 0,0 1 0,0 0 0,-1 0 0,0-1 0,0 1 0,0-1 0,-1 0 0,0 1 0,0-1 0,0 0 0,0-1 0,-1 1 0,-4 4 0,2-4 0,1 1 0,-1 0 0,1 1 0,0-1 0,1 1 0,0 0 0,0 0 0,-4 10 0,-18 65 0,12-34 0,18-52 0,0 0 0,1 1 0,0 0 0,0 0 0,0 1 0,8-4 0,154-15 0,83 14 0,-167 8 0,88 5 0,-138-4 0,40 6 0,-6 0 0,-66-8 0,0 0 0,1 0 0,-1 1 0,0-1 0,1 0 0,-1 0 0,0 1 0,0-1 0,0 1 0,1-1 0,-1 1 0,0-1 0,0 1 0,0 0 0,0-1 0,2 3 0,-3-3 0,1 1 0,-1-1 0,0 1 0,0-1 0,0 1 0,1-1 0,-1 1 0,0 0 0,0-1 0,0 1 0,0-1 0,0 1 0,0 0 0,0-1 0,0 1 0,0-1 0,-1 1 0,1-1 0,0 1 0,0-1 0,0 1 0,-1 0 0,1-1 0,-1 1 0,0 2 0,-1-1 0,0 0 0,0 0 0,1 0 0,-1 0 0,0 0 0,-1-1 0,1 1 0,0-1 0,0 1 0,-1-1 0,-3 2 0,-2-1-1066,-25 7 1016,22-7-6566,0-2-7675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46.3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200 41 816,'0'0'4224,"-7"-3"-3109,-24-7 2501,-60-12 0,34 17 6845,82 20-7377,49 18-947,-58-24-1888,0-1-1,0-1 1,1 0 0,0-1 0,0-1-1,1 0 1,0-2 0,34 3 0,104-6 292,-149 1-537,0 0 0,1 1-1,-1 0 1,0 0 0,0 0-1,0 1 1,7 3 0,33 11 76,-2-13-39,-38-4-39,1 0 0,0 1 0,0 0 0,0 0-1,-1 1 1,1 0 0,9 3 0,-59 0 750,15-4-752,0 2 0,0 0 0,0 2 0,0 1 0,1 1 0,0 2 0,-45 20 0,-8 14 0,56-28 0,-2-2 0,-37 16 0,59-28 0,-33 12 0,0 1 0,1 1 0,-48 30 0,96-46-2449,-12 1 2201,0 0-1,-1 0 0,1 0 1,0 1-1,0-1 0,0 0 1,0 0-1,0-1 0,0 1 1,0 0-1,0 0 0,0 0 1,0-1-1,0 1 0,0 0 1,0-1-1,-1 1 0,1-1 1,0 1-1,0-1 0,0 1 1,-1-1-1,1 1 0,0-2 1,9-14-5992,-2-2-3698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47.4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0 3522,'0'0'11762,"24"2"-7392,-3 9-2056,1-1-1,34 12 1,53 7 921,115 0-1356,-210-27-1728,81-1 300,-68-1-299,0 0 0,33 5 0,-56-4-152,0 0 0,0 1 0,0-1 0,0 1 0,0-1 0,5 5 0,21 7 0,70 4 0,-97-8 0,-3-3 0,-1-6 0,1 1 0,-1 0 0,1 0 0,-1 0 0,0-1 0,1 1 0,-1 0 0,0-1 0,1 1 0,-1-1 0,0 1 0,0-1 0,0 1 0,1-1 0,-1 0 0,0 1 0,0-1 0,0 0 0,0 1 0,0-1 0,-1 0 0,-28 6 0,21-4 0,-84 18 0,-133 34 0,175-39 0,1 2 0,-64 31 0,-12 28 0,-1 1 0,126-76-25,0 0 0,0 0 0,1 0 0,-1 0 0,0 0 0,1 0 0,-1 0 0,1 0 0,-1 1 0,1-1 0,-1 0 0,1 0 0,0 1 0,-1 0 0,0 4-1219,-8-1-3945,-4-3-4635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49.0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17 864,'0'0'1310,"0"4"-1054,0-4-241,0 1-1,0-1 1,0 1-1,0 0 0,0-1 1,0 1-1,1 0 1,-1-1-1,0 1 1,0-1-1,0 1 0,1-1 1,-1 1-1,0 0 1,1-1-1,-1 1 0,1-1 1,-1 0-1,0 1 1,1-1-1,-1 1 0,1-1 1,0 1-1,21 1 19236,-22-2-19205,1-6 1929,3-3-8212,0 1-3877,-1-4 2423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55.1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14 314 1345,'0'0'6128,"4"-4"-5133,12-10 285,-14 13-806,0 0 0,0 0 1,0 0-1,0 1 0,0-1 0,1 0 0,-1 1 1,0-1-1,0 1 0,5 0 2673,-10 1-3173,0-1 0,0 0 0,1 0-1,-1 1 1,0-2 0,0 1-1,0 0 1,0 0 0,0-1-1,0 0 1,0 0 0,1 0 0,-1 0-1,0 0 1,1 0 0,-1-1-1,1 1 1,-1-1 0,1 1-1,-5-5 1,11 4 3550,25 1-2549,-28 1-746,295 1 2393,589-12-311,-613-3-1857,887-39 3229,-901 51-3500,195-12 61,88 0-5,-396 14-270,242 14-54,3 0 98,-355-14 12,433-14 391,40 0-459,-184 11 22,-154-1 70,120-5 86,-195 2-109,121-10 56,-169 10-83,0-1 1,68-22-1,-99 24-10,-12 4 73,0 1 0,0 0-1,0-1 1,1 1 0,-1 1 0,0-1-1,7 0 1,329 1 88,-359 0-626,-41-2-4042,55 1 3628,0-1 0,0 1 0,-1-1 0,1 0 0,0 0 0,1 0 0,-1-1 0,0 1-1,-5-6 1,-31-26-10758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5:56.4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417 0 3666,'0'0'14126,"-16"8"-11543,-2 1-1675,-30 18 0,46-25-788,0-1-1,0 1 0,0 0 0,1 0 0,-1 0 0,0 0 0,1 0 0,0 1 0,-1-1 0,1 0 0,0 1 0,0-1 0,0 1 0,0-1 0,1 1 0,-1-1 0,1 1 1,-1 0-1,1-1 0,0 1 0,0 0 0,0-1 0,1 4 0,-1 6 366,-4 71 1673,-30 157-1,-42 77-815,-6 37 234,73-282-1576,3 1 0,6 124 0,2-80 0,-2 63 0,-25-205-176,-9-20-4546,6-2-5590,13 16-10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02.8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725 7 560,'0'0'10747,"3"-6"-887,-5 157-6435,-13 77-2475,-74 627 1454,60-631-2088,13-117-2,-2 113 1,17 62 140,-13 278 1077,-2-368-1026,-12 110 877,10-189-1383,7-54 0,3 1 0,-1 63 0,9-114 0,-4 148 0,1-128 0,-1 0 0,-1 0 0,-13 38 0,1-6 0,2 0 0,-14 122 0,17 129 0,-1-56 0,1-41 0,-16 338 0,25-496 0,-26 245 0,29-300 0,-6 206 0,7-135 0,-1-31 0,-1-9 0,1 0 0,2 0 0,12 64 0,-7-61 0,4 58 0,-8-63 0,0 1 0,2-1 0,10 30 0,-9-36 0,-1 1 0,-2-1 0,0 1 0,-1 42 0,-2-35 0,2 0 0,6 38 0,15 126 0,-2-9 0,-10-100 0,-4 1 0,-5 135 0,-3-113 0,-1-100 0,0 1 0,0 0 0,-1-1 0,0 1 0,-1-1 0,-1 0 0,-7 15 0,-12 33 0,-24 70 0,30-88 0,3 1 0,-13 53 0,11-25 0,9-40 0,1 0 0,2 1 0,-3 55 0,7-32 0,0-8 0,1 1 0,2-1 0,2 0 0,20 87 0,-18-115 0,0 1 0,12 21 0,-8-18 0,0 0 0,-2 1 0,-1 0 0,0 0 0,6 46 0,9 178 0,-18-181 0,-8 95 0,-6-109 0,7-41 0,1 0 0,0 1 0,-1 19 0,4 68 0,-3 103 0,0-193 0,0 0 0,-1-1 0,0 0 0,0 1 0,-1-1 0,0 0 0,-6 8 0,-5 10 0,-18 34 0,20-37 0,0 1 0,2 0 0,-13 35 0,-32 165 0,53-207 0,1 1 0,1-1 0,0 1 0,3 21 0,-1 2 0,13 29 0,-3 99 0,-1 221 0,-10-309 0,8 340 0,-4-198 0,5 61 0,-1-83 0,-8-125 0,14 99 0,-4-72 0,-5 183 0,-6-170 0,-1-80 0,-9 51 0,6-51 0,-2 53 0,4-47 0,-1 1 0,-14 59 0,-1 10 0,19-111 1,0 0-1,0-1 1,0 1-1,0 0 1,0-1-1,0 1 1,0 0-1,0-1 1,-1 1-1,1 0 1,0-1-1,0 1 1,-1 0-1,1-1 1,0 1-1,-1 0 1,1-1-1,-1 1 1,1-1 0,-1 1-1,1-1 1,-1 1-1,1-1 1,-1 0-1,1 1 1,-1-1-1,0 1 1,1-1-1,-1 0 1,0 0-1,1 1 1,-1-1-1,0 0 1,1 0-1,-1 0 1,0 0 0,0 0-1,1 0 1,-1 0-1,0 0 1,1 0-1,-1 0 1,0 0-1,1 0 1,-2-1-1,-2 0-44,1-1 1,-1 0-1,1 0 0,0 0 0,0 0 0,0 0 0,0 0 0,-5-6 0,-27-36-2901,-8-21-4736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04.0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416 193 912,'0'0'3735,"15"-24"-1683,50-74-208,-24 46 632,-40 50-2206,1 1 0,-1-1 0,1 1 0,0-1 0,0 1 0,-1 0 0,1-1 0,0 1 0,0 0 0,0 1 1,1-1-1,-1 0 0,0 0 0,0 1 0,0 0 0,4-1 0,-6 1-235,0 0 0,0 0 0,1 0 0,-1 0 0,0 1 0,0-1 1,0 0-1,1 0 0,-1 0 0,0 0 0,0 1 0,0-1 0,0 0 0,1 0 0,-1 1 1,0-1-1,0 0 0,0 0 0,0 0 0,0 1 0,0-1 0,0 0 0,0 0 0,0 1 0,0-1 1,0 0-1,0 0 0,0 1 0,0-1 0,0 0 0,0 0 0,0 1 0,0-1 0,0 0 1,0 0-1,0 1 0,0-1 0,0 0 0,-1 0 0,1 0 0,0 1 0,0-1 0,0 0 1,-4 20 679,-1 0 1,0-1 0,-2 0 0,0 0 0,-1 0-1,-18 29 1,0 4 292,-129 292 1866,-57 117-2400,162-376-626,35-63-561,1 1 0,2 1 0,-15 35 0,27-58 107,-2 9-42,7-6-6629,18-4 151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04.3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776 1 8900,'0'0'12374,"12"159"-10966,-79-59-399,-6 19-481,-12 7 32,-5 1-352,-6-1-208,4-11-64,8-19-704,13-15-913,12-10-544,18-18-1953,13-24-2129,26-21-1168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04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759 1 14823,'0'0'2561,"-111"62"-1489,19 16 593,-15 16 64,-1 12-528,7 7-641,9 0-416,23-4-144,19-17-1073,21-21-912,29-17-832,0-22-1873,48-24-1137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04.7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855 1 1281,'0'0'16375,"-179"188"-13942,59-84-1008,-11 9-97,-3 6-703,15-4-417,25-8-208,37-21-704,36-20-865,21-20-1473,23-23-1568,38-23-880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04.9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822 0 11029,'0'0'5891,"-121"123"-3762,20-31-48,-12 13 256,-4 10-753,7 0-943,13-2-481,18-11-160,27-16-448,23-17-1169,26-19-1360,8-16-801,43-26-1825,23-8-2544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05.1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707 0 12998,'0'0'6003,"-123"102"-4483,28-26-495,-11 9 1104,-5 7-496,13 9-849,20-1-720,24-8-64,25-17-1265,16-22-1584,13-22-657,5-23-1392,32-8-192,17-12-641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05.3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682 1 7780,'0'0'6915,"-159"127"-3922,52-33-912,-1 9 192,5 3-512,22-3-1073,20-7-480,23-15-208,20-20-288,11-15-832,7-19-593,17-14-144,29-13-864,17 0-1297,10-30-864,11-16-257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05.5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548 0 4834,'0'0'11798,"-157"88"-9269,71-23-400,1 8-529,7-4-351,18-6-705,14-7-400,21-14-144,14-13-128,11-10-816,0-13-369,21-6-1072,25 0-912,13-6-1778,12-23-1680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05.7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598 1 8356,'0'0'7715,"-142"77"-4881,58-29-337,3-4 432,4-4-992,14 1-1265,15-3-672,12 0-352,13-3-1377,6-3-1536,3-9-3474,1-13-5443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07.3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6739,'0'0'15207,"14"142"-14375,-14-102-223,0-1-225,0-1-192,0 2-64,0-5-112,0-1-16,0-7-656,-2-2-1153,2-10-1825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08.1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82 4818,'0'0'12985,"5"-5"-12217,2-2-651,0 1-1,1 0 1,0 0 0,0 1-1,0 0 1,1 0 0,0 1-1,-1 0 1,2 1-1,14-4 1,-4 1-3,1 2-1,0 0 1,0 2 0,24-1 0,-43 3-72,-1 1-1,-1-1 1,1 1 0,0-1 0,0 1 0,0-1 0,0 1 0,0 0-1,0-1 1,0 1 0,-1 0 0,1-1 0,0 1 0,-1 0 0,1 0-1,-1 0 1,1 0 0,0 0 0,-1 0 0,0 0 0,1 0 0,-1 0 0,0 0-1,1 0 1,-1 0 0,0 0 0,0 0 0,0 0 0,0 0 0,0 2-1,1 42 1066,-1-35-865,-1 0-91,0 0 0,0 0 0,-1 0 0,0 0 0,0 0-1,-1-1 1,-8 18 0,-3 1 244,-22 32 0,22-38 51,0 0 0,-14 35 0,27-55-425,0 0 0,0 0 0,1 0-1,-1 0 1,0 0 0,1 0 0,-1 0 0,1 0 0,0 0-1,0 1 1,0-1 0,0 0 0,0 0 0,0 0 0,1 0-1,-1 0 1,0 0 0,2 3 0,-1-4-10,0 1-1,1-1 1,-1 0 0,1 0 0,-1 0-1,0 0 1,1 0 0,-1 0 0,1-1-1,0 1 1,-1 0 0,1-1 0,0 1-1,-1-1 1,1 0 0,0 1 0,0-1-1,-1 0 1,1 0 0,0 0 0,2-1-1,9 1-88,1-2 0,-1 0 0,0 0 0,0-1 0,0-1 0,0 0 0,-1 0 0,1-2 0,-1 1-1,19-14 1,77-43-6485,-56 29-2166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08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37 368,'0'0'17979,"2"0"-15847,64-15 1009,-46 9-2840,0 1-1,0 2 1,39-3-1,-50 6-285,-7-1-12,1 1 0,-1 0 0,0 0 0,1 0 0,-1 0-1,1 1 1,-1-1 0,0 1 0,0-1 0,1 1 0,2 1-1,-4-1 0,0 0-1,0 1 1,0-1-1,-1 0 0,1 1 1,0-1-1,0 1 1,-1-1-1,1 1 0,-1 0 1,1-1-1,-1 1 1,0-1-1,0 1 0,1 0 1,-1-1-1,0 1 1,-1 0-1,1 2 0,0 0 14,-1 0-1,1 1 1,-1-1-1,0 0 1,0 0-1,0 1 0,-1-1 1,0 0-1,1 0 1,-1-1-1,-3 5 0,-32 39 342,31-41-294,0 0 0,0 0 0,1 1 0,0 0-1,0 0 1,1 0 0,0 1 0,0-1-1,1 1 1,-3 9 0,6-16-67,0 0-1,0 0 1,-1 0 0,2 0-1,-1 0 1,0 0 0,0 0-1,0 0 1,0 0 0,1 0-1,-1 0 1,0 1 0,1-1-1,-1 0 1,1-1 0,-1 1-1,1 0 1,0 0 0,-1 0-1,1 0 1,0 0 0,-1-1 0,1 1-1,0 0 1,0 0 0,0-1-1,0 1 1,0-1 0,0 1-1,0-1 1,1 1 0,42 11-208,-16-5 113,-22-4 34,0 0-1,-1 0 0,1 0 1,-1 0-1,1 1 1,-1 0-1,0 0 1,-1 1-1,1-1 1,-1 1-1,0 0 1,0 0-1,0 0 1,-1 1-1,1-1 1,-1 1-1,-1 0 1,1 0-1,-1 0 1,0 0-1,-1 0 1,1 1-1,-1-1 0,0 1 1,-1-1-1,1 0 1,-2 1-1,1-1 1,0 1-1,-3 8 1,1-10 161,0-1 0,0 1 1,-1-1-1,1 0 0,-1 0 1,0 0-1,0 0 0,0-1 0,-1 1 1,1-1-1,-1 0 0,0 0 1,0 0-1,0 0 0,-9 4 1,-4 1 686,-1 0 0,-29 9 0,13-12 322,33-5-1594,3-3-97,-1 1 0,0-1 0,1 0 1,0 1-1,-1-1 0,1 1 1,0 0-1,0 0 0,0-1 1,1 1-1,-1 1 0,0-1 1,1 0-1,-1 0 0,5-1 1,5-5-2772,22-18-7271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09.4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0 4434,'0'0'15570,"1"5"-13449,3 23 295,8 66 1500,-11-83-3726,-1-1 0,-1 1-1,0-1 1,0 1-1,-1-1 1,0 1-1,-5 10 1,0-5-49,-1 0 0,-10 16 1,11-23-125,1 0 1,1 1-1,0 0 1,0 1-1,1-1 1,0 1-1,0-1 1,-2 18-1,6-27-30,0 0 0,0 0 0,0 0 0,0 0 0,0-1 0,0 1 0,1 0 0,-1 0 1,0 0-1,0-1 0,1 1 0,-1 0 0,1 0 0,-1-1 0,0 1 0,1 0 0,-1-1 0,1 1 0,0 0 0,-1-1 0,1 1 0,-1-1 0,1 1 0,0-1 0,-1 1 0,1-1 0,0 0 0,0 1 0,-1-1 0,1 0 0,0 1 0,0-1 0,0 0 0,0 0 0,1 0 0,36 0-200,-23-1 189,37-1-519,1-2-1,101-21 1,-148 24 423,-1-1 0,0 1 0,0-1 0,-1 1 0,1-1 0,7-5 1,1-7-4793,-8-9-9842,-5 11 7406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09.6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13126,'0'0'12822,"-21"121"-11349,21-75-801,0-2-560,7-2-112,5-7 0,5-3-993,2-7-1440,0-4-1953,-5-7-4210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10.2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 0 10549,'0'0'13590,"-2"5"-11754,-6 7-1189,0 1 0,-1-2 1,-21 22-1,19-22-351,0 2-1,-18 26 1,26-34-293,0 1 1,0-1-1,1 1 1,0-1-1,0 1 1,0 0-1,1 0 1,0 0-1,0 0 1,0 0-1,1 0 1,0 7-1,1-12-42,-1 1-1,1 0 1,0-1 0,-1 1-1,1-1 1,0 1-1,0-1 1,0 1-1,0-1 1,0 0 0,1 1-1,-1-1 1,0 0-1,0 0 1,1 0 0,-1 0-1,1 0 1,-1 0-1,1 0 1,0-1-1,-1 1 1,1 0 0,0-1-1,1 1 1,52 12-767,-38-10 530,-10-1 191,6 0-121,0 0 0,0 2 0,0-1 0,0 2 0,-1 0-1,0 0 1,0 1 0,18 12 0,-28-16 219,0 0 1,-1 0-1,1 0 1,-1 0-1,1 0 0,-1 0 1,0 1-1,1-1 0,-1 0 1,-1 1-1,1-1 1,0 1-1,0-1 0,-1 1 1,0-1-1,1 1 1,-1-1-1,0 1 0,0 0 1,0-1-1,-1 1 0,1-1 1,0 1-1,-1-1 1,0 1-1,-1 2 0,0 2 201,-1 0 0,0-1 0,-1 1 0,0-1 0,0 0 0,0 0 0,-9 9 0,0 0 76,-1-1 1,-1-1-1,0 0 0,0-2 1,-24 14-1,39-24-441,-1 0 1,0-1-1,0 0 0,0 1 1,0-1-1,0 1 0,1-1 0,-1 0 1,0 0-1,0 1 0,0-1 1,0 0-1,0 0 0,0 0 1,0 0-1,0 0 0,0 0 0,0 0 1,0-1-1,0 1 0,0 0 1,0 0-1,0-1 0,0 1 0,0-1 1,1 1-1,-1-1 0,0 1 1,0-1-1,0 1 0,1-1 1,-1 0-1,0 1 0,1-1 0,-1 0 1,0 0-1,1 0 0,-1 0 1,-1-5-1101,0 1 0,0 0 1,0 0-1,1-1 1,-2-8-1,3 11 794,-7-45-7870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10.4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 10117,'0'0'8948,"124"-4"-5283,-76 4-1328,2 14-880,-2-1-977,-4-1-480,-2-1-736,-7-11-3106,-10 0-4882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11.4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257 1 7732,'0'0'13230,"-6"5"-11598,-14 15-718,1 0 0,1 2 0,1 0-1,0 1 1,-17 34 0,6-5-370,-34 92 0,54-119-550,0 1 0,2 0 0,1 0 0,1 0 0,1 0 0,1 1 0,3 45 0,-1-68-12,1-1-1,-1 1 1,1-1-1,-1 1 1,1-1 0,0 0-1,1 1 1,-1-1-1,0 0 1,1 0-1,0 0 1,0 0-1,0 0 1,0 0-1,0-1 1,0 1-1,1-1 1,-1 1-1,1-1 1,0 0-1,0 0 1,-1 0 0,1 0-1,1-1 1,3 2-1,2 0-6,-1-1 0,1 0 0,0 0 1,0-1-1,0 0 0,0-1 0,0 0 0,15-2 0,-21 2 31,1-1 1,-1 0-1,0 0 0,0 0 1,0 0-1,0 0 1,0-1-1,0 1 0,0-1 1,-1 0-1,1 0 0,-1 0 1,1 0-1,-1 0 0,0-1 1,1 1-1,-1-1 1,-1 1-1,1-1 0,0 0 1,0 0-1,-1 1 0,0-1 1,0 0-1,0-1 0,0 1 1,1-5-1,-1 4 6,0-1 0,0 0 0,-1 1 0,0-1 0,0 0 0,0 0 0,0 0 0,-1 1 0,0-1 0,0 0 0,0 1 0,0-1 0,-1 1 0,0-1 0,0 1 0,0 0 0,0-1 0,-4-3 0,-1 0 18,0 0 1,-1 1 0,-14-11 0,18 15-200,1 1 0,-1-1 0,0 1 0,0 0 0,0 0 0,0 1 0,0-1 0,0 1 0,0 0 0,0 0 0,-7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12.0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 1953,'0'0'20185,"18"-3"-19147,110-21 264,-82 19-882,79 3 1,-76 3-387,-48-1-37,1 0 1,0 1-1,-1-1 1,1 0-1,0 1 1,-1 0-1,1-1 1,-1 1-1,1 0 1,-1 0-1,0 0 1,1 0-1,-1 0 1,0 0-1,0 0 1,0 0-1,0 1 0,1-1 1,-2 0-1,1 1 1,0-1-1,0 1 1,0-1-1,-1 1 1,1-1-1,-1 1 1,1-1-1,-1 1 1,1 0-1,-1-1 1,0 1-1,0 0 1,0-1-1,0 3 1,0 10 22,0 1 0,0-1 1,-3 15-1,1-20 22,-24 133 361,16-96-256,2-1-1,-4 68 1,10 60-283,-3-153-2073,4-20 1943,1 0 0,0 1 0,0-1 0,-1 0 0,1 0 0,0 1 0,-1-1 0,1 0 0,-1 0 1,1 0-1,0 0 0,-1 1 0,1-1 0,0 0 0,-1 0 0,1 0 0,-1 0 0,1 0 0,0 0 1,-1 0-1,1 0 0,-1 0 0,1 0 0,-1 0 0,1 0 0,0-1 0,-1 1 0,1 0 0,0 0 1,-1 0-1,1 0 0,-1-1 0,1 1 0,0 0 0,-1 0 0,1-1 0,0 1 0,0 0 1,-1 0-1,1-1 0,0 1 0,0 0 0,-1-1 0,1 1 0,0-1 0,0 1 0,0 0 0,0-1 1,0 1-1,-1-1 0,-11-21-9467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12.2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11349,'0'0'9717,"109"-2"-7044,-73 2-1377,1 0-879,3 0-417,0 0-433,-3 0-2272,3-15-4018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13.3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1 6211,'0'0'14284,"-7"5"-13204,-31 27 474,-52 56 0,86-83-1516,0-1 1,1 1-1,0 0 0,0 0 0,0 0 0,1 1 0,-1-1 0,1 1 0,-2 7 0,4-10-38,-1 1-1,1-1 1,0 0-1,0 1 1,0-1-1,0 0 1,0 0-1,1 1 1,-1-1-1,1 0 1,0 0-1,0 0 1,1 0-1,-1 0 1,0 0-1,1 0 1,0 0-1,0 0 1,2 2-1,11 10-72,0-1-1,2-1 0,-1 0 1,2-1-1,0-1 1,19 9-1,6 5-219,-37-21 260,17 8-282,-1 2 0,0 1 0,-1 0 0,0 2 0,-2 0 0,20 22-1,-36-35 252,0 0 0,-1 1-1,1-1 1,-1 1 0,0 0-1,0 0 1,0 0-1,-1 0 1,1 0 0,-1 0-1,0 8 1,-1-10 59,0-1-1,0 1 1,0 0 0,0-1 0,0 1-1,-1-1 1,1 1 0,-1 0 0,0-1-1,0 1 1,0-1 0,0 0-1,0 1 1,0-1 0,-1 0 0,1 0-1,-1 0 1,1 0 0,-1 0-1,0 0 1,0 0 0,0 0 0,-3 2-1,-5 1 147,0-1 0,0 0 0,0 0 0,-1-1 0,1-1 0,-1 1 0,0-2 0,-16 2 0,-89-4 1684,110 0-1728,3 2-9,0-1-1,0 0 0,0-1 1,1 1-1,-1 0 1,0-1-1,0 0 1,0 1-1,1-1 0,-1 0 1,0-1-1,1 1 1,-1 0-1,1-1 0,0 1 1,-1-1-1,1 0 1,0 0-1,0 0 1,0 0-1,0 0 0,0 0 1,1-1-1,-1 1 1,0 0-1,1-1 1,0 0-1,0 1 0,0-1 1,0 0-1,0 1 1,0-1-1,1 0 1,-1 0-1,1 0 0,0 1 1,0-1-1,0-5 1,1 1-62,0 0 0,0 1 0,0-1 0,1 0 1,0 1-1,0-1 0,1 1 0,-1 0 0,1 0 1,1 0-1,-1 0 0,1 0 0,0 1 0,0 0 0,1 0 1,0 0-1,9-8 0,11-6-63,0 0 0,48-25-1,-13 9 55,-50 29 0,-1-1 0,1-1 0,-1 1 0,0-1 1,-1-1-1,0 1 0,0-1 0,8-14 0,-12 15 13,0 1-1,-1-1 0,0 0 1,0 0-1,-1 0 0,0 0 1,-1-1-1,1 1 1,-2 0-1,1-1 0,-1 1 1,-1-13-1,-1 11-26,-1 0 1,1-1-1,-2 1 0,0 1 1,0-1-1,0 1 0,-1-1 1,-1 1-1,1 1 0,-2-1 1,-12-14-1,9 14-423,9 13-1436,17 18-1329,-6-14 1564,1 0-1,-1 0 1,1-1 0,0-1-1,1 0 1,17 7 0,40 9-9782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13.8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202 48 4674,'0'0'12208,"12"-5"-9996,37-18-328,-37 14 2206,-16 5-2828,-12 2-745,-5-1-382,0 2-1,0 1 1,0 0-1,0 2 1,-36 6 0,52-7-146,0 0 1,1 0 0,-1 1 0,1 0-1,-1 0 1,1 0 0,0 0 0,0 0-1,0 1 1,0 0 0,0 0 0,0 0 0,1 0-1,0 0 1,-1 1 0,1 0 0,1-1-1,-1 1 1,0 1 0,1-1 0,0 0-1,0 0 1,0 1 0,1-1 0,-1 1 0,1-1-1,0 1 1,0 0 0,1 0 0,-1-1-1,1 6 1,0-5-34,0-1 1,0 1-1,0-1 0,1 0 0,-1 1 1,1-1-1,0 0 0,1 1 0,-1-1 1,1 0-1,3 8 0,-2-10 6,-1 1 0,0-1 1,1 0-1,0 1 0,-1-1 0,1-1 0,0 1 0,0 0 0,0-1 1,0 1-1,0-1 0,0 0 0,0 0 0,1 0 0,-1-1 0,6 1 1,18 3-97,1-3 0,42-1 0,-18-1 2054,-52 7-893,-2 10-839,0 0 1,-1 0-1,-9 27 1,-2 14 39,-11 102-2894,24-136-2044,1-18 1302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14.4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1 1921,'0'0'23240,"0"8"-21090,-4 26-811,-1 0-1,-2 0 1,-17 53-1,11-45-1495,-5 2-729,11-28-1584,0 1-3495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14.8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73 174 7491,'0'0'20765,"0"0"-20712,0 0 1,1 0-1,-1 0 0,0-1 1,0 1-1,0 0 1,0 0-1,0 0 1,0 0-1,0 0 1,1-1-1,-1 1 1,0 0-1,0 0 0,0 0 1,0 0-1,0 0 1,0-1-1,0 1 1,0 0-1,0 0 1,0 0-1,0 0 1,0-1-1,0 1 0,0 0 1,0 0-1,0 0 1,0 0-1,0-1 1,0 1-1,0 0 1,0 0-1,-1 0 1,1 0-1,0 0 0,0-1 1,0 1-1,0 0 1,0 0-1,0 0 1,0 0-1,-1 0 1,1 0-1,0 0 1,0-1-1,0 1 0,0 0 1,0 0-1,-1 0 1,1 0-1,0 0 1,0 0-1,-1 0 1,-3 2-1,0 1 0,0 0 0,0 0 1,0 0-1,0 1 0,1 0 0,-1-1 1,1 1-1,0 0 0,0 0 0,0 1 1,1-1-1,-1 0 0,1 1 1,0 0-1,1-1 0,-2 6 0,-1 5-48,0-1 0,2 1-1,0-1 1,-1 30-1,3-41-68,0 1 0,1-1-1,-1 0 1,1 1 0,0-1-1,-1 0 1,1 0 0,1 1-1,-1-1 1,0 0 0,1 0-1,0 0 1,0-1 0,0 1-1,0 0 1,0-1 0,0 1-1,1-1 1,-1 0-1,1 1 1,-1-1 0,1-1-1,0 1 1,0 0 0,0-1-1,0 1 1,0-1 0,0 0-1,1 0 1,-1 0 0,0 0-1,1-1 1,3 1 0,-1 0-17,0-1 1,-1 0 0,1 0 0,0 0 0,-1-1 0,1 1 0,-1-1-1,1-1 1,-1 1 0,1-1 0,-1 0 0,0 0 0,0 0-1,0-1 1,0 0 0,0 0 0,-1 0 0,1-1 0,-1 1-1,4-5 1,-3 1 82,0-1-1,0 1 1,-1 0 0,0-1-1,-1 0 1,0 0-1,0 0 1,0 0-1,-1-1 1,0 1 0,0-10-1,0-12 65,-2-55-1,-1 74-39,1-4 12,-2 0 0,0 0 0,-6-21 0,6 30-121,1 0 1,-1 1-1,-1-1 0,1 1 1,-1 0-1,0-1 0,0 1 1,0 0-1,-1 1 0,0-1 1,-7-6-1,3 9-7094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15.3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 0 10917,'0'0'17816,"-2"16"-16837,-8 34-377,-3 19 120,-7 99 1,18-125-811,0-10-1442,1-11-2775,15-31-7519,6-17 3046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15.5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0 7780,'0'0'22842,"-25"132"-22330,25-96-432,0 1-80,0-3-704,2-5-1361,0-8-1537,-2-13-5122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16.5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1 9444,'0'0'15936,"-16"23"-14616,-51 74-125,62-90-1102,1 1 0,0-1 0,1 1 0,-1 0 0,2 0 0,-1 0 0,1 0 0,0 1-1,1-1 1,0 1 0,0-1 0,1 11 0,-1 2-36,0-8-289,-2 49 684,2-21-4266,1-41 3598,0 0 0,0 1 0,0-1 0,1 1 1,-1-1-1,0 0 0,0 1 0,0-1 0,1 0 0,-1 1 0,0-1 0,0 0 0,1 1 0,-1-1 0,0 0 0,1 0 0,-1 1 0,0-1 0,1 0 0,-1 0 0,0 1 0,1-1 0,-1 0 0,1 0 0,-1 0 0,0 0 0,1 0 0,-1 0 0,1 0 0,-1 0 0,0 0 0,1 0 0,-1 0 0,1 0 0,-1 0 0,0 0 0,1 0 1,-1 0-1,1 0 0,-1-1 0,4 1-1785,17 0-7540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16.9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11573,'0'0'11141,"7"-3"-10639,1-1-330,1 1 1,0 0-1,-1 1 1,17-3-1,-22 5-136,-1-1 0,0 1 0,1 0 1,-1 0-1,0 0 0,1 0 0,-1 0 0,1 0 0,-1 1 0,0-1 0,1 1 0,-1-1 0,0 1 0,0 0 1,0 0-1,0 0 0,1 0 0,-1 1 0,0-1 0,-1 0 0,1 1 0,0 0 0,0-1 0,-1 1 1,1 0-1,-1 0 0,2 2 0,0 3 16,-1 0-1,0 0 1,0 1 0,-1-1 0,1 0 0,-2 1-1,1-1 1,-1 1 0,0-1 0,-1 1 0,0-1-1,0 1 1,0-1 0,-1 0 0,0 1 0,-1-1-1,0 0 1,0-1 0,0 1 0,-1 0 0,0-1-1,0 0 1,-6 8 0,-15 11 64,-9 11 406,34-35-523,-1 0 0,1 0 0,0 0 0,-1 0 1,1 0-1,0 0 0,-1 0 0,1 0 0,0 0 0,0 0 1,0 0-1,0 0 0,0 1 0,0-1 0,0 0 0,1 0 1,-1 0-1,0 0 0,1 0 0,-1 0 0,1 0 0,-1 0 1,1 0-1,-1 0 0,1 0 0,-1 0 0,1 0 0,0-1 1,0 1-1,-1 0 0,1 0 0,0-1 0,0 1 0,0 0 1,2 0-1,39 23 19,-33-20-12,12 6-78,35 13 0,-47-20-1435,0-1-1,0 0 1,19 1 0,-8-2-7214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17.4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0 9300,'0'0'16280,"-23"142"-15464,19-96-480,1-2-224,3-4-80,-2-9-32,2-6-32,0-6-288,0-6-752,0-5-1153,0-2-1233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6:18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34 992,'0'0'20442,"2"-2"-18775,-1 0-1242,1 0 0,0 0-1,0 0 1,0 0 0,1 0-1,-1 0 1,0 1 0,1-1-1,-1 1 1,1 0 0,3-2-1,37-6 614,-25 8-1187,1 1 1,32 4-1,-47-4 149,-1 1 1,1 0-1,-1-1 0,1 1 0,-1 0 0,0 1 1,1-1-1,-1 0 0,0 1 0,0 0 1,0 0-1,0 0 0,0 0 0,0 0 0,-1 1 1,1-1-1,-1 1 0,0 0 0,1 0 0,-1 0 1,0 0-1,-1 0 0,1 0 0,0 0 0,-1 0 1,0 1-1,0-1 0,0 1 0,0-1 1,-1 1-1,1-1 0,-1 1 0,0-1 0,0 1 1,0-1-1,0 1 0,-1 4 0,0-6 16,1 0 0,-1 0 0,1 0 0,-1 0 0,0 0 0,0 0 0,0-1 0,0 1 0,0 0 0,0-1 0,0 1 0,-1 0 0,1-1 0,0 1 0,-1-1 0,-2 2 0,-32 18 290,32-20-291,0 0 0,1 1-1,-1-1 1,1 1 0,-1 0 0,1 0 0,-1 1 0,1-1 0,0 1 0,0-1 0,0 1 0,1 0 0,-1 0 0,1 0 0,-1 1 0,1-1 0,0 1 0,-1 3 0,0 7-182,2 0-1,0 0 1,0 1 0,1-1 0,1 0-1,1 0 1,0 1 0,0-1 0,10 25-1,-7-19-64,-5-19 243,0-1 1,0 0-1,0 1 1,0-1-1,0 0 0,0 1 1,0-1-1,0 0 1,-1 1-1,1-1 0,0 0 1,0 1-1,0-1 1,0 0-1,0 0 1,-1 1-1,1-1 0,0 0 1,0 0-1,0 1 1,-1-1-1,1 0 0,0 0 1,-1 1-1,1-1 1,0 0-1,0 0 0,-1 0 1,1 0-1,0 0 1,-1 1-1,1-1 0,0 0 1,-1 0-1,1 0 1,0 0-1,-1 0 0,1 0 1,0 0-1,-1 0 1,1 0-1,0 0 0,-1 0 1,1 0-1,0 0 1,-1-1-1,1 1 1,0 0-1,0 0 0,-1 0 1,1-1-1,-3 1 98,-226 0 3879,231 17-6213,0-15 1799,1 0 1,-1 0-1,1 0 0,-1 0 0,1-1 0,0 1 0,0-1 1,4 2-1,14 2-4911,-3-4-3467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3:12.7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18 100 64,'0'0'4239,"0"-4"-3801,16-30 2246,-18 41 5259,1 2-3662,3 29-3499,-1-14 66,-1 158 1692,1-177-2470,0 1 1,0 0-1,0-1 1,0 1-1,1-1 1,0 0-1,0 1 1,0-1-1,1 0 1,0 0-1,0-1 1,0 1-1,1-1 1,-1 1-1,1-1 1,0 0-1,0 0 1,1-1-1,-1 1 1,1-1-1,0 0 1,0 0-1,0-1 1,0 1-1,0-1 0,0 0 1,1 0-1,-1-1 1,1 0-1,10 1 1,-11-2-44,-1 0-1,1-1 1,-1 1 0,0-1 0,0-1 0,1 1-1,-1 0 1,0-1 0,0 0 0,0 0-1,0 0 1,-1 0 0,1-1 0,-1 0 0,1 1-1,-1-1 1,0 0 0,0-1 0,0 1-1,0 0 1,-1-1 0,0 0 0,1 0 0,-1 1-1,0-1 1,1-6 0,0 1 19,0 1 0,0-1 0,-1 0 0,-1 0 0,1-1 0,-2 1 0,1-10 0,-6-68 241,4 75-320,-1 0 40,0 0 1,-1 1-1,-1 0 1,0 0-1,0 0 1,-1 0-1,0 1 1,-1-1-1,-1 1 1,1 1-1,-1-1 1,-1 1-1,0 0 1,0 1 0,-1 0-1,-12-9 1,17 15 1,1 0 1,-1 1 0,1-1-1,-1 1 1,0 0 0,0 0-1,1 1 1,-1-1 0,0 1-1,-6 0 1,-41 3 769,48-2-742,1-1 0,-1 1 0,1 0-1,0 1 1,0-1 0,-1 0-1,1 1 1,0-1 0,0 1 0,0 0-1,1 0 1,-1 0 0,0-1 0,1 2-1,-1-1 1,1 0 0,0 0 0,-1 0-1,1 1 1,0-1 0,0 0 0,1 1-1,-1-1 1,0 1 0,1 2-1,-3 9 246,1-1-1,0 0 1,1 21-1,1-33-507,9 1-4545,33-3-7015,-12-6-129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3:13.8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23 1409,'0'0'6896,"-32"-23"-253,32 23-6277,0 1-1,-1-1 1,1 0 0,0 0-1,-1 1 1,1-1-1,-1 0 1,1 0 0,0 1-1,0-1 1,-1 0-1,1 1 1,0-1 0,-1 0-1,1 1 1,0-1-1,0 1 1,0-1 0,-1 0-1,1 1 1,0-1-1,0 1 1,0-1 0,0 1-1,0-1 1,0 0-1,0 1 1,0-1 0,0 1-1,-2 27 2607,6 30-1924,9-8-184,22 54-1,8 25 241,-31-92-1104,-9-29 0,0 1 0,0 0 0,0 0 0,-2 0 0,3 19 0,-4-26 0,2-2 0,0-28-5987,-2 9-851,0-3-4844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3:15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35 960,'0'0'6059,"-3"-11"6814,17 6-12683,0 0 1,0 2-1,0-1 1,1 2-1,-1 0 1,1 0-1,-1 2 1,1 0-1,24 3 1,-37-3-179,0 0 0,0 1 0,0-1 0,0 1 0,0 0 0,0-1 0,0 1 0,0 0 1,0 0-1,-1 0 0,1 1 0,0-1 0,-1 0 0,1 0 0,-1 1 0,1-1 0,-1 1 1,0 0-1,0-1 0,0 1 0,0 0 0,0-1 0,0 1 0,0 0 0,0 0 0,-1 0 0,1 0 1,-1 0-1,1 0 0,-1 0 0,0 4 0,1-2 67,-1 1 1,0-1-1,-1 1 1,1-1-1,-1 0 1,1 1-1,-1-1 1,-1 0-1,1 0 1,-1 1-1,1-1 1,-1 0-1,0-1 1,-3 5-1,-13 12 497,0 0 1,-30 23-1,29-26 0,0 0 0,-32 39 1,49-52-460,-1 0 0,1-1 0,-1 1 0,1 0 0,1 1 0,-1-1 0,0 0 0,1 0 0,0 1 0,0-1 0,0 1 0,1-1 0,-1 1 0,1 6 0,1-11-97,-1 1 1,0-1-1,1 1 1,-1-1-1,1 1 0,-1-1 1,1 1-1,-1-1 0,1 1 1,-1-1-1,1 1 0,-1-1 1,1 0-1,0 1 0,-1-1 1,1 0-1,-1 0 0,1 1 1,0-1-1,-1 0 1,1 0-1,0 0 0,-1 0 1,1 0-1,1 0 0,23 2 264,-22-2-219,34 1 484,59-6 0,-81 3-523,0 0 0,0-2 0,-1 0 0,1 0 0,-1-1 0,26-13 0,-32 10-325,-4-2-3375,7-7-11391,0 7 3948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3:16.0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1 5218,'0'0'12593,"-14"1"-10672,-43 2-278,40 1 1788,20-4-2983,246-8 1249,-249 8-1700,1 0-1,-1 0 1,1 0 0,-1 0-1,1 0 1,-1 0 0,1 0-1,-1 0 1,1 0 0,-1 1-1,0-1 1,1 0-1,-1 0 1,1 0 0,-1 1-1,1-1 1,-1 0 0,0 0-1,1 1 1,-1-1 0,0 0-1,1 1 1,-1-1 0,0 0-1,1 1 1,-1-1 0,0 1-1,0-1 1,0 1 0,1-1-1,-1 0 1,0 1 0,-2 19-27,0-15 30,-1 0 1,1 1 0,-1-1-1,1 0 1,-6 6 0,-50 43 35,45-43 86,0 1 0,1-1 0,0 2 0,-18 25 0,29-37-106,-1 1 0,1 0 0,0 0 0,1-1 0,-1 1 0,0 0 0,0 0 0,1 0 0,-1 0 0,1 0 1,0 0-1,-1 2 0,1-3-12,0 0 0,1 0 0,-1-1 1,0 1-1,0 0 0,0-1 0,1 1 0,-1 0 1,0-1-1,1 1 0,-1-1 0,1 1 1,-1-1-1,0 1 0,1-1 0,-1 1 0,1-1 1,-1 1-1,1-1 0,0 1 0,-1-1 1,1 0-1,0 1 0,5 1 0,-1-1 0,0 0 0,1 0 0,-1-1 0,1 0-1,-1 1 1,6-2 0,1 1-4,176 0-1099,-185 0 1069,0 0 1,0 1-1,0-1 1,0 1-1,0-1 0,0 1 1,0 0-1,0 0 1,0 1-1,0-1 0,-1 0 1,1 1-1,0 0 1,-1-1-1,0 1 0,5 5 1,-6-6 29,0 1 1,0-1-1,0 1 1,0 0 0,0-1-1,-1 1 1,1 0-1,-1 0 1,1 0 0,-1-1-1,1 1 1,-1 0-1,0 0 1,0 0 0,0 0-1,0 0 1,0 0-1,-1-1 1,1 1-1,-1 0 1,1 0 0,-1 0-1,1-1 1,-1 1-1,0 0 1,0-1 0,0 1-1,0 0 1,-2 1-1,-3 4 117,0 0-1,0-1 0,0 0 0,-1 0 1,0 0-1,0-1 0,-15 8 0,-63 28 1285,67-32-1018,-103 39 1815,140-65-15700,7-5-411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3:17.0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69 3201,'0'0'10733,"9"-9"-9465,52-50 1730,-57 65 2118,-2 35-4018,-4-11-477,-1-1 0,-11 49 0,7-50-414,2 1 0,-2 50 0,7-78-205,0 0 1,0-1 0,0 1 0,1 0-1,-1 0 1,0-1 0,0 1 0,1 0-1,-1-1 1,0 1 0,1 0 0,-1-1-1,1 1 1,-1 0 0,1-1 0,-1 1-1,1-1 1,-1 1 0,1-1 0,0 1-1,-1-1 1,1 0 0,0 1 0,-1-1-1,1 0 1,0 1 0,-1-1 0,1 0-1,0 0 1,0 0 0,-1 1 0,2-1-1,31 1 75,-23-1-44,55-2 339,0-3 1,-1-3-1,0-2 0,93-28 1,-157 38-373,28-10 35,-23 5-879,-18 1-1300,12 4 2049,-18-2-3739,0-8-3317,8-3-509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3:17.2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0 5683,'0'0'12117,"-40"115"-8051,40-71-1329,0 0-1104,4-4-304,11 0-641,4 3-480,-2-7-64,-3-3-144,1-3-64,-3-7-976,1-2-1025,4-5-1681,4-5-2625,6-9-4754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3:18.0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191 9 304,'0'0'7964,"-10"-8"1968,7 8-9506,1 1-1,0-1 1,0 1-1,0 0 0,0 0 1,-1 0-1,1 0 1,0 0-1,1 0 1,-1 1-1,0-1 0,0 0 1,0 1-1,1 0 1,-3 2-1,-27 36 1896,14-18-1041,-61 63 910,76-84-2184,1 0 1,0 0-1,0 0 0,0 0 0,0 1 1,0-1-1,0 0 0,0 1 1,0-1-1,1 1 0,-1-1 0,0 1 1,1-1-1,0 1 0,-1 0 0,1-1 1,0 1-1,-1-1 0,1 1 0,0 0 1,0-1-1,1 1 0,-1 2 0,1-3-9,0 0-1,0 1 0,0-1 0,1 0 0,-1 0 0,0 0 0,1 0 0,-1 0 0,0 0 0,1-1 0,-1 1 0,1 0 0,-1-1 0,1 1 0,-1-1 0,1 0 0,0 1 0,-1-1 0,1 0 0,-1 0 0,1 0 0,2 0 0,42-1-218,-22 0-286,41 3 0,-60-1 417,0 0-1,1 0 1,-1 0 0,0 0 0,0 1-1,1 0 1,-1 0 0,-1 0-1,1 1 1,0 0 0,0 0 0,-1 0-1,5 4 1,-7-4 87,1 0-1,-1 0 1,0 1 0,0-1 0,0 0 0,-1 1-1,1 0 1,-1-1 0,0 1 0,0 0-1,0 0 1,0 0 0,-1 5 0,0 59 540,-1-37-63,0-26-413,0 1 1,0-1 0,-1 0-1,1 0 1,-1 0 0,0 0-1,0-1 1,0 1 0,-1 0-1,0-1 1,0 1 0,0-1-1,0 0 1,-1 0 0,0-1-1,0 1 1,0-1 0,0 1-1,0-1 1,-1-1-1,1 1 1,-9 3 0,2 0-11,-1-1 0,0 0 0,0-1 0,0 0 0,0-1 1,-1 0-1,1-1 0,-20 1 0,29-3-158,1 0 0,0 0 0,-1-1 0,1 1 0,0 0 0,0-1 0,-1 0 0,1 1 0,0-1 0,0 0 0,0 0 0,0 0 0,0-1 0,0 1 0,0 0 0,0-1 0,1 1 0,-1-1 0,-2-3 0,1 1-257,1 0 0,-1 0-1,1-1 1,0 1 0,0 0-1,1-1 1,-1 0 0,1 1-1,-1-7 1,0-6-1975,1 0 0,1 0 0,0 0 1,4-28-1,8-1-4020,9 2 600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3:18.2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93 4258,'0'0'19129,"132"-21"-17144,-105 14-913,3-3-720,-1-1-352,-2 1-48,-4 0-1520,4-1-2450,-6-1-3890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3:19.0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 57 448,'0'0'12702,"12"-6"-9666,2 0-1996,33-16 631,-16-1 6935,-36 26-7920,-6 5-607,1 0 1,0 1-1,0 0 1,1 1-1,0 0 1,-13 20-1,-42 76 303,59-96-365,-7 10 5,2 1 1,0 1-1,1 0 0,1 0 1,1 1-1,1 0 0,1 0 1,1 0-1,1 1 0,0 24 0,3-42-29,0 1-1,0-1 0,1 1 0,-1-1 0,2 0 1,2 12-1,-3-16 3,0 0 0,1 1 1,-1-1-1,1 0 0,-1 0 0,1 0 1,0 0-1,0 0 0,0-1 0,0 1 1,0-1-1,0 1 0,0-1 0,1 0 1,-1 1-1,0-1 0,1 0 1,-1-1-1,5 2 0,2 0-10,-1 0-1,1 0 0,-1-1 1,1 0-1,0 0 1,-1-1-1,1-1 1,0 1-1,13-4 0,-18 4 5,-1-1-1,1 0 0,-1-1 0,1 1 0,-1-1 0,0 1 0,1-1 0,-1 0 0,0 0 0,0 0 0,0-1 0,-1 1 1,1-1-1,-1 1 0,1-1 0,-1 0 0,0 0 0,0 0 0,0 0 0,0-1 0,-1 1 0,1 0 0,-1-1 0,2-6 1,-2 6 10,0 0 1,0 0-1,-1 0 1,1 1 0,-1-1-1,0 0 1,0 0 0,0 0-1,-1 0 1,0 0-1,1 1 1,-1-1 0,0 0-1,-1 0 1,1 1 0,-1-1-1,-2-3 1,2 4 1,-1-1 1,0 1-1,-1 0 0,1 0 1,0 0-1,-1 1 0,0-1 1,0 1-1,1 0 0,-1 0 1,-1 0-1,1 1 0,0-1 1,-8-1-1,-6 0 70,-1 0 0,0 1 0,1 1 1,-21 1-1,34 0-43,5 0-111,2 0-1187,30 2-5050,-10-2-1249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3:20.1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 3714,'0'0'11936,"3"1"-10784,20 2-237,1-2 1,-1 0-1,0-1 0,29-5 0,31 0-158,-82 5-722,0 1-1,0-1 0,0 0 0,0 1 1,0-1-1,0 1 0,0-1 0,0 1 0,0-1 1,0 1-1,-1 0 0,1 0 0,0-1 1,0 1-1,-1 0 0,1 0 0,0 0 0,-1 0 1,1-1-1,-1 1 0,1 0 0,-1 0 1,1 0-1,-1 0 0,0 1 0,1-1 0,-1 0 1,0 0-1,0 0 0,0 0 0,0 0 0,0 1 1,0 46 618,0-34-464,-3 30 371,-1 0 0,-3 0 0,-13 47 0,10-45 1,1 0-1,-5 76 1,14 18-158,0-139-491,19-35-3642,-16 24 1912,0 0 0,-1 1 0,0-1 0,0 0 0,-1 0 0,0-17 0,-1-10-6901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3:20.3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1 151 6643,'0'0'8260,"113"-5"-4739,-51-11-511,7 3-1377,2-4-1041,3-3-512,-3 1-80,0 2-1921,-4-4-2993,2-2-6676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3:21.3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134 68 2081,'0'0'10263,"8"-6"-8267,24-19-94,-31 25-1677,0 0 1,-1-1-1,1 1 0,-1-1 0,1 1 1,-1-1-1,1 1 0,-1-1 1,1 0-1,-1 1 0,1-1 0,-1 0 1,1 1-1,-1-1 0,0 0 0,0 1 1,1-1-1,-1 0 0,0-1 1,-8-4 1648,-20 5-1191,27 2-444,-12-2 82,-1 1-24,1 0-1,-1 1 0,1 0 1,-23 5-1,34-5-281,0-1 0,-1 1 0,1-1 0,0 1 0,0 0 0,0 0 0,0 0 0,0 0 0,0 0 0,1 1 0,-1-1 0,0 0 0,1 1 0,-1 0 0,1-1 0,-1 1 0,1 0 0,0-1 0,-1 1 0,1 0 0,0 0 0,0 0 0,1 0 0,-1 0 0,0 1 0,1-1 0,-1 0 0,1 0 0,-1 0 0,1 0 0,0 1 0,0-1 0,0 0 0,1 0 0,-1 1 0,1 1 1,0-1-14,0 1 0,0-1 0,0 1 0,1-1 0,-1 0 1,1 0-1,0 0 0,0 0 0,0 0 0,1 0 0,3 4 1,36 27-64,-23-19-9,51 38-447,-26-19-758,65 61-1,-108-94 1246,18 23-578,-19-24 601,1 0 1,-1 1-1,1-1 1,-1 0-1,0 1 1,1-1-1,-1 1 0,0-1 1,0 1-1,1-1 1,-1 0-1,0 1 1,0-1-1,0 1 0,0-1 1,1 1-1,-1-1 1,0 1-1,0-1 0,0 1 1,0-1-1,0 1 1,0-1-1,0 1 1,0-1-1,-1 1 0,1-1 1,0 1-1,0-1 1,0 1-1,0-1 1,-1 1-1,1-1 0,0 1 1,0-1-1,-1 0 1,1 1-1,0-1 0,-1 1 1,1-1-1,-1 0 1,1 1-1,0-1 1,-1 0-1,1 0 0,-1 1 1,1-1-1,-1 0 1,1 0-1,-1 0 0,1 0 1,-2 1-1,-17 2 222,0-1-1,0-1 0,-1 0 0,1-2 1,-31-4-1,42 4-103,1 0 1,0-1 0,-1 0-1,1 0 1,0-1 0,0 0-1,1 0 1,-1 0-1,1-1 1,-1 0 0,1 0-1,0-1 1,1 0 0,-1 0-1,1 0 1,0-1 0,-8-11-1,11 13-61,0 1 0,0-1 0,0 0 0,1 1 0,-1-1 1,1 0-1,0 0 0,0 0 0,1 0 0,-1 0 0,1 0 0,0 0 0,0 0 0,0-1 0,1 1 0,-1 0 0,1 0 0,0 0 0,2-4 1,-1 3-17,0-1 0,1 1 0,0 0 0,0 1 0,1-1 0,-1 1-1,1-1 1,0 1 0,0 0 0,0 0 0,1 1 0,7-6 0,84-42 243,-20 12 1,-74 38-252,-1 0-1,0 0 1,1 0-1,-1 1 0,0-1 1,0-1-1,1 1 1,-1 0-1,0 0 1,0 0-1,0-1 0,0 1 1,0 0-1,-1-1 1,1 1-1,0-1 1,-1 1-1,1-1 0,-1 1 1,1-1-1,-1 1 1,0-1-1,1 1 0,-1-1 1,0 0-1,0 1 1,0-1-1,0 0 1,-1 1-1,1-1 0,0 1 1,-1-1-1,1 1 1,-1-1-1,0 1 1,1-1-1,-1 1 0,0-1 1,0 1-1,0 0 1,0-1-1,0 1 0,0 0 1,0 0-1,0 0 1,0 0-1,-1 0 1,1 0-1,0 0 0,-1 0 1,1 0-1,-3 0 1,-7-4-4,0 1-1,0-1 1,-1 2 0,1 0 0,-1 0 0,0 1 0,0 1 0,0 0 0,-16 1-1,27 0-64,0 1-1,1-1 1,-1 0-1,0 1 1,1-1-1,-1 1 1,1-1-1,-1 1 1,1 0-1,-1-1 1,1 1-1,0 0 1,-1-1-1,1 1 0,0 0 1,-1-1-1,1 1 1,0 0-1,0-1 1,0 1-1,0 0 1,-1 0-1,1-1 1,0 1-1,0 0 1,0 0-1,1-1 1,-1 1-1,0 0 0,0-1 1,0 1-1,0 0 1,1 0-1,-1-1 1,0 1-1,1 0 1,-1-1-1,1 1 1,-1-1-1,1 2 1,2 0-556,0 1 1,-1-1-1,1 0 1,0 0-1,0-1 1,1 1-1,-1-1 1,0 1-1,0-1 1,1 0-1,-1 0 1,0 0-1,1-1 1,5 1-1,35 2-10982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3:22.9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463 0 288,'-3'1'18963,"-18"0"-18130,-58-1 1008,-98 1-1284,165 0-534,0 1-1,0 0 0,0 1 1,1 0-1,-1 1 1,1 0-1,0 1 0,0 0 1,-13 9-1,19-11 43,1 0-1,-1 1 0,1-1 1,0 1-1,0 0 0,0 1 1,0-1-1,1 1 0,-5 8 1,6-10 16,0 0 1,1 1-1,0-1 1,0 1-1,0-1 1,0 1 0,1 0-1,0-1 1,-1 1-1,1 0 1,0-1 0,1 1-1,-1 0 1,1-1-1,-1 1 1,3 4 0,-2-6-59,0 0 1,0 1-1,1-1 1,-1 0-1,1 0 1,0 0-1,-1 0 0,1-1 1,0 1-1,0 0 1,0-1-1,0 1 1,0-1-1,1 0 1,-1 0-1,0 0 1,1 0-1,3 1 1,3 1 24,1 0 1,-1-1-1,16 1 1,-16-1-36,0-1-1,0-1 1,0 1 0,0-1-1,0-1 1,0 0 0,0 0-1,0-1 1,-1 0 0,1 0-1,0-1 1,-1 0 0,0-1-1,0 0 1,0 0 0,0 0-1,-1-1 1,1-1 0,8-7-1,32-32 58,-47 45 3,-1 0 0,0 0 0,0 0-1,0 0 1,1 0 0,-1 1 0,0-1 0,0 0 0,0 0 0,1 0 0,-1 0 0,0 0 0,0 0 0,0 1 0,0-1-1,1 0 1,-1 0 0,0 0 0,0 0 0,0 1 0,0-1 0,0 0 0,0 0 0,0 0 0,0 0 0,1 1 0,-1-1-1,0 0 1,0 0 0,0 1 0,0-1 0,0 0 0,0 0 0,0 0 0,0 1 0,0-1 0,0 0 0,0 0 0,0 0-1,-1 1 1,1-1 0,0 0 0,0 0 0,0 0 0,0 1 0,0-1 0,0 15 168,7 349 3158,-8-358-3399,1-3 0,0 1 0,0 0 0,0 0 0,0 0 0,0-1 0,1 1 0,0 0 0,0-1 0,0 1 0,0 0 0,0-1 0,1 1 0,1 3 0,-2-33-6988,0 14 1970,-1-1-2724,0-3-3596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3:23.8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50 4594,'0'0'7841,"1"-8"-6667,6-23-192,-2 21 43,1 11 472,0 13 532,-8 54 1942,0-29-2752,2-1 0,5 39 0,-4-69-1186,1-1 0,1 1 0,0-1 0,0 0 0,0 0 0,6 10 0,7 15-982,-15-31 543,0 0 0,0 0 0,0-1 1,0 1-1,0 0 0,0-1 0,0 1 0,0 0 1,0-1-1,0 0 0,0 1 0,0-1 0,0 0 0,1 1 1,-1-1-1,0 0 0,0 0 0,0 0 0,0 0 1,1 0-1,-1 0 0,0 0 0,0-1 0,0 1 1,0 0-1,2-1 0,-2 1-312,20-6-6328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3:24.3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47 6563,'0'0'15666,"-1"8"-13988,-2 46-122,-1-18-870,2 1 1,4 54-1,-1-89-684,-1 0 1,1 0-1,-1 1 1,1-1-1,0 0 1,-1 0-1,1 0 1,0 0-1,0 0 1,1 0-1,-1 0 1,0 0-1,1-1 1,-1 1-1,1 0 1,-1-1-1,1 1 1,0-1-1,3 3 1,-1-2-1,0-1 1,0 1 0,1-1 0,-1 1 0,0-1 0,1 0-1,-1-1 1,0 1 0,9-1 0,-5 0-14,0 0 1,0-1-1,1 0 1,-1-1 0,0 0-1,0 0 1,0-1-1,-1 0 1,1 0-1,11-7 1,-11 4-38,0-1 0,0-1 0,-1 1 0,0-1 0,0 0 0,0-1 0,-2 1 0,1-1 0,-1-1 0,0 1 1,6-18-1,-9 22 44,-1 0 1,1 1-1,-1-1 1,0 0-1,0 0 1,-1 0-1,1 0 1,-1 0-1,0 0 1,0 0-1,-1 0 1,0 0-1,0 0 1,0 0-1,0 1 1,-1-1-1,0 0 1,0 1-1,0-1 0,0 1 1,-1-1-1,1 1 1,-1 0-1,0 0 1,-1 1-1,-5-7 1,2 5 25,0 0 0,-1 0 1,1 1-1,-1 0 0,0 0 0,0 1 0,-1 0 1,1 0-1,-15-2 0,0 1-51,-1 2-1,-32 0 0,56 2-18,0 0-1,-1 0 0,1 0 0,-1 0 1,1 0-1,0 0 0,-1 0 0,1 0 1,-1 0-1,1 0 0,0 0 0,-1 0 1,1 0-1,0 0 0,-1 1 0,1-1 1,0 0-1,-1 0 0,1 0 0,0 0 1,-1 1-1,1-1 0,0 0 0,-1 0 1,1 1-1,0-1 0,0 0 0,-1 1 1,1-1-1,0 0 0,0 1 0,0-1 1,-1 0-1,1 1 0,0-1 0,0 0 0,0 1 1,0-1-1,0 1 0,0-1 0,0 0 1,0 1-1,0-1 0,0 0 0,0 1 1,0 1-162,1-1-1,-1 0 1,1 0 0,0 0 0,-1 0 0,1 0-1,0 0 1,0 0 0,0 0 0,0 0 0,0 0-1,0 0 1,0 0 0,0 0 0,0-1 0,1 2-1,10 2-1581,0 1-1,0-1 0,0-1 0,0 0 0,25 2 0,36 2-7013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3:24.9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 3410,'0'0'10215,"10"-6"-8099,29-14 15,-27 18 3740,-7 9-3636,-6 14-1839,1-17 448,-2 60 1739,0-36-2291,2 0 0,0 0 0,7 35 0,3-20-1274,2-15-2684,-11-28 3313,-1 1-1,1 0 0,0-1 0,0 1 0,-1-1 0,1 0 0,0 1 0,0-1 1,0 1-1,-1-1 0,1 0 0,0 0 0,0 1 0,0-1 0,0 0 1,0 0-1,0 0 0,0 0 0,-1 0 0,1 0 0,0 0 0,0-1 1,0 1-1,1 0 0,23-10-6871,-3-10 657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3:25.1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6755,'0'0'20698,"0"85"-18649,0-53-705,0-5-479,0-2-385,6-4-432,3-2-48,-3-7-272,2-1-737,-1-3-976,-1-4-1152,0-2-1986,9-2-4097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3:25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31 1489,'0'0'14900,"1"-7"-12115,0 4-1742,1-14-666,-3 13 1816,-3 10 4025,-3 9-5897,0 1 0,1-1 0,1 1-1,0 0 1,1 1 0,1-1-1,0 1 1,1 20 0,1-23-285,2-1 1,0 1-1,1 0 1,3 16-1,-3-25-348,0 0-1,0 0 1,0 0-1,0 0 1,6 8-1,-6-10-427,1 0 1,-1 0-1,1 0 0,0 0 0,0 0 1,0 0-1,1-1 0,4 4 0,-2-4-4734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3:26.0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 11477,'0'0'10533,"17"-5"-9164,54-14-630,-68 19-699,0-1 0,0 1 0,0 0 1,1 0-1,-1 0 0,0 0 0,0 0 1,0 1-1,0 0 0,0-1 0,0 1 1,0 0-1,0 1 0,0-1 0,0 0 1,0 1-1,0 0 0,-1-1 0,1 1 1,-1 0-1,1 0 0,-1 1 0,4 4 1,6 4 79,-12-11-113,8 6 35,0 1-1,-1-1 0,12 16 1,-18-21-42,0-1 1,0 1-1,0 0 1,-1 0 0,1 0-1,0 0 1,-1 0 0,1 0-1,0 0 1,-1 0 0,1 0-1,-1 0 1,0 0 0,1 1-1,-1-1 1,0 0 0,0 0-1,0 0 1,0 0-1,0 1 1,0-1 0,0 0-1,0 0 1,0 0 0,0 0-1,-1 1 1,1-1 0,-1 0-1,1 0 1,-1 0 0,1 0-1,-1 0 1,1 0 0,-1 0-1,0 0 1,0 0 0,1 0-1,-1 0 1,0-1-1,0 1 1,0 0 0,0 0-1,0-1 1,0 1 0,-1 0-1,-17 7-21,13-5 138,-1 0 1,1 0-1,0 0 1,-11 9-1,16-11-53,-1 1-1,0 0 0,1-1 1,-1 1-1,1 0 0,0 0 0,-1 0 1,1 0-1,0 1 0,0-1 1,0 0-1,1 0 0,-1 1 1,0-1-1,1 0 0,0 1 1,-1-1-1,1 5 0,0-5-41,1 0-1,-1 0 1,1 1-1,-1-1 1,1 0-1,0 0 1,0 0-1,0 0 1,0 0 0,0 0-1,0 0 1,1 0-1,-1 0 1,1 0-1,-1-1 1,1 1-1,0-1 1,-1 1-1,1-1 1,0 1-1,0-1 1,0 0 0,0 0-1,0 0 1,0 0-1,0-1 1,1 1-1,-1 0 1,0-1-1,5 1 1,9 2-208,0-2 0,0 1 1,21-2-1,-25 0-187,8 0-1292,1-1 0,22-3 0,-34 2-204,1-1-1,-1 1 1,16-8 0,23-14-9569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3:26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 67 144,'0'0'5693,"-9"-5"-3713,-29-16 669,37 20-2271,0 0 0,0 0-1,0 0 1,0 0 0,1 0-1,-1-1 1,0 1 0,1 0 0,-1 0-1,1-1 1,-1 1 0,1-1 0,-1 1-1,1 0 1,0-1 0,0 1-1,0-1 1,0 1 0,0-2 0,-2-10 5621,1 13-5878,1 0 0,0 0-1,-1 0 1,1 0 0,0-1 0,-1 1 0,1 0 0,0 0-1,-1 0 1,1 0 0,-1 0 0,1 0 0,0 0 0,-1 0-1,1 0 1,0 0 0,-1 0 0,1 0 0,-1 1 0,1-1-1,0 0 1,-1 0 0,1 0 0,0 0 0,-1 1 0,1-1-1,0 0 1,0 0 0,-1 0 0,1 1 0,0-1 0,-1 1-1,-2 3 50,0 0 0,0 1 0,0-1 0,1 1 0,0 0-1,0 0 1,0 0 0,0 0 0,1 0 0,0 0-1,-1 7 1,0-2 186,-7 38 88,2 0 1,3 1 0,2 73 0,-1-108-505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3:27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96 2449,'0'0'11264,"2"-5"-9306,4-16 44,-3-12 5694,-3 33-7649,0-1 0,0 0-1,1 0 1,-1 1 0,0-1 0,1 0-1,-1 0 1,1 1 0,-1-1 0,0 0 0,1 1-1,0-1 1,-1 1 0,1-1 0,-1 0 0,1 1-1,0-1 1,-1 1 0,1 0 0,0-1 0,0 1-1,-1 0 1,1-1 0,1 1 0,22-7 110,-21 6-89,36-5 43,1 1-1,77 1 0,-112 4-95,0 1 0,-1-1 1,1 1-1,-1 0 0,1 1 0,-1-1 0,0 1 0,1-1 1,-1 1-1,0 0 0,0 1 0,0-1 0,-1 1 0,1 0 0,0 0 1,-1 0-1,0 0 0,0 1 0,4 4 0,-3-2-6,0-1-1,-1 1 0,1 0 0,-1 0 1,-1 1-1,1-1 0,-1 1 1,0-1-1,-1 1 0,1 0 0,-1 0 1,0 10-1,-1-15-5,-1 0 1,1 0-1,-1-1 1,0 1-1,0 0 1,1-1-1,-1 1 0,0 0 1,0-1-1,-1 1 1,1-1-1,0 0 1,0 1-1,-1-1 1,1 0-1,-1 0 0,1 1 1,-1-1-1,1 0 1,-1-1-1,0 1 1,1 0-1,-1 0 1,0-1-1,-2 1 1,-54 13 214,52-13-158,-39 6 373,27-6-33,0 2 0,-27 8 0,43-8-252,9 2-117,8 2-23,56 13-118,-54-16-30,0 0-1,0 1 1,0 1-1,-1 1 1,1 0-1,-1 1 1,-1 0-1,22 17 1,-34-22 125,1 1 1,-2-1 0,1 1-1,0 0 1,-1 0 0,0 0-1,0 0 1,0 1 0,0-1-1,0 0 1,-1 1 0,1 4 0,-2-6 45,1-1 0,-1 0 1,1 1-1,-1-1 1,0 0-1,0 1 1,0-1-1,0 0 1,0 0-1,-1 1 1,1-1-1,-1 0 0,1 1 1,-1-1-1,0 0 1,0 0-1,0 0 1,0 0-1,-1 0 1,1 0-1,0 0 1,-1 0-1,1 0 0,-4 2 1,-11 4 354,1 0 0,-2-2 0,1 0 1,-1-1-1,1 0 0,-1-1 0,0-1 0,-20 1 0,-6 2-14,46-3-3691,15 0-7963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3:43.660"/>
    </inkml:context>
    <inkml:brush xml:id="br0">
      <inkml:brushProperty name="width" value="0.1" units="cm"/>
      <inkml:brushProperty name="height" value="0.6" units="cm"/>
      <inkml:brushProperty name="color" value="#F6630D"/>
      <inkml:brushProperty name="inkEffects" value="pencil"/>
    </inkml:brush>
  </inkml:definitions>
  <inkml:trace contextRef="#ctx0" brushRef="#br0">364 1 112,'0'0'432,"0"0"-64,0 0 33,0 0 351,0 0-272,0 0 48,-7 7 113,-7 5-97,-5 5-32,-6 3-32,-3 3-79,-4 3 79,-2 1-160,-2 2 64,1 1-240,1-2 64,3 0-208,4-2 0,6-2-16,8-4 0,5-6-224,12-4-112,12-6-48,16-7 32,13-8 128,13-7-97,8-6-175,5-3-96,1-1-112,-5 3 191,-9 4-575,-10 5 464,-12 5 640,-11 4 96,-11 4 352,-7 2 0,-5 1 432,-3 2 97,-1 4-161,-5 6 49,-5 5-1,-9 5-432,-8 6 112,-8 4-127,-7 4 95,-5 3-176,-1 0-96,0 1-48,5-4-144,6-4-48,9-6 0,10-7-16,8-6-176,9-6 80,12-6 112,14-9 64,13-9-64,14-9 0,11-8 96,6-3-80,2-2-16,-2 2 0,-5 6 0,-9 6 0,-9 7 0,-12 7-96,-12 8 96,-11 11 208,-12 11 160,-15 12-47,-13 10 207,-12 10-224,-10 8 128,-9 4-272,-7 2-64,0 0 128,2-4 112,10-7-207,11-8-81,15-12-48,16-10-561,22-12 81,23-16 48,22-16-368,24-13-129,17-11 833,14-6 80,5 1 16,-3 6-608,-13 8-945,-16 12 1201,-23 11 352,-21 12 256,-19 14 560,-20 10 145,-19 9 63,-15 6 33,-11 4-225,-9 3-112,-4 2-479,-2 1 31,2 2-176,3 0-80,7-1 16,7-3-32,11-6-272,11-9-545,13-11-896,18-10 497,19-15-65,19-14 385,17-14 624,15-8 272,8-7 480,2 0 368,-6 4-720,-14 10-128,-17 9 49,-19 10 303,-16 11 1264,-18 12-239,-15 10-256,-14 9 31,-10 8-384,-5 4-271,-4 3-241,2 0-176,3 0-32,6-3 0,7-3-48,10-5-480,7-9-593,8-7-15,11-7 447,12-6 289,12-7-432,9-5-849,7-5-512,1-2-944,-7 2-609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3:46.647"/>
    </inkml:context>
    <inkml:brush xml:id="br0">
      <inkml:brushProperty name="width" value="0.1" units="cm"/>
      <inkml:brushProperty name="height" value="0.6" units="cm"/>
      <inkml:brushProperty name="color" value="#F6630D"/>
      <inkml:brushProperty name="inkEffects" value="pencil"/>
    </inkml:brush>
  </inkml:definitions>
  <inkml:trace contextRef="#ctx0" brushRef="#br0">214 1 560,'0'0'801,"0"0"47,0 0 353,0 0-97,0 0-111,0 0-129,-12 9-272,-6 6-64,-2 1 161,0 1-321,1-2 64,1 1 0,2-1 161,-1 0-145,1 1-48,1 1-160,1-1-96,2-2-16,4-2-128,2-3 0,3-3 0,5-2 16,8-3 0,8-1-16,11-5 0,9-5-96,8-4-112,4-4-16,2-1-384,-1-1 175,-5 2 257,-6 3 176,-8 3 48,-7 3 0,-6 3 385,-6 3-193,-5 1 224,-4 1-144,-2 1 144,-2 0 273,-3 2-113,-5 4 176,-6 6-207,-6 5-161,-6 5 48,-3 3-304,-1 1 48,1 0 144,3-1-272,6-3-96,5-5 16,6-5-64,6-3 32,8-5-32,8-3-16,8-4-80,8-5-208,5-4 64,4-2 0,2-2 128,-1 0 160,-3 1-160,-3 2 96,-6 4 64,-5 2 0,-5 3 16,-4 2-16,-5 1-16,-3 1 16,-2 2 80,-3 5 80,-4 5 208,-8 5-80,-7 7-128,-6 3-128,-4 3 48,-1 1-96,3-2 16,4-1-16,7-4 0,6-5-16,8-4-96,12-6 96,12-4-288,14-5-80,10-6-96,8-2 351,4-3 81,-2-1 64,-4 1 0,-8 2 0,-11 2 16,-10 3 241,-10 1 303,-8 4 48,-11 5-160,-9 6 65,-9 6 271,-6 3-80,-3 3-432,-1 2-192,4-1-64,5 1-16,6-1-704,7 1-1553,5 2-2929,3-1-3810,3-4 7795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3:48.714"/>
    </inkml:context>
    <inkml:brush xml:id="br0">
      <inkml:brushProperty name="width" value="0.1" units="cm"/>
      <inkml:brushProperty name="height" value="0.6" units="cm"/>
      <inkml:brushProperty name="color" value="#F6630D"/>
      <inkml:brushProperty name="inkEffects" value="pencil"/>
    </inkml:brush>
  </inkml:definitions>
  <inkml:trace contextRef="#ctx0" brushRef="#br0">165 28 112,'0'0'1009,"0"0"-17,0 0-96,0 0 97,0 0 31,0 0-255,0 0-225,9-4-64,3-2 112,2 0 129,-3 1-65,-2 2-32,-4 1-63,-1 0-113,-3 3 16,-2 3-48,-4 6 96,-6 5-159,-6 6-161,-6 7 48,-4 3-144,-2 2 48,0 2-112,2-2 80,5-3-64,5-5-48,5-4 0,5-6-48,4-5-32,7-4-16,7-3 64,9-4-128,8-4-224,7-6 111,8-4-191,6-4 224,4-2 176,2 0-80,-2 1 48,-6 3 96,-8 3 16,-11 5-16,-9 3 304,-8 3 48,-7 2 337,-5 5-113,-7 5 192,-6 5-47,-6 6 159,-5 3-240,-4 2-272,-1 2 1,-1-1-145,3-1-144,3-4-16,6-3-16,6-5-48,6-5-80,6-3-64,8-3 0,10-4-32,8-4-49,6-4-127,5-3 128,0 0-96,-2 1 288,-5 2 0,-5 3-128,-7 3 160,-6 2 96,-5 3 80,-3 3 224,-2 4-96,-1 4-15,-1 5 15,-2 3 64,-4 4 32,-4 0-16,-3 1-64,-4 0-112,0-2-144,0-2 0,4-3-64,3-3-16,4-2-112,4-2-480,1-2-432,4 0-945,2-2-1745,3 0-2081,0-1 593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4:42.761"/>
    </inkml:context>
    <inkml:brush xml:id="br0">
      <inkml:brushProperty name="width" value="0.1" units="cm"/>
      <inkml:brushProperty name="height" value="0.6" units="cm"/>
      <inkml:brushProperty name="color" value="#F6630D"/>
      <inkml:brushProperty name="inkEffects" value="pencil"/>
    </inkml:brush>
  </inkml:definitions>
  <inkml:trace contextRef="#ctx0" brushRef="#br0">68 1 2577,'0'0'3826,"0"0"-2049,0 0 336,0 0 304,0 0-816,0 0-481,0 0 225,-3 17 127,0 13 321,0 8-32,1 8-769,1 4-15,0 4-1,0 2-591,1-1 31,0-1-288,-1-3-48,-1-5-32,0-6-48,0-6 0,1-8-160,0-6-433,0-8-671,-2-5-1009,-1-4-769,-5-5-2448,-5-7-1377,0-1 752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4:43.026"/>
    </inkml:context>
    <inkml:brush xml:id="br0">
      <inkml:brushProperty name="width" value="0.1" units="cm"/>
      <inkml:brushProperty name="height" value="0.6" units="cm"/>
      <inkml:brushProperty name="color" value="#F6630D"/>
      <inkml:brushProperty name="inkEffects" value="pencil"/>
    </inkml:brush>
  </inkml:definitions>
  <inkml:trace contextRef="#ctx0" brushRef="#br0">1 271 4098,'0'0'4610,"0"0"-2401,0 0-288,0 0 752,0 0-608,22-11-560,20-8-97,15-4-159,12-3-417,9-2-255,7 0-449,3 0-80,0 1-48,-3 1-160,-7 5-705,-10 5-623,-13 5-385,-14 5-624,-14 5-1265,-11 7-1136,-11 7-1137,-5 0 4290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4:43.281"/>
    </inkml:context>
    <inkml:brush xml:id="br0">
      <inkml:brushProperty name="width" value="0.1" units="cm"/>
      <inkml:brushProperty name="height" value="0.6" units="cm"/>
      <inkml:brushProperty name="color" value="#F6630D"/>
      <inkml:brushProperty name="inkEffects" value="pencil"/>
    </inkml:brush>
  </inkml:definitions>
  <inkml:trace contextRef="#ctx0" brushRef="#br0">1 0 3249,'0'0'3778,"0"0"-2193,0 0 1344,0 0 593,0 0-1073,0 0-816,8 15 48,5 10 207,0 6-703,-2 3-769,-4-1-32,-2-2-256,-3-5-64,0-5-64,-2-7-464,-1-6-960,1-3-1234,-1-7-2016,1-7-3313,-1-2 303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4:43.486"/>
    </inkml:context>
    <inkml:brush xml:id="br0">
      <inkml:brushProperty name="width" value="0.1" units="cm"/>
      <inkml:brushProperty name="height" value="0.6" units="cm"/>
      <inkml:brushProperty name="color" value="#F6630D"/>
      <inkml:brushProperty name="inkEffects" value="pencil"/>
    </inkml:brush>
  </inkml:definitions>
  <inkml:trace contextRef="#ctx0" brushRef="#br0">1 0 9124,'0'0'5971,"0"0"-3170,0 0-80,0 0-287,0 0-1842,0 0-576,0 1-32,0 3-32,2 4-753,0 3-1231,0 4-1170,2 2-2080,-1 4-1073,0-2 432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4:44.121"/>
    </inkml:context>
    <inkml:brush xml:id="br0">
      <inkml:brushProperty name="width" value="0.1" units="cm"/>
      <inkml:brushProperty name="height" value="0.6" units="cm"/>
      <inkml:brushProperty name="color" value="#F6630D"/>
      <inkml:brushProperty name="inkEffects" value="pencil"/>
    </inkml:brush>
  </inkml:definitions>
  <inkml:trace contextRef="#ctx0" brushRef="#br0">1 80 5619,'0'0'5170,"0"0"-2417,0 0 545,0 0-721,0 0-1313,0 0 561,7 10-544,6 6-417,2 5-175,-1 1-241,-2-1-240,-2-2-112,-3-3 16,-3-5-80,-1-3-32,-2-3-144,-1-3-16,0-1-256,0-1-113,2-3-79,0-3 0,1-6 64,4-4 288,3-4 159,3-3 33,3-1 64,2 3 16,0 3 48,-1 5 401,-1 5 63,-2 4 144,-1 6-15,-4 5-193,0 5-80,-2 3-64,-1 0-48,-1-2-112,-1-1-80,-1-4-48,-1-3-32,1-2-32,1-1-48,2-3-192,4-6-64,5-6-128,5-6 272,4-5-208,0-1 159,-2 2 225,-3 4 16,-5 6 112,-5 5 545,-3 4 31,-3 2-128,-3 5 113,0 4 511,-1 3-367,0 3-273,1 0-224,-1 0-256,1-1-48,-1-2 16,1-1-32,0-3-528,1-2-721,-1-2-1088,3-1-880,3-1-1906,3-3-3601,5-4-656,0-1 9380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4:44.537"/>
    </inkml:context>
    <inkml:brush xml:id="br0">
      <inkml:brushProperty name="width" value="0.1" units="cm"/>
      <inkml:brushProperty name="height" value="0.6" units="cm"/>
      <inkml:brushProperty name="color" value="#F6630D"/>
      <inkml:brushProperty name="inkEffects" value="pencil"/>
    </inkml:brush>
  </inkml:definitions>
  <inkml:trace contextRef="#ctx0" brushRef="#br0">15 92 6995,'0'0'5411,"0"0"-2754,0 0 784,0 0-767,0 0-1378,0 0 113,2 6-209,3 3-479,5 2-289,3-1-240,2-1 0,2-2-128,3-2 48,1-3-96,1-2 16,2-5-48,-1-5 16,-1-3-240,-4-2 112,-5-4 128,-4 0 0,-4-1 16,-5 2-16,-5 3 32,-7 4 128,-6 6 368,-7 8 113,-6 11 143,-4 12 481,-1 9-273,3 5-208,6 2-111,8-2-241,7-4-432,12-7 0,10-8 0,10-7 0,8-7 0,6-6 0,5-10-112,3-7-1873,2-6-2113,-1-5-2577,-4-3-9204,-8 5 11861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4:45.708"/>
    </inkml:context>
    <inkml:brush xml:id="br0">
      <inkml:brushProperty name="width" value="0.1" units="cm"/>
      <inkml:brushProperty name="height" value="0.6" units="cm"/>
      <inkml:brushProperty name="color" value="#F6630D"/>
      <inkml:brushProperty name="inkEffects" value="pencil"/>
    </inkml:brush>
  </inkml:definitions>
  <inkml:trace contextRef="#ctx0" brushRef="#br0">1 595 1425,'0'0'8115,"0"0"-5249,0 0 943,0 0-63,0 0-1409,0 0-1328,11-11 319,17-10 97,22-11-417,22-7-415,23-7 63,22-5-16,23-2-160,17 0-159,12 1-193,3 4-64,-7 5-64,-15 6-64,-21 6-64,-24 7 128,-23 5 96,-22 5-48,-18 4-48,-16 4 0,-11 3-32,-10 2 32,-8 1 0,-12 1-288,-15 5-257,-17 7 65,-17 8 128,-19 9-256,-18 9-113,-17 11 497,-14 9 224,-9 9 48,-5 6 16,4 1 32,12-3 16,21-9 208,26-13 145,26-15-449,25-13-16,25-12 0,28-13 64,28-15 240,31-15-160,32-13-112,30-11 48,23-8 160,18-2 96,4 1-336,-6 7-160,-18 8-288,-28 10 208,-32 11 48,-34 11 112,-29 8-80,-30 11-48,-31 11 208,-29 13 32,-29 11 64,-26 12-64,-21 9 48,-16 7 112,-11 5 112,0 0 192,11-4-64,23-9 17,31-11-449,32-14-177,38-14-79,42-18 256,44-19 0,41-22-272,39-19-448,30-14 704,19-9-32,8-1 48,-6 5-320,-20 10-209,-32 13-191,-37 16 720,-38 15 144,-39 14 1073,-41 16-1073,-39 16-64,-36 18 240,-32 16 384,-25 13 113,-17 9-257,-5 5-256,5-2 48,15-5-96,24-10-224,27-12-32,30-15-16,30-14-592,34-15 176,35-18 400,38-19 32,37-16-144,32-13 16,24-8 64,12 0 48,-5 4-112,-17 11-289,-30 12 225,-35 12 192,-33 13 80,-37 12 641,-36 15-209,-32 12 16,-27 10-192,-20 7-224,-12 1-112,-4-2-320,3-4-1264,9-8-2050,16-8-4386,21-7-10004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4:48.222"/>
    </inkml:context>
    <inkml:brush xml:id="br0">
      <inkml:brushProperty name="width" value="0.1" units="cm"/>
      <inkml:brushProperty name="height" value="0.6" units="cm"/>
      <inkml:brushProperty name="color" value="#F6630D"/>
      <inkml:brushProperty name="inkEffects" value="pencil"/>
    </inkml:brush>
  </inkml:definitions>
  <inkml:trace contextRef="#ctx0" brushRef="#br0">1 134 3217,'0'0'1169,"0"0"-113,0 0 321,0 0 208,0 0-144,0 0-97,0 0-95,0-15 143,0-6-15,0-2-160,2 1-129,0 3 225,1 5-289,-1 4 209,0 4-33,-1 3-111,-1 2-161,1 2-63,-1 5-305,1 9-208,-1 9 416,2 9-47,0 5-417,2 3-48,1-1-224,-1-3 64,1-4-48,-2-7-32,0-6-32,0-6-176,-2-6-673,-1-4-623,1-3-497,-1-2-752,-2 0-657,-3 0-1552,-3-3-625,-5-4 209,0-1 3601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4:48.604"/>
    </inkml:context>
    <inkml:brush xml:id="br0">
      <inkml:brushProperty name="width" value="0.1" units="cm"/>
      <inkml:brushProperty name="height" value="0.6" units="cm"/>
      <inkml:brushProperty name="color" value="#F6630D"/>
      <inkml:brushProperty name="inkEffects" value="pencil"/>
    </inkml:brush>
  </inkml:definitions>
  <inkml:trace contextRef="#ctx0" brushRef="#br0">199 8 3426,'0'0'4097,"0"0"-1279,0 0-1,0 0-400,0 0-928,0 0-737,6-4 177,9 0 287,12 6 49,12 7-721,12 9-288,9 9 80,5 8-288,1 6 16,-5 3-64,-7 0-64,-11-1-112,-13-3 96,-12-2 80,-14-3 48,-17-4 112,-19-1 64,-17-3 112,-16-1 145,-13-3 351,-8-1 129,-2-3-17,3-4-96,9-3-544,12-3-159,17-3-145,15-3-64,14-2-449,14-2-687,15-4-401,18-5-1104,15-6-1425,14-4-4370,-3 0-224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4:49.095"/>
    </inkml:context>
    <inkml:brush xml:id="br0">
      <inkml:brushProperty name="width" value="0.1" units="cm"/>
      <inkml:brushProperty name="height" value="0.6" units="cm"/>
      <inkml:brushProperty name="color" value="#F6630D"/>
      <inkml:brushProperty name="inkEffects" value="pencil"/>
    </inkml:brush>
  </inkml:definitions>
  <inkml:trace contextRef="#ctx0" brushRef="#br0">153 0 2625,'0'0'7268,"0"0"-4627,0 0 192,0 0 1009,0 0-1137,0 0-1184,1 0-225,-2 2 49,-3 3-96,-5 4-305,-6 6-272,-4 3-176,-2 6-63,-1 3-177,2 2-208,3 0-16,4-1-32,5-4 0,4-4-16,3-5-96,6-4 64,4-4-160,7-4 112,2-2 80,4-2-112,0-4-145,0-4 225,-2-4-144,-3-5 64,-1-1 128,-4-1 32,-3 0-32,-3 4 144,-3 4 401,-1 4-97,-1 4-128,0 2 176,-2 2-224,2 1-240,0 5 64,3 4-64,3 5 160,5 4-192,3 2 48,3-1-112,2-1-240,2-4-624,0-4-801,0-4-960,1-4-1537,0-7-3041,-2-8-4627,-3-2 9397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4:49.301"/>
    </inkml:context>
    <inkml:brush xml:id="br0">
      <inkml:brushProperty name="width" value="0.1" units="cm"/>
      <inkml:brushProperty name="height" value="0.6" units="cm"/>
      <inkml:brushProperty name="color" value="#F6630D"/>
      <inkml:brushProperty name="inkEffects" value="pencil"/>
    </inkml:brush>
  </inkml:definitions>
  <inkml:trace contextRef="#ctx0" brushRef="#br0">0 1 12854,'0'0'3746,"0"0"-833,0 0 1345,0 0-1585,0 0-576,0 0-592,9 6-641,6 5-656,4 0-208,3 0 0,1-2-624,0-3-1025,-1-2-1280,1-2-1649,-1-5-2802,1-5-3393,-4-3 7588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4:49.507"/>
    </inkml:context>
    <inkml:brush xml:id="br0">
      <inkml:brushProperty name="width" value="0.1" units="cm"/>
      <inkml:brushProperty name="height" value="0.6" units="cm"/>
      <inkml:brushProperty name="color" value="#F6630D"/>
      <inkml:brushProperty name="inkEffects" value="pencil"/>
    </inkml:brush>
  </inkml:definitions>
  <inkml:trace contextRef="#ctx0" brushRef="#br0">475 1 10645,'0'0'3650,"0"0"175,0 0 561,0 0-944,-24 19-705,-14 15-896,-9 9-624,-2 5-529,0 2-464,3 0-208,4-2-16,5-3-96,3-2-368,4-5-785,5-5-304,5-5-944,5-8-608,5-7-2594,4-7-4577,3-3 2544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4:49.999"/>
    </inkml:context>
    <inkml:brush xml:id="br0">
      <inkml:brushProperty name="width" value="0.1" units="cm"/>
      <inkml:brushProperty name="height" value="0.6" units="cm"/>
      <inkml:brushProperty name="color" value="#F6630D"/>
      <inkml:brushProperty name="inkEffects" value="pencil"/>
    </inkml:brush>
  </inkml:definitions>
  <inkml:trace contextRef="#ctx0" brushRef="#br0">405 0 7459,'0'0'3554,"0"0"640,0 0-368,0 0-513,-24 2-816,-12 1-544,-5 3-560,4 2-689,8 0-384,8 0-288,8 1-32,10 1-16,12 1-16,11 1-272,10 2-240,6 1-272,3 0-17,-4 1 1,-5 0 320,-10 0 304,-8 1 208,-13 0 48,-12 1 224,-11-2 240,-8-1-224,-6-3-128,-3-2-160,-1-2-864,-2 1-1057,-4 0-1969,-2 3-3489,-3 2-4083,8 0 10550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4:50.906"/>
    </inkml:context>
    <inkml:brush xml:id="br0">
      <inkml:brushProperty name="width" value="0.1" units="cm"/>
      <inkml:brushProperty name="height" value="0.6" units="cm"/>
      <inkml:brushProperty name="color" value="#F6630D"/>
      <inkml:brushProperty name="inkEffects" value="pencil"/>
    </inkml:brush>
  </inkml:definitions>
  <inkml:trace contextRef="#ctx0" brushRef="#br0">2 487 4210,'0'0'2049,"0"0"464,0 0 336,0 0-416,0 0-512,0 0-768,-1 0-465,5-2-208,12-3 369,17-6-97,22-7-448,26-8-48,26-7-48,28-7-47,24-4-113,19-2-48,12 1-529,-1 1-799,-11 5 63,-19 5 1089,-28 6 176,-28 6 176,-30 5 304,-27 7 529,-21 3 624,-20 5-241,-21 1-1360,-20 5 96,-20 5-96,-18 7-16,-16 8-16,-16 8-16,-13 8-16,-11 7 32,-10 8 48,-6 4-48,-3 3 0,2-1 0,7-3 48,13-5 112,16-8-64,18-8-80,20-10 0,20-9 0,19-8-32,15-6-16,19-6 0,21-9 16,25-8 16,28-9 0,28-8 0,26-6 16,22-5 16,14-3-16,10-2 16,2 1-32,-3 2-368,-12 2 96,-19 4 112,-25 5 160,-29 8 128,-28 8 608,-24 7 161,-22 6 864,-25 6-929,-24 8-640,-27 9-80,-26 11 176,-23 9-256,-20 9 48,-13 7-64,-4 2 48,8-1 481,19-4-65,26-8-432,29-11-48,30-9-304,33-10 304,37-13 192,38-13-176,37-14 0,34-12-32,26-8-96,18-5 16,8-2-512,-8 1-97,-20 6-15,-30 8 240,-40 9 480,-38 10 0,-38 8-481,-36 8-2160,-30 6-2849,-21 5-6020,1 2 6212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4:50.697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3 0 704,'0'0'3602,"-3"28"-3570,13-22 0,8 3-32,3 0-192,-6-3-304,4 3 63,2-3-63,-9 3-240,4 4 112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5:08.253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7570 10666 1985,'13'0'7219,"3"0"-6974,14 0 2050,-64-7-550,-737-66 638,-3 39-2378,315 16 80,-854 0 2,1104 18-1121,194 0 844,2 1-114,0-1-1,0-1 0,0 0 1,-15-4-1,257-9-1692,-128 16 2012,517 32 266,-542-27-159,426 46 133,-8 42-2274,-473-90 1867,8 2 26,-1 1 1,1 1 0,33 16 0,-59-23 128,-1-1 0,1 1 1,-1 0-1,1-1 1,-1 1-1,0 0 0,0 1 1,3 2-1,-5-5 6,1 1-1,-1 0 1,1-1-1,-1 1 1,0-1-1,1 1 1,-1 0-1,0-1 1,0 1-1,0 0 1,0-1-1,1 1 1,-1 0-1,0-1 1,0 1-1,0 0 1,0 0-1,0-1 0,-1 1 1,1 0-1,0-1 1,0 1-1,0 0 1,-1-1-1,1 1 1,0-1-1,-1 1 1,1 0-1,0-1 1,-1 1-1,1-1 1,-1 1-1,1-1 1,-1 1-1,0 0 1,-3 2 98,0 0 0,-1-1 1,1 1-1,0-1 0,-1 0 1,0 0-1,1-1 0,-1 1 1,-6 0-1,-54 7 863,36-6-593,-713 32 2994,607-34-3063,-2122 7 1662,1457-9-584,798 1-1384,-375-9 276,289-1-275,59-2-54,29 12 39,-1-1 0,1 1 0,0 0 0,-1 0 0,1-1 0,0 1 0,0 0 0,-1 0 0,1-1 0,0 1 0,0 0 0,-1-1 0,1 1 0,0 0 0,0-1 0,0 1 0,-1-1 0,1 1 0,0 0 0,0-1 0,0 1 0,0-1 0,0 1 0,0 0-1,0-1 1,0 1 0,0-1 0,0 1 0,0 0 0,0-1 0,0 1 0,0-1 0,1 1 0,-1 0 0,0-1 0,0 1 0,0 0 0,1-1 0,-1 1 0,0 0 0,0-1 0,1 1 0,-1 0 0,0-1 0,1 1 0,-1 0 0,0 0 0,1-1 0,-1 1 0,0 0 0,1 0 0,-1 0-1,0 0 1,1-1 0,-1 1 0,1 0 0,-1 0 0,1 0 0,18-7-278,0 1 0,1 1 0,-1 1 0,1 1 0,23-1 0,-12 0 149,339-21-587,10 24 74,-186 2 198,920 40-1203,-158 79 1369,-16 72-607,-905-184 1049,-16-4 130,36 18 3818,-71-20-3043,-26 0-646,-366 0 290,-739-15 637,-237-70-47,1341 79-1325,-152-20-1007,239 23-979,1175-14 385,-835 34 1371,559 99 1,-287 11-1373,-7 20-4485,-349-79 6726,-309-70-229,-227-7 4019,-393-82-2099,453 59-1836,-730-124 1953,-788-125-512,847 156-920,813 118-971,15 3-73,1 0 0,-34-11 1,39 6-353,51-1-1686,727-38-572,-234 10 1875,1144 5-971,-1303 37 1550,-65 15 118,61 17 37,-340-34 163,14 3 1461,-154-7-28,-869-17 799,561-6-1829,-62-2 152,-946-28 649,251 12 1195,906 26-1465,132-1-553,137 16-478,0 0 1,0-1-1,0 1 0,0-1 0,1 1 1,-1-1-1,0 0 0,0 0 0,0 0 1,1 0-1,-1 0 0,0 0 0,-2-3 1,4 4-6,0 0 1,0-1-1,-1 1 0,1-1 1,0 1-1,0-1 1,0 0-1,0 1 1,0-1-1,0 1 1,0-1-1,0 1 0,0-1 1,0 1-1,0-1 1,0 1-1,1-1 1,-1 1-1,0-1 0,0 1 1,0-1-1,1 1 1,-1 0-1,0-1 1,1 1-1,-1-1 1,0 1-1,1 0 0,-1-1 1,0 1-1,1-1 1,6-4-80,-1 1 0,1-1 0,0 1 0,0 1 0,11-5 0,142-44-1340,95-12 422,83-2 781,729-60-319,14 89-2699,-826 36 2534,511 5 99,-592 4 807,274 48-1,-433-51 781,-41-4-290,-3372 8 1094,3317-8-1576,-89-3-40,158 1-274,0 0 0,0 0-1,0-1 1,1-1 0,-20-6 0,30 9 72,0-1 0,0 1 0,0 0 0,0-1 0,0 1 0,0-1-1,0 1 1,0-1 0,0 1 0,0-1 0,1 0 0,-1 0 0,0 1 0,0-1 0,1 0 0,-1 0 0,1 0 0,-1 0 0,0 0 0,1 0 0,0 0 0,-1 0 0,1 0-1,0 0 1,-1 0 0,1 0 0,0 0 0,0 0 0,0 0 0,0 0 0,0 0 0,0 0 0,0 0 0,0 0 0,0 0 0,1 0 0,-1 0 0,0 0 0,1 0 0,-1 0 0,1 0-1,-1 0 1,1 0 0,-1 0 0,1 0 0,0 0 0,-1 0 0,1 1 0,0-1 0,0 0 0,-1 1 0,2-2 0,19-10-182,0 1 0,0 0 1,1 2-1,1 0 1,31-7-1,-50 15 200,348-83-262,16 30 302,21 12-8,615-16 187,1 48 28,-529 17-175,-71 22-51,-83 3-40,50 13-78,-300-32 853,-91-11-346,-49 0 280,42-2-531,-615-15 749,-73-39-317,-93-7 81,-271 10-490,8 0 652,648 18-274,336 20-437,59 3-74,26 9-42,1 1 1,0 0 0,-1 0 0,1-1 0,0 1 0,-1 0 0,1 0 0,0-1 0,-1 1 0,1-1 0,0 1 0,0 0 0,-1-1 0,1 1 0,0 0-1,0-1 1,0 1 0,0-1 0,0 1 0,-1-1 0,1 1 0,0 0 0,0-1 0,0 1 0,0-1 0,0 1 0,0-1 0,0 1 0,0 0 0,1-1-1,-1 1 1,0-1 0,0 1 0,0-1 0,0 1 0,0 0 0,1-1 0,-1 1 0,0 0 0,0-1 0,1 1 0,-1-1 0,0 1 0,1 0-1,-1 0 1,0-1 0,1 1 0,-1 0 0,0 0 0,1-1 0,-1 1 0,1 0 0,-1 0 0,1 0 0,19-11-282,-1 2 1,2 1 0,-1 0-1,1 2 1,37-8-1,-42 11 226,451-81-635,16 32-343,-413 45 813,1916-100-1003,-1954 107 1228,1095 16 10,-768 4 23,177 7-27,-484-26 277,-99-1 1194,-1598-52 796,1512 46-1996,-1654-66 628,717 32-698,771 26-137,-47-19 11,338 32-76,0 0-1,0-1 1,0 0-1,0 0 1,-12-6-1,19 8-6,0-1-1,1 1 0,-1 0 0,1-1 1,-1 1-1,1-1 0,-1 1 0,1 0 0,0-1 1,-1 0-1,1 1 0,-1-1 0,1 1 1,0-1-1,-1 1 0,1-1 0,0 0 0,0 1 1,0-1-1,-1 0 0,1 1 0,0-1 1,0 1-1,0-1 0,0 0 0,0 1 0,0-1 1,0 0-1,0 1 0,1-1 0,-1 0 1,0 1-1,0-1 0,0 0 0,1 1 1,-1-1-1,0 1 0,1-1 0,-1 1 0,0-1 1,1 1-1,-1-1 0,1 1 0,-1-1 1,1 1-1,0-1 0,32-23-467,16 3-39,0 1-1,94-23 1,571-101-327,14 63 444,197 36 308,-3 46-417,-675 6 374,282 44 0,-573-50 525,-107-1 184,-813-13-71,431-9-183,-1453-77 200,1676 75-161,-103-16-3,388 37-356,8 2-10,0-1-1,-1-1 1,1 0 0,0-1-1,0-1 1,-27-11 0,43 16-2,1-1 1,-1 1 0,0-1 0,0 1 0,1-1 0,-1 1 0,0-1 0,1 1 0,-1-1 0,0 1 0,1-1 0,-1 0 0,1 1 0,-1-1 0,1 0 0,0 0-1,-1 1 1,1-1 0,0 0 0,-1 0 0,1 0 0,0 0 0,0 1 0,0-1 0,-1 0 0,1 0 0,0 0 0,0 0 0,1 0 0,-1 1 0,0-1 0,0-2-1,2 1-28,-1 0 0,0 0 0,0 0 0,1 0 0,-1 0-1,1 0 1,0 1 0,-1-1 0,1 0 0,0 1-1,0-1 1,3-1 0,28-12-326,0 1-1,0 1 1,1 2 0,50-9-1,-75 18 316,554-104-885,15 37 922,667-1-65,8 64-619,-782 7 384,-770 0 2010,-930-15-82,235-13-837,-123-6-741,1059 31-5,-158-14 188,213 15-217,0 1 0,0 0 0,1-1 0,-1 0 0,0 0-1,0 0 1,1 0 0,-1 0 0,-4-3 0,7 4-9,0-1 0,-1 1 1,1 0-1,0 0 0,0 0 0,0-1 0,0 1 1,0 0-1,-1 0 0,1-1 0,0 1 0,0 0 1,0 0-1,0-1 0,0 1 0,0 0 0,0 0 1,0-1-1,0 1 0,0 0 0,0-1 0,0 1 1,0 0-1,0 0 0,0-1 0,0 1 0,0 0 1,1 0-1,-1-1 0,0 1 0,0 0 0,0 0 1,0 0-1,0-1 0,1 1 0,-1 0 0,20-12-69,88-17-334,96-15 22,102-4 266,95-2 107,857-30 22,4 67-146,-926 19 36,53 34-56,-311-28 131,-58-5 8,-17-3 14,-12-1 24,-63 4 170,-104-6 1,82-2-165,-15 1-37,-618-15 665,-507-51-587,-321-24-258,1195 45 127,349 44 54,0-2 0,0 1 1,0-1-1,-16-8 0,26 11 0,1-1 1,-1 1-1,0 0 0,1-1 1,-1 1-1,1-1 0,-1 1 0,0-1 1,1 1-1,-1-1 0,1 0 1,-1 1-1,1-1 0,0 0 1,-1 1-1,1-1 0,0 0 0,-1 0 1,1 1-1,0-1 0,0 0 1,0 0-1,0 1 0,0-1 1,0 0-1,0 0 0,0 1 0,0-1 1,0 0-1,0 0 0,0 1 1,0-1-1,1 0 0,-1 0 0,0 1 1,0-1-1,1 0 0,-1 1 1,1-1-1,-1 0 0,1 1 1,-1-1-1,1 0 0,-1 1 0,1-1 1,0 0-1,4-3-72,-1 0 0,1 1 0,-1-1 0,1 1 0,0 0 0,7-3 0,22-8-490,56-15 0,115-22-263,75-4 489,76-1 290,221-8 71,607 11 0,-793 53-60,-62 1-13,-126 7 143,-1 9 1,242 52 0,-412-62 13,-14-2 38,0-2 0,35 3 1,-1552-30 968,11-29-1255,1103 39 220,161 6-91,-869-49 534,1039 53-498,36 4-14,-1-1 0,1 0 0,0-2 0,0 0 0,0-2-1,-26-8 1,43 13-8,1 0 0,0 0 0,-1-1 0,1 1 0,0 0 0,-1 0 0,1 0 0,-1 0 0,1 0 0,0 0 0,0-1 0,-1 1 0,1 0 0,0 0 0,-1-1 0,1 1 0,0 0 0,0 0 0,-1-1 0,1 1 0,0 0 0,0-1 0,0 1 0,-1 0 0,1-1 0,0 1 0,0 0 0,0-1 0,0 1 0,0 0 0,0-1 0,0 1 0,0 0 0,0-1 0,0 1 0,0 0 0,0-1 0,0 1 0,0-1 0,0 1 0,0 0 0,0-1 0,0 1-1,0 0 1,1-1 0,-1 1 0,0 0 0,0-1 0,0 1 0,1 0 0,-1 0 0,0-1 0,0 1 0,1 0 0,-1 0 0,0-1 0,1 1 0,-1 0 0,0 0 0,1 0 0,-1-1 0,0 1 0,1 0 0,-1 0 0,0 0 0,1 0 0,0 0 0,13-7-148,0 1 1,25-7-1,62-16-472,116-17-1,117 0 385,-278 39 218,347-37-13,73 7 19,1230-1-46,-1139 42-64,-59 18-18,-84 9-32,-102-3-334,40 8-11,-287-26 726,-240-10 942,-56 0-768,-84-1-268,-77-6-98,-631-52 653,548 28-215,-11 3 61,-1288-103 814,1536 102-1241,86 3-43,136 24-43,0 1 0,0-1 1,0 0-1,0-1 0,1 1 0,-1-1 0,0-1 0,-9-6 0,15 9-2,-1 1-1,1-1 1,-1 1 0,1-1-1,-1 1 1,1-1 0,-1 0-1,1 1 1,0-1 0,-1 1-1,1-1 1,0 0 0,-1 0-1,1 1 1,0-1 0,0 0-1,0 1 1,0-1 0,0 0-1,0 0 1,0 1 0,0-1-1,0 0 1,0 0 0,0 1-1,0-1 1,0 0 0,1 1-1,-1-1 1,0 0 0,0 1-1,1-1 1,-1 0 0,1 1-1,-1-1 1,1 0 0,-1 1-1,1-1 1,-1 1 0,1-1-1,-1 1 1,1-1 0,-1 1-1,1 0 1,0-1 0,-1 1-1,2-1 1,9-5-32,1 0 1,0 0-1,0 1 1,1 0-1,15-3 1,158-34-538,100-6 73,93 0 331,79 8 146,659-10-146,2 41-775,-573 14 426,-65 19 81,-86 6 71,-101-7 52,-9 1 121,-265-20 188,-47-4 60,18 0-24,-974-25 1435,-141-64-615,-153-10-128,1044 84-674,-1349-108-2,1324 91 32,97 3 8,150 27-88,0-1 0,0 0 0,0-1 0,0 0 0,-10-7 0,20 11-2,0 0-1,0-1 1,0 1-1,0-1 1,1 1-1,-1-1 1,0 0-1,0 1 1,1-1-1,-1 0 1,1 1-1,-1-1 1,0 0-1,1 0 1,-1 1-1,1-1 1,0 0-1,-1 0 1,1 0-1,0 0 1,-1 0-1,1 0 1,0 0-1,0 1 1,0-1-1,0 0 1,0 0-1,0 0 1,0 0-1,0 0 1,0 0-1,0 0 1,1 0 0,-1 0-1,0 0 1,1 0-1,-1 1 1,0-1-1,1 0 1,-1 0-1,2 0 1,1-3-15,0 0 1,1 1 0,0-1-1,0 1 1,0 0 0,0 0-1,8-3 1,17-8-124,0 2 0,37-11 0,153-33-242,99-2 246,93 1 119,1261-87-337,11 90-5,-1408 52 356,-221 2 0,188-6-13,-208 0 6,-34 6 7,0 0 0,0 0 0,0 0 0,0 0 1,0 0-1,1 0 0,-1 0 0,0 0 0,0 0 0,0 0 1,0 0-1,0 0 0,1 0 0,-1 0 0,0 0 0,0 0 1,0-1-1,0 1 0,0 0 0,0 0 0,0 0 0,1 0 1,-1 0-1,0 0 0,0 0 0,0-1 0,0 1 0,0 0 1,0 0-1,0 0 0,0 0 0,0 0 0,0-1 0,0 1 1,0 0-1,0 0 0,0 0 0,0 0 0,0 0 0,0-1 1,0 1-1,0 0 0,0 0 0,0 0 0,0 0 0,0 0 1,0 0-1,0-1 0,0 1 0,0 0 0,0 0 0,-19-7 52,-173-18 342,89 15-294,-168-18 44,-88 1-120,-73-5-35,-65-1 14,-1528-60 402,907 46-31,845 34-70,111 1-133,156 11-166,0 1 0,0-1-1,1 0 1,-1 0 0,0-1 0,1 1 0,-1-1-1,1 0 1,-7-4 0,12 5-5,-1 1 0,1 0 0,0 0 0,0-1 0,-1 1 1,1 0-1,0 0 0,-1-1 0,1 1 0,0 0 0,0-1 0,0 1 0,0-1 0,-1 1 0,1 0 0,0-1 0,0 1 1,0 0-1,0-1 0,0 1 0,0-1 0,0 1 0,0 0 0,0-1 0,0 1 0,0-1 0,0 1 0,0 0 0,0-1 1,0 1-1,1-1 0,0-1-1,0 1 0,0 0 0,1 0 0,-1-1 0,0 1 0,1 0 0,-1 0-1,0 0 1,1 1 0,0-1 0,-1 0 0,3 0 0,34-11-47,47-9 0,128-23-109,90-10 61,87-1 29,67 0 14,1496-75-651,2 78-895,-1872 51 1556,-11 0 19,89-10 1,-155 10 28,0 0 1,1 0 0,-1-1 0,0 0 0,7-3-1,-9 0 64,-14 0 105,-20-2 40,0 1 0,-1 2 0,1 1 0,-32 1 1,14 0-101,-190-7 246,-72-3-211,263 10-142,-2139-52 277,1909 54-230,-1105-23-55,1326 21 10,36 3-5,-1-2 1,1 0 0,-1-2 0,-33-8-1,54 11-3,-1 0-1,0 0 0,1 0 0,-1 0 0,1 0 0,-1 0 0,1 0 0,-1 0 0,1 0 0,-1 0 0,1-1 0,-1 1 0,1 0 0,-1 0 0,1-1 0,-1 1 0,1 0 1,-1-1-1,1 1 0,0 0 0,-1-1 0,1 1 0,-1-1 0,1 1 0,0-1 0,0 1 0,-1-1 0,1 1 0,0-1 0,0 1 0,-1-1 0,1 1 0,0-1 1,0 1-1,0-1 0,0 1 0,0-1 0,0 0 0,0 1 0,0-1 0,0 1 0,0-1 0,0 1 0,0-1 0,1 1 0,-1-1 0,0 1 0,0-1 0,1 0 0,1-2-11,1 1 0,0-1 0,0 1 0,0-1 0,0 1 0,0 0 0,0 1 0,5-3 0,27-11-243,47-12-1,127-25-340,106-9 323,92-1 202,1916-165-989,-2015 211 824,55 0 177,-294 9 66,-56 2 29,-15 0 19,-25-4 147,-197-13 686,180 20-796,-190-11 176,-71 1-165,-73-1-42,-828-15 262,-474-19 152,1353 26-175,286 18-258,-25-1 52,0-3 0,-110-27 1,172 33-95,0 0 1,0 0 0,0-1 0,0 0 0,0 1 0,0-1-1,1 0 1,-1-1 0,1 1 0,-5-5 0,8 7-2,-1-1 0,1 1-1,0-1 1,-1 1 0,1-1 0,0 1 0,0-1 0,0 1 0,-1-1-1,1 0 1,0 1 0,0-1 0,0 1 0,0-1 0,0 0 0,0 1-1,0-1 1,0 1 0,0-1 0,0 0 0,0 1 0,1-1-1,-1 1 1,0-1 0,0 1 0,1-1 0,-1 0 0,2-1-2,-1 0 1,1 0-1,0 0 1,0 0-1,0 1 1,0-1-1,0 0 1,1 1 0,-1 0-1,3-2 1,27-10-50,60-18 0,127-27-96,99-7 30,90-6 72,1097-82-68,13 96-567,-1353 53 584,245-11 94,-316 6 34,-90 9-32,-1-1 1,1 1 0,-1-1 0,1 0 0,-1 0-1,1-1 1,-1 1 0,0-1 0,4-2 0,-7 4-1,0 0 1,1 0-1,-1-1 1,0 1-1,0 0 1,1 0-1,-1 0 1,0-1-1,0 1 1,0 0-1,1 0 1,-1-1-1,0 1 1,0 0 0,0-1-1,0 1 1,0 0-1,0 0 1,1-1-1,-1 1 1,0 0-1,0-1 1,0 1-1,0 0 1,0-1-1,0 1 1,0 0-1,0-1 1,-1 1-1,1 0 1,0-1-1,0 1 1,0 0-1,0 0 1,0-1 0,0 1-1,-1 0 1,1-1-1,0 1 1,0 0-1,0 0 1,-1 0-1,1-1 1,0 1-1,0 0 1,-1 0-1,1 0 1,0-1-1,0 1 1,-1 0-1,1 0 1,0 0-1,-1 0 1,1 0-1,-1-1 1,-13-5 26,0 0 1,0 1-1,-1 0 1,0 1-1,0 1 0,-18-2 1,8 1-9,-130-18 103,-165-2 1,227 19-112,-892-26 63,-6 27-56,704 4-22,-84 2-28,60 7 27,180-4 10,-163 1-34,573-34-604,11-12 388,92-6 186,1598-124-5,-1417 128-91,-202 5 131,-335 34 25,26-6 3,-49 8-3,0 0 0,-1 0 1,1 0-1,0 0 0,0 0 1,-1-1-1,1 1 0,0-1 1,-1 0-1,0 0 0,1 0 0,2-3 1,-4 4-1,-1 0 1,1 1-1,-1-1 0,0 0 1,1 1-1,-1-1 1,0 0-1,1 1 0,-1-1 1,0 0-1,0 0 1,0 0-1,0 1 1,0-1-1,0 0 0,0 0 1,0 1-1,0-1 1,0 0-1,0 0 0,0 1 1,0-1-1,-1 0 1,1 0-1,0 1 0,-1-1 1,1 0-1,0 1 1,-1-1-1,1 0 1,-1 1-1,1-1 0,-1 1 1,1-1-1,-1 1 1,0-1-1,0 0 0,-3-2 4,-1 0 0,1 0 0,-1 1 0,1-1 0,-9-2-1,-37-10 1,0 2 0,0 3-1,-55-5 1,94 13-5,-221-25-11,-66 0-2,-1019-51 76,0 41 154,909 31-121,83 4-26,241 2-47,-165-9 116,230 5-63,19 3-75,0 1 0,0 0 1,0 0-1,0 0 0,0 0 0,0 0 1,0 0-1,-1 0 0,1-1 0,0 1 0,0 0 1,0 0-1,0 0 0,0 0 0,0 0 1,0-1-1,0 1 0,0 0 0,0 0 0,0 0 1,0 0-1,0 0 0,0-1 0,0 1 0,0 0 1,0 0-1,0 0 0,0 0 0,0 0 1,0-1-1,1 1 0,-1 0 0,0 0 0,0 0 1,0 0-1,0 0 0,0 0 0,0 0 1,0-1-1,0 1 0,1 0 0,-1 0 0,0 0 1,0 0-1,0 0 0,0 0 0,0 0 0,0 0 1,1 0-1,-1 0 0,0 0 0,0 0 1,0 0-1,10-4 2,-1 0 1,0 1 0,1 0 0,13-2-1,139-24-59,98-6 19,86-10-19,71-3 45,917-48 49,4 41-358,-1208 51 232,163-9-70,-204 9 108,141-11-25,-191 6 91,-39 9-15,0 0-1,0 0 0,1 0 1,-1 0-1,0 0 0,0 0 1,0 0-1,1 0 0,-1 0 1,0 0-1,0 0 1,0 0-1,0 0 0,1 0 1,-1-1-1,0 1 0,0 0 1,0 0-1,0 0 0,0 0 1,1 0-1,-1-1 0,0 1 1,0 0-1,0 0 0,0 0 1,0-1-1,0 1 0,0 0 1,0 0-1,0 0 1,0 0-1,0-1 0,0 1 1,0 0-1,0 0 0,0 0 1,0-1-1,0 1 0,0 0 1,0 0-1,0 0 0,0-1 1,0 1-1,0 0 0,0 0 1,0 0-1,-1-1 0,-21-7 36,-72-8 13,-125-5 1,-55 6 8,-65 0-23,-2558-112 413,2879 126-444,-347-11 67,321 12-62,39-1-26,9 0-10,64-3-115,-46 3 114,154-12-108,92-10-11,89-6 104,2594-96-141,-2870 124 186,-25 1 2,102-13 1,-136 8-4,-18-1 0,-6 5-2,-1-1 0,0 1 0,0 0 0,-1-1-1,1 2 1,0-1 0,0 0 0,0 1 0,0-1-1,-4 1 1,-487-31-55,348 26 43,-1965-57 85,1709 50-43,67-3-5,89-2 75,93 1 42,144 15-122,1 0 0,0 0 0,0-1 0,0 0 0,0-1 1,-10-4-1,18 7-18,0 0 0,-1-1 0,1 1 0,-1 0 0,1 0 0,0-1 0,-1 1 0,1 0 0,0 0-1,-1-1 1,1 1 0,0-1 0,0 1 0,-1 0 0,1-1 0,0 1 0,0 0 0,0-1 0,-1 1 0,1-1 0,0 1 0,0-1 0,0 1 0,0 0 0,0-1 0,0 1 0,0-1 0,0 0 0,1 0 0,-1 0-1,1 0 1,-1 1-1,1-1 1,0 0-1,0 0 1,-1 0-1,1 1 1,0-1-1,0 0 1,0 1-1,0-1 1,0 1-1,0-1 1,0 1-1,2-1 1,23-7-1,1 1 0,29-3 0,142-21-11,88-5 6,72-5-3,982-65-97,3 37-1319,-1298 67 1355,169-11-105,-187 8 159,-24 1 16,-18 0 27,-183-15 80,154 17-83,-1531-66 332,963 45-212,496 17-137,80 0-12,29 3 0,21-2-2,181-18-7,-89 12 13,170-17-5,835-43-214,6 35-1139,-1023 34 1178,111-7-56,-202 9 234,1-1 1,0 1-1,0-1 1,0 0-1,-1 0 1,1 0-1,0 0 1,6-4 0,-7-1 13,-13 0 56,-22-1 136,1 1 0,-57-2 0,38 4-69,-1320-117 1447,1330 118-1567,25 2-7,0 0-1,-1-1 0,-14-4 1,30 6-8,0 0 0,0 0 0,0 0 0,0 0 0,0-1 0,0 1 0,1 0 0,-1 0 0,0 0 0,0 0 0,0 0 1,0 0-1,0 0 0,0 0 0,0-1 0,0 1 0,1 0 0,-1 0 0,0 0 0,0 0 0,0 0 0,0 0 0,0-1 0,0 1 0,0 0 0,0 0 0,0 0 0,0 0 0,0 0 0,0-1 0,0 1 1,0 0-1,0 0 0,0 0 0,0 0 0,0 0 0,0-1 0,0 1 0,0 0 0,0 0 0,-1 0 0,1 0 0,0 0 0,0 0 0,0 0 0,0-1 0,0 1 0,0 0 0,0 0 0,0 0 0,-1 0 0,1 0 1,0 0-1,10-4-4,0 1 1,0 0 0,1 1 0,-1 0 0,0 1 0,21 0 0,17-2-2,1036-53-158,-533 37-112,-482 15 251,-45-2 44,-24 6-18,0 0 0,0 0 0,0-1-1,0 1 1,0 0 0,0 0 0,0-1-1,0 1 1,0 0 0,0 0 0,0-1-1,0 1 1,0 0 0,0 0-1,-1-1 1,1 1 0,0 0 0,0 0-1,0-1 1,0 1 0,0 0 0,-1 0-1,1 0 1,0 0 0,0-1 0,0 1-1,0 0 1,-1 0 0,1 0 0,0 0-1,0 0 1,-1-1 0,1 1 0,0 0-1,0 0 1,-1 0 0,1 0 0,0 0-1,0 0 1,-1 0 0,1 0 0,-44-11 105,-636-37 778,492 42-1122,479 33-398,199 8-1427,-317-34 1680,-172-1 403,0 0-1,0 0 1,-1 0 0,1-1-1,0 1 1,-1 0-1,1-1 1,0 1 0,-1-1-1,1 1 1,-1 0-1,1-1 1,-1 1 0,1-1-1,-1 0 1,1 1 0,-1-1-1,1 1 1,-1-1-1,1 0 1,-1 1 0,0-1-1,0 0 1,1 1-1,-1-1 1,0 0 0,0 0-1,0 1 1,0-1 0,0 0-1,0 0 1,0 1-1,0-1 1,0 0 0,0 0-1,0 1 1,0-1-1,-1-1 1,1 0 31,0 0-1,-1 0 1,1-1-1,-1 1 1,1 0 0,-1 0-1,0 0 1,0 0-1,0 0 1,0 0-1,0 0 1,-1 0 0,-2-3-1,-13-6 16,-1 1 1,0 0-1,0 1 1,-1 1-1,-39-10 0,31 9-87,21 6-338,24-1-308,-12 4 610,129-12-610,-62 7 332,-1-3 0,95-22 0,-164 29 333,1 0-1,-1 0 0,0 0 0,0-1 0,0 1 1,0-1-1,0 0 0,-1 1 0,1-2 1,0 1-1,3-4 0,-5 5 11,0 0-1,-1 0 1,1 0-1,-1-1 1,1 1 0,-1 0-1,1 0 1,-1 0-1,0 0 1,1-1 0,-1 1-1,0 0 1,0 0-1,0 0 1,0-1 0,0 1-1,0 0 1,0 0-1,0-1 1,-1 1 0,1 0-1,0 0 1,-1 0-1,1 0 1,-1-1 0,1 1-1,-1 0 1,0 0-1,1 0 1,-1 0 0,0 0-1,0 0 1,0 1-1,0-1 1,-1-1-1,-7-5 146,0 1-1,0 0 1,0 1-1,-1 0 1,-19-7-1,-8-4 527,34 15-694,0 0 0,0 1 0,0-1 0,0 1-1,0 0 1,0 0 0,0 0 0,-1 0 0,1 1 0,0-1-1,0 1 1,-4 1 0,-17 5-62,-19 4-69,-76 12 1,-376 8 38,-6-28 56,316-4 40,-188 2 11,-450-3 12,-7-67 272,761 61-306,-584-13-7,460 23 45,127-5 3,-79-14-1,-51-3 1,88 17-7,-131-20 0,141 12-3,-1 4-1,-118 7 0,90 1-5,56 1-9,29 0-6,0-2 1,-60-8-1,93 6 19,0-1 0,0 0 0,0 0 1,1-1-1,-1 0 0,1-1 0,-14-9 0,-1 0 39,14 10-51,0 1 1,0 0-1,0 1 0,0 0 1,-1 0-1,1 1 0,-16 0 1,-4-1-8,-270-13-24,299 15 14,-1-1-1,1 1 0,-1 0 0,1 0 1,-1 0-1,1-1 0,-1 1 0,1 0 0,-1-1 1,1 1-1,0 0 0,-1-1 0,1 1 1,0-1-1,-1 1 0,1-1 0,0 1 1,0-1-1,-1 1 0,1-1 0,0 1 0,0-1 1,0 1-1,0-1 0,0 1 0,0-1 1,-1 1-1,1-1 0,-7-15-515,-2 13 535,1 0 0,-1 0 0,0 0 0,1 1 0,-1 0 0,0 1 0,0 0 0,-17 1 0,-6-2 1,0 0 7,0 1 0,0 2-1,-56 8 1,48-4 21,-40 0 1,67-4 8,0 1 0,-1 0 0,1 1 1,1 0-1,-16 6 0,-32 8 101,59-17-126,0 0-1,0 0 1,0 0-1,0 1 0,0-1 1,0 0-1,1 1 1,-1-1-1,0 0 0,0 1 1,0-1-1,0 1 1,1 0-1,-1-1 0,0 1 1,0-1-1,1 1 1,-1 0-1,1 0 0,-1-1 1,0 1-1,1 0 1,0 0-1,-1 0 1,1 0-1,-1-1 0,1 1 1,0 0-1,0 0 1,-1 0-1,1 0 0,0 0 1,0 0-1,0 0 1,0 0-1,0 0 0,0 0 1,0 0-1,1 0 1,-1 0-1,1 1 0,-1 6-54,0 764 2703,15-347-2053,-14-350-487,0-8 35,-14 130 0,-7-18 186,3 232 0,10-149-62,-33 298 64,25-385-308,-8 30 136,-6 144 57,30-222-160,-24 617 106,3-582-152,7-74 0,-2 112-1,15-122-16,2 58 31,-7 0 0,-23 146 0,26-267-32,-12 56 3,5 1 0,-2 76 1,11 321 38,-4-410-35,-2 1 1,-3-1-1,-22 80 0,11-54-3,13-34-7,1-1 1,3 0-1,5 79 1,0-36 24,-2 22-34,-6 232 39,-15 158-15,21-480-11,-2 329 52,3-189-51,1-106 3,17 105 0,26 57-9,-1-6 31,65 435 40,-95-561-44,1 102 0,-12 92-7,-4-188-29,1-92-16,0 1 0,0-1 0,0 0 1,0 1-1,1-1 0,-1 0 0,1 0 0,0 0 0,0 1 0,0-1 0,0 0 0,0 0 1,1 0-1,-1 0 0,1-1 0,0 1 0,0 0 0,0-1 0,0 1 0,1-1 0,-1 0 1,0 0-1,1 1 0,0-2 0,-1 1 0,1 0 0,0-1 0,0 1 0,0-1 0,0 0 1,0 0-1,1 0 0,-1 0 0,0 0 0,0-1 0,7 1 0,44 1-314,1-1 0,64-9 0,111-24-130,-67 8 248,895-64 198,-769 69-3,310-11-768,-507 29 634,110 4-593,-193-2 670,0 0 0,-1 0 1,1 1-1,0 0 0,-1 0 0,1 1 1,10 5-1,-19-8 78,0 0 0,1 0 0,-1 0-1,1 0 1,-1 0 0,0 1 0,1-1 0,-1 0-1,1 0 1,-1 1 0,0-1 0,1 0 0,-1 0 0,0 1-1,0-1 1,1 0 0,-1 1 0,0-1 0,0 1-1,1-1 1,-1 0 0,0 1 0,0-1 0,0 1 0,0-1-1,0 0 1,1 1 0,-1-1 0,0 1 0,0-1 0,0 0-1,0 1 1,0-1 0,0 1 0,-1-1 0,1 1-1,0-1 1,0 0 0,0 1 0,0-1 0,0 1 0,-1-1-1,1 0 1,0 1 0,0-1 0,-1 0 0,1 1-1,0-1 1,0 0 0,-1 1 0,1-1 0,0 0 0,-1 0-1,1 1 1,0-1 0,-1 0 0,1 0 0,-1 0-1,1 1 1,0-1 0,-1 0 0,-30 11 8,-28-2 43,-90 4 0,-71-10 26,163-3-56,-610-29 393,389-1-304,-675-91 69,912 114-154,0-1 0,0-2-1,-77-30 1,114 39-18,0-1 0,0-1-1,0 1 1,0-1 0,0 1 0,1-1-1,-1 0 1,1-1 0,0 1 0,0 0 0,0-1-1,0 0 1,1 0 0,-5-8 0,6 9-10,0 0 0,0 0 0,1 0 0,-1-1 0,1 1 0,0 0 0,0 0 0,0-1 0,0 1 0,0 0-1,1-1 1,-1 1 0,1 0 0,0 0 0,0 0 0,0 0 0,1 0 0,-1 0 0,1 0 0,0 0 0,3-4 0,3-3-44,1 0-1,0 0 0,1 1 1,0 0-1,0 1 0,14-8 1,82-45-143,-11 16 103,1 4-1,189-52 0,219-22-56,-395 92 45,575-147-3393,-663 163 3477,36-13-2,-53 18 25,0 0 0,0 0 0,-1 0 0,1-1 0,0 1 0,-1-1 0,1 0 0,-1 0 0,5-6 0,-7 8 11,0 0-1,-1 0 0,1 0 1,-1 0-1,1 1 0,-1-1 0,0 0 1,1 0-1,-1 0 0,0 0 0,0 0 1,0 0-1,1 0 0,-1 0 0,0 0 1,0 0-1,0 0 0,-1 0 0,1 0 1,0 0-1,0 0 0,0 0 0,-1 0 1,1 0-1,-1 0 0,1 0 1,-1 0-1,0 0 0,-1-2 67,0 1-1,0-1 1,-1 1 0,1 0-1,-1 0 1,1 0-1,-1 1 1,0-1 0,-3-1-1,-27-10 290,0 2-1,0 1 1,-63-10-1,-289-27 1049,-8 28-344,22 1 125,168 0-533,199 18-653,0-1 0,0 1 1,1-1-1,-1 0 0,0 0 0,0-1 0,1 1 1,-1-1-1,-4-3 0,7 5-10,0-1 1,1 0-1,-1 1 0,1-1 0,-1 1 1,1-1-1,-1 0 0,1 0 0,-1 1 1,1-1-1,-1 0 0,1 0 0,0 0 1,0 1-1,-1-1 0,1 0 0,0 0 0,0 0 1,0-1-1,0 0-3,0 1-1,1-1 1,-1 0 0,1 0-1,-1 0 1,1 1 0,0-1-1,0 0 1,0 1 0,0-1-1,0 1 1,2-3 0,13-12-82,0 1 0,1 1 0,1 1 1,37-22-1,-28 18 17,64-36-95,2 3 1,104-39-1,207-59-291,-146 57-204,-242 85 569,-12 5 78,0 0 0,0 0-1,0-1 1,0 1 0,-1-1-1,1 0 1,0 0 0,-1-1-1,1 1 1,-1-1 0,0 1 0,4-5-1,-6 6 17,-1 1 0,0 0 0,0-1 0,1 1 0,-1-1 0,0 1 0,0 0 0,0-1 0,1 1 0,-1-1 0,0 1 1,0-1-1,0 1 0,0 0 0,0-1 0,0 1 0,0-1 0,0 1 0,0-1 0,0 1 0,0 0 0,-1-1 0,1 1 0,0-1 0,0 1 0,0-1 0,0 1 0,-1 0 0,1-1 0,0 1 0,0 0 0,-1-1 0,1 1 0,0 0 0,-1-1 0,1 1 0,0 0 0,-1 0 0,0-1 0,-23-8 359,-17 3-244,-1 1 0,0 2 0,-58 3-1,17 1 16,-109-5 584,-260-39 1,439 41-711,7 1-4,-1 0 0,0 0 0,1 0 0,-1-1 0,1 0-1,-8-4 1,12 5-6,1 0 0,0 0 0,-1 0 0,1 0 0,0 0 0,0 0-1,0 0 1,0 0 0,0 0 0,0-1 0,0 1 0,1 0 0,-1-1 0,0 1 0,1-1-1,-1 1 1,1-1 0,-1 1 0,1-1 0,0 1 0,0-1 0,-1 1 0,1-1 0,0 1 0,0-1-1,1 1 1,-1-1 0,0 1 0,0-1 0,1 1 0,-1-1 0,1 1 0,0-2 0,2-4-17,0 0 0,0 1 0,0-1 1,1 1-1,0 0 0,0 0 0,1 1 1,8-10-1,53-41-230,-66 56 247,60-43-184,129-71 1,81-16 12,-87 44 29,-165 77 118,-1 1 12,0 0-1,-1 0 0,0-2 1,-1 0-1,0-1 0,17-16 1,-30 25 18,1 0 1,-1-1-1,1 0 0,-1 0 1,0 1-1,0-1 1,-1 0-1,1-1 1,0 1-1,-1 0 1,0 0-1,0-1 0,0 1 1,0-1-1,0 1 1,-1-1-1,1 1 1,-1-1-1,0 1 1,0-1-1,-1 1 1,1-1-1,-1 1 0,1-1 1,-1 1-1,-2-6 1,-1 3 10,1-1-1,-1 1 1,0 0 0,-1 0 0,0 1 0,0-1 0,0 1-1,0 0 1,-1 0 0,0 1 0,-11-7 0,-26-13 29,0 1 0,-83-29 0,-103-19 256,149 48-182,24 6-79,-76-21 17,-127-57 1,244 89-51,1-1 0,0 0 0,1-1 1,0 0-1,0-1 0,0-1 1,1 0-1,-13-14 0,22 19-8,0 1-1,-1-1 1,1 1 0,1-1-1,-1 0 1,1 0-1,0-1 1,0 1 0,0 0-1,1-1 1,0 1-1,0-1 1,0 1 0,1-1-1,-1 1 1,1-1-1,1 1 1,-1-1 0,1 0-1,0 1 1,0 0-1,1-1 1,0 1 0,0 0-1,0-1 1,3-4 0,3-5-72,1 1 1,0 1 0,1-1-1,20-20 1,57-49-389,181-141-691,10-8-72,-269 223 1161,-5 7 43,-1-1 0,1 0 0,-1 0 0,0 0 1,0 0-1,0 0 0,-1 0 0,1-1 1,-1 1-1,0-1 0,0 0 0,0 0 1,0 0-1,-1 0 0,1 0 0,-1 0 0,0 0 1,0-5-1,-1 7 22,0 0-1,0 0 1,-1 0 0,1 0-1,-1 0 1,0 0 0,1 0-1,-1 1 1,0-1 0,0 0-1,0 0 1,0 1 0,-1-1-1,1 0 1,0 1 0,-1-1-1,1 1 1,-1 0 0,1-1-1,-1 1 1,0 0 0,1 0-1,-1 0 1,0 0 0,0 0-1,0 1 1,0-1 0,-3 0-1,-9-4 9,-1 2 0,-28-4-1,29 5 6,-76-7 182,-147 6 0,134 5-81,4 4 32,110-17-376,311-190-424,-188 123 443,136-106 0,-264 180 199,4-3 0,-1 1-1,0-1 1,-1-1 0,0 0-1,0 0 1,0 0-1,-1-1 1,0 0 0,-1-1-1,9-17 1,-14 25 13,0-1 0,-1 1 0,1 0 0,-1 0 0,0-1 0,0 1-1,0 0 1,0-1 0,0 1 0,0 0 0,-1 0 0,1-1 0,-1 1 0,1 0 0,-1 0 0,0-1 0,0 1 0,0 0 0,0 0-1,-1 0 1,1 0 0,0 1 0,-1-1 0,1 0 0,-1 0 0,0 1 0,1-1 0,-1 1 0,0 0 0,0-1 0,0 1 0,0 0 0,0 0-1,0 0 1,-5-1 0,-22-8 77,-1 1-1,-1 2 1,-53-7-1,60 11-47,-330-34 711,185 23-69,147 12-577,13 2-60,-1 0 0,0-1 0,1 0 0,-1-1 0,1 0 0,-1-1 0,1 0 0,0 0 0,-11-6 0,18 8-34,1-1 1,0 1-1,-1 0 1,1-1-1,0 1 1,0-1-1,0 1 1,0-1-1,0 0 0,0 1 1,0-1-1,1 0 1,-1 0-1,1 1 1,-1-1-1,1 0 0,0 0 1,0 0-1,-1 0 1,2-1-1,-1-1-3,0 0-1,1 0 1,-1 0-1,1 1 1,0-1 0,0 0-1,1 0 1,-1 1-1,3-5 1,7-7-30,0 0 0,25-24 1,-33 36 20,225-232-801,320-365-348,-517 562 1150,-1-3 0,-2 0 1,-2-2-1,35-77 0,-55 104 16,0-1-1,-2 1 1,0-1-1,0 0 1,-2 0 0,0 0-1,-1-25 1,-2 29 11,0 1 1,-1 0-1,0 0 1,-1 0-1,-1 0 0,0 1 1,0-1-1,-1 1 1,0 0-1,-1 0 1,-12-16-1,-1 3 88,-1 1 0,-1 1 0,-1 1 0,-1 1-1,-29-21 1,-136-77 841,90 60-410,46 26-291,4 4 67,-86-68-1,129 91-319,-1 0-1,1 0 0,0-1 1,0 0-1,1 0 1,0 0-1,0 0 0,0-1 1,1 0-1,0 0 0,0 0 1,1 0-1,0 0 0,0 0 1,0-1-1,1 1 1,0 0-1,1-1 0,0 1 1,0-1-1,0 1 0,1-1 1,0 1-1,3-10 1,2-3-77,1 0 1,0 1-1,2 0 1,0 1-1,1 0 1,1 0-1,21-26 1,16-14-168,93-87 1,69-37-175,-132 116 174,-30 26 63,68-75 0,-104 101 174,0 0 1,-1 0-1,-1-1 1,-1 0-1,0-1 1,-1 0-1,0-1 1,-2 1-1,0-1 1,5-23 0,-8 23 19,-1 0 0,-1 0 0,0 0-1,-1 0 1,-1-1 0,-1 1 0,-5-24 0,4 29 1,-1 0-1,0 0 1,-1 1-1,0-1 1,-1 1-1,0 0 1,-1 1-1,0 0 1,0 0-1,-16-15 1,8 10 16,-2 0 1,0 2-1,0 0 1,-2 1 0,1 1-1,-1 0 1,-1 2-1,0 0 1,-22-6-1,29 11-20,0 0 1,0 1-1,0 1 0,-1 0 0,1 1 1,-1 1-1,1 0 0,-1 0 0,1 1 0,0 1 1,-1 1-1,1 0 0,0 0 0,0 1 1,1 1-1,-14 6 0,6 2-7,0 0-1,2 1 1,-1 1-1,2 1 1,0 1-1,1 0 1,1 1 0,1 0-1,-23 38 1,3 4 11,3 1 0,-28 80 0,-7 43 9,-51 241 1,10 206 13,85-373-50,11 1 1,36 414-1,20 117-1322,-45-706 966,-4 0-1,-3-1 0,-31 141 0,-181 443 342,135-434 42,35-95 5,-173 472 132,190-517 318,35-126-21,43-107 47,-21 71-457,129-459-129,-29-13-371,-53 218 128,25-89-113,168-762-1867,-61-8 921,-154 516 1349,-42 6 420,-8 656-365,0-18-11,2 0-1,0 0 1,2 1 0,0 0 0,1-1 0,2 2 0,0-1 0,1 1 0,1 0 0,19-32 0,-13 34-2,-14 16 4,1 1 0,0-1 0,-1 0 1,1 0-1,-1 1 0,0-1 1,1 0-1,-1 0 0,0-1 0,0 1 1,0 0-1,-1 0 0,1 0 0,-1-1 1,1-3-1,-1 6-16,2-1-89,0 8 56,-4 88 80,-20 134 0,-50 328 60,70-542-87,-1 18 10,-2 0 1,-2 0 0,-1-1-1,-20 53 1,13-61 1,15-24-11,0 1 0,-1-1 0,1 0-1,0 0 1,0 1 0,0-1 0,0 0 0,-1 0 0,1 0-1,0 1 1,0-1 0,-1 0 0,1 0 0,0 0 0,0 0-1,-1 0 1,1 0 0,0 1 0,-1-1 0,1 0 0,0 0 0,0 0-1,-1 0 1,1 0 0,0 0 0,-1 0 0,1 0 0,0 0-1,0 0 1,-1 0 0,1 0 0,-1-1 0,-3-16 209,0-363 166,-2-59-431,-72-914-1072,75 1100 1166,3 246-23,0 1-1,1-1 1,-1 0-1,2 1 1,-1-1-1,1 0 1,0 1-1,0 0 1,1-1-1,4-7 1,-7 14-19,0 0 1,0 0-1,0 0 1,0-1 0,0 1-1,1 0 1,-1 0-1,0 0 1,0 0-1,0-1 1,0 1-1,0 0 1,1 0-1,-1 0 1,0 0 0,0 0-1,0-1 1,0 1-1,1 0 1,-1 0-1,0 0 1,0 0-1,1 0 1,-1 0-1,0 0 1,0 0 0,0 0-1,1 0 1,-1 0-1,0 0 1,0 0-1,0 0 1,1 0-1,-1 0 1,0 0-1,0 0 1,0 0 0,1 0-1,-1 0 1,0 0-1,0 1 1,0-1-1,1 0 1,-1 0-1,0 0 1,0 0-1,0 0 1,0 1 0,1-1-1,-1 0 1,0 0-1,0 0 1,0 0-1,0 1 1,0-1-1,0 0 1,6 15-66,0 38 91,-3-1-1,-4 55 1,0-6 95,4 0-44,-1 144 221,-3-234-277,0 1 0,-1 0 1,0-1-1,-1 1 1,0-1-1,-1 0 0,0 0 1,0 0-1,-2 0 0,1-1 1,-14 18-1,8-14 1,0-1 0,-1-1 1,0 0-1,-1-1 0,0 0 0,-1-1 0,-25 14 0,17-12 15,-1-1 0,0-1 0,0-2 0,-1 0 0,0-1 0,-1-2 0,1 0 0,-1-2 0,0 0 0,0-2 0,-32-2 0,56 0-22,-1 1-1,1 0 0,-1-1 0,1 1 0,-1-1 0,1 1 0,-1-1 0,1 0 0,0 1 1,0-1-1,-1 0 0,1 0 0,0 0 0,0 0 0,0 0 0,0 0 0,0-1 1,0 1-1,0 0 0,0 0 0,1-1 0,-1 1 0,0-1 0,1 1 0,-1 0 1,1-1-1,-1 1 0,1-1 0,0 1 0,0-3 0,-1-5 37,0-1-1,1 0 0,1-17 1,0 14-40,1-5-7,0 0-1,1 1 0,1-1 0,0 1 0,11-26 1,47-85-23,-38 84-46,2 2 0,3 0 0,0 3-1,3 0 1,1 2 0,2 1 0,2 2 0,1 1 0,1 3 0,1 1-1,73-39 1,-22 22-6,3 5 0,155-48-1,-101 49 46,161-21-1,-219 49 3,148-1 1,-225 13 25,2-1-2,1 1-1,-1 1 1,23 5-1,-34-5 1,0 0 0,0 0 0,1 1 0,-1 0 0,0 0 0,0 0 0,0 0 0,-1 1 0,1-1 0,-1 1 0,1 0 0,-1 0 0,0 1 0,0-1-1,5 7 1,-4-2 3,1 1-1,-1 0 1,-1 0-1,1 0 1,-1 0-1,-1 0 1,0 1-1,0-1 1,-1 1-1,0 0 0,-1 18 1,-2-9 10,0 0-1,0 0 1,-2 0 0,0-1-1,-10 25 1,2-14 9,-1-1 0,-2-1 0,0 0 1,-38 47-1,14-27 35,-73 68 0,62-72-36,-2-2 0,-2-3 1,-1-2-1,-109 52 1,-252 82 82,147-66-8,247-95-13,-38 22 1,59-30-80,-1-1 0,1 1 0,0 0 1,0 0-1,0-1 0,0 1 0,0 0 1,0 0-1,0 0 0,1 0 0,-1 0 1,0 0-1,1 1 0,-2 0 0,2-2-2,0 1 0,0-1 0,1 1 0,-1-1-1,0 0 1,0 1 0,0-1 0,0 0 0,1 0 0,-1 1-1,0-1 1,0 0 0,0 1 0,1-1 0,-1 0 0,0 0 0,1 1-1,-1-1 1,0 0 0,0 0 0,1 0 0,-1 0 0,0 1-1,1-1 1,-1 0 0,0 0 0,1 0 0,-1 0 0,0 0-1,1 0 1,-1 0 0,1 0 0,51 0-28,104-18 33,42-27 41,-154 35-39,278-66-23,698-144-480,4 48 320,-726 137 259,-289 34-79,66-6 67,146 3 1,-204 8-14,-17-3-55,1-1 0,-1 0 0,0 1 0,0-1 0,0 1 0,1-1-1,-1 1 1,0-1 0,0 0 0,0 1 0,0-1 0,0 1 0,0-1 0,0 1-1,0-1 1,0 0 0,0 1 0,0-1 0,0 1 0,0-1 0,0 1-1,-1-1 1,1 0 0,0 1 0,-1 0 0,-1 5 36,-1 0-1,-1 0 1,1 0-1,-1 0 1,0-1 0,-1 0-1,1 0 1,-1 0 0,0 0-1,0-1 1,-7 5-1,-15 10 275,-35 16 0,52-29-241,-555 246 1879,122-63-440,425-181-1426,-71 40 353,81-44-398,1 1 0,0 0 0,0 1 0,1 0 0,-1 0 0,1 0 0,1 1 0,-7 8 1,11-13-40,0-1 1,0 1 0,0 0-1,0 0 1,0 0 0,0 0 0,1 0-1,-1 0 1,1 0 0,-1 0 0,1 0-1,0 0 1,0 0 0,0 1-1,0-1 1,0 0 0,0 0 0,1 0-1,-1 0 1,1 0 0,-1 0 0,1 0-1,0 0 1,0 0 0,0 0-1,0 0 1,0-1 0,0 1 0,1 0-1,-1-1 1,0 1 0,1 0 0,-1-1-1,1 0 1,0 1 0,1 0 0,6 2-2,0-1 0,-1 0 1,1 0-1,0 0 1,1-2-1,15 3 0,70 1 0,-89-5 0,644-17-149,-198 1-366,-432 19 356,-20-2 154,1-1 1,-1 1-1,0-1 1,0 1-1,0 0 1,0-1-1,0 1 1,0-1-1,0 1 1,0-1 0,0 1-1,0 0 1,0-1-1,0 1 1,0-1-1,-1 1 1,1-1-1,0 1 1,0-1-1,-1 1 1,1-1-1,0 1 1,-1-1-1,1 1 1,0-1-1,-1 1 1,1-1-1,-1 0 1,1 1 0,-1-1-1,1 0 1,-2 1-1,-18 18-7,-1-2 1,-1-1-1,-1 0 0,-37 19 0,-131 71 63,-85 50-8,14 21-43,233-155-12,1 2 1,1 1-1,-44 52 1,64-68 5,0 1 0,0 0 0,1 0 0,0 0 0,1 1 0,0-1 0,1 1 0,0 0 0,1 1 0,0-1 0,1 0 0,0 1 0,1 0 0,0 0 0,1 20 0,1-26-11,0-1-1,1 0 1,-1 1 0,1-1-1,0 0 1,0 0-1,1 0 1,0 0-1,0-1 1,0 1-1,0-1 1,0 0-1,1 0 1,0 0-1,0 0 1,0 0-1,0-1 1,1 0-1,-1 0 1,1 0 0,0-1-1,0 1 1,7 2-1,13 3-73,0 0 1,1-2-1,43 6 0,-62-11 81,546 35-265,-243-25 235,-250-9 33,-36-2 2,1 1 0,25 5 1,-49-6 3,1 1 0,0-1-1,-1 0 1,1 1 0,-1-1 0,1 1 0,-1 0 0,1-1-1,-1 1 1,1 0 0,-1 0 0,0 0 0,1 0 0,1 2 0,-3-2-1,1 0 0,-1 0 0,1-1 0,-1 1 0,0 0 0,1 0 0,-1 0 0,0 0 0,0 0 0,0 0 0,1-1 0,-1 1 0,0 0 0,0 0 0,0 0 0,-1 0 0,1 0 1,0 0-1,-1 1 0,-1 3 0,0-1 1,0 0 0,-1 0-1,1 0 1,-1 0 0,0 0-1,0 0 1,-1-1 0,-5 5-1,-50 40 116,-77 46-1,-48 36 221,162-111-243,1 0 1,0 1 0,2 1-1,0 0 1,-27 43-1,40-53-82,-1 1-1,2 0 1,0 0 0,0 1-1,1 0 1,0-1-1,1 1 1,-2 23 0,5-30-11,-1 0 0,1 0 0,0 0-1,1 0 1,0 0 0,-1 0 0,2 0 0,-1 0 0,1-1 0,0 1 0,0 0 0,0-1 0,1 1 0,0-1 0,0 0 0,1 0 0,-1 0 0,1-1 0,0 1 0,8 6 0,1-2-18,1 0-1,0-1 1,0-1-1,1 0 1,0-1-1,0-1 1,1 0-1,-1-1 1,17 1-1,28 4-123,60-1-1,-43-6 91,-39-2 37,70 8 0,-106-8 17,0 1 0,-1-1 0,1 0-1,-1 0 1,1 1 0,-1-1 0,1 1-1,-1-1 1,1 1 0,-1 0 0,0-1-1,1 1 1,-1 0 0,0 0-1,1 0 1,-1 0 0,0 0 0,0 0-1,0 1 1,0-1 0,0 0 0,0 0-1,0 1 1,-1-1 0,1 1 0,0-1-1,-1 1 1,1-1 0,-1 1 0,0-1-1,1 1 1,-1-1 0,0 1 0,0-1-1,0 1 1,0 0 0,0-1-1,0 1 1,0-1 0,-1 1 0,1-1-1,-1 1 1,1-1 0,-1 1 0,0 1-1,-3 5 8,0 1-1,0-1 0,-1 0 1,0 0-1,0 0 0,-10 10 0,-51 53 159,31-35-22,1 2 0,2 1 0,-32 51 0,51-70-19,0 2-12,1 0 0,-11 25 0,20-40-109,1 1 0,-1-1 0,2 1-1,-1 0 1,1-1 0,0 1 0,0 0-1,1 0 1,0 0 0,3 15 0,-3-21-6,1-1-1,-1 1 1,1 0 0,0-1 0,0 1 0,0-1 0,0 1 0,0-1 0,0 1-1,0-1 1,0 0 0,1 0 0,-1 0 0,0 1 0,1-1 0,-1 0 0,1-1-1,-1 1 1,1 0 0,0 0 0,-1-1 0,1 1 0,0-1 0,-1 1 0,1-1-1,3 1 1,7 0-23,0 0 0,25-1 0,-19 0-3,-7 0 22,45 0-112,1-1 0,99-17 1,-18-20 37,-72 18 103,-66 20-9,1 0 0,0-1 0,-1 1 0,1-1 0,0 1 0,-1 0 0,1-1 0,-1 1 0,1-1 0,0 0 0,-1 1 0,1-1 0,-1 1 0,0-1 0,1 0 0,-1 1 0,0-1 0,1 0 0,-1 0 0,0 0 0,6-9 98,6 0-44,0 0 0,20-12 0,22-19-57,-37 23-4,-1-1 0,-1-1 0,0 0 0,-2-1 0,0 0 1,-2-1-1,0-1 0,-1 0 0,13-47 0,-3-16-2,15-125 1,-26 143-8,-2 18 3,12-83-242,46-168 1,-54 239 94,-7 50 118,-2 10-49,-2 5-84,-2 26 92,-1 0 1,-1 0 0,-11 40-1,-6 40 67,-22 384-4,22-200-28,16-253 40,-2 0 0,-1 0 0,-3 0 0,-25 65 0,-81 140 35,13-28-415,96-193 341,8-24 32,0 0 0,0 0 0,0 0 0,0 0 1,0 0-1,0 1 0,0-1 0,0 0 1,0 0-1,0 0 0,1 0 0,-1 0 0,0 0 1,0 1-1,0-1 0,0 0 0,0 0 1,0 0-1,0 0 0,0 0 0,0 0 0,0 0 1,1 0-1,-1 0 0,0 0 0,0 0 1,0 1-1,0-1 0,0 0 0,0 0 0,0 0 1,1 0-1,-1 0 0,0 0 0,0 0 0,0 0 1,0 0-1,0 0 0,0 0 0,1 0 1,-1 0-1,0 0 0,0 0 0,0 0 0,0-1 1,0 1-1,0 0 0,1 0 0,-1 0 1,0 0-1,0 0 0,0 0 0,0 0 0,0 0 1,0 0-1,0 0 0,0 0 0,0-1 1,1 1-1,-1 0 0,0 0 0,0 0 0,0 0 1,0 0-1,0 0 0,0 0 0,0-1 1,29-34-62,236-378 141,-28-27-89,-174 319 10,123-254-96,-132 253-122,42-146-1,-86 236 195,-1 0 0,-2-1 0,-1 0-1,-1 0 1,-2-1 0,-2-46 0,-1 78 25,0-1-1,0 1 1,-1-1-1,1 1 1,-1-1 0,1 1-1,-1-1 1,0 1-1,0 0 1,0 0 0,0-1-1,0 1 1,-1 0 0,1 0-1,-1 0 1,1 0-1,-1 0 1,0 0 0,0 1-1,1-1 1,-1 1 0,0-1-1,-1 1 1,1 0-1,0-1 1,0 1 0,-1 0-1,-3-1 1,-5 0-4,0 0 0,0 1 1,-1 0-1,1 0 0,-15 2 0,3 0-2,-21 1-9,1 1 0,0 3 0,1 2 0,-1 1-1,-54 20 1,16 1-22,-131 69-1,192-88 29,15-9 2,0 0-1,0 0 0,0 1 1,1 0-1,-1 0 0,1 0 1,0 0-1,0 1 0,0 0 1,-4 5-1,8-9 5,0 0 1,0 1-1,0-1 0,0 0 0,-1 0 0,1 0 1,0 1-1,0-1 0,0 0 0,0 0 0,1 0 1,-1 0-1,0 1 0,0-1 0,0 0 0,0 0 1,0 0-1,0 0 0,0 1 0,0-1 0,0 0 1,0 0-1,0 0 0,0 0 0,1 0 0,-1 1 1,0-1-1,0 0 0,0 0 0,0 0 1,0 0-1,1 0 0,-1 0 0,0 0 0,0 0 1,0 1-1,0-1 0,1 0 0,-1 0 0,0 0 1,0 0-1,0 0 0,0 0 0,1 0 0,-1 0 1,0 0-1,0 0 0,0 0 0,0 0 0,1 0 1,-1 0-1,0 0 0,0-1 0,0 1 1,1 0-1,18 0-76,-15 0 61,21-2 6,0 0 1,0-2-1,47-14 1,76-35-29,-113 40 11,583-279-494,-597 281 518,147-85-1,-137 77 12,-2-2 0,-1-1 0,34-34 0,-46 37 43,-1-1-1,0-1 1,-2 0 0,-1-1-1,0 0 1,-2-1-1,10-30 1,12-24 309,-11 35-174,2 1 1,2 1-1,1 2 0,3 0 0,1 2 0,57-54 0,-11 5-156,8-8-21,-72 85-68,0 0 0,1 0 0,-1 1 0,2 1 0,-1 0 0,0 1 0,1 0 0,19-3 0,18-8-145,46-23 96,-160 75 375,-102 78 0,95-63-226,53-39-31,-5 2 10,-30 28 0,49-39-23,-1 0 1,1 0 0,0 1-1,0-1 1,0 1-1,1 0 1,-1-1-1,1 1 1,0 0-1,0 0 1,0 1 0,0-1-1,1 0 1,-1 1-1,0 8 1,2-12 4,1-1 0,-1 1 0,1 0 0,-1-1 0,1 1 1,0 0-1,-1-1 0,1 1 0,0 0 0,0-1 0,-1 1 0,1-1 0,0 0 0,0 1 1,0-1-1,-1 1 0,1-1 0,0 0 0,0 0 0,0 0 0,0 1 0,0-1 0,0 0 1,-1 0-1,1 0 0,0 0 0,0 0 0,0-1 0,0 1 0,0 0 0,0 0 0,1-1 0,6 0 5,22 0-15,-1-2 1,1-1-1,-1-1 1,0-1-1,-1-2 1,42-17-1,-31 9-34,-1-2 0,-1-2-1,-1-1 1,37-30 0,-61 42 40,0 0 1,-1-2-1,0 1 1,0-2-1,16-22 1,-22 26 7,-1 0 0,0-1 1,0 1-1,0-1 0,-1 0 1,0 0-1,-1 0 0,0 0 1,0 0-1,0-17 0,-3-35 180,-3-1-1,-18-95 0,13 72-33,3-1-1,8-130 1,-1 165-137,5-306-29,-4 323 16,1 1 0,2-1 0,10-35 0,-4 16 0,-8 45 6,-1 1 1,1 0 0,0 0 0,0 0-1,1 0 1,5-7 0,-5 8 7,0 0 0,0-1 0,-1 0 1,0 0-1,0 0 0,2-9 0,0 7 349,-5 10-363,1-1 1,-1 0 0,0 1-1,1-1 1,-1 0-1,0 1 1,0-1 0,1 0-1,-1 1 1,0-1-1,0 1 1,0-1-1,1 1 1,-1-1 0,0 1-1,0-1 1,0 0-1,0 1 1,0-1-1,0 1 1,0-1 0,0 1-1,0-1 1,0 1-1,0-1 1,0 1-1,-1 0 1,10 306 308,-4 163 439,-9-423-660,-2-1 0,-2 0 1,-2-1-1,-21 59 1,-80 172 232,24-68-73,44-98-142,-47 134 60,70-179-118,-22 122 0,2 26 55,29-170-77,-2-1 0,-34 75 0,21-63 22,-29 86 0,47-111-42,1 0 0,1 0 0,1 1 0,-1 59 0,6 139 10,0-226-14,1 0 0,-1-1 0,0 1 0,1 0 0,-1 0 0,1 0 0,-1-1 0,1 1 0,0 0 0,0-1 0,0 1 0,0 0 0,0-1 0,0 0 0,0 1 0,1-1 0,-1 1 0,0-1 0,1 0 0,-1 0 0,1 0 0,-1 0 0,1 0 0,0 0 0,-1 0 0,1-1 0,0 1 0,0-1 0,-1 1 0,1-1 0,3 1 0,8 1 10,0-1 1,0 0-1,21-2 1,-16 1 17,-17-1-24,1 1 0,-1 0 0,0-1 1,1 1-1,-1-1 0,1 0 0,-1 1 1,0-1-1,1 0 0,-1 0 0,0 0 1,0 0-1,0 0 0,0 0 0,0 0 0,0 0 1,0 0-1,0 0 0,0-1 0,0 1 1,0 0-1,-1-1 0,1 1 0,0-3 1,14-43 54,-12 32-54,53-258 178,-17 63-149,-22 136-34,0-4-27,3 0-1,53-133 1,-55 170 20,-7 16 0,1 0 1,26-40-1,10-26 2,-48 91-9,0 1 10,0-1 0,0 0 0,0 0 0,0 0 0,0 0 0,0 0 0,0 1 0,0-1 0,0 0 0,0 0 0,0 0 0,0 0 1,0 0-1,0 1 0,0-1 0,0 0 0,0 0 0,0 0 0,0 0 0,0 0 0,0 0 0,0 1 0,1-1 0,-1 0 0,0 0 0,0 0 0,0 0 0,0 0 0,0 0 0,0 0 0,0 0 1,1 1-1,-1-1 0,0 0 0,0 0 0,0 0 0,0 0 0,0 0 0,1 0 0,-1 0 0,0 0 0,0 0 0,0 0 0,0 0 0,0 0 0,1 0 0,-1 0 0,0 0 0,0 0 0,0 0 1,0 0-1,0 0 0,1 0 0,-1 0 0,0 0 0,0 0 0,0-1 0,-2 27-19,-2 0 0,0-1 0,-2 1 0,-1-1 0,-1 0 0,-14 30 0,-15 50 21,-3 61 142,-19 189 0,-27 118 607,19-270-295,2-7 47,57-162-378,1-1 0,1 2 0,2-1 1,0 36-1,1-21-9,-2-1 0,-2 1-1,-14 49 1,9-50-74,2 1-1,3 1 1,-1 53 0,8 2 4,15 516 58,-11-383-49,-5-147-31,-4 13-16,-35 188 0,12-116 11,9 60 13,13-105-25,-26 149 0,-23 74-2,42-257-11,-1 106 0,14 99-60,2-138 69,-2-163-1,0 68 38,-15 122-1,-3-55-54,-1 142 1,17 144 69,4-215-86,9-29 17,-3-76 18,4 31 12,2 95-12,-11-151 0,4 0 0,3 0-1,3-1 1,26 84-1,-24-112-20,3-2-1,27 53 0,-11-25 18,-27-60 4,-1-2-25,0 1 0,-1 0 0,0 1 0,-1-1 0,0 1 0,-1 0 0,-1 0 0,1 23 0,-4 100-161,1 113-204,3-189 268,2 0-1,15 62 0,-14-85-245,-5-30 352,0 1 0,0-1 0,1 1 0,0-1 0,0 0-1,1 1 1,0-1 0,0-1 0,6 9 0,-6-9 15,-1 0 1,0 0-1,0 0 1,0 0-1,0 0 0,-1 0 1,-1 0-1,1 1 0,-1-1 1,-1 12-1,0-6 0,2-7 9,1-8 18,4-16 65,11-50 120,-8 34-157,51-175-63,-45 166 3,2 1-1,40-72 0,-39 84 6,75-138-345,-83 146 263,-1-1-1,-1-1 0,0 1 1,-2-1-1,5-43 0,-3-249-307,-9 218 199,-14-90-143,15-172-718,-3 305 973,-3-1-1,-2 2 1,-17-59 0,-9-65-41,10 49 151,20 96-34,-4-19-19,-2-76 1,0-135-49,9 242 69,-33-300 16,24 258-23,2 0-1,1-76 1,8 124 0,1 0 0,0-1 0,1 1 1,6-17-1,4-24-1,8-67-7,5 0 1,47-134 0,43-64 33,-29 40-11,-48 156-10,-6-3 0,-6 0 0,15-176 0,-35 211 30,19-181-42,-15 198 27,32-116 0,38-132-36,-68 248 6,-3 0-1,0-105 1,-10-578-165,2 725 6,7-41 0,1-25-69,-8 64 193,0-20 15,-6-84 0,2 123 7,-1 1 0,0 0 0,-1 0 0,0 0 0,-1 0 0,-1 1-1,-1 0 1,0 0 0,-16-24 0,1 11-528,-2 2 0,-35-33 1,16 18-486,30 28 1002,1-1 0,1 0 0,0 0 0,0-1 1,2-1-1,0 0 0,0 0 0,2-1 0,0 1 0,1-2 0,0 1 0,2-1 0,0 0 0,-2-29 0,-2-64 28,7-130 0,3 104 10,-2 104 7,-1-19-1,3 0 0,8-52 0,1 24 15,-4 0 0,-6-128 0,-4 178-29,-1 1 1,-2-1-1,-1 1 1,-18-48-1,1-1 18,2 12-33,-59-119-1,80 182 27,-32-57-105,24 47 2,1-1 0,1 1 1,0-1-1,1-1 0,1 1 0,0-1 0,-5-29 0,6-42-298,4 55 316,-4-37 0,-66-303-207,58 312 285,5 16 1,3 0 0,2-84 0,2 78 120,3 92-72,1-1-1,11 46 1,3 27 172,0 339 271,-20-351-543,-23 144-1,-45 106-1675,-1-54-1857,-8 28-1521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5:15.529"/>
    </inkml:context>
    <inkml:brush xml:id="br0">
      <inkml:brushProperty name="width" value="0.5" units="cm"/>
      <inkml:brushProperty name="height" value="1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71 3298,'3'-37'24469,"9"37"-24556,0-2 15,-1 1 1,19-6-1,-18 4 61,-1 0 0,1 1 0,19-1 0,-30 3 20,1 0 1,-1 0 0,0 0 0,0 0-1,0-1 1,0 1 0,0 0-1,0-1 1,0 1 0,0 0 0,0-1-1,0 1 1,0-1 0,1-1 0,-1 1 5,0 1 1,0-1 0,0 0-1,0 1 1,0-1 0,0 1 0,0-1-1,1 1 1,-1 0 0,0-1-1,0 1 1,0 0 0,0 0-1,3 0 1,-3 0-43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5:16.038"/>
    </inkml:context>
    <inkml:brush xml:id="br0">
      <inkml:brushProperty name="width" value="0.5" units="cm"/>
      <inkml:brushProperty name="height" value="1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104 0 4946,'-104'0'23040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5:16.531"/>
    </inkml:context>
    <inkml:brush xml:id="br0">
      <inkml:brushProperty name="width" value="0.5" units="cm"/>
      <inkml:brushProperty name="height" value="1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22 107 7171,'0'0'14660,"-4"-18"-13206,-10-53-603,10 53-130,8 19-834,0 0 0,0 0 1,-1 0-1,1 0 0,0 1 0,-1-1 1,0 1-1,1 0 0,-1 0 1,0 0-1,0 1 0,0-1 0,0 1 1,0 0-1,-1-1 0,1 1 1,3 6-1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5:16.925"/>
    </inkml:context>
    <inkml:brush xml:id="br0">
      <inkml:brushProperty name="width" value="0.5" units="cm"/>
      <inkml:brushProperty name="height" value="1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0 105 9861,'0'0'13435,"12"-17"-12306,38-53-556,-34 52-221,-15 19-234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5:17.349"/>
    </inkml:context>
    <inkml:brush xml:id="br0">
      <inkml:brushProperty name="width" value="0.5" units="cm"/>
      <inkml:brushProperty name="height" value="1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0 101 4914,'7'-11'21109,"-1"3"-20881,5-7 333,-1-1 1,17-35 1791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5:22.871"/>
    </inkml:context>
    <inkml:brush xml:id="br0">
      <inkml:brushProperty name="width" value="0.5" units="cm"/>
      <inkml:brushProperty name="height" value="1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308 39 704,'2'-19'8555,"-3"18"-8499,-21-1 1073,12 3-1472,-31-1 1498,61 0-339,236 10 2197,6 1-3054,646-26 60,668-3-376,-633 15 186,-820 1 180,474 12-456,-20 33 386,100 9-142,-54-35 197,-237-15 9,133 48-7,-112-6-10,577-6-1466,1-35-401,-552-4 2187,-344 5-362,93 16 1,-114-11 43,-140-12 1440,-140 15-1,121 2-1255,-1 5-1,-92 31 1,-33 7-82,-727 104 114,103-22-130,119 33-87,34-6-3,-1060 139 64,1730-302-48,-1426 192 3711,1431-194-3747,-4 0-174,0 1 0,1 1 1,-1 0-1,0 1 0,-20 9 1,14-6-209,1 0 0,-1-2 0,0 0 0,0-2 0,-26 1 0,-1156 20 1552,1107-28-613,-138-24 0,-87-36-381,315 62-140,-161-26 105,105 20 296,-116-31 0,140 22-361,38 16-38,1 1 0,-1-1 0,1 0 0,-1 0 1,1 0-1,-1 0 0,1 0 0,0-1 0,0 1 1,0 0-1,-1 0 0,1-1 0,1 1 0,-1-1 0,0 1 1,0-1-1,0 1 0,1-1 0,-1 0 0,1 1 1,-1-4-1,1 4-1,1 0 1,-1 0-1,1 0 1,-1 0-1,1 0 1,0 0-1,-1 0 0,1 0 1,0 1-1,0-1 1,-1 0-1,1 0 1,0 1-1,0-1 1,0 0-1,0 1 1,0-1-1,0 1 1,0-1-1,1 1 0,-1 0 1,0-1-1,0 1 1,2 0-1,4-3-5,52-16-356,107-22 1,-8 3-133,56-33-111,212-101 0,188-62 598,-461 189-170,3 8-1,180-21 1,622-13-2525,-939 71 2581,6-1-378,-56 3 75,-343 41 403,235-22 65,-3156 452 8029,3283-471-8020,-303 49 1174,246-36-1011,56-9-147,18-3-53,34-2-19,-20-1 1,300-7-8,-31-17-64,65-6-253,62 3-502,1067 14-1838,-520 52 434,-7 25 747,-935-63 1485,329 27-4,117 24 304,-336-32 613,190 57 0,-296-70-788,64 22 192,-79-25-282,0 0 1,0 1-1,-1 0 1,1 0-1,-1 1 1,13 11-1,-20-16-33,0 0 0,0 0 0,0 0 0,0 0 1,0-1-1,0 1 0,0 0 0,0 1 0,-1-1 0,1 0 0,0 0 0,-1 0 0,1 0 0,-1 0 0,1 1 0,-1-1 0,0 0 0,0 0 0,1 1 0,-1-1 0,0 0 0,0 1 0,0-1 0,0 0 0,0 0 1,-1 1-1,1-1 0,0 0 0,-1 0 0,1 1 0,-1-1 0,1 0 0,-1 0 0,1 0 0,-1 0 0,0 1 0,1-1 0,-1 0 0,0 0 0,0-1 0,-1 2 0,-6 2 37,0 0-1,1-1 0,-2 0 1,1-1-1,0 0 0,-12 2 1,-66 5 360,47-5-227,-443 28 651,280-22-632,-1101 43 219,-562 38-206,1223-16 321,546-62-523,95-12-4,-32 6 5,33-7-4,0 0-1,0 0 1,0 0 0,0 0 0,0 0-1,0 0 1,0 0 0,0 1 0,0-1-1,0 0 1,0 0 0,0 0 0,0 0-1,0 0 1,1 0 0,-1 0-1,0 0 1,0 0 0,0 0 0,0 0-1,0 0 1,0 0 0,0 0 0,0 1-1,0-1 1,0 0 0,0 0-1,0 0 1,0 0 0,0 0 0,0 0-1,0 0 1,0 0 0,0 0 0,0 0-1,0 0 1,0 1 0,0-1 0,0 0-1,0 0 1,0 0 0,0 0-1,0 0 1,-1 0 0,1 0 0,0 0-1,0 0 1,27 2-60,336-5-487,-37-9 390,88 0-35,72 4-414,1226 57-682,-1145 4 1101,-53 4-461,-79-4-198,-90-12 563,83 14 449,-380-51 32,-35-3 17,1 0 1,0 1-1,-1 1 1,1 0-1,20 8 1,-29-7 159,-12-1-86,-15 2-94,-1-1-1,1-1 1,-47 1-1,11-2 55,-786 35 1150,-20 1-1007,673-28-386,-1119 65 20,5 29 110,849-51 98,77-2 127,89-8-87,257-38-241,-55 9 147,-91 27 0,160-33-141,19-8-39,0 0 0,0 1 1,0-1-1,0 0 0,0 0 1,0 0-1,0 0 0,0 1 1,0-1-1,0 0 0,0 0 1,0 0-1,0 0 0,0 1 1,0-1-1,0 0 0,0 0 1,0 0-1,1 0 0,-1 0 1,0 1-1,0-1 0,0 0 1,0 0-1,0 0 0,0 0 1,0 0-1,1 0 0,-1 0 1,0 0-1,0 1 0,0-1 1,0 0-1,0 0 0,1 0 1,-1 0-1,0 0 0,0 0 1,0 0-1,0 0 0,1 0 1,-1 0-1,0 0 0,0 0 1,0 0-1,0 0 0,1 0 1,-1 0-1,0 0 0,0 0 1,1-1-1,49 3 2,-43-2-2,172-2-45,111-15-155,105-19-64,95-7-3,85 1-131,2031-41 59,-2056 84 366,-110 5-11,-123 3-10,2 0 452,-318-9-470,46 1 1374,-73 1-860,-705 25 192,-1708 121-388,172 26-274,1901-136-18,330-32-10,28-4-7,14-1-22,92-5-191,97-16 0,96-22-17,100-14 175,100-3-65,84 7-184,1403-33 78,-1743 83 228,783 1-13,-10 43 18,-624-8 36,-95-3-8,-210-23-23,162 25 196,-236-33-179,1 1 1,0 1 0,-1-1-1,1 1 1,-1 0 0,9 5-1,-9 0 40,-15 1-9,-16 0 39,0-2 0,-1-1 1,0 0-1,-47 0 0,20-1 21,-185 12 117,-75-1-156,-73-3-70,-70 2-19,-68 3 8,-69 5 3,-1101 54 30,9 44 28,1152-65 79,124-3 399,129-10 136,224-32-521,29-6-71,-1 1 0,1 1 1,0 1-1,-37 16 0,56-17-67,18-2-23,72-3-43,120-5 37,130-19-8,123-12-78,112 3-197,1467 3-986,-1355 45 946,-47 30-83,-66 14-365,-79-1-683,-70-1 1137,-60 0 410,-67-2 136,-221-42-122,234 59 256,-292-70-322,-1 0 0,1 1 0,-1 0 0,0 0-1,15 10 1,-23-13-21,-1-1 0,1 0-1,-1 1 1,1-1 0,0 1-1,-1-1 1,1 1-1,-1-1 1,1 1 0,-1-1-1,1 1 1,-1 0 0,0-1-1,1 1 1,-1 0-1,0-1 1,1 1 0,-1 0-1,0-1 1,0 1 0,1 0-1,-1 0 1,0-1 0,0 1-1,0 0 1,0 0-1,0-1 1,0 1 0,0 0-1,-1 0 1,1-1 0,0 1-1,0 0 1,0-1-1,-1 1 1,1 0 0,0-1-1,-1 1 1,1 0 0,-1-1-1,1 1 1,-1 0 0,1-1-1,-1 1 1,1-1-1,-1 1 1,1-1 0,-1 0-1,0 1 1,0 0 0,-6 2 47,1 1 1,-1-1 0,0 0 0,0-1 0,-8 3 0,-131 23 913,-89-3-391,-84-4-374,-76-1-171,-66 5-29,-59 5 3,-1360 94 32,12 75 13,1360-120-19,101-2 161,111-9 351,113-11-157,172-53-364,-1 1-1,1 0 1,0 1 0,1 0-1,-20 14 1,29-20-20,1 1 0,-1-1 0,0 0 0,1 1 0,-1-1 0,1 1 0,-1-1 0,1 1 0,-1-1 0,1 1 0,-1 0 0,1-1 0,-1 1 0,1 0 1,-1-1-1,1 1 0,0 0 0,0-1 0,-1 1 0,1 0 0,0-1 0,0 1 0,0 0 0,0 0 0,0-1 0,0 1 0,0 0 0,0 0 0,0 0 0,0-1 0,0 1 0,0 0 0,0-1 1,1 1-1,-1 0 0,0 0 0,1-1 0,-1 1 0,0 0 0,1-1 0,-1 1 0,1-1 0,-1 1 0,1 0 0,-1-1 0,1 1 0,0-1 0,-1 0 0,2 2 0,7 1-6,1-1-1,0 0 0,-1 0 0,1-1 0,0 0 0,18-1 0,181 2-54,125-4-94,130-9-18,113-14-78,1502-4-3012,-1399 35 2983,-74 25 280,-102 8-99,-114 0-295,-100-6 300,-189-22 269,145 36 0,-230-43-133,-3 0 1,0-1-1,22 11 1,-32-13-38,-1 0 0,0 0 0,0 0 0,1 1 1,-1-1-1,0 1 0,0 0 0,0 0 0,0-1 0,-1 1 0,1 0 0,-1 1 0,1-1 0,-1 0 0,1 0 0,-1 1 1,0-1-1,0 0 0,1 4 0,-2-4-3,0-1-1,0 0 1,0 1 0,0-1 0,0 1-1,0-1 1,0 1 0,-1-1 0,1 0 0,0 1-1,-1-1 1,1 0 0,-1 1 0,1-1-1,-1 0 1,0 0 0,0 1 0,1-1 0,-1 0-1,0 0 1,0 0 0,0 0 0,0 0-1,0 0 1,0 0 0,-1 0 0,1-1 0,0 1-1,-3 1 1,-14 6 62,0 0 0,-1-1 0,-32 7 0,-55 12 238,-143 15-1,-121-9-236,319-28-44,-349 22 195,-65 3 82,-245 13-76,-1050 73 460,25 81 1189,1528-161-1367,188-31-418,0 1 0,0 0 0,-23 11 0,29-6-32,13-10-54,0 1 0,1-1-1,-1 0 1,0 0 0,0 1 0,0-1-1,0 0 1,0 0 0,0 1 0,0-1 0,1 0-1,-1 0 1,0 1 0,0-1 0,0 0-1,1 0 1,-1 0 0,0 1 0,0-1-1,0 0 1,1 0 0,-1 0 0,0 0-1,0 0 1,1 0 0,-1 1 0,0-1-1,1 0 1,-1 0 0,0 0 0,0 0 0,1 0-1,-1 0 1,1 0 0,74 2-78,120-4 14,128-16-104,113-21-34,105-7-193,81 3-214,1388-4 191,-2010 47 418,581 6-267,-87 25-931,-81 6 406,-69 2 650,-67 4 153,-197-29 8,0 4 1,98 34 0,-172-50-25,0 1 0,0-1 0,0 1 1,0 0-1,0 1 0,-1-1 0,1 1 1,5 6-1,-10-9 4,-1-1 0,1 1-1,-1 0 1,1-1 0,-1 1 0,1 0 0,-1-1-1,1 1 1,-1 0 0,0 0 0,1-1 0,-1 1 0,0 0-1,0 0 1,0 0 0,1-1 0,-1 1 0,0 0-1,0 0 1,0 0 0,0-1 0,-1 1 0,1 0 0,0 0-1,0 0 1,0-1 0,-1 1 0,1 0 0,0 0-1,-1 0 1,1-1 0,-1 1 0,1 0 0,-1-1 0,1 1-1,-1 0 1,1-1 0,-1 1 0,1-1 0,-1 1-1,0-1 1,0 1 0,-8 4 8,1 0 1,-1-1-1,0 0 0,0-1 0,0 0 1,-14 3-1,-63 14 234,-121 11 0,-97-9 20,250-19-217,-291 14 223,-65 0-54,-64 2 52,-895 44-65,15 52 256,925-55 90,90 3-204,101-7-235,100-15-1,132-38-91,0-1-1,0 1 0,0 0 1,0 0-1,0 0 0,1 1 1,-9 7-1,14-11-13,0 0-1,-1 0 1,1 1-1,0-1 1,0 0-1,-1 0 1,1 1 0,0-1-1,0 0 1,0 0-1,0 1 1,-1-1-1,1 0 1,0 0-1,0 1 1,0-1 0,0 0-1,0 1 1,0-1-1,0 0 1,0 0-1,0 1 1,0-1-1,0 0 1,0 1 0,0-1-1,0 0 1,0 1-1,0-1 1,0 0-1,0 0 1,0 1-1,0-1 1,1 0 0,-1 1-1,19 5-4,99-4-31,103-4 19,107-13 19,101-23-78,90-3-207,1289 7-41,-1254 56 301,-83 12-386,-95-4-904,-270-23 1108,258 23 207,-18 26 192,-331-53-194,48 15 0,-59-17-3,-1 0 1,1 1-1,-1 0 0,0 0 1,1 0-1,-1 0 0,0 0 1,0 0-1,-1 1 1,1 0-1,0-1 0,-1 1 1,3 4-1,-4-5 0,0-1 1,-1 0-1,1 0 1,-1 0 0,1 1-1,-1-1 1,0 0-1,1 0 1,-1 1-1,0-1 1,0 0-1,0 0 1,0 1-1,0-1 1,0 0-1,0 1 1,-1-1-1,1 0 1,0 0-1,-1 1 1,1-1-1,-1 0 1,1 0-1,-1 0 1,0 0-1,1 0 1,-1 0-1,0 0 1,0 0-1,0 0 1,0 0-1,1 0 1,-3 1-1,-3 3 2,-1-1-1,0 0 1,0 0 0,0 0-1,-9 2 1,-36 12 26,-2-3 1,0-2 0,-102 12-1,-963 60 60,846-71-6,-227 14 45,-68 1-58,461-23-88,-1325 70 474,17 45 1294,1059-75-1144,125-9-90,194-30-356,-45 14 0,57-9-97,25-12-60,0 0 1,0 0-1,0 0 1,0 0-1,0 0 0,0 0 1,-1 1-1,1-1 1,0 0-1,0 0 0,0 0 1,0 0-1,0 0 1,0 0-1,0 0 0,0 1 1,0-1-1,-1 0 1,1 0-1,0 0 0,0 0 1,0 1-1,0-1 1,0 0-1,0 0 0,0 0 1,0 0-1,0 0 1,0 1-1,0-1 0,0 0 1,0 0-1,0 0 1,1 0-1,-1 0 0,0 1 1,0-1-1,0 0 0,0 0 1,0 0-1,0 0 1,0 0-1,0 0 0,0 1 1,0-1-1,1 0 1,-1 0-1,0 0 0,0 0 1,0 0-1,0 0 1,0 0-1,0 0 0,1 0 1,-1 0-1,0 1 1,0-1-1,0 0 0,0 0 1,1 0-1,-1 0 1,9 1 5,-1 0 0,1 0 1,17 0-1,139-5 13,114-17 34,110-21 3,95-9-35,1903-46-186,-1844 115-97,-92 19-666,-110 3 581,-312-37 313,320 52-1002,-337-53 1004,0 1-1,-1 1 1,1-1-1,12 7 1,-23-9 30,0-1 1,0 0 0,0 1 0,0-1 0,-1 1 0,1-1 0,0 1 0,0-1 0,-1 1 0,1 0 0,0-1 0,-1 1 0,1 0 0,0 0 0,-1 0 0,1-1 0,-1 1-1,0 0 1,1 0 0,-1 0 0,0 0 0,1 0 0,-1 0 0,0-1 0,0 1 0,0 0 0,0 0 0,0 0 0,0 0 0,0 0 0,0 0 0,0 0 0,0 0-1,-1 2 1,0-1 3,-1 0-1,1 0 0,-1 1 0,0-1 0,0 0 0,0-1 0,0 1 0,0 0 1,0-1-1,0 1 0,-1-1 0,1 1 0,-4 0 0,-17 8 46,-2-1 0,1-1 0,-32 6 0,-96 14 197,-90 2 18,-75-5 533,-84-3-165,-82 0-198,154-8-233,-584 29 612,8 31 681,537-25-779,270-35-484,1 4 0,-119 40 1,207-55-234,-1-1-19,1 1-1,0 0 1,0 1-1,0 0 1,1 0 0,-1 1-1,1 0 1,0 1 0,-13 10-1,21-16 0,0 0 0,0 1 0,-1-1 0,1 0 0,-2 2-144,2-2 144,0 1 0,0-1 0,0 0 0,-1 1 0,1-1 0,0 0 0,0 1 0,0-1 0,0 0 0,0 1 0,0-1-1,0 0 1,0 1 0,0-1 0,0 1 0,0-1 0,0 0 0,0 1 0,0-1 0,1 0 0,-1 1 0,0-1 0,0 0 0,0 1 0,0-1 0,1 0 0,-1 1 0,0-1 0,2 1-144,-2 0 144,1-1-1,-1 0 1,0 0 0,1 0 0,-1 0 0,0 0 0,1 1 0,-1-1 0,1 0 0,31 3-1464,-31-3 1446,40 0-1590,1-1-1,0-2 0,64-13 0,73-37-5471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5:26.353"/>
    </inkml:context>
    <inkml:brush xml:id="br0">
      <inkml:brushProperty name="width" value="0.5" units="cm"/>
      <inkml:brushProperty name="height" value="1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4603 559 6723,'33'-21'840,"107"-73"-58,-138 92-766,12-7 70,-1 0 0,-1-1 0,14-14 0,-24 23-61,-1-1 0,1 0 0,-1 0 0,1 0 0,-1 0 0,0-1 0,0 1 0,0 0 0,0-1 0,0 1 0,-1 0 0,1-1 0,-1 1 0,1-1 0,-1 1 0,0 0 0,0-1 0,0 1 0,0-1 0,-1 1 0,0-5 0,0 4 29,0 1 1,0-1 0,0 0-1,0 1 1,-1-1-1,1 1 1,-1-1-1,1 1 1,-1 0-1,0-1 1,0 1 0,0 0-1,-1 0 1,1 1-1,0-1 1,-1 0-1,1 1 1,-1-1 0,-3-1-1,-18-6 259,0 0 0,0 1-1,-37-6 1,-159-23 640,-87 2-236,-78 3-202,-1024-54 1048,893 57-1007,149 9 100,126 10 99,133 9-406,383 15-866,46-2 58,109 7 77,95 13 86,76 8 139,3019 239 453,-3501-264 1404,-529-15 591,16 0-1450,-106 0-356,-85-3 75,-947-39 530,-503-4-99,1697 46-988,200 2 3,-33-3-212,321 9-594,142 1 10,133 1-296,115 6 120,87 9-136,588 37-854,160 7 936,-12-37 1558,-1250-31-52,76-4 1693,-178 0-1409,-27-4-6,-86-15 147,-118-10 0,158 24-799,-321-34 310,-113-1-182,-93-2-139,-2822-78 81,2873 124-187,134 8-17,147 15 20,234-21 4,0 2 1,1 0 0,-38 13-1,58-17-4,1-1 1,-1 1-1,0 0 0,0 0 1,1 0-1,-1 0 0,0 1 0,1-1 1,-1 0-1,1 1 0,0-1 1,-1 1-1,0 2 0,1-4-3,1 1 0,0 0 1,0-1-1,0 1 0,0 0 0,0-1 0,-1 1 0,1 0 1,0-1-1,1 1 0,-1 0 0,0-1 0,0 1 0,0 0 1,0-1-1,0 1 0,1 0 0,-1-1 0,0 1 1,1-1-1,-1 1 0,0 0 0,1-1 0,-1 1 0,1-1 1,0 1-1,3 3-36,0-1 0,1 0-1,0 0 1,-1-1 0,1 1 0,0-1 0,0 0 0,1 0 0,7 1 0,159 24-437,110-1 3,108 6-2,105 10-38,75 7-171,1835 218-1230,-1238-128 1933,-808-94 892,-286-31-324,-60-7-227,-18-1-226,-33 2-33,-307 10 485,46-15-410,-86-2-99,-83-3-33,-79-8 6,-120-10-35,-1248-26 164,1323 45-33,97 3 136,122 10-16,121 9-141,109-2-105,95-5-22,48-14 3,0 0 1,0 0 0,-1 0-1,1 0 1,0 0-1,0 0 1,0 0-1,0 0 1,0 0-1,-1 1 1,1-1-1,0 0 1,0 0-1,0 0 1,0 0-1,0 0 1,0 0-1,-1 0 1,1 0-1,0 1 1,0-1 0,0 0-1,0 0 1,0 0-1,0 0 1,0 1-1,0-1 1,0 0-1,0 0 1,0 0-1,0 0 1,0 0-1,0 1 1,0-1-1,0 0 1,0 0-1,0 0 1,0 0-1,0 1 1,0-1 0,0 0-1,0 0 1,0 0-1,0 0 1,0 1-1,0-1 1,0 0-1,0 0 1,0 0-1,0 0 1,1 0-1,-1 0 1,0 1-1,0-1 1,0 0-1,0 0 1,0 0-1,0 0 1,1 0-1,-1 0 1,0 0 0,0 0-1,0 0 1,1 0-1,31 7-89,115 1-163,101-4-100,110-2-84,90 6 58,1017 48-1355,7 27 741,-389 3 1319,-1036-82-264,-31-3-7,0 0 1,0 2-1,0-1 1,-1 2-1,24 8 1,-33-7 63,-15-1-1,-20 1-11,-1-1 0,1-2 0,-45-1 0,8-1 7,-177 1 171,-86-1-66,-74-1-123,-638-18 314,61 0 90,489 16-404,68 3-21,89 6 55,262-2-68,0 3 0,0 2 0,-84 24 0,150-31-61,-1-1-1,1 1 0,0 1 1,0-1-1,0 1 0,1 0 1,-10 7-1,14-10-1,1 0 0,-1 1 0,1-1 0,0 0-1,-1 1 1,1-1 0,-1 1 0,1-1 0,0 1 0,0-1 0,-1 0-1,1 1 1,0-1 0,0 1 0,-1 0 0,1-1 0,0 1 0,0-1-1,0 1 1,0-1 0,0 1 0,0-1 0,0 1 0,0-1 0,0 1-1,0 0 1,0-1 0,0 1 0,1-1 0,-1 1 0,0-1 0,0 1-1,0-1 1,1 1 0,-1-1 0,0 1 0,1-1 0,-1 1 0,0-1-1,1 0 1,-1 1 0,1-1 0,-1 0 0,1 1 0,-1-1 0,0 0-1,1 1 1,-1-1 0,1 0 0,-1 0 0,1 0 0,0 1 0,-1-1-1,1 0 1,0 0 0,14 5-27,1-1 1,-1-1-1,1 0 0,16 1 0,167 12-44,106-1-72,102 1-37,3790 263-2127,-4097-270 2511,-69-2 119,-31-7-319,0-1 1,-1 1 0,1 0 0,0 0-1,0 0 1,0 0 0,0 0-1,0 0 1,0 0 0,0 0-1,0 0 1,0 0 0,0 0-1,-1 0 1,1 0 0,0 0-1,0 0 1,0 0 0,0 0-1,0 0 1,0 1 0,0-1-1,0 0 1,0 0 0,0 0-1,0 0 1,-1 0 0,1 0-1,0 0 1,0 0 0,0 0 0,0 0-1,0 0 1,0 0 0,0 0-1,0 0 1,0 0 0,0 1-1,0-1 1,0 0 0,0 0-1,0 0 1,0 0 0,0 0-1,0 0 1,0 0 0,0 0-1,0 0 1,0 1 0,0-1-1,0 0 1,0 0 0,0 0-1,0 0 1,0 0 0,0 0 0,0 0-1,0 0 1,0 0 0,0 0-1,0 0 1,0 1 0,0-1-1,-24 2 318,-185 0 538,102-3-649,-171-1 169,-680-53 378,416 18-303,-772 3 285,1385 38-989,-18 1 119,598 25-981,-185-11 402,1666 127-1577,-1812-110 2722,-258-26 259,-55-7-323,-14-1-16,-122 2 748,60-4-766,-1471-33 1229,139-9-1547,1368 42-15,-87 5 18,107-4-24,0 1 1,1 1 0,-1 0-1,1 0 1,0 1-1,-14 7 1,24-10-9,1-1 0,-1 1 0,0 0 0,1 0 0,-1 0 0,1 0 0,0 0 0,-1 0 0,1 0 0,0 1 0,-1-1 0,1 0 0,0 1-1,0-1 1,0 1 0,0-1 0,-1 3 0,3-3-11,-1 0 0,0 0 1,0 1-1,1-1 0,-1 0 0,1 0 0,-1 0 0,1 0 0,-1 0 0,1 0 0,0 0 0,-1-1 0,1 1 0,0 0 0,0 0 0,-1 0 0,1-1 0,0 1 1,0 0-1,0-1 0,0 1 0,0-1 0,0 1 0,0-1 0,0 1 0,0-1 0,1 0 0,-1 0 0,0 1 0,1-1 0,40 9-195,-1-1-1,1-3 1,77 2-1,-89-6 158,219 7-443,2204 176-3393,-2135-142 4111,-262-29 1198,-471-10 1303,201-5-2315,-923-13 550,1014 13-933,30 0-19,-618 1 26,659 7-26,51-6 0,1 0-1,0 0 0,-1 0 0,1 0 0,0 0 1,0 0-1,-1 0 0,1 0 0,0 0 0,0 0 1,-1 0-1,1 0 0,0 0 0,0 0 0,-1 1 1,1-1-1,0 0 0,0 0 0,0 0 0,-1 0 1,1 1-1,0-1 0,0 0 0,0 0 0,0 1 1,-1-1-1,1 0 0,0 0 0,0 0 0,0 1 1,0-1-1,0 0 0,0 1 0,0-1 0,0 0 0,0 0 1,0 1-1,0-1 0,0 0 0,0 0 0,0 1 1,0-1-1,0 0 0,0 0 0,0 1 0,0-1 1,0 0-1,0 0 0,0 1 0,0-1 0,1 0 1,-1 0-1,0 1 0,0-1 0,0 0 0,0 0 1,1 0-1,-1 1 0,0-1 0,0 0 0,0 0 1,1 0-1,2 2-16,0 0 1,1 0-1,-1 0 1,1-1-1,-1 1 1,1-1-1,0 0 0,-1 0 1,6 0-1,235 30-568,-182-25 439,765 90-1055,-1 46-332,-67 58 359,-632-149 1198,-123-49-2,0 0 1,1 0-1,-1 0 0,0 1 1,0-1-1,0 1 0,-1 0 0,1 0 1,0 0-1,-1 1 0,0-1 1,0 1-1,0 0 0,0-1 1,-1 2-1,0-1 0,3 5 1,-5-8-1,0 1 1,0-1-1,0 0 1,0 1 0,0-1-1,0 1 1,-1-1-1,1 1 1,0-1 0,-1 0-1,1 1 1,-1-1-1,1 0 1,-1 1-1,0-1 1,0 0 0,1 0-1,-1 0 1,0 1-1,0-1 1,-2 1 0,-1 1 46,0 1 1,-1-1 0,0 0 0,0 0-1,0-1 1,0 1 0,-11 2 0,-45 11 329,0-4 1,-2-2-1,-81 3 1,-573 17 776,-5-30-779,359-1-420,223-1 33,46 0-11,-1 3-1,-115 17 0,197-16-5,1 1-1,-1 0 1,-12 5 0,24-8 2,1 0 1,-1 0-1,1 0 0,-1 0 1,1 0-1,-1 0 1,1 0-1,-1 0 1,1 1-1,0-1 1,-1 0-1,1 0 0,-1 0 1,1 1-1,0-1 1,-1 0-1,1 1 1,0-1-1,-1 0 1,1 1-1,0-1 1,-1 0-1,1 1 0,0-1 1,0 1-1,-1-1 1,1 0-1,0 1 1,0-1-1,0 1 1,0-1-1,0 1 0,0-1 1,0 1-1,-1-1 1,1 1-1,1-1 1,-1 1-1,0-1 1,0 0-1,0 1 0,0-1 1,0 1-1,0-1 1,0 1-1,1-1 1,-1 1-1,0-1 1,0 0-1,1 1 0,-1-1 1,0 0-1,1 1 1,1 1-38,1 0 0,0 0 1,0 0-1,0-1 0,0 0 0,0 1 1,0-1-1,5 1 0,70 14-386,88 6-1,-119-17 294,929 129-1599,-9 70 1144,-924-193 610,18 4 174,0 2 0,-2 3-1,68 33 1,-122-51-112,0 1 0,0 0 0,0 0 0,0 0 0,0 1-1,0 0 1,-1 0 0,0 0 0,0 0 0,7 10 0,-8-9-17,-1 0 0,0 0-1,0 1 1,-1-1 0,1 1 0,-1 0 0,0-1 0,-1 1-1,1 0 1,-2 8 0,2 4-4,-1-12-56,1-1 0,-1 1 0,0-1 0,0 1 0,0 0 0,-1-1 0,0 1 0,0-1 0,0 1 0,-1-1-1,0 0 1,0 1 0,0-1 0,-1 0 0,0 0 0,0-1 0,0 1 0,-5 6 0,0-5-6,0 1 0,-1-1 0,0 0 0,0-1 0,0 0 0,0 0 0,-1-1 0,0 0 0,0-1 0,0 0 0,0-1 0,-12 2 0,-19 1-9,-70-1-1,80-4 10,-77 0 12,-60 2 21,126 5-17,41-7-19,0 0 1,1 1-1,-1-1 1,0 0-1,0 0 1,1 1-1,-1-1 1,0 0-1,1 1 1,-1-1-1,0 1 1,1-1-1,-1 1 1,0-1-1,1 1 1,-1-1-1,1 1 1,-1-1-1,1 1 1,-1 0-1,1-1 0,0 1 1,-1 0-1,1-1 1,0 1-1,0 0 1,-1 0-1,1-1 1,0 1-1,0 0 1,0 0-1,0 0 1,0-1-1,0 1 1,0 0-1,0 0 1,0-1-1,0 1 1,1 0-1,-1 0 1,0-1-1,0 1 1,1 0-1,-1 0 1,1 0-1,0 1-19,0-1 0,1 0 0,-1 1 0,0-1 0,1 0 0,-1 0 0,1 0 0,-1 0-1,1 0 1,-1 0 0,1 0 0,0-1 0,1 2 0,19 4-100,-1-1 0,1-1 1,0-1-1,27 1 0,-24-2 54,566 42-1920,330 33 1068,-253-19 2937,-539-53-1273,0 5 0,157 34-1,-278-42-736,-5-2-4,0 0 0,-1 1-1,1-1 1,0 1 0,-1 0-1,1 0 1,0 0 0,-1 0-1,1 0 1,-1 0 0,1 1-1,-1-1 1,3 4-1,-5-5-1,1 0 0,-1 0 0,0 1-1,0-1 1,0 0 0,0 0-1,0 1 1,0-1 0,0 0 0,1 0-1,-1 1 1,0-1 0,0 0-1,0 0 1,0 1 0,0-1 0,0 0-1,0 1 1,-1-1 0,1 0-1,0 0 1,0 1 0,0-1 0,0 0-1,0 0 1,0 1 0,0-1-1,0 0 1,-1 0 0,1 0 0,0 1-1,0-1 1,0 0 0,-1 0-1,1 0 1,0 1 0,0-1-1,0 0 1,-1 0 0,1 0 0,0 0-1,0 0 1,-1 1 0,-15 5 12,15-5-12,-21 5 38,-39 6 0,-24 5 18,76-15-27,1 1 0,-1 0-1,1 1 1,-1 0 0,1 0 0,-14 10 0,20-13-27,1 0 0,-1 1 0,1-1 0,-1 0 0,1 1 0,0-1-1,0 1 1,0-1 0,-1 1 0,2-1 0,-1 1 0,0 0 0,0-1 0,0 1 0,1 0 0,-1 3 0,0-4-1,1 0 0,1 1 0,-1-1 1,0 0-1,0 1 0,0-1 1,1 0-1,-1 1 0,1-1 0,-1 0 1,1 0-1,-1 1 0,1-1 1,0 0-1,0 0 0,0 0 0,1 2 1,3 1 3,-1 0 0,1-1 0,0 1 0,0-1 0,1 0 0,-1 0 0,0-1 0,10 4 0,50 13 13,0-3-1,68 8 0,139 6-3,-96-13 6,16 7 22,-290-25 407,7 2-15,-23-5-145,-229 2-55,331 3-233,-1 1 0,1 0 0,0 1 0,0 0 0,0 1-1,-15 7 1,21-9-24,1 1 0,0 0-1,0 0 1,0 0 0,0 1-1,0 0 1,1 0 0,-1 0-1,1 0 1,0 1 0,0-1-1,1 1 1,-1 0 0,-4 10-1,8-14 9,0-1 0,-1 0 0,1 1 0,0-1 0,0 1 0,0-1 0,0 1 0,0-1 0,-1 1 0,1-1 0,0 1 0,0-1 0,0 1 0,0-1 0,0 1 0,1-1 0,-1 0 0,0 1 0,0-1 0,0 1 0,0-1 0,0 1 0,1-1 0,-1 1 0,0-1 0,0 0 0,1 1 0,-1-1 0,0 1 0,1-1 0,-1 0 0,0 1 0,1-1 0,-1 0 0,0 0 0,1 1 0,-1-1 0,1 0 0,-1 0 0,1 1 0,19 1-119,-16-1 110,12 0-73,0 0 11,1-1 1,20-1 0,-33 1 81,1-1 0,-1 0 0,0 0 0,0 0 0,0 0 0,-1 0-1,1-1 1,0 0 0,0 0 0,-1 0 0,1 0 0,-1 0 0,0-1 0,4-3 0,2-4 5,0 0 0,-1-1 0,0 0 0,-1 0 0,0-1 0,-1 0 0,0 0 0,-1 0 0,5-20-1,-4 7 2,-2-1-1,-1 1 0,0-1 1,-2-28-1,-1 30 1,0 0 0,-2 0-1,0 0 1,-2 1 0,-7-29 0,5 32-158,-41-118 516,39 120-818,0 1 0,-1 0-1,-1 0 1,0 1 0,-20-23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5:37.165"/>
    </inkml:context>
    <inkml:brush xml:id="br0">
      <inkml:brushProperty name="width" value="0.5" units="cm"/>
      <inkml:brushProperty name="height" value="1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9839 379 1761,'0'0'3724,"29"-16"-2827,90-51 71,-114 65-751,0-1 0,0 0 0,0 0-1,0 0 1,-1-1 0,0 0 0,1 0 0,-1 0 0,-1 0 0,11-22 1191,-14 24-1170,1-1 1,-1 0-1,0 0 0,0 0 1,0 1-1,0-1 0,-2-5 1,1-14 725,1 14-783,0 0 0,0 0-1,-1 0 1,0 0-1,0 0 1,-1 0-1,0 0 1,0 0 0,-1 1-1,0-1 1,0 1-1,-6-9 1,-28-58 369,36 74-526,0-1 0,0 1 0,0 0 1,0-1-1,0 1 0,0 0 1,0 0-1,0 0 0,0 0 0,0 0 1,0 0-1,0 0 0,0 0 1,0 0-1,0 0 0,1 0 0,-1 1 1,0-1-1,0 0 0,0 1 0,0-1 1,0 1-1,0-1 0,1 1 1,-1-1-1,0 1 0,0-1 0,1 1 1,-2 1-1,-9 14 181,0-1 1,2 2-1,0-1 1,0 1-1,2 0 0,-8 27 1,0-3 130,-220 714 3843,150-451-3425,71-255-650,-88 313 335,26 5-198,66-300-197,-47 373 281,54-402-249,-33 304 320,21-238-357,-38 129-1,26-139-25,4 2 0,3 1-1,-10 176 1,7 206-117,18-387 120,-14 217-250,9-216 178,-28 118-1,-34 18 31,48-165 36,3 2 0,3 0 0,-13 97-1,22 244-37,10-258 0,3-1-46,7 0-1,32 156 0,-22-141 193,-1 182-1,-19-322-93,2 166-83,-40 341 1,24-459 121,-38 124 0,29-126 23,-20 124 0,31-108 56,-32 183-294,3-93 40,8 0 0,-11 223 0,37-300-109,-10 323-95,16-403 289,-1-3 33,1 0 0,1 0-1,5 28 1,-4-38-5,-1 0 1,1 0-1,0 0 0,1 0 1,-1-1-1,1 1 1,0-1-1,0 1 0,0-1 1,0 0-1,1 0 0,0 0 1,0-1-1,7 5 0,55 33-46,-46-30 64,0 1-1,31 26 1,-16-4 81,-2 2 0,-2 2 0,44 66 0,-47-63 10,3 11-119,-23-37-11,1 0-1,18 23 1,-27-37 18,1 0 0,-1-1 0,0 1 0,0-1-1,1 1 1,-1-1 0,1 1 0,-1-1 0,0 0 0,1 1-1,-1-1 1,1 1 0,-1-1 0,1 0 0,-1 1 0,1-1-1,0 0 1,-1 0 0,1 1 0,-1-1 0,1 0 0,-1 0-1,1 0 1,0 0 0,-1 0 0,1 0 0,0 0 0,-1 0-1,1 0 1,-1 0 0,1 0 0,0 0 0,-1 0 0,1 0-1,-1-1 1,1 1 0,-1 0 0,1 0 0,-1-1-1,1 1 1,-1 0 0,1-1 0,-1 1 0,1-1 0,-1 1-1,1-1 1,-1 1 0,0-1 0,1 1 0,-1-1 0,0 1-1,1-1 1,-1 0 0,13-37-163,-11 29 148,10-35-105,1 0 0,2 1 0,2 1 0,32-56-1,81-84-1432,-19 30-72,78-160 1220,-165 265 355,-3 0 1,-2-2 0,-2 0-1,-2-1 1,9-55 0,15-284-179,-31-4 140,-7 305 90,-19-684 1144,-6-104-2142,24 779 998,-15-369-109,15-481-619,3 871 732,27-143 1,-18 148 2,12-72 59,71-527 233,-30 137-256,-29 248 2,-17 63 59,-11-256 0,-13 391 64,-17-88-1,-3-24 29,25 198-202,0-1 0,0 1 0,0-1 0,-1 0 0,1 1 1,0-1-1,-1 1 0,1-1 0,-1 1 0,1-1 0,-1 1 0,0-1 0,0 1 0,0 0 0,0-1 0,-1 0 0,1 1-8,0 1 1,0-1-1,-1 1 0,1-1 0,0 1 0,0 0 0,0 0 0,-1 0 1,1 0-1,0 0 0,0 0 0,0 0 0,-1 0 0,1 0 0,0 1 1,0-1-1,0 0 0,0 1 0,-1-1 0,1 1 0,0-1 0,0 1 1,0-1-1,0 1 0,0 0 0,-1 1 0,-12 10 5,0 0 1,1 1-1,1 1 0,0 0 0,-18 28 0,25-34 9,-41 61 103,3 3 0,3 1 0,3 2 0,-30 92 1,-84 329 599,140-456-682,-414 1361 297,264-956-271,-51 147 67,25 3 72,-20 276 231,26-99-413,148-653-16,-5-2 0,-6-2-1,-4-1 1,-111 187 0,136-263 19,-128 187 82,149-224-76,1-8-2,1-14-52,0 0 0,2 0 0,0-1 0,7-26 0,31-95-307,-13 51 69,142-499-1423,42 10-406,121-114-897,-114 252 2859,-197 402 280,-13 28 100,-1-2 0,-1 1 0,8-23 0,-13 35-146,0-1 28,-8 7 197,-9 10-283,1 1-1,1 0 1,-17 24-1,0 1-2,-187 224 477,-253 314 1022,23 16-230,207-217-611,208-316-570,3 1 0,2 2 0,3 0 0,-22 92 0,41-126-71,-4 46 0,10-73-44,-1 1 1,1 0 0,0-1 0,0 1-1,0 0 1,0 0 0,1-1-1,-1 1 1,1 0 0,0-1 0,0 1-1,0 0 1,1-1 0,-1 0 0,4 6-1,-2-7-5,0 1 0,0-1 0,0 0-1,1 0 1,-1 0 0,0 0 0,1-1-1,-1 1 1,1-1 0,0 0 0,0 0 0,-1 0-1,1-1 1,6 1 0,4 0-29,0 0 0,0-1 0,0 0-1,0-1 1,0-1 0,-1 0 0,19-5 0,-3-2-27,-1-2 0,47-23 0,4-9-291,-2-4 1,95-75-1,130-140-901,-187 151 609,160-200 0,-216 235-266,-4-4-1,-4-1 0,78-168 1,-115 216 802,-1 0 1,-2-1-1,-1-1 0,-2 0 1,5-45-1,-13 78 162,1 0-1,-1 1 1,1-1-1,-1 0 1,0 0-1,0 0 1,0 0-1,0 0 1,0 0-1,0 0 1,-1 0-1,1 0 1,-1 0-1,1 1 1,-1-1-1,0 0 1,0 0-1,0 0 1,0 1-1,0-1 1,-2-2-1,0 3 57,0 0 0,0 0 0,-1 0-1,1 1 1,0-1 0,-1 1 0,1 0-1,0 0 1,-1 0 0,1 0 0,-6 2 0,-4 0 124,-1 0 1,0 1 0,1 0-1,-1 1 1,1 1 0,-14 6 0,-5 6 385,-44 30 1,-215 173 1661,11 25-883,-540 553 1245,454-430-2313,299-302-319,-51 50 1,-120 151-1,218-242-30,2 1 0,-20 39 0,33-54-53,0-1 1,0 1-1,2 0 0,-1 0 1,2 0-1,-1 0 1,1 0-1,1 1 1,0 17-1,1-27 48,0 1 0,1-1 0,-1 0 0,1 0 0,0 0 0,-1 0 0,1 0 0,0 0 0,0 0 0,1 0 0,-1 0 1,0 0-1,1 0 0,-1-1 0,1 1 0,-1 0 0,1-1 0,0 0 0,-1 1 0,1-1 0,0 0 0,0 0 0,0 0 0,0 0 0,0 0 0,1 0 0,-1-1 0,3 1 0,10 3-121,-1-2 0,1 0-1,21 0 1,-12 0-219,-23-2 331,53 3-729,0 3 0,-1 2 1,63 18-1,-101-21 528,0 0 1,-1 1-1,1 0 0,-1 1 1,-1 1-1,1 0 0,-1 1 1,0 1-1,-1-1 0,0 2 0,-1 0 1,0 0-1,-1 1 0,0 1 1,14 23-1,-15-19-179,-1 1 0,-1 0-1,-1 0 1,0 1 0,-1 0 0,-1 0-1,2 26 1,-3 0-140,-2 0 0,-5 47 0,0-64 627,0 0 1,-2-1 0,-1 0-1,-1 0 1,-1 0-1,-2-1 1,0-1-1,-2 0 1,0 0-1,-25 32 1,7-17 709,-2-1 0,-1-1 0,-2-2 1,-74 58-1,97-83-556,-1 0 1,0-1 0,-1-1 0,0 0-1,0 0 1,-1-2 0,0 0-1,-1-1 1,-20 5 0,37-11-230,-1 1 1,1-1-1,-1 0 1,0 0-1,1 0 1,-1 0-1,1 1 1,-1-1-1,0 0 1,1 0-1,-1 0 1,1 0-1,-1 0 1,0-1-1,1 1 1,-1 0-1,1 0 0,-1 0 1,1 0-1,-1-1 1,0 1-1,1 0 1,-1 0-1,1-1 1,-1 1-1,1-1 1,-1 1-1,1 0 1,0-1-1,-1 1 1,1-1-1,-1 0 1,1-1-13,-1 0-1,1 0 1,0 0 0,0 0 0,0 0 0,0 0 0,0 0-1,1 0 1,-1 0 0,1 0 0,-1 0 0,1 0 0,0 0-1,-1 0 1,1 0 0,0 1 0,0-1 0,1 0 0,-1 1-1,0-1 1,0 0 0,1 1 0,1-2 0,44-37-323,1 8-138,1 1 1,74-33-1,117-37-538,-159 68 983,142-56 484,103-50 4126,-359 143-3954,-32 14 308,-84 35-1,50-16-255,-19 5 133,-274 93-71,333-116-702,-130 46-13,176-59-8,11-3-105,9-2-357,43-4-67,0-3-1,-1-1 0,53-16 1,-28 6 306,138-21 673,2 9 1,410-3 0,-624 32-448,1-1 0,-1 1 1,1 0-1,-1 0 1,1 0-1,-1 0 0,1 0 1,-1 0-1,1 0 1,-1 0-1,1 0 0,-1 1 1,1-1-1,-1 0 1,1 0-1,-1 0 0,1 0 1,-1 1-1,1-1 1,-1 0-1,1 1 0,-1-1 1,0 0-1,1 1 1,-1-1-1,0 0 0,1 1 1,-1-1-1,0 1 1,1-1-1,-1 1 0,0-1 1,1 1-1,-7 15 663,1-10-545,0-1 0,-1 1 0,0-1 1,0 0-1,0 0 0,-1 0 1,1-1-1,-1 0 0,0-1 1,-14 6-1,7-2-19,-169 70 725,-227 63-1,335-116-855,-111 30-531,224-53-444,8-6 737,-1-3 0,1-1 0,67-24 0,-25 7 13,203-44-46,-223 58 500,1 3 0,92-1 0,-137 10-193,-5-1 3,0 1 0,1 1 1,-1 1-1,32 6 0,-47-7-23,0 1-1,0-1 1,0 1 0,0-1-1,0 1 1,0 0 0,0 1-1,-1-1 1,1 1 0,-1-1 0,1 1-1,-1 0 1,0 1 0,0-1-1,-1 0 1,1 1 0,-1-1-1,1 1 1,-1 0 0,0 0-1,-1 0 1,1 0 0,-1 0-1,1 0 1,-1 1 0,0 4-1,0-2 46,-1 0-1,0 1 1,0-1-1,0 0 1,-1 0-1,0 0 1,-1 0-1,0 0 1,0 0-1,0-1 1,-1 1-1,0-1 1,0 1-1,0-1 1,-1 0-1,0 0 1,0 0-1,-1-1 1,0 0-1,0 0 1,0 0-1,0 0 1,-8 5-1,-14 8 112,0-1-1,-1-1 0,-55 22 1,75-34-152,-127 49 55,-3-6 1,-1-5-1,-2-7 0,-1-6 1,-238 17-1,328-46-65,41 0-193,-1 0 0,1 0 1,-14 3-1,63-13-240,45-19 0,-8 2 259,23-3 162,1 4 0,2 5 0,0 4 0,0 4 0,111 1 0,-143 10 21,-38 1 0,1 0 1,49 7-1,-80-6 6,1 0 0,-1 0 0,0 0 0,1 1 0,-1-1 0,1 0 0,-1 1 0,0-1 0,1 1 1,-1 0-1,0-1 0,1 1 0,-1 0 0,0 0 0,0 0 0,0 0 0,0 0 0,0 0 0,0 0 0,0 0 0,0 0 0,0 0 0,0 0 0,-1 1 0,1-1 0,1 3 0,-3-3 14,1 1-1,0-1 0,0 1 0,-1 0 0,1-1 0,-1 1 1,1-1-1,-1 1 0,0-1 0,0 1 0,0-1 1,1 1-1,-1-1 0,-1 0 0,1 0 0,0 1 1,0-1-1,0 0 0,-1 0 0,1 0 0,0 0 0,-1-1 1,1 1-1,-1 0 0,-2 0 0,-28 15 56,0-3-1,-1 0 1,-46 10-1,-114 18 146,176-38-208,-188 31 23,-223 6-1,-212-28 79,478-18-108,-224-38 0,-156-60-13,517 99-1,-117-24 9,-542-139 94,679 163-153,19 0-116,59-2-46,130 4 0,-109 4 78,-77-1 91,100-1-323,0 5 0,130 22-1,105 43-855,132 23 335,-346-72 537,214 2 0,-290-23 265,-62 1 86,0 0 0,0 0-1,-1 0 1,1 0 0,0 0 0,0 0 0,0 0 0,0 0 0,0 0 0,0 0 0,0 0 0,-1 0-1,1 0 1,0 0 0,0 0 0,0 0 0,0 0 0,0 0 0,0 0 0,0-1 0,0 1 0,-1 0 0,1 0-1,0 0 1,0 0 0,0 0 0,0 0 0,0 0 0,0 0 0,0-1 0,0 1 0,0 0 0,0 0-1,0 0 1,0 0 0,0 0 0,0 0 0,0-1 0,0 1 0,0 0 0,0 0 0,0 0 0,0 0-1,0 0 1,0 0 0,0-1 0,0 1 0,0 0 0,0 0 0,0 0 0,0 0 0,0 0 0,0 0-1,0 0 1,1 0 0,-1-1 0,0 1 0,0 0 0,0 0 0,0 0 0,0 0 0,0 0 0,0 0 0,0 0-1,1 0 1,-1 0 0,0 0 0,-6-6 39,-1 1 1,0 0-1,0 1 0,0 0 1,0 0-1,-1 0 0,0 1 0,1 0 1,-15-3-1,4 0 19,-287-75 524,158 45-438,-1173-217 463,442 153 701,255 31-478,474 51-311,-210-52 0,343 66-498,-11-3 14,-35-14 0,56 18-31,-1 0 1,1 0-1,0 0 1,0-1 0,0 0-1,0 0 1,1-1-1,-1 1 1,1-1 0,-5-7-1,8 10-8,1 0 0,0 0 0,0 1 0,0-1 0,0 0 0,0 0 0,0 0 0,0 0 0,0 0 0,1 0 0,-1 0 0,1 0 0,0 0 0,-1-1-1,1 1 1,0 0 0,0 0 0,1 0 0,-1 0 0,0 0 0,1 0 0,-1-1 0,1 1 0,0 0 0,-1 0 0,1 0 0,0 1 0,0-1 0,0 0 0,1 0 0,-1 0 0,0 1 0,1-1 0,-1 1 0,1-1 0,-1 1-1,1-1 1,0 1 0,2-1 0,5-4-41,1 0 0,0 1 0,0 0 0,1 0-1,20-5 1,5 1-94,0 2 0,0 1 0,44-1-1,112 6-98,-96 3-16,179 19-970,-4 0 104,-227-19 939,-7-1-211,-71-6 439,-478-28 1144,-397 30 1602,493 5-1671,409-2-1109,2 0 5,0 0 0,0 0 0,-1 0 1,1-1-1,0 1 0,-9-4 0,13 4-13,0-1-1,0 0 1,0 0 0,0 0 0,0 0 0,0 1-1,0-1 1,0 0 0,0-1 0,0 1-1,0 0 1,1 0 0,-1 0 0,0 0 0,1-1-1,-1 1 1,1 0 0,-1-1 0,1 1-1,0 0 1,0-1 0,-1 1 0,1 0 0,0-1-1,0 1 1,1-3 0,-1-3-19,1 1 0,1 0 0,-1 0 0,1 0 0,0-1 0,0 2-1,0-1 1,1 0 0,0 0 0,0 1 0,1 0 0,0-1 0,-1 1 0,2 1 0,5-7 0,6-4-100,1-1 0,1 2-1,20-13 1,-3 5-152,0 2 1,2 1-1,0 1 0,1 3 0,68-19 0,-54 22-129,1 2 1,0 3-1,101-1 0,-32 8-684,-111 2 939,-15 2 181,-21 5 183,-122 5 488,-241-6-1,250-9-610,-55-8-45,164 6-50,0-2 0,1-1 1,-1-2-1,-40-16 0,64 22-1,1 0 0,-1 0 1,1-1-1,0 1 0,-1-1 1,1 0-1,1 0 0,-1-1 0,-5-5 1,8 8-7,0-1 0,0 1 0,0-1 1,0 0-1,1 1 0,-1-1 0,0 0 0,1 1 1,-1-1-1,1 0 0,-1 0 0,1 0 1,0 1-1,0-1 0,0 0 0,0 0 0,0 0 1,0 0-1,1 1 0,-1-1 0,1 0 1,-1 0-1,1 1 0,-1-1 0,1 0 0,0 1 1,0-1-1,0 0 0,2-1 0,2-4-11,1 1-1,0 0 0,0 0 0,1 0 1,-1 1-1,11-7 0,54-28-57,-61 34 60,110-51-590,215-71-1,-40 18-725,-293 109 1360,1 0 1,0 0-1,-1-1 0,0 1 0,1-1 0,-1 1 0,0-1 0,0 0 1,4-4-1,-6 5-16,1 1 0,-1-1 1,0 0-1,0 1 0,1-1 0,-1 0 1,0 1-1,0-1 0,0 0 0,0 1 1,0-1-1,0 0 0,0 1 0,0-1 1,0 0-1,0 1 0,0-1 0,0 0 1,0 1-1,0-1 0,-1 0 0,1 1 1,0-1-1,-1 1 0,1-1 1,0 0-1,-1 1 0,1-1 0,-1 1 1,1-1-1,-1 1 0,1-1 0,-1 1 1,1 0-1,-1-1 0,1 1 0,-1-1 1,1 1-1,-1 0 0,0 0 0,1-1 1,-1 1-1,0 0 0,1 0 0,-1 0 1,0 0-1,-21-7-6,1 2 1,-1 1-1,0 0 1,0 2-1,0 0 1,-26 2-1,6-1 50,-107-1 191,59 2 195,-179-23 1,243 18-479,0-2 0,1 0 0,0-2 1,0 0-1,1-2 0,0-1 0,1-1 0,-38-27 0,49 32-30,2-1 0,-1 0-1,1-1 1,1 0 0,0-1-1,0 1 1,1-2-1,1 1 1,-1-1 0,2 0-1,0-1 1,0 1 0,1-1-1,1 0 1,0-1 0,1 1-1,0-1 1,0-14 0,2 12-89,1 0 1,0 1 0,1-1-1,4-18 1,-3 27 105,-1 1 1,2 0-1,-1-1 0,1 1 1,0 0-1,0 0 0,0 1 1,1-1-1,0 1 1,0 0-1,1 0 0,6-6 1,7-4-121,0 0 1,2 2-1,0 0 1,0 2-1,1 0 1,0 1-1,1 1 1,0 1-1,0 1 1,1 1-1,0 1 1,0 1-1,1 1 1,44 0-1,-54 3 32,-9-1-1,1 1 0,0 0 0,-1 0 1,1 1-1,0 0 0,5 1 0,-10-2 119,0 1 1,0-1-1,0 1 0,0-1 1,0 1-1,0 0 1,-1-1-1,1 1 1,0 0-1,0-1 0,-1 1 1,1 0-1,0 0 1,-1 0-1,1 0 1,-1 0-1,1 0 0,-1-1 1,1 1-1,-1 0 1,0 0-1,1 1 1,-1-1-1,0 0 1,0 0-1,0 0 0,0 0 1,0 0-1,0 0 1,0 0-1,0 0 1,0 0-1,-1 0 0,1 0 1,0 0-1,-1 0 1,1 1-1,-2 3 15,0-1 0,0 1 0,0-1-1,-1 1 1,0-1 0,1 0 0,-2 0 0,1 0 0,0 0-1,-1-1 1,1 0 0,-1 1 0,-6 3 0,-6 3 46,1-1 0,-23 11 0,-14 2 285,-1-2 0,0-3 0,-1-2 0,-94 14 0,35-16-20,-153-3-1,259-10-311,0 1 1,1-1 1,-1-1-1,1 1 0,-1-1 0,-7-2 0,12 2 0,0 1 0,1-1 0,-1 0 0,1 1 0,-1-1 0,1 0 0,-1 0 0,1 0 1,-1 0-1,1-1 0,0 1 0,-1 0 0,1 0 0,0-1 0,0 1 0,0-1 0,0 1 1,0-1-1,0 1 0,1-1 0,-1 0 0,1 1 0,-1-1 0,1 0 0,-1-2 0,0-2 4,1-1-1,-1 1 1,1 0-1,1 0 0,-1-1 1,1 1-1,0 0 0,1 0 1,-1-1-1,1 1 1,1 0-1,-1 1 0,5-9 1,5-5-31,0 1 1,25-28-1,-9 13-13,30-42-170,-3-2 1,66-123 0,-101 160 151,-1 0 1,-2-2-1,-2 0 0,-2-1 0,-2-1 1,-2 0-1,6-63 0,-15 103 53,4-40-7,-3 1 0,-5-64 0,4 105 15,-1 1 1,1-1 0,0 1-1,0 0 1,-1-1-1,1 1 1,-1-1 0,1 1-1,-1 0 1,1-1 0,-1 1-1,0 0 1,0 0-1,0 0 1,1-1 0,-1 1-1,0 0 1,-1 0-1,1 0 1,0 0 0,0 1-1,0-1 1,0 0-1,-1 0 1,1 1 0,0-1-1,-1 1 1,1-1-1,-1 1 1,1-1 0,0 1-1,-1 0 1,1 0-1,-1 0 1,1 0 0,-1 0-1,1 0 1,-1 0-1,1 0 1,0 1 0,-1-1-1,-1 1 1,-2 1 16,-1-1-1,1 1 1,-1 1 0,1-1 0,0 1 0,0 0 0,0 0-1,0 0 1,-8 8 0,-2 6 7,0 0 1,2 2-1,0-1 0,0 1 0,2 1 1,1 0-1,0 1 0,-10 32 0,10-21-5,2 1 0,1-1 0,2 1 0,0 1 0,2 42 0,2-62-38,0-22-129,3-30 19,7-3 17,2 1 1,22-51-1,-1 4-68,10-45-293,-6-1 1,-5-2-1,13-154 0,-5-727-405,-35 696 711,1-526-386,-6 728 579,-5-1 0,-5 1 0,-30-126 0,27 175 107,11 73-16,-1 9-123,-16 145 88,7 1 0,8 177 0,11-254-96,26 138-1,-18-143-81,-9-46 16,-1 0-1,-1 1 0,-2-1 0,-4 49 1,2-74 73,0 0 0,-1 0 0,1 0 1,-1 0-1,-1 0 0,1-1 0,-5 9 1,6-12 0,0 0 0,-1 0 0,1 0 1,0 0-1,-1 0 0,1-1 0,-1 1 1,0 0-1,1-1 0,-1 1 1,0-1-1,0 0 0,0 0 0,0 1 1,0-1-1,-1 0 0,1-1 1,0 1-1,0 0 0,-1-1 0,-2 1 1,1-7 31,1-11-17,1 0 0,1-28 1,0 13-62,-5-892-999,7 555-95,-1 109-86,1-330 232,5 444 850,41-242 0,-43 361 349,0 0-1,-2-37 1,-8 84 283,-6 27-263,1 1 0,3 1 0,-3 66 1,7 156 449,4-181-600,2 63 52,-6 180-16,3-314-112,-2-1 1,-4 21-1,5-33 5,0 0 0,0 0-1,0 0 1,-1 0 0,0 0 0,0 0-1,0-1 1,-9 11 0,-5-4 39,16-12-38,1 0 0,-1 0 0,1 0-1,-1 0 1,0 0 0,1 0 0,-1 0-1,0 0 1,1-1 0,-1 1 0,1 0 0,-1 0-1,0 0 1,1-1 0,-1 1 0,1 0-1,-1-1 1,1 1 0,-1 0 0,1-1-1,-1 1 1,1-1 0,-1 1 0,1-1-1,0 1 1,-1-1 0,1 1 0,0-1 0,-1 1-1,1-1 1,0 0 0,0 1 0,0-1-1,-1 1 1,1-1 0,0 0 0,0 1-1,0-2 1,-7-29 38,1 0 0,-4-58 1,6-77 37,4 107-73,-14-459-1037,-45 0-391,-9 210 521,11 59 400,44 192 482,4 30 1309,9 814 920,1-771-2191,-1 0 0,-1 0 0,-1 0 0,0 0 0,-1-1 0,0 1 0,-1 0 0,-1-1 0,-10 21 0,15-37-19,0 1 0,0 0-1,0 0 1,0 0 0,1 0-1,-1 0 1,0 0 0,0 0-1,-1 0 1,1 0 0,0 0-1,0-1 1,0 1 0,0 0-1,0 0 1,0 0 0,0 0-1,0 0 1,0 0 0,0 0-1,0 0 1,0 0-1,0 0 1,0 0 0,0-1-1,0 1 1,0 0 0,0 0-1,0 0 1,0 0 0,-1 0-1,1 0 1,0 0 0,0 0-1,0 0 1,0 0 0,0 0-1,0 0 1,0 0 0,0 0-1,0 0 1,0 0 0,-1 0-1,1 0 1,0 0-1,0 0 1,0 0 0,0 0-1,0 0 1,0 0 0,0 0-1,0 0 1,0 0 0,0 0-1,-1 0 1,1 0 0,0 0-1,0 0 1,-2-16 63,3-25 13,5-37-135,19-334-1399,-25-90-1593,-8 332 3390,11 175-112,3 19 15,-1 1 0,-1-1-1,2 45 1,-8 80 703,0-95-625,-26 196 529,13-147-576,-34 296 163,47-381-412,2-15 4,0-7 60,5-86 59,17-102 0,2-16-703,-19-59-998,-6 192 1029,0 22 125,-3 0 1,-2 0 0,-2 0 0,-3 0 0,-19-54 0,30 107 387,-8-18 177,3 15 214,-1 14 87,-1 25 66,2 0 0,-2 63 0,5-44-4,-7 297 1338,7-186-1458,0 242-109,-17 369-141,-23-225-98,19-386-63,19-144 11,-1 0 1,-2 0-1,0 0 0,-1-1 1,-14 25-1,22-46-6,0 0-1,0 0 1,0-1-1,0 1 0,0 0 1,0 0-1,0 0 1,0 0-1,0 0 1,0 0-1,0 0 1,0 0-1,0 0 1,0 0-1,0 0 0,-1-1 1,1 1-1,0 0 1,0 0-1,0 0 1,0 0-1,0 0 1,0 0-1,0 0 1,0 0-1,0 0 0,0 0 1,-1 0-1,1 0 1,0 0-1,0 0 1,0 0-1,0 0 1,0 0-1,0 0 1,0 0-1,0 0 0,0 0 1,0 0-1,-1 0 1,1 0-1,0 0 1,0 0-1,0 0 1,0 0-1,0 0 1,0 0-1,0 1 0,0-1 1,0 0-1,0 0 1,0 0-1,0 0 1,-1 0-1,1 0 1,0 0-1,0 0 1,0 0-1,0 0 0,0 0 1,0 1-1,0-1 1,0 0-1,0 0 1,0 0-1,0 0 1,0 0-1,-2-13 97,2-30-93,0 29-2,20-283-978,-2 64-98,-15-114-572,-4 203 1784,-8 475 1762,9-196-1343,-5 426 952,-31 0-615,26-470-831,-70 513 49,57-478-127,-6-2 1,-80 211 0,93-301 26,12-26-9,0 0 1,0 0-1,1 0 0,0 0 1,-3 16-1,19-37-291,-1-1 1,16-22-1,-9 7 114,-2-1 0,0-1 0,-3 0 0,-1-1 0,10-35 0,36-175-225,-15 50 148,24-14-151,-53 164 337,-11 28 75,-3 11 75,-1 11 45,-2 18-39,-1-1-1,-10 43 1,9-49-52,-19 103 619,-11 227-1,30 135 245,5-305-810,-1-7-80,-3 230-171,1-356 142,-2 1 0,-3 0 0,-12 47 0,12-69 20,-1 0 1,-1 0-1,-1 0 1,-2-1-1,0-1 1,-28 39-1,35-55 17,-9 7 122,13-27 47,4-35-176,2 0-1,21-82 1,-2 10-183,57-659-1513,-74 473 1658,-7 300 60,-1 38 44,-3 0 0,-12 57 1,4-30 67,-8 69 332,-2 140 0,14 138 26,6-181-433,0-71-14,-8 232-14,-24-8-157,-1-217 183,-1 17-55,34-107-501,12-78-403,2-11 626,-1-2 1,0 1 0,-2-1-1,14-41 1,2-6-250,-8 31 157,-9 20-7,0 0-1,-1-1 0,7-29 1,-15 61 382,0 0 0,1 27 1,1 16 111,-2-37-21,-10 329 1790,13-259-1512,25 171-1,-1-103-144,12 323 0,-37-439-141,-2 0 0,-1 0 0,-3 0 0,-1-1 0,-2 1 0,-19 57 0,26-98-197,1-8-77,-10-415-302,6 292 457,-6-417-459,8 735 1162,19 407 260,-4-472-783,-6 241 0,-9-341-30,-2-1 1,-9 32-1,7-32-86,1 1 0,-3 26 0,8-48-55,0 2 3,0 0 0,0 0 0,-1 0 0,0 0 0,1-1 0,-1 1 0,0 0 0,-1 0-1,1-1 1,-4 6 0,18-56-836,-1 24 661,2 2 0,0-1-1,21-22 1,-16 26-1,-19 17 167,1 1 1,0-1 0,0 1-1,0-1 1,0 1 0,-1-1 0,1 1-1,0 0 1,0-1 0,0 1 0,0 0-1,0 0 1,0 0 0,0 0 0,0 0-1,0 0 1,0 0 0,0 0 0,0 0-1,0 0 1,0 0 0,0 0 0,1 1-1,-1 6-43,-13 279 984,-4 73-163,17-367-857,0 0-1,1 0 0,0 0 1,0 0-1,1 0 1,0 0-1,0 1 0,1-1 1,0 1-1,0 0 0,0 0 1,1 0-1,0 1 0,1 0 1,-1 0-1,1 0 1,1 1-1,6-6 0,3-1-31,0 1-1,0 0 1,1 1 0,1 1-1,-1 1 1,31-10-1,-37 15 154,1-1-1,0 2 1,-1-1-1,1 2 1,0 0-1,0 0 1,0 1-1,0 0 1,0 1-1,0 0 1,0 1-1,-1 1 1,1 0-1,-1 0 1,22 11-1,-11-4 7,0-1 0,0-1-1,0-1 1,1 0-1,0-2 1,0-1 0,1-1-1,24 1 1,24-3-13,95-11 1,54-2 612,-399 28-539,68-2-105,-97 16-30,130-17 162,-150 8 0,259-27-6,83-31-80,45-12 19,36 3 142,1 9 1,2 8-1,352-5 0,-496 34-196,147 4-187,-163-1 96,0 2-1,0 1 1,40 13 0,207 77-1694,-271-92 1840,1-1 0,-1-1 1,1 0-1,0-2 0,18 0 0,-10-4 713,-26 0-733,-1 1-1,1-1 1,-1 1 0,0 0 0,-1 0-1,1 0 1,0 0 0,-1 1 0,0-1-1,-7-3 1,-48-18-4,40 17-8,-415-167 109,-76-29-208,393 163 147,-3 6 0,-167-27 0,160 50 432,70 7-245,57 4-262,0 0 0,-1 0 0,1 0 0,-1 0 0,1 0 1,0 0-1,-1 0 0,1 0 0,-1 0 0,1 0 0,0 0 0,-1 0 0,1 0 0,0 0 0,-1-1 1,1 1-1,0 0 0,-1 0 0,1-1 0,0 1 0,-1 0 0,1 0 0,0-1 0,-1 1 0,1 0 1,0-1-1,0 1 0,0 0 0,-1-1 0,1 1 0,0 0 0,0-1 0,0 1 0,0 0 0,0-1 0,0 1 1,-1-1-1,1 1 0,0 0 0,0-1 0,0 1 0,0 0 0,0-1 0,1 1 0,-1-1 0,0 0 1,11-15-19,-2 9 2,0 1 0,1 0 0,0 0 0,0 1 0,21-7 0,-8 2 3,25-10-76,0 1 0,1 3-1,1 1 1,0 3-1,1 2 1,1 2 0,61 0-1,45 8-460,-247 0 941,-155-20 0,-1-30 670,194 36-603,0-2 0,-83-40 0,133 55-449,1 1 1,-1-1-1,0 0 1,0 0-1,0 1 1,1-1-1,-1 0 1,0 0-1,1 0 1,-1 0 0,0 0-1,1 0 1,0 0-1,-1 0 1,1 0-1,-1 0 1,1 0-1,0 0 1,0-1-1,0 1 1,0 0 0,0 0-1,0 0 1,0 0-1,0 0 1,0 0-1,1-2 1,-1-7 14,25 10-68,-23 1 34,0-1 1,0 1-1,-1 0 0,1-1 1,0 1-1,-1 0 0,1 0 0,-1 0 1,1 1-1,-1-1 0,1 0 1,-1 0-1,0 1 0,1-1 1,-1 1-1,0-1 0,0 1 0,0-1 1,0 1-1,0 0 0,-1 0 1,1-1-1,0 1 0,-1 0 1,0 0-1,1 0 0,-1 0 1,0-1-1,0 1 0,0 4 1,0-5 5,-1 0 0,1 0 1,-1 1-1,1-1 1,-1 0-1,1 0 0,-1 0 1,0 0-1,0-1 1,1 1-1,-1 0 0,0 0 1,0 0-1,0-1 1,0 1-1,0 0 0,0-1 1,0 1-1,0-1 1,0 1-1,-1-1 0,1 1 1,0-1-1,0 0 1,0 0-1,0 1 0,-3-1 1,-38 4 21,36-4-19,-7 1 17,-107 3 97,103-5-103,0 0-1,0-1 1,0-1 0,1 0-1,-19-7 1,-40-19 4,-97-30-14,200 57-28,649 20 101,-1 53-412,-660-68 292,76 10-1314,0 5-1,117 38 1,-201-54 1185,0 1 1,-1 1-1,1-1 1,7 6-1,-14-9 160,0 1-1,0-1 1,-1 1-1,1-1 1,0 1-1,-1 0 1,1-1-1,0 1 1,-1 0-1,1-1 0,-1 1 1,1 0-1,-1 0 1,1 0-1,-1-1 1,0 1-1,1 0 1,-1 0-1,0 0 0,1 1 1,-1-1 10,-1 0 1,1-1-1,0 1 0,-1-1 0,1 1 1,0-1-1,-1 1 0,1 0 1,0-1-1,-1 0 0,1 1 1,-1-1-1,1 1 0,-1-1 1,1 1-1,-1-1 0,1 0 1,-1 1-1,0-1 0,1 0 1,-2 1-1,-36 6-33,37-6 23,-106 6-2274,-4-11-5131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5:42.064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281 52 384,'0'0'4824,"-18"-7"-3768,-103-36 4667,111 42-5780,-1 0 0,1 1 0,-17 2 0,-4 0 362,11-2-302,-10 0 19,28 0-7,16 0 1,1748 42 91,234-14-341,-1585-28 2504,-365-1-2299,1 3 0,0 1 0,0 3 0,53 14 0,-116-14 184,-89 12 497,71-14-197,2 1 0,-46 14 0,78-19-468,-1 0 0,1 0 0,0 0-1,-1 0 1,1 0 0,-1 0 0,1 1 0,0-1 0,-1 0-1,1 0 1,0 0 0,0 0 0,-1 1 0,1-1 0,0 0-1,-1 0 1,1 0 0,0 1 0,0-1 0,-1 0 0,1 1-1,0-1 1,0 0 0,0 1 0,0-1 0,-1 0 0,1 1-1,0-1 1,0 0 0,0 1 0,0-1 0,0 0-1,0 1 1,0-1 0,0 0 0,0 1 0,0-1 0,0 0-1,0 1 1,0-1 0,0 0 0,0 1 0,0-1 0,0 0-1,1 1 1,-1-1 0,0 0 0,0 1 0,0-1 0,0 0-1,1 1 1,-1-1 0,0 0 0,1 1 0,4 1-107,1 1 26,-1-2-1,1 1 1,0 0 0,0-1-1,-1 0 1,1 0-1,8-1 1,2 2-62,28 3-644,0-1 1,81-5-1,-488 59 1431,122-16-293,240-42-338,-2229 367 1294,1558-258-1290,5-43-91,637-63 97,-12 0-36,365-1-979,-158-4 161,1268-4-10262,-1155 6 9777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5:46.273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4678 1 992,'0'0'6094,"-30"0"-5398,-343 17 836,-288 1-1091,376-14-429,-689 28 488,5 57 75,905-81-550,-56 10 6,89-9-9,30-9-59,0 0 0,1 0 0,-1 0 0,1 1 0,-1-1 1,1 0-1,-1 0 0,1 0 0,0 0 0,-1 1 0,1-1 0,-1 0 0,1 1 0,-5 5-516,5-6 516,0 1 0,0-1 0,0 1 0,0 0 0,0-1 0,0 1 0,0-1 1,0 1-1,0-1 0,0 1 0,0-1 0,0 1 0,1-1 0,-1 1 0,0-1 0,0 1 0,1-1 1,-1 1-1,0-1 0,0 0 0,2 2-74,0 0 36,1-1 1,-1 0-1,1 1 1,0-1-1,0 0 0,-1 0 1,1 0-1,0-1 0,0 1 1,0-1-1,0 0 0,5 0 1,6 2-143,301 10-1527,-261-12 1535,73 0-169,1193 14-425,-6 88 2846,-1199-86-1275,135 37 0,-235-49-560,-10-3-103,0 0 0,-1 0 0,1 0 0,0 1 0,0 0 0,-1 0 0,1 0 0,-1 0 0,1 1 0,-1 0 0,4 3 0,-7-5-97,-1-1 0,0 0 1,0 1-1,0-1 1,1 1-1,-1-1 0,0 0 1,0 1-1,0-1 0,0 1 1,0-1-1,1 0 0,-1 1 1,0-1-1,0 1 1,0-1-1,0 0 0,0 1 1,-1-1-1,1 1 0,0-1 1,0 1-1,0-1 0,0 0 1,0 1-1,0-1 1,-1 0-1,1 1 0,0-1 1,0 0-1,-1 1 0,1-1 1,0 0-1,0 1 0,-1-1 1,1 0-1,0 0 1,-1 1-1,1-1 0,0 0 1,-1 0-1,1 1 0,-1-1 1,1 0-1,-1 0 0,-26 10 200,-22-1 380,-76 6 0,78-11-454,-1051 68 2422,516-41-1630,-550 50-259,7 49-214,598-34-296,466-80-133,52-9-23,17-2-8,27-1-91,606 6-2130,-424-11 1284,96 0-374,1013 19-1096,900 141 2988,-2034-132 1458,-169-12-253,-24-15-1762,-45 11 1162,-324 20 721,293-27-1674,-670 14 1722,430-13-1761,210-3-128,-855 22 186,10 45-144,826-55-82,1 5 0,-125 37-1,235-52-25,-19 8 21,32-12-21,1 1 0,0-1 0,0 1 1,0 0-1,-1 0 0,1-1 1,0 1-1,0 0 0,0 0 0,0 0 1,1 0-1,-1 1 0,0-1 1,0 0-1,0 0 0,1 0 0,-1 1 1,1-1-1,-1 2 0,2 3-170,13-2-75,35 1-252,80-3 1,-75-2 315,163 0-421,69 0-20,1242 58-460,-267 94 980,-1223-146 128,59 8 243,187 54 1,-274-65-144,-1 0-1,0 1 1,13 7 0,-21-10-107,0-1 0,0 1 0,0-1-1,-1 1 1,1-1 0,0 1 0,0-1 0,-1 1 0,1 0 0,0 0 0,-1-1 0,1 1 0,-1 0 0,1 0-1,-1 0 1,1-1 0,-1 1 0,1 0 0,-1 0 0,0 0 0,0 0 0,1 0 0,-1 0 0,0 0-1,0 0 1,0 0 0,0 0 0,0 0 0,0 0 0,0 0 0,0-1 0,-1 1 0,1 0 0,0 0-1,-1 0 1,1 0 0,0 0 0,-1 0 0,1 0 0,-1-1 0,1 1 0,-1 0 0,0 0 0,1-1-1,-1 1 1,0 0 0,1-1 0,-1 1 0,0-1 0,0 1 0,-1 0 0,-25 10 104,0-2 0,0 0 1,-1-2-1,-46 6 0,60-11-84,-828 86 1350,538-66-869,6 2-385,-285 25-54,10 28-68,365-35 5,162-30-12,1 2 0,-57 26 0,99-39-8,1 0 1,-1 0-1,1 0 1,0 0-1,-1 0 0,1 1 1,0-1-1,0 1 1,0-1-1,0 1 1,0 0-1,0 0 1,0 0-1,1 0 0,-1 0 1,1 0-1,-2 4 1,3-6-4,0 1 0,0 0 1,0-1-1,0 1 0,0 0 1,0-1-1,0 1 1,1-1-1,-1 1 0,0 0 1,0-1-1,1 1 0,-1-1 1,0 1-1,1-1 0,-1 1 1,1-1-1,-1 1 0,1-1 1,-1 1-1,1-1 0,-1 0 1,1 1-1,-1-1 0,2 1 1,31 10-418,84 3-94,134 1-1,-127-10 322,371 32 69,-2 21 0,950 242-1,-1049-182 315,-314-89 6,-1 4 0,122 69 0,-194-98-137,26 19 139,-32-22-165,0 0-1,0-1 0,0 1 0,0 0 1,-1 0-1,1 0 0,0 0 1,-1 0-1,1 1 0,-1-1 1,1 0-1,-1 0 0,1 0 0,-1 0 1,0 1-1,0-1 0,1 0 1,-1 0-1,0 1 0,0-1 0,0 0 1,0 0-1,-1 1 0,1 1 1,-1-2-1,1 0 0,-1 0 0,0 0 0,1 0 1,-1 0-1,0 0 0,1 0 0,-1 0 0,0 0 1,0 0-1,0 0 0,0 0 0,0-1 0,0 1 1,0 0-1,0-1 0,0 1 0,-1-1 0,1 1 1,0-1-1,0 0 0,-3 1 0,-31 7 314,-1-2-1,0-1 1,-47-1 0,47-2-243,-828 29 642,521-22-693,-363 4-29,-22 0-182,15 26 87,300 15 167,391-49-80,6-3-4,1 1-1,-1 1 1,1 1 0,0 0 0,1 1-1,-25 13 1,25-5-106,14-13 92,0-1 1,0 0 0,0 1 0,0-1 0,-1 1 0,1-1 0,0 1 0,0-1-1,0 1 1,0-1 0,0 1 0,1-1 0,-1 1 0,0-1 0,0 1 0,0-1-1,0 1 1,0-1 0,1 1 0,-1-1 0,0 0 0,0 1 0,1-1 0,-1 1 0,0-1-1,1 0 1,-1 1 0,0-1 0,1 0 0,-1 1 0,0-1 0,1 0 0,-1 0-1,1 1 1,-1-1 0,1 0 0,-1 0 0,1 0 0,-1 0 0,1 0 0,-1 0-1,1 1 1,-1-1 0,0 0 0,2 0 0,36 6-220,0-1 0,70 0-1,-95-4 216,584 14-1505,376 13 965,-6 39 598,-233 42 19,-697-101 126,-42-6 261,-23-1 134,-417-1-131,-1550-8 1792,1086 4-1913,747 4-220,66-1 81,-163 20 0,218-12-289,-47 13 1,79-14-235,30-5-99,478-2-1393,683 4-826,-187 56 2175,-13 62 195,-558-56 416,-332-51 99,-54-5 1071,-48-6-721,-111 4 880,51-4-1284,-829 30 399,239-11-818,419-12 159,-562 29-245,10 48 145,377 5 81,395-86 64,-70 21-200,82-24 182,1 1 1,-1 0 0,0 0 0,1 1-1,0 0 1,-11 9 0,19-14 42,-1 1 0,0-1 0,1 0 0,-1 1 0,1-1 0,-1 1 0,1-1 0,-1 1 0,1-1 0,-1 1 0,1 0 0,-1-1 0,1 1 0,0-1 1,-1 1-1,1 0 0,0-1 0,0 1 0,-1 0 0,1 0 0,0-1 0,0 1 0,0 0 0,0-1 0,0 1 0,0 0 0,0 0 0,0-1 0,0 1 0,0 0 0,0-1 0,1 1 1,-1 0-1,0 0 0,1-1 0,-1 1 0,0-1 0,1 1 0,-1 0 0,0-1 0,1 1 0,-1-1 0,1 1 0,0 0 0,2 1-45,1 0-1,0 0 0,-1 0 1,1 0-1,0 0 1,0-1-1,0 0 1,5 1-1,59 9-376,1-4 1,81-1-1,-135-5 378,229 5-520,1656 160-708,-1090-24 966,-21 61 219,-747-189 47,-5-3-14,1 2 0,64 33 1,-79-28 222,-23-18-146,0 1 0,1-1 0,-1 0 0,0 1 0,1-1 0,-1 0 0,0 1 0,0-1 0,1 1 0,-1-1 0,0 0 0,0 1 0,0-1 0,0 1 0,0-1 0,0 1 0,1-1 0,-1 1 0,0-1 1,0 0-1,0 1 0,0-1 0,-1 1 0,1-1 0,0 1 0,0-1 0,0 1 0,0-1 0,0 0 0,-1 1 0,1-1 0,0 1 0,0-1 0,0 0 0,-1 1 0,1-1 0,0 1 0,-1-1 0,1 0 0,0 0 1,-1 1-1,1-1 0,-1 0 0,1 0 0,0 1 0,-1-1 0,1 0 0,-1 0 0,1 0 0,0 0 0,-1 1 0,1-1 0,-1 0 0,1 0 0,-1 0 0,0 0 0,-35 6 798,0-1 0,-61 0 0,71-3-641,-1117 44 957,643-27-1163,-141 7-129,8 29 107,477-35 53,1 7-1,-159 49 1,291-69 0,13-5-1,0 0 0,0 1 0,0 1-1,1-1 1,-1 2 0,1-1 0,0 1-1,1 1 1,-1-1 0,-8 8 0,17-12-1,0-1 1,-1 0 0,1 0-1,0 1 1,-1-1 0,1 0-1,0 0 1,0 1 0,-1-1 0,1 0-1,0 1 1,0-1 0,0 0-1,-1 1 1,1-1 0,0 0 0,0 1-1,0-1 1,0 0 0,0 1-1,0-1 1,0 1 0,0-1-1,0 0 1,0 1 0,0-1 0,0 0-1,0 1 1,0-1 0,0 1-1,0-1 1,0 0 0,0 1 0,1-1-1,-1 0 1,0 1 0,0-1-1,0 0 1,1 1 0,-1-1 0,0 0-1,0 0 1,1 1 0,-1-1-1,0 0 1,1 0 0,-1 1-1,0-1 1,1 0 0,-1 0 0,0 0-1,1 0 1,-1 1 0,0-1-1,1 0 1,-1 0 0,0 0 0,1 0-1,-1 0 1,1 0 0,0 0-1,34 3-239,-31-3 218,458 2-211,220 8 287,209 51 259,2 24 62,-810-76-325,64 5 60,412 58 569,-517-60-447,-42-12-224,1 0 1,-1 0 0,0 0 0,0 0-1,1 0 1,-1 1 0,0-1-1,0 0 1,0 0 0,1 0 0,-1 0-1,0 0 1,0 0 0,0 0 0,1 1-1,-1-1 1,0 0 0,0 0-1,0 0 1,0 0 0,1 1 0,-1-1-1,0 0 1,0 0 0,0 1-1,0-1 1,0 0 0,0 0 0,0 0-1,0 1 1,0-1 0,0 0 0,0 0-1,0 1 1,0-1 0,0 0-1,0 0 1,0 1 0,0-1 0,0 0-1,0 0 1,0 0 0,0 1 0,0-1-1,0 0 1,0 0 0,0 1-1,0-1 1,-1 0 0,1 0 0,0 0-1,0 0 1,0 1 0,0-1 0,-1 0-1,1 0 1,0 0 0,-3 2 15,1-1 1,-1 1-1,0-1 0,0 0 1,1 0-1,-1 0 1,0 0-1,0-1 0,0 1 1,-3 0-1,-80 8 161,1-4 1,-94-5-1,55-2-171,13 2-12,-679-11-29,409-8-146,-1229-33-84,1302 56 262,213 1 14,0 5 0,-130 29 1,203-34-13,-53 16 8,70-19-10,0 0-1,0 0 1,0 0 0,0 1-1,1 0 1,-1 0-1,1 0 1,0 1-1,0-1 1,-6 7 0,10-10-1,-1 1 0,1-1 0,0 1 0,-1-1 0,1 1 0,0-1 0,-1 1 0,1-1 1,0 1-1,0 0 0,-1-1 0,1 1 0,0-1 0,0 1 0,0-1 0,0 1 0,0 0 1,0-1-1,0 1 0,0 0 0,0-1 0,0 1 0,0-1 0,0 1 0,0 0 0,1-1 1,-1 1-1,0-1 0,0 1 0,1-1 0,-1 1 0,0-1 0,1 1 0,-1-1 0,0 1 1,1-1-1,-1 1 0,1-1 0,-1 1 0,1-1 0,-1 0 0,1 1 0,-1-1 0,1 0 1,-1 0-1,1 1 0,0-1 0,-1 0 0,1 0 0,0 0 0,13 5-17,0-1 0,1 0 0,27 2 0,627 38-336,-330-31-74,2046 251 372,-2113-210 419,-256-50-269,-12-4-43,0 1-1,0-1 1,0 1 0,0 0-1,0 0 1,0 1 0,0-1-1,-1 1 1,1 0 0,-1 0-1,1 0 1,-1 1 0,5 3-1,-8-5-44,1-1-1,-1 0 1,0 0-1,0 1 1,0-1 0,0 0-1,1 1 1,-1-1-1,0 0 1,0 1-1,0-1 1,0 0-1,0 1 1,0-1-1,0 0 1,0 1 0,0-1-1,0 0 1,0 1-1,0-1 1,0 0-1,0 0 1,-1 1-1,1-1 1,0 0-1,0 1 1,0-1 0,0 0-1,-1 1 1,1-1-1,0 0 1,0 0-1,0 1 1,-1-1-1,1 0 1,0 0-1,0 0 1,-1 1 0,1-1-1,0 0 1,-1 0-1,1 0 1,0 0-1,0 0 1,-1 0-1,1 0 1,0 1-1,-1-1 1,1 0 0,-1 0-1,-15 5 56,-1-1-1,0-1 1,0 0-1,-1-1 1,-23 0-1,15-1 1,-499 7 43,332-9-114,-337-1-452,-632 6-141,1065-3 605,0 4 0,0 4 0,-126 29 0,217-36-1,-59 17 4,61-17-6,0-1 1,0 1-1,0 0 0,0 0 1,1 1-1,-1-1 0,1 1 0,-1 0 1,1-1-1,0 2 0,-4 4 1,6-7-2,1-1 0,-1 1 0,1 0 1,-1 0-1,1 0 0,-1-1 1,1 1-1,0 0 0,-1 0 0,1 0 1,0 0-1,0 0 0,0 0 1,0 0-1,0-1 0,0 1 0,0 0 1,0 0-1,0 0 0,0 0 1,0 0-1,1 0 0,-1 0 0,0 0 1,0 0-1,1-1 0,-1 1 1,1 0-1,-1 0 0,1 0 0,-1-1 1,1 1-1,0 0 0,2 2-7,0-1 1,1 0-1,-1 0 0,0 0 0,1 0 0,-1-1 0,1 1 0,0-1 1,4 1-1,54 11-44,2-3 1,75 3 0,-135-13 51,356 27-56,455 39-681,116 44 977,-9 51 573,-748-118-134,-166-41-657,-5-2-20,0 1-1,0 0 1,0-1 0,0 1-1,-1 0 1,1 0 0,0 1-1,-1-1 1,1 1 0,-1-1-1,1 1 1,-1 0 0,0 0-1,0 0 1,0 0-1,2 3 1,-3-5-1,-1 0-1,0 0 0,0 1 1,0-1-1,0 1 1,0-1-1,0 0 0,0 1 1,0-1-1,0 0 1,0 1-1,0-1 1,0 0-1,0 1 0,0-1 1,0 0-1,0 1 1,0-1-1,0 1 0,0-1 1,0 0-1,0 1 1,-1-1-1,1 0 0,0 0 1,0 1-1,0-1 1,-1 0-1,1 1 1,0-1-1,0 0 0,-1 0 1,1 0-1,0 1 1,-1-1-1,1 0 0,0 0 1,-1 0-1,1 0 1,-1 1-1,-10 3 7,-1 0 0,1 0 0,-1-1 0,0-1-1,0 0 1,-21 1 0,12-1 4,-597 24 29,591-25-38,-649-1-168,-193 4-85,377 30 580,361-15-66,-213 57-1,292-61-131,1 3 0,-72 35 0,115-49-126,0 0 0,0 1 0,1 0 1,-12 10-1,19-15-4,-1 0 0,1 1 0,-1-1 0,1 0 1,-1 1-1,1-1 0,-1 1 0,1-1 0,0 1 0,-1-1 0,1 1 1,0-1-1,-1 1 0,1-1 0,0 1 0,0 0 0,-1-1 0,1 1 0,0-1 1,0 1-1,0 0 0,0-1 0,0 1 0,0-1 0,0 1 0,0 0 1,0-1-1,0 1 0,0 0 0,0-1 0,0 1 0,0-1 0,1 1 1,-1 0-1,0-1 0,0 1 0,1-1 0,-1 1 0,1 0 0,1 0 1,1 0-1,-1 1 1,1-1-1,-1 0 1,1-1-1,0 1 0,-1 0 1,1-1-1,0 0 1,0 1-1,2-1 1,320 3 70,-157-5-86,67 2-145,495 3-62,-1 25 398,-503-13-95,405 33-42,-14 42 369,-535-72-129,-2 3-1,150 62 0,-222-79-267,-2-2 12,-1 0 0,0 0 0,0 0 0,0 0 0,0 1 0,0 0 0,0 0 0,-1 1 0,0-1 0,1 1 0,-1 0 0,6 8 0,-10-12-21,0 0 0,1 1 0,-1-1 1,0 0-1,0 1 0,0-1 0,1 1 0,-1-1 0,0 0 1,0 1-1,0-1 0,0 1 0,0-1 0,0 1 1,0-1-1,0 0 0,0 1 0,0-1 0,0 1 0,0-1 1,0 1-1,0-1 0,0 0 0,0 1 0,-1-1 0,1 1 1,0-1-1,0 0 0,0 1 0,-1-1 0,1 0 0,0 1 1,0-1-1,-1 0 0,1 1 0,0-1 0,-1 0 0,1 0 1,0 1-1,-1-1 0,1 0 0,-1 0 0,-10 4 4,1-1 0,-1 0-1,0-1 1,0 0 0,0-1 0,0 0-1,0-1 1,-13-1 0,-8 2 6,-398 0-21,333-2 2,-519-36-302,406 19 87,-1173-53-647,506 71 199,836 1 649,-229 11 83,230-8-17,1 2 1,-1 2 0,1 1 0,-55 21 0,66-16-44,27-13-4,0 0 1,0 0-1,0 0 1,0-1-1,0 1 0,0 1 1,0-1-1,0 0 1,1 0-1,-1 0 1,0 0-1,1 0 1,-1 1-1,1-1 1,-1 0-1,0 3 0,1-4 0,0 1-1,0-1 0,0 1 0,0-1 0,0 1 1,0 0-1,0-1 0,0 1 0,0-1 0,0 1 1,0-1-1,0 1 0,1-1 0,-1 1 0,0-1 0,0 1 1,0-1-1,1 1 0,-1-1 0,0 0 0,1 1 1,-1-1-1,0 1 0,1-1 0,-1 0 0,0 1 1,1-1-1,-1 0 0,1 1 0,-1-1 0,1 0 0,-1 0 1,1 1-1,-1-1 0,1 0 0,0 0 0,16 6-63,2-2 0,-1 0 0,0 0 0,1-2 0,28 0 0,-9 1-15,535 32-1516,478 44-485,421 172 4921,-1435-243-2734,22 5 501,0 1 0,105 43 0,-149-46-440,-15-11-165,0 0 0,0 0 0,0 1 0,1-1 0,-1 0 0,0 0 0,0 1 0,0-1 0,0 0 0,0 0 1,0 1-1,0-1 0,0 0 0,0 0 0,0 0 0,0 1 0,0-1 0,0 0 0,0 0 0,-1 1 0,1-1 0,0 0 0,0 0 0,0 0 0,0 1 0,0-1 0,0 0 0,-1 0 0,1 0 0,0 1 1,0-1-1,0 0 0,0 0 0,-1 0 0,1 0 0,0 0 0,0 1 0,-4 0-3,0 1-1,0-1 1,0 0 0,-1 0-1,1 0 1,-7 1-1,-136 8 5,-154-9 1,132-3 0,-1014-33-253,111 1 44,540 38 342,360 4 112,-173 32 1,59 16 25,208-36-186,-109 44 0,170-57-47,2 0 0,-24 14 0,37-20-37,0 1 0,0-1 0,0 1 0,0 0 0,0-1 0,0 1 0,0 0 0,1 0 0,-1 0 0,1 0 0,-2 3 0,3-4-4,0-1 0,0 1 0,-1 0 0,1-1 0,0 1 1,0-1-1,0 1 0,0 0 0,0-1 0,0 1 0,0-1 0,1 1 1,-1 0-1,0-1 0,0 1 0,0-1 0,1 1 0,-1-1 1,0 1-1,0-1 0,1 2 0,19 10 0,6-5 4,55 7 0,112 6 28,72-4-104,336 8-374,781 48 262,533 164 539,-1847-225-252,-24-4-7,0 1-1,-1 2 1,74 28 0,-96-24 26,-21-14-119,0 0 0,0 1-1,1-1 1,-1 0 0,0 1 0,0-1 0,1 1 0,-1-1 0,0 0 0,0 1 0,0-1-1,0 1 1,0-1 0,0 1 0,0-1 0,0 1 0,0-1 0,0 0 0,0 1 0,0-1 0,0 1-1,0-1 1,0 1 0,0-1 0,0 1 0,0-1 0,-1 0 0,1 1 0,0-1 0,0 0-1,-1 1 1,1-1 0,0 1 0,0-1 0,-1 0 0,1 1 0,0-1 0,-1 0 0,1 0-1,-1 1 1,1-1 0,0 0 0,-1 0 0,1 0 0,-1 0 0,1 1 0,0-1 0,-1 0-1,0 0 1,-17 6 65,-1-1-1,0-1 0,0-1 1,0-1-1,-35 1 0,30-2-28,-697 6 96,612-9-134,-421-12-119,-113-1 15,620 15 118,-187 0 68,-214 27 0,382-21-80,-35 3 18,0 4 1,-108 32-1,179-44-17,-27 13 21,32-13-25,0-1 0,0 1 0,1-1 0,-1 1 0,0 0 0,0-1 1,1 1-1,-1 0 0,0 0 0,1-1 0,-1 1 0,1 0 0,-1 0 0,1 0 1,-1 0-1,1 0 0,0 0 0,-1-1 0,1 1 0,0 0 0,0 0 0,0 0 0,0 0 1,0 0-1,0 0 0,0 2 0,0-2-2,0 0 0,1 0 0,-1 0 0,0 0 0,1-1 0,-1 1 0,1 0 0,-1 0 0,1-1 0,-1 1 0,1 0 0,0-1 0,-1 1 0,1 0 0,0-1 0,0 1 0,-1-1 0,1 1 0,0-1 0,0 0 0,0 1 0,-1-1 0,1 0 0,0 1 0,0-1 0,0 0 0,1 0 0,32 7-71,-1-2 0,1-1 0,39 0 1,-29-2 5,403 19-846,183 11-598,0 26 1030,-367-21 1003,462 128-1,-717-163-457,-1 0-1,0 1 1,1 0-1,-1 0 1,10 7-1,-16-9-46,0-1 1,0 1-1,0 0 0,0 0 0,0 0 1,0 0-1,0 0 0,-1 0 0,1 0 1,0 0-1,-1 0 0,1 0 0,0 0 1,-1 0-1,1 0 0,-1 1 1,0-1-1,1 0 0,-1 0 0,0 1 1,0-1-1,0 0 0,0 0 0,0 1 1,0-1-1,0 0 0,0 1 0,0-1 1,-1 0-1,1 0 0,0 0 0,-1 1 1,1-1-1,-1 0 0,1 0 0,-1 0 1,0 0-1,-1 2 0,-1 1 1,0-1-1,-1 1 1,1-1-1,-1 0 1,0 0 0,1-1-1,-1 1 1,0-1-1,-1 0 1,1 0-1,-9 3 1,-57 13 30,52-15-32,-91 15 14,-1-5-1,-123-2 1,181-10-31,-648 9 25,-79 2 133,380 20 458,314-20-303,-1 4 0,-121 39-1,189-50-263,-1 2-1,1 0 1,0 1-1,-23 15 1,39-23-81,1 1-1,-1 0 1,1 0 0,-1 0 0,1 1-1,-1-1 1,1 0 0,0 0 0,-1 1 0,1-1-1,0 1 1,0-1 0,0 1 0,0 0-1,0-1 1,1 1 0,-1 0 0,0-1-1,0 3 1,2-2-23,-1-1 0,0 0-1,0 0 1,1 0 0,-1 0 0,1 0-1,-1 0 1,1 0 0,-1 0-1,1 0 1,0 0 0,-1 0-1,1 0 1,0 0 0,0 0 0,0 0-1,0-1 1,0 1 0,0 0-1,0-1 1,2 2 0,6 2-257,0 0 1,0 0-1,1-1 1,-1-1 0,16 3-1,112 12-3714,-44-10-2377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5:49.055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3639 288 9652,'0'0'1142,"-30"-18"-608,2 1-381,0 1 0,-1 2 0,0 1 0,-1 1 0,0 1 0,-1 2 0,0 1 0,-34-4-1,-1101-91 2279,1018 92-2335,-1049-31 2326,1182 42-2357,-35-2 234,-1 3 1,1 3-1,-79 14 0,120-16-267,-35 12 69,42-13-99,0-1 0,1 1 0,-1 1 0,0-1 0,0 0 0,1 0 0,-1 1-1,0-1 1,1 1 0,-1-1 0,1 1 0,0 0 0,0-1 0,-1 1 0,1 0 0,-1 2 0,2-3-2,0-1 0,0 1 0,-1 0 0,1 0 0,0-1 0,0 1 0,0 0 0,0-1 0,0 1 0,0 0 0,0-1 0,0 1 0,0 0 0,0-1 0,0 1 0,1 0 0,-1-1 0,0 1 0,0 0 0,1-1 0,-1 1 0,0 0 0,1-1 0,-1 1 0,1-1 0,-1 1 0,0-1 0,1 1 0,0 0 0,8 5-8,1-1 0,-1 0 0,1-1 0,0 0 0,0 0 0,0-1 0,0 0 0,1-1 0,12 1 0,-9 0-14,462 55-664,-333-46 457,1144 143-3412,-1061-119 3238,176 31 352,-380-57 1426,-22-9-1363,-38 4 1304,23-4-1228,-634 48 2965,373-32-2334,52-3-327,-433 37 510,9 52-553,610-94-360,0 1-1,-71 28 1,107-37-6,0 0 1,0-1-1,0 1 1,0 0-1,0 0 1,0 0-1,1 1 1,-1-1-1,0 0 1,1 1-1,-1-1 1,1 1-1,-1-1 1,1 1-1,-1 0 1,1 0-1,0-1 1,0 1-1,-1 3 1,2-4-6,0-1 0,0 1 0,0 0 0,1-1-1,-1 1 1,0-1 0,0 1 0,1 0 0,-1-1 0,0 1 0,1-1 0,-1 1 0,1-1 0,-1 1-1,1-1 1,-1 1 0,1-1 0,-1 1 0,1-1 0,-1 0 0,1 1 0,1 0 0,29 8-509,47 1 51,0-4 0,108-5 0,-92-2 18,1405 2-3017,-954 31 4589,-469-21-384,-51-3-177,-24-7-537,-1-1 1,0 0 0,1 0-1,-1 0 1,0 1 0,1-1-1,-1 0 1,0 0 0,0 1-1,1-1 1,-1 0 0,0 1-1,0-1 1,0 0 0,1 1-1,-1-1 1,0 1 0,0-1-1,0 0 1,0 1 0,0-1-1,0 1 1,1-1 0,-1 0-1,0 1 1,0-1 0,0 1-1,-1-1 1,1 0 0,0 1-1,0-1 1,0 1 0,0-1-1,0 0 1,0 1 0,-1-1-1,1 0 1,0 1 0,0-1-1,0 0 1,-1 1 0,1-1-1,0 0 1,0 1 0,-1-1-1,1 0 1,0 0 0,-1 1-1,1-1 1,0 0 0,-1 0-1,1 0 1,-1 1 0,1-1-1,0 0 1,-1 0 0,1 0 0,-1 0-1,-21 11 157,0-1-1,-1-2 1,0 0 0,-48 9-1,63-15-149,-503 82 299,-14-41 59,473-40-325,-229 15 0,-276 22 563,14 38 276,482-66-714,1 3 0,-111 42 0,162-53-168,0 1 1,1-1-1,-1 1 0,-9 8 1,17-12-11,-1 0 0,1 1 0,-1-1 0,1 1 0,-1 0 0,1-1 0,0 1 0,-1 0 0,1 0 1,0 0-1,0 0 0,1 0 0,-1 0 0,0 0 0,1 0 0,-1 0 0,1 0 0,-1 0 0,1 0 0,0 0 0,0 5 1,1-6-4,-1 1 0,1 0 1,-1-1-1,1 1 0,-1-1 1,1 1-1,0-1 0,0 1 1,0-1-1,0 1 0,0-1 1,0 0-1,0 0 0,1 1 1,-1-1-1,0 0 0,1 0 1,-1 0-1,0 0 0,1-1 0,-1 1 1,1 0-1,2 0 0,13 6-17,0-1 0,1-1-1,0 0 1,21 2 0,90 6-131,-104-11 104,613 35-1942,102 8 429,-370 2 1661,546 142 0,-865-175 268,-36-7 292,-15-7-643,0 1 0,0-1 0,0 0 0,0 1 1,0-1-1,0 0 0,0 0 0,0 1 0,0-1 0,0 0 0,0 0 0,0 1 1,0-1-1,0 0 0,0 0 0,0 1 0,-1-1 0,1 0 0,0 0 1,0 1-1,0-1 0,0 0 0,-1 0 0,1 0 0,0 0 0,0 1 0,-1-1 1,1 0-1,0 0 0,0 0 0,-1 0 0,1 0 0,0 0 0,0 1 0,-1-1 1,1 0-1,0 0 0,0 0 0,-1 0 0,1 0 0,0 0 0,0 0 1,-1 0-1,1 0 0,0 0 0,0-1 0,-1 1 0,1 0 0,-27 5 362,1-2 0,-44 0-1,37-2-289,-359 10 472,-115 4 30,418-11-575,-399 27 87,351-16-61,-202 48 0,300-54-38,1 2 1,0 1-1,1 2 0,1 1 0,0 2 0,-43 28 1,74-42-11,1 1 1,-1 0 0,1-1-1,0 1 1,0 1 0,-5 6-1,9-10-6,-1 0 0,0 0 0,1 0 0,-1 0 0,1 0 0,0 0 0,-1 0-1,1 0 1,0 0 0,-1 0 0,1 0 0,0 0 0,0 0 0,0 0 0,0 0-1,0 0 1,0 0 0,0 0 0,0 0 0,1 0 0,-1 0 0,0 1 0,1-1-1,-1 0 1,1-1 0,-1 1 0,1 0 0,-1 0 0,1 0 0,-1 0 0,1 0-1,0 0 1,0-1 0,-1 1 0,1 0 0,0-1 0,0 1 0,0 0 0,0-1 0,0 1-1,0-1 1,0 0 0,0 1 0,0-1 0,0 0 0,0 1 0,2-1 0,27 8-195,0-2 0,1-1 1,0-2-1,36 0 1,-38-1 62,816 27-4033,159 9 3290,-957-35 1229,119 8-367,-55-9 3681,-396-12-1248,17-1-1799,146 10-305,-262 4 438,311 1-652,1 4 0,0 3 0,-85 25 0,152-35-88,0 0 0,0 0-1,0 0 1,0 1 0,0-1 0,0 1 0,1 0 0,-1 1 0,1-1 0,0 1 0,-1-1 0,1 1 0,0 1-1,0-1 1,1 0 0,-4 5 0,6-7-7,1-1 0,0 1-1,-1 0 1,1 0 0,0-1-1,-1 1 1,1 0 0,0-1-1,0 1 1,0 0 0,0 0-1,0 0 1,0-1 0,0 1-1,0 0 1,0 0 0,0-1 0,0 1-1,0 0 1,1 0 0,-1-1-1,0 1 1,0 0 0,1-1-1,0 2 1,0-1-21,1 1-1,-1-1 1,1 0 0,-1 1-1,1-1 1,-1 0 0,1 0 0,0-1-1,0 1 1,-1 0 0,1 0-1,2 0 1,25 5-189,1-1-1,0-2 1,55 0-1,-78-2 182,1000 1-3769,-771-4 3686,38 0 19,178-1-248,-149 3 4734,-722 42-4103,307-30-300,-310 35 24,10 25-272,391-67 201,5-2-33,0 0 0,0 2 0,0 0-1,1 1 1,-18 9 0,478-46-2268,-207 8 1728,74 1 290,274-25 247,-8-43 389,-537 81-242,1 2 93,-1-3-1,0-1 1,-1-2 0,53-25-1,-91 37-93,1-1 0,-1 1-1,1-1 1,-1 0 0,0 0-1,0 0 1,1 0 0,-1 0-1,-1 0 1,1-1 0,0 1-1,0 0 1,-1-1 0,2-3 0,-3 5-12,0 0 1,1-1-1,-1 1 1,0 0-1,0-1 1,0 1-1,0 0 1,0-1-1,0 1 1,-1-1-1,1 1 1,0 0-1,-1 0 1,1-1-1,-1 1 1,1 0-1,-1-1 1,1 1-1,-1 0 1,0 0-1,0 0 1,0 0-1,0 0 1,0 0-1,0 0 1,0 0-1,0 0 1,0 0-1,0 1 1,0-1-1,0 0 1,-1 1-1,1-1 1,-2 0-1,-24-8 83,0 0-1,-1 1 1,0 2-1,-43-4 0,-66-3 294,-165 7-1,251 6-340,-67 2 16,0 6 0,0 5-1,-129 31 1,9 22-207,233-65-211,12-1 233,0-1 0,-1 0 0,1 0-1,-1-1 1,0 0 0,0 0 0,1 0 0,-1-1 0,0 0-1,-1 0 1,10-7 0,6-2-26,446-273-1241,-391 232 1319,-3-4 1,-2-3-1,118-130 1,-175 174 66,0-1 0,21-38 1,-30 47 37,-1-1 1,-1 0-1,1 0 1,-2-1 0,1 1-1,-1 0 1,0-1-1,0-16 1,-2 22-34,0 1 0,0 0 0,-1-1 0,1 1 0,-1-1 0,1 1 1,-1 0-1,0-1 0,-1 1 0,1 0 0,0 0 0,-1 0 0,0 0 0,0 0 0,0 0 0,0 0 0,0 1 0,0-1 0,-1 1 0,1-1 0,-1 1 0,0 0 1,0 0-1,-5-3 0,-5-1 10,-1 0 1,1 1 0,-1 1 0,-24-5 0,31 8-27,-85-17 139,-181-10 0,-100 23 368,269 6-281,29-2-76,-95 3 227,164-1-376,-35 4 59,39-5-71,1 1-1,-1-1 1,1 1 0,-1-1-1,1 1 1,0 0 0,-1-1-1,1 1 1,0 0 0,-1 0-1,1 0 1,0 0 0,0 0 0,0 0-1,0 1 1,0-1 0,0 0-1,0 0 1,1 1 0,-2 1-1,2-3-7,-1 1 0,1 0-1,0-1 1,0 1 0,-1 0-1,1 0 1,0-1 0,0 1-1,0 0 1,0-1 0,0 1-1,0 0 1,0 0 0,0-1-1,0 1 1,0 0 0,1-1-1,-1 1 1,0 0 0,0-1-1,1 1 1,-1 0 0,0-1-1,1 1 1,-1 0 0,1-1-1,-1 1 1,0-1 0,1 1-1,0-1 1,0 2 0,3 0-39,-1-1 1,1 1 0,0 0 0,0-1-1,0 0 1,6 1 0,52 8-276,-1-3 0,1-2 1,78-5-1,-71-1-27,149 2-816,277-3-951,-10-37 1459,-469 37 663,66-14-19,-77 15 24,0 0 1,0-1 0,0 0 0,0 0 0,0 0-1,0-1 1,-1 0 0,1 0 0,-1 0 0,0 0 0,5-5-1,-8 7 16,0 0 0,-1 0 0,1 0-1,0 0 1,-1-1 0,1 1-1,-1 0 1,1 0 0,-1 0-1,1 0 1,-1-1 0,0 1 0,1 0-1,-1 0 1,0-1 0,0 1-1,0 0 1,0 0 0,0-1-1,-1 1 1,1 0 0,0-1 0,0 1-1,-1 0 1,1 0 0,-1 0-1,0-2 1,-1 0 58,0 0 0,0 0-1,0 1 1,-1-1 0,1 1 0,-1-1-1,0 1 1,1 0 0,-1 0-1,-6-3 1,-29-11 240,-1 1 1,0 2-1,-81-15 0,117 27-316,-589-98 1454,-10 35 80,-87 23-496,643 43-1108,46-2 52,-1 0-1,1 0 1,0 0-1,-1 0 1,1 0-1,0 0 1,-1 0 0,1 0-1,-1 0 1,1 1-1,0-1 1,-1 0-1,1 0 1,0 1-1,-1-1 1,1 0-1,0 0 1,0 1-1,-1-1 1,1 0-1,0 1 1,0-1-1,-1 0 1,1 1-1,0-1 1,0 0 0,0 1-1,0-1 1,0 1-1,-1-1 1,1 0-1,0 1 1,0-1-1,0 1 1,0-1-1,0 0 1,0 1-1,0-1 1,1 1-1,-1 1-36,0 0-1,0 0 0,1 0 0,-1 0 1,1 0-1,-1 0 0,1 0 0,0 0 0,-1 0 1,1-1-1,0 1 0,1 0 0,-1-1 1,0 1-1,0 0 0,1-1 0,-1 0 0,1 1 1,-1-1-1,1 0 0,2 2 0,5 2-68,1 0 0,0 0 0,12 3-1,-11-4-5,373 111-3456,-111-38 1060,-134-31 1002,-2 6 0,132 70 0,-202-86 1279,-1 3 0,-2 2 0,-2 4 0,-2 2 0,89 90-1,-124-110 223,-1 1-1,-1 1 1,-1 1-1,26 50 0,-39-63 15,-2 1 1,0 0-1,0 0 0,-2 0 0,0 1 0,-1 0 0,-1 0 0,-1 0 0,-1 1 0,-1 21 0,0-33 52,-1 0 0,0 0 0,0 0 0,-1 0 1,0 0-1,0 0 0,-1 0 0,0-1 0,0 1 0,-1-1 0,0 0 0,-1 0 0,1 0 0,-1-1 0,0 1 0,-1-1 0,1 0 0,-1-1 0,-1 1 0,1-1 0,-10 5 0,-4 1 258,-1-1-1,-1-1 1,1-1 0,-1-1 0,-1-1 0,-35 5 0,-27 2 1252,-151 2 0,-90-22 1311,173-1-1465,0-8 0,-269-62 0,410 75-1416,5 1-46,-1 1 1,0-1-1,1-1 1,-1 1-1,1-1 0,0 0 1,0-1-1,0 0 1,0 0-1,1 0 0,-7-7 1,184-18-12541,-73 24 4892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6:16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110 239 3362,'0'0'9503,"-2"20"-8434,-15 163 2802,9-118-2611,-49 297 2691,57-360-3931,-7 20 433,7-22-434,0 1 0,-1-1 0,1 1 1,0-1-1,0 1 0,0-1 0,-1 1 0,1-1 1,0 0-1,-1 1 0,1-1 0,0 0 0,-1 1 1,1-1-1,0 0 0,-1 1 0,1-1 0,-1 0 1,1 1-1,-1-1 0,1 0 0,0 0 0,-1 0 1,1 0-1,-1 1 0,1-1 0,-1 0 1,1 0-1,-1 0 0,1 0 0,-1 0 0,1 0 1,-1 0-1,1 0 0,-1 0 0,1-1 0,-1 1 1,0 0-1,-1-6 71,1-36-88,2 1 0,1-1-1,3 1 1,1 0 0,19-68-1,-11 63-149,2 0-1,2 2 0,2 0 1,43-71-1,-46 88-38,2 2-1,1 0 1,0 1 0,2 1-1,1 0 1,39-28 0,-47 40 158,1 1 0,0 0 0,1 1 0,-1 1 1,2 1-1,-1 0 0,1 1 0,0 1 0,0 1 0,1 1 0,-1 0 1,28 0-1,-44 3 41,0 1 0,0-1 0,0 1 1,0-1-1,0 1 0,0 0 0,0-1 0,-1 1 1,1 0-1,0 0 0,0 1 0,-1-1 1,1 0-1,0 0 0,-1 1 0,1-1 0,-1 1 1,0 0-1,0-1 0,1 1 0,-1 0 1,0 0-1,0-1 0,0 1 0,-1 0 0,1 0 1,0 0-1,-1 0 0,0 0 0,1 0 1,-1 2-1,3 11 134,-2-1 0,0 1 0,-1 18 1,0-21-32,0 4 26,1 0 24,-1 0-1,-1 1 1,-4 17-1,4-28-131,-1-1 0,0 1 1,0-1-1,0 0 0,0 0 0,-1 0 0,0 0 0,0 0 0,0 0 0,-1-1 0,1 0 1,-9 8-1,0-2 42,-1-1 0,0 0 0,0-1 0,-1-1 0,0 0 0,-23 8 0,-96 23 144,58-19-48,54-14-76,-40 14 112,57-18-175,0 1 1,0 0-1,0 0 0,0 0 1,1 0-1,-1 1 1,1-1-1,-1 1 1,1 0-1,0 0 0,-3 5 1,4-6 27,1 0 0,0 1 0,0 0 0,0-1 0,0 1 0,0 0 0,0 0 0,1-1 0,-1 1 0,1 0 0,0 0-1,0 0 1,0 0 0,0-1 0,0 1 0,1 0 0,-1 0 0,1 0 0,0-1 0,0 1 0,0 0 0,0-1 0,0 1 0,1-1 0,-1 1 0,1-1 0,0 0 0,-1 1 0,1-1 0,3 2 0,6 8 323,1-1 0,1 0 0,27 18 1,-25-19-132,44 33 525,126 85 1330,-176-125-4094,0-17-13941,4-4 3784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6:16.8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342 42 10421,'0'0'13094,"-14"-7"-12022,-49-19-205,56 24-754,0 0-1,1 0 0,-1 1 1,0 0-1,0 1 0,0 0 1,0 0-1,0 0 0,0 1 1,0 0-1,0 0 1,0 0-1,1 1 0,-1 0 1,1 1-1,-1-1 0,1 1 1,-7 5-1,-1 1 52,1 0 0,1 0 1,0 1-1,0 1 0,1 0 0,-11 15 0,18-22-160,1 1 0,-1-1-1,1 1 1,1-1 0,-1 1-1,0 0 1,1 0-1,0 0 1,0 0 0,1 0-1,0 1 1,-1-1-1,2 1 1,-1-1 0,1 0-1,0 1 1,0-1-1,0 1 1,2 8 0,-1-12-10,0-1-1,0 0 1,0 0 0,0 0 0,0 0 0,0 0 0,1-1 0,-1 1 0,0 0 0,1-1 0,-1 1 0,0 0 0,1-1 0,-1 0 0,1 1 0,-1-1 0,0 0 0,1 0 0,-1 1 0,1-1 0,-1 0 0,3-1 0,34-3-168,-25-2-43,0 0 0,-1-1-1,0-1 1,-1 0-1,1-1 1,-2 0 0,19-20-1,-21 22 20,-8 7 197,41-44-737,-39 41 870,1-1 1,-1 1-1,0-1 1,0 1-1,0-1 0,-1 1 1,1-1-1,-1 0 1,0 0-1,0 0 0,0 0 1,0-6-1,-17 18 1346,13-4-1452,0 0 0,1-1-1,0 1 1,0 0 0,0 0 0,1 0-1,-1 0 1,1 0 0,0 1 0,0-1-1,0 0 1,0 6 0,0 59 313,2-44-292,-1-22-123,0 0 0,0 1 0,0-1 1,0 0-1,1 0 0,-1 1 0,1-1 0,0 0 1,0 0-1,0 0 0,1 0 0,1 3 0,-2-4-20,1-1 0,-1 1 0,1-1-1,0 0 1,-1 0 0,1 1 0,0-1-1,0 0 1,0 0 0,0 0-1,0-1 1,0 1 0,0 0 0,0-1-1,0 0 1,0 1 0,0-1 0,1 0-1,2 0 1,8 1-1215,-6 0-218,0-1 0,1 0 0,-1 0 0,1 0 0,-1-1 0,13-3 0,7-12-7894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6:17.1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 0 7700,'0'0'17925,"-5"11"-15788,-6 12-1284,-26 63 1607,33-75-2328,0 1-1,1 0 1,0 1 0,0-1 0,0 22-1,3-31-152,0 0-1,0 0 0,0 0 1,0 0-1,0 0 0,1 0 1,0-1-1,-1 1 0,1 0 1,0 0-1,2 3 0,-1-4-46,-1-1-1,1 0 1,-1 1-1,1-1 1,-1 0-1,1 0 1,0 1-1,0-1 1,0-1-1,0 1 1,-1 0-1,1 0 1,0-1-1,0 1 1,0-1-1,4 1 1,8 1-925,0 0 1,0-1-1,15-1 0,-21-1-131,0 1-1,1-1 0,-1-1 1,0 0-1,0 0 0,12-5 1,18-16-5917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6:17.4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0 17656,'0'0'15111,"-55"17"-15111,55-3 0,11 3 0,1 2 0,9-2 0,2-3-2161,9-7-1873,3-7-2257,9 0-6707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6:17.9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391 13 11189,'0'0'18003,"-7"-2"-16280,-9-2-1534,0 2-1,0 0 0,0 0 1,0 2-1,0 0 0,-31 4 0,39-3-156,0 1-1,0-1 1,0 1-1,0 1 0,0 0 1,1 0-1,-1 0 1,1 1-1,0 0 0,0 0 1,0 1-1,1 0 0,-1 0 1,1 1-1,0-1 1,-6 9-1,11-12-64,-1 1-1,0-1 1,1 1 0,0-1-1,0 1 1,0-1 0,0 1 0,0-1-1,0 1 1,0 0 0,1 0-1,0-1 1,-1 1 0,1 0-1,0 0 1,0-1 0,1 1 0,-1 0-1,0 0 1,1-1 0,0 1-1,0 0 1,0-1 0,0 1-1,0 0 1,0-1 0,0 0 0,1 1-1,0-1 1,-1 0 0,3 3-1,6 5-324,0 0-1,1-1 1,0 0-1,25 14 0,-10-6-74,-17-11 211,0 0-135,-1 0 0,0 0 0,11 12 0,-17-15 316,0 0-1,0-1 0,0 1 1,-1 0-1,1 0 1,-1 0-1,1 0 1,-1 0-1,0 0 1,0 0-1,-1 1 0,1-1 1,-1 0-1,1 7 1,-1-7 106,-1 0 0,1-1 1,-1 1-1,0 0 0,0-1 1,1 1-1,-2-1 0,1 1 1,0-1-1,-1 1 0,1-1 1,-1 0-1,1 1 0,-1-1 1,0 0-1,0 0 0,0-1 1,0 1-1,-1 0 0,1-1 1,0 1-1,-1-1 0,1 0 1,-1 1-1,1-1 0,-6 1 1,-8 3 409,-1 0 0,-1-1 1,-19 2-1,23-4-301,-126 17 960,138-18-1310,4-1-491,13-2-956,1 1 1,-1-2-1,0 0 1,0-1 0,0 0-1,-1-2 1,27-12-1,18-8-7765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6:18.3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305 25 3602,'0'0'24800,"-20"-4"-22833,-70-12-473,84 14-1437,-1 1 0,1 0 1,-1 1-1,1 0 1,-1 0-1,1 0 0,-1 1 1,1 0-1,-1 0 1,1 1-1,0 0 1,-12 4-1,16-4-52,1-1-1,-1 0 1,0 1 0,0-1-1,1 1 1,-1-1-1,1 1 1,0 0 0,-1 0-1,1 0 1,0 0 0,0 0-1,0 0 1,0 0 0,0 0-1,1 0 1,-1 0 0,0 0-1,1 0 1,0 1 0,0-1-1,-1 0 1,1 0 0,1 1-1,-1-1 1,0 0-1,0 0 1,1 0 0,-1 1-1,1-1 1,0 0 0,0 0-1,1 3 1,2 0-5,0 1 1,0-1-1,0 0 1,0 0-1,1 0 0,0 0 1,0-1-1,1 0 1,-1 0-1,1 0 0,7 3 1,17 14-57,-25-17-22,0-1 1,0 2-1,-1-1 0,0 1 0,0-1 0,0 1 0,0 0 0,-1 1 0,0-1 0,0 0 0,0 1 0,-1 0 1,1 0-1,-2 0 0,1 0 0,-1 0 0,1 0 0,-2 0 0,1 11 0,-1-15 79,-1 0 1,1 0-1,-1 0 0,0 0 0,1 0 1,-1 0-1,0 0 0,0-1 0,-1 1 0,1 0 1,0-1-1,-1 1 0,1-1 0,-1 1 0,1-1 1,-1 1-1,1-1 0,-1 0 0,0 0 1,0 0-1,0 0 0,0 0 0,0-1 0,-3 2 1,-58 15 577,56-16-431,-39 5 291,36-5-380,-1 0 0,1 0 0,-1 1-1,1 1 1,0 0 0,-10 4 0,18-5-104,16-2-1559,2 0-285,0-1 0,0-1-1,1-1 1,-2 0 0,25-8-1,14-9-6991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6:18.8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436 18 3330,'0'0'18002,"-22"-3"-13853,8 0-3490,-17-2 901,-1 1 1,0 2 0,-48 1 0,68 3-1530,0 0 0,1 0-1,-1 1 1,1 0 0,0 1 0,0 1 0,0 0 0,1 0 0,0 1 0,0 0-1,0 1 1,0 0 0,-11 12 0,15-13-34,0 0 1,0 1-1,1 0 1,0 0-1,0 0 1,1 1-1,0 0 1,0 0-1,0 0 1,1 0-1,1 0 1,0 1-1,0-1 1,0 1-1,1 0 1,0-1-1,1 1 1,1 14-1,-1-21 3,0 0 0,1-1 0,-1 1 0,1 0 0,-1 0 0,1-1 0,0 1 0,0 0 0,-1-1 0,1 1 0,0-1 0,1 1 0,-1-1 0,0 1 0,0-1 0,1 0 0,-1 0 0,1 0 0,1 2 0,1-1 0,1 0 0,-1 0 0,0 0 0,1 0 0,0-1 0,-1 0 0,8 2 0,-3-2 0,1-1 0,-1 1 0,0-1 0,0-1 0,0 1 0,0-2 0,17-3 0,-15-1 0,0 0 0,0-1 0,0 0 0,-1-1 0,0 0 0,-1-1 0,0 0 0,0 0 0,0-1 0,-2 0 0,1 0 0,-1-1 0,6-13 0,-9 14 0,-3 8 0,1 6 0,2 5 0,2 6 0,0 0 0,2-1 0,-1 0 0,2 0 0,17 22 0,-20-30 0,-1-1 0,1 1 0,1-1 0,-1 0 0,0 0 0,1-1 0,0 0 0,0 0 0,1-1 0,-1 0 0,1 0 0,-1-1 0,15 3 0,-9-2-351,1-2 0,0 1 0,0-2 0,-1 0 0,1 0 0,20-4 1,-25 2-231,-1 0 1,1-1 0,0 0 0,-1 0 0,0-1-1,0 0 1,0-1 0,0 0 0,-1 0-1,13-11 1,14-18-8621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6:53.4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39 3970,'0'0'11848,"-8"-6"-10730,-23-22-64,31 24 2301,9 4-2080,10 5-236,-2 6-434,-1 0-1,-1 1 1,0 0 0,-1 2 0,0-1-1,-1 2 1,11 16 0,19 18 138,123 109 191,-166-158-1249,-6-24-7963,4-16-3133,2 16 3338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6:53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642 1 6563,'0'0'14359,"-6"17"-11446,-3 8-2055,0 0 0,-2-1 0,-1-1 0,-19 31 0,-55 69 1827,-281 443-728,330-495-3039,-30 82 0,66-151 1802,-2 7-665,1 2-6750,2-10 6380,0-1 1,0 0 0,0 1-1,1-1 1,-1 0 0,0 1 0,0-1-1,0 0 1,1 1 0,-1-1-1,0 0 1,1 1 0,-1-1 0,0 0-1,0 0 1,1 1 0,-1-1-1,1 0 1,-1 0 0,0 0 0,1 1-1,-1-1 1,0 0 0,1 0-1,-1 0 1,1 0 0,-1 0 0,0 0-1,1 0 1,-1 0 0,1 0-1,-1 0 1,0 0 0,1 0 0,-1 0-1,1 0 1,-1 0 0,0 0-1,1-1 1,-1 1 0,0 0 0,1 0-1,-1 0 1,0-1 0,1 1 0,0-1-1,22-9-7995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6:54.2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440 14 7940,'0'0'18752,"-11"-3"-17010,4 1-1461,1 0-125,0 0 1,1 1 0,-1 0 0,0 0 0,0 0-1,0 1 1,0 0 0,0 0 0,0 0-1,0 1 1,0 0 0,-9 2 0,-14 9 44,0 1 1,1 1-1,0 2 0,1 1 1,1 1-1,1 1 1,1 1-1,0 1 1,-33 39-1,53-56-230,1 0 0,-1 0-1,1 0 1,0 1 0,0-1 0,0 1 0,1-1 0,-1 1-1,1 0 1,0 0 0,1 0 0,-1 1 0,1-1 0,-1 9-1,3-14-18,0 1-1,0 0 0,-1-1 0,1 1 1,0 0-1,0-1 0,0 1 0,1-1 0,-1 0 1,0 1-1,0-1 0,0 0 0,0 1 1,0-1-1,0 0 0,0 0 0,1 0 0,-1 0 1,0 0-1,0 0 0,0-1 0,0 1 1,2-1-1,2 1-93,5 0 38,0-2 0,0 1 0,0-1 1,0 0-1,0-1 0,-1 0 0,1-1 0,-1 0 1,13-7-1,-9 2 55,1 1 0,-1-2 0,0 0 0,-1 0 0,14-15 1,-22 19 167,0 0 0,0-1 0,-1 1 0,0-1 1,4-10-1,-4 8 1327,-13 33-833,6-10-514,1 0 0,0 0-1,1 0 1,1 0 0,-1 16-1,2 14-3258,0-23-496,7-21-3423,21-1-2706,-4-6 413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6:54.6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5603,'0'0'20569,"0"5"-18637,2 26-786,-3-17-703,2 1 0,0-1 0,0 0 0,2 0 0,-1 0 0,6 14 0,-7-27-465,-1 0 0,1-1 1,-1 1-1,1 0 0,-1-1 1,1 1-1,0 0 0,0-1 1,-1 1-1,1-1 0,0 1 1,0-1-1,-1 1 0,1-1 1,0 0-1,0 1 0,0-1 1,0 0-1,0 0 0,-1 0 1,1 0-1,0 0 0,0 0 1,0 0-1,0 0 0,0 0 1,0 0-1,0 0 0,0 0 1,-1-1-1,1 1 0,0 0 0,0-1 1,0 1-1,1-1 0,28-15-1038,22-18 46,70-50 174,-122 83 906,1 0 1,-1 1-1,1-1 1,-1 1-1,1-1 1,-1 1-1,1-1 1,0 1-1,-1 0 1,1-1-1,0 1 1,-1 0-1,1-1 1,0 1 0,-1 0-1,1 0 1,0 0-1,-1 0 1,1-1-1,0 1 1,0 0-1,-1 0 1,2 1-1,2 12 2785,-1 1-3270,0 0 693,-2-9-511,0 0 0,0 0-1,1 0 1,-1 0 0,1 0 0,4 7 0,10 2-3992,10-9-3714,3-5-1755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6:55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518 50 11237,'0'0'6691,"-22"-7"-2726,-72-22-935,83 26-2589,-1-1 0,-1 2 0,1 0 0,0 0-1,0 1 1,-1 1 0,1 0 0,-21 3 0,31-3-395,-1 1 0,0-1 0,1 1 0,-1 0 0,1 0 1,-1 0-1,1 0 0,-1 0 0,1 1 0,-1-1 0,1 1 1,0-1-1,0 1 0,0 0 0,0 0 0,0 0 0,0 0 1,1 0-1,-1 0 0,1 1 0,-1-1 0,1 0 0,0 1 1,0-1-1,-2 6 0,2-2-63,-1 0 1,1 1-1,0-1 1,1 0 0,-1 1-1,1-1 1,0 1-1,1-1 1,0 1-1,1 6 1,0-10-88,-1 0 1,0-1-1,1 1 0,0 0 1,0-1-1,-1 1 1,1-1-1,1 0 0,-1 0 1,0 0-1,1 0 1,-1 0-1,1 0 1,-1-1-1,1 1 0,0-1 1,-1 0-1,1 1 1,0-1-1,0-1 0,0 1 1,0 0-1,0-1 1,0 1-1,5-1 1,5 1-459,0 0 0,0-1 1,1 0-1,22-4 1,-18-1 87,0-2 1,-1 0 0,0-1 0,0 0-1,-1-2 1,0 0 0,19-16 0,-34 26 518,0-1 1,0 1 0,0-1-1,-1 1 1,1-1-1,0 0 1,-1 1 0,1-1-1,0 0 1,-1 0 0,1 1-1,-1-1 1,1 0-1,-1 0 1,1 0 0,-1 1-1,0-1 1,1-2-1,-1 3 45,0 0 0,0-1-1,-1 1 1,1-1-1,0 1 1,0 0-1,0-1 1,-1 1-1,1-1 1,0 1-1,-1 0 1,1 0-1,0-1 1,-1 1-1,1 0 1,0-1-1,-1 1 1,1 0-1,0 0 1,-1 0-1,1-1 1,-1 1-1,1 0 1,0 0-1,-1 0 1,0 0-1,-2-1 133,0 1-1,1-1 0,-1 1 0,0 0 1,0 0-1,0 0 0,1 0 0,-1 1 1,0-1-1,0 1 0,-3 1 0,3 0-128,-1 1 0,0-1-1,1 1 1,0 0 0,0 0-1,0 0 1,0 1 0,0-1-1,0 1 1,1-1-1,0 1 1,0 0 0,0 0-1,0 0 1,1 0 0,-1 1-1,1-1 1,0 0 0,0 6-1,-4 14 54,2 0-1,0 28 1,1 10-30,3 0 1,2 0 0,3 0 0,23 96 0,-18-114-83,-2-13-286,-1 0-1,-2 1 0,3 50 0,-8-79 224,-1 1-1,0-1 1,0 0-1,-1 0 1,1 1-1,-1-1 1,1 0-1,-1 0 1,0 0-1,0 0 1,0 0-1,-2 4 1,1-5 25,1-1 1,-1 1-1,0-1 0,1 1 1,-1-1-1,0 0 1,0 0-1,0 0 1,0 0-1,0 0 1,0 0-1,0 0 1,0-1-1,0 1 1,-1-1-1,1 0 1,0 1-1,-3-1 0,-7 1 128,-1-1-1,0 0 0,0-1 0,0 0 0,0-1 0,0 0 0,1-1 0,-1-1 0,-22-9 0,-2-5 667,-61-40 0,33 19 17,38 24-476,16 9-290,0 1 0,1-1 0,0-1 1,0 0-1,0-1 0,-12-12 0,21 20-84,1-1 0,0 1 0,-1-1 0,1 1 0,0-1 0,0 1 0,-1-1 0,1 1 0,0-1 0,0 1 0,0-1 0,0 1 0,-1-1 0,1 0 0,0 1 0,0-1 0,0 1 0,0-1 0,0 0 0,1 1 0,-1-1 0,0 1 0,0-1 0,0 1 0,0-1 0,1 0 0,-1 1 0,0-1 0,0 1 0,1-1 0,-1 1 0,1-1 0,-1 1 0,0 0 0,1-1 0,-1 1 0,2-1 0,19-12-1708,-18 12 1505,92-41-8502,-34 16 824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6:55.7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396 22 12422,'0'0'17634,"-21"-3"-16166,6 0-1217,-8-3-85,-1 2-1,1 1 0,0 1 0,-1 1 1,-24 2-1,38 1-165,-1 0 0,1 1 0,0 0 0,0 0 0,0 1 0,0 0 0,1 1 0,0 0 0,0 1 0,-16 12 0,19-13 0,0 1 0,0 0 0,0-1 0,1 2 0,0-1 0,1 1 0,-1 0 0,1 0 0,1 0 0,-1 0 0,1 1 0,0-1 0,1 1 0,-3 15 0,3-13 0,1 1 0,0 0 0,1 0 0,0 0 0,0 0 0,2 0 0,3 18 0,-4-25 0,1 0 0,0 0 0,0 0 0,0 1 0,0-2 0,0 1 0,1 0 0,0 0 0,0-1 0,0 0 0,0 0 0,0 1 0,1-2 0,-1 1 0,1 0 0,0-1 0,0 0 0,0 1 0,0-2 0,0 1 0,5 1 0,0 0 0,0-1 0,0 0 0,0-1 0,0 0 0,0 0 0,0-1 0,0 0 0,0-1 0,0 0 0,0 0 0,-1-1 0,1 0 0,0 0 0,-1-1 0,1-1 0,-1 1 0,0-1 0,0-1 0,0 1 0,0-1 0,9-9 0,-7 5 0,0 1 0,-1-1 0,-1-1 0,0 0 0,0 0 0,-1-1 0,0 1 0,-1-2 0,0 1 0,-1-1 0,0 0 0,-1 0 0,0 0 0,4-24 0,-7 7 0,-1 23 0,0 19 0,-1-3 0,2 1 0,-1-1 0,1 1 0,1-1 0,0 0 0,0 0 0,1 0 0,0 0 0,1 0 0,0 0 0,1-1 0,0 0 0,10 15 0,-6-11 0,0-1 0,1-1 0,0 0 0,1 0 0,0-1 0,1 0 0,0-1 0,0 0 0,1-1 0,0-1 0,1 0 0,-1-1 0,1 0 0,1-1 0,-1 0 0,1-1 0,-1-1 0,30 2 0,-28-4 143,76-1-1504,-83 0 189,1-1-1,-1-1 1,0 0 0,1 0-1,-1-1 1,0 0 0,13-7-1,28-21-6302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6:59.3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311 38 3602,'0'0'10943,"4"-5"-9459,-4 5-1301,20-22 1175,-5 11 5787,-15 13-6777,-1 4-229,0 0 0,-1-1 0,0 1 0,0-1 0,0 0 0,-1 0 0,1 0 0,-1 0 0,0 0 0,-6 6 0,-1 4 128,-70 104 398,-35 56 73,90-133-518,3 0 1,-23 61 0,45-103-220,-19 61 162,18-56-149,0 0 0,0 0 0,1 0 0,-1 0 0,1-1-1,0 1 1,1 0 0,-1 0 0,1 0 0,2 9 0,-2-13-2,0 1 0,0-1-1,0 1 1,0-1 0,0 1-1,1-1 1,-1 0-1,0 0 1,1 1 0,-1-1-1,1 0 1,-1 0-1,1-1 1,0 1 0,-1 0-1,4 1 1,32 8 167,-25-8-105,38 8 101,0-2 0,1-3 0,-1-2 0,58-4 0,-102 1-155,0-1-1,0 0 0,0 0 0,-1-1 1,1 1-1,0-1 0,0 0 0,-1-1 0,1 0 1,5-3-1,-10 5-120,1 0 0,-1 0 0,1 0 0,-1 0 0,0 0 0,1-1 0,-1 1 0,0 0 0,0-1 0,0 1 0,0-1 0,0 0 0,0 1 0,0-1 0,0 0 0,-1 1 0,1-1 0,-1 0 0,1 0 0,-1 1 0,0-1 0,1 0 0,-1 0 0,0 0 0,0 0 0,0 1 0,-1-1 0,1 0 0,0 0 0,-1 0 0,1 1 0,-1-1 0,0 0 0,1 0 0,-1 1 0,0-1 0,0 1 0,-1-3 0,-25-21-4873,10 9 656,-12-13-5663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6:59.6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38 7603,'0'0'13676,"24"-5"-10472,7-1-2350,-7 0-59,1 2-1,0 1 0,41-1 0,57-1 1386,-17 0-5557,-126 6 1150,0 0 1,-1 1-1,1 1 1,0 1 0,-20 7-1,-27 11-5728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6:59.8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2401,'0'0'12262,"23"110"-8949,38-93-31,8 0-337,2-5-672,-8-3-1280,-13-5-705,-10-4-256,-11 0-64,-8 0-833,-9 0-1312,-1 0-2049,-5 0-4386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00.5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 2577,'0'0'20714,"13"-4"-19098,39-10-151,-51 14-1435,-1 0 1,1 0-1,0 0 1,-1-1-1,1 1 1,0 0-1,-1 0 0,1 0 1,0 0-1,-1 0 1,1 0-1,-1 0 1,1 0-1,0 1 0,-1-1 1,1 0-1,0 0 1,-1 0-1,1 1 0,-1-1 1,1 0-1,-1 1 1,1-1-1,-1 0 1,1 1-1,-1-1 0,1 1 1,-1-1-1,1 1 1,-1-1-1,0 1 1,1-1-1,-1 1 0,0-1 1,1 1-1,-1 0 1,0-1-1,0 1 0,0-1 1,1 1-1,-1 0 1,0-1-1,0 1 1,0 0-1,0-1 0,0 1 1,0 0-1,0-1 1,0 1-1,-1-1 1,1 1-1,0 0 0,0-1 1,0 1-1,-1 0 1,0 4 157,1-2-102,1 13 106,0 0-1,-2-1 1,0 1 0,-1-1-1,0 1 1,-1-1 0,-1 0 0,-1 0-1,-7 18 1,11-30-200,1-6-43,1-1 1,0 1-1,-1 0 0,1 0 1,0 0-1,0 0 0,1 0 0,-1 0 1,1 0-1,-1 0 0,1 1 1,0-1-1,0 1 0,3-3 0,34-32-178,-36 34 200,20-14-39,0 0 0,1 1 1,1 1-1,1 2 0,0 0 0,38-12 0,-63 25 111,-1 0-1,0 0 1,1 0 0,-1 0-1,1 0 1,-1 0 0,1 0-1,-1 0 1,1 0 0,-1 1-1,1-1 1,-1 0-1,0 0 1,1 0 0,-1 1-1,1-1 1,-1 0 0,0 0-1,1 1 1,-1-1-1,0 0 1,1 1 0,-1-1-1,0 0 1,1 1 0,-1-1-1,0 1 1,0-1 0,0 0-1,1 1 1,-1-1-1,0 1 1,0-1 0,0 1-1,0-1 1,0 1 0,0-1-1,0 1 1,0-1 0,0 1-1,0-1 1,0 0-1,0 1 1,0-1 0,0 1-1,-1 0 1,-2 35 364,0-17-241,3-19-187,21-1-101,-1-1 1,1-1-1,-1-1 0,29-10 1,-3 1-45,-28 9 42,-1 0 66,0 0-1,-1-1 1,20-9 0,-33 32 2940,-4 19-3645,0-19-2589,8-16-2507,12-2 3086,-16 0 1337,33 0-6328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00.6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 1345,'0'0'30398,"-38"71"-29662,36-55-640,-2 1-96,4-6-448,0-5-1073,2-14-12629,21-26 2160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00.8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13334,'0'0'15559,"0"-17"-15623,0 30-336,0 3-1377,0 3-816,2 0-1857,15 0-2689,6-7-3218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01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464 1 8900,'0'0'12238,"-22"29"-8922,2-4-2625,-8 11 404,1 1-1,2 1 0,-30 62 1,-48 129 2049,-41 120-3044,134-325-100,2-6 0,1 1 0,-7 26 0,14-32-3,4-15-15,-2 1 2,9-3-101,0-2 1,0 0 0,0 0 0,0-1-1,14-13 1,10-7-310,165-119-1873,-197 144 2250,6-4 2036,-8 13-86,-1 0-2440,0 9 617,-1 1-44,2 0-1,2 22 0,-2-35-40,0 0 1,0 0-1,0 0 0,0 0 0,0 0 1,1 0-1,0 0 0,0 0 1,0-1-1,0 1 0,1-1 0,0 1 1,-1-1-1,6 5 0,-6-7-211,-1 0 0,1 0-1,0 0 1,-1-1 0,1 1-1,0 0 1,0-1 0,0 1-1,0-1 1,-1 0 0,1 0-1,0 1 1,0-1 0,0 0-1,0-1 1,0 1 0,0 0 0,3-2-1,0 1-952,-1 0 0,1-1-1,0 0 1,-1 0 0,9-6 0,18-15-7436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01.6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0 9332,'0'0'15893,"-7"20"-13388,-15 45-1127,-68 202 2220,-76 291-3537,153-507 223,6-19-4199,12-42-2657,7-1 3966,-3 4 29,17-21-5328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02.2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1 224 688,'0'0'16547,"4"0"-14955,1 0-1746,-3 0 469,0-1 1,0 1-1,0 0 0,0 0 0,0 0 1,0 0-1,0 1 0,0-1 1,0 1-1,0-1 0,0 1 1,0 0-1,0-1 0,0 1 0,-1 0 1,1 0-1,0 0 0,0 0 1,-1 1-1,2 1 0,7 7-92,0-1-1,0 0 0,0 0 1,1-1-1,1-1 0,-1 0 1,1 0-1,0-1 0,1-1 0,-1 0 1,1 0-1,0-1 0,0-1 1,19 2-1,-27-4-233,1 0-1,-1-1 0,1 0 1,0-1-1,-1 1 1,1-1-1,8-2 1,-13 3-7,1-1 0,0 0 1,-1 0-1,1 0 1,-1 0-1,1 0 0,-1 0 1,0-1-1,1 1 0,-1 0 1,0-1-1,0 1 1,0-1-1,0 1 0,0-1 1,0 0-1,0 1 0,-1-1 1,1 0-1,-1 1 1,1-1-1,-1 0 0,1 0 1,-1 0-1,0 1 0,0-4 1,1-7-44,-1-1-1,-1 0 1,0 1 0,0-1 0,-1 1 0,-1-1-1,0 1 1,-6-15 0,0 7 63,0 0 1,-2 0-1,-22-32 0,29 46 54,0 1-1,0-1 0,-1 1 1,0 1-1,0-1 0,-1 1 1,-7-6-1,12 9-24,0 1 0,-1-1 0,1 0 0,0 0 0,-1 1-1,1-1 1,-1 0 0,1 1 0,-1 0 0,1-1 0,-1 1 0,0 0 0,1 0 0,-1 0 0,1 0-1,-1 0 1,0 0 0,1 0 0,-1 0 0,1 1 0,-1-1 0,1 1 0,-1-1 0,1 1-1,-1 0 1,1-1 0,0 1 0,-1 0 0,1 0 0,0 0 0,0 0 0,-1 0 0,1 0-1,0 0 1,0 1 0,0-1 0,-1 2 0,-2 5 90,-1 0 0,1 1 0,1 0 0,0 0 0,0 0 0,1 0 0,0 1 0,-2 13 0,0 81 708,4-95-743,0 7 41,1 0 0,0 0 0,2 0 0,-1 0 0,2-1 0,0 1 0,1-1 0,7 16 0,-7-21-103,0-2 0,0 1 0,1 0 0,0-1-1,0 0 1,0-1 0,1 1 0,1-1 0,-1-1 0,1 1 0,0-1 0,1-1 0,-1 1 0,11 3 0,-10-5-35,1-1 1,0 0 0,0 0 0,0-1-1,0 0 1,1-1 0,-1-1 0,17 0-1,-18 0-346,-1-1 0,0 0 0,0 0 0,0-1 0,0 0 0,-1 0-1,1-1 1,0 0 0,-1 0 0,0-1 0,9-5 0,3-11-3563,-12 3-2168,-6-2-5445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11.3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80 576,'0'0'5365,"5"-5"-4444,22-24 1941,14-16 3157,-47 50-5537,-32 34 2309,-61 78-1,88-103-2536,1 1-1,0 0 1,2 1-1,-1 0 1,2 1-1,0-1 1,1 1-1,1 1 1,1-1 0,0 1-1,-1 19 1,4-22-84,0 0 1,1 0 0,1 0 0,1 0-1,0 0 1,1 0 0,1-1 0,0 1-1,1-1 1,0 0 0,12 21 0,-8-17-49,6 8 204,33 47 0,-44-67-175,1 0 1,0 0-1,1-1 0,-1 0 0,1 0 0,0 0 0,0-1 1,0 0-1,1 0 0,-1 0 0,1-1 0,14 5 1,-20-8-195,-1 1 1,1-1 0,0 0 0,-1 0 0,1 0-1,0 1 1,-1-1 0,1 0 0,0 0 0,0 0 0,-1 0-1,1 0 1,0 0 0,-1-1 0,1 1 0,0 0-1,-1 0 1,1 0 0,0-1 0,-1 1 0,1 0 0,0-1-1,-1 1 1,1 0 0,-1-1 0,1 1 0,-1-1-1,1 1 1,-1-1 0,1 1 0,-1-1 0,1 1 0,-1-1-1,0 0 1,1 1 0,-1-1 0,0 0 0,1 1-1,-1-1 1,0 0 0,0-34-6169,-1 17 1978,3-3-2778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11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0 4386,'0'0'16314,"0"19"-14011,-1 44 1325,-17 118 0,15-167-3614,-2 8-539,1 0 0,-1 42 0,14-65-4904,-5-1 4467,0 1 0,0-1 0,-1 0 0,1 0 0,0-1 0,-1 1-1,1-1 1,-1 0 0,0 1 0,3-5 0,22-20-7034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12.0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0 3394,'0'0'17821,"-11"14"-16063,1-2-1268,0 2 1,0-1-1,1 1 0,1 0 0,1 1 1,0 0-1,-8 25 0,9-16 20,2 1-1,0-1 1,1 44-1,3-67-511,0 0 0,0-1 1,0 1-1,0 0 0,0 0 0,1-1 0,-1 1 0,0-1 0,0 1 0,1 0 1,-1-1-1,0 1 0,1 0 0,-1-1 0,1 1 0,-1-1 0,1 1 0,-1-1 1,1 1-1,-1-1 0,1 0 0,-1 1 0,1-1 0,0 1 0,-1-1 0,2 0 0,23 5-79,-19-6 55,1 1 0,-1-1 0,0 0 0,0 0 0,1 0 0,7-4-1,-6 1-23,-1-1 0,1 0 0,-1 0 0,0-1 0,0 0 0,0 0 0,-1-1 0,0 1-1,0-1 1,-1-1 0,0 1 0,0-1 0,-1 0 0,1 0 0,-2 0 0,1-1 0,-1 1-1,-1-1 1,0 0 0,0 0 0,0 0 0,-1-16 0,-1 21 59,0 1-1,-1 0 1,0-1 0,0 1-1,0 0 1,0 0-1,-1-1 1,1 1 0,-1 0-1,0 0 1,0 0 0,0 1-1,0-1 1,0 0 0,-5-3-1,3 2-38,-1 0-1,1 0 0,-1 1 0,0 0 0,0 0 1,0 0-1,0 0 0,-10-2 0,12 4-671,28 1-21809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12.4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1 7587,'0'0'16219,"-15"11"-14795,-4 2-917,1 1-1,1 1 1,0 1-1,1 0 0,-21 29 1,29-34-299,2 0-1,-12 25 1,16-31-199,1 0 0,-1 0 1,1 0-1,0 0 1,0 0-1,0 0 0,1 0 1,0 0-1,0 0 0,1 10 1,-1-14-16,1 1 0,0-1 0,0 1 1,0-1-1,-1 1 0,1-1 0,1 1 1,-1-1-1,0 0 0,0 0 0,0 1 1,1-1-1,-1 0 0,1 0 0,-1 0 1,1-1-1,-1 1 0,1 0 1,-1 0-1,1-1 0,0 1 0,-1-1 1,1 0-1,0 1 0,2-1 0,50 3-66,-45-3 59,1 0-28,0 0 1,0 0-1,1-1 0,-1-1 1,-1 0-1,1 0 1,0-1-1,10-4 0,-16 5 26,-1 0 0,1 0 0,-1 0 0,1-1-1,-1 0 1,0 1 0,0-1 0,0 0 0,0-1-1,-1 1 1,1 0 0,-1-1 0,0 0 0,0 1-1,0-1 1,-1 0 0,1 0 0,-1 0 0,0 0-1,0 0 1,0 0 0,0-6 0,3-61-21,-4 67 24,0-1 0,-1 0 0,1 1-1,-1-1 1,0 1 0,0-1 0,-1 1-1,1 0 1,-1-1 0,0 1 0,0 0-1,-5-7 1,7 11-79,0-1 0,-1 1 0,1-1 1,-1 1-1,0-1 0,1 1 0,-1-1 0,1 1 0,-1 0 0,0-1 0,1 1 0,-1 0 1,1-1-1,-1 1 0,0 0 0,0 0 0,1 0 0,-1-1 0,0 1 0,1 0 0,-1 0 1,0 0-1,0 0 0,0 1 0,0-1-482,0 0 0,1 0 0,-1 1 0,0-1 0,1 1 0,-1-1 0,0 0 0,1 1 0,-1-1 1,0 1-1,1 0 0,-1-1 0,1 1 0,-1-1 0,1 1 0,-1 0 0,1-1 0,0 1 0,-1 0 0,1-1 0,0 1 0,-1 0 0,1 0 0,0 0 1,0-1-1,0 2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13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23 5186,'0'0'12996,"3"-5"-11796,-2 4-1130,-1 0 0,1 0 0,0 0-1,-1 0 1,1 0 0,0 0 0,0 0 0,0 0-1,-1 0 1,1 0 0,0 0 0,0 1 0,0-1-1,0 0 1,1 1 0,-1-1 0,0 1 0,0-1-1,0 1 1,0-1 0,1 1 0,-1 0-1,0 0 1,2 0 0,-1 0 47,0 1-1,0 0 1,0 0-1,0 0 1,0 0 0,0 1-1,0-1 1,0 1-1,0-1 1,-1 1 0,1-1-1,-1 1 1,1 0-1,-1 0 1,1 0 0,0 2-1,15 25 588,-1 1-1,-2 0 0,-1 0 1,-2 1-1,0 1 0,-3 0 1,8 51-1,-11-55-377,-2 0 1,-1 1-1,-1-1 0,-1 0 1,-6 42-1,3-53-141,-1-1-1,0 1 1,-1-1-1,-1 1 1,0-1-1,-2-1 1,0 0 0,0 0-1,-1 0 1,-13 15-1,5-12-176,0-1 1,-1 0-1,-1-1 0,-26 17 0,39-28-6,5-5 6,0 1 0,0-1 0,0 0 0,1 1 0,-1 0 0,0-1 0,1 1 0,-1-1 0,0 1 0,1 0 0,-1-1 0,1 1 0,-1 0 0,1 0 0,-1-1 0,1 1 0,0 0 0,-1 0 0,1 1 0,0-2-114,0 0-1,1 1 1,-1-1 0,0 0 0,1 1 0,-1-1 0,0 0 0,1 0 0,-1 1-1,0-1 1,1 0 0,-1 0 0,1 0 0,-1 0 0,0 1 0,1-1 0,-1 0-1,1 0 1,-1 0 0,0 0 0,1 0 0,-1 0 0,1 0 0,-1 0-1,1 0 1,3 0-1053,0 0 0,0-1 0,0 1 0,-1-1 0,1 0 0,0 0 0,4-2 0,6-9-6068,0-6-3832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6:39.5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236 289 3954,'0'0'7857,"3"-2"-6411,12-6-780,-8 8 6194,-7 23-5270,-2-8-1337,0 0 0,-1-1 0,0 1 1,-1 0-1,-1-1 0,-1 0 0,-8 17 0,-10 29 326,-8 37-157,14-35-187,-3-1-1,-39 76 1,41-102-150,6-14-43,2 1 0,-13 32-1,30-105 149,4 22-338,2 0 0,1 1 0,1 0 1,23-33-1,-1 0-476,15-41-607,37-107 1,-73 173 1084,-7 21 136,-7 12 19,1 0 0,-1 0 0,0 1 0,1-1 0,-1 0 1,0 0-1,-1 0 0,2-4 0,-2 6 156,1 18 161,3 32-23,4 0 0,1-1 0,2 0 0,3 0 0,1-1 0,34 69 0,-26-62-180,-15-33-76,2 0 0,22 37 0,-31-57-43,0 0 0,-1 0 0,1 0 1,0 0-1,0 0 0,0 0 0,0 0 0,0 0 0,0 0 0,0-1 0,0 1 1,0 0-1,1-1 0,-1 1 0,0-1 0,0 1 0,0-1 0,1 0 0,-1 0 1,0 1-1,1-1 0,-1 0 0,0 0 0,1 0 0,-1 0 0,0 0 0,0-1 1,1 1-1,-1 0 0,0-1 0,0 1 0,1-1 0,-1 1 0,0-1 0,0 1 1,0-1-1,0 0 0,0 0 0,2 0 0,3-4 21,0-1 1,-1 1-1,1-1 1,-1 0-1,7-9 0,34-53 18,-3-2 0,49-108-1,49-159-4,-138 327-33,65-168 1036,-67 176-524,-4 22-23,-2-6-697,0 0 1,-2 0-1,-12 21 0,-9 18-3103,25-46 1756,0 0 1,1 0 0,0 1 0,1-1 0,-1 0-1,0 10 1,2 1-7492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6:40.0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225 0 10565,'0'0'6123,"-18"11"-2495,-59 37-1005,67-41-2290,1 0 0,-1 0 0,1 1 0,1 0 0,-1 1 0,1 0 0,1 0 0,0 1 0,0 0 0,1 0 0,-8 18 0,8-14-164,1 1 0,1 0-1,1 1 1,0-1 0,1 1 0,1-1-1,0 21 1,1-34-167,0 1-1,0 0 1,0-1 0,0 1 0,0-1-1,1 1 1,-1-1 0,1 1 0,0-1-1,-1 0 1,1 1 0,0-1 0,1 0-1,-1 0 1,0 1 0,1-1-1,-1 0 1,1 0 0,0 0 0,-1-1-1,1 1 1,0 0 0,0-1 0,3 2-1,1 0-7,0-1 0,0 0 0,0 0 0,0-1-1,0 0 1,0 0 0,1-1 0,-1 1-1,7-2 1,-5 0-32,0 0 0,1 0 0,-1-1-1,0-1 1,0 1 0,0-1 0,-1 0 0,1-1-1,-1 0 1,0 0 0,0-1 0,13-10 0,-8 5-43,-1-1-1,0 0 1,0 0 0,-1-1 0,-1 0 0,11-19 0,-17 26 81,0-1 0,-1 1 0,0-1 0,0 1 1,0-1-1,-1 0 0,0 1 0,0-1 0,0 0 0,-1 0 0,0 0 1,0 0-1,0 0 0,-1 0 0,0 0 0,0 1 0,0-1 1,-1 0-1,0 1 0,-4-10 0,0 5 20,1 0 1,-2 0-1,0 1 1,0-1-1,0 2 1,-1-1-1,0 1 1,-1 0-1,-14-9 1,21 15-38,0 0 0,-1 1 1,1 0-1,0-1 0,-1 1 1,1 0-1,-1 0 0,0 0 0,1 0 1,-1 1-1,0-1 0,0 1 1,1 0-1,-5-1 0,7 17-3406,1-14 3138,0 0 0,0-1 0,0 1 0,-1 0 0,2 0 0,-1-1 0,0 1 0,0 0 0,1-1 0,-1 0 0,0 1 0,1-1 0,0 0 0,-1 1 0,1-1 0,0 0 0,-1 0 0,1 0 0,0-1 0,0 1 0,0 0 0,0-1 0,3 1 0,50 7-6457,-55-8 6702,59 2-8185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6:40.2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463 1 11733,'0'0'11574,"-24"15"-8258,3-3-2658,6-4-270,1 1 0,0 0 1,0 1-1,1 1 0,0 0 0,1 0 1,0 2-1,1-1 0,-15 23 1,2 9 26,1 2-1,3 1 1,-20 66 0,-24 58-471,62-167-247,-3 7 379,0-1 0,-1 1 0,-10 13 0,15-22-491,-1 0-1,0 0 0,0 0 0,0 0 0,0-1 1,0 1-1,0 0 0,0-1 0,-5 2 1,6-2-131,0-1 0,0 0 0,0 1 1,0-1-1,0 0 0,0 0 0,-1 0 0,1 0 1,0 0-1,0 0 0,0 0 0,0 0 1,-1 0-1,1-1 0,0 1 0,0 0 1,0-1-1,0 1 0,0-1 0,0 1 1,0-1-1,-2-1 0,-14-17-10886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6:40.8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1 278 12486,'21'-5'3060,"284"-51"6435,-15 14-6304,-161 17-3338,169-56 0,-287 78 26,34-14-237,-44 17 346,1-1 0,-1 0-1,0 1 1,0-1 0,1 0-1,-1 1 1,0-1-1,0 0 1,0 0 0,0 0-1,0 0 1,0 0 0,0 0-1,0-1 1,0 1-1,0 0 1,-1 0 0,1-1-1,-1 1 1,1 0 0,-1-1-1,1 1 1,-1-1 0,0 1-1,1-3 1,-2 3 6,0 0 0,0 0 0,0 0 0,0 0 1,0 0-1,0 0 0,0 0 0,0 0 0,0 0 0,-1 1 0,1-1 1,0 0-1,-1 1 0,1-1 0,0 1 0,-1 0 0,1-1 0,0 1 1,-1 0-1,1 0 0,-1 0 0,1 0 0,-1 0 0,1 0 1,-2 0-1,-3 0-13,-13-2 82,0 0 0,0 2 0,0 0 0,-1 1 0,1 1 0,1 1 0,-1 1 0,0 0 0,1 1 0,0 1 0,0 1 0,0 1 0,1 0 0,0 1 0,-22 16 0,8 0 142,1 0-1,2 2 1,1 1-1,1 1 0,1 1 1,2 1-1,1 1 0,1 1 1,-27 61-1,44-86-266,1-1-1,1 1 1,0 0-1,0 0 1,0 0-1,0 9 1,21-16-232,0-2 172,-1-2 1,0 1-1,0-2 0,-1-1 0,1 0 1,-1-1-1,0-1 0,20-10 1,-7 3 72,-23 11 51,-3 1 18,-1 1 0,1-1 0,-1 1 0,1 0 0,0 0 0,0 0 0,5-1 0,-4 43-233,-4-24 221,-1-9-472,1 0 1,0 1-1,0-1 1,1 0-1,0 0 1,3 10-1,-3-16 146,-1 0-1,0 1 0,1-1 1,-1 0-1,1 0 0,0 0 1,-1 0-1,1-1 1,0 1-1,0 0 0,0-1 1,1 1-1,-1-1 0,0 0 1,1 0-1,-1 0 0,0 0 1,1 0-1,-1 0 1,1-1-1,-1 1 0,1-1 1,0 1-1,4-1 0,36 0-6377,6-4-3098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6:41.2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290 3 11269,'0'0'7924,"-19"-1"-3912,-147-1 3394,161 2-7255,-1 0-1,1 1 1,-1-1-1,1 1 1,0 0-1,0 1 0,-1-1 1,1 1-1,0 0 1,0 0-1,1 1 1,-7 3-1,8-4-140,1 0-1,-1 0 1,1 1-1,0-1 1,0 1-1,0-1 1,0 1-1,0 0 1,0 0-1,1 0 1,-1 0-1,1 0 1,0 0-1,0 0 1,0 0-1,0 1 1,1-1-1,-1 0 1,1 0-1,0 6 1,0-5-9,0 0 0,0 0 1,0 0-1,1 0 0,-1 0 0,1 0 1,0 0-1,0 0 0,3 7 0,-3-10-19,1 1-1,-1-1 0,1 1 1,-1-1-1,1 1 0,-1-1 1,1 0-1,-1 0 1,1 0-1,0 0 0,0 0 1,0 0-1,0 0 0,0-1 1,0 1-1,0-1 1,0 1-1,0-1 0,0 0 1,0 0-1,2 0 0,8 1-318,1 0 0,-1-1-1,1-1 1,-1 0-1,15-4 1,-21 4 234,1-1 1,-1-1 0,1 1-1,-1-1 1,0 0 0,0 0-1,0-1 1,0 0-1,-1 0 1,10-9 0,-13 41 3961,-2-5-4908,6 38 0,-5-59 688,0 0 1,-1 0 0,1 1 0,0-1 0,0 0 0,0 0 0,0 0 0,1 0 0,-1 0 0,1 0 0,-1-1 0,1 1 0,-1 0 0,1-1 0,0 1 0,0-1 0,0 0 0,0 1 0,4 1-1,-2-2-789,0 0 0,1 0-1,-1 0 1,1-1 0,-1 1-1,0-1 1,1 0 0,-1 0-1,6-1 1,17-5-5811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6:41.6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6659,'0'0'20393,"0"3"-18432,2 53 1726,-1-47-3679,0 1 1,1-1-1,0 0 1,0 0-1,1-1 0,0 1 1,7 12-1,-10-20-56,1 0-1,0 1 1,0-1-1,1 0 1,-1 0-1,0 0 1,0 0-1,0 0 1,1-1-1,-1 1 1,0 0-1,1 0 1,-1-1-1,1 1 1,-1-1-1,1 0 1,-1 1-1,1-1 1,-1 0-1,1 0 1,-1 0-1,1 0 1,-1 0-1,1 0 1,-1 0-1,1 0 1,-1-1-1,1 1 1,-1-1-1,3 0 1,6-2-348,0-1-1,0 0 1,12-7 0,-15 7 194,148-79-2425,-152 90 8450,8 13-5869,-5-9 186,-3-3-223,2-1-1,-1 1 1,1-1-1,0 0 1,7 7 0,12 2-2906,9-10-3929,-4-6-1913,9 0-3850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6:42.4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142 850 6467,'0'0'17064,"1"-7"-11274,3-21-4617,-5 28-1167,1-1 0,0 1 1,-1-1-1,1 1 0,0-1 0,-1 1 1,1-1-1,-1 1 0,1 0 0,-1-1 1,1 1-1,-1 0 0,1-1 0,-1 1 1,1 0-1,-1 0 0,1-1 0,-1 1 1,1 0-1,-1 0 0,0 0 1,1 0-1,-1 0 0,1 0 0,-1 0 1,0 0-1,1 0 0,-2 0 0,-24 0 21,19 0 2,-3 0-24,1 0-6,0 0 0,0 1 0,-15 2 0,22-3 14,0 1 1,0-1-1,0 1 0,0-1 0,0 1 0,1 0 1,-1 0-1,0 0 0,0 0 0,1 0 0,-1 0 0,1 1 1,-1-1-1,1 0 0,-1 1 0,1-1 0,0 1 1,0 0-1,0-1 0,0 1 0,0 0 0,-1 2 1,2-2-4,-1 0 1,1-1-1,0 1 1,0 0-1,0 0 1,1-1 0,-1 1-1,0 0 1,1 0-1,-1-1 1,1 1 0,-1 0-1,1-1 1,0 1-1,0-1 1,0 1-1,0-1 1,0 1 0,0-1-1,0 0 1,0 1-1,0-1 1,1 0 0,-1 0-1,2 1 1,43 28 70,-36-24-85,-9-5-32,0-1 0,-1 0 0,1 1 0,0-1-1,0 0 1,-1 0 0,1 0 0,0 0 0,0 1 0,0-1 0,0 0 0,-1 0 0,1 0 0,0-1 0,0 1 0,0 0 0,-1 0 0,1 0 0,0-1 0,0 1 0,0 0 0,-1-1 0,1 1 0,0 0 0,-1-1 0,2 0 0,16-18-477,-13 13 409,49-50-1243,66-52 1,-63 58 303,62-68 0,-82 74 932,-3-1-1,-1-2 0,-2-2 0,37-82 0,-41 70 1969,32-114-1,-60 169-8,-8 13-744,7-5-1188,-25 24 292,1 0 0,2 2-1,1 1 1,1 1 0,1 0 0,2 2 0,-22 50 0,-4 23-177,-34 124 1,66-187-15,1 1-1,-6 51 1,13-16-3250,5-77 2997,1 0-1,-1 0 1,0 0-1,0 0 1,0-1 0,1 1-1,-1 0 1,0 0-1,1 0 1,-1-1-1,1 1 1,-1 0-1,1 0 1,-1-1 0,1 1-1,0 0 1,-1-1-1,1 1 1,0-1-1,-1 1 1,1-1-1,0 1 1,0-1 0,-1 0-1,1 1 1,0-1-1,0 0 1,0 1-1,0-1 1,-1 0-1,1 0 1,0 0-1,0 0 1,1 0 0,33-2-10188,-6-7-461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6:42.8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39 7828,'-1'1'24872,"-10"7"-24805,2-2-67,1 1 0,-1 0 0,2 1 0,-1-1 0,1 1 0,0 1 1,0-1-1,-8 16 0,11-18-1,1 1 0,0 0 1,0 0-1,0 0 1,1 0-1,0 0 0,1 1 1,0-1-1,0 0 0,0 1 1,1-1-1,0 1 1,1 10-1,0-16-23,-1-1 1,1 1-1,0-1 1,-1 1-1,1-1 1,0 1-1,0-1 1,0 0-1,0 1 1,0-1-1,0 0 1,1 0-1,-1 0 1,0 0-1,0 0 1,1 0-1,-1 0 1,1 0-1,-1-1 1,1 1-1,-1 0 1,1-1-1,-1 1 1,1-1-1,0 0 1,2 1-1,51 1-561,-43-2 532,-2 0 14,1-1-1,-1 0 0,0-1 0,0 0 0,0 0 1,-1-1-1,1 0 0,0-1 0,-1 0 0,0-1 1,0 0-1,13-10 0,-17 12 77,-1 0-1,-1 0 1,1-1 0,-1 1-1,1-1 1,-1 0 0,0 0-1,0-1 1,-1 1 0,1-1-1,-1 1 1,0-1 0,0 0-1,-1 1 1,1-1 0,-1 0 0,0 0-1,0 0 1,-1 0 0,0 0-1,0 0 1,0-1 0,0 1-1,-1 0 1,1 0 0,-1 0-1,-3-7 1,2 7 14,-1 0 0,0-1 0,0 1 0,-1 0 0,1 0 0,-1 0 0,0 1 0,0 0 0,-1-1 0,1 1 0,-1 1 0,0-1 0,0 1 0,0 0 0,-6-3 0,5 3-54,0 0 0,-1 0 0,1 1-1,0-1 1,-1 1 0,1 1 0,-1 0-1,0 0 1,1 0 0,-1 0 0,0 1-1,0 1 1,-11 1 0,16-2-6,1 1 0,0 0-1,0 0 1,0 0 0,0 0 0,0-1 0,0 1 0,1 1-1,-1-1 1,0 0 0,0 0 0,1 0 0,-1 0 0,1 1-1,-1-1 1,1 0 0,-1 0 0,1 1 0,0-1 0,0 0-1,0 1 1,-1-1 0,1 0 0,0 1 0,1-1 0,-1 0-1,0 1 1,0-1 0,1 0 0,-1 1 0,1 0 0,-1 1-426,1-1 1,-1 1-1,1-1 1,-1 1 0,1-1-1,0 0 1,0 1-1,0-1 1,1 0 0,-1 1-1,0-1 1,1 0-1,0 0 1,-1 0 0,1-1-1,3 4 1,20 2-7495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15.1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487 30 3121,'0'0'10805,"0"-4"-9866,0 2-804,1 0-1,-1 0 0,0 0 0,1 0 0,-1 0 0,0 0 0,-1 0 0,1 1 1,0-1-1,-1-4 0,-25 5 1286,17 2-1175,-1 0-143,1 0 1,-1 0 0,0 1-1,1 1 1,-1 0 0,1 0 0,0 0-1,0 1 1,0 1 0,1 0-1,-1 0 1,1 0 0,-11 10 0,-10 11 341,0 2 0,-24 31 0,36-40-280,-13 14 109,1-2 307,-41 58 0,63-78-452,0 0 1,0 1 0,2-1-1,-1 2 1,1-1-1,1 0 1,0 1 0,1 0-1,-3 22 1,5-24 31,0 1-1,1-1 1,0 1 0,0 0-1,1-1 1,1 1 0,0-1 0,1 0-1,0 0 1,0 1 0,1-2-1,1 1 1,0 0 0,0-1-1,1 0 1,0 0 0,1-1 0,0 0-1,0 0 1,1 0 0,16 12-1,-3-5 522,0-1-1,0-1 0,2-1 1,45 19-1,-65-32-443,0 2 684,-3 4-6897,8-5-5775,1-1 211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16.9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59 608,'0'0'4416,"0"-1"-2497,0-10 11628,1 8-12149,0 1-3592,7-2 2304,0 0-1,1 1 1,-1 0-1,1 0 0,-1 1 1,1 0-1,0 0 1,11 0-1,-5 0-42,37-5-88,94 0 1,-145 7 21,0 0 0,0 0-1,-1 0 1,1 0 0,0 0-1,-1 0 1,1 0 0,0 0-1,-1 1 1,1-1 0,0 0-1,-1 1 1,1-1-1,-1 0 1,1 1 0,0-1-1,-1 1 1,1-1 0,-1 1-1,1-1 1,-1 1 0,0-1-1,1 1 1,-1-1 0,1 1-1,-1 0 1,0-1-1,0 1 1,1 0 0,0 26 169,-3-20-57,1 0 0,-1 0 0,0-1 0,-1 1 0,-5 11 0,-8 3 221,-1-1 0,0-1 0,-1 0 0,-1-2 0,-30 22 0,-37 36 1044,86-75-1370,-1 0 0,1 0-1,0 0 1,0 1-1,0-1 1,-1 0-1,1 0 1,0 1-1,0-1 1,0 0 0,0 0-1,0 1 1,-1-1-1,1 0 1,0 0-1,0 1 1,0-1 0,0 0-1,0 1 1,0-1-1,0 0 1,0 1-1,0-1 1,0 0-1,0 0 1,0 1 0,0-1-1,1 0 1,-1 1-1,0-1 1,0 0-1,0 0 1,0 1 0,0-1-1,1 0 1,-1 0-1,0 1 1,0-1-1,0 0 1,1 0-1,-1 0 1,0 0 0,0 1-1,1-1 1,-1 0-1,0 0 1,0 0-1,1 0 1,-1 0 0,0 0-1,1 1 1,16 4 390,-16-5-347,35 6 657,1-1 0,-1-2-1,1-2 1,39-4-1,0 2-339,-53 2-294,30-2 130,-50 1-181,0 0 1,1-1-1,-1 1 1,0-1-1,0 0 0,0 0 1,0 0-1,0 0 1,-1-1-1,1 1 1,0-1-1,0 0 0,2-2 1,1-9-3255,1 0-3433,5 5 389,6-4-2551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17.3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301 7 4674,'0'0'7129,"-25"3"-3263,-84 14 26,100-15-3420,-1 1 0,1 0 0,0 0 1,0 1-1,0 0 0,0 1 0,1 0 0,0 0 0,0 1 0,0 0 1,0 0-1,1 1 0,0 0 0,-10 14 0,13-16-335,0 1-1,1 0 0,0 1 1,0-1-1,0 1 1,0-1-1,1 1 0,1 0 1,-1 0-1,1 0 1,0 0-1,0 0 0,1 0 1,0 0-1,0 0 1,1 0-1,0 0 0,3 12 1,-2-15-128,0 0 0,0 0 0,0 0 0,1 0 0,-1 0 0,1 0 0,0-1 0,0 1 0,0-1 0,1 0 0,-1 0 0,1 0 0,0-1-1,0 1 1,0-1 0,0 0 0,0 0 0,0 0 0,1 0 0,6 1 0,3 1-27,1-1-1,1 0 1,-1-1-1,30 1 1,-38-4-37,0 0 0,0 0-1,0-1 1,0 0 0,0 0 0,0-1 0,-1 0 0,1 0 0,-1 0 0,0-1 0,0 0 0,0 0 0,0-1-1,-1 0 1,0 0 0,0 0 0,0 0 0,0-1 0,4-7 0,2-2-20,-1-2 0,-1 1 0,0-1 0,-1 0-1,-1-1 1,6-21 0,-10 29 96,0-1-1,-1 1 0,-1-1 1,0 1-1,0-1 0,-1 0 1,-2-20-1,2 30-14,-1 1 0,0-1 0,1 0 0,-1 0 0,0 1 0,0-1-1,1 0 1,-1 1 0,0-1 0,0 0 0,0 1 0,0-1 0,0 1 0,0 0 0,0-1 0,0 1 0,0 0 0,0-1-1,0 1 1,0 0 0,0 0 0,0 0 0,0 0 0,0 0 0,0 0 0,-1 0 0,0 0-97,1 0 0,-1 0 0,1 0 0,-1 0 0,1 1 0,-1-1 0,0 0 0,1 1 0,-1-1 0,1 1 0,-1-1 0,1 1 0,0 0 0,-1-1 0,1 1 0,0 0 0,-2 1 0,2 0-241,0 0 0,1-1 0,-1 1 0,0 0 0,1 0 0,-1-1 0,1 1 0,0 0 0,-1 0 0,1 0 0,0 0 1,0 0-1,0-1 0,0 1 0,1 0 0,-1 0 0,0 0 0,1 0 0,0-1 0,-1 1 0,1 0 0,0 0 0,0-1 0,0 1 0,0-1 0,0 1 0,0-1 0,0 1 0,0-1 0,1 1 0,-1-1 0,1 0 0,-1 0 0,1 0 0,-1 0 0,1 0 0,0 0 1,-1 0-1,1-1 0,0 1 0,3 0 0,37 9-6175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17.6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281 44 5843,'0'0'16138,"-23"-6"-13799,-77-18-316,95 23-1876,-1 0 0,1 1 0,-1-1 0,1 1 0,-1 0 0,1 1 0,-1-1 0,1 1 0,-1 0 0,1 1 0,0-1-1,-1 1 1,1 0 0,0 0 0,0 1 0,0 0 0,1-1 0,-1 2 0,1-1 0,-1 0 0,1 1 0,0 0 0,0 0 0,-5 8 0,5-6-105,1-1-1,-1 1 1,2 0-1,-1 1 1,0-1-1,1 0 0,0 1 1,1 0-1,0-1 1,0 1-1,0 0 1,1 0-1,0-1 1,0 1-1,0 0 1,1 0-1,3 10 0,-3-13-40,1 0-1,0 0 0,0 0 0,0 0 1,0 0-1,1 0 0,-1-1 1,1 1-1,0-1 0,0 0 0,0 0 1,1 0-1,-1 0 0,1-1 0,-1 1 1,1-1-1,0 0 0,0 0 0,0 0 1,0-1-1,0 1 0,7 0 1,4 1-42,0 0 0,0-1 1,0-1-1,1 0 1,18-2-1,-27 0-6,1 0 1,-1 0-1,1-1 0,-1 0 0,0 0 1,0-1-1,0 0 0,0 0 0,0-1 1,-1 1-1,1-2 0,-1 1 1,0-1-1,0 0 0,-1 0 0,1 0 1,4-8-1,-4 6 1,0-1 0,-1 0 0,0 0 0,-1 0 1,0-1-1,0 1 0,-1-1 0,0 0 0,0 0 0,-1-1 0,0 1 0,-1 0 1,1-15-1,-2 13-130,-2-15-3289,2 25 3015,0 0 1,-1 0 0,0 0 0,1 0 0,-1 0 0,1 0-1,-1 0 1,0 0 0,0 0 0,0 0 0,1 0 0,-1 0-1,0 0 1,0 1 0,0-1 0,0 1 0,0-1 0,-1 0-1,0 0 1,-10-5-6634,3 0-1804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18.0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0 9060,'0'0'15207,"20"17"-13486,-7-6-1431,1 0 0,-1 1-1,0 0 1,0 1 0,-1 0 0,-1 1-1,0 0 1,-1 1 0,16 32-1,-11-9 87,-2 1 0,-2 1 0,-2 0 0,-1 1-1,-2-1 1,-2 1 0,-3 80 0,-1-112-328,0 0 1,-1 1-1,-1-1 1,0 0-1,0 0 1,0-1-1,-1 1 0,-1 0 1,1-1-1,-1 0 1,-1 0-1,-7 12 1,0-6-8,0-1-1,0 0 1,-2 0 0,1-2 0,-20 14 0,5-6-41,10-7 0,1 1 0,-18 17 0,34-30-61,1 1 0,-1-1-1,1 1 1,-1-1 0,1 1 0,0-1 0,-1 1-1,1-1 1,-1 1 0,1-1 0,0 1 0,0 0-1,-1-1 1,1 1 0,0-1 0,0 1 0,0 0-1,-1-1 1,1 1 0,0 0 0,0-1 0,0 1-1,0 0 1,0-1 0,1 1 0,-1 0 0,0-1-1,0 1 1,0 0 0,0-1 0,1 1 0,-1 0-1,0-1 1,1 1 0,-1-1 0,0 1-1,1-1 1,0 2 0,11 3-5433,1-8-3918,-4-6-2348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19.8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313 38 1793,'0'0'11440,"3"-6"-9298,0 1-1606,-2 3-347,0 1 0,0-1 0,0 0-1,0 0 1,0 1 0,0-1 0,0 0 0,-1 0 0,1 0-1,0 0 1,-1 0 0,1-3 0,-12 11 1958,-40 35-537,-54 58-1,86-78-1397,0 1-1,1 0 0,2 2 1,0-1-1,-17 38 1,25-42-72,0 1 1,2 0-1,1 0 1,0 1-1,2-1 1,0 1 0,1 0-1,1 0 1,1 0-1,5 42 1,0-39-89,0 1 0,1 0 0,1-1 0,2 0 0,0-1 0,2 0 0,0-1 0,25 38 0,-23-42 392,0 0 0,0-1 0,2 0 0,0-1-1,1-1 1,0-1 0,34 23 0,-47-35-260,0 0-1,0-1 1,0 1-1,1-1 1,-1 0 0,1 0-1,-1 0 1,1 0-1,-1 0 1,8-1 0,-11-16-13751,-4 5 5353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20.8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47 560,'0'0'8562,"4"-7"-6495,13-22 102,-14 18 6771,-7 17-5966,1-1-3587,-3 11 1148,1 0 0,1 0-1,0 0 1,1 0-1,0 29 1,3 90 809,2-63-933,-2 164-217,1-233-1602,3-9 383,3-8-391,5-34-5627,2 18-1079,-2 5 201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21.9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42 2881,'0'0'12510,"8"0"-10461,39 0 796,60-8 1,-90 5-2690,53-9 425,128-7 0,-197 20-565,0-1 1,-1 1 0,1-1 0,0 1 0,0-1-1,0 1 1,-1 0 0,1 0 0,0-1 0,-1 1-1,1 0 1,-1 0 0,1 0 0,-1-1 0,1 1-1,-1 0 1,0 0 0,1 0 0,-1 0 0,0 0-1,0 0 1,1 0 0,-1 0 0,0 0 0,0 0-1,0 0 1,0 0 0,0 0 0,-1 1 0,0 40 400,1-36-282,-1 3-48,-1 0 0,1-1-1,-1 1 1,-1-1 0,1 1 0,-1-1 0,-1 0 0,0 0-1,0 0 1,0-1 0,-10 13 0,-6 3-4,0-1 1,-28 23-1,29-29-75,1 2 0,1 0-1,-22 29 1,38-47 0,1 1 0,-1 0 0,0 0-1,1 0 1,-1 0 0,1 0 0,-1-1-1,1 1 1,-1 0 0,1 0 0,0 0-1,-1 0 1,1 0 0,0 0 0,0 0-1,0 1 1,0-1 0,-1 0 0,2 0-1,-1 0 1,0 0 0,0 0-1,0 0 1,0 0 0,1 0 0,-1 0-1,0 0 1,1 0 0,-1 0 0,1 0-1,-1 0 1,1-1 0,0 1 0,-1 0-1,1 0 1,0 0 0,-1-1 0,1 1-1,0 0 1,0-1 0,0 1 0,0-1-1,0 1 1,0-1 0,0 1 0,0-1-1,0 1 1,1-1 0,7 3 221,1-1-1,0 0 1,0 0 0,13 0 0,-6-1 85,53 9 559,0-3-1,100-4 1,-169-3-873,0 0 0,0 0 1,-1 0-1,1 0 0,0 0 1,0 0-1,-1 0 0,1 0 0,0 0 1,0-1-1,-1 1 0,1 0 1,0-1-1,0 1 0,-1 0 1,1-1-1,-1 1 0,1-1 1,0 1-1,-1-1 0,1 1 0,-1-1 1,1 0-1,-1 1 0,1-1 1,-1 0-1,0 1 0,1-1 1,-1 0-1,0 1 0,1-1 1,-1 0-1,0-1 0,0 2-126,0-1 1,0 0-1,0 0 0,0 1 0,-1-1 1,1 1-1,0-1 0,-1 0 0,1 1 1,0-1-1,-1 1 0,1-1 0,-1 0 1,1 1-1,-1-1 0,1 1 0,-1 0 1,1-1-1,-1 1 0,1-1 0,-1 1 0,0 0 1,1-1-1,-1 1 0,0 0 0,1 0 1,-1 0-1,0-1 0,1 1 0,-1 0 1,0 0-1,1 0 0,-1 0 0,0 0 1,0 0-1,-9 0-2848,7-12-13232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22.3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344 5 8756,'0'0'11261,"-21"-2"-9855,-72 0-243,83 2-968,1 2-1,-1-1 1,1 1-1,-1 1 0,1 0 1,0 0-1,0 0 1,0 2-1,1-1 0,-1 1 1,1 0-1,-14 11 1,12-8-4,3-3-150,0 0 1,0 0-1,1 1 0,0-1 0,0 2 1,1-1-1,0 1 0,0-1 1,0 1-1,1 1 0,0-1 1,0 1-1,1-1 0,0 1 0,0 0 1,1 0-1,0 0 0,0 1 1,1-1-1,0 0 0,1 1 1,0-1-1,0 1 0,1-1 0,0 0 1,3 15-1,-2-18-39,0 0-1,1-1 1,-1 1-1,1 0 1,0-1-1,0 0 1,0 0-1,1 0 1,0 0-1,-1 0 1,1-1-1,0 0 1,1 0-1,-1 0 1,1 0 0,-1-1-1,1 1 1,0-1-1,0 0 1,0-1-1,0 1 1,9 1-1,11 1 15,0-1-1,0-1 1,35-1-1,-48-1-11,-5 0 3,-1 0-1,0 0 1,0-1-1,0 0 1,1 0-1,-1 0 0,0-1 1,0 0-1,-1 0 1,1-1-1,0 0 1,-1 0-1,0 0 0,1 0 1,-1-1-1,0 0 1,-1 0-1,1 0 0,-1-1 1,0 1-1,0-1 1,0 0-1,-1 0 1,1-1-1,-1 1 0,-1-1 1,1 1-1,-1-1 1,0 0-1,0 0 0,1-10 1,-1 6 40,0 0 0,-1 0 0,-1 0 0,0-1 0,0 1 0,-1 0 0,0 0 1,-6-19-1,5 23 46,0 0 0,-1 1 0,0 0 0,0 0 0,0 0 0,0 0 0,-1 0 0,0 0 0,0 1 1,0 0-1,-1 0 0,1 0 0,-1 0 0,0 1 0,0 0 0,-7-4 0,5 4 28,0-1-1,-1 1 1,1 0 0,-1 1-1,0-1 1,0 2 0,1-1-1,-15 0 1,22 2-361,10 0-17526,9 0 7410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23.0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15 544,'0'0'18569,"-3"-3"-17070,-3-8-610,10 10 25,18 26 263,-7 0-601,0 0 0,-2 2 0,-1 0 0,-1 0 0,12 49 0,-13-37 66,-3 0 0,-1 0 0,1 69 0,-7-84-293,-5 42-1,3-57-225,0 0-1,0-1 1,-1 1 0,0 0-1,-1-1 1,1 0 0,-10 14-1,-5 5 173,-2 0-1,0-2 1,-2-1-1,-30 27 1,52-51-526,0 0 0,1 1 0,-1-1 0,0 0 0,0 0 0,0 0 0,0 0 0,1 0 0,-1 0 0,0 0 0,0 0 0,0 0 0,0 0 0,0 1 0,1-1-231,-1 0 231,0 0 0,0 0 0,0 0 0,0 1 0,0-1 0,0 0 0,0 0 0,1 0 0,-1 0 0,0 1 0,0-1 0,0 0 0,0 0 0,0 0 0,0 1 0,0-1 0,0 0 0,0 0 0,0 0 0,0 0 0,0 1 0,0-1 0,0 0 0,-1 0 0,1 0 0,0 0 0,0 1 0,0-1 0,21-6-5636,17-8-5797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25.3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208 13 1889,'0'0'5237,"10"-2"-4506,-8 2-376,46-9 510,-24 8 7618,-31 1-8247,1 1 1,-1 0-1,1 1 0,0 0 1,0 0-1,0 0 0,0 0 1,-6 5-1,-50 29 1252,52-30-1112,-2 2-147,1 0 0,-1 1 0,2 0-1,-1 0 1,1 1 0,1 1 0,-1 0 0,2 0-1,0 1 1,0 0 0,1 0 0,0 0 0,1 1-1,1 0 1,0 1 0,1-1 0,0 1 0,1 0-1,1 0 1,-2 22 0,3-18-74,1 0-1,1 1 1,0-1 0,1 0 0,5 18-1,-4-26-90,0 0 0,1-1 0,0 0 0,1 0 1,0 0-1,0 0 0,1-1 0,0 0 0,0 0 0,12 11 0,44 34 440,-56-49-434,0 1 0,0-1 1,1-1-1,-1 1 0,1-1 1,0-1-1,0 1 0,14 2 0,-20-5-31,-1 0 0,1 0-1,0 0 1,-1 0-1,1 0 1,0 0-1,-1-1 1,1 1 0,0 0-1,-1-1 1,1 1-1,0 0 1,-1-1-1,1 1 1,-1-1 0,1 1-1,-1-1 1,1 1-1,-1-1 1,1 1 0,-1-1-1,0 1 1,1-1-1,-1 0 1,0 1-1,1-1 1,-1 0 0,0 1-1,0-1 1,0 0-1,1 1 1,-1-2-1,0 1-304,0 0-1,0 0 1,1 0-1,-1 0 1,1 0-1,-1 0 0,0 0 1,1 0-1,0 0 1,-1 0-1,1 0 0,-1 0 1,1 1-1,0-1 1,0 0-1,0 1 1,-1-1-1,1 0 0,0 1 1,0-1-1,0 1 1,2-1-1,18-5-13678,-13 3 5528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28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37 400,'0'0'5846,"1"-10"6940,2 5-13908,2 2 1155,1 0 0,0 0 1,0 1-1,0 0 1,0 0-1,0 0 0,1 1 1,-1 0-1,7 0 1,63 0-70,-47 1 58,-25 0-13,0 1 1,0-1 0,0 1 0,-1 0-1,1 0 1,0 0 0,-1 1-1,1-1 1,-1 1 0,1 0 0,-1 0-1,0 0 1,0 0 0,0 0-1,4 4 1,-6-5 17,0 0 0,0 0 0,0 1 0,0-1 0,-1 0 0,1 0 0,0 1 1,0-1-1,-1 1 0,1-1 0,-1 0 0,1 1 0,-1-1 0,0 1 0,0-1 0,1 1 0,-1-1 0,0 1 0,0 0 0,0-1 0,-1 1 0,1-1 0,0 1 0,-1-1 0,1 1 0,-1-1 0,1 0 1,-1 1-1,1-1 0,-1 0 0,0 1 0,0-1 0,0 0 0,0 0 0,0 1 0,0-1 0,0 0 0,0 0 0,0 0 0,-3 1 0,-103 77 1174,63-48-809,-48 42 0,78-62-227,12-9-106,0-1 0,-1 1 0,1-1 0,0 1 0,0 0 0,0 0 0,0 0 0,0 0 0,0 0 0,0 0 0,1 1 0,-1-1 1,1 0-1,0 1 0,-1-1 0,0 6 0,6-7 114,0 1 1,0-1-1,1 0 0,-1 0 1,1 0-1,5 0 1,216 1 1004,-118-4 2769,-100 1-17328,-1 0 10343,9-9-4920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28.9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0 2817,'0'0'12665,"-5"1"-6053,-5 3-4828,-6 23-1229,1 0 0,2 1 1,0 1-1,2 0 0,-11 47 1,19-64-465,1 1 1,1 0-1,-1 14 0,2-26 56,6-2-185,-1 0-1,1 0 0,0 0 1,-1-1-1,0 0 1,1 0-1,6-4 1,24-7-473,-13 9 251,1 1-1,0 1 1,-1 1-1,33 3 1,-52-2 266,-1 1-1,0 0 1,1 0 0,-1 1-1,0-1 1,0 1 0,0-1-1,0 1 1,0 0-1,-1 0 1,1 0 0,-1 1-1,1-1 1,-1 1 0,0-1-1,0 1 1,0 0 0,0 0-1,0 0 1,0 0 0,1 5-1,-2-6 35,1 0-1,-1 1 1,0-1-1,-1 1 1,1-1-1,0 1 1,-1-1-1,1 1 1,-1-1-1,0 1 1,1-1-1,-1 1 1,-1 0-1,1-1 1,0 1-1,-1-1 1,1 1-1,-1-1 1,0 1-1,0-1 1,0 1-1,0-1 1,0 0-1,0 1 1,-1-1-1,1 0 1,-1 0-1,-2 2 1,-20 12 304,0-1 0,-1-1 0,-1-1 0,0-2 0,-37 11 0,21-6-303,21-11-611,12-7-3732,5-6-7143,4-4 3668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29.2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6819,'0'0'13075,"13"0"-11727,21 1-628,181-1 739,-197-5-809,-5 1-3566,-5 3-7866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29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252 6 4834,'0'0'16141,"-15"6"-14836,6-3-1172,-76 32 1445,74-29-1303,0 0 0,1 0 0,0 1 0,0 0 0,0 1 0,-15 15 0,19-14-193,-1-1 0,2 1 0,-1 1 0,1-1 0,0 1 0,1 0 0,0 0 0,1 0 0,0 0 0,0 1 0,1-1 0,1 1 0,0-1 0,0 1 0,2 20 0,-1-28-82,0 1-1,0-1 0,1 0 1,-1 0-1,1 1 0,0-1 0,0 0 1,0 0-1,0 0 0,1 0 0,-1 0 1,1 0-1,0 0 0,0-1 0,0 1 1,0-1-1,0 1 0,0-1 0,1 0 1,-1 1-1,1-1 0,0-1 0,-1 1 1,1 0-1,0-1 0,0 1 1,0-1-1,0 0 0,0 0 0,1 0 1,-1 0-1,0-1 0,0 1 0,1-1 1,3 0-1,1 1-10,1-1-1,-1 0 1,0-1 0,1 0 0,-1 0-1,0-1 1,0 0 0,0 0 0,0-1-1,0 0 1,-1 0 0,1-1 0,9-6-1,-5 1-11,-1 0 1,-1-1-1,0 0 0,0 0 0,-1-1 0,-1-1 0,1 1 0,-2-1 0,0-1 0,0 1 0,-1-1 0,-1 0 0,0-1 1,-1 1-1,0-1 0,-1 0 0,0 0 0,-2 0 0,1 0 0,-2 0 0,-1-21 0,1 33-75,1 1 0,-1-1 0,0 0 0,0 0-1,0 1 1,-1-1 0,1 0 0,0 1 0,-1-1 0,1 0 0,-1 1-1,1-1 1,-1 0 0,0 1 0,0-1 0,0 1 0,0-1 0,0 1-1,0 0 1,0-1 0,0 1 0,0 0 0,-1 0 0,1 0 0,0-1-1,-1 2 1,1-1 0,-1 0 0,1 0 0,-1 0 0,0 1 0,1-1-1,-1 1 1,0-1 0,1 1 0,-1 0 0,0-1 0,1 1 0,-1 0-1,0 0 1,0 0 0,1 1 0,-1-1 0,0 0 0,1 1 0,-3 0-1,3-1-117,1 0 0,-1 1 0,1-1-1,-1 0 1,1 1 0,0-1 0,-1 0 0,1 1-1,-1-1 1,1 0 0,0 1 0,-1-1 0,1 1-1,0-1 1,0 1 0,-1-1 0,1 1-1,0-1 1,0 1 0,0-1 0,-1 1 0,1-1-1,0 1 1,0-1 0,0 1 0,0 0-1,0-1 1,0 1 0,0-1 0,0 1 0,1 0-1,-1 1-811,0 9-5156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27:30.1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0 1761,'0'0'12261,"5"2"-10601,2 1-1255,-1 0 0,1 0 0,-1 0 0,0 1 0,0 0 0,-1 1 0,1-1 0,-1 1 0,0 0 0,0 0 0,8 11 0,-7-6 38,0 0-1,-1 0 1,0 0-1,-1 1 1,0 0 0,4 20-1,-1 9 332,-3 0 0,-1 0 0,-4 55-1,0-44-202,1-27-369,1 0 245,-6 42 1,4-56-272,-1-1-1,-1-1 0,1 1 1,-1 0-1,-1-1 1,0 1-1,0-1 0,-5 8 1,0-6 177,0 1-1,0-2 1,0 1 0,-1-1 0,-1-1 0,-16 11-1,-21 19-36,47-37-316,0-1 0,0 1 0,0 0 0,0 0 0,0-1 0,1 1 0,-1 0 0,0 0 0,1 0 0,-1 0 0,1 0 0,-1 0 0,1 0 0,-1 0 0,1 0 0,0 0 0,-1 0 0,1 0 0,0 0 0,0 0 0,0 0 0,0 0 0,0 0 0,0 0 0,0 0 0,0 1 0,0 0 0,3-1-594,0-1-1,-1 1 1,1-1-1,0 1 1,0-1-1,-1 0 1,1 0-1,4-1 1,-7 1 229,32-1-9463,-17-8 992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2:43.5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0 707 6627,'0'0'10453,"4"0"-9631,22 4-277,-1-2 0,1-1 0,-1-1 0,1-1 1,38-7-1,131-34-955,-146 29 630,926-169-1191,12 64 221,-122 17 384,-10-43 372,-404 40 2454,-469 111 1754,0-2-10394,11-16-9550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2:20.9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1034 4162,'0'0'16981,"1"-3"-16079,12-26-439,0 0 0,2 0 0,20-27-1,63-79-646,-78 109 259,448-536-3055,-446 537 3054,9-11 613,67-59 1,-98 95-635,1-1 1,-1 0-1,1 1 1,-1-1-1,1 1 1,0-1-1,-1 0 1,1 1-1,0 0 1,0-1 0,-1 1-1,1-1 1,0 1-1,0 0 1,-1 0-1,1-1 1,0 1-1,0 0 1,0 0-1,0 0 1,-1 0 0,1 0-1,0 0 1,0 0-1,0 0 1,0 0-1,-1 0 1,1 1-1,1-1 1,-1 2-4,1 0 0,-1-1-1,-1 1 1,1 0 0,0-1 0,0 1 0,-1 0 0,1 0-1,-1 0 1,1 0 0,-1 0 0,0 3 0,8 87 1562,-6 125-1,-3-116-840,-3 94 224,-33 229 0,36-410-979,-5 14-5,6-27-73,0-5-711,-2-15-1206,-1 0 1,-8-32-1,6 38-562,1 0 0,-2 0 0,1 0 0,-14-20 0,-12-10-6295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2:21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1 126 64,'0'0'23067,"129"-23"-20618,-56 17-1489,9 2-704,2-3-256,1-1-352,1 0-960,4-9-2130,-2-4-2945,4-10-5699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2:21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519 0 8964,'0'0'3575,"-26"8"-440,5-2-2400,-5 2 355,-1 1-1,2 0 0,-1 2 0,-46 28 0,41-19-156,0 2-1,1 2 1,2 0 0,-44 49-1,61-60-768,0 0 0,0 1 0,2 1 0,0 0 0,0 0 0,2 1 0,0 0 0,0 0 0,2 1 0,0 0 0,1 0 0,-3 25 0,6-30-144,0 0 0,1 1 0,1-1-1,0 1 1,0-1 0,1 0 0,1 1-1,4 12 1,-4-18-44,1 1 0,-1-1 0,1 0 0,1-1 0,-1 1 0,1-1 1,0 0-1,1 0 0,-1-1 0,1 1 0,0-1 0,0 0 0,13 7 0,-7-6-77,-1-1 0,1 0-1,-1 0 1,1-2 0,1 1 0,-1-1 0,0-1-1,1 0 1,-1-1 0,1 0 0,-1-1 0,1 0-1,0-1 1,-1-1 0,25-5 0,-15 0-87,-1 0-1,0-1 1,0 0 0,-1-2 0,-1-1-1,1 0 1,-1-2 0,19-16 0,-25 19 125,0-2 1,-1 0 0,0 0-1,0-1 1,-2-1 0,0 0-1,0 0 1,-1-1 0,-1 0-1,0-1 1,-2 0 0,1 0 0,-2 0-1,0-1 1,-1 1 0,2-20-1,-4 16 100,-1 1 0,-1-1-1,0 1 1,-7-39 0,5 49 15,0 0 0,-1 1 0,0-1 0,0 1 0,-1-1 0,0 1 0,-1 0 0,0 1 0,0-1 0,-1 1 0,1 0-1,-14-12 1,13 13-2,-1 1 0,0 0-1,0 0 1,-1 0-1,0 1 1,1 0 0,-2 0-1,1 1 1,0 0-1,-1 0 1,1 1 0,-1 0-1,0 1 1,1 0-1,-1 0 1,-10 1-1,17 0-129,1 0 0,-1 1 0,1-1 0,-1 1-1,1-1 1,0 1 0,-1 0 0,1 0 0,0-1-1,-1 1 1,1 0 0,0 0 0,0 0 0,0 0-1,0 0 1,0 1 0,0-1 0,0 0 0,0 0-1,0 1 1,1-1 0,-1 1 0,1-1-1,-1 0 1,1 1 0,-1-1 0,1 1 0,-1 2-1,1-1-493,-1-1-1,1 1 1,0 0-1,0 0 1,0-1-1,0 1 1,0 0-1,0 0 0,1-1 1,0 1-1,-1 0 1,1 0-1,0-1 1,0 1-1,0-1 1,3 5-1,26 15-9344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52:22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268 320 1297,'0'0'15191,"2"-1"-12401,-3 8-2134,-12 30 1511,-19 37-1,-4 6-568,-5 39-320,22-63-1085,-1 0 0,-41 77 0,57-126-474,0 0 0,0-1 0,0 0 0,-1 0 1,0 0-1,-9 9 0,13-15 248,1 0 0,0 0 1,0 0-1,0 0 0,0 0 1,0 1-1,0-1 1,0 0-1,0 0 0,0 0 1,-1 0-1,1 0 0,0 0 1,0 0-1,0 0 0,0 0 1,0 0-1,0 0 0,-1 0 1,1 0-1,0 0 0,0 0 1,0 0-1,0 0 0,0 0 1,0 0-1,-1 0 0,1 0 1,0 0-1,0 0 0,0 0 1,0 0-1,0 0 0,-1 0 1,1 0-1,0 0 0,0 0 1,0 0-1,0 0 0,0 0 1,0 0-1,0-1 0,0 1 1,-1 0-1,1 0 0,0 0 1,0 0-1,0 0 0,0 0 1,0 0-1,0-1 0,0 1 1,0 0-1,0 0 0,0 0 1,-1-11-1140,1 7 955,2-53-2000,1 0 1,13-62-1,-6 71 2002,1 1-1,2 0 1,3 1 0,1 0-1,31-54 1,-41 86 722,2 0-1,-1 1 1,15-17-1,-20 27-207,0 0 0,0 0 0,0 0 0,0 0 0,0 0-1,1 1 1,-1-1 0,1 1 0,0 0 0,0 0 0,0 1 0,0-1 0,0 1 0,0 0-1,0 0 1,0 0 0,5 0 0,-7 1-173,0 0-1,0 1 1,-1-1-1,1 0 1,0 1 0,-1-1-1,1 1 1,0 0-1,-1 0 1,1-1-1,-1 1 1,1 0 0,-1 0-1,1 1 1,-1-1-1,0 0 1,1 0-1,1 3 1,18 31 647,-16-25-506,-5-10-257,180 307 3226,-158-275-3294,2-1 0,1-1-1,1-1 1,2-2 0,0 0-1,2-2 1,37 24 0,-64-47 66,0 0 0,1 0 0,-1 0 0,1 0 0,-1-1 0,1 1 0,0-1 0,0 0 0,-1-1 0,1 1 1,0 0-1,7-1 0,-9 0 22,0-1 0,1 1 0,-1-1 0,0 0 0,0 1 0,0-1 0,0 0 0,0 0 0,0 0 0,0-1 0,0 1 0,0 0 0,-1-1 0,1 0 0,0 1 0,-1-1 0,1 0 0,-1 1 0,0-1 0,0 0 0,2-4 0,14-32 50,-2-2 0,-1 0 0,-2 0-1,9-63 1,-12 60-41,99-469 3317,-107 505-3356,-1 5 0,0 1 0,0-1 0,0 1 0,0-1 0,0 1 0,0 0 0,0-1 0,1 1 0,-1-1 0,1 1 0,-1 0 0,1-1 0,-1 1 0,1 0 0,1-2 0,-2 3-100,1 0 1,-1 0-1,0 0 1,1 0-1,-1 0 1,0 0-1,1 0 1,-1 0-1,1 0 1,-1 0-1,0 0 1,1 0-1,-1 1 1,0-1-1,1 0 1,-1 0-1,0 0 1,0 1-1,1-1 1,-1 0-1,0 0 1,1 1-1,-1-1 1,0 0-1,0 1 1,0-1-1,1 0 1,-1 1-1,0-1 1,0 0-1,0 1 0,0-1 1,0 0-1,0 1 1,0-1-1,1 0 1,-1 1-1,0-1 1,0 1-1,0-1 1,0 0-1,-1 1 1,1-1-1,0 1 1,0 14-7310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3:19.9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413 72 800,'0'0'7510,"0"-11"-6216,0-49 5368,-1 70-6080,1 1-282,-26 272 3511,-33 220-1882,30-146-764,-17 126-521,33-378-466,0 120 1,-8 76 91,6-148-17,6 207 1,9-335-214,-4 24 38,-1 1 0,-3-1 0,-18 67 0,1-9 23,-72 241 1953,94-337-1945,0-1-1,0 0 0,1 0 0,0 1 1,1-1-1,0 17 0,1-26-316,0-4-2673,0-16-1539,2 1 0,4-28 0,3-4-4725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3:22.3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21 423 864,'0'0'6563,"-3"-1"-6128,-11-2-67,10 3 3901,24 0-2604,117 4 254,271-27 1,-139 2-1632,121-17 923,110-13-293,-120 17-657,411-27 289,-773 60-541,715-19 233,-397 22-287,362-5 170,-9-48-61,-391 14-120,239-20-504,71 33 657,-348 21 3978,-260 13-3643,-3 5-219,0 0 0,0-1-1,-2 1 1,-7 16 0,-4 14 388,3 5-85,2 0-1,2 1 1,-3 70 0,8 156-41,5-160-337,5 133 452,-5 157 666,-20-213-784,2-22-330,8-49-60,-13 327 188,22-389-270,19 587 0,3-510 0,-14-95 0,-1 1 0,2 59 0,-10-102-62,1-1 0,0 1-1,0-1 1,0 1 0,0-1 0,-1 1-1,1-1 1,0 0 0,-1 1 0,1-1-1,0 1 1,-1-1 0,1 0 0,0 1-1,-1-1 1,1 0 0,-1 1 0,1-1 0,0 0-1,-1 1 1,1-1 0,-1 0 0,1 0-1,-1 0 1,1 0 0,-1 0 0,1 1-1,-1-1 1,1 0 0,-2 0 0,-21 1-2261,13 0 879,-35 5-4636,-13 2-3354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3:24.0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1 705 1809,'0'0'8033,"3"0"-6446,77-2 5032,1-3-3670,162-32-1642,1333-208-302,-1052 174-820,48-5-196,410-15 1475,-611 64-1293,38-2-115,427 4 795,23-25-968,-102 6 1547,-380 42 2241,-373 3-3593,-1 1 0,1 0 0,0 0 0,-1 1 0,1-1 0,-1 1 1,0 0-1,0 0 0,0 0 0,4 5 0,-7-7 410,-21 3-21791,11-4 10250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3:34.1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56 132 208,'0'0'2783,"6"-7"-2210,18-20 174,-18 17 5847,-2 0-3531,-5-20-3870,0 21 1479,3-22 399,0 24 1175,-2 20-1308,4 774 3880,-20-564-4320,8-138-299,-5 105 115,-8 82-204,-2-90 17,2 286-1,25-423-114,14 75-1,-9-71 7,4 54 0,-4 176 86,-4-61-2,-4-161-62,0-16 57,-1 0-1,-2 0 1,-11 58-1,12-98-1488,-1 8 3733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3:36.0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0 592,'0'0'7566,"0"9"220,0 31-5850,-12 441 3645,-38 18-3532,12-180-1182,15 414 658,23-707-1470,8 81 21,0 0-19,-8-48-32,-1 18 4,10 79 0,8-32-126,17 162 85,-33-209 76,-3-61-28,2 0-1,1 1 1,0-1 0,0 0 0,2 0 0,4 16-1,-4-21 54,-2 0 0,1-1 0,-1 1 0,-1 0 0,0 0 0,-1 14 0,0 7 636,-8 21-1110,4-37-37,1-9-2182,3 0-7029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3:38.4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55 456 720,'0'0'4739,"-8"-2"-4294,-24-4-58,18 0 4664,18 3 360,9 1-1960,-3 2-4281,98 1 2931,123-3-1134,-190-3-837,72-19-1,22-3-22,224 14 30,-14 1-55,71-40 198,-272 42-222,45-5 252,392-29 769,-277 26-872,-129 3-125,116-6 92,103-9 242,53 0-109,345 1-22,-259-16-125,221 4 611,-303 39 536,-232 3-642,-130-5-441,-89 4 240,-7 13-8361,7-10 6907,-1 0 0,0 0 0,-1-1 0,1 1 0,0-1 0,-1 1 0,0-1 0,1 1 0,-5 3 0,-12 5-6499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3:40.5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0 636 48,'0'0'5435,"1"-3"-1551,6-8-1832,20 7 5903,16 6-6134,-11 0-1233,-10-2-409,34 0 83,0-2 1,77-12-1,1255-188 739,-1362 200-977,936-105-115,-670 59 159,505-18 0,176 5 1004,-510 32-453,-44 4-296,203-7 136,-208 15 293,-401 17-627,336-16 2362,-349 16-1977,34 0-950,-11 0-11531,-11 0 3340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4:50.9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1024,'0'0'6553,"16"0"1634,-7 0-8533,-4 0 418,0 1-1,0 0 1,0 0 0,0 0 0,-1 1 0,1-1-1,0 1 1,-1 0 0,1 1 0,-1-1 0,0 1 0,6 4-1,47 45-58,-46-41 65,85 100 95,9 6-130,-50-58 390,66 89-1,-4-3 272,-91-116-555,1-2 1,56 44-1,-61-53-18,-1 1 0,-1 1-1,33 43 1,7 8 363,71 82 209,-7-6-478,-108-131-205,115 131 211,-90-98 469,3-2 0,95 81 0,-111-103 496,50 57 1,-66-65-662,-11-14-377,1 1 0,0-1 1,0 0-1,1 1 0,-1-1 1,1 0-1,-1 0 0,1-1 1,0 1-1,0 0 0,0-1 0,6 3 1,-9-5 268,-19 0-6435,17-1 4939,-1 1 0,1 0 1,-1-1-1,1 0 1,0 1-1,-1-1 0,1 0 1,0 0-1,-1-1 0,-1-1 1,-9-7-9281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4:52.2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373 11 912,'0'0'5016,"-4"-1"-3927,-23 0 2939,24-1-3386,0 1 0,0 0-1,0 0 1,0 0 0,0 0 0,0 0-1,0 1 1,0-1 0,-1 1 0,-4 0-1,5 12 4165,3 24-4229,0-29 14,1 6-403,1 0 0,1 0 0,0 0 0,0 0 0,1 0 0,1-1 0,0 0 0,1 0 0,12 18 1,2 17 606,-19-45-770,0 0 0,-1 1 1,1-1-1,-1 0 0,0 1 0,0-1 1,0 1-1,0-1 0,0 0 1,-1 5-1,0 6 166,-27-14-31,-230-7 219,240 7 746,16 1-1028,-1-1 1,1 1-1,0 0 1,-1 0-1,1 0 1,-1 0-1,1 0 1,0 0 0,-1 1-1,1-1 1,-1 1-1,1 0 1,0 0-1,-4 2 1,-16 7 565,16-7-1630,23 0-1985,-11-3 2206,13 2-3432,-4 0-2961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4:54.3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2265 1024,'0'0'9039,"8"-11"-8687,8-9 196,0 0 0,28-24 0,14-13 218,-2-3-1,58-81 1,-61 74-686,291-419-163,-267 372 105,-30 37-61,50-111 1,-59 107 10,68-104-1,-5 36 3,-74 105 35,-12 18-11,22-29 0,-17 26 14,-1-1 1,-2-1-1,-1-1 0,22-61 1,-20 46 193,30-56 1,-43 97-96,0-1-1,0 1 1,11-12 0,-11 13 42,0 0-1,-1 0 1,0 0-1,8-12 2434,-23 20-1826,-4 5-284,2 1-1,-25 20 1,-16 12-268,10-15-175,-2-1-1,0-3 0,-2-2 0,-60 18 0,89-36 26,18-2 94,11-11 86,6 2-180,0 0 0,1 1 1,0 1-1,28-8 0,-4 2-13,-20 5-43,119-48 74,-122 47-61,-1 0 0,0-1 0,-1-1 0,0-1 0,24-22 0,-30 95 3419,-7-47-3102,1 0 0,0 1 0,9 18 0,-10-27-208,0 0 0,0 1 0,0-1 0,1 0 0,0-1 0,1 1 0,-1-1 1,1 0-1,6 6 0,-5-8-50,1-1 0,-1 1 1,1-1-1,0 0 0,0-1 1,0 0-1,-1 0 0,1 0 1,0-1-1,0 0 0,0 0 0,8-2 1,8 1-300,-22 12-6535,-2 3-337,-1 1-4126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4:56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1489 2608 1169,'0'0'13723,"-13"-17"-12133,-42-51-395,44 54-529,2 0-1,-12-21 0,-1 1 293,-49-50 547,-22-31-380,-34-76-519,-67-95-478,136 207-337,5-3-1,2-2 1,-57-135-1,2-6-731,80 175 769,-3 1 0,-48-61 1,43 66 166,-32-52 0,52 72 15,2-1-1,0 0 0,1 0 1,-8-34-1,0 0 48,-34-71 1,8 23 32,23 30 142,-2-5 33,14 59-199,6 17 20,1-1 0,0 0 0,0 0-1,1 0 1,0 0 0,-2-12 0,4 18 23,-2 47 881,2-31-963,0-1 1,1 0-1,1 0 1,0 0-1,1 0 0,5 14 1,-3-8 170,-2 0 1,0 0 0,-1 0-1,-1 0 1,-3 36 0,1-10-100,1-46-93,0 1 0,0-1 0,0 1-1,0-1 1,0 0 0,0 1 0,-1-1 0,1 0 0,0 1-1,0-1 1,0 0 0,0 1 0,-1-1 0,1 0 0,0 1-1,0-1 1,-1 0 0,1 0 0,0 1 0,0-1 0,-1 0 0,1 0-1,0 0 1,-1 1 0,1-1 0,0 0 0,-1 0 0,1 0-1,0 0 1,-1 0 0,1 1 0,0-1 0,-1 0 0,1 0-1,0 0 1,-1 0 0,1 0 0,-1 0 0,1 0 0,0 0-1,-1-1 1,1 1 0,0 0 0,-1 0 0,-11-5-2,38-38 45,-19 32-44,0 0-1,0-1 1,-1 0-1,6-18 1,-5 7-62,-2-1-1,-1 1 1,-1-1-1,-1 0 1,-1 0 0,-1 0-1,-3-29 1,-2 39 17,5 12 38,-1 0 0,0 0 0,0 0 0,1-1 0,-1 1 1,1 0-1,-1 0 0,1-1 0,0-2 0,0 4 10,0 4 29,0-1-1,0 1 1,0 0-1,1 0 1,-1-1-1,1 1 1,0 0-1,1 2 1,4 5 33,0 0 1,0-1 0,1 0-1,1-1 1,0 0 0,0 0 0,12 9-1,7 3 302,33 18 0,-4-4 677,-53-31-174,-1-22-25761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4:58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2775 28 2865,'0'0'9199,"0"-5"-8209,3-13-40,-2 14-110,-8 5 342,-11 5-726,1 2-1,-1 0 1,2 1-1,-1 1 1,-22 17-1,-1 0 251,-96 62 219,-85 52-247,-115 68-457,-193 109 4,405-257-95,63-32 90,1 2 0,-110 76 0,125-76-171,-1-2 1,-88 41-1,61-34 181,-229 117 400,178-89-365,-73 41 756,194-103-1467,-29 16 1724,19-10-8764,15-19-397,-2 8 6189,2-15-4864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4:59.1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1 2097,'0'0'14137,"0"31"-10394,0-25-3547,0-1 0,-1 1-1,0-1 1,0 1 0,0-1 0,-1 1-1,1-1 1,-1 0 0,-6 10 0,0-2 105,0 0 0,-15 15 0,12-14-158,-28 29 87,26-29-58,0 0 0,1 0-1,1 2 1,-14 23 0,17-26 88,7-11-227,0-1 1,0 1 0,0 0-1,0-1 1,0 1 0,1 0 0,-1 0-1,1 0 1,-1 0 0,1-1-1,0 1 1,-1 0 0,1 0 0,1 4-1,-1-6-26,0 1 0,0-1-1,1 1 1,-1 0-1,0-1 1,1 1 0,-1-1-1,1 1 1,-1-1-1,1 1 1,-1-1 0,1 1-1,-1-1 1,1 0 0,-1 1-1,1-1 1,0 0-1,-1 1 1,1-1 0,0 0-1,-1 0 1,1 0-1,0 1 1,-1-1 0,1 0-1,0 0 1,-1 0 0,1 0-1,1 0 1,28 0 44,-22 0-15,19 0-48,140 4-13,-137-1 64,0 1-1,-1 1 1,46 15-1,-54-13 217,-6-2 310,0 1 0,0-2 0,1 0 0,-1-1 0,20 1 2475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01.8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65 896,'0'0'6345,"7"-6"-5358,21-24 29,-5 2 2562,-23 28-3496,0 0 1,0 0-1,0 1 1,0-1-1,1 0 1,-1 0-1,0 0 1,0 0-1,0 0 1,0 0-1,0 0 1,0 0-1,0 0 1,0 0-1,0 0 1,0 0-1,0 1 1,0-1-1,0 0 1,1 0-1,-1 0 1,0 0-1,0 0 1,0 0-1,0 0 1,0 0-1,0 0 1,0 0-1,0 0 1,0 0-1,1 0 1,-1 0-1,0 0 1,0 0-1,0 0 1,0 0-1,0 0 1,0 0-1,0 0 1,0 0-1,0 0 1,1-1-1,-1 1 1,0 0-1,0 0 1,0 0-1,0 0 1,0 0-1,0 0 0,0 0 1,0 0-1,0 0 1,0 0-1,0 0 1,0 0-1,0-1 1,0 1-1,0 0 1,0 0-1,0 0 1,0 0-1,0 0 1,0 0-1,1 0 1,-1 0-1,-1-1 1,1 14 1121,-9 20-865,-13 25 477,-2 0 1,-3-2-1,-3-1 0,-55 78 1,66-107-759,6-8-42,0 0-1,1 0 1,1 1-1,-12 28 1,22-45-24,0-1 0,0 1-1,1 0 1,-1-1 0,1 1 0,-1 0 0,1 0 0,0-1 0,0 1 0,0 0 0,0 0 0,0 0 0,0-1 0,0 1 0,1 0-1,-1 0 1,0-1 0,1 1 0,0 0 0,-1-1 0,1 1 0,0 0 0,0-1 0,0 1 0,0-1 0,0 1 0,0-1-1,0 0 1,1 0 0,-1 1 0,0-1 0,1 0 0,-1 0 0,1 0 0,-1 0 0,1 0 0,0-1 0,3 2 0,5 1 42,0 0 1,1-1-1,0-1 1,0 1-1,13-1 1,-18-1-2,15 1 8,93 0 92,-100-2-125,1 0 0,-1-1 0,0-1 0,1 0 0,23-9-1,-7 1 148,-30 11-211,-20-15-22586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02.1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34 4338,'0'0'9188,"25"-3"-7427,-9 0-1472,160-13 1900,-59 11-1127,93-1-333,-209 6-1100,-4 0-904,-8 1-307,1 0 1,0 1-1,-1 0 1,1 1-1,-18 8 1,7-4-536,-33 12-3531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02.3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41 5314,'0'0'7412,"121"8"-3987,-54-8-1216,0 0-864,-4 0-80,-11-6-449,-6-5-416,-9 5-336,-3-2-32,-9 3-64,-4 1-576,-6 2-1217,-1 2-1312,1-2-3442,-3-2-2738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02.8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252 6 2721,'0'0'17336,"-21"-1"-16391,2-1-721,12 1-141,0 0 1,-1 1-1,1-1 0,-1 1 1,0 1-1,1-1 1,-1 1-1,1 1 0,0-1 1,-1 1-1,1 1 0,0-1 1,0 1-1,0 0 0,-7 6 1,5-4 161,0 2 0,1-1 1,0 1-1,0 0 0,-13 15 0,18-17-199,0-1-1,1 1 1,-1 0-1,1-1 1,0 1-1,0 0 0,0 1 1,1-1-1,0 0 1,0 0-1,0 1 0,0-1 1,1 7-1,0-9-44,0 0-1,0-1 1,0 1-1,0 0 1,0 0-1,1 0 1,-1 0-1,1 0 1,0 0-1,0-1 1,0 1-1,0 0 1,1-1-1,2 5 1,-2-6-9,0 1 1,0-1-1,0 1 1,0-1-1,0 0 1,1 0-1,-1 0 1,0 0-1,1-1 1,-1 1-1,1 0 0,-1-1 1,0 0-1,1 0 1,0 0-1,-1 0 1,3 0-1,9 0 12,-1-1 0,0 0 0,1-1 0,21-6-1,-29 6-20,0 0 0,1 0 0,-1-1 0,0 0 0,-1 0-1,1-1 1,0 1 0,-1-1 0,0-1 0,0 1 0,6-8-1,-7 7 141,-1 3 295,-3 4 78,-2 19-343,3-14-255,0 1-139,-1 0 0,1 0 0,1 0 0,-1 0 0,1-1 0,1 1 0,-1-1-1,1 0 1,5 9 0,-6-14-123,-1-1 0,1 0-1,-1 0 1,1 0-1,0 0 1,-1-1 0,1 1-1,0 0 1,0-1 0,-1 1-1,1-1 1,0 1 0,0-1-1,0 0 1,0 0 0,2 0-1,32-3-7834,-11-4 1948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03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54 6723,'0'0'11640,"0"20"-9682,1 65-392,-1-75-1185,1-1-1,0 1 0,0-1 0,1 1 1,5 12-1,-5-17-179,-1 0 0,0 0-1,1 1 1,-2-1 0,1 0 0,0 6-1,-1-11 243,-3-4-399,1 0 0,0 0 0,0 0 0,1-1 0,-3-8 0,1 1-56,0 0-1,1 0 1,1-1-1,0 1 1,1-1-1,0 1 1,1 0-1,0-1 1,4-12-1,-4 20-22,0-1 0,0 1-1,1 0 1,0 0 0,0 0 0,1 0-1,-1 0 1,1 0 0,0 1-1,0-1 1,1 1 0,-1 0 0,1 0-1,0 0 1,0 0 0,0 1 0,1 0-1,-1-1 1,1 2 0,0-1-1,0 0 1,8-2 0,7 3-1499,9 7-7705,-17-1 3279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03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216 0 7155,'0'0'14791,"-6"27"-12875,-39 177 928,13-76-1352,-79 198 1,107-316-1522,0 0 0,1 0 0,0 0 0,1 0 0,0 1 0,0-1 0,1 0 0,1 21-1,0-29 2,1-1 0,-1 0 0,1 0 0,0 0 0,0 0 0,0 0 0,-1 1-1,1-1 1,0-1 0,0 1 0,0 0 0,1 0 0,-1 0 0,0 0 0,0-1-1,0 1 1,1-1 0,-1 1 0,0-1 0,0 1 0,1-1 0,-1 0 0,0 1-1,1-1 1,-1 0 0,1 0 0,-1 0 0,0 0 0,3-1 0,45 0-777,-45 0 650,4 0-350,-1 0 0,0 0 0,1-1 0,-1 0-1,0-1 1,0 0 0,0 0 0,-1 0 0,13-9 0,-10 6-1817,-1-1 0,0 0-1,11-12 1,-1-8-6450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03.8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11589,'0'0'12342,"82"57"-11622,-57-45-304,0-1-223,-2-3-145,-6-6-48,-1 2-241,-3-4-1135,1 0-1441,7 0-1441,-4 0-4546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04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659 2 8004,'0'0'12149,"-10"-1"-5348,7 1-6471,2 3-291,0 1-1,0-1 0,0 0 0,0 0 0,0-1 0,-1 1 0,1 0 0,-1 0 1,0-1-1,0 1 0,-4 3 0,-5 8 145,-196 282 678,23-36-1031,108-150-298,-55 88-2314,127-191 2495,2-6 54,1 1 0,0 1 0,0-1 0,-1 0 0,1 0-1,1 0 1,-1 1 0,0-1 0,0 0 0,1 1 0,-1 2 0,7-4-2987,-6-1 3220,5 0-867,-1-1 1,0 0-1,0 0 0,0 0 1,0 0-1,5-3 0,41-30-8046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04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468 6 2545,'0'0'14287,"-19"-2"-12204,10 2-1829,-8-2 223,0 1 0,0 1 0,1 0-1,-1 2 1,0 0 0,-27 6-1,6 3 368,1 2-1,0 1 1,1 1 0,-57 35-1,87-46-792,1-1 1,0 1-1,1 0 0,-1 1 0,1-1 0,-1 1 0,-5 9 0,9-12-56,-1 0-1,1 0 0,0 0 0,0 0 0,1 0 1,-1 0-1,0 0 0,1 1 0,-1-1 0,1 0 1,0 0-1,0 1 0,0-1 0,0 0 0,0 1 1,0-1-1,0 0 0,1 0 0,-1 1 0,1-1 1,0 0-1,0 0 0,-1 0 0,4 4 0,1-1-75,0 1-1,1-1 0,0 0 0,0-1 0,1 0 0,-1 0 1,1 0-1,0-1 0,0 0 0,10 3 0,-15-5 67,122 46-1481,-61-25-1223,91 46 0,-152-67 2743,-1 0 0,1-1 0,-1 1 0,1 0 0,-1 0 0,1 0 0,-1 1 0,0-1-1,0 0 1,0 0 0,0 1 0,0-1 0,0 1 0,0-1 0,0 1 0,0-1 0,0 1-1,-1-1 1,1 4 0,-1-4 93,0 0 0,0 0 0,0 1 0,0-1 0,0 0 0,-1 0-1,1 1 1,0-1 0,-1 0 0,1 0 0,-1 0 0,0 0 0,1 0 0,-1 0-1,0 0 1,1 0 0,-1 0 0,0 0 0,0 0 0,0 0 0,0 0 0,0-1 0,0 1-1,0 0 1,0-1 0,-2 1 0,-108 51 3492,70-35-3276,-63 37-1,87-45-499,2-1-1016,7-2-3120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05.1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0 7780,'0'0'12221,"-9"20"-9348,-105 286 3533,64-111-5111,16-54-3420,34-140 2592,-3 7-4158,3-8 3554,0 0-1,-1 0 0,1 0 0,0 0 0,0 1 0,0-1 0,0 0 0,0 0 0,0 0 0,-1 0 0,1 0 0,0 0 0,0 0 0,0 0 0,0 0 0,0 0 0,-1 0 0,1 0 0,0 0 0,0 0 0,0 0 0,0 0 0,0 0 0,-1 0 0,1 0 0,0 0 0,0 0 1,0 0-1,0 0 0,0-1 0,0 1 0,-1 0 0,1 0 0,0 0 0,0 0 0,0 0 0,0 0 0,0 0 0,0 0 0,0-1 0,0 1 0,0 0 0,-1 0 0,1 0 0,0 0 0,0 0 0,0-1 0,0 1 0,0 0 0,0 0 0,0 0 0,0 0 0,0 0 0,0-1 1,0 1-1,0 0 0,0 0 0,0 0 0,0 0 0,0 0 0,0-1 0,0 1 0,1 0 0,-7-23-7359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05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4418,'0'0'8721,"25"3"-5746,-10-1-2539,155 22 3066,-82-12-1987,0-3 1,99-5 1952,-196-3-1854,3 0-1553,-1 1-1,0 0 1,0 0 0,0 1 0,1 0-1,0 0 1,-1 0 0,1 1 0,0 0-1,1 0 1,-1 1 0,1 0 0,0-1 0,-8 12-1,4-7-76,1 1 1,1 1-1,0-1 0,1 1 0,0 1 0,0-1 0,-6 20 0,11-25-185,-1 1-1,1-1 0,1 1 0,-1 11 1,33-17-549,-27-2 746,-1 1-1,0-1 0,1 0 1,-1 0-1,1 0 1,-1-1-1,0 1 0,0-1 1,0 0-1,0 0 1,0-1-1,0 1 0,5-5 1,-1 0 91,-1-1 1,1 1 0,-1-1-1,10-16 1,-17 24-97,1 0 1,-1 0 0,0 0 0,0 0 0,0-1 0,1 1 0,-1 0 0,0 0-1,0 0 1,1 0 0,-1 0 0,0 0 0,0 0 0,1 0 0,-1 0-1,0 0 1,0 0 0,1 0 0,-1 0 0,0 0 0,0 0 0,1 0 0,-1 0-1,0 1 1,0-1 0,0 0 0,1 0 0,-1 0 0,0 0 0,0 0 0,0 0-1,1 1 1,-1-1 0,0 0 0,0 0 0,0 0 0,0 1 0,1-1-1,-1 0 1,0 0 0,0 0 0,0 1 0,0-1 0,0 0 0,0 0 0,0 1-1,0-1 1,0 0 0,0 1 0,12 21-1005,-1-1-603,-9-19 1147,0 1 1,0-1-1,1 1 0,0-1 1,-1 0-1,1 0 1,0 0-1,0 0 1,0 0-1,0-1 1,1 1-1,3 0 1,26 4-6920,2-5-1901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06.0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12 185 6531,'0'0'11584,"-3"20"-7980,1-4-2978,-1 2-17,1 1 0,1 0 1,0-1-1,1 1 0,1 0 0,5 22 1,-1-207 747,-6 141-1384,1-1-232,0 0 0,1 1 0,2-1-1,10-46 1,-13 71 223,0 1-1,0 0 0,0-1 0,0 1 1,0 0-1,1-1 0,-1 1 1,0 0-1,0-1 0,0 1 1,1 0-1,-1-1 0,0 1 1,0 0-1,1 0 0,-1-1 1,0 1-1,0 0 0,1 0 1,-1 0-1,0-1 0,1 1 1,-1 0-1,0 0 0,1 0 1,-1 0-1,0 0 0,1 0 1,-1 0-1,1 0 0,-1 0 1,0 0-1,1 0 0,-1 0 1,0 0-1,1 0 0,-1 0 1,0 0-1,1 0 0,-1 0 1,0 0-1,1 0 0,-1 1 1,0-1-1,1 0 0,-1 0 0,0 0 1,1 1-1,13 11-1909,-6-1 756,-3-4-341,0-1 0,0 0 0,1 0 0,0-1 1,12 10-1,4-5-4720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06.4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310 1 12422,'0'0'7302,"-18"20"-4002,-61 72-971,69-80-1917,0 2 0,1 0 0,1 0 0,0 0 0,-5 17 0,0-4 259,-18 43-89,4 0 0,2 2 1,-20 99-1,41-155-710,1-1 0,0 1 0,1 0 0,1 0-1,0 0 1,2 0 0,2 24 0,-2-38 73,0 0-1,0 0 1,0 0 0,0 0-1,0 0 1,0-1-1,1 1 1,-1 0-1,0-1 1,1 1-1,0-1 1,-1 0 0,1 0-1,0 1 1,-1-1-1,1 0 1,0 0-1,0 0 1,0-1-1,0 1 1,0 0 0,0-1-1,4 1 1,6 1-345,-1-1 0,1-1 0,13 0 0,-11 0-287,-9-1 238,0 1 1,-1-1 0,1 1-1,-1-2 1,1 1-1,-1 0 1,1-1 0,-1 0-1,0 0 1,0 0 0,0 0-1,0-1 1,0 1 0,6-7-1,-5 5-992,-1-1 0,0 1 0,0-1 0,0 0 0,-1 0 0,5-8 0,3-10-5544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06.8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5747,'0'0'8689,"9"0"-7611,148 7 3769,19 0-3790,-145-6-1003,-22 0-35,1 0 0,-1-1 0,1 0 0,-1 0 0,0-1 1,1-1-1,-1 0 0,0 0 0,10-4 0,-18 6-88,-5 1-5008,-14 3 24,-8 6-1897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10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0 3185,'0'0'6022,"-6"18"-4608,-35 116 758,15-55 240,15-50-1167,1 1 1,-9 50 0,16-72-3630,-2-15-2891,3 3 4493,-11-16-5813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10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15 112 3522,'0'0'6347,"-3"-4"-5576,0 2-1046,-6-8 2124,9 10-1813,0 0 1,0 0-1,0-1 0,0 1 1,0 0-1,0 0 0,0-1 0,0 1 1,0 0-1,0 0 0,0 0 1,0-1-1,0 1 0,1 0 1,-1 0-1,0-1 0,0 1 0,0 0 1,0 0-1,0 0 0,0-1 1,1 1-1,-1 0 0,0 0 0,0 0 1,0 0-1,0 0 0,1-1 1,-1 1-1,0 0 0,0 0 1,0 0-1,1 0 0,-1 0 0,0 0 1,0 0-1,1 0 0,-1 0 1,0 0-1,0 0 0,1 0 0,-1 0 1,0 0-1,0 0 0,0 0 1,1 0-1,-1 0 0,0 0 0,0 0 1,1 0-1,-1 0 0,0 0 1,0 0-1,0 0 0,1 1 1,248-9 3200,329-51-2782,-539 54-423,-17 3 1088,0-1-1,30-7 1,-46 9-879,0 0 1,1 0-1,-1 1 1,0 0-1,7 0 1,5 2-4388,-18 4-3183,-4 1 2236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11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3121,'0'0'15413,"0"15"-13647,0 211 2052,0-226-3931,0 0-1,1 0 1,-1 1 0,0-1 0,0 0 0,0 0 0,0 1-1,0-1 1,1 0 0,-1 0 0,0 1 0,0-1 0,1 0-1,-1 0 1,0 0 0,0 0 0,1 1 0,-1-1 0,0 0-1,0 0 1,1 0 0,-1 0 0,0 0 0,1 0 0,-1 0-1,0 0 1,0 0 0,1 0 0,-1 0 0,0 0 0,1 0-1,-1 0 1,0 0 0,1 0 0,-1 0 0,0 0 0,0 0-1,1 0 1,-1-1 0,0 1 0,0 0 0,1 0 0,-1 0-1,0 0 1,0-1 0,1 1 0,-1 0 0,0 0 0,0-1-1,0 1 1,0 0 0,1 0 0,-1-1 0,0 1 0,9-22-4828,5-11-1977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11.5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0 113 10725,'119'-113'11429,"-119"126"-11845,-2-1-593,2 3-1504,-2-7-3361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12.3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1761,'0'0'11912,"2"3"-10615,8 11-192,-1 0 0,0 1 0,-2 0 0,0 0 0,0 1 0,6 25 1,-12-39-1050,-1-1 195,3-2-256,0 0-1,-1 0 1,1 0-1,-1 0 0,1-1 1,-1 1-1,0-1 1,1 0-1,-1 1 1,0-1-1,0 0 0,0 0 1,0-1-1,-1 1 1,1 0-1,0-1 1,-1 1-1,2-3 1,10-14-130,-8 14 142,-1-1-1,1 1 1,0 0-1,1 0 1,-1 1-1,1 0 1,0 0-1,0 0 1,0 1-1,0-1 1,1 1-1,0 1 1,-1-1-1,1 1 1,0 1-1,0-1 1,11 0-1,-17 2 35,0 0 0,0 1 0,-1-1-1,1 0 1,0 1 0,0-1-1,0 0 1,-1 1 0,1-1 0,0 1-1,0-1 1,-1 1 0,1-1-1,-1 1 1,1 0 0,0-1-1,-1 1 1,1 0 0,-1 0 0,0-1-1,1 1 1,-1 0 0,1 0-1,-1 0 1,0-1 0,1 3-1,6 30 990,-1-7-58,-5-26-977,0 1 0,0-1 1,0 1-1,-1-1 1,1 1-1,0-1 1,0 1-1,0-1 1,0 0-1,0 1 1,0-1-1,0 0 0,0 0 1,0 0-1,0 0 1,0 0-1,0 0 1,0 0-1,0 0 1,0 0-1,0-1 0,1 1 1,23-7-92,67-35-60,-83 37 168,-8 5 34,-1 0 0,1 0 0,-1-1 0,1 1 0,-1 0 0,0 0 0,1 0-1,-1 0 1,1 0 0,-1 0 0,0 1 0,1-1 0,-1 0 0,1 0 0,-1 0 0,0 0-1,1 0 1,-1 1 0,1-1 0,-1 0 0,0 0 0,1 1 0,-1-1 0,0 0-1,0 0 1,1 1 0,-1-1 0,0 0 0,1 1 0,-1-1 0,0 0 0,0 1 0,0-1-1,0 1 1,1-1 0,-1 0 0,0 1 0,0 0 0,7 23 184,-3-11-57,-4-11-238,1 0 0,0 0-1,0-1 1,0 1-1,0 0 1,0 0-1,0-1 1,0 1-1,1-1 1,-1 1 0,1-1-1,-1 0 1,1 0-1,-1 1 1,1-1-1,3 2 1,20 0-6826,-14-3-139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12.8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72 3858,'0'0'10671,"3"9"-9443,10 25-4,-12-32-1111,0 0 0,1 0 0,-1 0 0,1-1-1,-1 1 1,1 0 0,0-1 0,0 0 0,0 1 0,0-1 0,-1 0 0,2 0-1,-1 0 1,0 0 0,0 0 0,0-1 0,0 1 0,3 0 0,36 2 1018,-33-2-1056,0-1-1,0-1 1,0 0 0,1 0-1,-1 0 1,8-3-1,-13 2-64,1 0-1,0 0 0,-1 0 1,1 0-1,-1 0 1,0-1-1,0 0 0,0 1 1,0-1-1,0-1 1,0 1-1,-1 0 0,4-7 1,-3 5 57,0 0-1,-1 0 1,0-1 0,0 1-1,0-1 1,-1 1 0,0-1-1,0 1 1,0-1 0,-1 0-1,0 0 1,0-9 0,0 13 13,-1 1-44,1 0-1,0 1 1,0-1 0,-1 1 0,1-1-1,0 1 1,-1-1 0,1 1-1,-1-1 1,1 1 0,-1 0 0,1-1-1,0 1 1,-1 0 0,1-1-1,-1 1 1,0 0 0,1-1 0,-1 1-1,1 0 1,-1 0 0,1 0-1,-1 0 1,0-1 0,1 1 0,-1 0-1,1 0 1,-1 0 0,0 0-1,0 1 1,-28-1 263,19 0-235,4 0-34,0 0 0,0 1 0,0-1 0,0 1 1,0 0-1,0 1 0,0-1 0,1 1 0,-10 5 0,12-5 43,0 0 0,0 0-1,0 0 1,0 0 0,1 1 0,-1 0 0,1-1-1,0 1 1,-1 0 0,1 0 0,1 0 0,-1 0-1,0 1 1,1-1 0,-1 0 0,1 1 0,-1 6-1,0-3 63,1 0-1,0 0 0,1 0 1,-1 0-1,1 0 0,1 0 1,-1 0-1,1 0 0,1 0 1,-1 0-1,1-1 0,0 1 1,4 7-1,-4-10-116,0 0 0,0 0-1,1 0 1,-1-1 0,1 1 0,0-1-1,0 0 1,1 1 0,-1-1 0,0-1-1,1 1 1,0-1 0,0 1 0,0-1-1,0 0 1,0 0 0,0-1 0,0 1-1,0-1 1,1 0 0,-1 0 0,6 0-1,2 1-288,0-2 0,1 1 0,-1-2-1,0 1 1,0-2 0,0 0-1,17-4 1,-17 1-1764,1 1 0,-1-2-1,22-12 1,5-7-8479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18.2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3778,'0'0'8198,"2"8"-7069,-1-2-1061,0 1 317,1-1 0,-1 0 0,-1 0 0,1 1 0,-1-1 0,0 0 1,0 1-1,-1-1 0,0 0 0,0 1 0,-1-1 0,-3 9 0,-57 90 1978,38-68-1468,-24 50 0,42-74-774,1 1 1,0-1-1,0 1 1,2 0-1,0 0 1,0 1-1,0 28 1,3-41-116,0-1-1,-1 1 1,1 0 0,0 0 0,1 0-1,-1 0 1,0 0 0,1 0 0,-1 0-1,1 0 1,-1 0 0,1 0 0,0 0-1,0-1 1,0 1 0,0 0-1,0-1 1,0 1 0,0 0 0,0-1-1,4 3 1,-1-2 4,0-1 1,0 1-1,0-1 0,0 0 1,1 0-1,-1-1 0,0 1 1,1-1-1,5 0 0,140-6 1634,-88 2-3336,0 2-7080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18.4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 6195,'0'0'9994,"14"-1"-8988,3 0-808,265-14 4496,-255 15-4700,22 1-839,-49-1 746,1 1 0,-1-1 0,1 0 0,-1 0-1,1 1 1,-1-1 0,1 1 0,-1-1 0,1 0-1,-1 1 1,1-1 0,-1 1 0,1-1 0,-1 1-1,0-1 1,1 1 0,-1-1 0,0 1 0,0 0-1,1-1 1,-1 1 0,0-1 0,0 1 0,0 0-1,0-1 1,0 1 0,0 0 0,0-1 0,0 1 0,0 0-1,0 1-206,0-1 1,0 1-1,0-1 0,-1 1 0,1-1 0,0 1 0,-1-1 0,1 1 1,-1-1-1,1 1 0,-1-1 0,-1 3 0,-1-2-356,0 1-1,0 0 1,0-1 0,-1 0-1,1 0 1,-7 3-1,-33 13-5299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18.6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6051,'0'0'12838,"109"32"-11526,-68-32-303,5 0-705,5 0-240,5 0-64,5 0-1473,1-9-2080,5-7-3363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19.1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264 1 8820,'0'0'11344,"-19"9"-9919,-4 0-1043,13-5-192,-1 0 0,1 1 0,0 0 1,0 1-1,1 0 0,0 0 0,0 1 0,0 0 0,-10 11 0,5-2 336,0 0-1,1 0 0,1 2 0,-14 25 1,20-32-431,1 0 1,0 0 0,0 0-1,2 1 1,-1 0-1,2 0 1,-1 0 0,0 24-1,3-35-99,0-1-1,1 1 1,-1-1-1,0 1 1,1-1-1,-1 1 1,1-1 0,-1 1-1,1-1 1,-1 0-1,1 1 1,-1-1-1,1 0 1,-1 1-1,1-1 1,-1 0-1,1 0 1,-1 0-1,1 1 1,-1-1 0,1 0-1,0 0 1,-1 0-1,1 0 1,-1 0-1,1 0 1,0 0-1,0 0 1,25-1-53,-21 1 32,1-1 12,-1 0-1,1 0 1,-1-1-1,1 1 1,-1-1 0,1 0-1,-1-1 1,0 1-1,0-1 1,0 0-1,-1 0 1,1 0-1,-1-1 1,6-5-1,6-8 64,0-1 0,14-21 0,-21 26 61,-10 26 2146,6 39-2782,-5-49 320,1 1 0,1-1 1,-1 0-1,0 1 1,1-1-1,0 0 0,0 0 1,0 0-1,0 0 1,0 0-1,0 0 0,1-1 1,-1 1-1,1-1 1,0 1-1,0-1 0,0 0 1,0 0-1,0-1 0,0 1 1,5 1-1,2 0-1617,0 0-1,0-1 1,0 0-1,0-1 1,0 0-1,15-1 1,16 0-7489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19.3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70 166 1457,'0'0'17923,"-11"19"-15002,-35 64-1374,44-79-1452,0 0 0,0 1 0,1-1 0,-1 0 0,1 1 0,0-1 0,0 1 0,1 0 0,-1-1 1,1 9-1,0-11-52,1 0 0,-1-1 0,1 1 0,-1 0 0,1 0 0,0 0 0,-1 0 1,1-1-1,0 1 0,0 0 0,0-1 0,0 1 0,1-1 0,-1 1 1,0-1-1,1 0 0,-1 1 0,3 0 0,-4-2-38,0 0 0,0 0-1,0 0 1,-1 0 0,1 0 0,0 0-1,0 0 1,0 0 0,0 0-1,0 0 1,0-1 0,0 1 0,0 0-1,0 0 1,0 0 0,0 0 0,0 0-1,0 0 1,0 0 0,0-1 0,0 1-1,0 0 1,0 0 0,0 0 0,0 0-1,0 0 1,0 0 0,0 0-1,0 0 1,0-1 0,0 1 0,0 0-1,0 0 1,0 0 0,0 0 0,0 0-1,0 0 1,0 0 0,0 0 0,0-1-1,0 1 1,0 0 0,1 0-1,-1 0 1,0 0 0,0 0 0,0 0-1,0 0 1,0 0 0,0 0 0,0 0-1,0 0 1,0 0 0,1 0 0,-1 0-1,0 0 1,0 0 0,0 0 0,0 0-1,0 0 1,0 0 0,0 0-1,1 0 1,-1 0 0,0 0 0,0 0-1,0 0 1,0 0 0,0 0 0,0-3 37,1-23 98,0-1 0,2 1 0,1 0 0,10-37 1,-10 51-256,-1 0 0,1 1 0,1 0 0,0 0 0,1 0 0,0 1 1,1 0-1,0 0 0,0 0 0,1 1 0,0 0 0,13-10 0,-17 15-431,2 1-1,-1 0 1,0 0-1,1 1 1,-1-1-1,1 1 0,9-2 1,23-3-7178,-31 6 5454,19-3-5649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19.7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134 1 13302,'0'0'6563,"-4"18"-3556,-55 204 2969,42-175-5000,-26 90 1024,40-123-1929,0 0-1,1 1 1,1-1-1,0 1 1,1-1-1,0 1 1,4 22-1,-3-34-108,0 0 0,0 0 0,0-1 0,0 1 0,1 0 0,-1-1 0,1 0 1,-1 1-1,1-1 0,0 0 0,0 1 0,0-1 0,0 0 0,1-1 0,-1 1 0,0 0 0,1-1 0,-1 1 0,1-1 0,0 0 0,-1 1 0,1-1 0,0-1 0,0 1 0,3 0 0,9 2-861,0-1 0,0-1 0,25 0 0,-27-1 24,-7 0 55,0 0 0,1 0 0,-1-1 0,0 0 0,0 0 0,1 0 0,-1-1 0,0 0 0,0 0 0,8-5 0,18-16-8638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19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14919,'0'0'13526,"64"63"-12982,-45-50-400,0 3-144,-2-7-144,-3-1-816,5 0-849,-2-8-1729,-2 0-2336,-5 0-3891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0.1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543 0 8740,'0'0'15759,"-20"26"-13846,-125 169 758,10-21-738,-76 111-1556,207-279-622,-17 32-425,20-37 394,0 1 0,0-1-1,1 1 1,-1-1 0,1 1 0,-1-1 0,1 1 0,-1 0 0,1-1 0,0 1 0,0 0-1,0-1 1,0 1 0,0 0 0,0 0 0,0-1 0,0 1 0,1 0 0,0 2-1,12-3-6403,18-6-4536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0.5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 0 880,'0'0'19721,"1"20"-16698,2 4-2055,0-10-431,-2 0-1,0 0 0,0 0 0,-2 0 1,1 0-1,-5 22 0,-3-9 297,0 0-1,-2-1 1,-18 37-1,3-8-397,-2 3-281,-16 44-2424,41-96-4305,2-16-2318,0-21-1920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0.7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0 114 8788,'0'0'9460,"107"-61"-5570,-57 46-752,11-1-1426,-1 7-927,-3 5-337,-7-2-416,-12 4-32,-11 2-48,-9 0-913,-13 0-655,-5 12-1362,-13 13-1344,-33 9-3009,-10-1-2481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0.9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 1969,'0'0'22346,"130"44"-20281,-84-44-880,0 0-577,0 0-608,-4-7-80,4-3-1233,-2-5-2080,-5-1-4083,-5 1-7122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1.1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0 13702,'0'0'12294,"-40"122"-10053,36-102-1313,0-3-511,4-4-369,0-9-48,0-8-5235,0-28 193,0-16-4386,0-6-321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1.2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9764,'0'0'15896,"25"79"-15896,-23-33-577,2 0-2256,-4-2-1921,0-6-4066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1.7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7523,'0'0'17822,"5"2"-16472,-1-1-1124,0 1-1,0 0 1,0 0 0,0 1-1,0-1 1,0 1 0,-1 0-1,1 0 1,-1 0 0,0 0-1,0 1 1,0-1 0,4 7-1,4 9 347,16 32 0,-17-31-542,-10-20-73,0 0 0,0 1 0,1-1 0,-1 0 0,0 1 0,1-1 0,-1 0 0,0 0 0,1 1 0,-1-1 0,1 0 0,-1 0 0,0 0 0,1 0 0,-1 1 0,1-1 0,-1 0 0,0 0 0,1 0 0,-1 0 0,1 0 0,-1 0 0,1 0 0,-1 0 0,0 0 0,1 0 0,-1 0 0,1 0 0,-1-1 0,1 1 0,-1 0 0,0 0 0,1 0 0,-1 0 0,0-1 0,1 1 0,-1 0 0,1 0 0,-1-1 0,0 1 0,0 0 0,1-1 0,15-14-305,-16 14 309,62-60-448,-55 55 574,0 1 0,0-1 0,1 1 0,0 1-1,-1-1 1,1 2 0,16-7 0,-23 10 1671,-1 13-952,-1 22-315,0-21-542,0 1-1,1-1 1,1 0-1,0 1 1,1-1-1,6 25 0,-8-39-110,1 1 0,-1 0 0,0-1 0,1 1 0,-1-1 0,0 1 0,1-1 0,-1 1 0,1-1 0,-1 1 0,1-1 0,-1 0 0,1 1 0,-1-1 0,1 0 0,0 1 0,-1-1 0,1 0 0,-1 0 0,1 1 0,0-1 0,-1 0 0,2 0 0,17-2-7109,3-4-2107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1.9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0 17080,'0'0'11029,"-46"117"-8420,46-91-1761,0-1-415,0-7-257,0-3-80,0-7-96,0-3-673,0-39-12517,4-8 5187,4-16-353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2.0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7684,'0'0'18344,"7"-23"-18568,-3 50-1585,0 7-2369,-4-5-5522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2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95 566 3906,'0'0'24064,"-12"9"-23725,-38 31-198,48-38-137,0 0-1,0 0 0,1 0 0,-1 1 0,0-1 1,1 1-1,-1-1 0,1 1 0,0 0 0,0 0 1,0-1-1,0 1 0,0 0 0,1 0 1,-1 0-1,1 0 0,0 0 0,0 0 0,0 0 1,0 0-1,2 5 0,-2 0-60,1-6 5,-1 0 0,1 0 0,0 0 1,0 0-1,0 0 0,0-1 0,0 1 1,0 0-1,1 0 0,-1-1 0,0 1 1,1-1-1,-1 1 0,1-1 0,0 0 1,0 0-1,3 2 0,40 21-1122,-29-16 646,-7-3 331,-1-2-479,-1 1 0,0 0 0,0 0 0,13 11 0,-19-14 647,0 0 0,0 0 0,0 0 1,0-1-1,-1 1 0,1 0 0,0 0 0,0 1 0,-1-1 1,1 0-1,-1 0 0,1 0 0,-1 0 0,1 0 0,-1 1 0,0-1 1,0 0-1,0 0 0,1 1 0,-1-1 0,0 0 0,-1 0 1,1 1-1,0-1 0,0 0 0,0 0 0,-1 0 0,1 1 1,0-1-1,-1 0 0,0 0 0,1 0 0,-1 0 0,1 0 1,-1 0-1,0 0 0,0 0 0,0 0 0,0 0 0,1 0 0,-3 1 1,-17 13 736,0-1 1,-2 0 0,1-2 0,-2 0-1,-28 10 1,113-89-5049,152-167-672,91-134 5725,-259 311-229,-37 45-232,77-97 2953,-33 36 3932,-69 82-3584,-33 40-3183,2 2 1,2 2-1,-65 102 0,73-97-370,-58 122 0,83-153 0,2 0 0,1 1 0,1 0 0,1 1 0,2-1 0,1 1 0,-1 37 0,5-55 0,0-8 0,-1 1 0,1-1 0,0 0 0,1 0 0,-1 0 0,0 0 0,1 0 0,0 0 0,1 4 0,-1-6 0,0 0 0,0 0 0,0 0 0,0 0 0,1 0 0,-1 0 0,0 0 0,1-1 0,-1 1 0,0-1 0,1 1 0,-1-1 0,0 1 0,1-1 0,-1 1 0,1-1 0,-1 0 0,1 0 0,-1 0 0,1 0 0,-1 0 0,3-1 0,2 1 0,-1-1 0,1 1 0,0-1 0,0-1 0,0 1 0,-1-1 0,1 0 0,-1 0 0,1-1 0,-1 0 0,9-6 0,3-4 0,-1 0 0,16-17 0,-12 11 0,-7 4 0,-12 16-146,0 0-1,-1-1 1,1 1 0,-1 0-1,1 0 1,-1-1-1,0 1 1,1 0 0,-1 0-1,0 0 1,1-1 0,-1 1-1,0 0 1,0 0 0,0 0-1,0 0 1,0 0-1,0 0 1,0 1 0,8 26-8687,5-18-361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3.0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320 0 13654,'0'0'15157,"-10"27"-13682,-1 7-956,-51 124 1318,38-102-1723,-57 121-103,78-172-248,1 0-1,-1-1 1,-1 1 0,1 0-1,-1-1 1,0 0 0,0 0-1,0 0 1,0-1 0,-1 1-1,-5 3 1,8-6-186,1-1 1,-1 1-1,0 0 0,1-1 0,-1 1 1,0-1-1,0 0 0,1 1 0,-1-1 1,0 0-1,0 0 0,0 0 0,1 0 0,-1-1 1,-3 0-1,3 0-317,-1 0-1,1 0 1,0 0 0,0 0 0,0-1-1,0 1 1,0-1 0,1 1 0,-1-1-1,0 0 1,1 0 0,-1 0-1,1 0 1,-2-3 0,-19-41-11311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3.3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74 11093,'0'0'15202,"25"-6"-13289,-9 3-1648,16-5 231,0 2 1,0 1 0,55-1-1,369-24 22,-365 21-2204,-88 9 1759,8 0-2803,-11 0 2559,0 0 0,1 0 0,-1 0 0,0 0 0,0 0 0,0 1 0,0-1 0,1 0 0,-1 0 0,0 0 0,0 0 0,0 1 0,0-1 0,0 0 0,0 0 0,0 0 0,0 1 0,1-1-1,-1 0 1,0 0 0,0 0 0,0 1 0,0-1 0,0 0 0,0 0 0,0 0 0,0 1 0,0-1 0,0 0 0,0 0 0,0 0 0,-1 1 0,1-1 0,0 0 0,0 0 0,0 0 0,0 1 0,0-1 0,0 0-1,0 0 1,0 0 0,-1 0 0,1 1 0,0-1 0,0 0 0,0 0 0,-13 17-9108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3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 8196,'0'0'18840,"15"129"-16310,-15-100-914,0-3-783,-4-10-721,-5 3 16,1-9-128,4-3-576,-1-7-1137,3 0-1745,-2-9-2481,2-22-6498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3.7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0 13718,'0'0'12854,"-11"117"-12854,5-75-1056,0-6-2178,0 1-2881,-1-7-5170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4.3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 5138,'0'0'21330,"3"22"-19625,3 8-1152,-1-6-21,-1-1 1,0 36-1,-3-21 44,10-41-914,29-44-913,-19 21 858,1 1 0,1 0 1,1 2-1,40-31 0,-63 54 473,-1-1 1,0 1-1,1 0 1,-1 0-1,1 0 1,-1-1-1,1 1 1,-1 0-1,0 0 1,1 0-1,-1 0 1,1 0-1,-1 0 1,1 0-1,-1 0 1,1 0-1,-1 0 1,1 0-1,-1 0 1,0 0 0,1 1-1,-1-1 1,1 0-1,-1 0 1,1 0-1,-1 1 1,0-1-1,1 0 1,-1 0-1,0 1 1,1-1-1,-1 0 1,0 1-1,1-1 1,-1 0-1,0 1 1,0-1-1,1 1 1,-1-1-1,0 1 1,0-1-1,0 0 1,0 1-1,0-1 1,1 1-1,-1-1 1,0 1-1,0-1 1,0 1-1,0 0 1,5 36 442,-3-18 154,1 0-568,-2-12-108,-1-1 0,2 1 0,-1-1-1,1 1 1,-1-1 0,6 10 0,-6-15-1,0-1 0,0 1 0,0-1 0,0 1 0,0-1 0,0 1 0,1-1 0,-1 0 0,0 1 0,0-1 0,0 0 0,1 0 0,-1 0 0,0 0 0,0 0 0,1 0 0,-1 0 0,0 0 0,0-1 0,0 1 0,1-1 0,-1 1 0,0 0 0,0-1 0,0 0 0,0 1 0,0-1 0,2-1 0,71-46-552,-46 29 303,0 1 0,48-23 0,-75 41 280,-1 0 0,0 0 1,0 0-1,1-1 0,-1 1 1,0 0-1,0 0 0,1 0 1,-1 0-1,0 0 0,0 0 1,1 0-1,-1 0 0,0 0 0,0 0 1,1 0-1,-1 0 0,0 0 1,0 1-1,0-1 0,1 0 1,-1 0-1,0 0 0,0 0 1,1 0-1,-1 0 0,0 1 1,0-1-1,0 0 0,0 0 1,1 0-1,-1 0 0,0 1 1,0-1-1,0 0 0,0 0 0,0 0 1,1 1-1,1 14 161,-6 16-306,2-17 84,-2 10-76,0 1 1,0 24-1,10-44-7300,11-5 3571,-14 0 1619,24-2-8919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4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70 8980,'0'0'14372,"4"8"-13500,-3-4-778,1-1-1,-1 0 0,1 1 0,0-1 0,0 0 0,0 0 0,1-1 1,-1 1-1,1 0 0,0-1 0,-1 1 0,1-1 0,0 0 1,0 0-1,0 0 0,1 0 0,-1-1 0,0 1 0,1-1 0,-1 0 1,1 0-1,-1 0 0,7 0 0,3 1-26,0-1 0,-1-1 0,1 0 0,0-1 0,0 0 0,-1 0 0,21-7 0,-29 7-88,0 0-1,0-1 0,0 1 0,0-1 1,-1 0-1,1-1 0,0 1 0,-1-1 1,0 1-1,1-1 0,-1 0 0,0 0 1,-1 0-1,1-1 0,0 1 1,-1-1-1,0 1 0,0-1 0,0 0 1,0 0-1,-1 0 0,1 0 0,-1 0 1,0 0-1,0 0 0,0-5 0,-1 7 53,1 1 0,-1 0 0,0-1 0,1 1 0,-1-1-1,0 1 1,0 0 0,0-1 0,0 1 0,-1-1 0,1 1 0,0 0-1,0-1 1,-1 1 0,1 0 0,-1-1 0,1 1 0,-1 0-1,0 0 1,1-1 0,-1 1 0,-1-1 0,-1 1 100,1 0 0,-1 0 0,0 0 0,0 1 0,0-1 0,0 1 0,0 0 0,0 0 0,0 0 0,-3 0 0,6 0-129,-7 1 154,1-1 1,-1 1-1,0 0 0,1 1 0,-1 0 0,1 0 0,-1 0 0,1 0 0,0 1 0,0 0 0,0 1 0,0-1 0,1 1 0,-1 0 0,1 1 0,0-1 1,0 1-1,1 0 0,-1 0 0,1 1 0,0-1 0,0 1 0,-3 8 0,3-6-130,0 1-1,0-1 1,1 1-1,1 0 1,-1 0-1,1 0 1,1 0-1,0 0 1,0 0-1,1 0 1,0 1-1,1-1 1,-1 0-1,2 0 1,-1 0-1,2 0 1,3 11-1,-3-13-42,1-1 0,-1 1 0,1-1 0,1 0 0,-1 0 0,1 0 0,1-1 0,-1 0 0,0 0 0,1 0 0,0 0 1,1-1-1,-1 0 0,0-1 0,12 5 0,-10-4-768,0-1 1,0-1-1,1 1 1,11 1-1,20-3-5266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6.6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350 15 1985,'0'0'8561,"0"-15"126,-2 27-8358,1-2 0,-2 1-1,1 0 1,-2 0 0,1-1 0,-8 15 0,0 3 111,-23 58 422,-51 91 0,57-127-750,-2-1-1,-2-2 0,-41 46 0,64-84-89,7-8-7,0 1 1,1-1-1,-1 1 0,0 0 1,1 0-1,-1 0 0,1 0 1,0 0-1,0 0 0,-1 0 1,1 0-1,1 0 0,-1 1 1,0-1-1,0 4 0,1-5-8,0-1-3,0 0 0,0 0-1,0 1 1,0-1 0,0 0-1,0 0 1,0 0 0,0 1 0,0-1-1,0 0 1,1 0 0,-1 0 0,0 1-1,0-1 1,0 0 0,0 0-1,1 0 1,-1 0 0,0 0 0,0 0-1,0 1 1,0-1 0,1 0 0,-1 0-1,0 0 1,0 0 0,1 0-1,-1 0 1,0 0 0,0 0 0,0 0-1,1 0 1,-1 0 0,0 0-1,0 0 1,0 0 0,1 0 0,-1 0-1,0 0 1,0 0 0,1 0 0,-1 0-1,0-1 1,0 1 0,0 0-1,0 0 1,1 0 0,-1 0 0,47-2 1457,0-3 0,88-18 0,58-10 756,-151 30-5151,0 2-3584,-34 0-539,5-5-2337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7.1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264 0 9172,'0'0'12387,"-20"7"-10250,-62 26-998,74-29-993,1 0-1,0 0 1,0 1-1,1 0 1,-1 0 0,1 0-1,0 1 1,0 0-1,1 1 1,0-1-1,0 1 1,1 0-1,-5 8 1,-1 1 68,2-5-117,1-1 0,0 2 0,0-1 0,2 1-1,-1 0 1,1 0 0,1 0 0,0 1 0,1-1 0,0 1 0,1 0-1,0 13 1,2-25-99,0 0-1,0-1 0,0 1 1,0 0-1,0-1 0,1 1 1,-1 0-1,0-1 1,0 1-1,1-1 0,-1 1 1,1 0-1,-1-1 0,0 1 1,1-1-1,-1 1 0,1-1 1,-1 1-1,1-1 0,0 0 1,-1 1-1,1-1 1,-1 0-1,1 1 0,1-1 1,24 6-36,-19-6-8,0 0-1,0-1 1,1 1 0,-1-1-1,10-3 1,-8 0-56,0-1 1,0 0-1,0 0 0,-1-1 1,0 0-1,11-11 0,42-46-533,-31 15 1529,-30 55-956,1 0 0,-1 0 0,1 0 1,0 1-1,1-1 0,-1 0 1,1-1-1,1 1 0,3 7 0,-4-10-208,0-1 0,0 0-1,0 0 1,1 0 0,-1 0-1,1 0 1,0-1 0,-1 1-1,1-1 1,0 0 0,1 0-1,-1 0 1,0 0 0,1 0-1,-1-1 1,1 1 0,-1-1-1,1 0 1,6 1 0,1-1-1414,-1 0 0,0 0 0,1-1 0,-1 0 0,0-1 1,16-3-1,20-15-7358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7.3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241 1 2497,'0'0'14900,"-19"14"-12029,5-4-2305,3-3-261,1 0-1,0 1 1,0 0 0,1 1 0,0 0 0,0 0-1,1 1 1,1 0 0,0 0 0,0 1-1,-8 17 1,-7 29 895,2 1-1,-15 71 1,29-95-994,0 0 1,2 0-1,2 0 0,1 1 1,5 45-1,-4-78-223,1 1 0,-1 0 1,1-1-1,0 1 0,-1-1 0,1 1 0,0-1 1,0 1-1,1-1 0,-1 0 0,0 1 0,1-1 0,-1 0 1,1 0-1,0 0 0,0 0 0,0 0 0,0-1 1,0 1-1,3 2 0,0-2-98,-1-1 1,1 1-1,-1 0 1,1-1-1,0 0 1,-1 0-1,1-1 1,0 1-1,0-1 1,7 0-1,1-1-610,0-1-1,-1 0 0,0-1 0,0 0 0,1-1 0,-2-1 1,21-9-1,15-20-5184,-7-1-3478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7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13894,'0'0'9349,"136"0"-8949,-71 0-224,4 0-176,-2 0-464,-2 0-2402,-11 0-2688,-4 3-3666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7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82 10709,'0'0'11829,"17"17"-10823,57 51-270,-69-65-675,0 0 0,0 0 0,0-1 0,1 1 0,-1-1 0,1 0 0,-1-1 0,1 1 0,0-1 0,0 0-1,-1-1 1,1 1 0,0-1 0,0 0 0,0-1 0,9-1 0,7 0 37,-18 2-92,0 0-1,0-1 1,0 0-1,1 0 1,-1 0-1,0 0 1,0-1-1,-1 0 1,1 0-1,0 0 1,0 0-1,-1 0 1,0-1-1,1 1 1,-1-1-1,0 0 1,0 0-1,0 0 1,2-5-1,-3 6-3,-1 0-1,1-1 1,-1 1 0,0 0-1,0-1 1,0 1 0,-1-1-1,1 1 1,0-1 0,-1 0-1,0 1 1,0-1 0,1 0-1,-2 1 1,1-1 0,0 1-1,0-1 1,-1 0 0,1 1-1,-1-1 1,0 1-1,0-1 1,0 1 0,0 0-1,0-1 1,-1 1 0,1 0-1,-1 0 1,1 0 0,-1 0-1,-3-3 1,-2-1 13,0 1 0,0 0 0,0 0 1,-1 1-1,1-1 0,-1 2 0,0-1 0,-1 1 0,1 1 0,-12-3 0,-5 0 125,-1 1-1,-32-1 0,39 4 2,6 0 85,0 1 0,0 0 0,0 0 0,-16 4 0,26-4-174,0 1 0,1-1 0,-1 1-1,1 0 1,-1 0 0,1 0 0,0 0 0,-1 0 0,1 0 0,0 1 0,0-1 0,0 1 0,0 0 0,0-1-1,0 1 1,0 0 0,1 0 0,-1 0 0,1 1 0,-1-1 0,1 0 0,0 0 0,0 1 0,0-1 0,0 1-1,0-1 1,0 4 0,0 3-32,0 0 0,0 0 0,0 1-1,2-1 1,-1 0 0,1 0 0,0 1-1,1-1 1,0 0 0,0 0 0,1 0-1,1-1 1,-1 1 0,1-1 0,0 0-1,1 0 1,0 0 0,1 0 0,-1-1-1,1 0 1,1 0 0,10 9 0,-6-7-302,1 0-1,-1-1 1,2-1 0,-1 1 0,1-2-1,14 6 1,-11-7-867,0 0 1,1 0-1,0-2 0,32 4 1,41-8-6851,4-9-3878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8.3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371 1 10709,'0'0'4901,"-23"8"-1412,-4 2-2225,-19 8 1870,-45 24 0,1 7 766,79-42-3537,1 0 0,0 1-1,0 0 1,0 1 0,-15 18 0,23-25-361,0-1-1,1 1 1,-1 0-1,1 0 1,0 0-1,0 0 1,-1 0-1,1 0 1,1 0-1,-1 1 1,0-1-1,0 0 1,1 1-1,-1-1 1,1 0-1,0 1 1,0-1-1,0 0 1,0 1-1,0-1 1,0 0-1,1 1 1,-1-1-1,1 0 1,0 1-1,-1-1 1,1 0-1,0 0 1,0 0-1,1 0 1,-1 0-1,0 0 1,1 0-1,-1 0 1,1 0-1,-1 0 1,1-1-1,0 1 1,0-1-1,0 1 1,0-1-1,2 1 1,10 6-4,1-1 0,-1 0 0,1-1 0,31 7 0,-35-9 6,29 7 13,-14-5-336,1 2 1,-1 0-1,-1 2 1,0 1-1,40 23 1,-61-31 213,0 0 0,0 0-1,-1 0 1,1 1 0,-1 0 0,0-1 0,0 1 0,0 0 0,-1 0 0,1 1-1,2 6 1,-4-9 91,0 1 0,-1-1 0,1 0-1,-1 1 1,1-1 0,-1 1-1,0-1 1,0 1 0,0-1 0,0 1-1,-1-1 1,1 0 0,0 1-1,-1-1 1,0 1 0,0-1 0,0 0-1,0 1 1,0-1 0,0 0-1,0 0 1,-1 0 0,1 0 0,-1 0-1,-1 2 1,-8 5 103,0 0 1,0 0-1,-1-1 0,0-1 1,0 0-1,-26 11 0,-91 27 1125,79-29-959,44-14-289,-1 0-68,0 1 0,0-1 0,0-1 0,0 1 1,-9-1-1,16-1-27,0 0 1,-1-1 0,1 1 0,0 0-1,0-1 1,0 1 0,0 0-1,0-1 1,0 1 0,0-1-1,0 1 1,0 0 0,0-1 0,0 1-1,0 0 1,0-1 0,1 1-1,-1 0 1,0-1 0,0 1 0,0 0-1,0-1 1,1 1 0,-1 0-1,0-1 1,0 1 0,1 0-1,-1 0 1,0-1 0,0 1 0,1 0-1,-1 0 1,1-1 0,77-86-12422,-22 22 2535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8.5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0 11205,'0'0'12710,"-38"159"-9829,15-86-1200,2-4-240,4 5-689,7-10-224,4-5-416,1-7-112,5-10 0,0-11-240,0-10-720,0-6-817,-6-15-688,-6 0-2513,1-15-4531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9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34 13558,'0'0'5952,"25"1"-2566,173 10 314,-174-10-3328,41 2 237,1-2 1,72-10 0,-127 8-599,-1 0 0,0-1-1,0 0 1,0-1 0,0 0-1,0-1 1,0 0 0,15-10-1,-25 14-7,0 0 0,0 0-1,1 0 1,-1 0 0,0 0-1,0 0 1,0 0 0,0 0-1,0 0 1,0 0-1,0 0 1,0 0 0,1 0-1,-1-1 1,0 1 0,0 0-1,0 0 1,0 0 0,0 0-1,0 0 1,0 0 0,0 0-1,0 0 1,0-1 0,0 1-1,0 0 1,0 0 0,0 0-1,0 0 1,0 0 0,0 0-1,0 0 1,0-1 0,0 1-1,0 0 1,0 0 0,0 0-1,0 0 1,0 0 0,0 0-1,0 0 1,0-1 0,0 1-1,0 0 1,0 0 0,0 0-1,0 0 1,0 0 0,-1 0-1,1 0 1,0 0 0,0 0-1,0 0 1,0-1 0,0 1-1,-10-2 68,-15 2-34,24 0-32,-10 1 22,0 1 1,1 0-1,-1 0 0,1 1 1,0 1-1,0 0 0,0 0 1,0 1-1,1 0 0,-1 1 1,-15 12-1,15-10 5,1 0-1,1 0 1,-1 0 0,1 1-1,0 0 1,1 1 0,0 0 0,1 0-1,0 0 1,-7 19 0,11-25-40,1 0 1,0 1 0,0-1 0,0 0 0,0 1 0,1-1 0,-1 1-1,1-1 1,0 1 0,2 5 0,-2-8 4,0 0-1,1-1 1,0 1 0,-1 0 0,1-1-1,0 1 1,0-1 0,0 0 0,0 1-1,0-1 1,0 0 0,0 1-1,1-1 1,-1 0 0,0 0 0,1 0-1,-1 0 1,1 0 0,-1 0 0,1-1-1,-1 1 1,1 0 0,-1-1 0,1 1-1,0-1 1,-1 0 0,1 1-1,2-1 1,5 1-44,-1-1 1,1 0-1,-1-1 0,1 0 0,0 0 0,-1-1 1,0 0-1,1 0 0,-1-1 0,0 0 0,0 0 1,0-1-1,-1 0 0,1 0 0,6-6 0,-2 1-25,-1-1 0,0 1 0,-1-2-1,0 0 1,0 0 0,-1 0-1,-1-1 1,9-16 0,-14 22 220,-3 6-96,0 0-1,1 0 1,-1 0 0,0 0 0,0 0-1,0 0 1,0 0 0,0 0 0,0 0-1,0 0 1,0 0 0,0 1 0,0-1-1,0 0 1,0 0 0,1 0 0,-1 0 0,0 0-1,0 0 1,0 0 0,0 0 0,0 0-1,0 0 1,0 0 0,0 8-283,-1 17 135,1-16 30,-1 0 0,1 0 1,1 0-1,0 0 0,3 15 1,-3-21-99,0-1 0,0 1 1,0-1-1,0 1 1,1-1-1,-1 0 1,1 0-1,0 0 0,-1 0 1,1 0-1,0 0 1,0 0-1,0 0 1,1-1-1,-1 1 0,0-1 1,0 1-1,1-1 1,-1 0-1,1 0 0,-1 0 1,1 0-1,4 0 1,5 1-1636,-1 0 1,1-1-1,0 0 1,0-1-1,16-2 1,17-7-8483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9.3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39 143 13446,'0'0'11248,"-6"17"-9314,-19 59-771,22-63-590,1 0-1,1 0 0,0 25 0,2-24 230,0-43-640,-1 4-152,1-1 0,1 1 0,8-44 1,-8 61-104,1 0-1,-1 0 1,1 0 0,1 1 0,-1 0 0,1-1 0,0 1 0,1 1 0,0-1-1,0 1 1,0 0 0,1 0 0,0 0 0,0 1 0,0-1 0,9-4 0,-7 7-952,0-1 1,1 1 0,-1 1-1,1-1 1,-1 1 0,1 1 0,-1 0-1,14 0 1,17-3-6555,0-6-1720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9.6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171 0 6979,'0'0'18454,"-13"22"-13945,-3 1-3589,0 1-443,2 0-1,0 1 0,-17 43 0,18-32-476,1 0 0,1 1 0,3 0 0,1 0 0,1 1 0,0 66 0,5-64 0,-1-25 0,2 0 0,0 0 0,1-1 0,2 18 0,-2-31-7,-1 0-1,1 0 1,-1 0-1,1 0 1,-1 0-1,1 0 1,-1 0-1,1 0 1,0-1 0,0 1-1,-1 0 1,1 0-1,0-1 1,0 1-1,0 0 1,0-1 0,0 1-1,0-1 1,0 1-1,0-1 1,0 0-1,0 1 1,0-1 0,0 0-1,0 0 1,0 0-1,0 1 1,0-1-1,0 0 1,0-1-1,0 1 1,2 0 0,0 0-330,0-1 1,0 1 0,0-1 0,0 0 0,0 0 0,0 0-1,0 0 1,0 0 0,5-4 0,16-22-5048,1-10-3393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29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47 11701,'0'0'11462,"123"4"-8869,-60-4-1665,1 0-928,-7-4-112,-11-9-2161,-15-4-3778,-16 1-8323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30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0 5234,'0'0'14927,"-11"24"-13574,-3 7-878,-1 2 130,2 1-1,-14 47 1,5 9 268,-16 50-1087,37-138-174,0-1 0,0 0 0,0 0 0,0 0 0,0 0 0,0-1 0,0 1 0,0 0 0,0 0 0,0-1 0,-1 1 0,1 0 0,0-1 0,0 1 0,-1-1 0,1 0 0,0 1 0,-1-1 0,1 0 0,0 0 0,-1 0 0,1 0 0,0 0 0,-1 0 0,1 0 0,0-1 0,-1 1 0,1 0 0,0-1 0,-1 1 0,1-1 0,0 1 0,0-1 0,-2-1 0,-25-17-5804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30.9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1 288 7283,'0'0'8303,"27"-20"-6334,-3 2-1525,-7 4-108,0 1-1,1 1 1,0 0 0,1 2-1,1 0 1,-1 1 0,1 1 0,30-8-1,373-67 3939,4 31-3892,-383 47-513,-27 1 712,-9 2-4520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31.2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 9268,'0'0'15047,"-27"110"-14471,27-95-175,0-4-353,0-5-48,0 2-865,0-4-1104,0 3-1840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31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15223,'0'0'11541,"17"79"-11893,6-47-1649,4-7-2129,-4 0-4290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32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12118,'0'0'14745,"13"13"-13304,-2-1-1153,9 7 382,-1 1-1,27 38 1,-44-53-618,0 0 0,0 0 1,0 1-1,-1 0 0,0-1 1,0 1-1,0-1 0,-1 1 1,0 0-1,0 0 0,0-1 1,-3 11-1,-5-4 25,8-12-96,-1 0 0,1 0 0,0 0 0,0 1 1,0-1-1,-1 0 0,1 0 0,0 0 0,0 0 0,0 0 1,-1 0-1,1 0 0,0 0 0,0 0 0,-1 0 0,1 0 1,0 0-1,0 0 0,-1 0 0,1 0 0,0 0 0,0 0 1,0 0-1,-1-1 0,1 1 0,0 0 0,0 0 0,0 0 1,-1 0-1,1 0 0,0 0 0,0-1 0,0 1 0,0 0 1,-1 0-1,1 0 0,0-1 0,0 1 0,0 0 0,0 0 1,0 0-1,0-1 0,0 1 0,0 0 0,0 0 0,0 0 1,-1-1-1,1 1 0,0 0 0,0 0 0,0-1 0,0 1 0,1 0 1,-1 0-1,0-1 0,0 1 0,0 0 0,0 0 0,0 0 1,0-1-1,0 1 0,0 0 0,1-7-91,0 0-1,1 1 0,-1-1 1,1 0-1,0 1 0,1 0 1,0-1-1,0 1 0,0 0 1,1 1-1,-1-1 1,1 1-1,1-1 0,-1 1 1,10-8-1,-1 1 65,0 1 1,1 0-1,0 1 1,1 1-1,19-10 1,-25 15 128,1 1 0,0 0 0,0 0 0,1 1 0,-1 0 0,0 1 0,1 0 0,16 1 0,-25 1-29,-1-1 1,0 1 0,0 0 0,0 0 0,0 0 0,0 0 0,0 0 0,0 0 0,0 0 0,0 0 0,0 0 0,-1 0-1,1 0 1,0 1 0,-1-1 0,1 0 0,-1 1 0,0-1 0,1 0 0,-1 1 0,1 2 0,5 32 724,-5-17-413,-2-16-331,1 1 0,0-1 0,0 1 0,0-1 0,0 1 0,0-1 0,1 0 0,0 1 0,0-1 0,0 0 0,0 1 0,0-1 0,0 0 0,3 3 0,-3-6-66,1 0 0,-1 0 0,0 0 1,1 0-1,-1 0 0,1 0 0,-1 0 0,0 0 0,1-1 0,-1 1 0,0-1 0,1 1 0,-1-1 0,0 1 0,0-1 0,1 0 1,-1 0-1,0 1 0,0-1 0,0 0 0,1-1 0,166-138-1444,-168 139 1495,1 1 0,-1-1 1,0 1-1,1-1 1,-1 1-1,0-1 0,1 1 1,-1 0-1,1-1 1,-1 1-1,1 0 0,-1 0 1,1-1-1,-1 1 1,1 0-1,-1 0 0,1 0 1,-1-1-1,1 1 1,0 0-1,-1 0 0,1 0 1,-1 0-1,2 0 1,-2 13 871,0-1-566,-15 130-769,15-142 374,0 0-1,0 0 0,0 1 0,0-1 0,0 0 0,0 0 0,0 0 0,0 0 1,0 0-1,0 0 0,0 1 0,0-1 0,0 0 0,0 0 0,0 0 0,0 0 0,0 0 1,0 0-1,0 0 0,0 1 0,0-1 0,0 0 0,0 0 0,1 0 0,-1 0 1,0 0-1,0 0 0,0 0 0,0 0 0,0 0 0,0 0 0,0 1 0,0-1 0,1 0 1,-1 0-1,0 0 0,0 0 0,0 0 0,0 0 0,0 0 0,0 0 0,1 0 1,-1 0-1,0 0 0,0 0 0,0 0 0,0 0 0,0 0 0,0 0 0,0 0 0,1 0 1,-1 0-1,0-1 0,0 1 0,3 0-1035,17-1-4218,5-8-2195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32.4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1 104 9861,'0'0'12077,"18"6"-10810,59 16-482,-66-20-694,-1 0-1,0 0 1,1-1 0,-1 0 0,1-1 0,12-1 0,4-1 6,-25 2-92,1-1-1,-1 0 1,1 0-1,-1 0 1,1 0-1,-1 0 1,0 0 0,0-1-1,1 1 1,-1-1-1,0 0 1,0 0-1,0 0 1,-1 0-1,1 0 1,0 0-1,-1 0 1,1 0-1,-1 0 1,0-1-1,0 1 1,0-1-1,0 1 1,0-1 0,0 1-1,-1-1 1,1 0-1,-1-4 1,1 4-1,0 1 1,-1-1 0,0 0 0,1 1 0,-1-1-1,0 1 1,0-1 0,0 1 0,0-1-1,-1 0 1,1 1 0,-1-1 0,1 1 0,-1-1-1,0 1 1,0-1 0,0 1 0,-1 0 0,1 0-1,0-1 1,-1 1 0,1 0 0,-1 0-1,0 0 1,0 1 0,0-1 0,0 0 0,0 1-1,-4-3 1,1 2 99,0 1 0,0-1-1,-1 1 1,1 0 0,-1 1 0,1-1 0,0 1-1,-1 0 1,1 1 0,-1-1 0,1 1 0,0 0-1,-1 1 1,1-1 0,0 1 0,0 0-1,0 0 1,0 0 0,1 1 0,-1 0 0,0 0-1,1 0 1,0 0 0,0 1 0,0 0 0,0 0-1,0 0 1,1 0 0,0 0 0,0 1 0,0-1-1,0 1 1,1 0 0,0 0 0,0 0-1,0 0 1,1 0 0,-1 1 0,1-1 0,0 9-1,0-9-13,1 1 0,-1-1 0,1 1-1,1 0 1,-1-1 0,1 1-1,0-1 1,0 0 0,1 1-1,0-1 1,0 0 0,0 0 0,0 0-1,1 0 1,4 6 0,-3-6-82,1 0 0,-1 0 0,1 0 0,0-1 0,1 0 0,-1 0 0,1 0 0,0-1 0,0 0 0,0 0 0,0 0 0,9 2 0,-5-2-394,-1-1 0,1 0 0,0 0 1,0-1-1,0-1 0,0 0 0,0 0 1,0 0-1,0-2 0,18-3 0,-18 2-1041,-1 0-1,0 0 1,0-1-1,0 0 1,-1-1-1,13-8 1,22-20-11000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38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292 20 1105,'0'0'9150,"0"-19"-372,0 24-8259,0 13-369,0-17-40,0-1 0,0 0 1,0 1-1,0-1 0,0 1 0,0-1 0,0 0 0,0 1 1,0-1-1,0 1 0,0-1 0,-1 0 0,1 1 0,0-1 1,0 1-1,0-1 0,0 0 0,-1 1 0,1-1 0,0 0 1,-1 1-1,1-1 0,0 0 0,0 0 0,-1 1 0,1-1 1,-1 0-1,1 0 0,0 0 0,-1 1 0,0-1-48,1 0-49,-14 6 88,14-6 62,-1 0-179,-11 4 152,12-4-133,0 0 15,-2 0 12,2 0-4,-2 0 1,0 1-1,0-1 0,0 0 0,0 0 0,0 1 0,0-1 1,0 1-1,0 0 0,-3 1 0,5-1-37,-23 3 230,20-4-260,-7 0 2390,-15 32-1704,-8 13-433,2 1-1,2 1 1,-43 95-1,71-140-222,0 0 0,0 0 0,1 1-1,-1-1 1,0 0 0,1 1 0,-1-1 0,1 0 0,0 1 0,0 3-1,0-6 13,0 1 0,1-1 0,-1 1-1,0-1 1,1 0 0,-1 1 0,0-1-1,1 0 1,-1 1 0,1-1 0,-1 0-1,0 1 1,1-1 0,-1 0 0,1 0-1,-1 0 1,1 1 0,-1-1 0,1 0-1,-1 0 1,1 0 0,-1 0 0,1 0-1,-1 0 1,1 0 0,-1 0 0,1 0-1,17 0 55,-16 0-45,17 0 30,0 0 1,1-2-1,-1 0 1,0-1-1,23-7 1,328-93 135,-336 96-68,-22 5-186,-19 4-670,-9 9-1004,10-5-1549,1-1-3678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38.8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250 1 8932,'0'0'12416,"-19"0"-11282,-60 3-445,75-2-640,1-1 0,-1 1 1,1 0-1,-1 0 1,1 0-1,0 1 1,0-1-1,0 1 0,0 0 1,0 0-1,0 0 1,0 0-1,0 0 1,1 1-1,-1-1 0,1 1 1,-4 4-1,-1 2 94,-5 3 193,1 2 0,0 0 1,-16 27-1,23-33-226,0 0 1,1 0-1,0 0 0,0 0 1,1 1-1,0-1 1,0 1-1,1 0 1,0 13-1,1-21-110,0-1 0,0 1 0,0 0 0,0 0 0,1 0 0,-1 0 0,0-1 0,0 1 0,1 0 0,-1 0 0,1-1 0,-1 1 0,1 0 0,-1 0 0,1-1 0,-1 1 0,1-1 0,-1 1 0,1 0 0,0-1 0,-1 1 0,1-1 0,0 0 0,0 1 0,1 0 0,28 4-6,-21-5-5,0 0 0,0-1 0,-1 0 0,1 0 0,8-4 0,-5 1-71,-1-2 1,1 1-1,-2-2 0,1 1 0,-1-2 0,0 1 0,0-1 1,16-18-1,-31 41-59,1 1 1,1-1-1,0 1 1,1 0-1,0 20 1,2-35 15,0 0 0,0 0 0,0 0 0,1 1 0,-1-1 0,0 0 0,1 0 0,-1 0 1,1 0-1,-1 0 0,1 0 0,-1 0 0,1 0 0,0 0 0,0 0 0,-1 0 0,1 0 0,0 0 0,0 0 0,0-1 0,0 1 1,0 0-1,0-1 0,0 1 0,0-1 0,0 1 0,1-1 0,-1 1 0,0-1 0,2 0 0,40 2-6467,-33-3 4358,19 0-4866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39.1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1 11573,'0'0'6566,"-11"25"-3084,-2 2-2704,4-7-390,0-1 1,1 2-1,1-1 1,1 1-1,0 0 1,-2 26-1,2 4 289,-22 274 1765,28-321-2465,0 0-1,0 1 1,0-1 0,0 0 0,1 0-1,-1 0 1,1 0 0,0 0 0,1 0-1,-1 0 1,1 0 0,0 0 0,-1-1-1,2 1 1,-1 0 0,0-1 0,1 0-1,-1 1 1,1-1 0,0 0 0,0-1-1,1 1 1,-1 0 0,0-1 0,1 0-1,-1 0 1,1 0 0,0 0 0,0-1-1,0 1 1,0-1 0,0 0 0,0 0-1,8 1 1,-2-1-344,1 0-1,0-1 1,0 0 0,0-1-1,0 0 1,0-1-1,19-5 1,-22 4-387,0 0 1,0 0-1,0-1 1,-1 0-1,1-1 0,8-7 1,23-23-6483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39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9476,'0'0'11318,"159"0"-8053,-86-2-1968,-2 2-1137,-4 0-160,-6 0-593,-5 0-2688,-6 0-3938,-10 0-7204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39.7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72 10101,'0'0'7419,"19"1"-5042,2 0-1920,140 0 1730,-151-2-2090,1 0 0,-1-1 1,0 0-1,0-1 0,0 0 0,12-7 0,-21 10-90,-1 0 0,1 0-1,0 0 1,-1 0-1,1-1 1,-1 1 0,1 0-1,-1 0 1,1-1-1,-1 1 1,1 0 0,-1-1-1,1 1 1,-1 0-1,1-1 1,-1 1 0,0-1-1,1 1 1,-1-1 0,0 1-1,1-1 1,-1 1-1,0-1 1,0 1 0,1-1-1,-1 1 1,0-1-1,0 0 1,0 1 0,0-1-1,0 1 1,0-1-1,0 0 1,0 1 0,0-1-1,0 1 1,0-1 0,0 1-1,0-1 1,-1 0-1,1 1 1,0-1 0,0 1-1,-1-1 1,1 1-1,0-1 1,0 1 0,-1-1-1,1 1 1,-1-1-1,1 1 1,-1 0 0,1-1-1,0 1 1,-1 0 0,1-1-1,-1 1 1,0-1-1,-31-15 125,13 12 225,0 1 1,-1 1-1,1 1 1,-24 1-1,22 0 295,18 0-547,-1 0-1,0 0 1,1 0 0,-1 1 0,1 0 0,-1-1 0,1 1 0,-1 0-1,1 1 1,-1-1 0,1 1 0,0-1 0,0 1 0,-6 4 0,7-4-45,0 1 0,0-1 0,0 1 1,0-1-1,1 1 0,-1 0 1,1-1-1,0 1 0,-1 0 0,1 0 1,1 0-1,-1 0 0,0 0 1,1 0-1,-1 0 0,1 0 1,0 5-1,0-2-46,-1-1 1,1 1 0,1-1-1,-1 0 1,1 1-1,-1-1 1,2 1-1,-1-1 1,0 0-1,1 0 1,0 0 0,1 0-1,-1 0 1,1 0-1,0 0 1,0-1-1,0 0 1,0 1 0,1-1-1,0 0 1,0-1-1,0 1 1,7 4-1,1 0-336,-1-1 0,1-1 0,0 0 0,1-1 0,0 0 0,-1-1 0,1 0 0,1-1-1,16 2 1,-1-2-2453,0-2-1,0 0 1,36-5-1,-1-7-6905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39.9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 1 5042,'0'0'15599,"-6"24"-12229,1 0-2640,-5 16 233,2 0 1,-2 43-1,5-17 506,-9 90 433,10-127-1856,-2 0 1,0-1-1,-14 35 1,18-57-287,0-1 0,-1 1 1,0-1-1,0 0 1,-7 9-1,-7 0-3224,-6-9-5577,8-5-520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40.2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76 12005,'0'0'3346,"132"-33"192,-67 20-81,-5 1-2064,1 7-673,-7-1-512,-8 0-112,-12 6-96,-16 0-528,-16 0-1089,-31 15-3889,-17 3-753,-14 7-480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40.3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8340,'0'0'11349,"163"84"-9412,-100-84-993,0 0-688,-9 0-256,-8 0-192,0 0-2257,-6-9-2753,-7-5-4579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40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1 4114,'0'0'18200,"-46"113"-14390,46-90-2337,0-7-977,0-5-272,0 4-224,0-9-96,0-4-1153,0-19-14582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40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11685,'0'0'12806,"26"105"-13766,-18-70-2226,0 5-4193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41.1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46 6099,'0'0'18011,"17"8"-16323,52 26-386,-67-32-1220,1 0-1,0 0 1,-1 0-1,0 1 1,1-1 0,-1 1-1,0-1 1,0 1-1,0 0 1,-1 0-1,1 0 1,-1 0-1,1 0 1,-1 0-1,0 0 1,0 0-1,-1 1 1,1-1-1,-1 0 1,1 5-1,2 12 222,-2-18-286,-1 0 6,0 0 1,1 0 0,-1 0 0,1 0 0,0 0 0,0-1 0,-1 1 0,1 0 0,0 0 0,1 0 0,1 2-1,-2-4-31,1 1-1,-1-1 0,0 0 0,0-1 1,0 1-1,0 0 0,0 0 0,1 0 0,-1-1 1,0 1-1,0-1 0,0 1 0,0-1 1,0 1-1,0-1 0,0 1 0,0-1 0,0 0 1,0 1-1,-1-1 0,1 0 0,0 0 0,0 0 1,-1 0-1,1 0 0,0-1 0,53-50-711,105-79 0,-157 130 1939,-2 4-517,-1 24 39,0-13-423,0-1 1,1 1 0,1-1-1,4 22 1,-5-32-519,1-1 0,0 1 0,0 0 1,-1-1-1,2 1 0,-1-1 0,0 0 0,0 1 1,1-1-1,-1 0 0,1 0 0,0 0 0,0 0 1,0 0-1,0 0 0,0 0 0,0-1 0,0 1 0,0-1 1,1 1-1,-1-1 0,1 0 0,-1 0 0,1 0 1,-1 0-1,1 0 0,-1-1 0,6 1 0,16 0-5085,0-1-2953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41.3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 1409,'0'0'22410,"-50"106"-18696,50-70-1697,0-5-1265,0-8-464,0 0-240,0-12-48,0-3-544,6-8-3490,0-15 288,2-22-2929,3-9-2449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41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40 2321,'0'0'21146,"4"-40"-21146,3 72 0,7 1-2193,13-6-3426,5-4-6162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42.2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175 671 14375,'0'0'13051,"-17"21"-12387,-53 66-504,52-56-139,18-17-38,1-6-32,-1-6-39,0 0 0,1 1 0,-1-1 1,1 0-1,0 0 0,0 0 0,0 0 0,0 1 0,0-1 1,0 0-1,0 0 0,1-1 0,-1 1 0,2 2 0,29 26-1307,-8-9 157,-21-17 1032,1-1 0,-1 1 1,1 0-1,-1 0 0,0 0 0,-1 0 1,1 1-1,-1-1 0,1 1 0,-1 0 1,-1-1-1,1 1 0,-1 0 0,0 0 1,0 0-1,1 10 0,-3-14 219,1 0 0,0 0 1,-1 0-1,1 1 0,-1-1 0,1 0 0,-1 0 0,0 0 0,1 0 1,-1 0-1,0 0 0,0 0 0,0 0 0,1-1 0,-1 1 0,0 0 0,0 0 1,0-1-1,-1 1 0,1 0 0,0-1 0,0 1 0,0-1 0,-2 1 1,-34 10 488,27-8-308,-7 1-167,0 0 0,0-1 0,0-1 0,-27 0 1,44-3-69,0-1 0,0 1 1,-1 0-1,1-1 0,0 1 0,0 0 1,0-1-1,0 1 0,0-1 0,1 1 1,-1 0-1,0 0 0,1-1 0,0-1 1,4-6 7,0 1 0,1 0-1,0 0 1,1 1 0,0 0 0,0 0 0,0 0 0,1 1 0,0 0-1,10-5 1,9-10 14,503-434-664,-449 382 891,-3-4 1,-3-4 0,66-94 0,-140 173-142,2-1 159,-1 0 0,1 0 0,-1 0 0,0 0 0,-1-1 0,1 1 1,0-1-1,-1 1 0,0-1 0,0 0 0,0 1 0,1-8 0,-2 10-146,-1 1 0,1-1 1,0 0-1,-1 1 0,1-1 0,-1 1 0,1-1 0,-1 1 0,1-1 0,-1 1 0,1-1 0,-1 1 0,1-1 0,-1 1 0,0 0 1,1-1-1,-1 1 0,0 0 0,1 0 0,-1-1 0,0 1 0,1 0 0,-1 0 0,0 0 0,0 0 0,1 0 0,-1 0 0,0 0 0,1 0 1,-1 0-1,0 0 0,0 0 0,1 1 0,-1-1 0,0 0 0,1 0 0,-1 1 0,0 0 0,-3-1 202,-4 2-170,1 0-1,-1 0 1,1 1 0,-1 0 0,1 1 0,0-1 0,0 1 0,1 0 0,-1 1 0,-8 8 0,-7 7 263,-28 34 1,47-50-320,-29 35 319,2 1 0,-37 66 0,-34 95-54,84-165-324,1 1-1,2 1 1,2 0 0,1 1-1,3 0 1,0 0-1,-2 78 1,10-116-3,1-1 0,-1 1 0,1-1 0,0 1-1,-1-1 1,1 1 0,0-1 0,-1 1 0,1-1 0,0 0-1,0 1 1,-1-1 0,1 0 0,0 0 0,0 1 0,0-1 0,0 0-1,-1 0 1,1 0 0,0 0 0,0 0 0,0 0 0,0-1-1,1 1 1,24-3-19,-9-4-9,0 0 0,-1-1 0,0-1 0,0 0 0,-1-1 0,19-17 0,23-13-245,-56 40 291,-1 0-1,0-1 1,1 1 0,-1 0 0,1 0 0,-1 0-1,1 0 1,-1 0 0,0 0 0,1 0-1,-1 0 1,1 0 0,-1 0 0,0 0 0,1 0-1,-1 0 1,1 0 0,-1 1 0,0-1 0,1 0-1,-1 0 1,1 0 0,-1 1 0,0-1-1,1 0 1,-1 0 0,0 1 0,1-1 0,-1 0-1,0 0 1,0 1 0,1-1 0,-1 1 0,0-1-1,0 0 1,0 1 0,1-1 0,-1 0-1,0 1 1,0-1 0,0 1 0,0-1 0,0 0-1,0 1 1,7 27-95,-5-19 113,7 31-307,3 12-2249,-2-19-4969,-4-17-5343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42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 0 6339,'0'0'20841,"-31"161"-19512,12-96-256,4-2-689,5-5-320,-1-10-64,3-12-32,-3-9-753,-1-6-943,-3-13-866,-4-8-2240,-2 0-5330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43.0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0 153 10501,'0'0'2894,"21"-11"97,-16 8-2785,16-8 768,1 0-1,0 1 1,1 1 0,0 1 0,48-9-1,434-23 5484,-124 16-5142,-247 15-4002,-134 19-5874,-12 4 4679,-21 13-5431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43.3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117 1 11221,'0'0'7444,"-10"119"-2786,-11-75-1441,2 0-1712,3-9-801,3-8-368,1-8-304,1-8-32,5-9-368,0-2-1345,3 0-1072,3-25-2641,0-19-4307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43.4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6099,'0'0'17752,"27"69"-17752,-21-46-16,0 0-2225,-1 2-3522,-3-6-6498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44.1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32 6403,'0'0'16965,"18"7"-15626,55 24-402,-71-29-881,-1-1 1,1 1 0,0-1 0,0 1-1,-1-1 1,1 1 0,-1 0 0,1 0-1,-1 0 1,0 0 0,0 0 0,0 0-1,0 0 1,0 0 0,0 0-1,0 0 1,-1 1 0,1-1 0,-1 0-1,0 0 1,0 1 0,0-1 0,0 0-1,0 1 1,0-1 0,0 0 0,-1 3-1,0 5 85,1 3-14,1-11-108,-1 1 1,0-1 0,1 1-1,-1-1 1,0 1-1,-1-1 1,1 1 0,0 0-1,-1-1 1,0 1 0,1-1-1,-1 0 1,0 1-1,0-1 1,0 0 0,-1 1-1,-1 2 1,2-5-2,2-2-211,-1-1 123,1 0-1,0 1 1,-1-1-1,1 1 1,0-1-1,0 1 1,1-1-1,-1 1 1,1-1-1,-1 1 1,1 0-1,3-3 1,29-28-336,-26 26 251,9-8 60,1 0-1,0 1 1,1 1 0,1 0-1,0 2 1,1 0-1,0 1 1,29-9-1,-50 19 202,0 0 0,1 0 0,-1 0 0,1 0 0,-1 0 0,1 0 0,-1 0 0,0 0 0,1 0 0,-1 0 0,1 0 0,-1 0 0,1 0 0,-1 0 0,1 0 0,-1 0 0,0 0 0,1 0 0,-1 1 0,1-1 0,-1 0 0,0 0-1,1 1 1,-1-1 0,0 0 0,1 0 0,-1 1 0,0-1 0,1 0 0,-1 1 0,0-1 0,0 0 0,1 1 0,-1-1 0,0 1 0,0-1 0,0 0 0,0 1 0,1-1 0,-1 1 0,0 20 548,0-14-253,-1 20 465,1 34 136,0-57-986,1 1-1,-1 0 1,1 0 0,0 0-1,1 0 1,-1-1 0,1 1 0,0-1-1,3 6 1,-2-9-16,-1-1 0,1 1 0,-1-1 0,1 0 0,0 0 0,-1 0 0,1 0 0,-1 0 0,1-1 0,-1 1 0,4-2 0,14-5-71,-1-2 0,1 0 0,-2-2 0,0 0 0,0-1-1,19-16 1,5-3-322,-17 16 213,-20 12 177,1 0-1,0 0 0,0-1 0,-1 0 1,0 0-1,0 0 0,0-1 0,6-7 0,-12 49 1088,2-20-1063,-1 18-166,0 23 318,0-21-3048,16-36-9115,6-4-2130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5:44.5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96 12486,'0'0'9340,"22"8"-7400,71 28-964,-81-32-871,0-1-1,0 0 1,1 0 0,-1-1 0,1-1-1,-1 0 1,21-1 0,-8-1-44,-21 1-60,-1 0 0,0-1 0,1 0-1,-1 1 1,0-1 0,1-1 0,-1 1 0,0 0 0,0-1 0,0 1-1,0-1 1,0 0 0,0 0 0,0 0 0,-1-1 0,1 1 0,-1-1-1,0 1 1,0-1 0,3-4 0,-1 2-26,-1 0 0,-1-1 0,1 1 1,-1-1-1,1 1 0,-2-1 0,1 0 0,-1 0 0,0 0 1,0 1-1,0-9 0,-1 12 30,0 0 0,-1 0 0,1 0 0,-1 1 0,1-1 0,-1 0 0,0 0 0,0 0 0,0 1 0,0-1 0,0 1 0,0-1 1,0 1-1,0-1 0,-1 1 0,1-1 0,0 1 0,-1 0 0,1 0 0,-1 0 0,0 0 0,1 0 0,-1 0 0,0 0 0,0 1 0,1-1 0,-1 0 0,0 1 0,0 0 0,0-1 0,0 1 0,-3 0 0,-9-2 207,-1 1 1,1 1-1,-18 2 0,21-2 110,4 1 25,-1 0 0,0 0 0,1 0 0,-1 1 0,1 0 0,-1 1 1,1 0-1,0 0 0,0 0 0,-12 9 0,15-9-226,0 0-1,0 0 1,0 1 0,0 0-1,1-1 1,0 1-1,0 1 1,0-1 0,0 0-1,0 1 1,1-1-1,0 1 1,0 0 0,0 0-1,1 0 1,-1 0-1,0 6 1,1 0-118,-1 0 1,2 0-1,-1 0 0,2 0 1,-1 0-1,2-1 0,-1 1 1,1 0-1,1-1 0,0 1 1,0-1-1,1 0 0,1 0 1,-1 0-1,2 0 0,-1-1 1,1 0-1,1 0 0,-1-1 1,2 0-1,-1 0 0,1 0 1,11 8-1,-10-9-28,1 0 1,-1-1-1,2 0 0,-1 0 0,0-1 1,1-1-1,0 0 0,14 4 1,-10-5-1141,-1-1 0,1 0 0,21 0 0,-2-6-5724,-4-15-6071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6:14.3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52 2465,'0'0'5243,"0"-1"-6044,1-6 12522,0 9-10262,2 20-861,-1 0 1,-1 1 0,-2 33 0,0-9-319,-2 21 174,-15 84 0,10-100-385,-1 5 46,9-56 10,0-1-108,-1-1 0,0 1 0,1 0 0,-1 0 0,0 0-1,1 0 1,-1-1 0,0 1 0,1 0 0,-1-1 0,1 1 0,-1-1 0,0 1 0,1 0 0,-1-1 0,1 1-1,-1-1 1,1 1 0,0-1 0,-1 0 0,1 1 0,0-1 0,-1 1 0,1-2 0,-7-23 85,4-32-153,3 49 100,0-47-48,4-102-25,-2 139 21,0 0 0,2 0 1,0 0-1,1 0 0,1 0 0,11-22 0,-15 35-7,0 0-1,0 0 0,1 0 1,0 0-1,0 1 0,1-1 0,-1 1 1,1 0-1,0 0 0,0 0 1,0 0-1,0 1 0,1-1 1,0 1-1,-1 1 0,1-1 1,0 1-1,0-1 0,1 1 1,-1 1-1,0-1 0,1 1 1,-1 0-1,12-1 0,28 1 116,44 1-68,-81 0-23,1 1 1,0 0-1,0 1 0,-1 0 1,1 1-1,-1 0 0,13 6 1,-17-7 3,-1 1 1,1 0-1,-1 0 1,0 0 0,0 0-1,0 1 1,-1-1-1,1 1 1,-1 0 0,0 0-1,0 0 1,0 0 0,0 0-1,1 8 1,3 9 237,5 37 0,-8-41-207,4 44 606,-2 1-1,-6 94 1,-1-51 732,1-97-1427,2 6 1284,7-11-4543,-8-19-10526,0 7 4050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6:15.3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36 1489,'-6'5'18325,"4"-4"-19248,-22-2 5164,14-1-3440,13 1-277,120-11 510,59-7-564,-164 18-403,-15 2-5,0-1-1,1 0 1,-1 0 0,0 0-1,1-1 1,-1 1 0,0-1-1,6-2 1,-9 3-79,1-1-86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6:16.9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23 400,'0'0'6232,"4"-3"-5647,15-17 9878,-19 28-9625,1 20-479,-2 48 1157,-2-49-7358,-9-18 1189,-4-2-1771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6:20.0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3364 2497,'0'0'5971,"8"-9"-4723,6-9-346,-1 0 0,0-1 0,-1 0-1,-2 0 1,14-34 0,-9-1-321,-3-1 0,-3 0 0,4-59 0,-2 8-352,19-190 644,-6 46-609,42-151-96,-54 332-166,-2 0 1,-4 0 0,-2-78-1,-3 114-10,3-1 0,0 1-1,3-1 1,0 1-1,2 1 1,16-38 0,-10 31-44,-3-1 0,-1 0 0,-2-1 0,-1 0 0,3-62 0,-11 4-81,-1 36 132,3 0 0,16-104-1,-10 116 15,-3 0 0,-2 0 0,-5-59-1,3-50-17,2 131 28,11-41 0,-6 33-16,-8 46 2129,-8 17-2095,-162 256 2510,162-267-2531,0-1 0,-2 1 0,0-2 0,0 0 0,-1 0 1,0-1-1,-2 0 0,-14 11 0,27-22-22,0-1 1,0 0-1,-1 0 0,1 0 1,0 0-1,0 0 0,-1 0 1,1 0-1,0 0 1,0 0-1,0 0 0,-1 0 1,1 0-1,0 0 0,0 0 1,0 0-1,-1 0 0,1 0 1,0 0-1,0 0 0,0-1 1,-1 1-1,1 0 0,0 0 1,0 0-1,0 0 0,-1 0 1,1 0-1,0-1 0,0 1 1,0 0-1,0 0 0,0 0 1,0 0-1,-1-1 0,1 1 1,0 0-1,0 0 0,0 0 1,0-1-1,0 1 0,0 0 1,0 0-1,0-1 0,0 1 1,0 0-1,0 0 1,0 0-1,0-1 0,0 1 0,-2-23-25,2 18 24,1-1 1,-1 1-1,1 0 0,0 0 1,0 0-1,0 0 0,4-8 1,9-6-17,2 1 0,0 0 0,1 1 0,31-24 0,17-16-52,33-44-70,-98 101 301,32 0 763,-29 1-832,0 0 1,0 0-1,0 1 0,0 0 1,0-1-1,0 1 0,0 0 1,-1 0-1,1 1 0,-1-1 1,1 0-1,-1 1 0,4 5 1,6 5 214,-3-5-134,0 0-1,1-1 1,-1-1 0,1 0 0,1 0 0,-1-1 0,1 0-1,0-1 1,0 0 0,0 0 0,16 1 0,9 0 733,1-1 0,47-3 1,-78-1-690,-5 0 208,-1 5-389,0 13-1959,-3-10-9235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6:21.1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74 288,'0'0'9815,"7"-13"-8718,20-35 191,-21 35 2773,-5 52-1140,6 38 0,27 92-2374,-24-149-1655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6:21.5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30 132 6243,'0'0'6806,"27"-17"-5371,-5 1-1088,-7 5-128,0 0 1,1 2 0,0-1-1,0 2 1,1 0-1,0 1 1,1 1-1,-1 0 1,28-4-1,-13 5 74,0 1 0,0 2 0,0 1 0,50 5 0,-69-2-263,-1 0-1,0 1 1,0 0 0,0 1 0,0 0 0,0 1 0,-1 0 0,0 1 0,0 0 0,-1 1 0,1 0 0,-1 1 0,-1 0-1,14 14 1,-13-9-23,0 0 0,-1 0-1,0 1 1,-1 0-1,-1 0 1,0 1 0,-1 0-1,0 1 1,-1-1-1,3 21 1,-4-10 21,-1-1 0,-1 1 0,-1 0 0,-1-1 0,-7 49-1,2-55 188,0 0 0,-1 0 0,0 0 0,-2-1 0,0 0 0,-1-1 0,-1 0 0,-1 0-1,0-1 1,-27 29 0,9-14 709,-2-1 0,-2-1-1,-69 47 1,55-46-38,-54 25 0,78-44-592,-1-1 1,0-1-1,0-2 1,-41 9-1,54-14-244,0 0 0,-1-1 0,1 0 0,-1-1-1,1 0 1,-1 0 0,1-2 0,-12-1 0,22 2-47,0 1 0,0 0 0,0-1 0,0 1 0,0-1 0,0 1 0,0-1 0,0 1 0,0-1 0,1 0 1,-1 0-1,0 1 0,0-1 0,1 0 0,-2-1 0,2 1-21,0 1 0,-1-1 0,1 1 0,0-1 1,0 1-1,0-1 0,0 1 0,0-1 0,0 1 0,0-1 0,0 1 1,0-1-1,0 1 0,1-1 0,-1 1 0,0-1 0,0 1 0,0-1 1,1 1-1,-1-1 0,0 1 0,1-1 0,1-2-110,0 1 0,0 0 0,1 0 0,-1 0 1,1 0-1,-1 1 0,1-1 0,5-2 0,148-58-6953,-81 33 1799,4-2-2041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6:21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69 4722,'0'0'13750,"1"-11"-10388,4 24-2485,0 1 1,1-1-1,0 0 1,10 14-1,-14-23-834,0-1 0,1 1 0,-1-1 0,1 0 0,0 0 0,0 0 0,0 0 0,0-1 0,0 1 0,1-1 0,-1 0 0,1 0 0,0 0 0,-1 0 1,1-1-1,0 1 0,0-1 0,0 0 0,8 1 0,-5-2-72,0 0 1,1 0-1,-1 0 1,0-1-1,0 0 1,0 0 0,0-1-1,0 0 1,0 0-1,0-1 1,-1 0-1,1 0 1,-1 0-1,0-1 1,1 0-1,-2 0 1,1-1-1,0 1 1,-1-1 0,0 0-1,0-1 1,-1 1-1,7-12 1,-6 11-21,-1-1 0,0 0 0,0 0 0,-1 0 1,0 0-1,-1-1 0,1 1 0,-1-1 0,-1 0 0,1 0 0,-1 0 1,0-10 1922,-1 31-1449,0-9-434,1-1 1,0 1 0,0-1 0,0 1 0,1-1 0,-1 1 0,1-1 0,0 0 0,0 0 0,0 0-1,0 0 1,0 0 0,1-1 0,-1 1 0,1-1 0,0 1 0,0-1 0,0 0 0,0 0 0,4 2-1,34 15-3230,-3-12-7131,-23-7 3657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6:22.2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1 314 4274,'0'0'16338,"12"11"-14585,3 4-1235,-8-6-156,1-1-1,1-1 1,-1 1 0,16 8-1,-24-15-297,0-1 0,0 0 0,1 0 0,-1 0 0,0 0 0,0 0 0,1 0 0,-1 0 0,0 1 0,0-1 0,1 0 0,-1 0 0,0 0 0,1 0 0,-1 0 0,0 0 0,0 0 0,1 0 0,-1 0 0,0-1 0,0 1-1,1 0 1,-1 0 0,0 0 0,0 0 0,1 0 0,-1 0 0,0 0 0,0-1 0,0 1 0,1 0 0,-1 0 0,0 0 0,0 0 0,0-1 0,0 1 0,1 0 0,-1 0 0,0-1 0,0 1 0,0 0 0,0 0 0,0-1 0,0 1 0,0 0 0,0 0 0,1-1 0,2-22 877,-4-33-993,1 51 249,-4-53-71,1 17-384,3-71 0,1 108 95,-1 1 0,1-1-1,0 1 1,0-1-1,0 1 1,1-1 0,-1 1-1,1-1 1,0 1 0,-1 0-1,2 0 1,-1 0-1,0 0 1,1 0 0,-1 1-1,1-1 1,0 1 0,-1-1-1,6-2 1,-2 2-844,0 0 1,0 0 0,1 0-1,-1 0 1,1 1-1,-1 1 1,1-1 0,0 1-1,10-1 1,15 1-6534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6:22.7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174 0 9332,'0'0'9847,"-20"4"-7139,-63 15-901,80-18-1651,-1 0 0,0 0 0,1 1 0,-1-1 0,1 1 0,-1 0 0,1 0 0,0 0 0,0 1 0,0-1 0,0 1 0,1 0 0,-1-1 0,1 1 0,-1 0 0,1 1 0,0-1 0,0 0 1,0 1-1,-2 6 0,2-1 158,0 0 1,0 0 0,1 0-1,0 1 1,0 17 0,1-23-267,0 2-3,1 0 0,-1 0 1,1 0-1,0 0 1,0 0-1,1 0 0,-1 0 1,5 8-1,-5-12-45,-1-1 0,1 1 0,0-1 0,0 1 0,0-1 0,0 0 0,0 0 0,1 1-1,-1-1 1,0 0 0,1 0 0,-1 0 0,1 0 0,-1-1 0,1 1 0,-1 0 0,1-1 0,-1 1 0,1-1-1,-1 1 1,1-1 0,0 0 0,0 1 0,-1-1 0,1 0 0,0 0 0,-1 0 0,1-1 0,0 1 0,-1 0 0,1 0-1,0-1 1,-1 1 0,1-1 0,2-1 0,1-1-35,0 0-1,0-1 0,0 0 1,-1 0-1,0 0 1,1 0-1,-1 0 1,-1-1-1,1 0 0,-1 0 1,0 0-1,0 0 1,3-6-1,8-13-296,-13 69 359,-2-36-60,2 0 0,-1 0 1,1 0-1,1-1 0,-1 1 0,1 0 0,1-1 0,6 15 0,-8-20-143,1 0-1,0 1 0,1-1 0,-1 0 0,0-1 0,1 1 0,0 0 0,-1-1 1,1 1-1,0-1 0,0 0 0,1 0 0,-1 0 0,0 0 0,1-1 0,-1 1 0,1-1 1,-1 0-1,1 0 0,0 0 0,0-1 0,-1 1 0,8-1 0,-6 0-247,-1 0-1,0 0 1,1 0-1,-1-1 1,1 0-1,-1 0 1,0 0-1,0 0 1,1-1-1,-1 1 1,0-1-1,4-3 1,-2 1-653,0-1 0,0 0 0,0-1 0,0 1 0,-1-1 1,6-8-1,28-40-6521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6:22.9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 1 10725,'0'0'6867,"-61"165"-2961,49-88-417,3 1-1616,3 10-208,0-5-512,6-5-433,0-14-560,0-11 0,0-9-160,0-17-208,0-9-544,0-9-913,0-7-608,-5-2-913,-13-4-2048,-7-21-3826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6:23.2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7876,'0'0'3407,"19"-1"373,6 0-2766,103-4 3704,-110 5-4155,0 1 0,0 1-1,0 0 1,0 2-1,26 7 1,-28-4-229,-2-3 16,0 2 0,-1 0 0,22 13 0,-32-17-281,0 0 0,0 0 0,0 1-1,0-1 1,-1 1 0,1 0-1,-1 0 1,0-1 0,0 2 0,0-1-1,0 0 1,0 0 0,-1 0-1,1 1 1,-1-1 0,0 1 0,0-1-1,0 1 1,-1 0 0,1 3 0,0 8 173,-1 0 1,-1 0 0,-1 0 0,0 0-1,-1 0 1,0-1 0,-9 23 0,7-26-3540,6-24-5890,0-7 4639,-1-16-4157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6:23.4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11077,'0'0'13766,"17"69"-14150,2-39-1361,-1 1-2336,1-2-3347,-4 0-3009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6:24.1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78 8308,'0'0'18005,"-12"21"-16500,-39 65-352,49-83-1076,0 0 1,0 0-1,0 1 1,0-1-1,0 1 0,1-1 1,0 1-1,0 0 1,0-1-1,0 1 1,0 0-1,1 0 1,0 0-1,-1-1 1,1 1-1,1 0 1,-1 0-1,1 4 1,1 1-11,-1-7-61,-1 0 0,1 1 0,0-1 0,0 0 0,0 0 0,0 0 0,0 1 0,0-1 0,1 0 1,-1-1-1,1 1 0,-1 0 0,1 0 0,0-1 0,0 1 0,0-1 0,0 1 0,0-1 0,0 0 0,0 0 0,0 0 0,0 0 0,4 1 0,2 1 12,0-1-1,0-1 1,0 1 0,1-1-1,14 0 1,-21-2-15,1 1 0,0-1 1,0 0-1,-1 0 0,1 0 1,-1 0-1,1-1 0,-1 1 1,1 0-1,-1-1 0,0 0 1,1 0-1,-1 0 0,0 0 1,0 0-1,0 0 0,-1 0 1,1 0-1,-1-1 0,1 1 1,-1-1-1,0 1 0,1-1 1,-1 0-1,0-2 0,3-5 8,-1 0-1,0 0 1,-1-1-1,0 1 1,1-19-1,-2 4-17,0 6-18,0-1 0,-3-20-1,1 34 22,0 1-1,0 0 0,0-1 1,-1 1-1,1 0 0,-1 0 0,-1 0 1,1 0-1,-1 0 0,1 1 1,-1-1-1,-4-4 0,6 9-4,1 0 0,-1-1 0,1 1 0,-1-1 0,1 1 0,-1 0 0,1-1 0,-1 1 0,1-1 0,0 1 0,-1-1 0,1 1 0,0-1 0,-1 1 0,1-1 0,0 0 0,0 1 0,0-1 0,0 1 0,-1-1 0,1 0 0,0 1 0,0-1 0,0 1 0,0-2 0,15 1-283,-5 1 373,-2 0-75,1 0 0,-1 1 0,1 0 0,0 0 0,-1 1 0,0 0 0,0 1 1,1 0-1,-1 0 0,-1 0 0,1 1 0,-1 1 0,1-1 0,-1 1 0,0 0 0,12 12 1,-9-7-5,-1 0 0,0 0 0,0 0 0,-1 1 0,0 1 0,-1-1 0,7 14 1,-11-18 8,0 1 0,0-1 0,-1 0 0,0 1 0,0 0-1,0-1 1,-1 1 0,0 0 0,-1 0 0,0 0 0,0-1 0,-1 1 0,-2 15 0,0-18 11,0 0-1,1 0 0,-2 0 1,1 0-1,0 0 0,-1-1 1,0 1-1,0-1 0,-1 0 1,1 0-1,-1-1 0,1 0 1,-11 6-1,19-25-546,10-4 220,1 0 1,0 1 0,29-28-1,59-46-633,-92 84 911,-8 5 65,0 1 1,1-1-1,-1 1 0,1 0 0,0 0 0,0 1 0,0-1 0,0 1 0,1 0 0,-1 0 1,1 0-1,-1 1 0,6-1 0,-9 2 15,-1 1-1,1-1 1,0 1 0,0 0 0,-1-1-1,1 1 1,0 0 0,-1 0 0,1 0-1,-1-1 1,1 1 0,-1 0 0,1 0 0,-1 0-1,0 0 1,0 0 0,1 0 0,-1 0-1,0 0 1,0 0 0,0 0 0,0 0-1,0 1 1,2 29 489,-2-29-445,3 156 1786,-1-144-2418,0-3-3804,-2 0-6026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21.6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413 72 800,'0'0'7510,"0"-11"-6216,0-49 5368,-1 70-6080,1 1-282,-26 272 3511,-33 220-1882,30-146-764,-17 126-521,33-378-466,0 120 1,-8 76 91,6-148-17,6 207 1,9-335-214,-4 24 38,-1 1 0,-3-1 0,-18 67 0,1-9 23,-72 241 1953,94-337-1945,0-1-1,0 0 0,1 0 0,0 1 1,1-1-1,0 17 0,1-26-316,0-4-2673,0-16-1539,2 1 0,4-28 0,3-4-4725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21.6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21 423 864,'0'0'6563,"-3"-1"-6128,-11-2-67,10 3 3901,24 0-2604,117 4 254,271-27 1,-139 2-1632,121-17 923,110-13-293,-120 17-657,411-27 289,-773 60-541,715-19 233,-397 22-287,362-5 170,-9-48-61,-391 14-120,239-20-504,71 33 657,-348 21 3978,-260 13-3643,-3 5-219,0 0 0,0-1-1,-2 1 1,-7 16 0,-4 14 388,3 5-85,2 0-1,2 1 1,-3 70 0,8 156-41,5-160-337,5 133 452,-5 157 666,-20-213-784,2-22-330,8-49-60,-13 327 188,22-389-270,19 587 0,3-510 0,-14-95 0,-1 1 0,2 59 0,-10-102-62,1-1 0,0 1-1,0-1 1,0 1 0,0-1 0,-1 1-1,1-1 1,0 0 0,-1 1 0,1-1-1,0 1 1,-1-1 0,1 0 0,0 1-1,-1-1 1,1 0 0,-1 1 0,1-1 0,0 0-1,-1 1 1,1-1 0,-1 0 0,1 0-1,-1 0 1,1 0 0,-1 0 0,1 1-1,-1-1 1,1 0 0,-2 0 0,-21 1-2261,13 0 879,-35 5-4636,-13 2-3354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21.6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1 705 1809,'0'0'8033,"3"0"-6446,77-2 5032,1-3-3670,162-32-1642,1333-208-302,-1052 174-820,48-5-196,410-15 1475,-611 64-1293,38-2-115,427 4 795,23-25-968,-102 6 1547,-380 42 2241,-373 3-3593,-1 1 0,1 0 0,0 0 0,-1 1 0,1-1 0,-1 1 1,0 0-1,0 0 0,0 0 0,4 5 0,-7-7 410,-21 3-21791,11-4 10250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21.6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56 132 208,'0'0'2783,"6"-7"-2210,18-20 174,-18 17 5847,-2 0-3531,-5-20-3870,0 21 1479,3-22 399,0 24 1175,-2 20-1308,4 774 3880,-20-564-4320,8-138-299,-5 105 115,-8 82-204,-2-90 17,2 286-1,25-423-114,14 75-1,-9-71 7,4 54 0,-4 176 86,-4-61-2,-4-161-62,0-16 57,-1 0-1,-2 0 1,-11 58-1,12-98-1488,-1 8 3733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21.6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0 592,'0'0'7566,"0"9"220,0 31-5850,-12 441 3645,-38 18-3532,12-180-1182,15 414 658,23-707-1470,8 81 21,0 0-19,-8-48-32,-1 18 4,10 79 0,8-32-126,17 162 85,-33-209 76,-3-61-28,2 0-1,1 1 1,0-1 0,0 0 0,2 0 0,4 16-1,-4-21 54,-2 0 0,1-1 0,-1 1 0,-1 0 0,0 0 0,-1 14 0,0 7 636,-8 21-1110,4-37-37,1-9-2182,3 0-7029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21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55 456 720,'0'0'4739,"-8"-2"-4294,-24-4-58,18 0 4664,18 3 360,9 1-1960,-3 2-4281,98 1 2931,123-3-1134,-190-3-837,72-19-1,22-3-22,224 14 30,-14 1-55,71-40 198,-272 42-222,45-5 252,392-29 769,-277 26-872,-129 3-125,116-6 92,103-9 242,53 0-109,345 1-22,-259-16-125,221 4 611,-303 39 536,-232 3-642,-130-5-441,-89 4 240,-7 13-8361,7-10 6907,-1 0 0,0 0 0,-1-1 0,1 1 0,0-1 0,-1 1 0,0-1 0,1 1 0,-5 3 0,-12 5-6499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21.6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0 636 48,'0'0'5435,"1"-3"-1551,6-8-1832,20 7 5903,16 6-6134,-11 0-1233,-10-2-409,34 0 83,0-2 1,77-12-1,1255-188 739,-1362 200-977,936-105-115,-670 59 159,505-18 0,176 5 1004,-510 32-453,-44 4-296,203-7 136,-208 15 293,-401 17-627,336-16 2362,-349 16-1977,34 0-950,-11 0-11531,-11 0 3340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21.6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52 2465,'0'0'5243,"0"-1"-6044,1-6 12522,0 9-10262,2 20-861,-1 0 1,-1 1 0,-2 33 0,0-9-319,-2 21 174,-15 84 0,10-100-385,-1 5 46,9-56 10,0-1-108,-1-1 0,0 1 0,1 0 0,-1 0 0,0 0-1,1 0 1,-1-1 0,0 1 0,1 0 0,-1-1 0,1 1 0,-1-1 0,0 1 0,1 0 0,-1-1 0,1 1-1,-1-1 1,1 1 0,0-1 0,-1 0 0,1 1 0,0-1 0,-1 1 0,1-2 0,-7-23 85,4-32-153,3 49 100,0-47-48,4-102-25,-2 139 21,0 0 0,2 0 1,0 0-1,1 0 0,1 0 0,11-22 0,-15 35-7,0 0-1,0 0 0,1 0 1,0 0-1,0 1 0,1-1 0,-1 1 1,1 0-1,0 0 0,0 0 1,0 0-1,0 1 0,1-1 1,0 1-1,-1 1 0,1-1 1,0 1-1,0-1 0,1 1 1,-1 1-1,0-1 0,1 1 1,-1 0-1,12-1 0,28 1 116,44 1-68,-81 0-23,1 1 1,0 0-1,0 1 0,-1 0 1,1 1-1,-1 0 0,13 6 1,-17-7 3,-1 1 1,1 0-1,-1 0 1,0 0 0,0 0-1,0 1 1,-1-1-1,1 1 1,-1 0 0,0 0-1,0 0 1,0 0 0,0 0-1,1 8 1,3 9 237,5 37 0,-8-41-207,4 44 606,-2 1-1,-6 94 1,-1-51 732,1-97-1427,2 6 1284,7-11-4543,-8-19-10526,0 7 4050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21.6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36 1489,'-6'5'18325,"4"-4"-19248,-22-2 5164,14-1-3440,13 1-277,120-11 510,59-7-564,-164 18-403,-15 2-5,0-1-1,1 0 1,-1 0 0,0 0-1,1-1 1,-1 1 0,0-1-1,6-2 1,-9 3-79,1-1-86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21.6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23 400,'0'0'6232,"4"-3"-5647,15-17 9878,-19 28-9625,1 20-479,-2 48 1157,-2-49-7358,-9-18 1189,-4-2-1771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23.6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0 8500,'0'0'13190,"-21"0"-12102,21 7-992,0 5-96,0 7-64,0 4-912,0 0-1521,-9-4-1857,-10-2-2705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37.5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413 72 800,'0'0'7510,"0"-11"-6216,0-49 5368,-1 70-6080,1 1-282,-26 272 3511,-33 220-1882,30-146-764,-17 126-521,33-378-466,0 120 1,-8 76 91,6-148-17,6 207 1,9-335-214,-4 24 38,-1 1 0,-3-1 0,-18 67 0,1-9 23,-72 241 1953,94-337-1945,0-1-1,0 0 0,1 0 0,0 1 1,1-1-1,0 17 0,1-26-316,0-4-2673,0-16-1539,2 1 0,4-28 0,3-4-4725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37.5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21 423 864,'0'0'6563,"-3"-1"-6128,-11-2-67,10 3 3901,24 0-2604,117 4 254,271-27 1,-139 2-1632,121-17 923,110-13-293,-120 17-657,411-27 289,-773 60-541,715-19 233,-397 22-287,362-5 170,-9-48-61,-391 14-120,239-20-504,71 33 657,-348 21 3978,-260 13-3643,-3 5-219,0 0 0,0-1-1,-2 1 1,-7 16 0,-4 14 388,3 5-85,2 0-1,2 1 1,-3 70 0,8 156-41,5-160-337,5 133 452,-5 157 666,-20-213-784,2-22-330,8-49-60,-13 327 188,22-389-270,19 587 0,3-510 0,-14-95 0,-1 1 0,2 59 0,-10-102-62,1-1 0,0 1-1,0-1 1,0 1 0,0-1 0,-1 1-1,1-1 1,0 0 0,-1 1 0,1-1-1,0 1 1,-1-1 0,1 0 0,0 1-1,-1-1 1,1 0 0,-1 1 0,1-1 0,0 0-1,-1 1 1,1-1 0,-1 0 0,1 0-1,-1 0 1,1 0 0,-1 0 0,1 1-1,-1-1 1,1 0 0,-2 0 0,-21 1-2261,13 0 879,-35 5-4636,-13 2-3354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37.5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1 705 1809,'0'0'8033,"3"0"-6446,77-2 5032,1-3-3670,162-32-1642,1333-208-302,-1052 174-820,48-5-196,410-15 1475,-611 64-1293,38-2-115,427 4 795,23-25-968,-102 6 1547,-380 42 2241,-373 3-3593,-1 1 0,1 0 0,0 0 0,-1 1 0,1-1 0,-1 1 1,0 0-1,0 0 0,0 0 0,4 5 0,-7-7 410,-21 3-21791,11-4 10250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37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56 132 208,'0'0'2783,"6"-7"-2210,18-20 174,-18 17 5847,-2 0-3531,-5-20-3870,0 21 1479,3-22 399,0 24 1175,-2 20-1308,4 774 3880,-20-564-4320,8-138-299,-5 105 115,-8 82-204,-2-90 17,2 286-1,25-423-114,14 75-1,-9-71 7,4 54 0,-4 176 86,-4-61-2,-4-161-62,0-16 57,-1 0-1,-2 0 1,-11 58-1,12-98-1488,-1 8 3733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37.5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0 592,'0'0'7566,"0"9"220,0 31-5850,-12 441 3645,-38 18-3532,12-180-1182,15 414 658,23-707-1470,8 81 21,0 0-19,-8-48-32,-1 18 4,10 79 0,8-32-126,17 162 85,-33-209 76,-3-61-28,2 0-1,1 1 1,0-1 0,0 0 0,2 0 0,4 16-1,-4-21 54,-2 0 0,1-1 0,-1 1 0,-1 0 0,0 0 0,-1 14 0,0 7 636,-8 21-1110,4-37-37,1-9-2182,3 0-7029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37.5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55 456 720,'0'0'4739,"-8"-2"-4294,-24-4-58,18 0 4664,18 3 360,9 1-1960,-3 2-4281,98 1 2931,123-3-1134,-190-3-837,72-19-1,22-3-22,224 14 30,-14 1-55,71-40 198,-272 42-222,45-5 252,392-29 769,-277 26-872,-129 3-125,116-6 92,103-9 242,53 0-109,345 1-22,-259-16-125,221 4 611,-303 39 536,-232 3-642,-130-5-441,-89 4 240,-7 13-8361,7-10 6907,-1 0 0,0 0 0,-1-1 0,1 1 0,0-1 0,-1 1 0,0-1 0,1 1 0,-5 3 0,-12 5-6499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37.5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0 636 48,'0'0'5435,"1"-3"-1551,6-8-1832,20 7 5903,16 6-6134,-11 0-1233,-10-2-409,34 0 83,0-2 1,77-12-1,1255-188 739,-1362 200-977,936-105-115,-670 59 159,505-18 0,176 5 1004,-510 32-453,-44 4-296,203-7 136,-208 15 293,-401 17-627,336-16 2362,-349 16-1977,34 0-950,-11 0-11531,-11 0 3340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37.5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23 400,'0'0'6232,"4"-3"-5647,15-17 9878,-19 28-9625,1 20-479,-2 48 1157,-2-49-7358,-9-18 1189,-4-2-1771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43.4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413 72 800,'0'0'7510,"0"-11"-6216,0-49 5368,-1 70-6080,1 1-282,-26 272 3511,-33 220-1882,30-146-764,-17 126-521,33-378-466,0 120 1,-8 76 91,6-148-17,6 207 1,9-335-214,-4 24 38,-1 1 0,-3-1 0,-18 67 0,1-9 23,-72 241 1953,94-337-1945,0-1-1,0 0 0,1 0 0,0 1 1,1-1-1,0 17 0,1-26-316,0-4-2673,0-16-1539,2 1 0,4-28 0,3-4-4725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43.4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21 423 864,'0'0'6563,"-3"-1"-6128,-11-2-67,10 3 3901,24 0-2604,117 4 254,271-27 1,-139 2-1632,121-17 923,110-13-293,-120 17-657,411-27 289,-773 60-541,715-19 233,-397 22-287,362-5 170,-9-48-61,-391 14-120,239-20-504,71 33 657,-348 21 3978,-260 13-3643,-3 5-219,0 0 0,0-1-1,-2 1 1,-7 16 0,-4 14 388,3 5-85,2 0-1,2 1 1,-3 70 0,8 156-41,5-160-337,5 133 452,-5 157 666,-20-213-784,2-22-330,8-49-60,-13 327 188,22-389-270,19 587 0,3-510 0,-14-95 0,-1 1 0,2 59 0,-10-102-62,1-1 0,0 1-1,0-1 1,0 1 0,0-1 0,-1 1-1,1-1 1,0 0 0,-1 1 0,1-1-1,0 1 1,-1-1 0,1 0 0,0 1-1,-1-1 1,1 0 0,-1 1 0,1-1 0,0 0-1,-1 1 1,1-1 0,-1 0 0,1 0-1,-1 0 1,1 0 0,-1 0 0,1 1-1,-1-1 1,1 0 0,-2 0 0,-21 1-2261,13 0 879,-35 5-4636,-13 2-3354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43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1 705 1809,'0'0'8033,"3"0"-6446,77-2 5032,1-3-3670,162-32-1642,1333-208-302,-1052 174-820,48-5-196,410-15 1475,-611 64-1293,38-2-115,427 4 795,23-25-968,-102 6 1547,-380 42 2241,-373 3-3593,-1 1 0,1 0 0,0 0 0,-1 1 0,1-1 0,-1 1 1,0 0-1,0 0 0,0 0 0,4 5 0,-7-7 410,-21 3-21791,11-4 10250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43.4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56 132 208,'0'0'2783,"6"-7"-2210,18-20 174,-18 17 5847,-2 0-3531,-5-20-3870,0 21 1479,3-22 399,0 24 1175,-2 20-1308,4 774 3880,-20-564-4320,8-138-299,-5 105 115,-8 82-204,-2-90 17,2 286-1,25-423-114,14 75-1,-9-71 7,4 54 0,-4 176 86,-4-61-2,-4-161-62,0-16 57,-1 0-1,-2 0 1,-11 58-1,12-98-1488,-1 8 3733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43.4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0 592,'0'0'7566,"0"9"220,0 31-5850,-12 441 3645,-38 18-3532,12-180-1182,15 414 658,23-707-1470,8 81 21,0 0-19,-8-48-32,-1 18 4,10 79 0,8-32-126,17 162 85,-33-209 76,-3-61-28,2 0-1,1 1 1,0-1 0,0 0 0,2 0 0,4 16-1,-4-21 54,-2 0 0,1-1 0,-1 1 0,-1 0 0,0 0 0,-1 14 0,0 7 636,-8 21-1110,4-37-37,1-9-2182,3 0-7029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43.4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55 456 720,'0'0'4739,"-8"-2"-4294,-24-4-58,18 0 4664,18 3 360,9 1-1960,-3 2-4281,98 1 2931,123-3-1134,-190-3-837,72-19-1,22-3-22,224 14 30,-14 1-55,71-40 198,-272 42-222,45-5 252,392-29 769,-277 26-872,-129 3-125,116-6 92,103-9 242,53 0-109,345 1-22,-259-16-125,221 4 611,-303 39 536,-232 3-642,-130-5-441,-89 4 240,-7 13-8361,7-10 6907,-1 0 0,0 0 0,-1-1 0,1 1 0,0-1 0,-1 1 0,0-1 0,1 1 0,-5 3 0,-12 5-6499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43.4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0 636 48,'0'0'5435,"1"-3"-1551,6-8-1832,20 7 5903,16 6-6134,-11 0-1233,-10-2-409,34 0 83,0-2 1,77-12-1,1255-188 739,-1362 200-977,936-105-115,-670 59 159,505-18 0,176 5 1004,-510 32-453,-44 4-296,203-7 136,-208 15 293,-401 17-627,336-16 2362,-349 16-1977,34 0-950,-11 0-11531,-11 0 3340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43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23 400,'0'0'6232,"4"-3"-5647,15-17 9878,-19 28-9625,1 20-479,-2 48 1157,-2-49-7358,-9-18 1189,-4-2-1771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58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413 72 800,'0'0'7510,"0"-11"-6216,0-49 5368,-1 70-6080,1 1-282,-26 272 3511,-33 220-1882,30-146-764,-17 126-521,33-378-466,0 120 1,-8 76 91,6-148-17,6 207 1,9-335-214,-4 24 38,-1 1 0,-3-1 0,-18 67 0,1-9 23,-72 241 1953,94-337-1945,0-1-1,0 0 0,1 0 0,0 1 1,1-1-1,0 17 0,1-26-316,0-4-2673,0-16-1539,2 1 0,4-28 0,3-4-4725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58.9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21 423 864,'0'0'6563,"-3"-1"-6128,-11-2-67,10 3 3901,24 0-2604,117 4 254,271-27 1,-139 2-1632,121-17 923,110-13-293,-120 17-657,411-27 289,-773 60-541,715-19 233,-397 22-287,362-5 170,-9-48-61,-391 14-120,239-20-504,71 33 657,-348 21 3978,-260 13-3643,-3 5-219,0 0 0,0-1-1,-2 1 1,-7 16 0,-4 14 388,3 5-85,2 0-1,2 1 1,-3 70 0,8 156-41,5-160-337,5 133 452,-5 157 666,-20-213-784,2-22-330,8-49-60,-13 327 188,22-389-270,19 587 0,3-510 0,-14-95 0,-1 1 0,2 59 0,-10-102-62,1-1 0,0 1-1,0-1 1,0 1 0,0-1 0,-1 1-1,1-1 1,0 0 0,-1 1 0,1-1-1,0 1 1,-1-1 0,1 0 0,0 1-1,-1-1 1,1 0 0,-1 1 0,1-1 0,0 0-1,-1 1 1,1-1 0,-1 0 0,1 0-1,-1 0 1,1 0 0,-1 0 0,1 1-1,-1-1 1,1 0 0,-2 0 0,-21 1-2261,13 0 879,-35 5-4636,-13 2-3354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58.9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1 705 1809,'0'0'8033,"3"0"-6446,77-2 5032,1-3-3670,162-32-1642,1333-208-302,-1052 174-820,48-5-196,410-15 1475,-611 64-1293,38-2-115,427 4 795,23-25-968,-102 6 1547,-380 42 2241,-373 3-3593,-1 1 0,1 0 0,0 0 0,-1 1 0,1-1 0,-1 1 1,0 0-1,0 0 0,0 0 0,4 5 0,-7-7 410,-21 3-21791,11-4 10250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56 132 208,'0'0'2783,"6"-7"-2210,18-20 174,-18 17 5847,-2 0-3531,-5-20-3870,0 21 1479,3-22 399,0 24 1175,-2 20-1308,4 774 3880,-20-564-4320,8-138-299,-5 105 115,-8 82-204,-2-90 17,2 286-1,25-423-114,14 75-1,-9-71 7,4 54 0,-4 176 86,-4-61-2,-4-161-62,0-16 57,-1 0-1,-2 0 1,-11 58-1,12-98-1488,-1 8 3733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59.0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0 592,'0'0'7566,"0"9"220,0 31-5850,-12 441 3645,-38 18-3532,12-180-1182,15 414 658,23-707-1470,8 81 21,0 0-19,-8-48-32,-1 18 4,10 79 0,8-32-126,17 162 85,-33-209 76,-3-61-28,2 0-1,1 1 1,0-1 0,0 0 0,2 0 0,4 16-1,-4-21 54,-2 0 0,1-1 0,-1 1 0,-1 0 0,0 0 0,-1 14 0,0 7 636,-8 21-1110,4-37-37,1-9-2182,3 0-7029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59.0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55 456 720,'0'0'4739,"-8"-2"-4294,-24-4-58,18 0 4664,18 3 360,9 1-1960,-3 2-4281,98 1 2931,123-3-1134,-190-3-837,72-19-1,22-3-22,224 14 30,-14 1-55,71-40 198,-272 42-222,45-5 252,392-29 769,-277 26-872,-129 3-125,116-6 92,103-9 242,53 0-109,345 1-22,-259-16-125,221 4 611,-303 39 536,-232 3-642,-130-5-441,-89 4 240,-7 13-8361,7-10 6907,-1 0 0,0 0 0,-1-1 0,1 1 0,0-1 0,-1 1 0,0-1 0,1 1 0,-5 3 0,-12 5-6499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59.0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0 636 48,'0'0'5435,"1"-3"-1551,6-8-1832,20 7 5903,16 6-6134,-11 0-1233,-10-2-409,34 0 83,0-2 1,77-12-1,1255-188 739,-1362 200-977,936-105-115,-670 59 159,505-18 0,176 5 1004,-510 32-453,-44 4-296,203-7 136,-208 15 293,-401 17-627,336-16 2362,-349 16-1977,34 0-950,-11 0-11531,-11 0 3340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7:59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23 400,'0'0'6232,"4"-3"-5647,15-17 9878,-19 28-9625,1 20-479,-2 48 1157,-2-49-7358,-9-18 1189,-4-2-1771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8:09.7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0 2545,'0'0'7764,"-1"42"4823,2-38-12510,0 1 0,0 0 0,-1-1 0,1 1 0,-1-1 0,0 1 0,-2 8 0,1 5-24,-3 39 310,-2 1-1,-3-2 0,-31 109 0,15-69 156,-48 145 1560,69-256-2208,2-15-1346,3 17 587,1 0 1,0 0-1,1 1 0,0-1 0,1 1 1,11-24-1,6-19-1417,0-21 880,21-61 1962,-37 124-158,0 1 0,1-1 0,1 1 0,0 1-1,1-1 1,0 1 0,0 1 0,13-12 0,0 2 502,2 1 0,30-21-1,-45 35-738,0 0-1,1 1 1,-1 0-1,1 0 1,0 1-1,0 0 0,0 1 1,0 0-1,1 0 1,-1 1-1,10-1 0,-18 3-136,0-1 0,0 0-1,-1 0 1,1 1-1,0-1 1,-1 1 0,1-1-1,0 0 1,-1 1-1,1-1 1,-1 1 0,1 0-1,0-1 1,-1 1-1,0-1 1,1 1 0,-1 0-1,1-1 1,-1 1-1,0 0 1,1-1 0,-1 1-1,0 0 1,0 0-1,0-1 1,1 1 0,-1 0-1,0 1 1,3 27 9,-3-25-2,1 13-3,0 0 1,-1 0 0,-1 0 0,-1 0 0,-6 27 0,5-34 1,-1 0 1,1 0 0,-2-1-1,1 1 1,-2-1 0,1 0-1,-1 0 1,0 0 0,-1-1 0,-9 9-1,-36 26 102,52-42-113,0-1-1,-1 1 0,1-1 1,0 0-1,-1 1 0,1-1 1,0 1-1,-1-1 0,1 1 1,0-1-1,0 1 0,0-1 1,-1 1-1,1-1 0,0 1 1,0 0-1,0-1 0,0 1 1,0-1-1,0 1 0,0-1 1,0 1-1,0-1 0,0 1 1,0 0-1,1-1 0,-1 1 1,0-1-1,0 1 0,0-1 1,1 1-1,-1-1 0,0 0 1,1 1-1,-1-1 0,0 1 1,1 0-1,16 14-40,-17-14 46,50 33 44,18 14-43,-61-43-37,-1 1 0,1-1 0,-2 2 0,1-1 0,-1 1 0,0-1 0,5 10 0,-8-11 26,1 0-1,-1 0 1,-1 0-1,1 1 1,-1-1-1,0 0 1,0 1-1,-1-1 1,1 1-1,-1 0 1,0-1-1,-1 1 1,0-1-1,0 1 1,0-1-1,-3 11 1,0-6 18,-1 0-1,0 0 1,0-1 0,-1 0 0,0 1 0,0-2-1,-11 13 1,10-14 128,0-1 0,-1 1 0,1-1 0,-1-1 0,0 1 0,-1-1 0,1 0 0,-1-1 1,0 0-1,-19 5 0,11-5 360,-1-1 0,0 0 0,0-2 1,-35 0-1,49-2-359,0 1 0,0-1 0,-1 0 1,1 0-1,0-1 0,0 1 0,0-1 0,0 0 0,1 0 1,-1 0-1,-5-3 0,-33-34 708,40 38-831,1 0-136,1 1 0,-1 0 0,0 0 0,1-1 0,-1 1 0,1 0 0,-1 0 0,0 0 0,1 0 0,-1 0 0,0 0 0,1 0 0,-1 0 0,0 0 0,1 0 0,-1 0 0,1 0 0,-1 0 0,0 1 0,1-1 0,-1 0 0,1 0 0,-1 1 0,0-1 0,1 0 0,-1 1 0,1-1 0,-1 1 0,1-1 0,0 1 0,-1-1 0,1 1 0,-1-1 0,1 1 0,0-1 0,-1 1 0,1-1 0,-1 2 0,-15 25-4606,15-25 4096,-25 42-10612,8-21 2420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8:10.9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453 118 720,'0'0'8895,"7"-15"-7097,24-44 22,-30 58-1487,1-1 1,-1 1-1,0-1 1,0 0-1,0 1 1,-1-1-1,1 0 1,0 0-1,-1 0 1,1 0-1,-1 0 1,0 1-1,1-1 1,-1 0-1,0 0 1,0 0-1,0 0 0,-1 0 1,0-3-1,0 5-156,0-1 0,0 0-1,0 1 1,0-1-1,-1 1 1,1 0-1,0-1 1,0 1-1,-1 0 1,1 0 0,0 0-1,-1-1 1,1 2-1,0-1 1,0 0-1,-1 0 1,-1 1 0,-12 0-808,-3-1 781,0 2-1,0 0 0,0 1 1,0 0-1,0 2 1,1 0-1,-1 1 0,1 1 1,-24 13-1,-80 51 1187,104-60-1129,2 1 0,-1 0 0,2 1 0,0 1 0,-14 17-1,24-26-170,0 0-1,1 0 0,0 0 0,0 0 0,0 0 0,0 1 0,1 0 0,0-1 0,0 1 0,1 0 0,-1 0 0,1 0 0,0 0 0,1 0 0,0 0 0,0 0 1,0 0-1,1 0 0,-1 0 0,2 0 0,-1 0 0,1 0 0,-1 0 0,2 0 0,-1-1 0,0 1 0,1-1 0,0 0 0,1 1 0,-1-1 0,1-1 1,0 1-1,0-1 0,9 8 0,1 0 194,2 0 1,0-1 0,0-1 0,0-1 0,2 0-1,-1-1 1,1-1 0,0 0 0,0-2 0,1 0-1,0-1 1,0-1 0,0 0 0,30-1 0,-15-1 76,1-2 0,0-1 0,0-2 1,52-12-1,-53 7-270,-7 3-34,48-19 0,-71 21-135,-14 17-3662,2-4-266,5-2-1474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8:15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182 291 848,'0'0'7985,"-9"0"-7819,-4-1-76,-37-1-218,46 2 249,0 0 0,-1 0 0,1 1 0,0-1-1,0 1 1,0 0 0,0 0 0,0 0 0,-6 4 0,8-4 644,-33 21 12109,9-10-12643,34-13 279,-1 0-1,0 0 0,0 1 1,14 2-1,5-1-366,-15-1-118,127 1 308,272-34 0,-231 0 303,-51 7 285,232-16 0,-238 39-783,39-1 420,192-27 0,-236 16-345,-57 8-120,82-19 1,-79 12 116,0 4-1,93-4 0,-24 4 377,-69-3-586,-61 13 0,1-1 0,0 0 0,-1 0 0,1 1 0,0-1 0,0 1 0,0 0 0,0-1 0,0 2 0,0-1 0,0 0 0,3 1 0,5 0 0,1-2-1375,-15-1-3070,-8-5 1480,-7-11-5223,-2-4-4661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8:16.8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0 3249,'0'0'11048,"0"3"-8849,0 3-465,0 0 0,1-1 0,0 1 0,0 0 0,3 8 0,1-1-926,1-1 0,13 22 0,-8-15-25,25 50 405,-25-45-921,2 0 1,0-1 0,2 0 0,18 22 0,-19-29-256,0 0 0,1-1 0,1 0 0,0-2 0,1 0 0,0-1 1,1 0-1,1-1 0,-1-2 0,33 13 0,-50-22-12,0 0 0,0 0 0,0 1 0,0-1 0,0 0 0,0 1 0,0-1 0,0 1 0,0-1 0,0 1 0,0-1 0,0 1 0,0 0 0,0-1 0,1 2 0,-14 13 0,6-10 0,-159 120 0,8-5 0,143-108 0,1 0 0,0 2 0,-16 22 0,25-30 0,0 0 0,0 0 0,0 1 0,1 0 0,0 0 0,1 0 0,-1 0 0,1 0 0,1 0 0,-1 0 0,1 1 0,0 7 0,1-13 0,-1-2-490,0 1 0,-1-1 1,1 0-1,0 0 0,0 0 0,-1 0 0,1 0 0,0 0 1,0 0-1,0-1 0,0 1 0,-1 0 0,1-1 0,0 1 1,0-1-1,0 1 0,0-1 0,0 1 0,-1-2 1,-20-16-12445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8:22.5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1 848,'0'0'5203,"5"1"-4320,-1 1-517,16 5 2451,-20 1 4601,0 13-5771,1-18-1419,0 1-1,-1-1 1,2 0 0,-1 0-1,0 0 1,1 0 0,-1-1-1,1 1 1,0 0 0,0-1-1,0 1 1,0-1 0,0 1-1,1-1 1,-1 0 0,1 0-1,3 2 1,53 34 93,-54-36-132,89 45 608,2-4 1,106 31 0,-155-58-580,222 74 818,72 26-90,-9 27-188,238 112 640,-105-78-944,-192-74-105,-152-54-123,147 48 602,-146-58-567,-78-22-224,1-3-1,68 12 1,-89-21-37,0 2 0,-1 0 0,0 2 0,-1 0 0,33 19 0,-27-13 0,17 6 0,62 21 0,-97-39 0,0 0 0,0 1 0,-1 0 0,1 1 0,-1 0 0,0 0 0,-1 1 0,13 11 0,-17-10-10,-8-6-310,-6-5-1231,7 2 713,0-1-1,1 1 1,-1-1-1,1 0 1,0 0-1,0 0 1,0 0 0,0 0-1,1 0 1,-2-4-1,-9-21-8754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8:23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205 1 1889,'0'0'10135,"-8"0"-3620,7-1-6256,-1 1 0,1 0 0,0 0 0,0 0 0,-1 0 0,1 1 0,0-1 0,0 0 0,0 1 0,-1-1 0,1 0 0,0 1 0,0-1 0,-1 2 0,-1 3 190,0 0 0,1 0 0,0 1 0,0-1 0,0 1 1,1-1-1,0 1 0,0 0 0,0-1 0,1 1 1,-1 0-1,2 8 0,-1-5-202,1 1 1,0-1 0,1 0-1,-1 0 1,2 0-1,-1 0 1,6 11-1,11 12 117,1-1 0,37 43 0,24 37-2,-59-72-70,20 52 0,-27-55-130,2 0 0,24 37 0,-41-73-162,0 0 0,1 1 0,-1-1 0,0 0 0,0 0 0,0 0 0,0 0 0,0 0 0,0 1 0,0-1 0,0 0 0,0 0 0,0 0 0,0 0 0,0 0 0,0 1 0,0-1 0,0 0 0,0 0 0,0 0 0,0 0 0,0 1 0,0-1 0,0 0 0,0 0 0,0 0 0,0 0 0,0 1 0,0-1 0,0 0 0,0 0 0,0 0 0,0 0 0,0 0 0,0 1 0,-1-1 0,1 0 0,0 0 0,0 0 0,0 0 0,0 0 0,0 0 0,-1 0 0,-10 2 0,-28-5 0,12 1 0,25 2 0,-8-1 0,0 1 0,0 0 0,0 0 0,0 1 0,0 0 0,0 1 0,0 0 0,0 1 0,1 0 0,-1 0 0,1 1 0,-18 10 0,-61 43 5,-65 39-301,151-95 6,0 1 1,0-1-1,0 0 0,0 1 1,0-1-1,0 1 0,0-1 0,1 1 1,-1 0-1,-1 2 0,0 15-9193,4-8-4112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8:24.8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2003 3458,'0'0'10180,"-6"-19"-6629,6 19-3513,0 0-1,-1 1 1,1-1-1,0 0 1,-1 0-1,1 0 1,0 0-1,0 0 1,-1 0-1,1 0 1,0 0-1,-1 0 1,1 0-1,0 0 1,0-1-1,-1 1 1,1 0 0,0 0-1,-1 0 1,1 0-1,0 0 1,0 0-1,-1-1 1,1 1-1,0 0 1,0 0-1,0 0 1,-1-1-1,1 1 1,0 0-1,0 0 1,0-1-1,0 1 1,-1 0-1,1 0 1,0-1-1,0 1 1,0 0-1,0 0 1,0-1-1,0 1 1,0 0-1,0-1 1,0 1-1,9-15 755,19-10-116,290-203 915,187-126-1602,-371 265 197,117-74 10,-184 125-155,136-57 0,24 17 235,17-5-232,-184 59-55,-2-3 1,56-34-1,91-79 171,15-9 406,-193 136-504,0 1 1,0 2 0,1 1-1,1 0 1,-1 3-1,30-4 1,-15 2 3,73-23 1,-46 2 49,0-4 0,-3-2 0,108-76 0,-163 103-67,0 2 1,1-1-1,-1 1 1,1 1-1,0 1 1,0-1 0,16-1-1,13-1 315,42-1-1,-49 6 41,-1-2 0,48-10-1,-70 7 1108,-26 4-3419,-35 2-8269,45 1 7868,-21 0-10171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8:25.8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0 3986,'0'0'11008,"-10"2"-9621,-33 5-224,42-7-976,-1 0 0,1 1 0,-1-1 1,1 1-1,0 0 0,-1-1 0,1 1 0,0 0 0,0 0 1,0 0-1,0 0 0,-1 0 0,1 0 0,0 0 0,1 0 1,-1 0-1,0 0 0,0 1 0,0-1 0,1 0 0,-1 1 0,1-1 1,-1 0-1,0 3 0,0 33 4656,2-25-3880,-1-11-895,1 0 0,-1 1-1,1-1 1,0 0 0,-1 1 0,1-1 0,0 0 0,0 0 0,0 0 0,0 0-1,0 0 1,0 0 0,0 0 0,1 0 0,-1 0 0,0-1 0,0 1-1,3 1 1,27 12 597,-29-14-624,14 6 132,0-2 0,1 1-1,0-2 1,-1 0-1,21 0 1,87-4 167,-53-1-168,161 2 1023,-115-12-1195,-119 13 0,-1 1 0,1-1 0,0 1 0,-1 0 0,1 0 0,0 0 0,0 0 0,0 0 0,-2 5 0,-6 4 0,-40 39 0,3 2 0,-46 66 0,-70 125 0,91-131 0,0-22 0,50-64 0,-32 47 0,51-68-23,0 0 0,0 0 1,1 0-1,-1 0 0,1 1 0,0-1 1,1 1-1,-1 0 0,1-1 0,0 1 0,1 0 1,-1 8-1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8:28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65 1121,'0'0'12776,"3"-19"-1440,-14 31-11297,1 0 0,0 1 0,1 0 0,0 1 0,-11 26 0,-27 80 427,41-105-374,-11 36 261,-17 78-1,29-106-303,2 0 0,0 0 0,2 0 0,0 0 0,2 1 1,3 22-1,-3-41-42,0-1 1,0 0-1,0 0 0,1 0 1,-1 0-1,1 0 1,0 0-1,0-1 0,1 1 1,-1 0-1,1-1 1,-1 0-1,1 0 0,6 6 1,-3-5 25,0 0 1,1 0-1,-1 0 0,1-1 1,-1 0-1,1 0 1,14 3-1,4-1 226,1-1 0,0-1 0,45-1 0,-70-2-243,13 0 116,0-1 0,0 0 0,-1 0 1,1-2-1,0 0 0,-1 0 0,17-7 0,-23 7-108,0 0 1,-1-1-1,1 0 0,-1-1 0,0 1 0,0-1 0,0 0 0,-1 0 0,1-1 0,-1 0 1,-1 0-1,1 0 0,-1 0 0,0-1 0,3-6 0,-2 0 16,0 0-1,0-1 1,-2 1-1,0-1 1,0 0-1,0-18 1,-2-84 433,-3 96-408,0 1 1,-2-1 0,0 1-1,-1 0 1,-1 0 0,-1 1-1,0 0 1,-17-28 0,5 13 69,-2 1 0,-2 1 0,-37-42 0,56 69-141,-2-3 93,-1 0 1,0 0-1,-12-8 0,18 14-82,0 0 0,0 0 0,-1 0 0,1 0 0,-1 0 1,1 0-1,-1 1 0,1-1 0,-1 1 0,0-1 0,1 1 0,-1-1 0,1 1 0,-1 0 0,0 0 0,0 0 1,1 0-1,-1 0 0,0 0 0,1 0 0,-1 1 0,0-1 0,1 0 0,-1 1 0,1 0 0,-1-1 0,-2 3 0,3-2-141,1 0-1,-1 0 1,0 0-1,1 0 1,-1 0-1,1 1 1,-1-1-1,1 0 1,-1 0-1,1 1 1,0-1-1,0 0 0,0 1 1,0-1-1,0 0 1,0 1-1,0-1 1,0 0-1,0 1 1,1-1-1,-1 1 1,10 30-11630,-5-18 561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8:29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 2369,'0'0'13417,"29"0"-6691,9-2-3842,64-10 0,-64 5-2807,65-1 0,-102 8-75,1 0 0,-1 0 0,1 0 0,-1 1 0,1-1 0,-1 1 0,1-1 0,-1 1 0,1-1 0,-1 1 0,0 0 0,1-1 0,-1 1 0,0 0 0,0 0 0,0 0 0,1 0 0,-1 0 0,0 0-1,0 1 1,-1-1 0,1 0 0,0 0 0,0 1 0,0-1 0,-1 1 0,1-1 0,-1 0 0,1 1 0,-1-1 0,0 1 0,0-1 0,1 1 0,-1 1 0,1 9 33,-1-1-1,0 0 1,-3 21 0,2-18 11,-2 5 23,-1 1-1,0-1 1,-1-1 0,-1 1 0,-1-1 0,-1 0-1,0-1 1,-1 1 0,-18 23 0,4-9 324,-2-1 0,-1-1 0,-49 44 0,52-51 25,22-22-397,0-1 0,1 1 0,-1 0-1,0 0 1,1-1 0,-1 1 0,0 0-1,1 0 1,-1 0 0,1 0 0,-1-1 0,1 1-1,-1 0 1,1 0 0,0 0 0,0 0-1,-1 0 1,1 0 0,0 0 0,0 0 0,0 0-1,0 0 1,0 0 0,0 0 0,0 0-1,1 0 1,-1 2 0,2-3 17,-1 1 1,1-1-1,-1 0 1,1 1-1,-1-1 1,1 0-1,-1 0 0,1 0 1,-1 0-1,1 0 1,-1 0-1,4-1 1,3 0 88,16 1-95,1 0 0,0-2 0,-1-1 0,1-2 0,30-8 0,15-8-32,-20 6 0,61-25 0,-102 39 0,-12 9 0,-14 10 0,-9-7-496,8-8-3917,3-3-2331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8:31.1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68 3826,'0'0'12197,"2"-3"-11156,3-2-646,0 1 0,0-1-1,0 1 1,0 1 0,1-1 0,-1 1 0,1-1 0,0 2-1,0-1 1,0 1 0,0 0 0,1 0 0,-1 0 0,1 1 0,-1 0-1,12 0 1,35-5 657,-19 1-808,-1 1 0,1 2 0,57 4 0,-88-1-235,1-1 0,-1 1 0,1 0 0,-1 0 0,1 0 0,-1 0 0,0 1 0,0-1 0,0 1 0,0 0-1,0 0 1,0 0 0,0 0 0,0 1 0,-1-1 0,1 1 0,-1 0 0,0-1 0,0 1 0,0 0 0,0 0 0,0 0 0,-1 1 0,1-1 0,-1 0 0,0 1 0,1 4 0,-1-2 42,0-1 0,0 1 0,-1-1 0,0 1 0,0-1 0,-1 1 0,1 0 0,-1-1 0,0 0 0,-1 1 0,1-1 0,-1 1 0,0-1-1,0 0 1,-1 0 0,0 0 0,-4 5 0,-11 12 298,-1-1-1,-2-1 0,-30 24 1,33-30-160,0 1 1,1 0 0,0 2 0,2 0-1,-27 37 1,41-53-166,0 0-1,0 0 0,1 0 1,-1 0-1,0 0 1,1 1-1,-1-1 1,1 0-1,-1 0 0,1 0 1,-1 0-1,1 1 1,0-1-1,0 0 1,0 0-1,-1 1 1,1-1-1,0 0 0,1 0 1,-1 1-1,0-1 1,0 0-1,0 0 1,1 1-1,-1-1 0,1 0 1,-1 0-1,1 0 1,-1 0-1,1 0 1,0 0-1,-1 0 0,1 0 1,0 0-1,0 0 1,0 0-1,0 0 1,0 0-1,0-1 0,0 1 1,0 0-1,0-1 1,0 1-1,2 0 1,6 2 152,-1-1 0,1 0 0,-1-1 1,1 1-1,11-1 0,-14-1-105,86 5 289,0-5 0,160-19 0,-233 17-360,7-2 0,0 0 0,0-2 0,31-11 0,-56 17 0,-1 0 0,1 0 0,-1 0 0,0-1 0,1 1 0,-1 0 0,0 0 0,0 0 0,1 0 0,-1 0 0,0 0 0,0-1 0,1 1 0,-1 0 0,0 0 0,0 0 0,1-1 0,-1 1 0,0 0 0,0 0 0,0-1 0,1 1 0,-1 0 0,0 0 0,0-1 0,0 1 0,0 0 0,0 0 0,0-1 0,0 1 0,0 0 0,0-1 0,1 1 0,-1 0 0,-1-1 0,-2 0-73,-1 0 0,0 1 0,0-1 0,1 1 0,-1 0 0,0 0 0,-5 1 0,-22 9-10489,16-4-942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9:03.8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38 64,'0'0'5877,"4"-6"-5002,17-25 6638,-20 33-7237,0 1-1,-1-1 1,1 1-1,-1-1 1,0 1-1,0-1 0,0 1 1,0-1-1,0 1 1,-1 0-1,1-1 1,-1 1-1,1-1 1,-1 0-1,-2 5 1,-18 37-126,17-37 236,-28 43 167,25-42-455,1 1 1,0-1 0,0 1-1,1 0 1,1 1 0,-1-1-1,1 1 1,1 0 0,0 0-1,0 0 1,-2 20 0,8-29-91,1 0 0,-1 0 1,0-1-1,0 0 1,1 1-1,-1-1 1,6-1-1,-6 1 2,7-1-2,0-1 0,0 0 0,0 0 0,0-1 0,0 0 0,-1-1 1,14-6-1,-11 4-47,0 1-1,0 0 1,1 1 0,13-2 0,-19 4 8,1 1 0,0 0-1,-1 1 1,1-1 0,0 2-1,0-1 1,14 3 0,-19-1 10,1-1 1,-1 1 0,0-1-1,0 1 1,0 0-1,0 0 1,0 0 0,0 1-1,0-1 1,-1 1 0,1 0-1,-1-1 1,0 1-1,0 0 1,0 0 0,0 1-1,0-1 1,1 4 0,-1-2 31,3 4 3,-1 1 0,0 0 0,4 14 0,-8-22 17,1 0 0,-1 0 0,1 1 0,-1-1 0,0 0 0,0 0 0,0 1 0,0-1 0,0 0 0,0 0 0,-1 0 0,1 1 0,-1-1 0,1 0 0,-1 0 0,0 0 0,0 0 0,0 0 0,0 0 0,0 0 0,-1 0 0,1 0 0,-2 1 0,-10 6 224,-1-1 0,0 0 0,0-1 0,-1-1 0,0 0 0,-26 6 0,0 1 331,-138 41 911,167-53-1494,11-1-126,4-4-1024,25-27-3534,1-6-5373,-11 11 2659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9:04.2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0 114 3810,'0'0'6347,"13"-7"-5291,-6 3-905,17-9 535,0 1 0,33-11 0,-5 8 969,2 3 0,-1 2 1,2 2-1,101-1 0,-155 9-1612,-21 1-2597,-29 18-6874,24-10 1670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9:06.2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85 688,'0'0'7132,"-1"0"-6536,1 0 0,-1 0 0,0 0 0,0 0 1,1 0-1,-1 0 0,0-1 0,1 1 0,-1 0 1,0 0-1,0-1 0,1 1 0,-1 0 0,1-1 1,-1 1-1,-1-1 0,12-4-504,0 0 0,0 1 0,0 0-1,1 1 1,-1 0 0,15-2 0,-8 1-23,42-7 162,79-5-1,13-1 710,-132 14 219,-24 7 800,-19 13-1542,4 3-129,1 1 0,0 0 0,2 2 1,-17 28-1,-51 102 432,81-146-686,-7 18 152,-15 47 0,-6 11 131,22-59-149,10-24-160,-2-8-2323,-3-7-13901,1 11 10645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9:06.6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1 116 2561,'0'0'12000,"11"-3"-9948,468-108 5485,-472 109-7658,-12 2-1260,-3 1-3072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8:12.4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78 4978,'0'0'14802,"9"-12"-13588,2-4-777,-5 6 140,0 2 0,1-1 0,14-14 1446,-24 48-1151,-21 54-471,12-44-78,1 1 1,-5 38 0,7-4-123,4 1 1,6 107 0,4-143 95,-1-10-2544,-3-9-4151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8:12.9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73 3105,'0'0'14383,"2"-10"-13065,-1 5-1063,7-25 264,-8 28-466,1 1 1,-1 0-1,1-1 1,0 1-1,0 0 1,0 0-1,0-1 1,0 1-1,0 0 1,0 0-1,0 0 1,0 0-1,0 0 0,1 0 1,-1 1-1,0-1 1,1 0-1,-1 1 1,1-1-1,-1 1 1,3-1-1,12-2 144,1 1 1,-1 1-1,1 1 0,0 0 0,0 2 0,-1-1 0,1 2 1,-1 0-1,0 1 0,0 1 0,0 1 0,0 0 1,-1 1-1,0 0 0,0 1 0,-1 1 0,17 13 0,-11-5-177,-1 0-1,0 2 0,-1 0 1,-1 1-1,-1 0 0,-1 2 1,-1-1-1,0 2 0,-2 0 1,12 32-1,-20-45-4,0 1 1,-1 0-1,0 0 0,-1 0 0,0 0 1,1 18-1,-3-24 29,0-1-1,-1 0 0,1 0 1,-1 1-1,0-1 1,0 0-1,0 0 1,0 0-1,-1 0 0,1 0 1,-1 0-1,0-1 1,0 1-1,-1 0 0,1-1 1,-1 0-1,0 1 1,0-1-1,0 0 1,-4 2-1,-3 2 149,0-1-1,0 0 1,-1-1 0,0-1 0,0 1-1,-1-2 1,1 1 0,-1-2-1,-19 3 1,-12-1 381,-57-3-1,59-1-219,-193 0 925,226 0-1212,1 1 0,-1 0 0,0 0 0,1 1 0,-1 0 0,1 0 0,0 1 0,-11 5 0,15-6-111,0-1 1,1 1-1,-1 0 1,0-1-1,1 1 1,0 0-1,-1 1 0,1-1 1,0 0-1,0 1 1,0-1-1,1 1 1,-1-1-1,0 1 1,1 0-1,0 0 1,0 0-1,0 0 1,0 0-1,0 0 1,0 0-1,1 0 0,-1 4 1,1-6-157,0 0-1,0 0 1,0 0-1,0 0 1,1 0-1,-1 0 1,0 0 0,0-1-1,1 1 1,-1 0-1,0 0 1,1 0 0,-1 0-1,1 0 1,-1 0-1,1-1 1,0 1-1,-1 0 1,1 0 0,0-1-1,-1 1 1,1 0-1,0-1 1,0 1 0,0-1-1,1 1 1,25 4-6431,3-5-4314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9:08.6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261 7 80,'0'0'10565,"0"-1"-10351,1 1 0,-1-1 1,1 1-1,-1-1 0,1 1 0,0-1 0,-1 1 1,1 0-1,0-1 0,-1 1 0,1 0 0,0-1 1,0 1-1,-1 0 0,1 0 0,1 0 1,-4 6-53,0 0 1,0 1 0,0-1 0,-1 0 0,0 0-1,0 0 1,-1-1 0,1 1 0,-1-1 0,-6 6-1,-5 9 225,-19 25 283,-64 66 1,14-17 31,83-93-697,1-1 0,0 0 0,0 0 0,-1 0 0,1 1 0,0-1 0,0 0 0,0 1 0,0-1 1,-1 0-1,1 0 0,0 1 0,0-1 0,0 0 0,0 1 0,0-1 0,0 0 0,0 1 0,0-1 0,0 0 0,0 1 0,0-1 0,0 0 0,0 1 0,0-1 0,0 0 0,0 1 0,0-1 0,0 0 0,0 1 0,0-1 0,0 0 0,1 0 0,-1 1 1,0-1-1,0 0 0,0 1 0,1-1 0,15 6 127,30-3 57,-39-3-136,313 1 22,-165-2 3900,-179 1-9826,-8 0-6333,23 0 7139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9:09.0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213 1 4114,'0'0'11624,"0"6"-9290,0 11-1639,-2 0 0,0 0 0,-1 0 0,-1 0 0,0-1 0,-1 0 0,-1 0 0,-1 0 0,-9 17 0,-5 13-336,2 0-1,2 1 0,3 1 1,1 1-1,-6 55 0,9-61-259,7-30-63,0 0 0,1 0 0,-1 16 0,-3-31-3623,-11 2-7555,14 0 8490,-11 0-4165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9:15.0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198 49 416,'0'0'2732,"-17"1"-2644,-2 1 347,2 1-2631,3-2 4287,-1-1 4060,-3-1 5635,18 0-11757,0 0-1,0 0 0,1 0 1,-1 0-1,1 0 0,-1 0 1,1 0-1,0 0 0,-1 0 1,1 0-1,0 0 0,-1 0 1,1 0-1,0 0 0,2-1 1,4-2-26,0-1 1,0 1-1,1 1 1,-1-1-1,1 1 1,0 1-1,0-1 1,0 1-1,14-1 1,8 0-87,40 2 1,-48 1-47,-20 0 123,0 0 0,0 0-1,1 1 1,-1-1 0,0 1 0,0-1 0,0 1 0,0 0-1,-1 0 1,1 0 0,0 0 0,0 0 0,0 0-1,-1 0 1,1 0 0,0 1 0,-1-1 0,0 1 0,1-1-1,-1 1 1,0 0 0,1-1 0,-1 1 0,0 0 0,-1 0-1,1 0 1,0 0 0,1 3 0,-2-2 3,1 0 1,0 0-1,-1 0 0,0 0 1,1 0-1,-1 0 0,-1 0 1,1 0-1,0 0 0,-1 0 1,1 0-1,-1 0 0,0 0 1,0 0-1,0 0 0,0 0 1,-1 0-1,1-1 0,-4 6 1,-11 7 11,0-1 1,0 0 0,-2-1-1,1 0 1,-36 17 0,-16 13-57,52-32 34,2-2 18,0 1-1,1 1 1,0 0-1,1 0 1,0 2-1,0 0 1,-16 22 0,28-34-7,1 1 1,-1-1 0,0 0 0,0 0 0,0 1 0,1-1 0,-1 1 0,1-1 0,-1 1 0,1-1 0,0 0 0,0 1 0,-1-1 0,1 1 0,0 0 0,0-1 0,0 1 0,1-1 0,-1 1 0,0-1 0,1 3 0,0-3 8,0 0-1,0 0 0,0 0 1,1 0-1,-1 0 1,0 0-1,0-1 0,0 1 1,1-1-1,-1 1 1,0-1-1,1 1 0,-1-1 1,1 1-1,-1-1 1,0 0-1,1 0 0,-1 0 1,1 0-1,2 0 1,50-4 129,-1-1 1,1-3-1,78-23 1,-65 15 461,97-12 0,-159 28 481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9:16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4 149 896,'0'0'5011,"0"-10"-3939,-3-32 187,2 32 4851,6 10-4918,54-4-284,-1-3 0,100-23-1,-41 6-748,-73 16 572,0 1 0,53 1 0,-97 6-715,1 0 1,-1 1 0,1-1-1,-1 0 1,0 1 0,1-1-1,-1 1 1,1-1-1,-1 1 1,0-1 0,0 1-1,1-1 1,-1 1 0,0-1-1,0 1 1,1-1 0,-1 1-1,0-1 1,0 1-1,0-1 1,0 1 0,0-1-1,0 1 1,0 0 0,0-1-1,0 2 1,0 22 259,0-17-115,-1 5 43,0 0 1,0-1-1,-1 0 1,-1 1-1,0-1 1,-8 21-1,-36 62 777,15-37-542,25-41-304,-35 64 484,4 3-1,-48 150 1,79-210-327,5-17-238,0-1-1,0 1 1,1-1-1,0 1 1,-1 9-1,1-15-29,-1 0 32,1 0 8,1-5-2790,0 0 1327,1 0 0,0 0 0,0 0 0,1 1 0,-1-1 0,1 0 0,3-5 0,-3 5-522,8-18-6251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9:17.2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59 8260,'0'0'10687,"5"-1"-10188,38-9-128,1 2 0,50-3 0,97 3-39,-110 6 35,6 0-22,111-8 721,-193 9 2100,-10 0-2137,4 1-981,0 0 0,0 0 1,0 0-1,0 0 0,0 0 1,0 0-1,-1 0 0,1 0 0,0-1 1,0 1-1,0 0 0,0-1 1,0 1-1,0-1 0,-1 0 1,2 0-137,-10 1-5622,-32 0-4278,4 0 730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8:19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50 1265,'0'0'7096,"-12"-17"-1685,12 16-5272,0 0 1,0 0-1,0-1 1,0 1 0,0 0-1,-1 0 1,1 0-1,0-1 1,-1 1-1,1 0 1,0 0 0,-1 0-1,1 0 1,-1 0-1,0 0 1,1 0 0,-1 0-1,0 0 1,0 0-1,1 0 1,-1 0-1,0 0 1,0 1 0,0-1-1,0 0 1,0 1-1,0-1 1,-2 0-1,-19-3 1927,5 4 2400,9 0-943,12 1-3122,1-1-1,0 1 1,-1 1 0,1-1-1,-1 1 1,1-1 0,-1 1-1,8 5 1,40 26 2,-24-14 49,210 122-28,75 47-411,-224-128-15,114 98-1,-110-76 3,3-5 0,130 79 0,174 73 0,119 61 0,-246-119 0,36 20 0,-215-140 0,104 66 0,-164-96 0,59 27 0,-5-3 0,-21-6 0,2-4 0,1-3 0,81 25 0,-139-52 0,-1 0 0,0 1 0,19 12 0,-9-5 0,3 3 0,18 9 0,50 23 0,-72-37 0,-16-8 0,-1-1 0,1 0 0,-1 0 0,1 0 0,0-1 0,0 1 0,7 1 0,-9-3 0,-1-1 0,1 1 0,0 0 0,-1 1 0,1-1 0,-1 0 0,1 0 0,0 1 0,-1-1 0,1 1 0,-1-1 0,1 1 0,-1 0 0,1 0 0,-1-1 0,1 1 0,1 2 0,-7-1 0,-13-10 0,-8-11-1826,4-6-5923,8 3-1469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8:20.0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600 35 1569,'0'0'4522,"5"-5"-3604,8-23 11252,-13 27-12057,-1 1 0,1 0 0,-1 0 1,1 0-1,0 0 0,-1 0 0,1 0 0,-1 0 0,1-1 0,0 1 0,-1 0 1,1 1-1,-1-1 0,1 0 0,0 0 0,-1 0 0,1 0 0,-1 0 0,1 0 1,0 0-1,-1 1 0,1-1 0,0 0 0,-1 0 0,1 0 0,0 1 0,-1-1 1,1 0-1,0 1 0,0-1 0,-1 0 0,1 1 0,0-1 0,0 0 0,-1 1 1,1-1-1,0 0 0,0 1 0,0-1 0,0 0 0,0 1 0,-1-1 0,1 1 1,0-1-1,0 0 0,0 1 0,0-1 0,0 1 0,1 0 0,1 78 7601,0-63-7671,0 0 1,1 1 0,0-1-1,12 28 1,8 16-44,-1-7 0,23 89 0,-41-128 0,0 0 0,1-1 0,8 18 0,-13-30 0,0 0 0,0-1 0,0 1 0,0-1 0,0 1 0,0-1 0,0 1 0,-1-1 0,1 1 0,0-1 0,0 1 0,-1-1 0,1 1 0,0-1 0,-1 0 0,1 1 0,0-1 0,-1 1 0,1-1 0,-1 0 0,1 1 0,-1-1 0,1 0 0,0 0 0,-1 1 0,1-1 0,-2 0 0,-14 8 0,15-7 0,-154 83 0,79-40 0,-86 35 0,119-62 0,-95 42 0,116-49 0,1 2 0,0 1 0,1 0 0,-19 17 0,35-27-31,2-2 14,1 0 0,-1 0 0,1 0 0,0 0 0,-1 1 1,1-1-1,0 0 0,0 1 0,0-1 0,0 0 0,0 1 1,0-1-1,0 1 0,0 0 0,1-1 0,-1 1 0,1 0 0,-1-1 1,0 3-1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9:22.5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32 204 416,'0'0'5982,"-2"-4"-5217,-10-13-2,2 5 5061,10 11-5714,-1 0 0,0 0 0,0 1-1,1-1 1,-1 0 0,1 0 0,-1 0-1,1 0 1,-1 1 0,1-1 0,-1 0-1,1 0 1,0 0 0,0 0 0,-1 0-1,1 0 1,0 0 0,0 0 0,0 0-1,0 0 1,0 0 0,0-1 0,0 1-1,1 0 1,-1 0 0,0 1 0,0-1-1,1-2 1,1-1-53,0 0 1,0 1-1,0-1 0,0 0 0,1 0 1,-1 1-1,1 0 0,0-1 1,0 1-1,0 0 0,0 1 0,1-1 1,-1 0-1,6-2 0,59-30 602,-60 31-592,12-5-29,0 1 1,1 0-1,0 2 1,0 0-1,0 1 1,0 2-1,1 0 1,0 1-1,0 1 0,-1 1 1,24 3-1,-41-2-23,-1 0 0,0 1 1,1-1-1,-1 0 0,0 1 0,1 0 0,-1 0 0,0 0 0,0 0 0,-1 1 0,1-1 0,0 1 0,-1-1 0,1 1 0,-1 0 0,0 0 0,0 0 0,0 0 0,-1 0 0,1 1 0,-1-1 1,1 0-1,-1 1 0,0-1 0,0 1 0,-1 0 0,1-1 0,-1 5 0,1-1 35,0-1 0,-1 0 0,0 1 0,0-1 0,-1 1 0,0-1 0,0 0 1,0 0-1,-1 1 0,0-1 0,0 0 0,0 0 0,-1-1 0,0 1 0,-6 8 0,-11 6 102,-1 0 0,0-1 1,-2-1-1,-39 24 0,33-23-84,0 1 1,-41 38-1,70-57-67,0-1 1,0 0-1,0 0 1,0 0-1,0 0 1,0 0-1,0 0 1,0 1-1,0-1 0,-1 0 1,1 0-1,0 0 1,0 0-1,0 0 1,0 1-1,0-1 1,0 0-1,0 0 0,0 0 1,0 0-1,0 1 1,0-1-1,0 0 1,0 0-1,0 0 1,0 0-1,0 0 0,0 1 1,1-1-1,-1 0 1,0 0-1,0 0 1,0 0-1,0 0 0,0 1 1,0-1-1,0 0 1,0 0-1,1 0 1,-1 0-1,0 0 1,0 0-1,0 0 0,0 0 1,0 0-1,0 1 1,1-1-1,-1 0 1,0 0-1,0 0 1,0 0-1,0 0 0,1 0 1,-1 0-1,0 0 1,0 0-1,0 0 1,1 0-1,18 2 179,23-2 411,154-29 450,-12 0-382,-137 25-273,33-3 7861,-100 7-11336,-21 0-6556,12 0-1493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09:25.6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302 90 1072,'0'0'6534,"7"-7"-5573,-1-1-611,-4 5-171,0 0 0,0 0 0,0 0 0,1 1 0,-1-1-1,1 1 1,-1-1 0,1 1 0,0 0 0,6-3 1446,-11-6 3992,2 11-5616,0 0 0,0-1 0,1 1 0,-1-1 0,0 1 0,0-1 0,0 1 0,0-1 0,0 1 0,0-1 0,0 1 0,0-1 0,-1 1 0,1-1 0,0 1 0,0-1 0,0 1 0,0-1 1,-1 1-1,1-1 0,0 1 0,0-1 0,-1 1 0,1 0 0,0-1 0,-1 1 0,1 0 0,0-1 0,-1 1 0,1 0 0,-1-1 0,0 1 0,-6-3-16,0 0 1,0 0-1,0 1 1,-1 0 0,0 0-1,1 1 1,-1-1 0,-9 1-1,-64 3-184,68-1 154,3 0 42,0 1 0,0 0-1,0 0 1,1 1 0,-1 0 0,0 1 0,1 0-1,0 1 1,0-1 0,0 2 0,1-1 0,0 1-1,0 1 1,-8 7 0,13-10 7,1 0 1,-1 0-1,1 0 0,0 0 0,0 1 1,0-1-1,0 0 0,1 1 0,0 0 1,0-1-1,-1 9 0,0 57 87,3-49-68,-1 34 60,0-54-80,1 0 0,-1 0 0,1 0 0,-1 0 0,1 0 0,-1 0 1,1-1-1,0 1 0,0 0 0,-1 0 0,1-1 0,0 1 0,0 0 0,0-1 0,0 1 0,0-1 0,0 1 0,0-1 0,0 0 0,0 1 0,0-1 0,0 0 0,0 0 0,0 0 0,0 0 0,0 1 1,0-2-1,2 1 0,40 1 106,-35-1-120,3-1 24,0 0 0,0-1 1,-1 0-1,1-1 0,-1 0 1,0 0-1,0-1 0,0-1 0,13-8 1,14-9 63,33-28 1,-52 36 5,3-7-183,5-2 2852,-27 53-1928,-6 55 205,-4-1 0,-27 106 0,26-150-373,-19 41 0,19-52-247,1 1 0,1 1 0,-6 35 0,15-54-1,-1-2-1773,-7-15-1360,-34-36-10948,27 24 6064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0:27.3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560 31 3249,'0'0'10995,"0"-1"-10636,0 0 1,0 0-1,0 0 0,0 0 1,0 0-1,0 1 0,0-1 1,-1 0-1,1 0 0,0 0 0,0 0 1,-1 0-1,1 1 0,-1-1 1,0-1-1,-18-3-266,-1 2 1,0-1-1,0 2 0,0 1 1,-28 1-1,27 1-114,11-1 22,0 1 0,0 1 0,0 0 0,1 0 0,-1 1 0,1 0 0,-14 6 0,-63 38-38,61-33 29,-8 4 14,11-7-2,1 1 0,0 1 0,1 1 0,-31 28 0,49-41-5,1 0 0,-1 1 0,1-1 0,0 1 0,-1-1 0,1 1 0,0-1-1,0 1 1,0 0 0,0-1 0,1 1 0,-1 0 0,0 0 0,1 0 0,-1 0-1,1-1 1,-1 1 0,1 0 0,0 0 0,0 0 0,0 0 0,0 3 0,1-4-2,0 1 0,0 0 0,0-1 0,0 1 0,1-1 0,-1 1 0,0-1 0,0 0 1,1 0-1,-1 1 0,1-1 0,0 0 0,-1 0 0,1 0 0,0 0 0,-1-1 0,1 1 1,2 0-1,8 3-7,0-1-1,1-1 1,-1 0 0,1-1 0,15 0 0,-3-1 47,43-5 0,-58 3-27,-1 0 0,1 0 0,-1-1 1,0-1-1,0 0 0,0 0 0,11-7 0,4-6 67,34-30 0,-30 24 1,-29 23-34,1 0 0,0 0 1,0 0-1,0 0 0,0 1 1,0-1-1,0 0 0,0 0 1,0 0-1,0 0 0,0 0 1,0 0-1,0 0 0,0 1 1,0-1-1,0 0 0,0 0 1,0 0-1,0 0 0,0 0 1,0 0-1,0 1 0,0-1 0,0 0 1,0 0-1,0 0 0,0 0 1,0 0-1,0 0 0,0 0 1,0 1-1,0-1 0,1 0 1,-1 0-1,0 0 0,0 0 1,0 0-1,0 0 0,0 0 1,0 0-1,0 0 0,0 0 1,1 0-1,-1 0 0,0 0 1,0 1-1,0-1 0,0 0 0,0 0 1,0 0-1,0 0 0,1 0 1,-1 0-1,0 0 0,0 0 1,0 0-1,0 0 0,0 0 1,0-1-1,1 1 0,-1 0 1,0 0-1,0 0 0,0 0 1,0 0-1,-3 14-69,-26 56 961,14-36-251,1 1 0,-10 43 0,15-23-189,2 1 0,3 0 1,3 76-1,2-70-534,-1-61-279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0:29.4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108 119 1409,'0'0'6795,"4"-16"-5419,4-9-715,3-10 99,-1-8 3035,-13 61 121,-2 18-2774,-3 23-1320,-17 123 974,-8 48 204,23-183-785,-1-2 0,-34 85 0,45-139-3464,-1-1 0,1 0 0,3-17 1,8-12-4882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0:30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0 0,'1'0'10903,"3"0"-6721,19 1-3510,51 13 1554,-54-10-2044,0 0 0,22 2-1,125-3 4427,-167 0-4580,0 0 1,-1 0-1,0 1 0,1-1 1,-1 0-1,-1 0 0,1 0 1,0 0-1,-1 0 0,1 0 1,-1 0-1,-4 4 0,-30 32 137,19-23 12,-53 51 389,29-28-225,-39 48 0,88-85-41,0-1 0,1 0 0,-1 0 0,15-1 0,27-2-209,-30 0-190,1 2 0,0 0 0,29 5 0,-47-4 80,0 0 0,0 0 0,-1 0 0,1 0 0,0 1 0,-1 0 0,1-1 0,-1 1 0,1 0 0,-1 0 0,0 0 0,4 5-1,23 33-160,-15-19 77,-12-18 96,5 6-39,0 1 1,-1-1-1,7 14 0,-12-19 38,1 0 0,-1 0 0,0 0 0,0 0 0,0 0 0,0 0 0,-1 0 0,0 0 1,0 0-1,0 0 0,0 0 0,-1 0 0,0 5 0,-1-6 12,1 0 0,-1 0 0,1 0 0,-1-1 0,0 1 0,0-1 0,0 1 0,0-1-1,-1 1 1,1-1 0,-1 0 0,1 0 0,-1 0 0,0-1 0,1 1 0,-1-1 0,0 1 0,0-1 0,-6 1 0,-4 3 127,0-2 0,0 1 0,-19 1 0,-28-2 909,-105-6 0,39-1 2160,125 5-2963,0-15 953,1 19-2864,0 0-1,0 0 1,0 0 0,-1-1-1,0 1 1,0 0-1,0 0 1,0-1 0,-4 9-1,-6 7-10826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0:44.0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36 2049,'0'0'8583,"-16"4"-97,123-3-7164,35 0-174,268-30 0,-351 16 909,-59 14-2014,1-1 1,-1 1 0,0-1-1,0 1 1,0-1 0,0 1-1,1-1 1,-1 1 0,0-1-1,0 1 1,0 0-1,0-1 1,0 1 0,0-1-1,0 1 1,-1-1 0,1 1-1,0-1 1,0 1 0,0-1-1,0 1 1,-1-1 0,1 1-1,0-1 1,-1 0 0,1 1-1,-1 0 1,-5 23-2724,6-24 2469,0 1 0,-1-1 0,1 1 0,0 0 0,0-1 0,0 1 0,0 0 0,1-1 0,-1 1 0,0-1 0,0 1 0,0 0 0,0-1 0,1 1 0,-1-1 0,0 1 0,1-1 0,-1 1 0,0 0 0,1-1 0,-1 1 0,1-1 0,-1 0 0,0 1 0,1-1 0,-1 1 0,1-1 1,0 0-1,-1 1 0,1-1 0,0 0 0,27 4-6569,13-4-1263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0:44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12 1985,'0'0'9740,"0"-8"-6689,0 4-2633,-1 6 1716,-34 120 2528,-18 85-1504,40-90-2605,10-82-577,-1-1 0,-1 1 1,-20 65-1,25-99-138,0-1 0,0 1-1,0-1 1,0 1-1,0-1 1,0 1 0,-1 0-1,1-1 1,0 1-1,0-1 1,-1 1 0,1-1-1,0 0 1,-1 1-1,1-1 1,0 1 0,-1-1-1,1 1 1,-1-1-1,1 0 1,-1 1 0,1-1-1,-1 0 1,1 0-1,-1 1 1,0-1 0,-7-11-4894,1-25-3245,7 0 484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0:45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0 105 5587,'0'0'11493,"143"-60"-9860,-95 49-241,6 3-463,5-1-257,-5 3-400,-2 0-224,-8 4-48,-15 0-272,-10 2-1153,-19 21-6066,-33 6 2353,-22 6-1201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0:45.1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2913,'0'0'8116,"107"0"-5731,-61 0-608,0 0-480,-5-5-1025,-1 3-144,-4 0-128,-5 2-673,-2 0-2432,-6 0-3458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0:45.5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0 5891,'0'0'14118,"-12"19"-13259,-38 62-320,48-76-501,-1-1-1,1 1 1,0 0 0,0-1-1,0 1 1,0 0 0,1 0-1,0 0 1,0 1-1,1-1 1,-1 0 0,1 0-1,0 0 1,0 1-1,1-1 1,0 0 0,1 7-1,-1-8-36,0-3 0,-1 1 0,1 0 0,0-1 0,0 1 0,0-1 0,0 1 0,1-1 0,-1 0 0,0 1 0,0-1 0,1 0 0,-1 0 0,1 0 0,-1 0 0,1 0 0,0 0 0,-1 0 0,1-1 0,0 1 0,-1-1 0,1 1 0,0-1 0,0 1-1,0-1 1,-1 0 0,1 0 0,3 0 0,54-2 101,-59 2-100,6-1 8,0 0 1,0 0 0,-1 0 0,1-1 0,0 0 0,-1 0 0,0 0 0,1-1 0,-1 0 0,0 0 0,0 0 0,-1-1 0,1 1 0,-1-1 0,0 0 0,0-1 0,0 1 0,0-1 0,-1 1 0,1-1 0,-1 0 0,-1 0 0,1-1 0,-1 1 0,0-1 0,0 1 0,0-1 0,-1 1 0,0-1 0,0 0 0,0 0 0,-1 0 0,0 0 0,-1-10 0,0 13-5,0 0 0,0 0 0,0 0 0,0 1 0,-1-1 0,1 0 0,-1 1 0,0-1 0,0 1 0,0 0 0,0-1 0,0 1 0,0 0-1,-1 0 1,1 1 0,0-1 0,-1 0 0,0 1 0,1-1 0,-1 1 0,0 0 0,0 0 0,0 0 0,0 0 0,-5 0 0,-9-2 49,0 1 0,1 0 0,-24 2 0,33 0-30,2 0-16,0 0 0,1 1 0,-1 0 0,0 0 0,0 0 0,0 0 1,0 1-1,1 0 0,-1 0 0,1 0 0,-1 0 0,-6 6 0,8-6-110,1 0 0,0 0-1,0 0 1,0 0 0,1 0-1,-1 0 1,0 0 0,1 1-1,-1-1 1,1 0 0,0 1-1,0 0 1,0-1 0,0 1 0,0 0-1,1-1 1,-1 1 0,1 0-1,0-1 1,-1 1 0,1 0-1,1 0 1,-1 0 0,1 4-1,0-5-179,0-1 0,0 1 0,0 0-1,0-1 1,0 1 0,0 0 0,0-1 0,1 1-1,-1-1 1,1 0 0,-1 1 0,1-1-1,-1 0 1,1 0 0,0 0 0,0 0-1,-1 0 1,1-1 0,0 1 0,0 0-1,0-1 1,0 1 0,0-1 0,0 0-1,3 0 1,-4 1 118,44 4-5552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0:45.9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1 151 8404,'0'0'13758,"0"18"-12453,2 61-265,-1-74-953,-1-1-1,1 1 0,0-1 0,0 1 1,1-1-1,-1 0 0,1 1 0,0-1 1,0 0-1,0 0 0,1 0 1,-1-1-1,1 1 0,0-1 0,0 1 1,5 3-1,-6-4-19,-1-3 0,-1-7 349,-2-49-185,0 21-118,5-59 0,-2 85-104,0 1 0,1-1 0,0 1 0,0-1 1,1 1-1,0 0 0,0 0 0,1 0 1,0 1-1,0-1 0,1 1 0,5-7 0,-9 12-32,0 0 0,1 1 0,-1 0 0,0-1 0,1 1-1,-1 0 1,0-1 0,1 1 0,0 0 0,-1 0-1,1 0 1,0 0 0,-1 1 0,1-1 0,0 0 0,0 1-1,0-1 1,-1 1 0,1 0 0,0 0 0,0-1-1,0 1 1,0 0 0,0 0 0,2 1 0,-1 1-288,0-1 1,0 1-1,0 0 1,0 0-1,0 0 1,-1 0-1,1 0 1,-1 0-1,1 1 1,-1 0-1,0-1 0,3 6 1,3 4-3732,0-1 0,20 21 0,-1-10-5813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0:46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1 211 7395,'0'0'16653,"1"6"-15308,34 138 1496,-35-143-2852,0-1 0,0 1-1,0 0 1,1 0 0,-1 0 0,0-1-1,1 1 1,-1 0 0,0-1-1,1 1 1,-1 0 0,1-1 0,-1 1-1,1 0 1,-1-1 0,1 1 0,-1-1-1,1 1 1,0-1 0,-1 1-1,1-1 1,0 0 0,0 1 0,-1-1-1,1 0 1,0 1 0,0-1-1,-1 0 1,1 0 0,0 0 0,0 0-1,0 0 1,-1 0 0,1 0-1,0 0 1,0 0 0,0 0 0,-1 0-1,1 0 1,0-1 0,0 1 0,-1 0-1,1-1 1,0 1 0,0 0-1,-1-1 1,1 1 0,-1-1 0,1 1-1,0-1 1,39-32-401,-34 27 319,122-110-1962,-127 116 2059,-1 0-1,0 0 0,0 0 1,1 0-1,-1 0 0,0 0 1,0 0-1,1 0 0,-1 0 0,0 0 1,0 0-1,1 0 0,-1 0 1,0 1-1,0-1 0,1 0 1,-1 0-1,0 0 0,0 0 0,0 1 1,1-1-1,-1 0 0,0 0 1,0 0-1,0 1 0,0-1 1,1 0-1,-1 0 0,0 1 0,0-1 1,0 0-1,0 0 0,0 1 1,0-1-1,0 0 0,0 0 1,0 1-1,0-1 0,0 0 0,0 1 1,6 22-1,-1-4 27,-1-10-25,0 0 0,0 0 0,0-1 0,1 1 0,0-1 0,1 0 0,0-1 0,11 12 0,-13-15-15,1 0 1,0-1-1,0 1 0,0-1 1,0 0-1,0-1 0,0 1 1,1-1-1,-1 0 0,1 0 1,0-1-1,-1 0 0,1 0 1,0 0-1,9 0 0,-11-2 10,-1 0 0,1 0 0,-1 0 0,1 0 0,-1-1 0,0 1 0,1-1 0,-1 0 0,0 0 0,0 0 0,0 0 0,0 0 0,-1-1 0,1 1 0,-1-1 0,1 0 0,-1 0 0,3-5 0,7-10 22,19-37-1,-25 42-10,3-3 178,-1-1 1,-1 1 0,-1-2-1,0 1 1,-1-1 0,-1 0-1,-1 0 1,0 0 0,-1 0-1,-2-35 1,0 52-181,0 0 1,0-1 0,0 1-1,0 0 1,0-1-1,0 1 1,-1 0 0,1-1-1,-1 1 1,1 0-1,-1-1 1,1 1 0,-1 0-1,0 0 1,1 0-1,-1 0 1,0-1 0,0 1-1,0 0 1,0 0-1,0 1 1,0-1 0,0 0-1,0 0 1,-1 0-1,1 1 1,0-1 0,0 1-1,0-1 1,-1 1-1,1-1 1,0 1-1,-1 0 1,1 0 0,-1-1-1,1 1 1,0 0-1,-1 0 1,1 0 0,0 1-1,-1-1 1,1 0-1,0 0 1,-1 1 0,1-1-1,0 1 1,-1-1-1,1 1 1,0 0 0,0-1-1,0 1 1,0 0-1,0 0 1,-1 0 0,1 0-1,1 0 1,-1 0-1,0 0 1,0 0 0,0 0-1,0 2 1,-2 4-558,1 0 1,1 0 0,-1 0-1,1 0 1,0 15 0,4 9-3614,-2-29 3529,-1 0 1,1 0-1,0 0 0,-1-1 0,1 1 1,0 0-1,0 0 0,0-1 0,1 1 1,-1 0-1,2 1 0,21 12-7065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0:46.9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295 0 11701,'0'0'11454,"-20"1"-9283,-69 5-855,81-4-1177,0 0 0,0 0 0,0 1 0,1 0 1,-1 0-1,1 1 0,-1 0 0,1 0 0,0 1 1,1-1-1,-1 2 0,1-1 0,-6 7 0,0-1 52,6-6-158,0 0 0,1 0 0,0 1 0,0-1 0,0 1 0,1 0 0,0 0 0,0 1 0,1-1 0,-1 1 0,1 0 0,1 0 0,-1 0-1,1 0 1,1 0 0,-1 0 0,1 1 0,0-1 0,1 10 0,0-17-41,0 0-1,0 1 0,1-1 1,-1 1-1,0-1 1,1 0-1,-1 1 0,0-1 1,1 0-1,-1 1 1,0-1-1,1 0 1,-1 0-1,0 0 0,1 1 1,-1-1-1,1 0 1,-1 0-1,1 0 0,-1 0 1,1 0-1,-1 1 1,0-1-1,1 0 0,-1 0 1,1 0-1,-1 0 1,2-1-1,18 1-161,-15 0 130,3-2-7,0 0 0,0 0 0,0 0 1,0-1-1,-1 0 0,1 0 0,-1-1 0,0 0 0,0-1 0,0 1 0,7-7 0,3-3-59,0-1-1,29-33 0,-33 34 999,-12 25 438,-1 6-1708,-1-11 167,1 0 0,1 0 1,-1 1-1,1-1 1,0 0-1,0 0 0,1 0 1,0 0-1,3 8 1,-3-12-168,0 1 1,0-1-1,-1 0 1,1 1-1,1-1 1,-1 0-1,0 0 1,0 0 0,1 0-1,-1-1 1,1 1-1,0-1 1,-1 0-1,1 1 1,0-1-1,0 0 1,0-1-1,0 1 1,0 0 0,0-1-1,4 1 1,24 0-5877,2-1-1982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0:47.2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24 178 7716,'0'0'16938,"-4"17"-15719,-12 54-298,16-67-771,0-1-1,-1 1 1,2-1 0,-1 1 0,0-1 0,1 1 0,-1-1 0,1 0 0,0 1 0,2 5 0,3-4 1275,-6-18-895,-3-6-506,-2-10 68,1-1-1,0-46 1,5 69-255,-1-1 1,1 0-1,0 0 1,0 0 0,1 0-1,0 1 1,1-1 0,-1 0-1,2 1 1,-1 0-1,1 0 1,0 0 0,0 0-1,9-9 1,-11 13-229,1 1 0,0 0 0,-1 0 0,1 0 0,0 0 1,0 0-1,0 0 0,0 1 0,0 0 0,0 0 0,7-2 0,37-1-7945,-14 4 721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0:47.6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254 498 4226,'0'0'18483,"-7"-3"-17128,-2 0-1143,0 0-1,0 1 1,-1-1-1,1 2 1,0 0 0,-1 0-1,1 0 1,0 1-1,-1 1 1,1 0-1,0 0 1,-13 3-1,16-2-143,0 0-1,0 1 0,0-1 1,0 1-1,0 0 1,1 1-1,-1-1 0,1 1 1,0 0-1,0 0 1,0 1-1,1 0 0,-1 0 1,1 0-1,0 0 1,1 0-1,-1 1 0,1 0 1,-4 10-1,4-9-46,1 0 0,0 1 0,0-1 0,-1 15-1,3-21-20,0 1-1,0-1 0,-1 0 0,1 1 0,0-1 0,0 0 0,0 1 1,0-1-1,1 0 0,-1 1 0,0-1 0,0 0 0,1 1 0,-1-1 0,1 0 1,-1 0-1,1 1 0,0-1 0,-1 0 0,1 0 0,0 0 0,0 0 0,0 0 1,0 0-1,0 0 0,0 0 0,0 0 0,0-1 0,0 1 0,0 0 1,0-1-1,1 1 0,0 0 0,6 0-9,-1-1-1,0 0 1,1 0-1,-1-1 1,0 0-1,1 0 1,-1 0 0,0-1-1,0 0 1,0-1-1,0 1 1,-1-2-1,10-4 1,6-6-155,0-2 1,27-25-1,-34 28 53,43-37-723,-3-2 1,55-68 0,-87 93 537,-2-2-1,-1 0 1,-2-1 0,0-1 0,-3-1-1,23-62 1,-35 85 325,-1 0 0,0 0-1,0 0 1,1-17 0,-3 25 22,-1 1 1,1 0 0,0 0-1,-1-1 1,1 1-1,0 0 1,-1 0-1,1-1 1,-1 1-1,1 0 1,-1 0 0,1 0-1,0 0 1,-1 0-1,1 0 1,-1 0-1,1 0 1,-1 0-1,1 0 1,0 0-1,-1 0 1,1 0 0,-1 0-1,1 0 1,-1 0-1,1 0 1,0 0-1,-1 1 1,1-1-1,-1 0 1,1 0 0,0 0-1,-1 1 1,1-1-1,0 0 1,-1 1-1,1-1 1,-1 1-1,-10 7 274,0 0-1,1 1 1,0 1-1,0 0 1,1 0-1,-13 20 1,5-5 250,2 0 1,-15 32 0,22-37-426,1 0 0,1 0 0,1 1 1,1-1-1,0 1 0,2 0 0,0 0 0,2 0 0,0 1 1,5 35-1,-3-49-280,-1-1 1,1 0 0,1 0 0,-1 1-1,1-2 1,1 1 0,-1 0 0,1-1-1,0 1 1,1-1 0,-1 0 0,1 0-1,0-1 1,1 0 0,8 7-1,-7-7-569,-1 0-1,1-1 0,0 0 1,1 0-1,-1-1 0,1 0 1,-1 0-1,17 3 0,37-1-7431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0:48.0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0 8436,'0'0'11189,"-50"109"-7892,29-55-943,4 11-466,1 6-367,1 9-704,2 1-481,5-3-336,0-11-32,1-13-497,3-14-591,2-15-673,0-13-720,2-43-16536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0:48.3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66 7171,'0'0'8908,"24"-11"-5962,81-30-110,-96 38-2576,1 0 0,-1 1 0,1 0 0,-1 0 1,1 1-1,-1 1 0,1 0 0,0 0 0,-1 1 0,1 0 1,11 3-1,-14-2-151,0 0 1,-1 1-1,1 0 1,-1 0-1,0 0 1,0 1-1,0 0 1,-1 0-1,1 1 1,-1 0-1,0 0 1,7 8-1,-4-1-149,-1 0 0,0 1-1,0-1 1,-2 1-1,1 1 1,-2-1 0,0 1-1,0 0 1,-1 0-1,-1 0 1,0 0 0,-1 27-1,-1-36-66,0 0 1,0-1-1,0 1 0,0-1 0,-1 1 0,0 0 1,0-1-1,0 1 0,-1-1 0,1 0 0,-1 1 0,0-1 1,-1 0-1,1 0 0,0 0 0,-1-1 0,0 1 1,0 0-1,0-1 0,-1 0 0,1 0 0,-1 0 1,1 0-1,-1-1 0,0 1 0,0-1 0,-8 3 0,-14 7-212,0-2 0,0-1-1,-53 10 1,-90 5-580,121-18-81,44-5-934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0:48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360 19 10181,'0'0'14692,"-10"-3"-13660,-1-1-862,0 1 1,0 0-1,-1 1 0,1 1 0,0 0 0,-1 0 0,1 1 1,-1 0-1,1 1 0,-1 1 0,1-1 0,0 2 0,-15 4 1,9 1-89,0 1 1,0 1-1,0 0 0,1 1 1,-14 13-1,24-19-131,1-1 0,0 1 0,0 0 0,1 0 0,-1 1 0,1 0-1,0-1 1,1 1 0,-1 0 0,1 1 0,0-1 0,1 0 0,0 1 0,0 0-1,0 0 1,1-1 0,-1 8 0,2-13 33,0-1 0,0 1 0,0 0 0,0-1 0,1 1 0,-1-1 0,0 1 0,1 0 0,-1-1 0,0 1 0,1-1 0,-1 1 0,1-1 0,-1 1 0,0-1 0,1 0 0,-1 1 0,1-1 0,0 1 0,-1-1 0,1 0 0,-1 0 0,1 1 0,-1-1 0,1 0 0,0 0 0,-1 0 0,1 0 0,0 1 0,-1-1 0,2 0 0,25 1-136,-20-2 88,7 1-31,0-2 1,0 0 0,0 0-1,-1-1 1,1-1 0,-1-1-1,0 0 1,0 0 0,22-13-1,-18 7 26,0 0 0,0-1 0,-1-1 0,-1-1 0,0 0 0,14-17-1,-28 30 135,0 1-1,-1-1 0,1 0 1,0 1-1,-1-1 0,1 1 0,0-1 1,-1 0-1,1 0 0,-1 1 0,1-1 1,-1 0-1,1 0 0,-1 0 1,0 1-1,1-1 0,-1 0 0,0 0 1,0 0-1,0 0 0,0 0 0,0 0 1,0 0-1,0 0 0,0-1 0,-1 2-18,0 0 0,-1 1-1,1-1 1,0 0-1,-1 1 1,1-1 0,0 1-1,0 0 1,0-1-1,0 1 1,0 0 0,0 0-1,0-1 1,0 1-1,0 0 1,0 0 0,-1 1-1,-5 6 1,1-1-1,0 1 1,0 0 0,0 0-1,1 1 1,-8 16-1,11-20-207,0 0-1,1 1 1,-1-1-1,1 0 1,0 1-1,0-1 1,0 1-1,1-1 1,0 1-1,0-1 1,0 1-1,1-1 1,0 1-1,1 5 1,0-9-138,-1 0 0,0 0 0,0 0 0,0-1 0,1 1 0,-1 0 0,1 0 0,0-1 0,-1 1 0,1-1 0,0 1 0,0-1 0,0 0 0,0 0 0,0 0 0,0 0 0,0 0 0,1 0 0,-1-1 0,0 1 0,0-1 0,1 1 0,-1-1 0,4 0 1,36 2-7305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0:49.1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70 5603,'0'0'20209,"-19"-12"-18632,-65-35-606,79 45-931,-1 0 1,1 0-1,-1 1 1,1 0-1,-1 0 1,1 0-1,-1 1 0,1-1 1,-1 1-1,0 1 1,1-1-1,-1 1 1,1 0-1,-1 0 1,1 1-1,0 0 1,-1 0-1,1 0 1,0 0-1,0 1 1,0 0-1,1 0 1,-1 0-1,1 1 1,0-1-1,0 1 1,0 0-1,-6 8 1,8-10-96,1-1 1,0 1 0,0-1 0,0 1-1,0 0 1,0-1 0,0 1 0,0 0-1,0 0 1,1 0 0,-1 0 0,1 0-1,-1-1 1,1 1 0,0 0 0,0 0-1,0 0 1,0 0 0,0 0 0,0 0-1,1 0 1,-1 0 0,0 0 0,1 0-1,0 0 1,-1 0 0,1 0 0,0-1-1,0 1 1,0 0 0,0-1 0,0 1-1,1-1 1,-1 1 0,2 1 0,6 4-520,0 0 1,1 0 0,-1-1-1,1-1 1,13 7 0,11 6-613,-22-11 435,-2 0 1,1 1-1,13 14 1,-21-19 659,-1-1-1,1 1 1,-1 0-1,0 0 1,0 0-1,0 0 1,0 0-1,-1 1 1,1-1 0,-1 0-1,0 1 1,0-1-1,0 1 1,0-1-1,-1 1 1,1 0-1,-1 5 1,0-7 165,-1-1 0,1 0 0,-1 0 0,1 1 0,-1-1 0,0 0 0,1 0 0,-1 0 0,0 0 0,0 0 0,0 0 0,0 0 0,0 0 0,0 0 0,0 0 0,0 0 0,0-1 0,0 1 0,-1 0 0,1-1 0,-2 1 0,-34 12 1480,24-10-873,-33 12 1066,-3 0-603,-75 34-1,133-45-8478,15-7 3740,16-16-4011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0:49.6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0 10037,'0'0'8275,"-20"6"-4198,3-1-3257,-1-1 17,1 1-1,0 0 0,0 1 1,0 1-1,1 1 1,-25 15-1,40-22-874,0-1 0,0 1 0,-1 0 0,1 0 0,0-1 0,0 1 0,0 0 0,0 0 0,1 0 0,-1 0 0,0 0 0,0 0 0,0 0 0,1 0 0,-1 0 0,1 1 0,-1-1 0,1 0 0,-1 0 0,1 0 0,-1 1 0,1-1 0,0 0 0,0 1 0,0-1 0,0 0 0,0 1 0,0-1 0,0 0 0,0 0 0,1 1 0,-1-1 0,0 0 0,1 1 0,0 0 0,1 0-132,0 0 1,0 0-1,0 0 0,0 0 0,0 0 1,1 0-1,-1-1 0,1 1 1,-1-1-1,1 0 0,0 1 0,0-1 1,-1-1-1,6 2 0,12 2-175,-12-2 78,1-1 0,0 2 0,-1-1 0,13 6 0,-19-7 256,0 0 0,0 0 0,0 0 0,-1 1 1,1-1-1,-1 0 0,1 1 0,-1-1 1,1 1-1,-1-1 0,0 1 0,1-1 0,-1 1 1,0 0-1,0 0 0,-1 0 0,1 0 0,0 0 1,0 0-1,-1 0 0,1 0 0,-1 0 1,0 0-1,0 4 0,0-4 105,0 1 0,0-1 1,0 1-1,0-1 0,-1 1 1,1-1-1,-1 1 0,1-1 0,-1 0 1,0 1-1,0-1 0,-1 0 0,1 0 1,0 0-1,-1 1 0,1-1 1,-1-1-1,1 1 0,-1 0 0,-3 2 1,-2 1 209,0-2 1,0 1 0,0-1 0,0 0-1,-11 3 1,8-4 55,1 2-1,-1-1 1,1 1-1,0 1 1,-14 8-1,23-13-454,0 0-1,0 1 1,0-1-1,0 0 0,0 0 1,0 0-1,0 0 1,1 1-1,-1-1 1,0 0-1,0 0 0,0 0 1,0 0-1,0 0 1,0 0-1,0 1 1,0-1-1,0 0 0,0 0 1,0 0-1,1 0 1,-1 0-1,0 0 1,0 0-1,0 1 0,0-1 1,0 0-1,0 0 1,1 0-1,-1 0 1,0 0-1,0 0 0,0 0 1,0 0-1,1 0 1,-1 0-1,0 0 1,0 0-1,0 0 0,0 0 1,0 0-1,1 0 1,-1 0-1,0 0 1,0 0-1,0 0 0,0 0 1,0 0-1,1 0 1,-1 0-1,0-1 1,0 1-1,0 0 0,0 0 1,0 0-1,0 0 1,1 0-1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0:54.5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162 162 5651,'0'0'12773,"-14"-5"-12042,-43-17-154,17 4 502,37 16-956,0 0-1,-1 0 1,1 1 0,-1 0-1,1-1 1,-1 1-1,0 0 1,1 1-1,-1-1 1,0 1 0,-4-1-1,7 0 72,1-1-1,-1 0 1,1 0-1,-1 0 1,1 0 0,0 0-1,0 0 1,0 0-1,0 0 1,0 1-1,0-1 1,1 0 0,-1 0-1,1 0 1,-1 0-1,1 0 1,1-1-1,2-1-93,0 0 0,0 0-1,0 1 1,1 0-1,0 0 1,-1 0-1,1 1 1,0-1-1,1 1 1,-1 0-1,0 1 1,0-1 0,7 0-1,15-2 187,38-2 0,-37 4-184,406-15 1699,-426 17-1733,32 2 196,-38-2-251,0 0 0,-1 0 0,1 0 0,0 1 0,-1-1 0,1 1 0,-1-1 0,1 1 0,-1-1 0,1 1 0,-1 0 0,1 0 0,-1 0 0,0 0 0,1 0 0,-1 0 0,0 0 0,2 3 0,-3-4-80,1 1-1,-1-1 1,0 1 0,0-1 0,0 0 0,1 1-1,-1-1 1,0 1 0,0-1 0,0 1 0,0-1-1,0 1 1,0-1 0,0 1 0,0-1 0,0 1-1,0-1 1,-1 1 0,1-1 0,0 1-1,0-1 1,0 1 0,0-1 0,-1 0 0,1 1-1,0-1 1,0 1 0,-1-1 0,1 0 0,0 1-1,-1-1 1,1 0 0,-1 1 0,1-1 0,0 0-1,-1 0 1,0 1 0,-19 4-8926,6-5-3367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0:58.2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 0 7988,'0'0'6413,"-12"18"-3689,-36 58-800,45-70-1710,-1 1 0,1-1 0,1 1 0,-1 0 0,1 0 0,0 1 0,1-1 0,0 0 0,0 0 0,0 1 0,1-1-1,1 13 1,0 11 174,-22 153 255,11-107-2502,9-73 753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0:58.7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 66 8036,'0'0'5391,"25"-9"-3544,-2-1-1364,-4 2-85,1 0 0,0 2-1,1 0 1,0 1 0,-1 1 0,33-2 0,-25 5-17,14-1 37,67 4-1,-98-1-405,-1 1-1,1 0 1,-1 0-1,1 1 1,-1 0 0,0 1-1,0 0 1,-1 0-1,1 1 1,-1 0-1,13 11 1,-19-14-10,0 0-1,-1 0 0,1 1 1,-1-1-1,0 1 1,0 0-1,0 0 1,0 0-1,-1 0 0,1 0 1,-1 0-1,0 0 1,1 0-1,-1 0 1,-1 1-1,1-1 0,0 0 1,-1 1-1,0-1 1,0 1-1,0-1 1,0 0-1,0 1 0,-1-1 1,1 0-1,-1 1 1,0-1-1,0 0 1,0 1-1,-1-1 0,1 0 1,-1 0-1,0 0 1,0-1-1,0 1 0,0 0 1,0-1-1,0 1 1,-1-1-1,1 1 1,-1-1-1,-5 3 0,-17 13 39,-2-1-1,0-1 0,-44 18 0,-93 30 534,133-53-286,-56 21 1127,86-32-1393,0 1 0,-1-1-1,1 0 1,0 1 0,0-1 0,0 1 0,0 0 0,0-1-1,1 1 1,-1 0 0,0 0 0,0-1 0,0 1 0,1 0-1,-1 0 1,0 0 0,1 0 0,-1 0 0,1 0 0,-1 0-1,1 0 1,-1 2 0,1-2-14,0 0-1,0 0 1,1 0 0,-1 0-1,0 0 1,1 0-1,-1 0 1,1 0 0,-1 0-1,1 0 1,-1 0-1,1 0 1,0 0 0,-1 0-1,1 0 1,0-1-1,0 1 1,1 1 0,8 5-35,0-1 1,0 0-1,18 7 1,-15-7 68,32 18-420,46 32-1,-72-43 79,0 1-1,-2 1 0,1 1 0,25 31 0,-38-40 205,-1-1-1,1 2 0,-1-1 0,-1 0 1,1 1-1,2 10 0,-4-15 94,-2 0 0,1 0 0,0 0 1,0 0-1,-1 0 0,0 0 0,0 1 0,0-1 0,0 0 0,0 0 0,0 0 1,-1 0-1,0 0 0,1 0 0,-1 0 0,0 0 0,-1 0 0,1 0 1,0-1-1,-3 4 0,-1 0 70,0-2 0,-1 1 0,1-1 0,-1 1 0,0-2 0,-1 1 0,1-1 0,-11 4 0,-63 21 1331,56-21-894,-21 9-165,0-3-1,-1-1 1,0-3-1,0-1 1,-57 1-1,113-10-1310,0 0 1,0-1-1,-1 0 0,19-6 1,-4 0-501,107-32-8993,-57 12 2969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0:59.2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0 6371,'0'0'14540,"-23"4"-13035,-74 15-268,85-16-1039,1 1 0,0 0-1,0 1 1,0 0 0,0 1-1,1 0 1,0 1-1,0 0 1,1 0 0,0 1-1,0 1 1,1-1-1,-15 20 1,19-24-162,0 0 0,1 1 0,-1 0 0,1 0 1,0 0-1,0 0 0,1 0 0,0 1 0,-1-1 0,2 1 0,-1 0 0,1-1 0,0 1 0,0 0 1,0 0-1,1 9 0,0-14-36,1 0-1,-1 0 1,1 0 0,-1 0 0,1 0 0,-1 0 0,1 0-1,0 0 1,-1 0 0,1 0 0,0 0 0,0-1 0,0 1 0,0 0-1,-1-1 1,1 1 0,0 0 0,0-1 0,0 1 0,0-1-1,0 0 1,1 1 0,-1-1 0,0 0 0,0 1 0,0-1-1,2 0 1,38 1-69,-31-1 25,6 0-150,0-1-1,0-1 0,1 0 1,-1-1-1,26-8 1,-33 8 42,-1-1 0,0 1 0,0-1 1,0-1-1,0 0 0,-1 0 1,0 0-1,0-1 0,0 0 0,-1 0 1,1-1-1,5-7 0,-11 12 145,1-1-1,-1 1 1,0 0-1,1 0 1,-1-1-1,0 1 1,0-1-1,-1 1 1,1-1-1,0 1 1,-1-1-1,0 1 1,1-1-1,-1 0 1,0 1-1,0-1 1,-1-4-1,0 6 50,1-1 0,-1 1-1,0 0 1,1-1 0,-1 1 0,0 0-1,0-1 1,0 1 0,0 0-1,0 0 1,0 0 0,0 0-1,0 0 1,0 0 0,-1 0 0,1 0-1,0 1 1,-1-1 0,1 0-1,-1 1 1,1-1 0,0 1-1,-1-1 1,1 1 0,-1 0 0,1 0-1,-1 0 1,1 0 0,-1 0-1,-1 0 1,2 0-25,0 0 0,-1-1 0,1 1 0,0 0 1,0 0-1,0 1 0,-1-1 0,1 0 0,0 0 0,0 1 0,0-1 0,0 0 0,0 1 0,-1-1 0,1 1 1,0-1-1,0 1 0,0 0 0,0 0 0,1-1 0,-1 1 0,0 0 0,-1 1 0,1 1-16,0 0 0,0 0-1,1 0 1,-1 0 0,1 0-1,0 0 1,-1 0 0,2 5-1,-1-6-119,0 1 0,0-1 1,1 1-1,-1-1 0,1 1 0,-1-1 0,1 1 0,0-1 0,0 1 0,0-1 0,0 0 0,0 0 0,1 1 0,-1-1 1,1 0-1,0 0 0,-1 0 0,1-1 0,0 1 0,0 0 0,0-1 0,0 1 0,0-1 0,1 0 0,-1 1 1,0-1-1,1 0 0,-1 0 0,0-1 0,4 2 0,8 1-1988,-1-1 0,1-1 1,-1 1-1,21-2 0,-24 0 443,38 0-6521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0:59.4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 0 10037,'0'0'5986,"-130"25"-2768,93 6-913,7 7-1041,12-2-367,7 1-497,11-1-272,0-7-112,2-6 0,25-4-16,7-11-784,8-8-977,6 0-1376,8-12-1458,11-22-1487,2-10-1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0:59.9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362 1 8292,'0'0'11474,"-18"19"-8683,9-10-2461,-8 9 196,1 0 0,1 1-1,0 0 1,1 1 0,2 1-1,-18 36 1,-6 48 1076,5 0 0,-23 138 1,26-109-1152,21-101-420,-2-1 0,-2 0-1,-26 56 1,36-86-63,0-7-33,1 0 1,-1 1-1,1-1 0,0 0 1,1 0-1,-1 1 0,1-1 1,-1 0-1,1 1 1,3-8-1,20-44-573,-18 44 485,20-40-810,1 1 1,37-50-1,-54 86 719,1 0-1,1 1 0,0 1 1,1 0-1,0 0 0,1 1 1,1 1-1,0 1 1,0 0-1,30-14 0,-33 20 226,0 0 0,0 1 0,0 1 0,1 0 0,-1 1 0,0 0 0,16 1 0,-27 0 25,1 1-1,0-1 0,-1 0 1,1 0-1,0 1 0,-1-1 1,1 1-1,0 0 0,-1-1 0,1 1 1,-1 0-1,1 0 0,-1 0 1,0 0-1,1 0 0,-1 0 1,0 1-1,0-1 0,0 0 1,0 0-1,0 1 0,0-1 1,0 1-1,0-1 0,0 1 0,-1-1 1,1 1-1,-1 0 0,1-1 1,-1 1-1,1 0 0,-1-1 1,0 1-1,0 2 0,0 0 36,1 1-1,-1-1 0,0 1 0,-1-1 1,1 1-1,-1-1 0,0 1 1,0-1-1,-1 0 0,1 1 0,-1-1 1,-3 6-1,-1-2 64,0-1 0,0 0 0,0 0 0,-1-1 0,0 0 0,-1 0 0,-9 6 0,-64 34 893,43-25-553,-13 5 157,34-18-363,1 0 1,1 0-1,0 1 0,0 1 0,-24 22 0,36-30-216,1 0 1,0 1-1,0-1 0,0 0 0,1 1 0,-1 0 1,1-1-1,-1 1 0,1 0 0,0 0 0,0 0 1,0 0-1,0 0 0,1 0 0,-1 0 0,1 0 1,0 0-1,0 0 0,0 4 0,1-3-12,0 1 1,0-1-1,1 0 0,-1 0 0,1 0 0,0-1 1,0 1-1,0 0 0,1-1 0,0 1 1,-1-1-1,5 4 0,4 3-31,1 0-1,-1-2 1,1 1-1,1-1 1,-1-1 0,2 0-1,13 5 1,-10-7-543,1 0 0,-1-1 0,1 0 0,0-2 0,0 0 0,0-1 0,25-2 1,-29 0-1150,0 0 1,0-1-1,-1-1 1,1 0 0,25-11-1,16-15-9041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1:00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88 224 3778,'0'0'19262,"-15"22"-17050,-42 71-657,55-88-1438,0-1 0,0 0 0,0 0 1,0 1-1,1-1 0,-1 1 0,1-1 0,0 1 0,1 0 0,-1-1 0,1 1 1,0 0-1,0 0 0,1-1 0,-1 1 0,1 0 0,2 7 0,-2-10-93,0 0 0,0 0 0,0 0-1,1 0 1,-1 0 0,1 0-1,-1 0 1,1 0 0,0 0-1,-1 0 1,1-1 0,0 1-1,0-1 1,0 0 0,0 1-1,1-1 1,-1 0 0,0 0-1,0 0 1,1-1 0,-1 1-1,1 0 1,-1-1 0,1 0 0,-1 0-1,4 1 1,2-1-23,-1-1 0,1 1 0,0-1 0,0 0 0,-1-1 0,1 0 1,-1 0-1,1-1 0,-1 1 0,0-2 0,0 1 0,0-1 0,0 0 0,-1-1 0,1 1 0,5-7 1,7-5-267,-1-2 0,0 1 1,-1-2-1,22-33 0,-38 51 319,-1 4-12,0 0-59,-1 10-3,2 1 1,-1 0 0,2 0-1,0-1 1,5 19 0,-6-29-4,0 0 0,0 0 1,0 0-1,1 0 0,-1 0 1,1 0-1,0 0 0,0-1 1,0 1-1,0-1 0,0 1 1,1-1-1,-1 0 0,1 0 1,0 0-1,-1 0 0,1-1 1,0 1-1,0-1 0,0 1 1,0-1-1,0 0 0,0 0 1,0 0-1,1-1 0,-1 1 1,0-1-1,0 0 0,5 0 1,-4 0 6,-1 1 1,1-1-1,-1-1 0,1 1 1,-1 0-1,1-1 1,0 0-1,-1 0 1,0 0-1,1 0 1,-1 0-1,0-1 1,1 1-1,-1-1 1,0 0-1,0 0 1,0 0-1,-1-1 1,1 1-1,-1-1 0,1 1 1,-1-1-1,0 0 1,0 0-1,0 0 1,0 0-1,3-6 1,7-13 78,-2 0 1,0 0 0,-1-1-1,-1-1 1,-1 1 0,6-35-1,-6 5 698,0-101-1,-7 154-779,0 0 1,0 0-1,-1 0 0,1-1 1,0 1-1,0 0 0,0 0 1,0 0-1,0 0 0,-1 0 1,1 0-1,0 0 0,0 0 1,0 0-1,0 0 0,0 0 0,-1 0 1,1 0-1,0 0 0,0 0 1,0 0-1,0 0 0,-1 0 1,1 0-1,0 0 0,0 0 1,0 0-1,0 0 0,0 1 1,0-1-1,-1 0 0,1 0 1,0 0-1,0 0 0,0 0 1,0 0-1,0 0 0,0 0 1,0 1-1,-1-1 0,1 0 1,0 0-1,0 0 0,0 0 1,0 0-1,0 1 0,0-1 1,0 0-1,0 0 0,0 0 1,-6 37-4296,11-11-2732,10-9-1670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1:00.8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429 0 8884,'0'0'4693,"-23"2"-721,7-1-3182,-3-1 156,0 1 0,0 1 0,1 1 0,-1 1 0,1 1 0,-34 12 0,23-4 236,1 0 1,1 2 0,-36 25-1,56-35-1069,1-1 1,0 1-1,1 0 0,-1 1 0,1-1 1,0 1-1,0 0 0,1 0 0,0 1 1,0-1-1,1 1 0,-1 0 0,1 0 1,1 0-1,-1 0 0,1 1 0,1-1 0,-1 1 1,0 11-1,3-18-109,-1 1 0,0 0-1,1-1 1,-1 1 0,1 0 0,-1-1 0,1 1-1,0-1 1,0 1 0,0-1 0,0 0 0,0 1-1,0-1 1,0 0 0,0 0 0,1 1 0,-1-1-1,0 0 1,1 0 0,-1-1 0,1 1 0,-1 0-1,1 0 1,-1-1 0,1 1 0,-1-1 0,1 1-1,0-1 1,-1 0 0,1 1 0,0-1 0,-1 0 0,3 0-1,10 1-15,0-1 0,28-2 0,-32 1-1,2-1-63,0 0-1,-1 0 1,1-1-1,-1 0 1,1-1-1,-1-1 1,0 0-1,-1 0 1,0-1-1,1 0 1,-2-1-1,1 0 1,-1-1-1,0 0 1,0 0-1,-1-1 1,8-11-1,-10 0 480,-5 14-117,-1 15-174,0-1-370,0 0 1,0-1-1,1 1 0,0 0 1,0 0-1,1-1 1,4 12-1,-5-16-132,1 0 0,0 0 0,0 0 0,0 0 0,0 0 0,1-1 0,-1 1 0,1-1 0,0 1 0,-1-1 0,1 0 0,0 0 0,0-1 0,0 1 0,1 0 0,-1-1 0,0 0 0,1 0 0,6 1 0,26 2-6202,4-3-2989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1:01.1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106 194 2865,'0'0'23427,"-1"15"-21768,-2 4-1132,-1 44 2111,-16-64-1208,16 0-1421,0-1-1,0 0 1,0-1 0,0 1 0,0-1 0,0 0 0,1 0 0,-1 0 0,1 0 0,0 0 0,0-1 0,0 1 0,0-1 0,1 0 0,0 0 0,-1 0 0,1 0 0,1-1-1,-1 1 1,1 0 0,-2-7 0,-1-3-5,1 0 1,1 0-1,0 0 0,1-1 0,1-22 0,1 33-164,-1-1-1,1 1 1,0 0 0,0 0 0,0 0-1,1 0 1,0 0 0,-1 0 0,1 0-1,1 0 1,-1 1 0,0-1 0,1 1-1,0 0 1,0 0 0,0 0 0,0 0-1,0 0 1,1 0 0,-1 1 0,1 0-1,0-1 1,-1 2 0,1-1-1,0 0 1,0 1 0,0-1 0,0 1-1,5 0 1,14-4-1582,1 2-1,-1 0 1,1 2-1,25 1 1,-28 1 399,23-1-7357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1:01.5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284 484 9636,'0'0'13284,"-23"3"-10088,-74 11-827,88-12-2137,0 0 1,1 0-1,-1 1 0,0 0 0,1 1 1,0 0-1,0 0 0,0 1 0,0 0 1,1 0-1,0 1 0,0 0 0,0 0 1,1 0-1,0 1 0,0 0 0,-8 14 1,11-16-226,0 0 1,1 0 0,0 1 0,0-1 0,0 1-1,0-1 1,1 1 0,0 0 0,1-1 0,-1 1-1,1 0 1,0 6 0,0-11-8,0 0 0,1 0 0,-1 0 0,0 0 0,0 0 0,0 0 0,1 0 0,-1-1 0,0 1 0,1 0 0,-1 0 0,1 0 0,-1-1 0,1 1 0,-1 0 0,1 0 0,-1-1 0,1 1 0,0-1 0,-1 1 0,1 0 0,0-1 0,1 1 0,26 6 0,-20-6 0,-1-2 0,1 1 0,0-1 0,0 0 0,12-3 0,-10 0 0,-1 0 0,1-1 0,-1 0 0,-1 0 0,1-1 0,13-12 0,47-48 0,-61 57 0,38-41-218,-3-1 0,-2-2 0,-3-2 0,-2-1 0,-2-2 0,34-81 0,-64 128 171,0 3 41,0 0 0,-1-1 1,0 1-1,0-1 0,-1 0 1,0 0-1,-1 0 0,1 0 1,-2-11-1,0 20 16,0 0 0,0-1-1,0 1 1,0 0 0,0 0 0,0 0 0,0 0-1,0 0 1,0-1 0,0 1 0,0 0 0,-1 0 0,1 0-1,0 0 1,0 0 0,0 0 0,0-1 0,0 1-1,-1 0 1,1 0 0,0 0 0,0 0 0,0 0 0,0 0-1,-1 0 1,1 0 0,0 0 0,0 0 0,0 0-1,0 0 1,-1 0 0,1 0 0,0 0 0,0 0-1,0 0 1,0 0 0,-1 0 0,1 0 0,0 0 0,0 0-1,0 0 1,0 0 0,-1 1 0,1-1 0,0 0-1,0 0 1,0 0 0,0 0 0,0 0 0,0 0 0,-1 1-1,1-1 1,-7 2 86,0 1-1,1 0 1,-1 1 0,1-1-1,0 1 1,0 1 0,0-1-1,0 1 1,-7 7 0,-46 57 28,52-59-106,-13 15-15,2 1-1,1 1 0,1 1 0,2 0 0,-12 31 1,19-40-4,1 1 1,0 1 0,1-1-1,2 1 1,0 0 0,1 0 0,1 0-1,2 32 1,0-47-140,0-1-1,0 0 1,0 0-1,0 0 1,1 0-1,0 0 1,0 0 0,0 0-1,1 0 1,-1-1-1,1 1 1,0-1-1,0 0 1,1 0 0,-1 0-1,1 0 1,0-1-1,0 0 1,0 1-1,1-1 1,-1-1-1,1 1 1,0-1 0,-1 1-1,1-1 1,0-1-1,6 2 1,12 3-1563,1-2 0,0-1 0,-1-1 0,42-1 0,-54-1 1035,98 0-10788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1:01.8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1 10197,'0'0'15292,"-22"25"-12976,1-2-1703,5-7-209,2 0 0,0 0 0,1 1 0,1 1-1,1 0 1,0 1 0,-16 39 0,-25 94 769,30-80-1226,-49 103 0,71-175-10,0 0-1,0 0 1,0 0-1,0 0 0,0 0 1,0 1-1,0-1 1,0 0-1,0 0 0,0 0 1,0 0-1,0 0 1,0 0-1,0 1 1,0-1-1,0 0 0,0 0 1,0 0-1,0 0 1,0 0-1,0 1 0,0-1 1,0 0-1,0 0 1,0 0-1,0 0 1,0 0-1,-1 0 0,1 0 1,0 0-1,0 1 1,0-1-1,0 0 1,0 0-1,0 0 0,-1 0 1,1 0-1,0 0 1,0 0-1,0 0 0,0 0 1,0 0-1,0 0 1,-1 0-1,1 0 1,0 0-1,0 0 0,0 0 1,0 0-1,0 0 1,-1 0-1,1 0 0,0 0 1,0 0-1,0 0 1,0 0-1,0 0 1,0 0-1,-1-1 0,1 1 1,0 0-1,0 0 1,0 0-1,0 0 0,0 0 1,0 0-1,-2-15-3137,4-22-2269,6-23-4118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1:02.1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 78 9812,'0'0'4651,"26"-13"20,-1 0-3440,-13 5-663,1 1 0,0 1 0,0 0 0,1 1 0,0 0 0,0 1 0,0 1-1,0 0 1,1 1 0,25-1 0,-23 3-44,0 1-1,0 1 1,0 0-1,0 1 1,0 1-1,-1 1 0,0 0 1,28 13-1,-37-14-479,0 0-1,0 0 0,0 0 1,-1 1-1,0 0 0,1 1 1,-2-1-1,1 1 0,-1 0 1,0 1-1,0-1 0,0 1 1,-1 0-1,0 0 0,-1 0 1,1 1-1,-1-1 0,-1 1 1,0 0-1,2 11 0,-3-13-38,0 1-1,-1-1 1,0 1-1,0-1 1,-1 1-1,0-1 1,0 0-1,0 1 1,-1-1-1,0 0 1,0 0-1,-1 0 1,1 0-1,-1 0 1,-1-1-1,1 1 1,-1-1-1,0 0 0,0 0 1,0 0-1,-1 0 1,0-1-1,-7 6 1,-9 4-8,0-1-1,0 0 1,-2-2-1,-39 15 1,-84 25 3,73-27-1004,-72 35-1,140-57 563,1 0-1,-1 1 1,1 0-1,0 0 1,0 0-1,0 0 1,-3 5-1,6-8 190,1 1 0,-1 0 1,1-1-1,-1 1 0,1 0 0,-1-1 0,1 1 0,0 0 1,-1 0-1,1 0 0,0-1 0,0 1 0,0 0 1,-1 0-1,1 0 0,0-1 0,0 1 0,0 0 0,1 2 1,-1-2-185,1 0 1,-1 0-1,1 0 1,0-1 0,-1 1-1,1 0 1,0 0 0,0 0-1,0 0 1,0-1-1,-1 1 1,1 0 0,0-1-1,0 1 1,0-1 0,1 1-1,-1-1 1,2 1-1,32 8-8828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1:02.5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335 12 10501,'0'0'15031,"-24"-3"-12702,-80-6-526,96 9-1668,-1 1-1,1 0 1,0 0-1,0 1 0,0 0 1,0 0-1,0 1 1,0 0-1,1 0 1,-1 1-1,1 0 1,0 1-1,0-1 0,0 1 1,1 0-1,-1 1 1,1 0-1,1 0 1,-1 0-1,1 1 0,0-1 1,-7 14-1,6-10-131,0 1 0,1-1-1,0 1 1,-4 16 0,7-22-4,0 1 1,1-1 0,0 1 0,0-1 0,1 1-1,-1 0 1,1-1 0,0 1 0,1 0-1,0 0 1,1 5 0,-2-10 0,1 0 0,0 0 0,-1 0 0,1-1 0,0 1 0,-1 0 0,1-1 0,0 1 0,0 0 0,-1-1 0,1 1 0,0-1 0,0 1 0,0-1 0,0 0 0,0 1 0,0-1 0,0 0 0,0 0 0,0 1 0,0-1 0,0 0 0,0 0 0,1 0 0,31-1 0,-23 0 0,5-1-46,0-1 0,0 0 1,0-1-1,0 0 0,-1-2 0,0 1 0,0-2 0,0 0 1,-1-1-1,0 0 0,0-1 0,-1 0 0,0-1 0,-1 0 1,0-1-1,11-14 0,-8-9 419,-14 26-95,-8 24-150,3-1-169,0 0 0,1 0 0,1 1 1,1 0-1,0 0 0,1 0 0,1 30 0,0-42 0,0-3-165,0 1 1,0 0-1,0 0 0,0 0 1,1 0-1,-1 0 0,1 0 1,-1 0-1,1 0 0,0-1 1,-1 1-1,1 0 0,0 0 1,0-1-1,0 1 0,1-1 1,-1 1-1,0-1 0,1 1 1,-1-1-1,0 0 0,1 0 1,0 0-1,-1 1 1,1-1-1,0-1 0,-1 1 1,1 0-1,0 0 0,3 0 1,4 1-1497,0-1 0,0 0 0,0 0 0,0-1 0,15-1 1,27-5-8381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1:02.9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277 25 12710,'0'0'19291,"-14"-4"-18605,-48-13-606,58 16-80,0 0 0,0 0 0,0 1 0,0 0 0,0-1 0,0 1 0,0 0 0,-1 1 0,1-1 0,0 1 0,0 0 0,0 0 0,0 0 0,1 1 0,-1-1 0,-7 5 0,9-5 0,0 1 0,0-1 0,1 1 0,-1 0 0,0 0 0,1 0 0,-1 0 0,1 0 0,0 0 0,0 0 0,0 0 0,0 0 0,0 1 0,0-1 0,0 0 0,1 1 0,-1-1 0,1 1 0,0-1 0,0 1 0,0-1 0,0 0 0,0 1 0,1 3 0,0-4-10,-1-1-1,1 1 1,0 0-1,0-1 1,0 1-1,0 0 1,0-1 0,0 1-1,0-1 1,1 0-1,-1 1 1,0-1-1,1 0 1,-1 0-1,1 0 1,1 2 0,35 16-445,-17-8 31,-14-6 131,0-1 0,-1 1 0,1 0 0,-1 1 1,10 12-1,-15-17 275,0 0 1,0 0-1,0 0 1,0 1-1,0-1 1,0 0-1,-1 1 0,1-1 1,0 1-1,-1-1 1,1 0-1,-1 1 1,0-1-1,1 1 1,-1-1-1,0 1 1,0 0-1,0-1 1,0 1-1,0-1 0,0 1 1,-1-1-1,1 1 1,0-1-1,-1 1 1,1-1-1,-1 0 1,0 1-1,1-1 1,-1 1-1,0-1 1,0 0-1,0 0 0,0 1 1,0-1-1,0 0 1,0 0-1,0 0 1,0 0-1,-2 0 1,-9 6 199,-1-1 1,0-1 0,0-1-1,-1 1 1,0-2 0,1 0-1,-1-1 1,-18 1 0,-31 7 747,38-3-1052,31-7-3603,42-10-4447,-5-5-250,6-4-2946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1:03.3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341 9 3153,'0'0'19906,"-23"-2"-16115,15 1-3518,-16-2 520,1 1 1,-1 2 0,0 0 0,0 2-1,1 0 1,-34 8 0,51-8-778,0 1-1,0-1 1,0 1 0,0 1 0,1-1-1,-7 6 1,10-9-17,1 1 1,0 0-1,0-1 1,0 1-1,1 0 1,-1 0-1,0 0 1,0 0-1,0 0 1,1 0-1,-1 0 1,0 0-1,1 0 1,-1 0-1,1 0 0,-1 0 1,1 0-1,-1 1 1,1-1-1,0 0 1,0 0-1,0 0 1,0 1-1,0-1 1,0 0-1,0 0 1,0 1-1,0-1 0,0 0 1,1 0-1,-1 0 1,0 1-1,1-1 1,-1 0-1,1 0 1,0 0-1,-1 0 1,1 0-1,0 0 1,1 1-1,5 4 1,0-1 0,1-1 0,0 1 0,0-1 0,0-1 0,0 1 0,16 3 0,-3 0 0,-11-3-43,4 0-265,-2 0 0,1 2-1,0-1 1,-1 2 0,0-1-1,20 16 1,-32-21 298,1-1 0,0 1 0,-1-1 0,1 1-1,0-1 1,-1 1 0,1-1 0,0 1 0,-1-1 0,1 1 0,-1 0 0,1-1 0,-1 1-1,0 0 1,1 0 0,-1-1 0,0 1 0,1 0 0,-1 0 0,0 0 0,0-1-1,0 1 1,0 0 0,0 0 0,0 0 0,0 0 0,0-1 0,0 1 0,0 0 0,0 0-1,0 0 1,-1-1 0,1 1 0,0 0 0,-1 0 0,1-1 0,0 1 0,-1 0 0,1 0-1,-1-1 1,1 1 0,-1-1 0,1 1 0,-1 0 0,0-1 0,1 1 0,-1-1-1,0 1 1,1-1 0,-1 0 0,0 1 0,0-1 0,-1 1 0,-5 2 136,-1-1 0,1 0 0,-1 0 0,-11 1 0,15-3-39,-30 5 400,-55 10 1098,82-13-1820,0 0 1,1 0-1,-1 0 0,0 1 1,1 0-1,0 1 0,-1 0 0,1 0 1,-10 9-1,5-4-4738,3-6-1249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1:11.5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1 3169,'0'0'18565,"0"5"-18209,-4 24 819,-13 47 0,0-5-219,0 37 597,5 1 1,2 133 842,10-267-2385,-1 7-1275,1 10-533,0 0-1,0-1 1,0 1-1,1 0 1,1-1-1,1-7 1,8-9-7007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1:12.7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28 0,'0'0'4637,"0"-5"-3405,-1 0-417,0-13 14612,21 18-14994,61 5-261,0 2 0,97 23 0,-70-11-3,-70-11 522,-40 10 283,-5-10-844,-1 0-1,0-1 1,-1 0 0,1 0-1,-1 0 1,-1-1 0,1-1-1,-15 7 1,-7 5 152,18-10-197,-1 1 0,0-2 0,0 0 0,-1-1 0,1 0 0,-1-1 0,-19 2 0,25-2-27,12 2-115,18 6-64,-18-10 148,24 11-168,-2 2 1,40 30-1,-53-36 57,-1 1-1,0 1 0,0-1 1,-1 2-1,0 0 0,15 25 1,-23-35 73,-1 1 0,1 0 0,-1 0 0,0 0 0,0 0 0,0 0 0,0 0 0,-1 1 0,1-1 0,-1 0 0,0 0 0,0 0 1,0 1-1,0-1 0,0 0 0,-1 0 0,1 0 0,-1 0 0,-2 5 0,2-6 43,0 0 0,-1 0 0,1 0 0,-1 0 0,1 0 1,-1 0-1,0 0 0,0-1 0,0 1 0,0-1 0,0 1 0,0-1 1,0 0-1,0 0 0,0 0 0,-1 0 0,1 0 0,0 0 0,-1-1 0,1 1 1,-1-1-1,1 1 0,-1-1 0,1 0 0,-3 0 0,-1 0 59,-22 0 451,0 0-1,0-2 1,0-1-1,-39-9 1,33 2 189,21 5-282,-1 0-1,-1 2 1,1 0 0,-26-3-1,40 6-26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1:15.0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304 124 1345,'0'0'5904,"5"-4"-5344,7-6-899,6-14 5324,-17 23-4597,0-1 0,0 0 0,-1 1 0,1-1 0,-1 0 0,1 0 0,-1 1 0,0-1 0,1 0 0,-1 0 0,0 0 0,0 1 0,0-1 0,-1-3 0,0 3-293,1 1 1,-1-1-1,0 0 1,1 1-1,-1-1 0,0 1 1,0-1-1,0 1 0,0 0 1,0-1-1,-3-1 1,-1-1 95,0 0-1,0 1 1,-1-1 0,0 1 0,0 0 0,0 0 0,0 1 0,0 0 0,0 0 0,0 1 0,-14-2 0,-3 1-5,-46 2-1,63 0-156,-1 1 22,1 0 0,0 0-1,0 0 1,0 1 0,0 0-1,0 0 1,0 0 0,0 1-1,1 0 1,-1 0 0,1 0-1,0 1 1,0 0-1,0 0 1,1 0 0,-1 0-1,1 1 1,-5 6 0,4-4 9,0 0 0,1 0 0,0 1 0,0 0 0,0 0 0,1 0 0,1 0 0,-1 0 0,1 0 0,0 1 0,1-1 0,-1 15 0,2-19-49,0 0 1,0 1 0,0-1-1,1 0 1,-1 1 0,1-1-1,0 0 1,0 0 0,3 7 0,-3-9-7,1-1 0,-1 1 0,1-1-1,-1 0 1,1 1 0,-1-1 0,1 0 0,0 0 0,0 0 0,0 0 0,0 0 0,-1 0 0,1-1 0,0 1 0,0-1 0,0 1 0,0-1 0,0 0 0,1 0 0,-1 0 0,2 0 0,9 0 24,-1 0 1,1-1-1,-1 0 0,0-1 0,0-1 0,0 0 0,0 0 0,0-2 0,-1 1 0,1-1 0,-1-1 0,-1 0 0,1 0 0,-1-1 0,0-1 0,0 1 0,-1-2 1,10-10-1,20-19 2174,-42 64-1477,-61 248 2964,16-13-2175,49-262-1633,14-22-5695,-14 23 5631,-1-1 0,1 1 0,-1-1-1,0 1 1,1-1 0,-1 1 0,0-1 0,1 1 0,-1-1 0,0 1 0,0-1-1,1 1 1,-1-1 0,0 1 0,0-1 0,0 0 0,0 1 0,0-1 0,0 1 0,0-1-1,0 0 1,0 1 0,0-1 0,0 1 0,0-1 0,0 0 0,-1 1 0,1-1-1,0 1 1,0-1 0,0 1 0,-1-1 0,1 1 0,0-1 0,-1 1 0,1-1-1,-1 1 1,1-1 0,-1 1 0,1 0 0,0-1 0,-1 1 0,0 0 0,0-1 0,-10-1-7894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1:18.4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270 191 480,'0'0'4840,"3"-4"-4181,9-11 1,-7 9 580,-1 1 1,-1-1-1,1-1 0,-1 1 1,4-10-1,-5 9-952,0 0-1,0 0 1,0 0 0,-1-1-1,0 1 1,0 0 0,-1-1-1,0 1 1,0 0 0,-2-8-1,1 13-256,0 0 0,1 0 1,-1 0-1,0 0 0,0 0 0,-1 0 0,1 1 0,0-1 0,0 0 0,-1 1 0,1-1 1,-1 1-1,0-1 0,1 1 0,-1 0 0,0 0 0,0 0 0,0 0 0,0 0 0,0 0 0,0 0 1,0 1-1,0-1 0,0 1 0,-3-1 0,-6-1 31,-1 1 0,0 0-1,-15 1 1,14 1-3,-11-2-9,-45 4 131,64-3-156,0 1 0,0 0 0,0 0 0,1 1 0,-1-1 0,0 1 0,1 0 0,0 1 0,-1-1 0,1 1 0,-6 4 0,7-2 18,0 0-1,1-1 0,0 1 0,0 0 0,0 1 1,0-1-1,1 0 0,-1 0 0,1 10 0,-1-5 33,-7 31 395,2 0 0,-2 70 1,9-110-454,0-1 0,1 1-1,-1-1 1,0 1 0,1 0 0,-1-1 0,1 1-1,-1-1 1,1 1 0,-1-1 0,1 0 0,-1 1 0,1-1-1,-1 1 1,1-1 0,0 0 0,-1 0 0,1 1 0,0-1-1,-1 0 1,1 0 0,0 0 0,-1 1 0,1-1 0,0 0-1,-1 0 1,1 0 0,0 0 0,1-1 0,30 1 417,-21 0-274,4-1-113,1-1 1,-1 0-1,0-1 0,0 0 1,0-1-1,0-1 0,-1-1 1,0 0-1,0 0 0,0-2 0,-1 0 1,0 0-1,-1-1 0,14-12 1,-24 18 98,1 1 0,-1-1 1,0 0-1,0 0 1,0 0-1,-1-1 0,1 1 1,-1 0-1,2-6 1,-1 5 1241,-2 18-639,0-4-770,-8 245 3663,8-220-3317,-6 172 1553,3-134-1144,3-74-882,0 1 1,0-1-1,0 0 1,0 0-1,0 1 0,0-1 1,0 0-1,0 0 1,1 1-1,-1-1 0,0 0 1,0 1-1,1-1 1,-1 0-1,0 1 0,1-1 1,-1 0-1,0 1 1,1-1-1,-1 1 0,1-1 1,-1 1-1,1-1 1,0 1-1,-1-1 0,1 1 1,-1-1-1,1 1 1,0-1-1,31-1-7159,-30 2 7007,42 3-6057,10 15-2079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1:21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354 111 2465,'0'0'7884,"9"-8"-6678,26-24-19,-34 31-710,0 0 0,0 0 0,0 0 0,0 0 0,0 0 1,-1 0-1,1 0 0,0 0 0,0 0 0,-1-1 0,1 1 0,-1 0 1,1-3-1,-5-9 1508,2 10-2064,-1 1 0,1 0-1,-1 0 1,0 0-1,0 0 1,1 0 0,-6-1-1,3 0 715,-3 0-607,0 0 1,-1 0-1,1 0 1,-1 1-1,1 1 0,-1-1 1,0 1-1,1 1 0,-1 0 1,0 0-1,0 1 0,1 0 1,-10 2-1,-5 2 46,0 0 0,1 2 1,-39 17-1,50-19 40,0 0 0,0 1-1,1 0 1,-1 1 0,-15 13 0,23-16-66,0-1 0,-1 1-1,1 0 1,0 0 0,1 0-1,-1 0 1,1 1 0,0-1-1,0 1 1,0-1 0,1 1 0,-1 0-1,1 0 1,0-1 0,1 1-1,-1 0 1,1 6 0,0 7 139,-1-9-11,1 1-1,1-1 0,-1 0 1,4 14-1,-3-19-108,0-1 0,1 1 0,0 0 0,-1-1 0,1 1-1,0-1 1,1 0 0,-1 1 0,1-1 0,-1 0 0,1 0 0,0-1 0,6 5 0,-3-3-30,0 0 0,0-1 0,0 0 0,0 0-1,1 0 1,-1-1 0,1 0 0,0 0 0,13 1 0,3-1 39,37-2 0,-26-1 0,-27 1-68,-1-1 0,1 0-1,-1-1 1,1 1 0,-1-2 0,0 1-1,1 0 1,-1-1 0,0 0-1,-1-1 1,1 1 0,0-1 0,-1 0-1,0 0 1,0-1 0,6-7-1,-1 2 9,-1-2 0,-1 1 0,0-1 0,0 0 0,-1 0 0,9-23 0,-11 23-218,1-4 1186,-9 27-165,-7 22-202,2 1-1,1 0 1,2 1 0,1-1-1,1 45 1,-3 242 216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1:26.3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95 2305,'0'0'12302,"-2"-30"-4822,2 28-7439,0 1-1,0 0 1,0-1-1,1 1 1,-1 0-1,1-1 1,-1 1-1,1 0 1,-1 0-1,1 0 1,0-1-1,-1 1 1,1 0-1,0 0 1,0 0-1,0 0 1,0 0-1,0 0 1,0 1-1,1-2 1,33-14 322,-18 12-186,36-4 1,-32 5-104,97-5 74,-107 8-140,0 0 0,0 1 1,0 0-1,0 1 0,0 0 0,-1 1 1,1 0-1,12 6 0,-20-8-6,-1 1 1,0-1-1,0 1 0,0 0 0,0 0 0,0 0 0,0 0 0,0 0 0,-1 1 1,1-1-1,-1 0 0,1 1 0,-1-1 0,0 1 0,0 0 0,0-1 0,-1 1 1,1 0-1,0-1 0,-1 1 0,0 0 0,0 0 0,0 0 0,0-1 0,0 1 1,0 0-1,-1 0 0,0 3 0,-1 1 8,1 1 0,-1-1 0,-1 0 0,1 0 0,-1 0 1,-1 0-1,1 0 0,-1 0 0,-6 7 0,-19 17 24,-2 0 1,-1-2-1,-38 26 1,31-25-34,2 1 0,-35 38 0,72-69 4,0 0 0,-1 1 0,1-1 0,0 0 0,0 0 0,0 0-1,0 0 1,0 0 0,0 0 0,0 1 0,-1-1 0,1 0 0,0 0-1,0 0 1,0 0 0,0 1 0,0-1 0,0 0 0,0 0 0,0 0-1,0 1 1,0-1 0,0 0 0,0 0 0,0 0 0,0 0-1,0 1 1,0-1 0,0 0 0,0 0 0,0 0 0,0 0 0,0 1-1,1-1 1,-1 0 0,0 0 0,0 0 0,0 0 0,0 0 0,0 1-1,0-1 1,0 0 0,1 0 0,-1 0 0,0 0 0,0 0 0,0 0-1,0 0 1,1 1 0,15 2 479,29-2 846,-34-2-849,324-15 3035,-309 16-3349,1 0 0,0-2 0,-1-1 0,34-8 0,-57 9 482,-7-1-2720,2 3 1522,1-1-1,0 1 1,-1-1-1,1 0 1,0 1-1,0-1 1,0 0-1,-1 0 1,1 0 0,0 0-1,0 0 1,0 0-1,1 0 1,-1-1-1,0 1 1,0 0-1,1 0 1,-2-2-1,1-14-8120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1:33.7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203 74 1297,'0'0'8214,"3"-4"-7315,4-4 171,0-1 0,-1 0 0,7-13-1,-12 20-892,0 0 0,0 0-1,0 0 1,0 1-1,0-1 1,1 0-1,-1 1 1,1-1-1,-1 1 1,1-1 0,2 0-1,-4 2-144,0 0-1,0-1 1,0 1-1,0 0 1,0 0-1,0 0 1,0 0 0,0 0-1,1 0 1,-1 0-1,0 0 1,0 0-1,0 0 1,0 0-1,0 0 1,0 0-1,0 0 1,0 0-1,0 0 1,0 0 0,0 0-1,1 0 1,-1 0-1,0 0 1,0 0-1,0 0 1,0 0-1,0 0 1,0 1-1,0-1 1,0 0 0,0 0-1,0 0 1,0 0-1,0 0 1,0 0-1,0 0 1,1 0-1,-1 0 1,0 0-1,0 0 1,0 0 0,0 0-1,0 0 1,0 1-1,0-1 1,0 0-1,0 0 1,0 0-1,0 0 1,0 0-1,0 0 1,0 0-1,0 0 1,0 0 0,0 0-1,0 0 1,0 1-1,0-1 1,0 0-1,0 0 1,0 0-1,0 0 1,0 0-1,-1 0 1,1 0 0,0 0-1,0 0 1,-8 15 792,-30 34-245,-2-2 0,-90 82 0,124-124-554,3-3-16,1 0 0,-1 0-1,0 0 1,0 1 0,1-1 0,0 1 0,-1 0 0,1 0-1,0 0 1,0 0 0,1 0 0,-1 0 0,1 0 0,-1 1-1,1-1 1,0 0 0,-1 6 0,28-9 111,228-8 105,-2-1-165,-188 10 140,-1-3-1,0-3 1,93-18-1,-152 21-172,-3 2 5,0 0-40,-1 0-19,-19 8-5613,16-7 4522,0 1 0,1-1 0,-1 0-1,0 0 1,0 0 0,0-1 0,0 1 0,-5 0 0,-4-1-3191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1:34.2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1 4818,'0'0'10608,"-2"5"-8976,-32 85 3387,-19 53-1863,34-81-2307,3 1 0,3 0-1,3 1 1,2 0 0,2 70 0,6-163-3180,0 23-2641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1:50.6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8 151 2625,'0'0'6694,"5"-8"-5995,1-1-448,-3 6-130,-1 0 0,0 0 0,0 0 0,0 0 1,-1 0-1,1-1 0,-1 1 0,0-1 0,1-3 0,-1 5 241,0 0 0,0 0 0,1 0 0,-1 0 0,0 0 0,1 0 0,-1 0 0,1 0 0,0 1 0,-1-1 0,1 1-1,0-1 1,0 1 0,0-1 0,0 1 0,3-1 0,44-18 707,-29 12-781,8-1-105,0 1 1,0 1-1,1 1 1,-1 2-1,1 1 1,0 1-1,32 2 0,-60 0-168,0 1 0,-1-1 0,1 0-1,0 1 1,-1-1 0,1 1 0,-1-1-1,1 1 1,-1 0 0,1-1 0,-1 1 0,1-1-1,-1 1 1,1 0 0,-1 0 0,0-1-1,1 1 1,-1 0 0,0 0 0,0-1-1,0 1 1,1 0 0,-1 0 0,0-1-1,0 1 1,0 0 0,0 0 0,-1 1 0,1 33 557,0-25-329,0-4-176,0 0 1,0 0 0,0 0-1,-1 0 1,0 0 0,0 0-1,-1 0 1,1 0 0,-1 0-1,0-1 1,-1 1 0,1-1-1,-1 1 1,-1-1 0,1 0-1,0 0 1,-1 0 0,-9 8 0,-52 51 297,-136 104 1,172-150-221,24-16-69,-1 1 0,1 0 0,0 0 0,0 1 0,0 0 0,1 0 0,-1 0 0,1 0 0,0 0 0,0 1 0,0 0 0,-4 6 0,8-10-56,0 0-1,0 0 1,-1 0-1,1 0 1,0 0-1,0 0 1,0 0-1,0-1 1,0 1-1,0 0 1,0 0-1,0 0 1,0 0-1,1 0 0,-1 0 1,0 0-1,1-1 1,-1 1-1,0 0 1,1 0-1,-1 0 1,1-1-1,-1 1 1,1 0-1,-1 0 1,1-1-1,0 1 1,-1-1-1,1 1 1,0 0-1,0-1 0,-1 0 1,1 1-1,0-1 1,0 1-1,0-1 1,0 0-1,-1 1 1,1-1-1,0 0 1,0 0-1,0 0 1,2 0-1,6 1 29,0 0 0,0 0 0,15-2 0,-12 0 35,40 1 16,2 2-47,1-3-1,-1-3 1,82-15 0,-132 19-48,263-56 891,-267 56-821,1 0 0,0 0-1,-1 0 1,1 0-1,0 0 1,-1 0-1,1 0 1,-1 0-1,1-1 1,0 1-1,-1 0 1,1 0-1,-1-1 1,1 1-1,0-1 1,-1 1-1,1 0 1,-1-1 0,1 1-1,-1-1 1,0 1-1,1-1 1,-1 1-1,1-1 1,-1 1-1,0-1 1,0 0-1,1 1 1,-1-1-1,0 1 1,0-1-1,0 0 1,0 1-1,1-1 1,-1 0-1,0 1 1,0-1 0,0 0-1,0 1 1,-1-2-1,1 2-337,-21-25-15623,11 21 8910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1:53.5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270 141 912,'0'0'5547,"2"-10"-4867,2-5-310,1-8-54,-3-6 4385,-7 27-4439,1 1 0,-1 0 0,0 1 0,1-1 0,-1 1 0,0 0 0,1 0 0,-10 1 0,8 1-133,0-1-1,0 1 1,0 0-1,0 0 1,0 0-1,1 1 1,-1 0-1,1 0 0,-6 5 1,-45 37 938,47-37-852,0 0 19,0-1 0,1 1 1,0 1-1,0-1 0,1 2 1,0-1-1,1 1 0,0 0 1,0 0-1,1 0 0,0 1 1,1 0-1,0 0 0,1 0 1,0 0-1,1 1 0,-1 18 1,3-19-47,-1 9 502,2 0-1,5 37 1,-4-49-532,0-1-1,0 0 1,1 1 0,0-1-1,1 0 1,0 0-1,0 0 1,0-1 0,0 0-1,9 9 1,-4-7 25,0-1 0,0 0 0,1-1 1,0 0-1,0-1 0,0 0 0,1 0 1,19 5-1,-20-6-130,0-1-8,0-1 1,-1 0-1,1 0 0,0-1 1,0 0-1,0-1 0,0 0 1,0-1-1,0 0 0,0 0 1,0-1-1,0 0 0,16-6 1,-18 5-35,0 0 1,-1-1-1,0 0 0,1 0 1,-1 0-1,0-1 1,-1 0-1,1 0 0,-1-1 1,0 0-1,-1 0 1,1 0-1,-1-1 1,0 1-1,-1-1 0,0 0 1,4-9-1,3-9 2,-1 0 0,-1-1-1,-1 0 1,-2-1 0,0 0-1,-2 0 1,1-31 0,-5 40 10,1 7-23,-1-1 0,-1 1 0,0-1 0,-3-11 0,3 18-1,-1 1 0,1-1 0,-1 0 1,0 1-1,-1 0 0,1 0 0,-1-1 1,0 1-1,0 1 0,0-1 0,-1 0 1,-6-5-1,-1 0-6,0 1-1,0 1 1,-18-10 0,-7-7 19,32 20-10,0 1 1,0 0-1,0 0 1,0 1 0,0-1-1,-1 1 1,1 0-1,-1 0 1,1 1-1,-1-1 1,0 1 0,0 0-1,0 0 1,-7 0-1,1 1 14,-19 0-42,29 0 34,1 0 0,-1 0 0,0 0 0,1 0 0,-1 0 0,0 0 0,1 0 0,-1 0 0,0 0 0,1 1 0,-1-1 0,1 0 0,-1 0 0,0 1 0,1-1 0,-1 0 0,1 1 0,-1-1 0,1 1 0,-1-1 0,1 1 0,-1-1 0,1 1 0,0-1 0,-1 1 0,1-1 0,0 1 0,-1 0 0,1-1 0,0 1 0,0-1 0,-1 2 0,1-1 40,2 35-1153,12-10-2767,5-4-4648,-8-10-2365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5:58.4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1055 3217,'0'-1'19703,"4"-9"-18868,11-29-398,3 1 1,1 1 0,2 0-1,30-41 1,114-126-552,-68 87 281,290-356-805,-368 452 581,-19 21 56,0 1 0,0-1-1,0 0 1,0 0 0,0 0 0,0 0 0,0 0-1,0 0 1,0 0 0,0 0 0,0 0 0,0 0-1,0 0 1,0 0 0,0 0 0,0 0 0,0 1-1,0-1 1,0 0 0,0 0 0,0 0 0,0 0-1,0 0 1,0 0 0,0 0 0,0 0 0,0 0-1,0 0 1,0 0 0,0 0 0,0 0-1,0 0 1,0 0 0,1 0 0,-1 0 0,0 0-1,0 0 1,0 0 0,0 0 0,0 0 0,0 0-1,0 0 1,0 0 0,0 0 0,0 0 0,0 0-1,0 0 1,0 0 0,0 0 0,1 0 0,-1 0-1,0 0 1,0 0 0,0 0 0,0 0 0,0 0-1,0 0 1,0 0 0,-7 17-52,-36 67 239,-26 54 286,59-114-400,1 0 0,2 0 1,0 0-1,-4 29 0,8-24 12,0 0-1,2 1 1,1-1-1,2 0 1,0 1 0,2-1-1,2 0 1,12 40-1,-1-18-61,-2 1 0,-3 1 0,11 91 0,-23-138 1181,-1 8-6172,0-14 4576,0 0 1,0 0 0,0 1-1,0-1 1,0 0 0,1 0-1,-1 0 1,0 0 0,0 0-1,0 0 1,0-1 0,0 1-1,0 0 1,0 0-1,0-1 1,1 1 0,-2-1-1,-28-12-5986,-8-9-1240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5:58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1 262 3586,'0'0'10420,"111"-98"-7314,-36 79-929,15 2-1073,10 1-703,3-1-353,-3 6-48,0-5-1153,-2-1-1648,1-4-2626,-1-8-2624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5:58.9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82 6819,'-25'8'3805,"11"-4"-3527,-39 13 2405,-79 37-1,111-43-1624,1 0-1,-35 27 0,46-31-767,1 0 0,0 0 0,1 1 0,0 0 0,0 0 0,0 1 0,-8 15 0,13-19-273,0-1-1,0 0 0,0 1 0,0 0 1,1-1-1,-1 1 0,1 0 0,1 0 1,-1 0-1,1 0 0,-1-1 1,1 1-1,1 0 0,-1 0 0,1 0 1,0 0-1,0 0 0,0-1 1,1 1-1,-1 0 0,1-1 0,0 1 1,1-1-1,-1 0 0,1 0 0,0 0 1,0 0-1,0 0 0,0 0 1,1-1-1,-1 0 0,1 1 0,0-1 1,0-1-1,0 1 0,1-1 0,-1 1 1,1-1-1,7 2 0,12 4-34,1-1-1,0-1 1,0-1-1,0-2 1,1 0-1,-1-2 1,1 0-1,0-2 1,-1-1-1,1-1 1,-1-1-1,0-1 1,0-2-1,0 0 1,27-13-1,-36 13-10,-1-2 0,0 1 0,0-2 1,-1 0-1,0-1 0,-1 0 0,0-1 0,-1 0 0,21-27 0,-28 31 44,1 0 1,-1-1-1,0 1 1,-1-1-1,0 0 0,-1 0 1,0-1-1,0 1 0,-1-1 1,0 1-1,0-1 0,-1 0 1,-1 0-1,0 0 0,0 1 1,-1-1-1,0 0 0,-5-19 1,4 22 11,-1 1 1,0-1-1,-1 1 1,1-1-1,-1 1 1,-1 0-1,1 0 1,-1 1-1,0 0 0,0-1 1,0 2-1,-1-1 1,0 1-1,0-1 1,0 2-1,0-1 1,-1 1-1,1 0 1,-1 0-1,0 0 1,-8-1-1,-7-2-35,0 1 0,-1 1 1,0 1-1,0 2 0,-32 0 0,51 1-91,0 0 0,-1 1 0,1-1-1,0 1 1,-1 0 0,1 0 0,0 1 0,0-1-1,0 1 1,0 0 0,0 0 0,-5 4-1,7-5-177,1 0 0,-1 1 0,1-1 0,-1 1 0,1-1 0,0 1 0,0 0 0,0 0 0,0 0 0,0-1 0,0 1 0,0 0 0,0 0 0,1 0 0,-1 0 0,1 0 0,0 0 0,-1 0 0,1 1 0,0-1 0,0 0 0,1 0 0,-1 0 0,0 0 0,0 0 0,1 0 0,1 3 0,10 17-6084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5:59.6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146 97 10949,'0'0'12566,"-5"27"-11563,-36 185 643,7-56-1273,27-131-372,-1-1 1,-2 1 0,0-1 0,-15 24-1,25-48 1,0 0 0,0 0 0,1 0 0,-1 0 0,0-1 0,0 1 0,0 0 0,0 0 0,0 0-1,0 0 1,0 0 0,0 0 0,0 0 0,0 0 0,0 0 0,0 0 0,0-1 0,0 1 0,-1 0-1,1 0 1,0 0 0,0 0 0,0 0 0,0 0 0,0 0 0,0 0 0,0 0 0,0 0 0,0 0-1,0-1 1,0 1 0,0 0 0,0 0 0,0 0 0,0 0 0,-1 0 0,1 0 0,0 0 0,0 0 0,0 0-1,0 0 1,0 0 0,0 0 0,0 0 0,0 0 0,0 0 0,-1 0 0,1 0 0,0 0 0,0 0-1,0 0 1,0 0 0,0 0 0,0 0 0,0 0 0,0 0 0,0 0 0,0 0 0,-1 0 0,1 0-1,0 0 1,0 0 0,0 1 0,0-1 0,0 0 0,0 0 0,-2-16-29,1-19-130,2 12 118,1 1-1,2 0 0,0-1 0,1 1 0,1 0 0,1 1 0,1 0 0,18-35 0,12-12-225,55-73 0,-65 100 226,-27 39 44,0 0 1,0 0-1,0 1 0,1-1 1,-1 0-1,0 1 0,1-1 1,-1 1-1,1 0 0,-1-1 1,1 1-1,3-2 0,2 8 72,1 15-60,8 43 92,2 1-1,30 62 1,-40-106-103,2 0 0,0-1-1,1 0 1,1-1 0,1 0 0,1-1-1,0-1 1,1 0 0,1 0 0,21 15-1,-32-27-16,-1-2 0,1 1 0,0 0 0,-1-1 0,1 0-1,0 0 1,0 0 0,1-1 0,9 2 0,-12-3 16,-1 1 0,1-2 0,0 1 0,-1 0 0,1 0 0,-1-1-1,1 1 1,-1-1 0,0 0 0,1 0 0,-1 0 0,0 0 0,1 0 0,-1 0 0,0-1 0,0 1 0,0-1 0,0 0 0,0 1 0,0-1 0,-1 0 0,3-2 0,12-21 88,-1 0 0,0-1-1,-2 0 1,-1-1 0,-1 0 0,-2-1-1,7-29 1,-1-12 663,11-125 0,-24 132-577,-2 61-210,0 1 1,-1 0-1,1 0 0,0-1 0,-1 1 0,1 0 1,0 0-1,-1 0 0,1 0 0,0-1 1,-1 1-1,1 0 0,0 0 0,-1 0 1,1 0-1,0 0 0,-1 0 0,1 0 0,0 0 1,-1 0-1,1 0 0,0 0 0,-1 0 1,1 0-1,0 1 0,-1-1 0,1 0 1,0 0-1,-1 1 0,-1-1-105,-5 2-293,0 1 0,0-1 0,1 2-1,-1-1 1,1 1 0,-1 0 0,-6 5 0,-4 4-772,-54 31-4234,-18 6-3022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00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1 494 2897,'0'0'3052,"3"-5"-2673,11-15 486,-10 16 573,24 4 1971,81-1 3559,146-11-5481,368-46-368,75-8-865,-5-34-179,-254-6 261,-154 21 4227,-184 49 418,-124 47-11168,-54 27-630,11-19-418,-10-2-1468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00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0 470 1777,'0'0'3057,"8"0"-2131,57 0 7470,2-1-3910,258-22-2236,-11-11-1430,514-62-146,-9-30-628,-404 26 138,-244 37 2356,-157 57-1951,-7 2 206,0 1 1,0 0 0,1 1 0,-1-1-1,1 1 1,-1 1 0,17-2 0,-22 5-795,0-1 0,0 1 0,1 0 1,-1 0-1,-1 0 0,1 0 1,0 0-1,0 0 0,-1 0 0,1 1 1,-1-1-1,0 0 0,2 5 0,2 7-9721,-24-13-7854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06.8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1 948 7411,'0'0'14508,"0"-3"-13259,5-11-859,0-1 0,1 1 0,0 0 0,1 0 0,0 1 0,1 0 0,15-18 0,-11 14-143,216-260 270,-113 145-589,210-246-608,-325 377 733,1 0 0,0 0 0,0 1 0,-1-1 0,1 0 0,0 0 0,0 0 0,0 0 0,0 1 0,0-1 0,0 0 0,0 1 0,0-1 0,0 1 0,0-1 0,0 1 0,1-1 0,-1 2-18,0 0-1,0 0 1,-1 0 0,1-1-1,-1 1 1,1 0-1,-1 0 1,1 0 0,-1 0-1,0 0 1,1 0-1,-1 0 1,0 0 0,0 0-1,1 0 1,-1 0-1,0 0 1,0 0 0,0 0-1,-1 0 1,1 2-1,2 78 578,2 92 694,37 243-1,-15-254-1220,9 55-1178,-32-195-2634,-12-43-3969,-4-13 2183,-13-22-3987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07.0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0 157 10517,'0'0'14743,"138"-38"-13879,-67 30-592,7-3-144,5-1-128,3-1-640,4-1-1041,4-3-1873,-2-2-2977,-6-6-3121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07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237 1 2513,'0'0'14844,"-21"8"-12026,-68 32-676,85-37-1991,-1 0-1,0 0 1,1 0-1,-1 1 1,1 0 0,0 0-1,0 0 1,1 0 0,-1 1-1,1-1 1,0 1 0,0 0-1,0 0 1,-2 7-1,-2 2 229,-3 6-87,2 0 0,0 1 0,1 0 0,1 0 0,-5 36 0,5-10-194,1 73 0,5-112-98,1 1-1,-1-1 1,1 1 0,1-1-1,-1 1 1,2-1-1,-1 0 1,1 0 0,0 0-1,5 8 1,-6-12-20,1 0 0,0 0 0,0-1-1,0 1 1,0 0 0,1-1 0,0 0 0,-1 0 0,1 0-1,0 0 1,0-1 0,1 1 0,-1-1 0,0 0 0,1 0 0,0-1-1,-1 1 1,10 0 0,-7-1-6,0 0 1,1 0-1,-1-1 0,0 0 1,0-1-1,0 1 0,0-1 1,1-1-1,-1 1 0,-1-1 1,1-1-1,0 1 0,0-1 1,-1 0-1,9-6 0,-4 1 2,-1 0 0,1-1-1,-2 0 1,1-1 0,-1 0-1,-1-1 1,9-13 0,-7 7 33,-1 0 1,-1 0 0,-1-1 0,0 0 0,-2 0 0,0 0 0,-1-1 0,0 0 0,-2 0 0,0 0 0,-1 0 0,-1 0 0,-1 0 0,-4-21 0,4 32 58,-1 0 0,-1-1 1,1 1-1,-1 0 0,-1 0 0,1 1 0,-1-1 0,-1 1 1,1 0-1,-8-8 0,10 12-91,0 0 1,0 0-1,-1 1 0,1-1 1,-1 1-1,1-1 0,-1 1 0,0 0 1,0 0-1,0 0 0,0 1 1,-1-1-1,1 1 0,0 0 1,-1-1-1,1 2 0,-1-1 1,1 0-1,-1 1 0,1-1 1,-1 1-1,0 0 0,1 0 0,-1 1 1,1-1-1,-1 1 0,-4 0 1,7 0-178,0 0 0,0 0 0,1 0 1,-1 0-1,0 0 0,0 0 1,0 0-1,1 1 0,-1-1 0,1 0 1,-1 0-1,1 1 0,-1-1 0,1 0 1,-1 0-1,1 1 0,0-1 1,0 0-1,0 1 0,0-1 0,0 0 1,0 1-1,1 1 0,3 32-5027,-3-31 4422,1 0-1,-1 0 1,1-1-1,0 1 1,0-1 0,0 1-1,0-1 1,3 3-1,32 28-8099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07.9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1 961 6611,'0'0'17163,"5"-21"-15595,-3 11-1393,6-25 457,2 0 1,22-54 0,185-336 1278,-72 150-1735,-136 256-64,-8 14 91,2 0 0,-1 0-1,0-1 1,1 2 0,0-1-1,0 0 1,0 1 0,8-8-1,-11 11-176,1 1-1,-1 0 1,0 0 0,1 0-1,-1 0 1,0 0-1,1 0 1,-1 0-1,0 0 1,1 0-1,-1 0 1,0 1-1,1-1 1,-1 0-1,0 0 1,1 0 0,-1 0-1,0 0 1,0 1-1,1-1 1,-1 0-1,0 0 1,0 0-1,1 1 1,-1-1-1,0 0 1,0 0-1,0 1 1,1-1 0,-1 0-1,0 0 1,0 1-1,0-1 1,0 0-1,0 1 1,0-1-1,0 0 1,1 1-1,-1-1 1,0 0-1,0 1 1,0-1 0,0 0-1,0 1 1,0-1-1,-1 1 1,2 1 35,31 109-50,-4 3 1,-6 0-1,-4 1 0,-5 1 0,-3 117 0,-11-203-434,2 0 1,2 0-1,0-1 1,14 52-1,-14-74 100,2-3-4621,-4-4 4583,-1 0 0,1-1 0,0 1-1,-1 0 1,1-1 0,-1 1 0,1-1-1,-1 1 1,0-1 0,1 0-1,-1 1 1,1-1 0,-1 1 0,0-1-1,0 0 1,1 1 0,-1-1 0,0 1-1,0-1 1,0 0 0,0 0 0,1 1-1,-1-2 1,4-30-5935,-2-10-1532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08.1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80 8628,'0'0'14004,"12"-4"-12734,21-3-203,1 1 1,0 1 0,48 0 0,-56 5-997,107-4 897,-117 2-1783,0-1 1,-1 0-1,21-7 0,-25 2-2905,-10-1-3322,-1-4-4964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15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2050 56 112,'0'0'6662,"-19"-16"-1449,-5 8-3461,-1 1-1,-29-6 1,-56 1-232,-112 14-969,113 7 843,-210 44 0,273-41-1176,0 1 0,1 2 0,0 3 0,2 1 0,0 2 0,1 2 0,1 2 0,1 1 0,2 3 0,-65 59 0,-235 261 2181,305-314-2078,1 1-1,1 1 1,3 2 0,1 0 0,-30 60 0,41-67-218,2 1 0,1 1 0,2 1 1,1-1-1,2 1 0,1 1 0,-4 65 0,14 108 421,1-176-405,1 1 1,2 0-1,1-1 0,14 36 1,12 16 188,87 154 1,76 62-139,-159-246-93,2-2 0,3-1 0,2-2-1,2-3 1,56 44 0,115 64 85,-187-137-134,0-1 0,1-1 1,1-2-1,0-2 0,52 13 0,-12-10-23,0-4-1,0-3 1,1-3-1,0-3 1,0-4 0,108-16-1,102-52 120,-146 31-88,-69 20-9,-1-2 0,-1-4-1,-1-3 1,-2-2 0,-1-4-1,75-52 1,44-35-9,122-90-479,-264 179 443,-2-2-1,-1-2 1,37-46-1,-54 58 10,-2-2 0,-1 1 1,0-2-1,-2 0 0,-2-1 0,16-44 0,-21 45-25,-2-1 0,-1 0-1,3-49 1,-8-88-197,-2 72 95,2-408-985,-1 476 1127,-1 1 0,-1-1 1,-1 1-1,-1 0 0,-1 0 0,-1 1 0,-2 0 0,0 0 0,-1 1 0,-23-38 0,5 13-9,-2 0 0,-1 2-1,-3 1 1,-76-77 0,81 95 17,-45-32 0,60 49-19,0 0 0,0 1-1,-1 1 1,1 1 0,-2 0 0,-19-5 0,-128-17-26,59 13 11,93 12 20,-1 0-1,1-1 0,0 0 1,0-1-1,0 0 1,1-1-1,0 0 0,0 0 1,-14-12-1,6 4 2,11 10 2,0 0 0,-1 0-1,1 0 1,-1 1 0,0 0 0,0 1 0,0 0-1,0 0 1,-11-1 0,-9 1-3,-40 1 0,32 2 28,18 0-26,0 1 0,-22 5 1,28-4 28,0-1 1,0 0 0,-1-1 0,1 0 0,0-1 0,-1 0 0,-15-3-1,-13-14 64,35 14-46,0 0-1,0 0 1,-1 1 0,1 0 0,-14-3-1,-33 2 59,41 3-77,0 0-1,0-1 0,0-1 1,0 0-1,-16-4 0,26 5-54,-13-5-219,0 2 0,0 0 0,0 0 0,-1 1 0,-20-1 0,35 5-183,0-1-1,0 1 0,0 0 1,0-1-1,0 1 0,0 0 1,1-1-1,-1 1 0,0 0 1,0 0-1,1 0 0,-1 0 1,0 0-1,1 0 0,-1 0 0,1 0 1,-1 0-1,1 0 0,0 0 1,-1 2-1,-1 0-1465,-4 12-8149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58.3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282 1 1265,'2'4'15446,"-2"-3"-15399,1 1 0,-1-1 0,0 1 0,1-1-1,-1 1 1,0-1 0,0 1 0,0 0 0,0-1 0,0 1-1,-1-1 1,1 3 0,-4 3 125,0-1 0,-1 1 0,0-1 0,-9 11 0,-5 6 166,-7 11 180,-2 2-36,1 2 0,2 1 1,2 0-1,-28 64 0,38-62-165,2 1 0,1 0 0,2 0 1,2 1-1,2 0 0,2 55 0,3-83-159,0-1 0,1 1 0,0-1 0,1 0 0,0 0 0,2 0 0,0 0 0,0-1-1,1 1 1,0-1 0,2-1 0,-1 0 0,15 18 0,-11-17 161,1 0 1,0 0-1,2-1 0,-1-1 0,1 0 0,1-1 1,0 0-1,0-2 0,1 1 0,27 9 0,-21-13-482,-26-16-5747,-6-9-2466,3-4-3299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58.9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0 881 4322,'0'0'9978,"1"-3"-8132,45-109 2382,16-45-3688,3-52-444,19-54-366,-84 261 277,5-14 86,1 1-1,0 0 1,1 0-1,0 0 1,1 1-1,1 0 1,14-16 559,-23 55 111,2 55 525,4-1 0,17 81 0,50 153 13,-62-277-3510,-21-53-9665,-14-5 3184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59.1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25 7507,'0'0'13303,"134"-4"-12727,-96 0-576,-3 2-304,1-4-2145,-3-3-3826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59.8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81 7491,'0'0'12793,"7"20"-11048,21 65-390,-25-76-1070,-1-1 0,0 1 1,-1 0-1,0 0 0,0 0 0,-1 17 0,-1-7 438,14-35-654,1-8-146,0-1-327,1-1-1,29-35 1,-39 55 343,1 0-1,-1 0 1,1 1 0,0 0-1,0 0 1,1 0 0,-1 1 0,1 0-1,0 0 1,0 0 0,1 1 0,-1 1-1,1-1 1,12-2 0,-19 5 79,-1 0 0,1 0 0,0 0 0,-1 0 0,1 0 0,0 0 0,-1 0 0,1 1 0,0-1 0,-1 0 0,1 0 0,-1 1 0,1-1 0,0 0 0,-1 1 0,1-1 0,-1 0 0,1 1 0,-1-1 0,1 1 0,-1-1 0,0 1 0,1-1 0,-1 1 0,1 0 0,7 23 1020,-3 25 556,-6-48-1618,1 0 0,0 0 0,0 1 0,0-1 0,0 0 0,0 0 0,0 1 0,0-1 0,1 0 0,-1 0-1,0 0 1,1 1 0,-1-1 0,1 0 0,-1 0 0,1 0 0,-1 0 0,1 0 0,0 0 0,1 2 0,-1-3-29,1 0 0,-1 0 0,1 0 0,-1-1 0,1 1 0,-1 0 0,0 0 0,1-1 0,-1 1 0,1-1 0,-1 1 0,0-1 0,1 0 0,-1 1-1,0-1 1,0 0 0,1 0 0,0-2 0,234-157-2719,-236 160 2847,0 0-1,0 0 0,0 0 0,1-1 0,-1 1 1,0 0-1,0 0 0,0 0 0,1 0 0,-1 0 0,0 0 1,0 0-1,0 0 0,1 0 0,-1 0 0,0 0 1,0 0-1,0 0 0,1 0 0,-1 0 0,0 0 0,0 0 1,0 1-1,0-1 0,1 0 0,-1 0 0,0 0 1,0 0-1,0 0 0,0 0 0,1 0 0,-1 1 0,0-1 1,0 0-1,0 0 0,0 0 0,0 0 0,0 1 1,1-1-1,-1 0 0,0 0 0,0 0 0,0 1 0,0-1 1,0 0-1,0 0 0,0 1 0,3 17 1105,-5 26-864,2-39 164,-1 7-384,1-6-198,-1 0-1,1 0 1,0 0 0,0 0-1,1 0 1,2 11 0,-3-16-167,1 0 1,-1 0 0,1 0-1,-1 1 1,1-1 0,0 0-1,0 0 1,-1-1 0,1 1-1,0 0 1,0 0 0,0 0 0,0 0-1,0-1 1,2 2 0,-1-1-519,0-1 1,0 1 0,0 0-1,0-1 1,0 0-1,0 0 1,0 1 0,0-1-1,0 0 1,0-1 0,4 1-1,17-6-8704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00.1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52 79 9060,'0'0'16432,"-9"17"-15744,-27 56-288,35-71-386,0 0 1,0-1-1,0 1 0,1 0 0,-1 0 1,1-1-1,-1 1 0,1 0 0,0 0 1,-1 0-1,1 0 0,0 0 0,0 0 1,1-1-1,-1 1 0,0 0 0,1 0 0,-1 0 1,1 0-1,-1-1 0,1 1 0,0 0 1,0 0-1,-1-1 0,1 1 0,1-1 1,-1 1-1,0-1 0,0 1 0,2 1 1,0-1-2,-1-1 0,1 1 0,0 0 1,-1-1-1,1 0 0,0 0 0,0 0 1,0 0-1,0 0 0,0 0 0,0-1 1,6 1-1,-8-4-18,-1 0 0,1 0 0,0 0 0,-1 0 0,0 0 1,1 0-1,-1 0 0,-1-4 0,1-1-13,4-37-96,-5-69-1,1 111 103,-1 1 1,1-1-1,-1 0 0,1 1 1,-1-1-1,0 0 1,0 1-1,0-1 0,-3-4 1,3 6-155,1 1 1,-1-1-1,0 0 1,1 0 0,-1 1-1,0-1 1,0 0-1,0 1 1,1-1-1,-1 1 1,0-1-1,0 1 1,0-1-1,0 1 1,0 0 0,0 0-1,0-1 1,0 1-1,0 0 1,0 0-1,0 0 1,0 0-1,0 0 1,0 0 0,0 0-1,0 0 1,0 1-1,0-1 1,-2 1-1,-4 6-4953,4 8-2813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00.8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60 3089,'0'0'20018,"8"9"-18162,-2-4-1635,2 1 162,-1 1 0,-1-1 1,1 1-1,-1 0 0,0 1 0,-1-1 1,0 1-1,0 0 0,-1 1 1,4 8-1,-9-9-207,1-6-174,0-1-1,0 0 0,0 0 0,-1 0 1,1 0-1,0 0 0,0 0 0,1 0 1,-1 0-1,0 0 0,0 0 0,0 0 0,1 0 1,0 2-1,14-6-1148,-3-7 589,0 0 0,20-24 0,10-9-383,-25 28 839,2 0 0,-1 1 0,2 1 1,29-14-1,-48 26 125,-1 1 1,1-1 0,0 1-1,-1-1 1,1 1 0,0-1 0,0 1-1,0 0 1,-1-1 0,1 1-1,0 0 1,0 0 0,0 0-1,0 0 1,0-1 0,-1 1 0,1 0-1,0 1 1,0-1 0,0 0-1,0 0 1,0 0 0,0 0 0,-1 1-1,1-1 1,0 0 0,0 1-1,0-1 1,-1 1 0,1-1-1,0 1 1,0-1 0,-1 1 0,1-1-1,-1 1 1,1 0 0,0-1-1,-1 1 1,1 0 0,-1-1 0,0 1-1,1 0 1,0 1 0,0 4 216,0-1 0,-1 0 0,0 1 0,1-1 0,-2 1 1,0 5-1,0 6 133,1-12-218,0 1 0,0-1 0,1 1 1,0 0-1,2 9 0,-2-14-145,-1 1 0,1-1 0,-1 0 0,1 0 0,0 0 0,0 1 0,-1-1 0,1 0 0,0 0 0,0 0 0,0 0 0,0 0 0,0-1 0,0 1 0,1 0 0,-1 0 0,0-1 0,0 1 1,1 0-1,-1-1 0,0 0 0,1 1 0,-1-1 0,0 0 0,1 1 0,-1-1 0,0 0 0,3 0 0,1-1-68,0 1 0,0-1 0,0 0 0,0 0 0,0-1 1,0 0-1,-1 1 0,1-1 0,0-1 0,5-3 0,47-37-949,-7 6 469,-48 45 3289,-1 34-2312,-1-37-439,1 0-1,-1 0 0,1 0 0,0 0 1,0 0-1,0-1 0,5 10 0,8 5-2223,-12-18 1735,-1 0-1,0 0 1,1 0 0,-1-1 0,1 1 0,-1-1 0,0 1-1,1-1 1,-1 1 0,1-1 0,0 0 0,-1 1 0,3-1 0,7 0-7190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01.62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89 7908,'0'0'12928,"21"5"-11362,9 3-1110,0-1-1,1-2 1,50 1-1,-74-5-412,1-1 0,-1-1 0,0 0 1,0 0-1,1 0 0,6-3 0,-12 3-38,0 0 0,0 1 0,0-1 1,-1 0-1,1 0 0,0 0 0,-1 0 1,1-1-1,-1 1 0,1 0 0,-1-1 1,0 1-1,1-1 0,-1 1 0,0-1 1,0 0-1,0 1 0,0-1 0,-1 0 1,1 0-1,0 0 0,-1 1 0,1-1 1,-1 0-1,0 0 0,1 0 0,-1 0 1,0-2-1,0 1-8,0 1 0,0 0 0,0-1 0,-1 1 0,1 0 0,-1 0 0,1-1 0,-1 1 0,0 0 0,1 0 0,-1 0 0,0 0 0,0 0 0,-1 0 0,1 0 0,0 0 0,-1 0 0,1 1 0,-1-1 0,-2-2 0,-1 2-10,1-1-1,0 1 1,-1 0 0,1 0 0,-1 1 0,0-1 0,0 1 0,1 0-1,-7 0 1,-55-3 54,63 4-43,-1 0 0,1 0 0,0 0 0,-1 1 0,1-1 0,-1 1 0,1 0 1,0 0-1,-1 0 0,1 1 0,0-1 0,0 1 0,0-1 0,0 1 0,0 0 0,-3 4 0,1 0 7,1 1-1,1-1 1,-1 1-1,1 0 1,0 0-1,1 1 1,-1-1-1,1 1 1,1-1-1,0 1 1,0-1-1,0 13 1,1-14 10,0 1-1,0 0 1,1-1 0,0 1 0,0-1-1,0 1 1,1-1 0,0 1 0,0-1-1,1 0 1,0 0 0,0 0 0,0 0 0,7 8-1,-4-8-65,-1-1 0,0 0 0,1-1-1,0 1 1,0-1 0,0 0 0,1-1-1,-1 1 1,1-1 0,0 0 0,0-1-1,13 3 1,-15-4-41,0 0 0,0-1 1,0 1-1,1-1 0,-1-1 0,0 1 0,0-1 0,0 1 0,0-2 0,0 1 1,0 0-1,0-1 0,0 0 0,0 0 0,-1-1 0,1 1 0,-1-1 0,8-5 1,3-5-318,153-141-1656,-168 153 2236,1 1-1,-1 0 1,0 0-1,1 0 0,-1 0 1,0-1-1,0 1 1,1 0-1,-1 0 1,0 0-1,1 0 0,-1 0 1,0 0-1,1 0 1,-1 0-1,0 0 0,1 0 1,-1 0-1,0 0 1,0 0-1,1 0 0,-1 0 1,0 0-1,1 1 1,-1-1-1,0 0 0,0 0 1,1 0-1,-1 0 1,0 1-1,0-1 1,1 0-1,-1 0 0,0 0 1,0 1-1,1-1 1,-1 0-1,0 1 0,0-1 1,0 0-1,0 0 1,0 1-1,1-1 0,-1 0 1,0 1-1,0-1 1,0 0-1,0 1 0,0-1 1,0 0-1,0 0 1,0 1-1,10 32 738,4 7-766,-12-37-165,0 0 0,1-1-1,0 1 1,-1-1 0,1 0-1,0 0 1,0 0 0,0 0-1,0-1 1,1 1 0,-1-1-1,0 1 1,1-1 0,-1 0-1,1-1 1,-1 1 0,1-1-1,-1 1 1,1-1-1,-1 0 1,1 0 0,-1-1-1,1 1 1,-1-1 0,1 1-1,4-3 1,6-1-313,-1 0-1,0-1 1,0 0-1,-1-1 1,17-11-1,30-18 2797,-59 55-2068,0-20-306,0 7 7,-1 70-416,1-76 158,1 0 1,-1 0-1,0 0 0,1-1 0,-1 1 1,1 0-1,-1 0 0,1-1 1,-1 1-1,1 0 0,0-1 0,-1 1 1,1-1-1,0 1 0,0-1 1,-1 1-1,1-1 0,0 1 0,0-1 1,0 0-1,0 1 0,-1-1 1,1 0-1,0 0 0,0 0 0,0 1 1,0-1-1,0 0 0,1-1 0,31-2-7419,-7-9-1337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01.8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158 1 10997,'0'0'13137,"-20"17"-8994,-65 57-1440,80-69-2547,0 0 0,1 0 0,-1 1 0,1 0 0,0-1 1,1 1-1,-1 1 0,1-1 0,0 0 0,1 1 1,-4 13-1,4-8-195,0 1 0,2-1 0,-1 1 0,3 17-1,-1 5 149,-1-28-97,0-1-1,1 1 1,0 0-1,0 0 1,0-1-1,1 1 1,-1-1-1,2 1 1,-1-1-1,1 0 1,0 0-1,0 0 1,5 6-1,-5-8-232,1 0 0,-1-1-1,1 1 1,0-1-1,0 0 1,0 0 0,1 0-1,-1-1 1,1 1 0,-1-1-1,1 0 1,0 0 0,0-1-1,-1 0 1,1 1 0,0-2-1,10 2 1,-4-1-1827,-1-1-1,0 0 1,21-3 0,-3-7-5641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02.0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 15639,'0'0'11413,"161"10"-10420,-98-10-689,1 0-304,-9 0-336,-7 0-1633,-11 0-2353,-5-14-4450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02.7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7780,'0'0'18488,"0"27"-17464,0-2 97,4-2-449,-4-4-368,5-2-208,-3-2-96,-2-9-80,0-2-1120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02.9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46 7892,'0'0'21337,"38"-46"-21289,-32 46-48,0 10-672,5 16-817,-7 5-1312,0 7-2209,-4-7-5619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03.3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8852,'0'0'17584,"8"11"-16354,28 37-283,-33-44-840,0 0-1,-1 0 1,0 1-1,0-1 0,0 1 1,0-1-1,-1 1 1,2 9-1,-2-11-92,-1-1 0,1 1 0,0 0 0,0-1 0,0 1 0,0 0 1,0-1-1,0 1 0,1-1 0,1 3 0,-1-4-103,-1 0-1,0 0 1,1-1 0,0 1 0,-1-1 0,1 1 0,-1-1 0,1 0 0,0 1 0,-1-1 0,1 0 0,0 0 0,-1 0 0,1 0 0,-1 0 0,3-1 0,26-5-364,-17 0 228,-1 0 0,0-1 1,-1-1-1,20-15 0,-21 14 275,1 1 1,0 0-1,0 1 1,1 0-1,21-8 1935,-30 29-1548,-2-10-478,1 0 0,-1 0 0,1-1 0,0 1-1,0 0 1,0-1 0,1 1 0,-1-1 0,1 0-1,0 0 1,0 0 0,0 0 0,0 0-1,1 0 1,5 2 0,25 8-3892,4-8-6103,-16-5-1460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03.6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153 1 8932,'0'0'14215,"-79"130"-10358,66-89-1600,9 3-960,4-2 0,0-4-385,0-9-912,8-4 0,-3-4 0,-1-4 0,-4-5-1040,0-6-1009,-9-3-1169,-18-3-1696,-10-3-4755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03.9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30 10853,'0'0'3458,"27"-2"714,11-2-2670,115-6 2591,-31 4-1931,69-1-1427,-190 6-727,0 2-1,0-1 1,-1 0-1,1 0 1,0 0-1,0 0 1,0 0-1,0 1 1,0-1-1,-1 0 1,1 1-1,0-1 1,0 1-1,-1-1 1,1 1 0,0-1-1,-1 1 1,1-1-1,0 1 1,-1 0-1,1-1 1,-1 1-1,1 0 1,-1-1-1,1 3 1,0-1 35,0 1 1,0 0-1,0-1 1,-1 1-1,0 0 0,1-1 1,-1 1-1,0 4 1,-1 2 211,0-1-1,-1 0 1,1 0 0,-2 0 0,-2 8 0,-3 1 63,-7 22 460,11-13-3697,3-34-2353,0 0 1822,-2-9-759,3-17-4814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04.1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10805,'0'0'15879,"7"44"-15735,3-19-144,-2 0-1328,-1 3-2674,-3-3-3890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04.8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33 6611,'0'0'15645,"9"7"-13941,-6-4-1660,3 0 207,-1 1 1,0 0-1,0 1 0,0-1 1,0 1-1,-1 0 1,0 1-1,0-1 1,0 0-1,-1 1 1,0 0-1,0 0 1,0 0-1,-1 0 0,1 1 1,-2-1-1,1 1 1,1 12-1,-3-19-274,0 0-1,0 0 0,1 0 1,-1 0-1,0 0 1,0 1-1,0-1 0,0 0 1,1 0-1,-1 0 1,0 0-1,0 0 1,0 0-1,0 0 0,1 0 1,-1 0-1,0 0 1,0 0-1,0 0 0,0 0 1,1 0-1,-1 0 1,0 0-1,0-1 1,0 1-1,0 0 0,1 0 1,-1 0-1,0 0 1,0 0-1,0 0 0,0 0 1,1 0-1,-1-1 1,0 1-1,0 0 0,0 0 1,0 0-1,0 0 1,0 0-1,0-1 1,0 1-1,1 0 0,2-9-104,2 0 0,-1 1 0,1 0-1,1 0 1,-1 0 0,2 0 0,-1 1 0,1 0-1,0 0 1,12-8 0,-2 2 354,1 1 1,1 2 0,34-16-1,-53 26-169,1 0-1,-1-1 1,1 1 0,-1 0-1,1 0 1,-1 0-1,1 0 1,0 1 0,-1-1-1,1 0 1,-1 0-1,1 0 1,-1 0 0,1 0-1,-1 1 1,1-1-1,-1 0 1,1 0 0,-1 1-1,0-1 1,1 0 0,-1 1-1,1-1 1,-1 1-1,0-1 1,1 0 0,-1 1-1,0-1 1,1 1-1,-1-1 1,0 1 0,0-1-1,0 1 1,1-1-1,-1 1 1,0-1 0,0 1-1,0-1 1,0 1 0,0-1-1,0 1 1,0 0-1,0-1 1,0 1 0,0 0-1,0 37 543,0-26-115,0-10-468,0-1-1,0 1 1,0 0-1,0-1 1,0 1-1,0 0 1,0-1-1,1 1 1,-1-1-1,0 1 1,1-1-1,0 1 1,-1-1-1,1 1 1,0-1-1,0 1 1,0-1-1,-1 0 1,2 1-1,-1-1 0,0 0 1,0 0-1,0 0 1,0 0-1,1 0 1,-1 0-1,1 0 1,-1 0-1,0-1 1,1 1-1,-1-1 1,1 1-1,0-1 1,-1 1-1,1-1 1,-1 0-1,1 0 1,0 1-1,-1-1 1,1-1-1,-1 1 1,1 0-1,0 0 1,-1 0-1,1-1 1,-1 1-1,1-1 1,2-1-1,9-3-65,-1 0 0,1-1-1,-1-1 1,16-11 0,-25 16 20,28-17-215,-20 13 258,0-1 0,0 0 1,18-16-1,-27 60 1542,-3-14-1555,0-15 0,1 1 0,0-1 0,2 17 0,-1-24-139,-1-1 0,0 1 0,0 0 1,1-1-1,-1 1 0,0-1 0,1 1 0,-1 0 0,1-1 1,-1 1-1,1-1 0,-1 1 0,1-1 0,-1 0 0,1 1 1,-1-1-1,1 1 0,0-1 0,-1 0 0,1 0 0,0 1 1,-1-1-1,1 0 0,0 0 0,-1 0 0,1 0 0,1 0 1,20-1-9613,-6-6-1390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05.2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54 7908,'0'0'16607,"17"5"-15900,6 4-535,-10-4-79,1 0 0,0-1 0,26 5 0,13-6 59,-37-4-149,-16 1-12,1 0 0,-1-1 0,1 1 0,-1-1 0,1 1 0,-1 0 0,1-1 1,-1 1-1,0-1 0,1 1 0,-1-1 0,0 1 0,0-1 0,1 0 0,-1 1 0,0-1 0,0 1 0,0-1 0,0 1 0,1-1 0,-1 0 0,0 1 0,0-1 0,0 0 0,0 1 0,-1-1 0,1 1 0,0-1 0,0 0 0,0 1 0,0-1 0,-1 0 0,-7-23-116,6 20 304,-1 0-1,0 0 1,-1 1 0,1-1 0,-1 1 0,1 0 0,-1 0 0,0 0-1,0 0 1,0 1 0,-1 0 0,1 0 0,-1 0 0,1 0 0,-1 1-1,1-1 1,-1 1 0,0 0 0,0 1 0,1-1 0,-1 1 0,0 0-1,-9 1 1,12-1-112,1 1 0,-1-1 0,1 1-1,0 0 1,-1-1 0,1 1 0,0 0-1,0 0 1,-1-1 0,1 1 0,0 0 0,0 1-1,0-1 1,0 0 0,0 0 0,0 0-1,0 0 1,1 1 0,-1-1 0,0 0 0,1 1-1,-1-1 1,1 1 0,-1-1 0,1 0-1,0 1 1,-1 2 0,-1 45 529,3-37-522,-1-9-111,0 1 0,1-1 0,-1 0 1,1 0-1,0 0 0,0 1 0,0-1 0,0 0 0,1 0 0,-1-1 0,1 1 1,0 0-1,0 0 0,0-1 0,0 1 0,0-1 0,0 0 0,1 1 0,-1-1 0,1 0 1,0-1-1,-1 1 0,1 0 0,0-1 0,0 1 0,5 0 0,3 2-1251,0 0 0,0-2 0,0 1 0,0-1 0,0-1 0,18 0 0,9-1-7106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06.2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63 28 1313,'0'0'11893,"-1"-5"-9908,0-13-198,1 13 1348,0 18-1342,2 11-1237,1 0-1,2 0 1,0 0 0,2 0 0,17 44-1,-12-38-399,68 178 586,-26-76-769,36 143 0,-82-241-87,-1 1-1,-2 0 1,-1 0 0,-2 1 0,-5 68-1,1-90 142,-1 1 0,0 0-1,-1-1 1,0 0-1,-1 0 1,-1 0 0,0 0-1,0-1 1,-2 0-1,-15 20 1,-6 3 753,-2-1 1,-39 33-1,40-39 485,1 0 1,-51 66-1,59-56-488,20-37-768,0 0 1,0 0-1,1 1 1,-1-1-1,0 0 1,1 0 0,0 0-1,-1 1 1,1-1-1,0 0 1,0 1-1,0-1 1,1 0-1,-1 0 1,0 1-1,2 2 1,28-1-906,-24-5-4384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09.72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140 32 896,'0'0'4176,"5"-3"-3504,24-18 9245,-28 17-5976,-15 1-1856,10 2-2041,-1 2 0,1-1 0,-1 0 0,1 1 0,0 0 0,-1 0 0,1 0 0,0 0 0,0 1 0,0-1 0,0 1 0,0 0 0,0 1 0,0-1 0,1 1 0,-1-1 0,1 1 0,-1 0 0,1 1-1,0-1 1,1 0 0,-5 7 0,0-1 205,0 0 0,0 1 0,1 0 0,0 1 0,1-1 0,0 1 0,1 0 0,0 0 0,1 0 0,0 1 0,-2 19 0,0 21 954,3 62-1,2-75-664,1-34-459,0-1 0,0 0 1,0 0-1,0 1 0,1-1 0,0 0 0,0 0 0,0 0 0,0-1 1,0 1-1,1 0 0,0-1 0,0 1 0,0-1 0,0 0 1,0 0-1,0 0 0,1-1 0,5 4 0,-3-1 24,1 0 0,-1 1 0,0 0-1,8 11 1,-10-12-26,1 0-1,0-1 1,-1 1-1,1-1 1,1 0 0,-1-1-1,0 1 1,1-1-1,0 0 1,0 0 0,0-1-1,0 1 1,0-1-1,1-1 1,-1 1 0,0-1-1,1-1 1,-1 1-1,1-1 1,0 0-1,-1 0 1,1-1 0,8-1-1,-7 0-54,1 0 0,-1-1 0,0 0 0,0 0 1,-1-1-1,1 0 0,-1 0 0,0-1 0,12-10 0,-3 2-28,-1-1 0,25-30 0,-34 36 6,-1-1 0,0 1 0,0-1 0,-1 0 0,0 0 0,0 0 0,-1-1 0,0 1 0,1-16 0,-1 9 0,-2 0 0,0 0 0,-1-1 0,-1 1 0,-2-18 0,1 22 0,-1 1 0,0-1 0,-1 1 0,0 0 0,0 0 0,-1 0 0,-1 0 0,0 1 0,0 0 0,-11-12 0,12 15 0,0 1 0,-1-1 0,0 1 0,0 1 0,0-1 0,-1 1 0,0 0 0,0 1 0,0-1 0,0 1 0,-1 1 0,0-1 0,0 1 0,0 1 0,0 0 0,-8-2 0,-8-2 0,-9 0 0,-11 6 0,44 3-751,-1 0 0,0-1 0,1 1 0,0 0-1,-1 0 1,1 0 0,0 0 0,1 4 0,-1-6-485,0 7-4729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17.8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0 155 3025,'0'0'10440,"6"-1"-9101,12-6-357,0 0-1,-1-2 0,0 0 1,0-1-1,27-21 1,-20 14-557,1 1 1,32-16 0,-49 29-370,0 0 0,0 0 0,0 1 0,1 1 0,-1-1 0,1 1 0,-1 1 0,14 0 0,-20 0-51,0 1-1,0 0 1,1 0-1,-1 0 1,0 0-1,0 0 1,0 0-1,0 0 1,0 1-1,0-1 1,-1 1-1,1-1 1,0 1-1,-1 0 1,1 0-1,-1-1 1,0 1 0,3 4-1,21 43 42,-22-44-36,3 11 9,0-1 0,-1 1 1,-1 0-1,0 0 1,-1 0-1,-1 0 0,0 1 1,-1-1-1,-1 1 0,-1-1 1,0 1-1,-1-1 1,-1 1-1,0-1 0,-1 0 1,-1 0-1,-1-1 0,-11 24 1,16-37-16,-14 30 7,-2-1-1,-1-1 1,-33 43 0,45-65-21,0-1 0,0-1 0,-1 1 0,0-1 0,0 0 0,-1 0 0,1-1-1,-1 0 1,-1-1 0,1 0 0,-1 0 0,1-1 0,-1 0 0,0 0 0,0-1 0,0 0 0,0 0 0,-15 0 0,14-2 62,2 0-52,1 0 1,-1 0 0,0-1-1,1 0 1,-12-3 0,17 4 1,0-1 1,1 0 0,-1 1 0,1-1 0,-1 0 0,0 0 0,1 0-1,0 0 1,-1 0 0,1-1 0,0 1 0,-1 0 0,1-1 0,0 1-1,0 0 1,0-1 0,0 1 0,1-1 0,-1 0 0,0 1 0,0-1-1,1 0 1,-1 1 0,1-1 0,0 0 0,0 0 0,-1 1-1,1-1 1,0-3 0,0 2 10,0 0-1,0 0 0,0 0 1,1 0-1,-1 0 0,1 0 1,-1 0-1,1 0 0,0 0 1,0 0-1,0 0 0,1 1 1,2-5-1,-2 5 0,0 0 0,0 0 0,0 1 0,0-1 0,0 1 0,1 0 0,-1 0 0,0 0 0,1 0 0,-1 0 0,1 0 0,-1 1 1,1-1-1,-1 1 0,1-1 0,0 1 0,2 0 0,50-3 39,-12-1-21,80 4 1,-110 3 56,1 0 0,-1 0 1,1 2-1,-1-1 1,-1 2-1,1 0 0,-1 0 1,0 1-1,0 1 0,-1 0 1,15 13-1,-3 13 110,-21-30-169,0 1-1,1-1 1,-1 0 0,1 0-1,0 0 1,1 0 0,-1 0-1,7 4 1,-10-7 17,1-1 0,-1 0 0,1 1 0,0-1 0,-1 0 0,1 0 0,0 0 0,-1 0 0,1 0 0,-1 0 0,1 0 0,0 0 0,-1 0 0,1 0 1,0 0-1,-1 0 0,1 0 0,0 0 0,-1 0 0,1-1 0,-1 1 0,1 0 0,0 0 0,-1-1 0,1 1 0,-1-1 0,1 1 0,-1 0 0,1-1 0,-1 1 0,1-1 0,0 0 0,15-22 142,-10 13-54,112-114 784,6-8 559,-116 123-1157,-7 8-125,0 0 0,1 0-1,-1-1 1,0 1 0,0-1-1,0 1 1,0-1-1,0 1 1,0-1 0,0 0-1,0 1 1,-1-1 0,1 0-1,-1 0 1,1-2 0,-32 4-7512,17-1 1283,-3-4-4418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23.9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62 149 208,'-3'-2'22622,"3"-6"-21268,2 2-1298,1 1-1,0 0 0,0 0 1,0 0-1,0 1 0,1-1 1,0 1-1,0 0 0,5-5 1,45-33 164,-47 37-191,0 0 32,0 1-1,0 0 0,1 0 0,-1 0 0,1 1 0,0 0 0,16-4 0,-6 5 288,0 0-1,29 1 1,-45 1-344,0 1 0,-1 0 0,1 0 0,0 0 0,-1 0 0,0 0 0,1 0 0,-1 0 0,0 0 0,1 1-1,-1-1 1,0 1 0,0-1 0,0 0 0,0 1 0,0 0 0,0-1 0,-1 1 0,1 0 0,0-1 0,-1 1 0,0 0 0,1 2 0,12 52 80,-11-50-71,2 30 45,-2 0 0,-1 1 0,-5 50 0,4-86-58,-2 19 21,-1 0 0,-1 1 0,-1-1 0,-10 26 0,-37 75 55,45-106-43,-1 0-1,0 0 0,-1-1 1,-1 0-1,0 0 0,-1-1 0,-1-1 1,1 0-1,-22 17 0,26-27 1,1 1 0,-1-1 0,0 0 0,0 0 0,0-1 1,1 0-1,-2 0 0,1 0 0,0-1 0,0 0 0,-11-2 0,-7 1 160,23 1-192,0 0 0,0-1 1,0 1-1,0-1 0,0 0 0,1 1 1,-1-1-1,0 0 0,0 0 0,1 0 1,-1 0-1,1-1 0,-1 1 1,1 0-1,-1-1 0,1 1 0,0-1 1,0 1-1,-1-1 0,1 1 0,0-1 1,0 0-1,1 0 0,-1 0 0,0 1 1,1-1-1,-1 0 0,1 0 0,-1 0 1,1-3-1,-1 1-8,1 1 1,-1-1-1,1 1 1,0-1-1,0 0 1,0 1-1,0-1 1,1 1-1,0-1 1,-1 0-1,1 1 1,0 0-1,1-1 0,-1 1 1,1 0-1,2-5 1,1 2-22,5-7 0,1 0 1,0 1 0,1 0 0,1 1 0,-1 0-1,29-17 1,-34 26 17,1 0 1,0 1-1,-1 0 0,1 0 1,0 1-1,0 0 1,0 0-1,0 1 0,-1 0 1,1 0-1,0 1 0,7 2 1,-7 1 67,-1 0 0,1 1 1,-1 0-1,0 0 1,-1 0-1,1 1 0,-1 0 1,-1 0-1,1 1 1,-1-1-1,-1 1 0,7 14 1,24 33 550,-34-53-543,0 0 0,0 0 0,1 0 0,-1 1 1,1-2-1,0 1 0,0 0 0,0 0 0,-1 0 0,2-1 0,-1 1 0,0-1 0,0 0 0,0 0 0,1 0 0,-1 0 0,0 0 0,1 0 0,-1 0 0,1-1 0,-1 1 0,1-1 0,-1 0 1,1 0-1,-1 0 0,1 0 0,0 0 0,4-1 0,-3-1-19,0 0 0,-1 1 0,1-1 0,0-1 0,-1 1 0,0 0 0,1-1 0,-1 0 0,0 0 0,-1 0 1,6-6-1,14-13 140,-16 17-123,-1-1 1,1 0-1,-1-1 0,-1 1 0,1-1 0,5-11 0,-5 9-6,-1 2-1,-1 0-1,0-1 1,0 1-1,-1-1 1,2-12-1,8-23 216,-5 30-285,-7 23 91,-2 13-1194,2-22 801,-1 0-1,1 1 1,0-1 0,-1 1-1,1-1 1,-1 0 0,0 0-1,1 1 1,-1-1 0,0 0-1,0 0 1,1 0 0,-3 2 0,-8 7-7130,5-5-1255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8:08.7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394 107 2545,'0'0'5661,"3"-7"-4729,-3 6-1254,13-30 2647,-12 30-2186,-1 0-1,1 0 0,-1-1 0,0 1 0,1 0 1,-1 0-1,0 0 0,0-1 0,1 1 0,-1 0 1,0 0-1,0-1 0,0 1 0,-1 0 0,1 0 1,0 0-1,0-1 0,-1 1 0,1 0 0,-1 0 1,1 0-1,-1 0 0,1 0 0,-1 0 0,0 0 1,1 0-1,-1 0 0,0 0 0,0 0 1,-1-1-1,-18-5-2,0 1-1,0 1 1,-1 0 0,0 2 0,0 0 0,0 2-1,0 0 1,0 1 0,-28 4 0,39-2-107,1 0 0,-1 1 0,1 0 0,0 0 0,0 1 0,0 0 0,0 1 0,-11 8 0,14-9 45,0 0 1,0 1-1,0-1 1,1 1-1,0 0 1,0 1-1,0-1 1,1 1-1,0 0 1,0 0 0,0 1-1,-3 6 1,6-9-14,0 1 1,-1-1-1,2 1 1,-1-1-1,0 1 1,1 0 0,0-1-1,0 1 1,0 0-1,1-1 1,-1 1-1,1 0 1,0-1 0,1 1-1,-1-1 1,1 0-1,0 1 1,0-1-1,0 0 1,0 0-1,1 0 1,0 0 0,0-1-1,0 1 1,5 4-1,-3-3-15,0 0 1,0-1-1,0 1 0,1-1 0,0 0 0,0 0 1,0-1-1,0 0 0,1 0 0,-1 0 0,8 1 1,1-1-27,-1 0 0,1-1 1,0-1-1,17-1 1,-26 0-18,-2 0 11,1 0 1,-1 0 0,0 0 0,0 0 0,0-1-1,0 0 1,6-1 0,-8 0 13,0 1-1,0-1 1,0 1 0,0-1 0,0 0-1,0 0 1,0 0 0,0 0 0,-1 0-1,1-1 1,-1 1 0,0 0-1,2-4 1,10-16 233,-9 16-145,0 0 0,-1 0 1,1-1-1,-1 1 0,0-1 0,-1 0 1,1 0-1,-1 0 0,-1 0 0,2-10 1,-8 69 4979,-11 39-4149,6-37-350,-2 16 389,-4 140-1,10-91 443,5-115-1365,1 0 0,-1 1 0,0-1 0,0 1 1,0-1-1,-3 7 0,1-5-67,1-1-1,0 1 1,1 0 0,0 0 0,0 0-1,0 0 1,0 7 0,1-4 1718,1-6-4526,-17-14-20805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8:12.7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2592 143 4274,'0'0'4853,"-4"-4"-4565,3 3-354,-3-4 463,-1 0 0,1 0 0,-1 0 0,0 1 0,0 0 1,-1 0-1,-9-5 0,-26-8 1356,0 1-1,-64-15 1,50 20-1175,-1 2-1,1 3 1,-75 0 0,123 6-542,-83-1 719,1 4-1,-142 23 0,103 2 84,2 6 0,2 6-1,-189 86 1,266-101-516,1 1-1,1 3 1,1 2 0,1 1 0,-71 72-1,40-24 246,-119 167-1,157-191-209,2 1 0,-42 96 0,-33 128 589,107-277-936,-16 49 185,1 0 0,4 2 0,1 0-1,3 0 1,2 1 0,1 66 0,6-118-177,-1 22 53,1-1-1,1 0 1,1 1-1,2-1 1,0 0-1,10 28 1,7 4-64,3-2 0,2-1 0,2-1 0,3-1 0,2-2 0,2-1 0,78 82 0,-54-70-7,93 85 0,-125-123 0,1-1 0,1-2 0,1-1 0,33 15 0,-26-18 0,0-1 0,1-3 0,1-1 0,0-2 0,0-1 0,48 2 0,245-4 0,-190-8 0,-18-2 0,0-5 0,0-6 0,-1-5 0,-2-5 0,181-62 0,-236 63 0,-2-2 0,83-47 0,-105 48 0,-2-1 0,-1-2 0,-2-1 0,46-47 0,-25 18 0,267-251 0,-317 303 0,216-192 0,-201 174 0,-1 0 0,-2-2 0,0-1 0,-2 0 0,-1-2 0,-1 1 0,12-33 0,89-284 0,-110 318 0,-2-1 0,-1 0 0,-1 1 0,-1-1 0,-2-1 0,-5-52 0,-1 56 0,-2 2 0,0-1 0,-2 1 0,0 0 0,-26-41 0,22 40 0,-18-31 0,-3 2 0,-1 0 0,-3 3 0,-56-57 0,68 80 0,-1 1 0,0 2 0,-46-30 0,4 8 0,8 6 0,-72-37 0,113 67 0,-1 1 0,1 0 0,-2 2 0,1 1 0,-1 0 0,0 2 0,-40-3 0,-215 5 0,228-1-34,38 2-58,0 0 1,0 0-1,0 2 0,0-1 1,0 1-1,1 1 0,-1 0 1,-16 5-1,12 5-7183,8-4 1915,0-2-2004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47.4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2 157 992,'0'0'7580,"0"-11"-5926,-1-6-1046,2-36 1852,-1 52-2321,0 0 0,0 0 0,1 0 0,-1 0 0,0 0-1,1 0 1,-1 0 0,1 0 0,-1 0 0,1 0 0,0 0 0,-1 0 0,1 1 0,0-1 0,0 0-1,-1 0 1,1 1 0,0-1 0,0 0 0,0 1 0,0-1 0,0 1 0,1-1 0,1 0 35,0 0 0,0 0 1,0 0-1,1 1 1,-1-1-1,0 1 0,0 0 1,4 0-1,-2 0-35,0 0 0,0 1 0,0-1 0,-1 1 0,1 1 0,0-1 0,0 0 0,-1 1 0,1 0 0,7 5 0,-3 1 1,-1 1 0,0 0-1,-1 1 1,0-1 0,-1 1-1,0 0 1,0 1-1,4 11 1,0 3 73,-2 0 1,10 40-1,-17-54-118,1 0-1,-1 1 0,-1 12 0,0-16-20,0-7 62,0-13 27,2-9-141,1 0-1,2 1 1,0 0-1,0 0 1,2 1 0,1-1-1,0 1 1,15-24 0,-16 32-23,0 0 0,0 0 0,1 0 0,0 1 0,1 0 1,0 1-1,13-11 0,-16 16-25,1-1 0,-1 1 0,1 0 0,0 0 0,0 1 0,1 0 0,-1 0 0,0 1 0,1 0 0,0 0 0,-1 1 0,1 0 0,11 0 0,-18 1 21,1 1 0,0-1 0,0 1 0,0 0 0,0 0 0,-1 0 0,1 0 1,0 0-1,-1 0 0,1 0 0,-1 1 0,0-1 0,1 1 0,-1-1 0,0 1 0,0-1 0,0 1 0,0 0 0,0-1 1,0 1-1,0 0 0,0 0 0,-1 0 0,2 3 0,13 58 303,-13-51-217,1-2-23,0 6-24,1 0 0,1 31 0,-2-59-265,2 1 1,-1-1-1,1 1 0,1 0 1,0 1-1,1-1 1,0 1-1,0 1 0,1-1 1,0 1-1,11-9 0,-13 13 206,0 0 1,0 0-1,1 1 0,0-1 0,0 2 1,0-1-1,0 1 0,0 0 0,1 0 0,-1 1 1,1 0-1,0 0 0,-1 1 0,1 0 0,0 0 1,0 1-1,0 0 0,14 2 0,-21-1 54,1 0-1,-1-1 1,0 1 0,1 0-1,-1 0 1,0 0 0,0 0-1,1 0 1,-1 0 0,0 1-1,0-1 1,0 0-1,0 0 1,0 1 0,-1-1-1,1 1 1,0-1 0,-1 1-1,2 2 1,8 34 729,-9-35-672,3 19 198,-2 0-1,0 0 1,-3 34 0,1-20-1224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47.6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0 9220,'0'0'8116,"-21"124"-6339,21-97-1009,0-6-304,0-7-240,0-7-112,0 1-112,0-44-15847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47.8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9893,'0'0'7619,"23"60"-8211,0-49-1761,4-7-2065,-8-4-1713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48.1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0 1761,'0'0'8847,"1"23"-5774,2 149 2727,-19 96-320,12-221-5595,3 59 1,1-58-3870,10-49-3131,5-11 1101,2-14-1557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48.7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 68 3698,'0'0'8974,"5"8"-7610,-3-4-1223,1 1 0,0-1 1,-1 0-1,1-1 0,1 1 0,-1 0 1,0-1-1,1 0 0,0 0 1,0 0-1,0 0 0,0 0 0,0-1 1,0 0-1,1 0 0,-1 0 0,1 0 1,0-1-1,-1 0 0,1 0 1,8 1-1,-8-1-71,7 0 22,-1 0 0,1-1-1,-1 0 1,1 0 0,20-4 0,-29 3-73,-1 0 1,1 0 0,-1 0-1,0 0 1,1 0 0,-1 0 0,0-1-1,1 1 1,-1-1 0,0 1-1,0-1 1,0 0 0,-1 0-1,1 0 1,0 0 0,-1 0 0,1 0-1,-1-1 1,0 1 0,0 0-1,1-1 1,-2 1 0,1-1-1,0 1 1,0-1 0,-1 1 0,0-1-1,1 1 1,-1-1 0,0 0-1,0-3 1,-1 3 4,0 0 0,0 1 0,1-1 0,-1 0 0,-1 1 0,1-1 0,0 0 0,-1 1 0,1 0 0,-1-1 0,0 1 0,0 0 0,0 0 0,0 0 0,0 0 0,-4-2 0,2 0 116,0 1 0,0 1 0,-1-1-1,1 0 1,-1 1 0,1 0 0,-1 0 0,0 1-1,-5-2 1,4 2-18,-1 1 0,1 0 1,-1 0-1,1 1 0,-1 0 0,1 0 0,-1 0 0,1 1 0,0 0 0,0 0 1,-1 0-1,2 1 0,-1 0 0,0 0 0,1 1 0,-1-1 0,1 1 0,0 0 1,0 1-1,0-1 0,1 1 0,0 0 0,0 0 0,0 1 0,0-1 0,1 1 0,0 0 1,0-1-1,1 2 0,-4 9 0,5-9 7,0 0 0,0 0-1,0 0 1,1 0 0,0 0 0,0 0 0,1 0 0,0 0-1,0 0 1,1 0 0,0-1 0,0 1 0,1 0-1,-1-1 1,1 0 0,1 1 0,-1-1 0,1 0 0,0-1-1,0 1 1,1-1 0,0 0 0,0 0 0,0 0-1,1-1 1,-1 0 0,10 6 0,-10-8-355,1 0 0,1 0 0,-1 0 0,0-1 0,0 0 0,1 0 0,-1 0 0,0-1 0,1 0 0,-1 0 0,8-2 0,10 1-3919,-10 0-833,-1-4-3017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49.4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294 0 2081,'0'0'11395,"-16"6"-9960,-54 22-120,59-22-907,0 0 1,0 0-1,0 1 0,1 0 0,0 1 1,0 0-1,1 0 0,-15 17 0,19-19-232,4-5-167,0 0 1,0 0-1,0 0 1,0 1-1,0-1 1,0 0-1,0 0 0,0 1 1,0-1-1,1 1 1,-1-1-1,1 0 1,-1 1-1,1-1 1,-1 1-1,1-1 1,0 1-1,0 0 0,0-1 1,0 1-1,0-1 1,0 1-1,0-1 1,0 1-1,1-1 1,-1 1-1,0 0 0,1-1 1,0 0-1,-1 1 1,1-1-1,0 1 1,0-1-1,-1 0 1,1 0-1,0 1 1,0-1-1,0 0 0,1 0 1,-1 0-1,0 0 1,2 1-1,7 5-40,0-1-1,0-1 1,0 0-1,19 7 1,-17-7-18,15 5-310,-16-7 38,-2 1-1,1-1 1,0 2-1,-1-1 0,0 1 1,0 1-1,0 0 0,-1 0 1,16 15-1,-23-20 314,0 1 0,0-1-1,0 1 1,0-1 0,0 1 0,0 0-1,0-1 1,-1 1 0,1 0 0,0 0 0,-1 0-1,0-1 1,1 1 0,-1 0 0,0 0-1,0 0 1,0 0 0,0-1 0,-1 1-1,1 0 1,0 0 0,-1 0 0,1 0 0,-1-1-1,0 1 1,1 0 0,-1-1 0,0 1-1,0 0 1,0-1 0,0 1 0,-1-1 0,1 0-1,0 1 1,-1-1 0,1 0 0,0 0-1,-4 2 1,-6 5 245,0-1 0,0 0 0,-1-1 0,-16 6 0,16-7-18,-8 4 54,-1-1 0,0-2 1,0 0-1,-1-1 0,0-1 0,0-1 0,-27 0 0,27-5-273,25-1-251,-2 2 126,4-5-593,0-1-1,1 1 1,1 1 0,-1-1 0,1 1-1,-1 0 1,2 0 0,12-6-1,-1 0-1703,29-18-4474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49.7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117 0 5747,'0'0'4804,"-5"27"-1567,-3 11-1926,-28 123 2903,15-86-2321,9-40-1114,3 0 0,0 1-1,3 0 1,-5 62 0,11-97-783,0 0 0,1 0 1,-1 0-1,0 0 1,0 0-1,0 0 0,1 0 1,-1 0-1,1 0 1,-1 0-1,0 0 0,1 0 1,0 0-1,-1 0 1,1 0-1,0 0 1,-1-1-1,1 1 0,0 0 1,0 0-1,0-1 1,1 2-1,0-1-26,1 1 0,0-1 0,0 0 0,0 0 0,0 0 0,0 0 0,6 0 0,7 0-444,-1-1-1,24-2 1,-29 1-22,-4 1-17,-1-1 0,0 0 0,0 0 0,1-1-1,-1 0 1,0 0 0,0 0 0,0 0-1,-1-1 1,1 1 0,-1-1 0,1-1-1,-1 1 1,0 0 0,6-7 0,9-13-5666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49.9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0 115 6883,'0'0'12054,"124"-50"-11782,-80 44-160,2-3-112,2 1-849,2-2-1296,-4-1-1984,-2-1-1282,-7 3-432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50.2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114 0 960,'0'0'9117,"-12"21"-5697,10-17-3239,-23 41 3114,-36 87 0,58-124-2982,1 0 0,-1 0 0,1 1 0,1-1 0,0 0 0,0 1 0,0-1 0,1 1 0,1-1 0,1 14 0,-1-19-287,0 1-1,0-1 0,0 0 0,0 0 0,1 0 1,0 0-1,-1 0 0,1 0 0,0 0 0,1 0 0,-1-1 1,0 1-1,1-1 0,-1 1 0,1-1 0,0 0 1,0 0-1,0 0 0,0-1 0,0 1 0,0-1 0,0 1 1,1-1-1,-1 0 0,0-1 0,1 1 0,4 0 1,0 1-23,1-1 0,0 0 0,0 0 1,0-1-1,0-1 0,0 1 1,-1-1-1,1-1 0,14-3 1,-19 3-20,0 0 1,0 0 0,-1 0 0,1 0-1,0-1 1,-1 1 0,1-1-1,-1 0 1,0 0 0,0 0-1,0-1 1,0 1 0,-1-1-1,1 0 1,-1 1 0,0-1 0,0 0-1,-1 0 1,1-1 0,1-7-1,-1 4 26,0 1-1,-1 0 0,0-1 0,-1 0 0,1 1 0,-1-1 0,-1 1 0,0-1 1,0 1-1,0-1 0,-1 1 0,0 0 0,0 0 0,-1-1 0,0 1 0,0 1 1,-1-1-1,-5-8 0,6 13-11,0 0 1,-1-1-1,1 1 1,0 1-1,-1-1 1,1 0-1,-1 1 1,0 0-1,0-1 1,1 2-1,-1-1 1,0 0-1,-5 0 1,-21 5-2946,29-4 2400,-1 0 1,1 1-1,0 0 0,0-1 0,-1 1 1,1 0-1,0-1 0,0 1 1,0 0-1,0 0 0,0 0 1,0 0-1,0 0 0,0 0 1,1 0-1,-3 3 0,2 8-6899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50.8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 2225,'0'0'15957,"7"15"-13946,-2-7-1712,3 6 222,-1 0 1,-1 0-1,0 0 0,0 1 1,-2-1-1,5 24 1,-7 43 1139,-2-45-1237,1-28-420,0-11-172,3-10 73,0-1 0,1 1 1,0 1-1,1-1 1,8-13-1,43-61-562,-37 59 289,-16 21 318,0 1 1,1 0-1,-1 0 1,1 1-1,1-1 1,-1 1 0,1 0-1,0 0 1,0 1-1,11-7 1,-16 12 89,-1 0 0,1 0 0,-1 0 0,1 0 0,-1 0 0,0-1 0,0 1 0,1 0 1,-1 0-1,0 0 0,0 0 0,0 0 0,0 0 0,0 0 0,0 0 0,0 0 0,-1 1 0,1 0 58,0 30 500,-1-13-187,1 1 0,3 24 0,-2-38-426,0 0 0,0-1 0,0 0 0,1 1 0,0-1 0,0 0 0,1 0-1,-1 0 1,1 0 0,0 0 0,0-1 0,7 8 0,1 4-4348,-4 3-7423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51.6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 80 4162,'0'0'10045,"0"5"-8335,1-3-1525,-1 1 0,0-1 1,1 1-1,-1-1 1,1 1-1,0-1 1,0 1-1,0-1 0,0 1 1,1-1-1,-1 0 1,0 0-1,1 0 0,0 0 1,-1 0-1,1 0 1,0 0-1,0 0 1,0-1-1,0 1 0,0-1 1,1 1-1,2 0 1,9 6 218,1 0 1,0-2 0,16 6-1,-24-10-361,0 0-1,0-1 0,-1 1 0,1-2 0,0 1 1,0-1-1,0 0 0,0 0 0,14-3 1,-15 0-28,0 0 1,-1-1 0,1 0-1,-1 1 1,0-2 0,0 1-1,0-1 1,-1 1-1,1-1 1,-1-1 0,0 1-1,0 0 1,-1-1 0,5-10-1,-7 12 8,0 1 1,0-1-1,0 1 0,0-1 0,-1 1 0,1-1 0,-1 0 0,0 1 0,0-1 0,0 1 0,-1-1 0,1 0 1,-1 1-1,0-1 0,0 1 0,-2-4 0,2 4 12,-1 1-1,1 0 1,-1 0 0,0 0-1,1 0 1,-1 0 0,0 0-1,0 0 1,-1 1 0,1-1-1,0 1 1,0-1 0,-1 1-1,1 0 1,-1 0 0,1 0-1,-1 0 1,0 1 0,1-1-1,-1 0 1,-3 1 0,-4-1 7,1 1 1,-1 1-1,1 0 0,-1 0 1,1 0-1,-1 1 1,1 1-1,0 0 1,0 0-1,0 0 1,0 1-1,1 1 1,-1-1-1,1 2 1,0-1-1,1 1 1,-1 0-1,1 0 1,0 1-1,1 0 1,0 0-1,0 1 0,0 0 1,-4 8-1,7-9 93,0-1-1,1 0 1,-1 1-1,1-1 1,1 1-1,-1 0 1,1 0-1,0 11 0,2 62 762,0-37-686,-1-38-161,1 0-1,-1 0 1,1 0 0,-1-1-1,1 1 1,1 0 0,-1-1-1,1 1 1,0-1 0,0 1-1,0-1 1,0 0 0,1 0-1,0 0 1,0 0-1,0 0 1,0 0 0,0-1-1,7 5 1,-5-4 96,1 0 0,0-1-1,0 1 1,1-2 0,-1 1 0,0-1-1,1 0 1,0 0 0,-1 0 0,1-1-1,0 0 1,13 0 0,150-1 2320,-168 16-12710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8:56.3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144 1 1281,'0'0'6992,"0"7"-1012,0 11-3292,-3 254 1412,-31 357-3344,21-429-214,-22 217-55,15-258-101,0 177-1,11-182-184,2 77-110,8-151-220,-1-79 44,0-58-9194,-4 37 2759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8:56.8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6 576,'0'0'6507,"9"-1"-4933,27-4-13,-32 6-1293,-1-1 0,1 0-1,-1 1 1,0-1 0,0 1 0,1 0 0,-1 0 0,0 0-1,0 1 1,0-1 0,0 1 0,0 0 0,0 0 0,-1 0-1,1 0 1,0 0 0,-1 0 0,3 4 0,8 5 539,108 91 2874,-32-25-3077,-75-63-532,0 0 1,-1 0-1,-1 2 1,0 0-1,-1 0 1,-1 1-1,13 27 1,-10-21 16,-11-19-54,-1-2-4,0 0 0,0 0-1,0 0 1,0 0 0,0 0-1,-1 1 1,1-1 0,-1 0-1,1 0 1,-1 0 0,0 4-1,-15-13-1580,13 4 671,-1 0-1,1 0 1,-1 0 0,1 0-1,0 0 1,0 0-1,0-1 1,0 1 0,1-1-1,-1 1 1,1-1 0,-1-5-1,-3-13-5288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8:57.4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272 1 880,'0'0'8722,"-3"0"-7356,1 0-1219,1 0 0,-1 0 1,0 1-1,0-1 0,1 1 1,-1-1-1,1 1 0,-1 0 1,0 0-1,1-1 0,0 1 1,-1 0-1,1 1 0,-1-1 1,1 0-1,0 0 0,0 0 1,0 1-1,0-1 0,0 0 1,-1 3-1,-30 43 2287,19-26-1560,-17 22 327,1 2-1,3 0 1,1 2 0,2 1-1,-26 83 1,45-115-604,2 0 0,0-1 0,1 1 0,0 21 2252,28-37-7251,-14 0 401,-3 0-1725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21.2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14 100 1377,'0'0'2940,"-2"-11"-2460,-2-2-358,2 8-72,1 0 0,0 0 0,0 0 1,0 0-1,0 0 0,1 0 0,0 0 0,1-10 0,-1 14 67,0 0 1,0 0-1,0 0 0,0 1 0,0-1 0,0 0 0,1 0 0,-1 0 0,0 0 0,1 0 0,-1 1 0,1-1 0,-1 0 0,1 0 0,-1 1 0,1-1 0,-1 0 0,1 1 0,0-1 0,-1 0 0,1 1 0,0-1 0,-1 1 0,1-1 0,0 1 0,0-1 0,0 1 0,2-1 5160,-3 10-1199,3 7-2745,0 12-1128,-3 54 1322,-2 7-446,5-1 0,16 108 0,-6-85-371,-4 0 1,-5 115 0,-2-20 140,1-64-702,-3-48-52,16 113 1,-10-141 24,-3 110 1,-3-104-88,-15 209 42,11 31 89,4-311-308,-1-11-898,-1-36-940,-8-90-10860,0 64 3083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22.2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91 96,'0'0'3783,"-3"-31"-683,1 28-3044,0 0 0,0 0 0,0 0 0,0 1 0,-1-1-1,1 1 1,-1-1 0,-3-1 0,-7-8 2168,12 12-2108,1 0 0,0-1 0,0 1 0,-1 0 0,1 0 0,0-1 0,0 1 0,-1 0 0,1 0 0,0-1 0,0 1 0,0 0 0,0-1 0,-1 1 0,1 0 0,0 0 0,0-1 0,0 1 0,0 0 0,0-1 0,0 1 0,0 0 0,0-1 0,0 1 0,0 0 0,0-1 0,0 1 0,0 0 0,0-1 0,0 1 0,1 0 0,-1-1 0,0 1 0,0 0 0,0-1 0,0 1 0,1 0 0,-1 0 0,0-1 0,0 1 0,0 0 0,1 0 0,-1-1 0,0 1 0,1 0 0,-1 0 0,0 0 0,0-1 0,1 1 0,-1 0 0,0 0 0,1 0 0,-1 0 0,0 0 0,1 0 0,-1 0 0,0 0 0,1 0 0,-1 0 0,26-4 679,-23 4-544,203-4 2982,-119 5-2563,155 11 220,-60-2-366,63 2 1688,104-8-345,-349-4-1325,21 4-94,-12-4-385,-7 0-58,0 0-1,0 0 1,0 0-1,0 0 1,0 1-1,0-1 1,0 1-1,0-1 1,-1 1-1,1-1 1,0 1-1,0 0 1,0 0-1,1 1 1,-2-1-50,-13-1-2370,-45 0-4199,15 0-536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23.0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10 944,'0'0'5977,"0"-9"-49,3 98-2628,12 44-2825,-5-67-1946,-8-22-2941,-2-12-1623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56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205 43 2801,'-106'-25'0,"8"8"-1312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31.4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1690 288,'0'0'4698,"-1"-2"-3804,0 0-806,0 0-1,0 1 1,0-1 0,0 0 0,0 0-1,1 0 1,-1 0 0,1 0 0,-1 0-1,1-2 1,-1-10 7113,-4 18-2074,-20 17-5118,-22 16-393,47-37 344,26-4 648,-16 1-53,0 0 0,0 1 0,0 0 0,1 0 0,18 0 0,21-3-176,602-147 101,-428 93-495,145-40-40,-43 14-189,-78 23 238,-53 11 111,194-58-109,-14-1 20,23-7-24,-334 95 114,371-137 89,-352 129-169,1 4 0,115-21-1,-79 20 59,214-45-120,197-51-46,-33 1-37,-289 74 43,-42 10-15,232-63-12,-383 96 98,-12 4 12,1 0 0,-1 0 0,0-1 0,1 1 0,-1-1-1,0 0 1,0 0 0,0-1 0,4-2 0,-8 5 23,0-1-1,0 1 1,0 0 0,0 0 0,0 0 0,0-1 0,0 1 0,0 0 0,0 0 0,-1 0-1,1 0 1,0-1 0,0 1 0,0 0 0,0 0 0,0 0 0,0 0 0,0-1 0,0 1-1,0 0 1,-1 0 0,1 0 0,0 0 0,0 0 0,0 0 0,0-1 0,0 1 0,-1 0-1,1 0 1,0 0 0,0 0 0,0 0 0,-1 0 0,1 0 0,0 0 0,0 0 0,0 0-1,0 0 1,-1 0 0,1 0 0,0 0 0,0 0 0,0 0 0,-1 0 0,1 0 0,0 0-1,0 0 1,0 0 0,0 0 0,-1 0 0,1 0 0,0 1 0,-14-2 53,13 1-3,-11 0-28,-16 0 1143,27 0-1285,0 0-1,1 0 0,-1 0 1,0 0-1,1 0 1,-1 1-1,1-1 1,-1 0-1,0 0 0,1 1 1,-1-1-1,1 0 1,-1 1-1,1-1 0,-1 1 1,1-1-1,-1 1 1,1-1-1,-1 1 1,1-1-1,0 1 0,-1-1 1,1 1-1,0 0 1,-1-1-1,1 1 0,0-1 1,0 1-1,0 0 1,0-1-1,-1 1 1,1 0-1,0 0 0,0 0-425,0 1-1893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32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126 1 2193,'0'0'8868,"-34"8"1193,33 12-6960,0-17-2997,1 0 0,-1-1 0,1 1 0,0 0 0,0 0 0,0-1 0,0 1 0,0 0 0,1-1 0,-1 1 0,1 0 0,0 0 0,0-1 0,0 1 0,0-1 0,0 1 0,0-1 0,1 0 0,-1 1 0,1-1 0,-1 0 0,3 2 0,18 15 254,1-1 1,0-1-1,35 19 0,80 34 206,-132-67-539,10 4 80,1 0 0,-1-1-1,1-1 1,1-1 0,-1 0-1,1-1 1,27 1 0,-17-2 567,-60 17-162,8 1-366,0 0 1,2 1 0,0 2 0,1 0-1,2 1 1,0 1 0,-22 39 0,13-12 45,1 2 1,3 2-1,3 0 1,-15 59-1,33-100-190,-3 11 0,0 0 0,-2-1 0,0 0 0,-2 0 0,-15 28 0,24-53-30,1 0 0,-1 0 0,0 0 0,0 0 0,1 0 0,-1-1 0,0 1 0,1 0 0,-1 0 0,1 0 0,-1-1-1,0 1 1,1 0 0,-1-1 0,1 1 0,-1 0 0,0-1 0,1 1 0,-1-1 0,1 1 0,-1-1 0,1 1 0,0-1 0,-1 1 0,1-1 0,0 0 0,-1 0 0,-20-16-2832,-22 0-3146,-20-3-4178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34.3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57 405 208,'0'0'5080,"6"0"-3693,2 1-706,9 0-69,7-2 17152,-24 22-17205,-7 174 2287,4-168-2733,-1 0 0,-1 0-1,-2 0 1,-1-1 0,-12 30 0,5-16 145,13-32-199,0 0 0,-1 0 0,0 0 0,0-1 0,-1 1 0,0-1 0,-1 0 0,-9 12 0,12-70 470,2 5-552,3-114-593,0 134 466,1-1 0,0 1-1,2-1 1,10-24 0,-3 14-181,3 1 1,0 1-1,2 1 1,2 0-1,1 2 0,28-33 1,-28 40 157,1 2 0,1 1 0,1 0 0,1 2 0,1 1 0,1 1 0,50-26 0,-62 37 141,8-4-8,33-12-1,-49 20 15,1 1 0,-1 0 0,1 1 0,0 0 0,0 0 0,-1 1 0,1 0 0,15 1 0,-21 0 28,0 0 0,0 0 0,0 0 0,-1 0-1,1 0 1,-1 1 0,1-1 0,-1 1 0,1-1 0,-1 1 0,0-1-1,0 1 1,0-1 0,0 1 0,0 0 0,0 0 0,0 0 0,0 0 0,-1-1-1,1 1 1,-1 0 0,1 0 0,-1 0 0,0 0 0,0 3 0,4 56 164,-4-55-127,10 350 2970,-9-321-2533,-2 0 0,-1-1 1,-1 1-1,-2-1 0,-12 39 0,8-41-309,2-1-1,-4 34 0,10-73-1012,0 1-1,-1-1 1,1 1 0,-1 0-1,-1 0 1,1 0-1,-7-12 1,5 12-1056,-1 1 1,1-1-1,-1 1 0,-8-8 1,-15-11-8309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35.3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2769,'0'0'13268,"0"0"-12961,0 1 1,0-1-1,0 1 0,0-1 1,0 1-1,0-1 1,0 1-1,1-1 1,-1 1-1,0-1 1,0 1-1,0-1 0,1 1 1,-1-1-1,0 1 1,1-1-1,-1 1 1,0-1-1,1 0 1,0 1-1,45 1 880,60 9 0,-35 1-949,-31-4 45,0-2-1,53 1 1,62-11 5728,-144-4-7190,-21 8-608,1 1-1,-1 0 1,1 1 0,-1 0 0,1 1 0,0 0 0,-11 5 0,-8 3-8266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38.3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1772 306 48,'0'0'2409,"-11"-2"-1950,-37-6-75,48 8-367,0 0 0,0 0 0,0 0 0,0 0-1,0 0 1,-1 0 0,1 0 0,0 0 0,0 0 0,0 0 0,0 0 0,0 0-1,0 0 1,-1 0 0,1 0 0,0 0 0,0 0 0,0 0 0,0 0-1,0 0 1,0 0 0,0 0 0,-1 0 0,1 0 0,0 0 0,0 0-1,0 0 1,0 0 0,0 0 0,0 0 0,0 0 0,0-1 0,0 1-1,-1 0 1,1 0 0,0 0 0,0 0 0,0 0 0,0 0 0,0 0 0,0 0-1,0-1 1,0 1 0,0 0 0,0 0 0,0 0 0,0 0 0,0 0-1,0 0 1,0 0 0,0-1 0,0 1 0,0 0 0,0 0 0,0 0-1,0 0 1,0 0 0,9-5 490,13-2 188,94-17 1607,-64 21 10269,-55 3-11730,-73 3-497,1 3 0,0 3 0,-102 26 0,-163 60 145,264-68-244,0 3 1,-95 54-1,142-66-63,0 2 0,1 0-1,1 2 1,1 2 0,-24 27 0,-103 140 360,122-152-154,-71 66 1,74-79-230,1 1 0,1 1 1,1 1-1,-32 52 1,52-71-95,0 0 0,1 0 1,0 0-1,1 1 1,0 0-1,1-1 0,-2 14 1,1 79 584,4-78-534,-2-1 0,0 0 0,-1 1 0,-6 23 0,-2-16-17,-2 0 1,-1 0 0,-1-2 0,-1 0 0,-2 0 0,-22 29-1,34-50 15,0 1 0,0-1 0,1 1-1,1-1 1,-1 1 0,2 0-1,-1 0 1,1 1 0,-1 18-1,2 1 138,1 0 0,5 35-1,-2-45-161,1-1-1,0 1 0,2-1 0,13 32 0,41 69 315,-49-99-324,-3-3-2,0 0-1,-2 0 0,0 1 0,6 39 1,-9-41-60,0 1 0,2-1 0,0 0 0,0 0 1,2-1-1,14 27 0,-5-20-17,1-1 0,1-1 0,1-1 0,1 0 0,1-2 0,0 0 0,2-1 0,45 26 0,17 1 0,109 42 0,-166-75 0,278 100 0,-229-89 0,2-3 0,83 8 0,-13-12 0,289-10 0,-353-15 0,-1-3 0,130-38 0,-83 17 0,24-2 0,238-88 0,-260 67 0,-2-6 0,-3-5 0,-3-6 0,127-99 0,-146 88 0,-2-4 0,-5-5 0,118-144 0,-201 217 0,-1-1 1,0 0-1,-2 0 0,0-2 1,-2 1-1,0-2 0,7-25 1,-9 16-8,-2 0 0,-1 0 0,-2-1 0,1-63 0,-6 79-28,-1-1 0,0 1 0,-2 0 0,0-1 0,-1 2 0,-15-37 0,-61-105-27,23 51 46,9-1-25,-25-48-8,59 131-5,0 2 0,-2-1 0,-34-38-1,-2 8-2,-3 3-1,-1 3 0,-113-76 0,83 73 49,-1 3 0,-127-50 0,-87-7 97,251 94-222,0 2-1,-1 2 1,0 2-1,-61 1 0,33 6-41,-195 5-75,220-1 249,0 3 1,-107 27-1,110-18 0,0 2 0,1 2-1,1 2 1,1 2 0,1 2-1,-77 58 1,117-78-121,1 0-1,0 1 1,1 0 0,-1 0-1,1 1 1,1 0 0,-1 0-1,1 0 1,1 1 0,0-1-1,0 1 1,-5 16 0,5-6-283,1 0 0,0 0 0,1 1 0,1-1 0,3 29 0,-2-41-22,1 0 1,0 0-1,0 0 1,1 0-1,0 0 0,0 0 1,4 8-1,-3-9-265,0-1 1,0 0-1,0-1 0,1 1 0,0 0 0,0-1 1,0 0-1,0 0 0,7 5 0,28 13-7089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39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468 15 2913,'0'0'10189,"-5"-3"-9202,-16-8-77,20 11-828,1 0-1,-1 0 1,1 0 0,-1 1-1,1-1 1,-1 0 0,1 0 0,-1 1-1,1-1 1,-1 0 0,1 0-1,-1 1 1,1-1 0,-1 1 0,1-1-1,0 0 1,-1 1 0,1-1-1,0 1 1,-1-1 0,1 1-1,0-1 1,0 1 0,-1-1 0,1 1-1,0-1 1,0 1 0,0 0-1,0-1 1,0 1 0,0-1 0,0 1-1,0-1 1,0 2 0,-4 21 1908,0 105 3522,4-61-4202,-12 80 0,-28 114-203,-63 467 1641,84-413-1972,15-183-699,-28 171 1,-26-32-78,-11 60 0,54-164 0,1-6 0,9-135 0,0 0 0,-1 0 0,-1-1 0,-13 27 0,15-35-2,-1 4 9,4-21-31,1-13-37,4-11-1014,0 0 1,2 0-1,1 0 1,1 1-1,0 0 1,14-26-1,10-37-6052,1-22-6445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6:40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0 784,'0'0'2855,"-15"1"-2420,-44 4 7803,66-4-3408,25 1-714,42 0-2174,184 6 767,-1 0-1614,487-22 960,-597 10-1687,123 3 81,-144 2 161,60 1 1671,-312-2-12171,50 0 2540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35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124 619 400,'0'0'4336,"-20"22"-1930,-5 8-1676,12-12-700,8-13-50,4-4-7,0 0 1,0 0 0,0 0 0,0 0-1,0 0 1,0 0 0,0 1-1,1-1 1,-1 0 0,0 1-1,1-1 1,-1 1 0,1-1-1,-1 0 1,1 1 0,0-1-1,0 1 1,-1 3 8121,-4-3-7308,-1 1 0,1 1 0,0-1 0,0 1 0,0 0 0,1 0 0,-6 6 0,10-10-758,-1 0-1,1 0 1,0 0-1,0 0 1,0 0-1,0 0 1,-1 1-1,1-1 1,0 0-1,0 0 1,0 0-1,0 0 1,0 1-1,0-1 1,0 0-1,0 0 1,0 0-1,-1 1 1,1-1-1,0 0 1,0 0-1,0 0 1,0 1-1,0-1 1,0 0-1,0 0 1,0 0-1,0 1 1,0-1-1,1 0 1,-1 0-1,0 0 1,0 1-1,0-1 1,0 0-1,0 0 1,0 0-1,0 0 1,0 1-1,1-1 1,-1 0-1,0 0 1,0 0-1,0 0 1,0 0-1,0 1 1,1-1-1,-1 0 1,0 0-1,0 0 1,0 0-1,1 0 1,-1 0-1,0 0 1,20 4 937,25-5 347,78-27 363,-20 3-1596,-68 18-37,67-12 35,180-10 1,-128 28-104,329-20 106,-42-50 135,-13 1-13,164-21-47,-200 27-53,-290 49-76,681-106 15,61 6 820,-807 112-693,90-8 1386,150-33 0,-236 31-1317,-33 10-241,1 0 0,0 0 1,-1 1-1,1 0 0,18-1 0,-45 2 317,-19 0-2915,-2 2-5768,20 0 609,5-1-2637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36.1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 1 800,'3'2'21013,"4"4"-14948,39 30-4978,15-5-317,86 31 0,-27-13 33,-103-41-621,1-1 1,0-1-1,1-1 0,-1 0 1,1-1-1,0-1 1,34 1-1,-50-5-182,16 4 0,-19-3 0,1 1 0,-1-1 0,0 0 0,0 0 0,0 1 0,0-1 0,0 0 0,0 1 0,1-1 0,-1 0 0,0 0 0,0 1 0,0-1 0,0 0 0,0 1 0,0-1 0,0 0 0,0 1 0,0-1 0,0 0 0,-1 1 0,1-1 0,0 0 0,0 0 0,0 1 0,0-1 0,0 0 0,0 1 0,-1-1 0,1 0 0,0 0 0,0 1 0,0-1 0,-1 0 0,1 0 0,0 0 0,0 1 0,-1-1 0,1 0 0,-11 10 0,11-9 0,-48 43 0,-47 57 0,38-38 0,-135 150 0,175-196 0,2 2 0,0 0 0,1 1 0,1 0 0,-14 29 0,25-41 0,-1 0 0,1 1 0,0-1 0,-1 18 0,3-25 0,-20 1-75,-35 18-5927,11-16-2680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37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 0 400,'0'0'4458,"-1"4"-1649,0 17 10760,1-14-12261,0 89 2186,-2 136-112,-2-178-2875,-1 0 1,-17 67-1,-18 25 523,37-133-817,-3 6 141,5-19-283,0-11-141,5-63-527,3 0-1,4 0 0,3 2 1,25-80-1,-31 125 272,1 0-1,25-47 1,-27 60 226,1 0 0,1 1 0,0 0 1,1 0-1,1 1 0,18-17 0,-24 25 82,-1 1 1,1 0-1,0 0 0,0 1 1,0 0-1,0-1 0,0 2 0,0-1 1,0 1-1,10-2 0,56 0 0,-53 3 10,-14 1 16,0-1 0,1 2 0,-1-1 0,0 0-1,0 1 1,0 0 0,0 0 0,0 0 0,0 0 0,-1 0 0,1 1 0,-1 0 0,1 0 0,-1 0 0,0 0 0,0 0 0,0 1 0,-1-1 0,1 1 0,3 7 0,0 0 49,0 1 0,0-1 1,-1 1-1,-1 0 0,0 0 1,3 15-1,-5-4 41,0 0 0,-4 41-1,2-62-91,0 2 6,-1 0-1,0-1 1,0 0 0,0 1 0,0-1-1,-1 0 1,1 1 0,-1-1 0,0 0 0,0 0-1,0-1 1,-1 1 0,1 0 0,0-1 0,-1 1-1,0-1 1,0 0 0,1 1 0,-1-2-1,0 1 1,-1 0 0,1 0 0,-4 1 0,-5 2 70,0-1 1,-1 0 0,1-1-1,-1 0 1,-15 2 0,-2-2 81,1-1-1,-1-1 1,1-2 0,-37-5 0,61 6-119,1-1 1,-1 0 0,0 0-1,1-1 1,0 1 0,-1-1-1,1 0 1,0 0-1,-5-3 1,31 3-187,-9 2 115,0 2 0,0 0 0,1 0 1,-1 1-1,-1 1 0,1 0 0,19 9 1,82 50-124,-109-60 130,3 2-105,0 0 0,-1 0 0,1 1 0,-1 0 0,11 12 0,-15-14 89,0 0 1,-1-1-1,0 1 1,1 0-1,-1 0 1,-1 0-1,1 1 1,0-1-1,-1 0 1,0 1-1,0-1 1,-1 0-1,1 1 1,-1 5-1,1-5 63,-1 0 0,-1 0 1,1 0-1,-1 1 0,1-1 0,-1 0 0,-1 0 0,1 0 0,-1-1 1,0 1-1,0 0 0,0-1 0,-1 1 0,0-1 0,1 0 0,-2 1 0,1-1 1,0-1-1,-1 1 0,0 0 0,-7 5 0,1-2 148,0-1 0,0 0-1,0-1 1,-1 0 0,1 0 0,-1-1 0,0-1-1,-1 0 1,-17 3 0,-7-2 459,-62-1 0,79-3-467,16 0-157,0 0-1,0-1 0,1 1 1,-1 0-1,0-1 0,0 1 0,1-1 1,-1 0-1,0 0 0,1 0 1,-1 0-1,1-1 0,0 1 1,-5-4-1,6 37-4844,1-26 3313,0 0 1,-1 0 0,1 0-1,-2 0 1,1 0 0,0 0-1,-6 11 1,-10 17-12153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39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97 208,'0'0'6206,"1"-5"-5137,3-5-952,9-42 9196,-15 31-7698,0 13 8972,12 8-11644,-3 1 1247,0 1 0,0 0-1,0 0 1,0 0 0,0 1 0,-1 1-1,1-1 1,-1 1 0,0 0-1,0 0 1,0 0 0,5 7 0,25 14 321,109 58 721,83 54-733,31 10-499,-163-96 0,99 45 0,-104-53 0,-2 4 0,87 61 0,150 113 0,-170-118 0,180 109 0,-225-143 0,141 113 0,-212-151 0,170 116 0,74 60 0,2 17 0,-28-22 0,-132-100 0,79 68 0,-121-103 0,-48-40 0,37 36 0,-72-62 0,0-1 0,0 0 0,-1 0 0,1 1 0,-1-1 0,1 0 0,0 1 0,-1-1 0,1 0 0,-1 1 0,1-1 0,-1 1 0,1-1 0,-1 0 0,1 1 0,-1-1 0,0 1 0,1 0 0,-1-1 0,0 1 0,1-1 0,-1 1 0,0 0 0,0-1 0,0 1 0,1-1 0,-1 2 0,-2-1-1,0 0 0,0-1 0,0 1 0,1 0 0,-1-1 0,0 1 0,0-1 0,0 0 0,0 0 0,0 0 0,0 0 0,0 0 0,-4 0 0,0 0-116,0 1-367,-4 1-3474,2-2-3245,2 0-2951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40.7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552 1 3025,'0'0'18265,"-4"2"-15784,2-2-2312,1 0 1,0 1-1,0 0 1,0-1-1,-1 1 1,1 0-1,0-1 1,0 1-1,0 0 1,0 0-1,0 0 1,1 0-1,-1 0 1,0 0-1,0 0 1,1 0-1,-1 0 1,0 1-1,1-1 1,-1 2-1,-2 33 3905,3-28-3829,1 1-75,0 0 0,1 0 0,0 0-1,0 0 1,1 0 0,7 16 0,-5-14-188,-1 1 0,0 0 1,4 18-1,-3 6 18,-3-13 0,1 0 0,2 0 0,0-1 0,1 0 0,1 0 0,18 37 0,-24-56 0,29 47 0,25 65 0,-55-115 0,0-1 0,0 2 0,1 0 0,-1 1 0,1-1 0,0 0 0,-1 1 0,1-1 0,0 0 0,0 0 0,0 0 0,0 0 0,0 0 0,0 0 0,2 1 0,-10-1 0,0-1 0,0 0 0,0 0 0,0 0 0,0-1 0,0 0 0,0-1 0,-9-2 0,-20-4 0,-452-10 0,378 18 0,110 0 0,0 0 0,-1 0 0,1 0 0,0 0 0,0 0 0,0 0 0,0 0 0,-1 0 0,1 0 0,0 0 0,0 0 0,0 0 0,0 0 0,-1-1 0,1 1 0,0 0 0,0 0 0,0 0 0,0 0 0,0 0 0,0 0 0,0-1 0,-1 1 0,1 0 0,0 0 0,0 0 0,0 0 0,0-1 0,0 1 0,0 0 0,0 0 0,0 0 0,0-1 0,0 1 0,0 0 0,0 0 0,0 0 0,0 0 0,0-1 0,0 1 0,0 0 0,0 0 0,0 0 0,0-1 0,0 1 0,0 0 0,1 0 0,-1 0 0,0-1 0,4-7 0,-4 7 0,1-1-145,0 0 0,0 0 0,0 0 0,0 0 0,-1-1-1,1 1 1,-1 0 0,0-1 0,1 1 0,-1-5 0,-7-43-9075,-12 3-2310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41.8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354 0 1105,'0'0'17994,"10"19"-14656,31 61-956,-37-73-1864,-1 1 0,0 0-1,0 0 1,0 0 0,-1 0 0,-1 0-1,1 0 1,-2 0 0,1 1-1,-1-1 1,-1 16 0,0 4 1204,-14-49-1709,12 16-65,1 1 1,-1-1-1,0 1 1,-1 0-1,1 0 0,-1 0 1,1 0-1,-1 1 0,0-1 1,0 1-1,-1 0 1,1 0-1,-1 1 0,0-1 1,1 1-1,-1 0 1,0 0-1,0 1 0,0-1 1,0 1-1,-1 0 0,-8 0 1,-22-3-200,1 1 0,0 2 0,-51 4 1,81-2 275,0-1 0,0 1 1,1 0-1,-1 1 1,0-1-1,1 1 0,-1 0 1,1 0-1,0 1 0,0-1 1,0 1-1,0 0 1,0 0-1,0 0 0,1 0 1,-1 1-1,1-1 0,0 1 1,0 0-1,1 0 1,-1 0-1,-2 6 0,1 1 152,0 0-1,1 0 1,0 0-1,0 1 1,2-1-1,-1 1 1,1 22-1,2-30-167,0 0 1,0-1-1,0 1 0,0 0 0,0-1 1,1 1-1,0-1 0,0 1 0,0-1 0,0 0 1,0 0-1,0 0 0,1 0 0,0 0 0,-1-1 1,1 1-1,0-1 0,0 0 0,1 1 0,-1-1 1,0-1-1,5 3 0,8 4-13,0-1 0,1-1-1,26 7 1,27 2 4,-48-12 0,-1 1 0,0 1 0,-1 1 0,33 14 0,-46-18 0,0 0 0,1 0 0,-1-1 0,1 0 0,0 0 0,-1-1 0,1 0 0,13-1 0,4 0 0,-25 1-74,1 0 0,-1 0-1,0 1 1,0-1 0,1 0 0,-1 1 0,0-1-1,0 0 1,0 1 0,0-1 0,1 0-1,-1 1 1,0-1 0,0 0 0,0 1 0,0-1-1,0 0 1,0 1 0,0-1 0,0 1 0,0-1-1,0 0 1,0 1 0,0-1 0,0 0 0,0 1-1,0-1 1,0 1 0,0-1 0,-1 0-1,1 1 1,0-1 0,0 0 0,0 1 0,-1-1-1,1 0 1,0 1 0,0-1 0,-1 0 0,1 1-1,-8 13-7463,0-5-3267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44.1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1366 109 0,'0'0'4383,"20"-5"-3758,61-19-180,-75 22-197,1 0 0,-1 0 0,0-1 1,0 0-1,0 0 0,11-8 0,-4-5 2491,-9-3 4188,-5 18-6824,1 0 0,-1 0 0,1 0 0,0 1 0,-1-1 0,0 0 0,1 0 1,-1 1-1,0-1 0,1 0 0,-1 1 0,0-1 0,0 0 0,1 1 0,-1-1 0,0 1 0,0-1 1,0 1-1,0 0 0,0-1 0,0 1 0,0 0 0,0 0 0,1 0 0,-1-1 0,-2 1 1,-30-3 1072,33 3-1126,-21 0 349,1 0 1,0 1 0,0 2 0,0 0 0,0 1 0,-20 7 0,2 2 358,-75 38 1,35-9-219,-121 55 1012,165-84-1172,0 2 0,1 2 0,0 0 0,-30 24-1,50-31-177,1 0 0,0 1 0,0 0 0,1 1 0,0 1 0,1 0-1,0 0 1,1 1 0,1 0 0,0 0 0,-8 25 0,15-37-170,-74 183 1059,63-161-1083,-1 0 0,-2 0 0,0-2 0,-1 0 0,-23 25 0,12-17-8,1 1 0,2 1 0,-29 50 0,-46 111 0,78-138 0,1 1 0,-21 102 0,23-81 0,18-76 0,-40 184 0,35-157 0,2-1 0,2 1 0,0 0 0,6 51 0,-2-65 0,1 0 0,0 0 0,1 0 0,0 0 0,1-1 0,8 13 0,51 75 0,-55-86 0,26 34 0,2-3 0,2 0 0,2-3 0,74 59 0,211 124 0,-251-180 0,118 51 0,-148-78 0,1-2 0,0-2 0,1-3 0,57 8 0,76-2 0,230-7 0,-348-14 0,0-3 0,-1-2 0,0-3 0,-1-3 0,0-2 0,-1-3 0,-1-3 0,68-35 0,-34 8 0,-2-5 0,-2-3 0,-3-4 0,86-80 0,-114 88 0,-3-2 0,-2-3 0,-3-2 0,-2-2 0,57-100 0,-86 127 0,-2-1 0,-1-1 0,16-62 0,18-120 0,-16 60 0,18-115 0,-46 223 0,-3 1 0,-1-1 0,-9-78 0,-4 71 0,-3 0 0,-27-73 0,30 98 0,-3-6 0,-2 0 0,-2 2 0,-1 0 0,-2 1 0,-37-50 0,4 19 0,-100-96 0,117 127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44.2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502 0 32767,'-105'54'0,"68"-34"0,0-1 0,-1-2 0,-73 22 0,99-36 12,0 0 0,0 1 1,0 0-1,0 1 0,1 0 0,0 1 1,-21 14-1,27-16-88,0 0 0,0 1 0,1 0 0,0 0 0,0 1 0,0-1 1,0 1-1,1-1 0,0 1 0,0 0 0,0 1 0,1-1 0,0 0 0,0 1 0,1-1 0,-1 12 0,-1 127-8739,3-133 7439,2 37-6657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45.3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1 149 5795,'0'0'8825,"17"-3"-7947,55-7-329,-53 6-297,0 0-1,0-1 0,0-1 1,23-11-1,-28 10-94,1 2 0,0-1 0,0 2-1,27-5 1,2 5 545,46 3-1,38-2 340,71-22-145,-66 8 84,141-1 1,-44 28-119,-78-5-540,22 3-204,-166-6-86,-1 0-1,0 0 0,1 1 0,-1 0 0,0 1 1,0-1-1,-1 1 0,1 1 0,-1-1 1,0 1-1,9 9 0,-4-5 65,-1 0-1,23 13 1,1-4-152,58 20 0,-38-23-7900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46.4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289 16 1889,'0'0'5832,"-14"-3"-5034,-42-8-361,56 11-394,0 0 1,0 0-1,0 0 0,0-1 0,-1 1 1,1 0-1,0 0 0,0 0 0,0 0 1,-1 0-1,1 0 0,0 0 0,0-1 1,0 1-1,-1 0 0,1 0 0,0 0 1,0 0-1,0 0 0,-1 0 0,1 0 1,0 0-1,0 0 0,-1 0 0,1 0 1,0 0-1,0 1 0,0-1 0,-1 0 1,1 0-1,0 0 0,0 0 0,0 0 1,-1 0-1,1 0 0,0 1 0,0-1 1,0 0-1,-1 0 0,1 0 0,0 0 1,0 1-1,0-1 0,0 0 0,0 0 1,0 0-1,0 1 0,-1-1 0,1 0 1,0 0-1,0 1 0,0-1 0,0 0 1,0 0-1,0 0 0,0 1 0,0-1 1,0 0-1,0 0 0,0 1 0,0-1 1,0 0-1,1 0 0,-1 0 0,0 1 1,0-1-1,0 0 0,0 0 0,0 1 0,11 13 1946,-9-12-1080,0 5-232,0-1 0,0 1 0,0 0 1,-1 0-1,0 0 0,-1 1 0,1-1 0,-1 0 0,-1 0 0,-1 10 0,1 15 685,1 3-444,0 104 2138,-22 175 0,-15 40-1186,-3 13-1694,-10-107-176,29-169 0,4 0 0,-10 180 0,32-93 0,0-80 0,-11 124 0,-5-8 0,8-136 0,1-23-573,0-8 2808,1-14-4007,0-5-3943,1 1-5484,0-36-414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47.4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0 122 1153,'0'0'7694,"24"0"-32,8 0-4642,511-30 1043,-430 21-3076,20-2-230,261-17 159,-310 24-698,311-20 1290,49 9 3052,-448 15-4331,-91 0-584,88 3-905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49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2582 300 3906,'0'0'4719,"-19"-5"-2931,-133-40 1848,126 37-3081,0 1-1,0 1 1,-1 1 0,-34-1-1,-110 5-118,85 2-94,-289 29 113,341-26-467,-81 11 970,-161 43-1,206-39-300,2 3-1,-125 59 1,161-64-519,1 1 0,1 1 1,0 2-1,2 2 1,0 0-1,2 1 0,-41 49 1,18-10 318,7-8 29,-2-1 0,-58 53 0,70-79-432,4-3 146,-38 41-1,57-55-105,0 1 0,1-1 1,1 1-1,0 0 0,1 1 0,0 0 0,-7 21 0,-36 172 1349,15-54-693,-28 146 1430,57-265-1934,2 1 0,0 0 0,3 0 0,6 63 0,-1-70-84,1 0 0,1-1 0,14 34 0,40 75 204,-51-114-372,4 9 6,2-1 0,0-1 0,2 0 0,1-2 0,1 0 0,2-1 0,0-1 0,36 30 0,3-3 0,2-3 0,2-3 0,121 63 0,-146-89 0,0-3 0,1 0 0,0-3 0,1-2 0,1-1 0,-1-2 0,1-2 0,62 0 0,-4-9 0,-1-4 0,189-39 0,-138 13 0,286-102 0,-376 110 0,-1-3 0,-2-2 0,0-2 0,-3-3 0,-1-3 0,-1-2 0,59-58 0,-73 58 0,-1-1 0,-3-2 0,-2-1 0,-1-2 0,-3-1 0,-1-1 0,-3-2 0,26-71 0,85-314 0,-121 368 0,-3 0 0,-3-1 0,-2 1 0,-5-115 0,-5 155 0,-1 0 0,-1 0 0,-1 1 0,-2-1 0,-10-25 0,-62-121 0,30 86 0,-3 3 0,-98-118 0,66 91 0,66 85 0,-2 0 0,-1 2 0,-1 1 0,-39-32 0,50 45 0,-2 2 0,1-1 0,-1 1 0,0 1 0,-1 1 0,0 0 0,0 1 0,0 0 0,-1 1 0,1 1 0,-23-1 0,-107 1-3,96 3-39,45 33-4128,-9 60-8869,12-82 10652,-4 26-7265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50.6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1 4978,'0'0'9610,"0"22"-6838,8 326 4818,-3 214-2457,-43-181-3647,-3 40-288,39 234-1198,4-343 0,8-126 0,-11-162-3,0-17-13,0 1-1,1-1 1,0 1-1,0-1 1,3 14 0,-3-21-45,1 1 0,-1-1 0,0 0 0,0 0 0,0 0 0,0 0 0,1 0 0,-1 0 0,0 0 0,0 0 0,0 0 0,0 0 0,1 0 0,-1 0 1,0 0-1,0 0 0,0 0 0,0 0 0,1 0 0,-1 0 0,0 0 0,0 0 0,0 0 0,0 0 0,1 0 0,-1 0 0,0 0 0,0 0 0,0 0 0,0 0 0,1-1 1,-1 1-1,0 0 0,0 0 0,0 0 0,0 0 0,0 0 0,0 0 0,0-1 0,1 1 0,-1 0 0,0 0 0,0 0 0,0 0 0,0-1 0,0 1 0,0 0 1,0 0-1,0 0 0,0 0 0,0-1 0,0 1 0,0 0 0,0 0 0,0-1 0,7-13-2134,1-14-3731,10-51 1,-6-2-6513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51.4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0 1201,'0'0'1307,"-4"7"678,-4 7 6040,8-13-7603,0 1 0,0-1 0,0 1 1,1-1-1,-1 1 0,1-1 0,-1 0 0,1 1 1,-1-1-1,1 0 0,0 1 0,-1-1 0,1 0 1,0 0-1,0 0 0,0 0 0,0 0 0,0 0 1,0 0-1,2 2 0,1-1 35,0 0-1,0 0 1,0 0 0,1 0-1,-1 0 1,8 1-1,8 1-63,0-2 0,25 1-1,-38-3 67,612 5 2108,-338-7-1401,349 2 1651,-673 0-3986,-48-1-3975,-1-2-3374,-16-8-6601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52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 3 2817,'0'0'9709,"2"-2"-8453,3 1 3215,-2 10-1430,0 25-65,-4 42-1143,-13 33-289,9-90-1277,5-10-498,21-7-15,211-11-1115,-231 9 1342,1 0 0,-1 0 0,1 0 0,-1 0-1,1 1 1,-1-1 0,1 0 0,-1 1 0,1-1 0,-1 1 0,0-1 0,1 1 0,-1 0 0,0-1 0,1 1 0,-1 0-1,0 0 1,0 0 0,0 0 0,0 0 0,0 0 0,0 0 0,0 1 0,0-1 0,0 0 0,0 1 0,-1-1-1,1 0 1,-1 1 0,2 2 0,-1 3 7,0 0-1,0 1 1,-1-1-1,0 0 1,-1 10-1,1 2 37,-1-14 16,1 0 0,-1 0 0,0 0 0,0 0 0,0 0 0,-1 0 0,0 0-1,0 0 1,0-1 0,0 1 0,-1-1 0,1 1 0,-1-1 0,-1 0 0,1 0 0,0 0 0,-1-1 0,0 1 0,0-1 0,0 0 0,0 0-1,-1 0 1,1 0 0,-10 3 0,-2 1 121,-1-1-1,0 0 1,0-2-1,-1 0 0,-33 4 1,-113 0 863,163-8-1002,28-2-9371,-17-9 4617,-5-3-1831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53.3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2577,'0'0'24041,"10"0"-23892,203 12 2228,-15-5-1076,-148-7 872,-61 13-6615,-31 14-6531,13-9-1124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54.7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47 2113,'0'0'10712,"-8"0"-9005,-37 0 2991,38 6-3481,28-6-1155,0 0 0,0-1 0,-1-2 1,1 0-1,21-6 0,5-3 351,1 3-1,-1 2 1,1 2-1,94 2 0,-146 3-387,0 1-1,0 0 0,0 1 1,0-1-1,0 1 0,0-1 1,0 1-1,1 1 0,-1-1 1,1 0-1,-1 1 0,1-1 1,0 1-1,-4 5 0,-41 49 236,28-24 38,1 1 1,1 1 0,-25 72-1,-14 29 271,45-111-366,-1-1 0,-1 0 0,-1-1-1,0-1 1,-2-1 0,-1 0 0,-30 27-1,48-48-231,0 0 0,0-1 1,0 1-1,0 0 0,0 0 0,0 0 0,0 0 0,0-1 0,0 1 0,0 0 0,0 0 0,0 0 0,-1 0 0,1-1 1,0 1-1,0 0 0,0 0 0,0 0 0,0 0 0,0 0 0,0 0 0,-1 0 0,1-1 0,0 1 0,0 0 1,0 0-1,0 0 0,0 0 0,-1 0 0,1 0 0,0 0 0,0 0 0,0 0 0,0 0 0,-1 0 0,1 0 0,0 0 1,0 0-1,0 0 0,0 0 0,-1 0 0,1 0 0,0 0 0,0 0 0,0 0 0,0 0 0,0 0 0,-1 0 0,7-12-1053,1 3-486,8-9-6149,-12 7 789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7:55.4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0 116 3105,'0'0'6334,"19"-8"-2316,-16 5-3852,1 1 0,-1-1 0,0 1 0,1 0 0,-1 0 0,1 1 1,0-1-1,-1 1 0,1 0 0,0 0 0,5-1 0,50-4 1033,-29 4-1083,111-19 53,-70 9-3,121-5 1,-171 17-78,4 1 477,0-1 1,-1-1 0,1-1 0,0-2-1,35-9 1,-49 7 515,-14 3 3725,-9 6-5391,6 4-10059,-5-5-3606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8:01.6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51 720,'0'0'4477,"9"0"2577,30 0-5739,-6-3-405,-1 0 0,51-14 0,-64 13-673,18-4 473,0 2-1,67-4 1180,-105 21-1702,-6 13 27,-1-1 1,-21 45-1,1-6 138,-129 367 2222,155-422-2490,-1 2 46,-1 0 1,1 0 0,-2 0-1,1 0 1,-1-1 0,-10 14-1,6-43-22308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8:02.4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 1056,'0'0'5811,"12"-1"-807,5 0-3501,200-10 2007,0-1-123,-235 10-9417,-4 2-720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37.3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20 784,'0'0'3111,"-7"0"4147,-21 0-6165,27 1-871,0-1 0,-1 0 0,1-1 0,0 1 0,-1 0 0,1 0 0,0-1 0,-1 1 0,1 0 0,0-1 0,-1 1 0,1-1 0,-1 0 0,-5-3 6047,7-8-3758,1 15-2387,0 1-1,0-1 1,0 0 0,0 0 0,1 0-1,-1 0 1,1 0 0,0-1 0,0 1 0,0 0-1,0-1 1,0 1 0,0-1 0,4 2 0,16 25 801,4 10-344,2 7-38,-22-36-276,-1 0 1,2 0 0,-1-1-1,15 16 1,-5-5-273,34 30 758,-49-50-212,-16-3-7224,-1 0-2998,7 3 1749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38.3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1377,'0'0'6283,"3"-9"6245,60 71-6747,-55-54-5384,-1 1-1,0 0 1,9 17-1,7 10 806,-9-13-757,-12-19-404,0-1 1,0 1 0,0 0-1,1-1 1,-1 1-1,1-1 1,0 0 0,4 4-1,20 18 1173,-27-25-872,-19 0-18481,7 0 7435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39.7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6 227 608,'-6'-7'24318,"12"10"-23986,0 0-1,0 0 1,0 1-1,-1 0 1,1 0-1,-1 0 1,0 0-1,6 7 1,-3-3 120,-5-5-364,26 23 1135,49 34 1,-39-41-629,7 6-272,-46-25-322,1 1 12,1 0 1,-1 1-1,1-1 0,-1 0 1,1-1-1,0 1 1,-1 0-1,1 0 1,0-1-1,-1 1 0,1-1 1,0 1-1,0-1 1,0 0-1,2 1 1,7 0 116,-4-2 252,-6-16-158,-2-2-224,1 0 0,1 0 0,1 1 0,1-1 0,1 0 0,8-25 0,34-132 0,-40 147 0,2-4 0,-8 40-11146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41.2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1 491 864,'0'0'4184,"8"-8"-3240,38-33 518,-32 34-917,-5 4 392,-3-5 11525,-2 7-8476,19-8-3652,-14 4-57,-1-1 0,-1 1 0,1-1 0,-1-1-1,0 1 1,0-1 0,6-9 0,20-25 225,-19 22-364,2 0 1,34-33 0,69-38 62,7-6 1070,-125 95-1161,1 0 0,-1 0 0,0 0 1,1-1-1,-1 1 0,0 0 0,0-1 0,0 1 0,0-1 0,0 1 0,0-1 0,-1 1 0,1-1 0,0 0 0,-1 1 1,1-1-1,-1 0 0,1-3 0,-1 5 61,0 0-22,0-1-220,-1 1 1,1-1-1,0 1 1,0-1-1,0 1 1,-1 0-1,1-1 1,0 1-1,-1 0 1,1-1-1,0 1 1,-1 0-1,1-1 1,0 1-1,-1 0 1,1 0-1,-1 0 1,1-1-1,0 1 1,-1 0-1,1 0 0,-1 0 1,1 0-1,-1 0 1,1 0-1,-1 0 1,1-1-1,0 2 1,-1-1-1,1 0 1,-1 0-1,0 0 1,-12 0-5468,9 1-571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42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1 193 1297,'2'0'17522,"4"0"-13353,30 2-2338,-33-3-1776,0 1 0,1-1 0,-1 0 0,0 0 0,0 0 1,0-1-1,0 1 0,0-1 0,0 1 0,0-1 0,4-4 0,35-31 175,-23 19-115,125-89 1366,-141 103-1347,-6 3-4100,-3-1-611,0-5-6396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43.9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389 79 160,'0'0'430,"-3"5"-404,-2 2-559,1 0 2707,16-17-437,-2 5-1629,-9 5-61,0 0 0,-1 0 0,1 0 1,-1-1-1,1 1 0,0 0 0,-1-1 0,1 1 0,0 0 0,-1-1 0,1 1 0,-1 0 1,1-1-1,-1 1 0,1-1 0,-1 1 0,0-1 0,1 0 0,-1 1 0,1-1 0,-1 1 0,0-1 1,0 0-1,1 0 0,2-5 4092,-2 5-3655,0-1-1,0 0 0,0 1 1,1-1-1,-1 0 1,0 1-1,1 0 1,0-1-1,-1 1 0,1 0 1,0 0-1,-1 0 1,1 0-1,0 0 1,0 0-1,2 0 0,4-7 3563,13-8-2927,-20 16-1009,-13 1 4551,-9-2-3719,-26 1-1327,-2 10 404,16-2 11,0-2 0,0-1 0,-35 0 0,-108-5 829,175 0-691,4 0-357,74 8 195,-53-4-38,36 1-1,-27-5-152,68-2-520,-90 0 643,0 1 0,0-2 1,0 1-1,-1-1 0,1-1 0,-1 0 0,11-6 0,-4 1 89,0 1 0,0 1-1,21-6 1,-37 12 31,-1 1 0,1 0-1,-1 0 1,1-1 0,0 1 0,-1 0 0,1 0-1,-1 0 1,1 0 0,-1 0 0,1 0 0,-1 0-1,1 0 1,0 0 0,-1 0 0,1 0 0,-1 0-1,1 0 1,-1 0 0,1 0 0,-1 1 0,1-1-1,-1 0 1,1 0 0,-1 1 0,1-1 0,-1 0-1,1 1 1,-1-1 0,1 0 0,-1 1 0,0-1-1,1 1 1,-1-1 0,0 1 0,1 0 0,0 23 1376,-2-10-1549,0 39 579,0-26-296,0 0-1,2 0 1,1 0-1,9 41 1,-11-65-103,0-2-62,1 1-1,-1-1 1,0 1 0,0-1 0,1 0 0,-1 1-1,1-1 1,-1 1 0,1-1 0,0 0 0,-1 1 0,1-1-1,0 0 1,0 0 0,0 0 0,0 0 0,0 1 0,0-1-1,0 0 1,0-1 0,1 1 0,-1 0 0,0 0-1,1-1 1,-1 1 0,2 0 0,-23 1-10349,5 5 2203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48.0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32 13 4082,'0'0'13294,"0"-13"-10141,2 137-1455,-8 189-1269,6-301-915,-4 18-875,-3-14-3707,-9-27-8704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48.4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8 8564,'0'0'6211,"21"-2"-4699,-10 1-1303,13-2 29,1 2-1,-1 0 0,1 1 1,-1 2-1,27 4 0,14 10-157,-1 3-1,-1 2 1,-1 3-1,-1 3 0,-1 3 1,-1 2-1,-2 2 1,101 81-1,-136-96-71,-1 1 0,0 1 0,-1 0 0,29 45 0,-39-51-21,-1 0 0,0 1 1,-2 1-1,0-1 0,-1 1 1,0 0-1,-2 1 0,6 34 0,-8-30 3,-1 0 0,0 0-1,-2 0 1,-1 0-1,-4 27 1,2-35 21,1-1 1,-2 0 0,0 0 0,0 0 0,-1-1 0,0 0 0,-2 0 0,1 0 0,-15 15 0,2-5 148,-2-1 1,-1-1 0,0-1 0,-2-1-1,0-1 1,0-1 0,-50 22 0,11-11 977,-1-3 0,-85 20 0,104-35-489,-1-2-1,1-1 0,-84-2 1,119-4-583,-1-1 1,0 0-1,1-1 1,-1 0-1,0-1 1,-11-4-1,18 5-102,0 0 0,0-1-1,0 1 1,0-1 0,0 0 0,0 0-1,1 0 1,-1-1 0,1 0-1,0 0 1,0 0 0,1 0 0,-1 0-1,1-1 1,-3-5 0,5 8-276,0 1 1,0-1-1,0 0 0,1 0 1,-1 0-1,1 0 1,0 0-1,-1 0 0,1 0 1,0 0-1,0 1 0,0-1 1,0 0-1,1 0 1,-1 0-1,0 0 0,1 0 1,0 0-1,-1 0 1,1 0-1,0 1 0,0-1 1,0 0-1,0 1 1,0-1-1,0 0 0,0 1 1,1 0-1,1-3 1,24-12-7141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48.9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1 6259,'0'0'9530,"0"2"-8378,-2 12 613,-9 54 3158,9-48-4529,0 1-1,2-1 1,1 24 0,-1-43-397,1 0 1,-1 0 0,0-1 0,0 1 0,1 0 0,-1 0 0,1 0 0,-1-1-1,1 1 1,-1 0 0,1-1 0,-1 1 0,1 0 0,0-1 0,-1 1 0,1-1 0,0 1-1,0-1 1,-1 1 0,1-1 0,0 1 0,0-1 0,0 0 0,-1 0 0,1 1-1,0-1 1,0 0 0,1 0 0,31 2-236,-26-3 105,4 2-28,-1-2 1,1 1-1,-1-2 0,0 1 0,1-1 0,-1-1 0,0 0 1,0 0-1,-1-1 0,1 0 0,-1-1 0,1 0 0,-2 0 0,1-1 1,0-1-1,-1 1 0,-1-1 0,1 0 0,-1-1 0,0 0 0,0 0 1,-1 0-1,5-10 0,-9 15 448,-1 0 1,1 1-1,-1-1 0,0 0 1,0 0-1,0 0 0,0 0 1,-1 0-1,1-5 1452,4 27-1441,-3-11-189,1 0-1,0 0 0,0 0 0,0-1 1,1 0-1,8 13 0,-9-16-355,0-1 0,0 1-1,0-1 1,0 0 0,1 0-1,3 3 1,-4-5-557,-1 0-1,0 1 1,0-1 0,1 0 0,-1 0 0,1-1 0,-1 1-1,1 0 1,-1-1 0,1 1 0,3-1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49.6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41 9700,'0'0'11763,"17"9"-10728,57 33 19,-70-39-947,0-1 0,-1 1 1,1 1-1,-1-1 0,1 0 0,-1 1 0,0 0 1,-1 0-1,1 0 0,-1 0 0,0 0 0,0 0 1,0 0-1,0 1 0,-1-1 0,1 1 0,-1 0 1,0-1-1,-1 1 0,1 0 0,-1-1 0,0 1 0,0 0 1,-2 9-1,2 2 25,0-14-95,0 0-1,-1 0 1,1 0 0,0 0-1,0 0 1,-1 0-1,1 0 1,-1 0 0,0 0-1,1 0 1,-1 0-1,0 0 1,0 0 0,0-1-1,-1 1 1,-1 2 0,2-3-30,3-61-434,4 45 287,1 0 1,0 1-1,2 0 1,-1 0 0,2 1-1,-1 0 1,2 0-1,0 1 1,0 1-1,20-16 1,-27 23 116,1 1-1,0-1 1,0 1 0,0 0 0,0 1-1,0-1 1,1 1 0,-1 0 0,1 0-1,0 1 1,-1-1 0,1 1 0,11 0-1,-16 1 20,0 0 1,0 1-1,-1-1 0,1 0 0,0 1 0,0-1 0,-1 1 0,1-1 0,0 1 1,-1-1-1,1 1 0,0-1 0,-1 1 0,1 0 0,-1-1 0,1 1 0,-1 0 0,1 0 1,-1-1-1,0 1 0,1 0 0,-1 0 0,0 0 0,0-1 0,1 1 0,-1 0 1,0 0-1,0 0 0,0 0 0,2 30 177,-1-25-104,5 104 1179,-6-110-1243,0 1 0,0-1-1,0 1 1,0 0 0,0-1 0,1 1-1,-1-1 1,0 1 0,0-1 0,0 1-1,0-1 1,1 1 0,-1-1 0,0 1-1,1-1 1,-1 0 0,0 1 0,1-1-1,-1 1 1,0-1 0,1 0 0,-1 1-1,1-1 1,-1 0 0,1 1 0,-1-1-1,1 0 1,-1 0 0,1 0-1,0 1 1,18-6 19,14-17-27,0-7-34,-16 13-80,1 1-1,0 1 1,38-23-1,-55 37 135,-1-1 0,1 1 0,0 0 0,-1 0 0,1-1 0,0 1-1,-1 0 1,1 0 0,0 0 0,-1 0 0,1-1 0,0 1-1,-1 0 1,1 0 0,0 1 0,-1-1 0,1 0 0,0 0-1,-1 0 1,1 0 0,0 1 0,-1-1 0,1 0 0,0 0 0,-1 1-1,1-1 1,-1 1 0,1-1 0,0 0 0,-1 1 0,1-1-1,-1 1 1,0 0 0,1-1 0,-1 1 0,1-1 0,-1 1-1,0-1 1,1 2 0,8 28 510,-8-23-396,24 130 533,-23-119-3618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50.3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 4194,'0'0'13067,"13"18"-9841,4 4-2353,15 18 750,28 45 0,-54-75-1397,-3-6-116,0 1-1,0-1 1,0 1-1,-1 0 0,0 0 1,0 0-1,0 1 1,0-1-1,0 8 531,-2-13-624,-1 0 0,1 0 0,-1 0 0,0-1 0,1 1 0,-1 0 0,1-1 0,-1 1 0,1 0-1,-1-1 1,1 1 0,0-1 0,-1 1 0,1-1 0,-1 1 0,1-1 0,0 1 0,-1-1-1,1 0 1,0 1 0,0-1 0,0 1 0,-1-2 0,1-4-51,-1-1 0,2 0 0,-1 1 0,1-1-1,-1 0 1,2 1 0,-1-1 0,1 1 0,0-1 0,0 1 0,1 0 0,0 0-1,0 0 1,5-7 0,-1 4-45,0 0-1,1 1 1,0 0-1,1 0 0,-1 1 1,1 0-1,17-9 1,-18 10 58,1 1 0,-1 0 0,1 0 0,1 1 1,-1 0-1,0 1 0,1 0 0,0 0 0,0 1 0,13-1 1,-22 3 43,0 0 1,1 1 0,-1 0 0,1-1-1,-1 1 1,0 0 0,0 0-1,1 0 1,-1 0 0,0 0 0,0 0-1,0 0 1,0 0 0,0 0 0,0 0-1,0 1 1,0-1 0,-1 0-1,1 1 1,0 1 0,14 35 566,-12-32-463,-1 4 38,1 0 1,-2 0-1,1 0 0,-1 1 0,-1-1 0,0 12 0,0-9 107,0-12-125,2-2-140,0 0-1,1 0 0,-1 0 0,0 0 1,0 0-1,0-1 0,0 1 1,0-1-1,0 1 0,0-1 0,0 0 1,0 0-1,-1 0 0,1 0 1,-1 0-1,0 0 0,2-2 1,5-6-11,17-19 54,1 1 0,44-35 0,-69 62-28,0 0 0,0 0 0,0 0 0,1 0 1,-1 1-1,0-1 0,0 0 0,0 1 0,1-1 0,-1 1 1,0-1-1,1 1 0,-1 0 0,0 0 0,3-1 390,-4 10 72,0 9-195,-1-5-125,0 0 1,2 0-1,-1 0 1,2-1 0,-1 1-1,2 0 1,0 0-1,0-1 1,7 16-1,-9-27-457,-1-1-1,1 1 1,0 0-1,-1-1 1,1 1-1,-1-1 1,1 1-1,0-1 1,-1 1-1,1-1 1,0 1-1,0-1 1,-1 0-1,1 1 1,0-1-1,0 0 1,0 0-1,0 0 1,-1 0-1,1 1 1,0-1-1,0 0 1,0 0-1,0-1 1,-1 1-1,2 0 0,0 0-525,12 0-7431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50.5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6451,'0'0'16888,"69"96"-15272,-48-69-607,0-6-97,2 0-479,-2-2-321,-5-7 16,-1-4-128,-4-3 0,-1 1-753,3-6-1344,5 0-2785,3 0-4642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50.9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859 0 6211,'0'0'11114,"-10"22"-7942,-4 4-2360,2-5-200,1 1 0,2 0 0,-14 46 1,-83 232 1688,24-76-1196,68-179-1134,-30 82-256,38-114 236,-1 1 1,0-1-1,-1 0 0,0 0 0,-1-1 0,-16 18 0,23-28 37,-1 1 1,1 0-1,-1-1 0,0 0 0,0 0 1,0 0-1,0 0 0,-1 0 0,1-1 1,0 1-1,-1-1 0,1 0 1,-1 0-1,0 0 0,1 0 0,-1-1 1,0 1-1,-3-1 0,3-1 46,-1 0 0,1 0 0,0 0 0,0 0 0,-1-1 1,1 1-1,0-1 0,0 0 0,1-1 0,-1 1 0,0-1 0,1 1 0,0-1 0,-6-6 0,-30-34 462,-40-57 0,49 60-34,-1 1 0,-53-50-1,82 86-485,0 1 0,-1 0 0,1 0 0,-1 1 0,0-1 0,0 0 0,0 1 0,0 0 0,-5-2-1,-4 1-3110,-2 2-4539,0 2-4110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51.9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0 791 9380,'0'0'16587,"1"-9"-15189,14-51-510,3 0 1,41-94-1,-34 90-787,-24 62-98,92-217 97,-74 181-121,1 0 1,2 2 0,42-53-1,-60 85-2,12-14 63,-16 19-44,-1-1 0,1 0-1,0 0 1,0 0 0,0 1 0,0-1-1,0 0 1,0 0 0,0 1-1,0-1 1,0 0 0,0 0 0,0 0-1,0 1 1,0-1 0,0 0 0,0 0-1,0 1 1,0-1 0,0 0 0,1 0-1,-1 0 1,0 1 0,0-1 0,0 0-1,0 0 1,0 0 0,0 1 0,1-1-1,-1 0 1,0 0 0,0 0-1,0 0 1,1 0 0,-1 1 0,0-1-1,0 0 1,0 0 0,1 0 0,-1 0-1,0 0 1,0 0 0,1 0 0,-1 0-1,0 0 1,0 0 0,0 0 0,1 0-1,-1 0 1,0 0 0,0 0-1,1 0 1,-1 0 0,0 0 0,0 0-1,0 0 1,1 0 0,-1 0 0,0-1-1,0 1 1,0 0 0,1 0 0,-1 0-1,0 0 1,0 0 0,0-1 0,1 1-1,-1 0 1,12 212 370,-1-77 194,-8-27-376,-3-56-144,2 0 0,15 86 0,-19-159-5709,2 13 4566,0 0 1,-1 0-1,0 0 0,0 1 0,-5-14 0,-19-25-6487,-11-1-1670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52.0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 11717,'0'0'9701,"130"-4"-7764,-93 8-1425,1 13-352,-1 2-96,3-3-128,0-1-1649,6-5-2193,2-5-3825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52.3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287 1 10149,'0'0'10031,"-18"8"-7318,-117 55 152,101-47-1915,23-12-510,0 1-1,1 0 1,-1 0-1,1 1 0,1 1 1,-18 14-1,26-20-436,0 0 0,0 0 0,0 0 0,0 1 0,1-1 0,-1 0 0,0 0 0,1 1 0,-1-1-1,0 1 1,1-1 0,0 0 0,-1 1 0,1-1 0,0 1 0,0-1 0,0 1 0,0-1 0,0 1 0,0-1 0,0 1-1,0-1 1,1 1 0,-1-1 0,1 1 0,-1-1 0,1 0 0,-1 1 0,1-1 0,0 0 0,0 1 0,-1-1 0,1 0-1,0 0 1,0 0 0,0 0 0,1 0 0,-1 0 0,0 0 0,2 1 0,5 4-67,-1-1 1,1-1-1,0 1 1,0-1-1,10 3 1,-2-1-601,1-1 0,0-1 0,18 3 0,52-1-7154,-40-6-522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52.6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95 1 15879,'0'0'12566,"-11"123"-10757,-7-71-641,1-6-735,4-2-337,3-6-32,1-5-64,3-3-192,2-10-705,-2-3-784,6-11-1008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52.9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10901,'0'0'7894,"27"3"-5370,5 0-1927,150 11 1079,202-13-422,-383-1-1218,-1 1 0,1-1 1,-1 1-1,1 0 0,-1-1 0,1 1 0,-1-1 1,1 1-1,-1 0 0,0-1 0,1 1 0,-1 0 1,0-1-1,1 1 0,-1 0 0,0 0 0,0-1 1,0 1-1,0 0 0,0 0 0,0-1 0,0 1 1,0 0-1,0 0 0,0 0 0,-1 26 1203,1-24-1042,-2 9 133,-1 0 0,0 0 1,0-1-1,-1 1 0,-8 15 0,-7 21-2508,16-35 238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53.1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 1 2913,'0'0'17304,"-19"115"-17400,19-88-1056,10-2-1730,-1-4-2112,1-8-2337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53.5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0 108 6947,'0'0'12459,"3"21"-10562,8 66-502,-9-72-736,1-1 1,1-1-1,8 22 0,-10-30-571,0 0 0,1 0 1,0 0-1,0 0 0,1 0 0,-1-1 1,1 1-1,6 4 0,-8-7-83,-1-1 0,1 0 0,-1-1 0,1 1 0,-1 0 0,1 0 0,0-1 0,-1 1 0,1-1-1,0 1 1,0-1 0,0 0 0,-1 0 0,1 0 0,0 0 0,0 0 0,0 0 0,-1 0 0,1 0 0,0-1 0,0 1-1,-1-1 1,1 1 0,0-1 0,-1 0 0,1 0 0,-1 1 0,1-1 0,-1 0 0,2-2 0,6-3 30,-2-1 0,1 1 0,12-16 0,-16 18-16,4-5-14,0-1-1,0 0 1,-1-1-1,-1 0 1,0 0-1,0-1 1,-1 1 0,0-1-1,3-13 1,-3 2 62,-1 0 0,-2 0 0,0 0 1,-1-25-1,-1 15 210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53.7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69 1 14343,'0'0'14070,"-65"111"-13974,65-101-96,-2-2-128,2-3-1185,-2-22-13221,2-21 2496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53.8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17400,'0'0'4098,"51"31"-6195,-26-29-2129,4-2-3121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54.1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166 0 8292,'0'0'12504,"-11"21"-9092,0-2-2626,0-2-170,2 1 0,0 0 0,2 0 0,0 1 0,-8 32 0,-12 57 2246,-16 80-1579,37-152-1317,1 0-1,2 1 1,2 43 0,1-78-46,1 0 0,-1 0 0,0 0 1,1-1-1,0 1 0,-1 0 0,1 0 0,0-1 1,0 1-1,0 0 0,0-1 0,0 1 1,0-1-1,1 1 0,-1-1 0,0 0 1,1 0-1,-1 1 0,1-1 0,-1 0 0,1 0 1,0 0-1,0-1 0,-1 1 0,1 0 1,0-1-1,0 1 0,0-1 0,-1 1 1,1-1-1,0 0 0,2 0 0,6 1-578,-1-1 0,1 0 0,-1 0-1,1-1 1,11-2 0,-13 1-383,1-1 0,-1 0 0,0 0 0,0-1 0,0 0 0,-1-1-1,0 1 1,13-11 0,11-15-7813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54.3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15 8948,'0'0'10133,"136"-15"-7220,-80 15-2161,1 0-559,-9 0-193,-6 0-97,-9 0-2080,-2 0-2401,-3 0-4514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54.6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6979,'0'0'17816,"55"48"-16487,-43-29-144,5 1-225,0 1-256,0-4-480,-1-4-176,-3-7-64,1-2 16,3-4-1008,2 0-1121,2 0-2129,-4-4-4162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55.0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520 0 10501,'0'0'14260,"0"6"-13729,11 142 1343,1 3-1481,-12-130-363,1 52-48,-12 121 0,8-172-131,-2 1 0,0-1 0,-1 0 0,-1-1 0,0 0 0,-2 0 0,-1-1 0,-1 0 0,-22 33 0,29-48 172,0 0 1,0 0 0,-1-1-1,1 1 1,-1-1 0,0 0-1,0 0 1,0-1 0,-1 1-1,1-1 1,-1 0 0,0-1 0,0 0-1,0 1 1,0-2 0,0 1-1,0-1 1,-1 0 0,1 0-1,0-1 1,-1 0 0,1 0-1,0 0 1,-1-1 0,1 0-1,0 0 1,0-1 0,-1 1 0,1-1-1,0-1 1,1 1 0,-8-5-1,-14-10 358,0-1-1,-45-39 1,-23-17-1016,83 68-3454,3 3-2125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57.9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2661 0 1873,'-5'7'13023,"-13"21"-9873,-38 74 1030,-39 46-2696,77-125-1438,-1-1 0,-1-1 0,-1 0 0,-42 31 0,6-3-12,25-21-49,-18 18 63,-2-3 1,-65 42-1,90-71-13,0-1 0,-1-2 0,-1-1 0,-40 9 0,-56 21 1,-13 15 21,32-14 328,-107 59 0,88-33-209,-196 76 0,285-130-183,0 2-1,-39 22 1,64-31 32,0 1 0,1 0 0,0 1 0,1 0 0,-1 1 0,1 0 0,1 0 1,0 1-1,0 0 0,-10 19 0,-60 139 331,41-82-261,-35 61 876,20-44-697,44-91-189,0 0 1,0 0-1,-1-1 1,-1 0-1,-19 17 1,19-19 76,0 1 0,-14 18 1,19-20-5,-1-1 0,0 0 0,0-1 1,-1 1-1,1-1 0,-1-1 0,-15 10 1,-126 75 1284,146-87-1664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58.9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146 1 5010,'0'0'6417,"7"0"-5374,15 0-28,-5 0 4237,-17 5-1390,0 14-2938,-1-1-774,-1 0 1,0-1 0,-2 1-1,0 0 1,-1-1 0,-8 20-1,3-12 7,-1-1-1,-2 0 1,-23 35 0,-7-9 347,-3 4 67,46-54-556,0 0 0,0 1 0,0-1 1,-1 0-1,1 1 0,0-1 0,0 0 1,0 1-1,0-1 0,0 0 0,0 1 1,0-1-1,-1 0 0,1 1 0,0-1 1,1 1-1,-1-1 0,0 0 0,0 1 1,0-1-1,0 0 0,0 1 0,0-1 1,0 0-1,0 1 0,1-1 0,-1 0 1,0 1-1,0-1 0,0 0 0,1 1 1,-1-1-1,0 0 0,0 0 0,1 1 1,-1-1-1,0 0 0,1 0 0,-1 0 1,0 1-1,1-1 0,-1 0 0,0 0 1,1 0-1,-1 0 0,0 0 0,1 0 1,-1 0-1,1 0 0,0 0 0,24 4-66,-20-4 146,30 5-39,0-2 0,1-1-1,-1-2 1,1-2 0,-1-1-1,48-10 1,-70 10-30,1-1 145,0 1-1,0 0 0,26-1 2492,-40 16-12107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0:00.2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4402,'0'0'8916,"8"2"-7579,-8-2-1333,3 1 157,0-1 0,1 1 0,-1 0 0,0 0 1,0 0-1,0 1 0,0-1 0,0 1 1,0 0-1,0-1 0,-1 1 0,1 1 0,0-1 1,-1 0-1,0 0 0,1 1 0,-1 0 0,0-1 1,2 5-1,3 10 453,0 1-1,-1 0 1,-1 0 0,-1 1-1,0-1 1,1 32 0,5 19-340,-5-33-483,8 34 682,-12-64-1107,0-1 0,1 0 0,0 0-1,0 0 1,0 0 0,1 0 0,-1 0 0,1-1 0,6 8-1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0:00.7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105 55 0,'0'0'12003,"26"-8"-10418,88-26-145,-98 30-1222,0 1 1,-1 0-1,1 1 0,0 1 0,22 1 1,-13 1-43,-10-1-140,-1 1 0,0 1 0,0 0 0,0 1 0,0 1 0,0 0 0,0 1 0,-1 0 0,0 1 0,0 1 0,-1 0 0,0 0 0,0 1 0,0 1 0,-1 0-1,14 15 1,-14-12-4,0 1 0,-1-1 0,-1 2 0,0 0 0,0 0 0,-2 0 0,0 1 0,0 0 0,-2 0 0,1 1 0,-2 0 0,0 0 0,-1 0 0,1 21 0,-3-18 106,0-1 0,-2 0 0,1 0 0,-2 1 0,-1-1 0,-6 25 0,6-35-15,0-1-1,0 1 0,-1-1 1,0 0-1,0 0 1,-1 0-1,0 0 0,0-1 1,0 0-1,-1 0 1,0 0-1,0-1 0,-1 0 1,1 0-1,-1-1 1,-13 7-1,-4 0 259,0-1 0,0-2 0,-1 0 1,0-2-1,-1 0 0,-46 3 0,38-7-33,1-2 0,-1 0 0,1-3 0,-62-11-1,42-1-75,36 9-243,0 1 0,-1 1 0,1 1 0,-28-2 0,44 5-131,24 1-2107,86 5-2714,-36-8-2917,-14-3-2482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0:01.1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0 864,'0'0'13401,"0"5"-10271,0 12-1330,-1-6-1236,1 0 0,1 0 1,-1 0-1,2 0 0,3 16 0,-4-24-564,0 0 0,1 0 0,-1 0 0,0-1 1,1 1-1,-1-1 0,1 1 0,0-1 0,0 1 0,0-1 0,0 0 1,0 0-1,1 0 0,-1 0 0,1 0 0,-1-1 0,1 1 0,0-1 1,-1 0-1,1 0 0,0 0 0,0 0 0,0 0 0,0 0 1,5 0-1,-2 0-157,0 0 0,0-1 1,0 0-1,0 0 1,0 0-1,0 0 1,0-1-1,0 0 0,0-1 1,-1 1-1,1-1 1,0 0-1,-1 0 0,11-6 1,-12 4 153,0 1 0,0-1 1,0 0-1,0 0 0,0 0 0,-1-1 1,0 1-1,0-1 0,0 0 0,0 0 0,-1 0 1,0 0-1,0 0 0,0-1 0,1-10 1,-1 7 209,1-6 1344,-1 23-1018,-2-5-590,1 1-1,-1 0 1,1-1-1,-1 1 0,1-1 1,1 0-1,-1 1 1,0-1-1,1 0 0,-1 1 1,1-1-1,0 0 1,0 0-1,0 0 0,6 4 1,-6-5-471,0-1 1,0 1-1,0-1 0,0 0 1,0 0-1,0 0 0,0 0 1,0-1-1,1 1 0,2 0 1,7 0-5802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0:01.4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0 218 1153,'0'0'16519,"14"14"-15521,42 41-390,-55-55-416,-1 1-1,1-1 1,0 1-1,-1 0 1,1-1-1,-1 1 1,1-1 0,0 1-1,-1-1 1,1 0-1,0 1 1,0-1-1,-1 0 1,1 1-1,0-1 1,0 0-1,-1 0 1,1 0 0,0 0-1,0 0 1,1 0-1,-2 0-122,1 0 1,-1-1-1,1 1 0,-1 0 0,0-1 0,1 1 0,-1-1 0,1 1 1,-1-1-1,0 1 0,1-1 0,-1 1 0,0-1 0,0 1 1,1-1-1,-1 1 0,0-1 0,0 1 0,0-1 0,0 0 1,0 0-1,-1-40-194,1 34 434,-2-21-550,1 6 364,0 0 0,2 0-1,3-27 1,-3 44-422,0 0 0,0-1-1,1 1 1,-1 0 0,1 0-1,0 0 1,1 0 0,-1 0-1,1 1 1,0-1 0,0 1-1,0 0 1,1 0 0,-1 0-1,1 0 1,0 0 0,0 1-1,6-4 1,5 5-6592,-12 2 4802,8 0-3746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0:01.8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122 0 4594,'0'0'15228,"-13"9"-14846,3-3-316,0-1 71,1 0-1,0 1 0,0 0 1,1 0-1,0 1 0,0 0 1,1 1-1,-1-1 1,-8 14-1,16-20-143,-1-1 0,0 1-1,1 0 1,-1 0 0,0 0 0,1 0 0,0 0 0,-1 0 0,1 0-1,-1 1 1,1-1 0,0 0 0,0 0 0,0 0 0,0 0 0,0 0-1,0 0 1,0 1 0,0-1 0,0 0 0,0 0 0,0 0 0,1 0-1,-1 0 1,1 0 0,-1 0 0,1 0 0,-1 0 0,1 0 0,-1 0-1,1 0 1,0 0 0,-1 0 0,1 0 0,0 0 0,0-1 0,0 1-1,0 0 1,0-1 0,0 1 0,0-1 0,0 1 0,0-1 0,0 1-1,0-1 1,0 0 0,0 1 0,0-1 0,0 0 0,0 0 0,0 0-1,2 0 1,5 1-57,0 0-1,0-1 1,0 0 0,1-1-1,-1 0 1,12-3-1,-12 1-19,0 0 0,-1 0 0,1-1 0,-1 0 0,0 0 0,0-1 0,0 0 0,0 0 0,5-7 0,-11 48 1316,-1-31-1256,0-1 0,0 1 0,0 0 0,1 0 0,0-1 0,0 1 0,0 0 0,0-1 0,3 6 0,-3-8-148,0-1 0,1 1-1,-1-1 1,0 1 0,1-1 0,0 1 0,-1-1 0,1 0-1,0 0 1,-1 0 0,1 0 0,0 0 0,0 0-1,0 0 1,0-1 0,0 1 0,0-1 0,0 1 0,0-1-1,0 0 1,0 0 0,0 0 0,4 0 0,18-1-4225,0-5-1515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0:02.1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82 0 10613,'0'0'5458,"0"159"-3025,0-98-1008,0-5 64,-2-3-225,2-10-815,0-7-257,0-11-160,0-8 48,0-9-80,-6-8-3058,-9 0 145,-10-17-3314,-9-8-4210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0:02.4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16 6307,'0'0'7043,"25"-3"-4204,9-1-1790,4 0 332,60 0 1,-68 4-1045,16-1 460,-1 2 0,1 2 0,64 13-1,-109-16-774,0 0 0,0 0 0,1 1 0,-1-1-1,0 1 1,0-1 0,0 1 0,0-1-1,0 1 1,1 0 0,-1 0 0,0-1-1,0 1 1,-1 0 0,1 0 0,0 0 0,0 0-1,0 0 1,-1 0 0,1 0 0,0 1-1,-1-1 1,1 0 0,-1 0 0,1 0-1,-1 1 1,0-1 0,0 0 0,1 0 0,-1 1-1,0-1 1,0 0 0,0 1 0,0-1-1,-1 0 1,1 0 0,0 1 0,0-1-1,-1 0 1,1 0 0,-1 1 0,0 0 0,-3 8 260,0-1 1,-1 1 0,0-1 0,-7 9-1,6-8-169,3-5-7,0 1-1,1-1 1,0 1 0,0 0 0,0 0-1,-1 9 1,-2 8-1097,-4-2-3792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0:02.6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10517,'0'0'7683,"15"75"-7683,-3-52-528,1-2-2497,1-4-1906,1-7-2384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0:03.3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89 55 11333,'0'0'11227,"-14"15"-10614,-42 48-154,54-60-433,0-1-1,0 0 1,1 1 0,-1-1-1,1 1 1,-1-1 0,1 1-1,0 0 1,0 0 0,0 0-1,0-1 1,1 1 0,-1 0-1,1 0 1,0 0 0,0 0-1,0 0 1,0 0 0,1 4-1,0 5-44,-1-11 10,0 0 0,0 1 1,0-1-1,1 0 0,-1 1 1,0-1-1,1 0 0,-1 0 1,1 0-1,-1 1 0,1-1 0,-1 0 1,1 0-1,0 0 0,0 0 1,-1 0-1,1 0 0,0 0 1,0 0-1,0 0 0,0 0 1,0-1-1,0 1 0,2 0 0,0 1-5,0-1 0,0 0 0,1 0 0,-1 0 0,0 0 0,1-1 0,-1 1 0,0-1 0,6 0 0,-4 0 5,0 0-1,0-1 1,1 1 0,-1-1 0,0 0 0,0-1-1,0 1 1,0-1 0,0 0 0,0 0 0,-1-1-1,8-4 1,-8 3-134,0-1 0,0 0 0,-1 0 0,1 0 1,-1-1-1,0 1 0,-1-1 0,1 1 0,-1-1 0,0 0 0,-1 0 0,2-10 0,-1-5 119,0 0 0,-3-29 0,0 14 191,2 35-184,-1 1 1,1-1 0,-1 0 0,1 1-1,-1-1 1,1 1 0,-1-1 0,1 1-1,0-1 1,-1 1 0,1-1 0,0 1-1,0 0 1,-1-1 0,1 1 0,0 0 0,0 0-1,-1-1 1,1 1 0,0 0 0,0 0-1,-1 0 1,1 0 0,0 0 0,0 0-1,1 0 1,29 0 165,-25 0-14,-3 1-104,0 0 0,1 0 0,-1 0 0,0 1 0,0-1 0,0 1 0,0-1 0,0 1 0,0 0 1,0 0-1,-1 0 0,1 1 0,-1-1 0,0 1 0,1-1 0,-1 1 0,0 0 0,-1 0 0,1 0 0,0 0 0,-1 0 0,2 6 0,2 1 206,-1 1 0,0-1-1,-1 1 1,0 0 0,2 20-1,-5-5 1154,13-31-1579,-2-7-148,1 2 0,0-1 0,13-8 1,-20 16 355,0 0 1,0 1-1,1-1 1,-1 1-1,1 0 1,0 0 0,-1 1-1,1-1 1,0 1-1,0 1 1,9-1-1,-14 1-2,0 0 0,1 0-1,-1 1 1,0-1 0,0 0-1,1 1 1,-1-1 0,0 1-1,0-1 1,1 1 0,-1-1-1,0 1 1,0 0 0,0 0-1,0 0 1,0 0 0,0-1-1,0 1 1,0 0 0,1 3-1,0-1 104,0 1 0,0 0 0,0 0 0,0 0 0,-1 0 0,2 7 0,0 4 114,-1 1 0,0 28 0,-2-35-901,0 7-1343,0-6-5675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0:03.7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35 3986,'0'0'6440,"20"-3"-4861,9-3-1104,103-18 2041,-71 22-1455,-52 2-4356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0:03.9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8996,'0'0'9236,"119"0"-7859,-81 0-449,-7 0-223,-8 0-321,-6 0-128,-2 0-208,-5 0-16,1 0-32,-5 0-112,-4 0-1297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0:05.1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220 51 2065,'0'0'12686,"-6"-3"-12017,1 1-358,0 0 0,-1 0 0,1 0-1,-1 1 1,1-1 0,-1 1 0,0 1-1,0-1 1,0 1 0,1 0 0,-1 0-1,0 1 1,0 0 0,1 0-1,-1 0 1,0 0 0,1 1 0,-7 3-1,4 0 151,1-1 0,-1 2-1,1-1 1,0 1-1,0 0 1,0 1-1,-6 9 1,8-10-379,1 1 0,0 0 0,0 0 0,0 1 0,1-1 0,0 1 0,1 0-1,0 0 1,0 0 0,1 0 0,0 0 0,0 0 0,1 10 0,0-8-38,0 1-1,1-1 1,1 0 0,0 0-1,0 0 1,1 0 0,0-1 0,6 12-1,-8-17-38,1 0 0,0 0 0,1 0 1,-1-1-1,1 0 0,-1 1 0,1-1 0,0 0 0,0 0 0,1 0 0,-1-1 0,1 1 0,-1-1 0,1 1 0,0-1 0,0-1 0,-1 1 0,1 0 0,1-1 0,-1 0 0,0 0 0,5 1 1,15 0 158,0-1 1,1-1 0,-1-1-1,34-6 1,-47 5-139,0-1-1,0 0 1,0 0 0,0-1-1,-1 0 1,1-1 0,-1-1-1,-1 1 1,1-2-1,-1 1 1,15-14 0,-20 15 2,0 1 0,0-1 0,0 0 0,-1 0 0,0-1 0,0 1 1,-1-1-1,1 1 0,-1-1 0,-1 0 0,1 0 0,1-7 0,-1-2 43,-1 0 0,0 0-1,-3-26 1,1 36-74,0 0 1,-1 0-1,0 1 0,0-1 1,0 1-1,0-1 1,-1 1-1,1-1 0,-1 1 1,0 0-1,-1 0 0,1 1 1,-1-1-1,1 1 0,-6-4 1,-7-6 99,0 1 1,-25-13 0,33 21 7,0 1 0,0 0 0,0 0 1,0 1-1,-1 0 0,1 0 0,-1 1 1,-8 0 386,-4 1 736,7 1-3750,-18 21-6232,11-14-1576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0:34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279 141 3249,'0'0'6481,"2"-6"-5977,8-15 96,-1-11 7823,-11 3-6294,1 26-2132,0 1 0,0 0 1,0-1-1,0 1 0,0 0 1,-1-1-1,1 1 0,-1 0 1,1 0-1,-1 0 0,0 0 1,0 0-1,0 1 0,0-1 1,0 1-1,0-1 0,-1 1 1,1 0-1,-3-2 0,-3 0-3,0 1 0,-1 0 0,1 0 0,0 0 0,-1 1 0,1 1 0,-1-1 0,1 1-1,-1 1 1,1-1 0,-1 2 0,1-1 0,0 1 0,0 0 0,0 1 0,0 0-1,0 0 1,-15 9 0,17-8 9,-1 0 0,1 1 0,0 0 0,0 0 0,0 0-1,1 1 1,0 0 0,0 0 0,0 0 0,1 1 0,0-1 0,0 1-1,1 0 1,0 0 0,0 0 0,0 1 0,1-1 0,0 1 0,1 0-1,-1-1 1,1 9 0,1-6 0,0-1-1,0 1 0,1 0 1,0-1-1,1 1 1,0-1-1,0 1 1,7 16-1,-7-22 2,1 0-1,-1 0 1,1 0-1,-1 0 1,1 0-1,0-1 1,0 1-1,1-1 1,-1 0-1,1 0 1,0 0-1,0-1 1,0 1-1,0-1 1,0 0-1,0 0 1,1 0 0,-1 0-1,1-1 1,6 2-1,0-2 14,-1 0 1,0 0-1,1-1 0,-1 0 0,0-1 1,1 0-1,-1 0 0,0-1 0,0-1 1,0 0-1,0 0 0,-1-1 0,17-8 1,-7 1 21,-1-1 1,0-1 0,0-1 0,-2 0 0,23-24-1,-31 29 287,-1 0 0,0 0 0,0-1 0,6-12 2762,-13 31-2827,1 129 1751,-2 155 1451,-3-252-2825,1-26-468,2-20-194,1 4-907,0-13 1993,-2 10-5208,-21 5-16426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20.3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1792 151 816,'0'0'3434,"12"-18"-2898,38-54 339,-49 70-391,1-1 1,0 1-1,-1-1 0,1 0 0,-1 1 0,0-1 0,0 0 0,1-4 1,-2 6-422,0 1 0,0-1 0,0 0 0,0 1 0,0-1 1,0 1-1,0-1 0,0 1 0,0-1 0,0 1 1,-1-1-1,1 1 0,0-1 0,0 1 0,0-1 0,-1 1 1,1-1-1,0 1 0,-1-1 0,1 1 0,0-1 0,-1 1 1,1 0-1,-1-1 0,0 0 0,-1 0-73,-1 1-1,1-1 0,-1 0 1,1 1-1,-1 0 0,0 0 1,1-1-1,-1 1 1,1 1-1,-5 0 0,0-1 192,-163-10 7559,61 4-6307,-117 8-1,175 2-1177,-1 1 0,1 3 0,1 2 0,0 2 0,0 2 0,1 3 0,-65 31 0,63-22 60,0 3 0,2 1 0,1 3 0,2 2 0,1 2 0,-54 57 0,55-46-229,1 2 0,3 2 0,2 1-1,2 2 1,3 2 0,2 1 0,3 1 0,3 1 0,-21 73 0,20-44-64,5 0 0,3 2 0,4 0-1,-4 158 1,18-211-17,1-1-1,2 1 1,2 0-1,1-1 1,16 52-1,-10-52 28,1-1 0,2 0 1,2-1-1,1-1 0,2 0 0,1-2 1,2 0-1,1-1 0,1-2 1,36 33-1,21 7 359,153 99-1,-202-149-188,2 0 0,0-2-1,1-2 1,0-1-1,44 10 1,10-3 267,95 10 0,-83-22-26,116-5-1,-158-4-238,-2-2-82,1-2 0,-1-3 1,84-22-1,-39 1-34,100-42-1,-151 49-64,0-2 0,-2-3 0,0-1-1,-2-3 1,47-38 0,-68 46-20,-1-2-1,-1 0 0,-1-2 0,-1-1 1,-2 0-1,0-2 0,-2 0 0,-1-2 1,18-41-1,-20 30-2,-2-1 0,-2 0 0,-2 0 0,-1-1 0,3-58 0,-7-227 0,-6 197 0,0-5 0,-24-195 0,22 314-36,-1 1-1,-1 0 1,0 0 0,-1 1-1,0 0 1,-2 0 0,0 0-1,-1 1 1,0 0 0,-1 1 0,-16-19-1,-3 3-59,-2 2-1,0 1 1,-58-39-1,-40-35 58,89 68-36,-1 1 0,-84-50 0,52 44 82,-96-34-1,132 60-50,1 1-1,-2 1 0,1 3 0,-76-6 0,-150 9-1155,260 4 890,0 0 0,0 0 0,0 0 0,0 1 0,0-1 0,0 1 0,0 0 0,0 0 0,1 0 0,-1 0 0,0 1 0,1-1 0,-1 1 0,-2 2 0,-17 19-6277,8-5-2281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21.1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 17 3618,'0'0'11864,"0"-16"-7321,-1 29-4151,0-1 1,-1 1-1,-1-1 0,0 1 0,-1-1 0,-8 18 0,-5 19 358,-12 63-188,6 2 1,4 1-1,5 0 1,2 133-1,4 498-341,12-667-229,4 0-1,3-1 1,22 78-1,-15-71 9,-13-61 22,-2 0 1,1 29-1,-4-43-4,0 1-1,-1-1 1,0 0 0,0 1-1,-1-1 1,-1 0-1,-5 15 1,-10 15 76,8-21 35,2 0 0,0 1-1,1 0 1,0 0 0,-6 41 0,9-27-79,2-22-56,0 1-1,1 0 0,1 0 0,0 0 0,0 0 1,1-1-1,1 1 0,5 20 0,0-7-875,-6-9-3750,-10-19-7363,-1-14 2113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21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2 110 2049,'0'0'5955,"-1"-14"1072,6 12-6497,0 1-1,0 0 1,1 0 0,-1 0-1,8 1 1,4-2 214,395-27 3535,2 30-4040,-173 1 1093,-215-2-961,-7 1 153,-1-1 0,1-1-1,0 0 1,-1-1 0,1-1-1,28-9 1,-40 4-596,-6 7-407,-1 0 0,0 0 1,0 0-1,1 1 0,-1-1 0,0 0 0,0 0 0,0 0 0,0 0 0,0 0 0,-1 0 0,1 0 0,0 0 1,0 0-1,-1 1 0,1-1 0,0 0 0,-1 0 0,0-1 0,-15-14-10531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23.0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189 63 1521,'0'0'7683,"4"-9"-6504,-1 2-351,7-15-1171,2-2 8225,-12 26-7673,-1 0-1,0 1 1,1-1 0,0 1 0,0-1-1,0 1 1,0-1 0,0 0 0,0 4 0,1 12 221,-47 276 3151,14 170-2179,28 1-358,4-385-966,-8 100 216,-32 183 1,4-60 36,11-37-94,12-157 121,2-15-859,10-34-3923,5-59 294,6 6 2835,-10-7 867,11 7-3658,-3-8-2660,-1-2-532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24.0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20 287 2881,'0'0'3279,"-4"-12"-2497,2 2-504,-1 2-13,0 0 0,1 0 0,0 0 1,1-1-1,0 1 0,0 0 1,1-1-1,0-14 0,1 21-149,1 0 0,-1-1 0,0 1 0,0 0 0,1 0 0,-1 0 0,1 0 0,0 0 0,0 1 0,-1-1 0,1 0 0,0 1 0,0-1 0,3 0 0,34-19 1255,2 5-705,1 1 0,0 3 1,0 1-1,69-8 0,180-1-55,-134 13-362,279-13 2136,-262 18 792,-92 3 1588,-70 1-4693,0-1-1,1 0 0,-1-1 0,21-2 0,4 0-45,28 2-79,-65 0-30,2 1-338,-1-1 363,1 1 0,-1 0 0,1-1 0,0 1 0,0-1 0,-1 0 0,1 0 0,0 0 0,0 1 0,-1-2 0,4 1 0,-5 0 22,87 0-2521,-31 0-2703,-46-1 400,-8-6-3205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26.4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60 320 3057,'0'0'5886,"-10"0"-5169,-39-4 18200,52 4-14494,17-2-4656,322-34 233,-98 13 0,128-2 0,43-7 0,98-15 0,-325 30 0,-45 2 0,-58 9 0,256-12 0,-233 18 0,116-1 0,-149-10 0,-57 7 0,0 1 0,30-1 0,155-8 0,-74 2 0,-128 10 0,2 0 0,1 0 0,-1 0 0,0-1 0,0 0 0,0 1 0,0-1 0,0 0 0,0 0 0,0-1 0,5-2 0,1 1 0,-1 1 0,0 1 0,1-1 0,-1 1 0,1 1 0,0 0 0,-1 0 0,15 2 0,10 0 0,2-3 0,-21 0 0,1 1 0,0 0 0,0 1 0,17 3 0,-32-4 0,0 1 0,0-1 0,0 0 0,0 0 0,0 0 0,0 0 0,0 0 0,0 0 0,0 1 0,0-1 0,0 0 0,0 0 0,0 0 0,0 0 0,0 0 0,0 0 0,0 1 0,0-1 0,0 0 0,0 0 0,0 0 0,0 0 0,0 0 0,0 0 0,0 1 0,0-1 0,0 0 0,0 0 0,0 0 0,0 0 0,0 0 0,0 0 0,1 0 0,-1 0 0,0 1 0,0-1 0,0 0 0,0 0 0,0 0 0,0 0 0,0 0 0,1 0 0,-1 0 0,0 0 0,0 0 0,0 0 0,-12 2 0,-18 0-296,13-1 270,-1 0 1,-19-2-1,6-7-3815,29 7 3087,0 0-1,0 0 1,0-1-1,0 1 1,1 0-1,-1 0 1,0-1-1,1 1 1,-1-1 0,1 0-1,-2-2 1,-6-16-6837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27.3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1 3073,'0'0'11101,"0"3"-8878,0 65 5867,0 5-3462,1-69-4489,-1-1 0,1 1 0,0-1 1,-1 0-1,2 1 0,-1-1 1,0 0-1,1 0 0,-1 0 0,1 0 1,0 0-1,0 0 0,0 0 0,1 0 1,-1-1-1,1 1 0,-1-1 0,1 0 1,6 4-1,6 4 158,1-1 1,28 12 0,-19-9-324,-5-3 26,-1 1 0,-1 0 0,0 2 0,0 0 0,-1 1 0,-1 0 0,0 2 0,0 0 0,21 28 0,-30-34 0,0 1 0,1-2 0,0 1 0,0-1 0,1 0 0,13 9 0,-16-13 0,0-1 0,1 1 0,-1-1 0,1 0 0,0 0 0,0-1 0,-1 0 0,2 0 0,-1-1 0,0 1 0,11-1 0,-33-1 0,4-1 0,1 1 0,-1 0 0,0 1 0,0 0 0,1 1 0,-1 0 0,1 1 0,-12 4 0,-6 7 0,2 1 0,0 1 0,-42 34 0,-60 69 0,67-61 0,33-35 0,27-22-573,0 0 1,-1 1-1,1-1 0,0 0 1,0 0-1,-1 0 0,1 0 1,-1 0-1,1 0 0,-1 0 1,1 0-1,-1-1 0,0 1 1,1-1-1,-1 1 0,0-1 1,1 0-1,-1 1 0,0-1 1,0 0-1,1 0 1,-3 0-1,0 0-559,-33 0-13106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28.1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8 976,'0'0'11921,"-1"-1"-11720,-5-6 10428,4 7-8742,-1 6-1762,0 0-1,0 1 0,0-1 0,1 1 0,-1-1 1,2 1-1,-1 0 0,0 7 0,-1-1 135,-6 36 444,2 0-1,2 0 1,2 0 0,5 71 0,-1-113-624,0 0-1,0-1 1,1 1 0,-1 0 0,2-1 0,4 11 0,-7-16-84,-15-3-7436,-4-5 1825,-3-5-2502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28.8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43 4194,'0'0'8292,"12"-6"-7300,38-21-199,-44 25-629,0 0 1,0 1-1,0-1 1,0 1-1,0 0 1,0 1 0,0 0-1,0 0 1,0 0-1,11 2 1,-1-1 220,4 2-38,0 1 0,-1 1 0,0 1 0,0 0 0,28 14 0,15 5 23,76 18-155,-56-18-65,80 35 0,-154-57-94,0 1 0,-1 1-1,0-1 1,1 1 0,11 11 0,-17-15-42,-1 0 0,0 0 0,0 0 0,0 0 0,0 0 0,-1 0 0,1 0 0,0 0 0,0 0 0,-1 1 0,1-1 0,0 0 0,-1 1 0,0-1 0,1 0 0,-1 1 0,0-1 0,1 0 0,-1 1 0,0-1 0,0 1 0,0-1 0,0 0 0,0 1 0,-1-1 0,1 0 0,0 1 0,-1-1 0,1 0 0,-1 1 0,1-1 0,-1 0 0,0 1 0,1-1 0,-1 0 0,0 0 1,0 0-1,0 0 0,0 0 0,0 0 0,0 0 0,0 0 0,0 0 0,-2 0 0,-21 14 631,-1-1 1,-1-2-1,0 0 1,-1-2 0,-47 12-1,25-7-18,22-6-367,-37 12 560,-1-2-1,0-3 1,-83 10-1,-37-20 2332,185-6-2796,13 7-673,18 20-1729,-24-21 143,0 1 0,1-1 0,-1 0-1,17 9 1,7-4-6372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31.6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256 15 2065,'0'0'11165,"4"-3"-9748,13-9 2195,-17 15-2596,0 9-575,-1 1 0,-1-1-1,0 0 1,-1 1 0,0-1-1,-1 0 1,0-1 0,-1 1-1,0-1 1,0 0 0,-12 16-1,-9 11-88,-50 56 0,49-63-276,2 0 1,-32 52 0,55-80-73,0 0 1,0 0-1,1 0 0,-1 1 0,1-1 1,0 0-1,0 1 0,0-1 1,1 1-1,-1-1 0,1 1 0,-1 5 1,2-8-2,-1 1 0,1-1 1,-1 0-1,1 0 0,0 0 1,0 1-1,-1-1 0,1 0 1,0 0-1,0 0 0,0 0 1,0 0-1,0-1 0,0 1 1,0 0-1,0 0 0,1-1 1,-1 1-1,0 0 0,0-1 0,1 0 1,-1 1-1,0-1 0,1 0 1,-1 1-1,0-1 0,1 0 1,-1 0-1,0 0 0,1 0 1,-1 0-1,3-1 0,74 0 350,109-14-1,-71-1-254,81-13-55,-193 29-88,-3 0 43,0 0 1,0 0-1,0 0 0,0 0 1,0 0-1,0 0 1,0 0-1,0-1 0,0 1 1,-1 0-1,1 0 1,0-1-1,0 1 0,0 0 1,0-1-1,0 1 1,-1-1-1,1 0 0,0 1 1,0-1-1,-1 1 1,1-1-1,-1 0 0,1 0 1,0 1-1,-1-1 1,1 0-1,-1 0 0,1 0 1,-1 1-1,0-1 1,1 0-1,-1 0 0,0-1 1,-1 1-463,-1 0 0,1 0 0,-1 0 0,1 0-1,-1 0 1,1 1 0,-1-1 0,0 0 0,1 1 0,-1 0 0,0-1 0,1 1 0,-1 0 0,0 0 0,-3 0 0,-2-1-2134,-12-6-3755,-3 1-717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19:32.0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 6819,'0'0'7924,"0"18"-4819,0 150 2010,0-135-4150,-2 1 1,-2 0 0,-11 48 0,8-52-492,2 1 0,1-1 0,-1 50 0,4-63-430,1-12-40,-1-1 0,0 1 1,1 0-1,0 0 1,0 0-1,1-1 0,-1 1 1,1 0-1,0 0 1,0-1-1,3 6 1,-2-8-861,-6-12-14499,-5-4 5852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0:42.3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17 143 1121,'0'0'8766,"1"-18"-7453,6-54 138,-3 49-1703,2-1 5748,-4 19-917,-7 14-2419,3-5-2279,-4 9 543,1 0 0,1 0 0,0 0 0,1 1 0,0 0 0,-1 25 0,4 89 1270,1-65-1327,-3 137 1010,2-199-1201,1-23-1723,0 16 527,1 0 1,0 0-1,0 0 0,1 0 1,0 0-1,0 0 1,0 1-1,5-8 1,4-5-5429,-1-3-3172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0:43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51 6355,'0'0'11645,"0"0"-11485,-1-1 0,1 0 0,0 0-1,-1 1 1,1-1 0,0 0 0,-1 0 0,1 0-1,0 0 1,0 0 0,0 1 0,0-1 0,0 0-1,0 0 1,0 0 0,0 0 0,0 0-1,1-1 1,2 0-4,0-1 0,0 1 0,0-1 0,0 1-1,1 0 1,-1 0 0,1 1 0,0-1 0,-1 1-1,1-1 1,0 1 0,4 0 0,49-8 1271,-53 9-1378,0 0 1,0 0-1,0 0 1,0 0-1,-1 1 1,1-1 0,0 1-1,0 0 1,0 0-1,-1 1 1,1-1 0,-1 1-1,1 0 1,-1 0-1,1 0 1,-1 0 0,0 0-1,0 1 1,0 0-1,0-1 1,-1 1-1,1 0 1,-1 0 0,0 1-1,1-1 1,-1 0-1,-1 1 1,3 5 0,-1-4 13,0 1 1,-1 0 0,0-1 0,0 1 0,-1 0 0,0 0 0,0 0 0,0 0 0,0 11 0,-1-15-32,0 1 0,-1-1 0,1 1 0,0-1 0,-1 0 1,1 1-1,-1-1 0,0 0 0,0 1 0,0-1 0,0 0 1,0 0-1,-1 0 0,1 0 0,-1 0 0,1 0 0,-1 0 1,0 0-1,1-1 0,-1 1 0,0-1 0,0 1 0,0-1 1,0 0-1,-4 2 0,-48 11 935,25-8-472,29-6-493,-1 0 0,1 1-1,0-1 1,-1 0 0,1 0 0,0 0 0,-1 0 0,1 0-1,0 1 1,0-1 0,-1 0 0,1 0 0,0 1 0,0-1-1,-1 0 1,1 0 0,0 1 0,0-1 0,0 0 0,0 1-1,-1-1 1,1 0 0,0 1 0,0-1 0,0 0 0,0 0-1,0 1 1,0-1 0,0 1 0,0-1 0,0 0 0,0 1-1,0-1 1,0 0 0,0 1 0,0-1 0,0 0 0,0 1-1,0-1 1,1 0 0,-1 0 0,0 1 0,0-1 0,0 0 0,0 1-1,1-1 1,-1 0 0,0 0 0,0 1 0,1-1 0,-1 0-1,0 0 1,0 0 0,1 1 0,-1-1 0,18 17-138,-15-15 150,34 31-414,-1 1 0,56 71 0,-90-104 378,-1 1 1,0-1 0,0 1-1,0 0 1,0 0 0,0-1-1,-1 1 1,1 0 0,-1 0-1,1 0 1,-1 0-1,1 2 1,-1-3 28,0-1-1,0 1 0,0 0 1,0 0-1,-1-1 1,1 1-1,0 0 0,0 0 1,-1-1-1,1 1 1,-1 0-1,1-1 1,0 1-1,-1 0 0,1-1 1,-1 1-1,1-1 1,-1 1-1,0-1 1,0 2-1,-4 0 101,0 0 0,0 0 0,0 0 0,0-1 0,0 0 0,0 0 0,-6 1 0,0 0 89,-56 4 1058,53-6-831,0 1-1,-1 0 1,1 1 0,0 1 0,0 0-1,-25 10 1,36-2-13612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0:51.5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85 1121,'0'0'6627,"-3"-13"-5560,-2-4-328,-2-13-378,5 5 8711,7 247-3209,0 1-3236,-5-223-2613,1 0 0,-1 0 0,0 0 0,0 0 0,0 0 0,0 0 0,0 0 0,1 0 0,-1 0 0,0 0 0,0 0 0,0 0 0,0 0 0,1 0 0,-1 0 0,0 0 1,0 0-1,0 0 0,0 0 0,1 0 0,-1 0 0,0 0 0,0 0 0,0 0 0,0 0 0,0 0 0,1 0 0,-1 0 0,0 1 0,0-1 0,0 0 0,0 0 0,0 0 0,0 0 1,0 0-1,1 0 0,-1 0 0,0 1 0,0-1 0,0 0 0,0 0 0,0 0 0,0 0 0,0 1 0,0-1 0,0 0 0,0 0 0,0 0 0,0 0 0,0 1 0,0-1 1,0 0-1,0 0 0,0 0 0,0 0 0,0 0 0,0 1 0,0-1 0,12-19-2500,2-2-2450,2 5-770,5-1-2813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0:52.7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78 2497,'0'0'7844,"-5"-30"-3095,6 28-4658,-1 0 0,0 0 0,0 1 0,1-1 0,-1 0 0,1 0 0,0 1 0,-1-1 0,1 1 0,0-1 0,0 1 0,0-1 0,0 1 0,0-1 0,0 1 0,0 0 0,1-1 0,-1 1 0,0 0 0,1 0 0,-1 0 0,1 0 1,-1 0-1,1 1 0,0-1 0,-1 0 0,1 1 0,0-1 0,-1 1 0,4-1 0,6-1-21,0 0-1,1 1 1,18 0 0,-15 1 102,120-2 599,-134 2-754,0 0-1,1 0 1,-1 0-1,1 1 1,-1-1 0,0 0-1,1 1 1,-1-1-1,0 1 1,1-1-1,-1 1 1,0 0 0,0-1-1,0 1 1,0 0-1,0 0 1,0 0-1,0 0 1,0 0 0,2 2-1,-1 0 23,-1 0 0,1 0-1,-1 0 1,1 1 0,-1-1 0,0 0-1,0 1 1,0 4 0,0 1 156,0 1-1,0 0 1,-1-1 0,-1 1-1,-2 13 1,1-14 0,-1 0-1,0-1 1,-1 0 0,0 1 0,-1-1-1,1 0 1,-1-1 0,-8 9 0,4-4 93,-1-1 1,0-1 0,-1 0-1,-17 13 1,21-19 16,0-1-1,0 0 1,0-1 0,-1 1-1,1-1 1,-1-1 0,1 1-1,-1-2 1,-11 1 0,30 0-427,-1 0-1,1 0 1,0 1 0,-1 0-1,0 0 1,0 1 0,15 7-1,-19-7 41,0 0 0,0 0 0,0 0 0,-1 1-1,0 0 1,0 0 0,0 0 0,0 0 0,0 1 0,-1 0-1,0 0 1,0 0 0,4 9 0,-6-12 82,-1 1 1,0-1-1,0 1 1,0 0-1,0 0 0,0 0 1,-1 0-1,1 0 1,-1-1-1,0 1 1,0 0-1,0 0 0,0 0 1,0 0-1,-1 0 1,1 0-1,-1 0 1,0 0-1,0 0 0,-2 3 1,1-1 42,-1-1 1,0 0 0,0 0-1,-1 0 1,1-1 0,-1 1-1,0-1 1,1 0 0,-2 0-1,1 0 1,-5 2 0,-3 1 117,0 0 1,0-1 0,0-1-1,-1 0 1,1-1-1,-1 0 1,0-1 0,-20 1-1,-114-5 2590,146 2-2410,1 2-558,0 0 0,0-1 0,0 1-1,0-1 1,1 1 0,-1 0-1,0-1 1,1 1 0,-1-1-1,1 1 1,0-1 0,-1 1-1,1-1 1,0 0 0,0 1 0,0-1-1,2 2 1,23 20-9992,-21-19 7231,9 5-9924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1:01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302 107 160,'5'-5'17805,"-4"0"-18701,-3 0 962,1 0 0,-1 1 1,0-1-1,-1 1 0,1-1 0,-1 1 0,0 0 0,0 0 0,0 0 1,0 0-1,-1 1 0,0-1 0,1 1 0,-1 0 0,-1 0 0,1 0 1,0 1-1,-7-3 0,2 0 53,-1 2 1,0 0-1,1 0 1,-1 0-1,0 1 1,0 1-1,-1 0 0,-9 0 1,15 1-91,0 0 1,0 0-1,0 1 0,0 0 1,0 0-1,0 0 0,0 0 1,0 1-1,1 0 0,-1 0 1,1 0-1,-1 0 0,1 1 1,0 0-1,0 0 0,0 0 1,0 0-1,0 1 0,1-1 1,-1 1-1,-2 5 1,1-4 52,1 0 1,0 0-1,0 0 1,1 1-1,-1 0 1,1 0 0,1 0-1,-1 0 1,1 0-1,0 1 1,0-1-1,1 1 1,-1-1 0,2 1-1,-1-1 1,1 1-1,0 0 1,0-1-1,1 1 1,1 7 0,-1-11-65,0-1 1,0 0 0,0 1 0,0-1 0,1 0 0,-1 0 0,1 0-1,-1 0 1,1 0 0,0 0 0,0 0 0,0 0 0,0-1-1,0 1 1,0-1 0,0 0 0,1 1 0,-1-1 0,0 0 0,1 0-1,-1-1 1,1 1 0,-1 0 0,5 0 0,8 1 149,0 0 1,-1-1-1,16-1 1,-22 0-92,-1-1-54,-1 1 1,1-1 0,-1-1 0,1 1 0,-1-1 0,0 0 0,0-1 0,0 1 0,0-1-1,0-1 1,0 1 0,-1-1 0,0 0 0,6-4 0,-4 1 8,1 0 0,-1-1 0,0 0 0,-1 0-1,0-1 1,0 1 0,-1-1 0,5-11 0,-7 4 1985,-3 18-1382,-12 148 2092,3-69-1420,-12 154 1126,18-207-2433,-12 49 0,14-77-120,1 0 0,0 0 0,0 1 1,-1-1-1,1 0 0,0 1 0,0-1 0,0 0 0,0 1 0,0-1 0,-1 1 1,1-1-1,0 0 0,0 1 0,0-1 0,0 0 0,0 1 0,0-1 1,0 1-1,0-1 0,0 0 0,0 1 0,0-1 0,1 0 0,-1 1 1,0-1-1,0 1 0,0-1 0,0 0 0,1 1 0,-1-1 0,0 0 1,0 0-1,1 1 0,-1-1-182,0-1 1,1 1-1,-1-1 1,0 1 0,0-1-1,0 1 1,0-1-1,0 1 1,0-1 0,0 1-1,0-1 1,0 1-1,0-1 1,0 1-1,0-1 1,0 1 0,-1-1-1,1 1 1,0 0-1,0-1 1,-1 1-1,1-1 1,0 1 0,0-1-1,-1 1 1,-6-7-8220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1:04.6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221 181 624,'0'0'7924,"5"-3"-6828,-1 0-670,0-1-1,0 1 0,0-1 0,-1 0 1,1 0-1,-1-1 0,0 1 0,0-1 1,0 1-1,-1-1 0,0 0 0,0 0 0,0 0 1,0 0-1,-1-1 0,0 1 0,1-10 1,-1 10-299,-1 0 0,0-1 0,0 1 0,0 0 1,0-1-1,-1 1 0,0 0 0,-2-8 1,2 11-110,0 0 1,-1 0 0,1 0 0,0 1 0,-1-1 0,1 0 0,-1 1 0,1 0-1,-1-1 1,0 1 0,1 0 0,-1-1 0,0 1 0,0 0 0,0 0 0,0 1-1,0-1 1,0 0 0,0 1 0,0-1 0,0 1 0,-1 0 0,1-1-1,-2 1 1,-15-2-41,0 1-1,0 0 0,-34 4 1,50-2 22,0 0 0,0 1 0,-1-1 0,1 1 0,0 0 0,0 0 0,0 0 0,1 0 0,-1 1 0,0-1 0,1 1 0,0-1 0,-1 1 0,-2 5 0,-27 47 0,29-49 0,-4 9 64,2 0 0,-1 1 1,2 0-1,0 0 0,1 0 0,0 0 1,2 0-1,0 0 0,2 28 1,-1-43-31,0 1 0,0-1 0,0 1 0,1 0 0,-1-1 0,1 1 0,-1-1 0,1 1 0,0-1 0,0 0 0,-1 1 0,1-1 0,0 0 0,0 1 0,0-1 0,1 0 0,-1 0 0,0 0 0,0 0 1,1 0-1,-1 0 0,0 0 0,1 0 0,-1-1 0,1 1 0,-1-1 0,1 1 0,-1-1 0,1 1 0,-1-1 0,1 0 0,0 0 0,-1 1 0,1-1 0,-1-1 0,1 1 0,1 0 0,2 0 67,0 0-1,-1-1 0,1 1 0,-1-1 1,1 0-1,-1 0 0,1-1 1,-1 1-1,1-1 0,-1 0 0,7-4 1,1-4 216,-1-1-1,0 0 1,-1 0 0,0-1 0,-1 0 0,0-1-1,9-18 1274,-18 49-1305,-13 234 3282,9-189-2788,-8 294 1585,12-397-3919,0-65-10406,2 59-743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1:08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 46 2849,'0'0'9082,"8"3"1112,-8-5-10196,0 0 1,0 1-1,0-1 1,-1 0-1,1 0 1,0 0-1,-1 1 1,1-1-1,-1 0 1,0 0-1,0 1 0,1-1 1,-1 1-1,0-1 1,0 1-1,0-1 1,-1 1-1,1-1 1,0 1-1,-1 0 1,1 0-1,0 0 1,-1 0-1,1 0 1,-1 0-1,0 0 1,1 0-1,-1 1 1,0-1-1,0 0 0,-1 1 1,-7-2-53,0 0 0,0 1 0,0 1 0,-17 0-1,7 1 97,16-1-43,-1 1 0,1-1 0,-1 1-1,1 0 1,0 1 0,0-1 0,0 1 0,0-1-1,0 1 1,0 1 0,0-1 0,0 0 0,1 1-1,-1 0 1,1 0 0,0 0 0,0 0 0,-4 5-1,1 1 30,-1 0 0,1 0-1,1 1 1,-1 0 0,2 0-1,-5 11 1,7-13 62,1 0 0,-1 0 0,1 0 0,1 1 0,-1-1 0,2 9-1,-1-1 288,1-15-345,-1-1 0,0 1 0,1 0 0,-1-1 0,1 1 0,0-1 0,-1 1 0,1-1 0,-1 1 0,1-1 0,0 0 0,-1 1 0,1-1 0,0 0 0,0 1 0,-1-1 0,1 0 0,0 0 0,-1 1 0,1-1 0,0 0 0,0 0 0,0 0 0,-1 0 0,1 0 0,1-1 0,30 1 826,-24 0-675,2-1-120,-1-1-1,1 0 1,-1-1 0,1 1 0,10-6 0,5-2 64,-22 10-83,1-1 0,-1 0 0,0 0 0,0 0 1,1 0-1,-1-1 0,0 1 0,0-1 0,-1 0 0,1 0 0,0 0 0,0 0 0,-1-1 1,0 1-1,1 0 0,-1-1 0,0 0 0,0 0 0,0 0 0,-1 1 0,1-1 0,-1-1 0,1 1 1,-1 0-1,0 0 0,0 0 0,-1-1 0,1 1 0,0-6 0,-1-6 1445,2 27-558,0 25-584,-5 22 641,-21 111 1,7-68-290,-14 69-131,31-170-687,0 0 1,0-1-1,0 1 1,0-1-1,0 1 1,0 0-1,0-1 1,-1 1-1,1-1 1,0 1-1,0 0 1,0-1-1,-1 1 1,1-1-1,0 1 1,-1-1-1,1 1 1,0-1-1,-1 1 1,1-1-1,-1 0 1,1 1-1,0-1 1,-1 1-1,1-1 1,-1 0-1,0 1 1,1-1-1,-1 0 1,1 0-1,-1 0 1,1 1-1,-1-1 1,0 0-1,1 0 1,-1 0-1,1 0 1,-1 0-1,0 0 1,0 0-1,-1-1-804,0 1 0,0-1 0,0 0 0,0 0 0,0 0 0,0 0 0,1 0 0,-1 0 0,0-1 0,-1-1 0,-12-14-12254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1:13.9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182 7 2609,'0'0'13841,"1"-1"-13406,-1 0-1,1 1 0,0-1 1,0 1-1,-1-1 1,1 1-1,0-1 1,0 1-1,0 0 0,0-1 1,-1 1-1,1 0 1,0 0-1,0 0 1,0-1-1,0 1 0,2 0 1,-4 4-414,0 0 0,0 0 0,0 0 0,-1 0-1,1 0 1,-1 0 0,0-1 0,0 1 0,0-1 0,0 1 0,-1-1 0,1 0 0,-1 0 0,-3 3 0,-47 41 267,50-44-261,-25 21 91,1 1-1,-23 30 1,50-55-97,0 0 1,-1 0 0,1 1 0,-1-1 0,1 0 0,0 1 0,-1-1 0,1 0 0,0 1 0,-1-1 0,1 0 0,0 1 0,0-1 0,-1 1-1,1-1 1,0 0 0,0 1 0,0-1 0,-1 1 0,1-1 0,0 1 0,0-1 0,0 1 0,0-1 0,0 0 0,0 1 0,0-1 0,0 1 0,0-1-1,0 1 1,0-1 0,0 1 0,1-1 0,-1 1 0,0-1 0,0 0 0,0 1 0,1-1 0,-1 1 0,0-1 0,0 0 0,1 1 0,-1-1-1,0 0 1,1 1 0,-1-1 0,0 0 0,1 1 0,-1-1 0,1 0 0,-1 0 0,0 1 0,1-1 0,-1 0 0,1 0 0,-1 0 0,1 0-1,-1 0 1,1 0 0,-1 0 0,0 0 0,1 0 0,-1 0 0,2 0 0,39 0 1180,-30-1-1191,403 1-950,-420 0 333,-13 1-2839,8 4-3552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1:14.2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0 1953,'0'0'13158,"-17"7"-11168,-53 20-213,67-26-1617,1 1 0,0-1 0,-1 1 1,1-1-1,0 1 0,0 0 0,0 0 0,0 0 1,0 0-1,0 0 0,1 1 0,-1-1 0,1 0 0,-1 1 1,1-1-1,0 1 0,0-1 0,0 1 0,0 0 0,1-1 1,-1 1-1,1 0 0,-1 0 0,1 0 0,0 5 0,-2 10 516,-3 9-67,1 0 1,2 1-1,0 0 1,4 36 0,-1-11-1001,-2-50-610,-1-1 0,1 0 1,-1 0-1,1 0 0,-1 0 0,0-1 1,1 1-1,-1 0 0,0-1 0,0 1 1,0-1-1,-3 2 0,4-3 375,-9 6-6174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1:15.2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 65 1008,'0'0'13142,"-1"-10"-9444,-7 10-3547,0 1 0,1 1 0,-1-1-1,1 1 1,0 1 0,0-1 0,0 1 0,0 0-1,0 1 1,-12 8 0,7-4 1,0 1 0,0 1 1,1 0-1,-16 19 0,24-25-123,0 0-1,1 0 1,-1 1 0,1-1-1,0 1 1,0-1 0,0 1-1,1-1 1,-1 1 0,1 0 0,0 0-1,1 0 1,-1 0 0,1 8-1,0-10-4,0-1 1,1 1-1,-1 0 0,1 0 0,-1-1 0,1 1 1,0-1-1,0 1 0,0-1 0,0 1 0,1-1 0,-1 1 1,1-1-1,-1 0 0,1 0 0,0 0 0,0 0 1,0 0-1,0 0 0,0-1 0,0 1 0,0 0 0,1-1 1,-1 0-1,1 0 0,3 2 0,12 2 110,0-1 1,1-1-1,-1-1 0,1 0 1,0-1-1,0-1 0,-1-1 0,24-4 1,-35 3-118,0 1 0,-1-1 0,1-1 0,-1 0 0,0 1 0,1-2 0,-1 1 0,-1-1 0,11-8 0,-13 10-5,0-2 0,1 1 1,-1 0-1,0 0 0,-1-1 0,1 0 0,0 0 1,-1 1-1,0-1 0,0-1 0,0 1 0,-1 0 1,1 0-1,-1-1 0,1-8 0,-1 2-3,-1 0 0,0 0 1,0-1-1,-1 1 0,-1 0 0,0 0 0,-1 0 1,0 0-1,-6-14 0,7 20-15,0 1 0,0-1 0,-1 1 0,0 0 0,0 0 0,0 0 0,0 0 0,-1 1-1,1-1 1,-1 1 0,0 0 0,0 0 0,-1 0 0,1 1 0,0-1 0,-1 1 0,1 0 0,-1 0 0,0 1 0,0 0 0,0-1 0,0 1 0,-8 0 0,-66 0-2078,78 2 1914,1-1 0,-1 0-1,1 0 1,-1 1 0,1-1-1,0 0 1,-1 1 0,1-1-1,0 1 1,-1-1 0,1 0-1,0 1 1,-1-1 0,1 1-1,0-1 1,0 1 0,-1-1-1,1 1 1,0-1 0,0 1-1,0-1 1,0 1 0,0-1-1,0 1 1,0-1 0,0 1-1,0-1 1,0 1 0,0-1-1,0 1 1,0-1 0,0 1-1,1-1 1,-1 1 0,0-1-1,0 1 1,0-1 0,1 1-1,-1-1 1,0 1 0,1-1-1,-1 0 1,0 1 0,1-1-1,-1 1 1,1-1 0,-1 0-1,0 0 1,1 1 0,0-1 0,6 4-1039,0-1 0,0 0 1,0 0-1,1 0 1,10 1-1,20 4-2569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1:15.9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75 112 4418,'0'0'13361,"-1"3"-12107,-13 62 1920,-25 64 1,38-138-3081,0 0 0,1-1 0,0 0 0,2-13 0,3 6-294,1 0-1,1 0 1,0 0 0,1 1-1,1 0 1,1 0 0,15-19 0,-19 27 101,1-1 0,1 1 1,-1 1-1,1-1 1,1 1-1,-1 1 0,1-1 1,0 1-1,1 1 1,-1 0-1,1 0 0,0 1 1,16-4-1,-25 7 95,1 1 0,-1-1 0,0 1 1,0-1-1,1 1 0,-1 0 0,0 0 0,1 0 0,-1 0 0,0 0 0,1 0 0,-1 0 1,0 0-1,0 0 0,1 1 0,-1-1 0,0 0 0,0 1 0,1-1 0,-1 1 0,0-1 1,0 1-1,0 0 0,0 0 0,0-1 0,0 1 0,0 0 0,0 0 0,0 0 0,1 1 1,-1 2 14,0 0 1,0-1 0,0 1 0,-1 0 0,0 0-1,1-1 1,-1 1 0,-1 6 0,1 4 130,-1-11-114,1 0 0,-1 0 0,0 0-1,0 0 1,0 0 0,0-1 0,-1 1-1,1 0 1,-1-1 0,1 0 0,-1 1 0,0-1-1,0 0 1,0 1 0,0-1 0,-1 0-1,1-1 1,-1 1 0,1 0 0,-1-1 0,1 1-1,-1-1 1,0 0 0,-5 2 0,-12 4 56,-1 0 0,-30 5 1,27-7-104,3 0 14,13-4 6,0 1 0,0 0 0,1 0 0,-1 0 0,0 1 1,1 1-1,0-1 0,-10 7 0,16-9 2,0 0 0,0 0-1,0 0 1,1 0 0,-1 1 0,0-1 0,1 0-1,-1 0 1,0 1 0,1-1 0,0 0 0,-1 1-1,1-1 1,0 0 0,0 1 0,0-1 0,-1 0 0,2 1-1,-1-1 1,0 1 0,0-1 0,0 0 0,1 1-1,-1-1 1,0 0 0,1 1 0,-1-1 0,1 0-1,0 0 1,0 2 0,2 2 100,0-1 0,0 0 0,0 0 0,0 0 0,0 0 0,8 6 0,6 3 360,0 0-1,1-1 0,0-1 1,1-1-1,1-1 0,-1 0 0,1-1 1,1-1-1,-1-1 0,1-1 1,0-1-1,0-1 0,28 1 1,-64 14-5941,-4 4-3032,7-12 74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1:19.8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66 1617,'0'0'11613,"4"-4"-10439,1 0-761,0 0 1,0 0-1,1 1 1,0 0-1,-1 0 0,1 0 1,0 1-1,1 0 1,9-3-1,65-6-246,-20 4 353,-30 2 4,61 0 0,-92 5-406,0 4 19,-1 1 1,0-1 0,0 0 0,0 1 0,0-1 0,-1 0-1,0 0 1,0 0 0,0 0 0,-4 6 0,-34 41 459,17-23-427,20-24 22,0 0-1,0 0 1,1 1-1,-1-1 0,1 1 1,0-1-1,0 1 1,1 0-1,-1-1 1,1 1-1,0 0 0,0 0 1,1 0-1,-1 0 1,2 10-1,0-14-141,1 0 0,0 0 1,0-1-1,0 1 0,1 0 0,-1-1 0,0 0 0,0 1 1,3-1-1,147 3 1509,-102-4 1577,-84 0-10047,8 2 488,-6-5-2853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1:21.5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94 2449,'0'0'7449,"0"-3"-5971,7-35 3865,-6 36-5091,0 0-1,-1 1 0,1-1 1,0 0-1,0 0 0,0 1 0,0-1 1,0 0-1,0 1 0,0-1 0,1 1 1,-1-1-1,1 1 0,-1 0 0,1-1 1,2 0-1,26-6-98,1 2 0,0 1 0,0 2 0,0 1 0,47 2 0,-41 1-177,-37-1 23,1 1 1,0-1 0,-1 1-1,1-1 1,-1 1-1,0 0 1,1-1 0,-1 1-1,1 0 1,-1 0 0,0-1-1,0 1 1,1 0-1,-1 0 1,0-1 0,0 1-1,0 0 1,0 0 0,0 0-1,0-1 1,0 1-1,0 0 1,0 1 0,-2 21 67,1-19-64,-1 0 0,1 0 0,-1 0-1,0 0 1,-1 0 0,1-1 0,-1 1-1,1-1 1,-1 0 0,0 0-1,-4 4 1,-38 28 47,-11-1 12,21-14-31,1 2 1,1 1-1,-42 38 0,73-59 54,0 0 1,1 0-1,-1 0 1,1-1-1,-1 1 1,1 0-1,0 1 1,0-1-1,0 0 1,0 0-1,0 0 1,0 1-1,1-1 1,-1 0-1,1 1 1,0-1-1,-1 1 1,1-1-1,0 0 1,1 4 1827,437-17 1496,-422 11-3266,-9 0-74,1 0 1,-1 0-1,0-1 0,0 1 0,1-2 1,-1 1-1,0-1 0,0 0 0,-1-1 1,12-5-1,-17 8 34,0 0 1,-1-1-1,1 1 1,-1 0 0,1-1-1,-1 1 1,1-1-1,-1 1 1,1-1-1,-1 1 1,0-1-1,1 1 1,-1-1-1,1 1 1,-1-1-1,0 0 1,0 1 0,1-1-1,-1 1 1,0-1-1,0 0 1,0-1-1,-10-4-2337,-23 3-6773,13 3 1259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7:21:26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193 174 1489,'0'0'5290,"2"-10"-4372,2-1-395,2-10-146,-4-2 6705,-33 24-3680,25 3-3158,0 0 0,0 1 0,0 0 0,0 0 0,1 0 0,0 0-1,0 1 1,-6 10 0,-9 8 535,-8 4-104,18-19-265,0 0 1,-14 20-1,21-24-317,0-1 0,1 1 0,0 0 0,-1 0-1,1 0 1,1 0 0,-1 0 0,1 0 0,0 0-1,-1 10 1,-4 171 3754,7-185-3788,-1 1 1,1-1-1,-1 0 0,1 0 1,0 0-1,-1 0 0,1 0 1,0 0-1,0 0 0,0 0 0,0 0 1,0 0-1,0 0 0,0 0 1,0-1-1,0 1 0,0 0 0,0-1 1,1 1-1,-1-1 0,0 1 1,0-1-1,2 1 0,30 6 548,-10-7-542,8 0 285,1 0 0,32-7 0,-56 6-289,1-1 0,-1 0 0,1 0 0,-1-1 0,0 0 0,1-1 0,-2 1 0,1-2 0,0 1 0,-1-1 0,0 0 0,8-8 0,17-18-61,3-3 0,35-44 0,-70 77 0,45-64 0,-41 59 0,-1 0 0,0 0 0,-1 0 0,1-1 0,-1 1 0,-1-1 0,1 0 0,-1 1 0,1-13 0,6-69 0,-8 84 0,1 0 0,-2 0 0,1 0 0,0 0 0,-1 0 0,0 0 0,1 1 0,-2-1 0,1 0 0,0 1 0,-1-1 0,1 1 0,-1-1 0,0 1 0,0 0 0,-1-1 0,1 1 0,-1 1 0,1-1 0,-1 0 0,0 0 0,0 1 0,0 0 0,-1-1 0,1 1 0,0 1 0,-1-1 0,1 0 0,-1 1 0,-5-2 0,-28-3 0,-1 2 0,-56 0 0,90 4 0,0 1 0,0 0 0,0 0 0,0 1 0,1-1 0,-1 1 0,0 0 0,0 0 0,1 0 0,0 0 0,-1 1 0,1-1 0,0 1 0,0 0 0,-5 6 0,-3 4 0,1 1 0,-14 21 0,-2 0 51,21-30-74,1 0 0,0 0 1,0 0-1,0 0 0,1 0 1,0 1-1,0 0 0,0 0 1,1 0-1,0 0 0,0 0 1,0 0-1,1 0 0,0 1 1,-1 6-1,7-13-5036,11-7-404,-3-8-3056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24.0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45 188 3298,'0'0'6797,"8"-10"-5593,2 0-748,-6 6-206,0 0 0,-1 1-1,1-2 1,-1 1 0,0 0 0,0-1 0,-1 1 0,5-11 0,-1 8 4470,-3 16-3556,-2 24-1569,-1-30 846,-3 61 204,-3 0 1,-2 0 0,-34 122-1,-2-21-583,41-135-76,4-29 9,-1-1 1,0 1 0,1 0 0,-1 0-1,0-1 1,1 1 0,-1 0 0,1-1-1,-1 1 1,1-1 0,-1 1 0,1 0-1,-1-1 1,1 1 0,0-1-1,-1 1 1,1-1 0,0 0 0,-1 1-1,1-1 1,0 0 0,0 1 0,-1-1-1,1 0 1,0 0 0,0 0 0,-1 0-1,1 0 1,0 0 0,0 0-1,0 0 1,0 0 0,5 0 6,0-1-1,0 0 1,0 0-1,0 0 1,-1-1 0,1 0-1,0 0 1,-1 0-1,0-1 1,1 0 0,8-6-1,5-6 80,29-29-1,-20 18-31,266-240 290,-294 265-329,0 1 0,0 0 0,0 0 0,1-1 0,-1 1 0,0 0-1,0 0 1,1-1 0,-1 1 0,0 0 0,0 0 0,1 0 0,-1-1 0,0 1 0,1 0-1,-1 0 1,0 0 0,1 0 0,-1 0 0,0 0 0,1 0 0,-1 0 0,1 0 0,-1 0-1,0 0 1,1 0 0,-1 0 0,0 0 0,1 0 0,-1 0 0,0 0 0,1 0 0,-1 0 0,0 0-1,1 1 1,-1-1 0,6 15 99,-7 36-180,1-36 110,-1 6-38,2 0-1,0 0 1,2 0-1,0-1 1,9 32-1,-10-45-11,1 0 0,0-1 0,0 1 0,1-1 0,-1 1 0,1-1 0,1-1 0,-1 1 0,1 0 1,0-1-1,0 0 0,1 0 0,0-1 0,-1 1 0,1-1 0,1 0 0,-1-1 0,1 0 0,11 5 0,-8-5-20,0-1-1,0 1 1,0-2 0,0 1-1,0-1 1,0-1 0,0 0 0,0 0-1,1-1 1,10-2 0,-5-1 20,-1 0 0,0-1 1,-1 0-1,1-1 1,-1-1-1,14-9 0,-3 0 38,0-2 0,-2-1-1,0-1 1,-1 0 0,-1-2-1,26-34 1,-33 37 76,0 0 1,-1-1-1,-2-1 1,0 0-1,0 0 1,-2-1-1,-1 0 1,-1-1-1,-1 1 1,-1-2-1,0 1 1,-2 0-1,0-25 1,-3 41 14,0 1 1,-1 0 0,1 0 0,-1-1 0,0 1 0,-1 0 0,0 0-1,0 0 1,0 0 0,-1 0 0,-4-7 0,2 6 33,-1 0 0,0 0 0,0 0 1,-1 1-1,0 0 0,0 0 0,-10-6 0,13 8-168,-1 1-1,-1-1 1,1 1-1,0 0 1,-1 1 0,1-1-1,-1 1 1,0 0-1,0 1 1,0-1-1,0 1 1,0 0-1,0 1 1,0 0-1,0 0 1,-7 0-1,12 1-53,0-1 0,0 1 0,0-1 0,0 1 0,0-1 0,0 1 0,0 0 0,0 0 0,1-1 0,-1 1 0,0 0 0,0 0 0,1 0 0,-1 0 1,0 0-1,1 0 0,-1 0 0,1 0 0,0 0 0,-1 0 0,1 0 0,0 0 0,-1 0 0,1 2 0,-1 31-1871,1-25 1133,0-3 87,0 0 0,0 0-1,0 0 1,1 0 0,0-1 0,0 1-1,1 0 1,-1 0 0,1-1 0,0 1-1,1-1 1,-1 0 0,1 1 0,0-1-1,1-1 1,-1 1 0,1 0-1,0-1 1,5 5 0,34 23-6376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25.3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72 577 1585,'0'0'10002,"-8"-3"-8340,-25-10 8,32 12-1390,-1 1 1,1-1-1,-1 0 0,1 1 1,0-1-1,-1 0 1,1 0-1,0 0 1,0 0-1,0 0 0,0 0 1,-2-2-1,3 2-70,0 1 0,-1-1-1,1 1 1,0-1 0,-1 1 0,1 0 0,0-1-1,-1 1 1,1 0 0,-1-1 0,1 1-1,-1 0 1,1-1 0,-1 1 0,1 0-1,-1 0 1,1 0 0,-1 0 0,0-1-1,1 1 1,-1 0 0,1 0 0,-1 0-1,0 0 1,1-4-5557,8-13 634,43-44-3465,-37 46 8040,-1-1 1,-1 0-1,0-1 0,-1 0 0,13-26 1,-4-18 2438,-4 13 5592,-12 37-3833,-3 9-635,-2 3-477,-1 9-296,0 6-3399,-24 121 2944,7-41-1520,3-24-363,-45 126 0,54-176-289,0-5-38,2 0 0,0 0-1,1 1 1,0 0 0,0 20-1,4-38-52,0-5-201,3-28 95,2 0 1,1 0-1,2 1 1,0 0 0,19-42-1,-4 6-29,81-207-491,-89 242 583,1 2 1,2 0-1,2 0 1,0 2 0,2 1-1,29-30 1,-44 51 105,-1 1 1,1 0 0,0 1 0,1 0-1,-1 0 1,1 1 0,0 0-1,0 0 1,1 0 0,-1 1 0,1 1-1,-1-1 1,1 1 0,0 1-1,0 0 1,0 0 0,0 1 0,0 0-1,0 0 1,17 4 0,-22-3 4,0 1 1,0 0-1,-1 1 1,1-1 0,-1 1-1,1-1 1,-1 1-1,0 0 1,0 0 0,0 1-1,0-1 1,-1 1-1,1-1 1,-1 1-1,0 0 1,0 0 0,0-1-1,1 6 1,3 7 20,-1 0 1,-1 0 0,4 24 0,-4-6 74,-2 1-1,-2 40 1,-1-70-77,1-1 1,-1 0-1,1 0 0,-1 0 0,0 0 0,-1 0 1,1 0-1,-1-1 0,1 1 0,-1 0 0,0-1 1,-1 1-1,1-1 0,-5 6 0,1-4 49,1 0-1,-1 1 0,-1-2 1,1 1-1,-1-1 0,0 0 0,-8 3 1,-8 2 143,0-1 1,0-1-1,-48 7 0,39-9-275,-50 1-1,98 5-1682,12 2 1370,-2 0 0,1 1 1,-2 2-1,0 1 0,34 29 0,-50-38 233,-1 0 0,0 0 0,0 1-1,-1 0 1,0 0 0,-1 1 0,0 0 0,-1 0 0,0 1 0,0-1 0,-1 1-1,0 0 1,-1 0 0,-1 1 0,1-1 0,-2 0 0,1 16 0,-2-24 221,0 0 0,0 0 0,-1 1 1,1-1-1,-1 0 0,0 0 1,0 0-1,0 0 0,0 0 0,-1 0 1,1 0-1,-1 0 0,0-1 1,0 1-1,0 0 0,-4 3 0,1-1 139,0-1 0,0-1 0,0 1 0,-1-1 0,0 1 0,0-2 0,-12 5-1,-6 0 437,0-1 0,0-2 0,-35 3-1,55-7-622,-45 4 1158,-97-6 1,140 1-1123,0 0-1,1-1 0,-1 1 0,1-1 1,0-1-1,-1 1 0,1-1 1,0 0-1,0 0 0,-6-6 0,8 7-147,1 1 0,0-1-1,-1 0 1,1 0 0,0-1-1,0 1 1,0 0 0,1-1-1,-1 1 1,1-1 0,-1 1-1,1-1 1,0 0 0,0 0-1,0 1 1,0-1 0,0 0-1,1 0 1,-1 0 0,1 0-1,0 0 1,0-5-1,1 7-69,0 0-1,-1-1 1,1 1-1,0 0 1,0 0-1,0 0 1,1 0-1,-1 0 1,0 0-1,0 0 1,1 0-1,-1 1 1,0-1-1,1 0 1,-1 1-1,0-1 1,1 1 0,-1-1-1,1 1 1,-1 0-1,1 0 1,-1 0-1,1-1 1,2 2-1,5-3-703,102-15-8047,-36 3 906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26.1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665 22 4258,'0'0'12955,"1"0"-12791,-1 0-1,0-1 0,0 1 1,1-1-1,-1 1 1,0-1-1,0 1 0,1 0 1,-1-1-1,0 1 0,0-1 1,0 1-1,0-1 1,0 1-1,0-1 0,0 1 1,0-1-1,0 1 0,0-1 1,0 1-1,0-1 1,0 1-1,0-1 0,-1 0 1,-3-1 4,-1 1 0,0-1 0,0 1 0,1 0 0,-1 0 0,0 0 0,0 1 0,0 0 0,0 0 0,0 0 0,-8 2 0,-7-1 94,-24-2 92,-1 3 0,1 2-1,0 2 1,0 2 0,0 1 0,1 3-1,1 1 1,0 2 0,-60 31 0,96-42-325,0 0 0,0 0 0,0 0 1,0 1-1,1 0 0,0 0 0,0 0 0,1 0 0,-1 1 1,1 0-1,0 0 0,-6 13 0,9-16-21,-1 1 0,1-1 0,0 1 0,1 0 0,-1-1 0,1 1 0,-1 0 0,1 0 0,0-1 0,0 1 0,1 0 0,-1-1 0,1 1 0,0 0 0,0-1 0,0 1 0,0 0 0,0-1 0,1 0 0,0 1 0,0-1 0,0 0 0,0 0 0,0 0 0,1 0 0,3 4 0,6 4-47,1-1 0,0 0 1,0-1-1,1 0 0,0-1 0,16 7 1,96 33-565,-52-22 212,66 32-1506,-117-47 1151,0 2 1,0 0-1,35 28 1,-54-37 691,1 0 1,-1 1-1,0-1 1,0 1-1,-1 0 1,1 0-1,-1 0 1,0 1 0,0-1-1,-1 1 1,1-1-1,-1 1 1,-1 0-1,1 0 1,-1 0 0,1 7-1,-2-9 226,0 0-1,0 1 1,0-1 0,-1 0-1,1 1 1,-1-1-1,0 0 1,0 1 0,-1-1-1,1 0 1,-1 0 0,0 0-1,0 0 1,0-1-1,-1 1 1,1-1 0,-1 1-1,0-1 1,0 0-1,0 0 1,0 0 0,-6 4-1,-6 2 197,-1 0 1,1-1-1,-1-1 0,-1-1 0,0 0 1,1-1-1,-2-1 0,-21 3 0,-22 1 157,-64-2 0,39-3 140,42-1-315,1 0 57,-47 8-1,153-6-8043,-26-3 1900,18-1-7010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27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17 238 112,'0'0'4125,"-3"1"-3941,2 0 94,-11 9 12613,29-7-11616,72-2 1647,179-6-1725,-70-9-1099,266-10 124,-84-2-608,-130 3-284,105-11 374,-7-1 117,437-20-1409,-332 46 1728,-57 2-24,-16 1 54,-267 7 701,-83 1-588,-17-1 1023,0 0 3695,-13-1-5030,0 0 1,-1 0 0,1 0 0,0 0 0,0 0 0,0 0 0,0 0-1,0 1 1,-1-1 0,1 0 0,0 0 0,0 0 0,0 0 0,0 0-1,0 0 1,0 0 0,0 1 0,-1-1 0,1 0 0,0 0-1,0 0 1,0 0 0,0 0 0,0 1 0,0-1 0,0 0 0,0 0-1,0 0 1,0 0 0,0 0 0,0 1 0,0-1 0,0 0 0,0 0-1,0 0 1,0 0 0,0 0 0,0 1 0,0-1 0,0 0 0,0 0-1,0 0 1,1 0 0,-1 0 0,0 1 0,0-1 0,0 0 0,0 0-1,0 0 1,0 0 0,-3 0-748,0 0-1,0 0 1,-1 0 0,1-1-1,0 0 1,0 1 0,0-1-1,0 0 1,0-1 0,-3 0-1,-17-17-9491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28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3890,'0'0'13558,"44"12"-12534,-33-10-351,1 0-113,-1 0-336,3 3-144,5-5-80,2 0-176,8 0-1008,7 0-785,14-7-2770,13-18-3232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29.7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100 202 592,'0'0'6078,"5"-4"-4464,-1 1-763,9-8-177,1 8 4900,-12 33-3477,-3-2-1214,-1-1 1,-1 0-1,-12 44 0,-31 78 524,9-32-776,28-90-607,2 0 0,1 1 1,1-1-1,2 1 1,-1 45-1,5-71-35,-1-1 0,1 1 0,-1-1 0,1 0 0,-1 1-1,1-1 1,-1 0 0,1 1 0,0-1 0,0 0 0,0 0 0,0 0-1,0 0 1,0 0 0,0 0 0,0 0 0,0 0 0,1 0 0,-1-1-1,0 1 1,0 0 0,1-1 0,-1 1 0,0-1 0,1 1 0,-1-1-1,1 0 1,-1 1 0,1-1 0,-1 0 0,1 0 0,1 0 0,9 0-59,-1 0 0,24-3 0,-33 3 79,11-3-78,0 0 1,0 0-1,-1-2 1,1 1-1,-1-2 1,-1 1-1,1-2 1,-1 1-1,20-17 1,5-7-577,45-47 1,-67 63 566,82-88-392,-80 83 622,-1-1 1,0 0-1,16-34 0,-35 72 208,0 0 0,1 0 1,1 1-1,0 30 0,2-38-357,1-1 1,0 1-1,1-1 1,0 0-1,0 0 1,1 0-1,0 0 1,1 0-1,0 0 1,1-1-1,10 16 1,-11-19-38,1 0 0,-1-1 1,1 1-1,0-1 0,1 0 1,-1-1-1,1 0 1,0 1-1,0-2 0,0 1 1,0-1-1,1 0 0,-1 0 1,1 0-1,0-1 0,0 0 1,0-1-1,9 1 0,-9-1-7,1-1 0,0 1 0,0-2 0,0 1 0,0-1 0,0-1 0,-1 0 0,1 0 0,-1 0 0,1-1 0,-1 0 0,11-5-1,-7 0 44,1 0 0,-1-1-1,0 0 1,-1-1-1,0 0 1,9-13-1,5-7 58,-2-2 0,-1 0-1,-1-2 1,23-56-1,-22 38 322,-3 0 0,19-87 0,-32 117 53,-1-1-1,-1 1 1,-1-1-1,-1 0 1,-1 0-1,-1 0 1,-5-24-1,6 46-411,0 0-1,0-1 1,0 1 0,0 0-1,0 0 1,-1 0-1,1 0 1,0 0-1,-1 0 1,1 0-1,-1 0 1,1 0 0,-1 0-1,1 0 1,-1 0-1,0 0 1,0 0-1,1 0 1,-1 0-1,0 1 1,0-1 0,0 0-1,0 1 1,0-1-1,0 0 1,0 1-1,0-1 1,0 1-1,0 0 1,0-1 0,0 1-1,-3-1 1,3 2-139,0 0 1,-1 0 0,1 0 0,-1-1 0,1 1-1,0 0 1,0 1 0,-1-1 0,1 0 0,0 0 0,0 0-1,0 1 1,0-1 0,1 1 0,-1-1 0,0 0-1,1 1 1,-1-1 0,0 1 0,1 0 0,0-1-1,-1 1 1,1 1 0,-3 14-2075,1-1-1,0 27 1,3 9-5096,3-6-393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0.1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214 57 7780,'0'0'13171,"-22"11"-11816,-70 39-77,84-45-1133,1 0 0,1 0 0,-1 1 0,1 0 0,0 0 0,0 1 1,1-1-1,-1 1 0,2 1 0,-1-1 0,1 1 0,0-1 0,0 1 0,1 1 0,1-1 0,-1 0 0,-2 15 0,4-17-109,-2 9 8,1-1 1,0 0-1,1 29 1,1-33-39,1-9-12,-1 0 0,0 1 0,0-1 0,1 1 0,-1-1 0,1 1 0,-1-1 0,1 0 0,0 1 0,-1-1 0,1 0 0,0 0 0,0 1 0,0-1 0,0 0 0,0 0 0,0 0 0,0 0 0,0 0 0,1 0 0,-1-1 0,0 1 0,0 0 0,1-1 0,-1 1 0,0-1 0,1 1 0,-1-1 0,1 1 0,-1-1 0,1 0 0,-1 0 0,3 0 0,3 1-23,0-1 0,0 0 0,0 0 0,0-1 1,0 0-1,10-3 0,-6 1-7,-1-2-1,0 1 1,0-1 0,0-1-1,-1 0 1,0 0 0,15-13-1,-8 5 25,-1-2-1,0 1 0,13-20 1,-23 27 109,0 0 0,0-1 0,0 1 0,-1-1 0,0 0 0,-1-1 0,0 1 0,-1 0 0,1-1 0,-2 1 0,0-1 0,0 0 0,-1-19 1,0 25-21,-1-1 1,1 1-1,-1-1 1,0 0-1,-1 1 1,1 0-1,-1-1 1,0 1-1,0 0 1,0 0-1,0 0 1,-1 0-1,0 0 1,0 1-1,0-1 1,0 1-1,0 0 1,-1 0-1,1 0 1,-1 0-1,0 0 1,0 1-1,0 0 1,0 0-1,0 0 1,-1 0-1,1 1 1,0-1-1,-1 1 1,-6 0-1,6-1-180,-1 1 1,0 1-1,1-1 0,-1 1 0,0 0 0,1 0 0,-1 1 0,-7 1 0,11-1-92,0-1 1,1 1-1,-1 0 0,1 0 1,-1 0-1,1 0 1,0 0-1,-1 0 1,1 0-1,0 0 1,0 1-1,0-1 1,0 0-1,0 1 1,0-1-1,0 1 0,0-1 1,0 1-1,1 0 1,-1-1-1,1 1 1,-1-1-1,1 1 1,0 0-1,0 0 1,-1-1-1,1 1 0,0 0 1,1 2-1,-1-2-178,-1 0 1,1-1-1,0 1 0,0 0 0,1-1 0,-1 1 0,0-1 0,0 1 0,1 0 1,-1-1-1,1 1 0,-1-1 0,1 1 0,0-1 0,0 1 0,0-1 0,-1 0 1,1 1-1,0-1 0,1 0 0,-1 0 0,0 0 0,0 0 0,0 0 0,1 0 0,-1 0 1,1 0-1,-1 0 0,2 0 0,30 11-7906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0.4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1 105 7812,'0'0'10135,"7"19"-7168,2 1-2341,2 5 419,-1 1-1,-1 0 1,8 37-1,-14-52-522,-4-32 208,-3-37 201,4 57-931,-3-26-106,2 0 0,3-52 0,-1 76-20,0-1-1,0 1 1,0 0-1,0 0 1,1 1 0,-1-1-1,1 0 1,0 0-1,0 1 1,0-1-1,0 1 1,0-1-1,0 1 1,0 0-1,5-3 1,17-10-3152,0 3-3349,-7 4-560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1.0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385 0 10869,'0'0'10349,"-11"21"-8218,-116 267 2986,44-46-2627,-26 69-1671,102-292-818,2-6 3,0-1 0,0 0 0,-1-1-1,-1 1 1,-12 16 0,18-27-132,5-24-168,-3 18 264,-1 0-1,1 1 1,0-1-1,0 0 1,1 1-1,1-5 1,9-12-181,0 0 0,1 1 0,1 0 1,1 1-1,1 1 0,0 0 1,2 1-1,30-23 0,-22 20-291,1 1 0,1 2 0,1 1 0,0 1 0,57-20 0,-74 31 481,-1 1-1,1 1 1,0 0-1,-1 1 1,18 0-1,-28 2 49,-1 0 0,1 0 0,0 0-1,-1 1 1,0-1 0,1 0 0,-1 0 0,1 0 0,-1 0 0,0 1 0,0-1-1,0 0 1,0 0 0,0 1 0,0-1 0,0 0 0,0 2 0,0-1 20,0 0 9,0 0-1,0 1 0,0-1 0,0 0 0,-1 0 0,1 0 0,0 1 0,-1-1 0,0 0 0,1 0 0,-1 0 0,0 0 0,0 0 0,0 0 0,0 0 0,-1 0 0,1-1 0,0 1 0,-3 2 0,-1-1 44,0 0 0,1-1 1,-1 0-1,0 0 0,0 0 0,0-1 0,-7 2 1,-40 9 375,28-8-189,0 2 1,0 0 0,-37 17-1,58-22-236,1 0-1,-1 1 1,1 0-1,0-1 1,0 1-1,-1 0 1,1 0-1,0 0 1,1 0-1,-1 0 1,0 0-1,0 1 1,1-1-1,0 1 1,-1-1-1,1 1 1,0-1-1,0 1 1,0 0-1,1 0 1,-1-1-1,1 1 1,-1 0-1,1 0 1,0 0-1,0 0 1,0-1-1,1 1 1,-1 0-1,1 0 1,1 4-1,0 0 6,0 0 0,1 0 0,0 0 0,0 0 0,1-1 0,-1 1 0,2-1 0,-1 0 0,1 0-1,8 8 1,-1-3 72,0-1-1,1 0 0,0-1 0,1-1 1,0 0-1,0-1 0,1 0 0,23 7 1,-29-12-398,0 0 0,0 0 0,0-1-1,0 0 1,0-1 0,0 0 0,10-1 0,-12 0-625,0-1-1,-1 1 1,1-1 0,-1 0-1,1 0 1,-1-1-1,0 0 1,0 0-1,0-1 1,8-5-1,23-25-11925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3.0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117 78 2913,'0'0'7220,"-4"16"2720,3-26-11156,4-38-3286,-3 46 4458,1 0 1,-1 0-1,1 0 1,-1 0 0,1 0-1,0 0 1,0 0-1,0 0 1,0 0-1,0 0 1,0 0 0,1 1-1,-1-1 1,0 1-1,1-1 1,0 1-1,-1-1 1,1 1 0,3-1 6098,-6 15-5345,-6 21 876,-14 45 1,0 2 82,-11 131-132,24-143-1815,-2 0-1,-25 84 0,31-142-1247,4-32-11280,1 7 11083,-1-21-4891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3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170 193 5378,'0'0'9672,"13"-18"-6810,44-60-992,-51 72-1696,0-1-1,0 1 0,1 0 0,-1 1 0,1-1 0,1 1 0,-1 1 1,1 0-1,0 0 0,0 0 0,0 1 0,0 0 0,12-2 0,0-2-14,0 2-71,0 0 0,0 1 0,0 0 0,0 2 0,1 1 0,36 2 0,-55-1-87,0 0-1,-1 0 1,1 0-1,0 1 1,0-1-1,-1 1 1,1 0-1,-1-1 1,1 1-1,-1 0 1,1 0-1,-1 0 1,1 0-1,-1 0 1,0 0-1,1 0 1,-1 0-1,0 1 1,0-1-1,2 3 1,-1 0 0,-1-1 1,1 1-1,-1 0 1,0-1-1,0 1 1,0 0-1,0 0 1,0 0-1,-1 5 1,0-1 1,0 1 0,-1 0 1,0 0-1,0-1 1,-1 1-1,0 0 0,0-1 1,-6 12-1,2-9 15,-1-1-1,0 0 1,-1 0 0,0-1-1,0 0 1,-1 0-1,0-1 1,-1 0-1,0-1 1,0 0 0,0 0-1,-1-1 1,-15 6-1,-4 0 243,0 0-1,-2-2 0,-58 10 0,87-16-365,8 1 23,11 2 0,3 1 55,0 1-1,-1 1 1,1 0-1,-2 2 0,0 0 1,25 22-1,-36-28-53,1 0 0,-1 1-1,0-1 1,-1 2 0,1-1 0,-1 0-1,-1 1 1,0 0 0,0 0 0,0 1-1,-1-1 1,0 1 0,-1 0 0,0-1-1,0 1 1,-1 0 0,1 16 0,-3-23 75,1 1 0,-1 0 1,0-1-1,0 1 0,0-1 1,0 0-1,0 1 0,-1-1 1,1 0-1,-1 1 0,0-1 1,1 0-1,-1 0 1,0-1-1,0 1 0,0 0 1,0 0-1,-1-1 0,1 0 1,0 1-1,-1-1 0,1 0 1,-1 0-1,1 0 0,-4 1 1,-11 3 258,0-1-1,-31 5 1,36-7-53,-173 16 2289,14-1-483,193-22-4466,0-1-1,0-1 1,34-15 0,-6 1-2423,27-8-4828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3.9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90 132 11253,'0'0'6915,"-9"23"-3262,-31 78-1114,35-87-2056,1 1 0,0-1 0,1 1 0,1 0-1,0 0 1,1 19 0,-2 13 753,1-40-592,-1-14-356,0-15-54,1 11-212,-2-34 52,1 0-1,5-60 1,-1 93-135,0 0 1,1 0 0,0 0 0,1 1 0,0-1-1,1 1 1,0-1 0,1 1 0,1 0-1,-1 1 1,2-1 0,-1 1 0,17-18 0,-20 25-153,1 1 1,0 0 0,0-1 0,1 1 0,-1 1 0,0-1 0,0 1 0,1-1 0,-1 1 0,1 0-1,-1 1 1,1-1 0,8 1 0,0 0-2502,1 0-1,0 1 0,19 4 1,-10 3-6021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4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1 115 8660,'0'0'13777,"21"8"-12697,71 21-335,-85-27-708,-1 0-1,1 0 1,0 0 0,0-1-1,1 0 1,-1-1 0,0 1 0,0-1-1,0-1 1,0 1 0,0-1 0,8-3-1,-13 4-43,1-1-1,-1 0 0,0 0 0,0 0 0,0-1 0,0 1 1,0 0-1,0-1 0,0 0 0,0 1 0,-1-1 0,1 0 1,0 0-1,-1 0 0,0 0 0,1 0 0,-1 0 0,0 0 1,0 0-1,0-1 0,0 1 0,-1 0 0,2-5 1,-2 4 5,1 1 1,-1-1 0,0 0-1,0 0 1,0 0-1,0 0 1,0 0 0,0 0-1,-1 0 1,0 1 0,1-1-1,-1 0 1,0 0 0,0 1-1,-1-1 1,1 0 0,0 1-1,-1-1 1,0 1 0,-2-3-1,-1 0 7,-1 0 1,0 1-1,0 0 0,0 0 0,-1 0 1,1 1-1,-1 0 0,0 0 0,1 1 0,-10-2 1,0 0 146,0 1 0,0 1 1,-28 0-1,42 3-128,0-1-1,0 1 1,0-1 0,0 1-1,0 0 1,0 0 0,1-1-1,-1 1 1,0 1-1,0-1 1,1 0 0,-1 0-1,0 1 1,1-1-1,-1 1 1,1-1 0,0 1-1,-1 0 1,1-1 0,0 1-1,0 0 1,0 0-1,1 0 1,-1 0 0,0 0-1,1 0 1,-1 0 0,1 0-1,-1 0 1,1 3-1,-2 10 55,0 0 0,0 31 0,2-41-38,0 0-73,0 1 0,0-1 0,1 0 1,-1 0-1,1 0 0,0 0 0,0 0 0,1 0 0,0 0 1,0 0-1,0-1 0,0 1 0,1 0 0,-1-1 0,1 0 1,0 0-1,1 0 0,-1 0 0,1 0 0,-1-1 0,1 1 0,0-1 1,1 0-1,-1 0 0,0-1 0,1 1 0,0-1 0,4 2 1,14 2-1242,0 0 0,0-2 0,1-1 0,-1 0 0,1-2 0,40-3 0,-40 2-379,-3-1-305,-1 0 0,0-1 0,0-1-1,25-7 1,5-9-2748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4.6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214 20 848,'0'0'15349,"1"-3"-12649,0 3-2600,-1-1 0,0 1 0,0-1 0,0 1 0,0 0 0,0-1 0,0 1 0,0-1 0,0 1 0,0 0 0,0-1 1,0 1-1,0 0 0,0-1 0,-1 1 0,1-1 0,0 1 0,0 0 0,0-1 0,0 1 0,-1 0 0,1-1 0,0 1 0,0 0 0,-1 0 1,1-1-1,0 1 0,0 0 0,-1 0 0,1-1 0,0 1 0,-1 0 0,1 0 0,0 0 0,-1-1 0,1 1 0,-1 0 0,-23-4 2013,15 4-1604,0 0-1,-1 0 1,-16 4 0,17-1-311,1 0-1,-1 1 1,1 0-1,0 0 1,0 0-1,1 1 1,-1 0-1,1 1 1,0 0-1,-8 9 1,11-11-199,1-1 1,0 1-1,0 0 0,0 0 1,0 0-1,0 0 0,1 0 0,0 1 1,0-1-1,0 1 0,1-1 1,-1 1-1,1 0 0,0 0 0,0-1 1,1 1-1,-1 0 0,1 0 1,0 0-1,2 8 0,-1-12-31,-1 0-1,1 0 0,0 0 0,0 0 1,0 0-1,0 0 0,0 0 1,0-1-1,0 1 0,1 0 0,-1-1 1,0 1-1,0-1 0,0 1 1,1-1-1,-1 0 0,0 0 0,1 1 1,-1-1-1,0 0 0,0 0 0,1 0 1,2-1-1,34 0-856,-37 0 859,5 0-77,1 0 1,0-1-1,-1 0 1,1 0-1,-1 0 1,0-1-1,0 0 1,0 0-1,0-1 1,6-5-1,6-5-460,26-28 0,-31 28 426,-11 13 637,-2 11-554,-9 116-3926,9-124 3756,0-1-1,0 1 1,0-1-1,0 0 1,1 1 0,-1-1-1,0 0 1,1 1-1,-1-1 1,0 0-1,1 1 1,0-1-1,-1 0 1,1 0-1,0 0 1,0 0-1,-1 0 1,1 1-1,0-1 1,0-1-1,0 1 1,0 0-1,0 0 1,3 1-1,0 0-438,-1-1 0,1 0-1,0 0 1,0 0 0,0 0 0,0-1-1,6 1 1,28 0-3892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5.2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448 1 1905,'0'0'17616,"-19"10"-14876,6-4-2426,1 1 1,-1 1 0,1 0-1,1 1 1,0 0-1,0 0 1,0 1 0,1 1-1,1-1 1,0 2-1,-9 13 1,-24 60 1182,3 1 0,-43 138 0,-14 37-940,86-240-555,7-17 13,0 2 0,1-1 0,-1 0 0,1 0-1,1 1 1,-1-1 0,1 1 0,-1 8 0,2-14-87,0-2-259,1-4 201,0 0 0,0 1 0,0-1 0,1 0 0,0 1 0,1 0 1,-1-1-1,1 1 0,0 0 0,0 0 0,0 1 0,1-1 0,7-7 0,7-7-820,33-27 0,-33 31 369,1 1 1,1 1 0,0 0-1,27-12 1,-35 20 477,-1 0 0,1 1 1,0 1-1,0 0 0,0 0 0,1 1 0,-1 1 1,0 0-1,24 2 0,-35-1 122,0 0 0,-1 1 0,1-1-1,0 1 1,-1-1 0,1 1 0,-1-1 0,1 1 0,0-1-1,-1 1 1,1 0 0,-1-1 0,1 1 0,-1-1 0,0 1 0,1 0-1,-1 0 1,0-1 0,1 1 0,-1 0 0,0 0 0,0-1 0,0 1-1,1 0 1,-1 0 0,0 0 0,0 0 0,0-1 0,-1 1 0,1 0-1,0 1 1,0-1 44,0 0 0,0 0-1,0 0 1,0 0 0,-1 0 0,1 1-1,0-1 1,0 0 0,-1 0 0,1 0-1,-1 0 1,1 0 0,-1 0 0,1 0-1,-1 0 1,0 0 0,0-1-1,1 1 1,-1 0 0,0 0 0,0 0-1,0-1 1,0 1 0,-1 0 0,-25 6 647,1-3 0,-52 4 0,51-7-276,0 2 1,1 1-1,-31 8 1,54-11-405,1-1 1,0 1-1,-1 0 0,1 0 0,0 0 1,0 0-1,-1 1 0,1-1 0,0 1 1,1-1-1,-1 1 0,0 0 1,0-1-1,1 1 0,-1 0 0,1 0 1,-1 0-1,1 0 0,0 1 0,0-1 1,0 0-1,0 0 0,0 1 1,0-1-1,1 0 0,-1 1 0,1-1 1,0 1-1,0-1 0,-1 1 0,2-1 1,-1 1-1,0-1 0,0 1 1,1-1-1,-1 0 0,1 1 0,0-1 1,0 0-1,0 1 0,0-1 0,0 0 1,1 0-1,-1 0 0,0 0 1,1 0-1,0 0 0,3 3 0,6 6-80,1 0-1,1-1 0,0 0 1,1-1-1,-1 0 0,2-2 1,-1 1-1,1-2 0,0 0 1,1 0-1,26 5 0,6-3-4264,-1-6-3978,-24-2-1627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5.9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409 673 5250,'0'0'18652,"-12"-4"-16977,-14-4-979,0 1 0,-1 1-1,1 1 1,-42-3 0,57 9-635,0-1-1,-1 2 1,1-1-1,0 2 1,0-1-1,0 2 1,0-1-1,0 1 1,-14 9-1,17-9-36,1 0 0,0 1 0,0 0 0,0 1 0,1-1-1,0 1 1,0 1 0,1-1 0,-1 1 0,1 0 0,1 0-1,-1 0 1,-4 12 0,7-13-36,0-1 0,0 1 0,1-1 0,0 1-1,0-1 1,0 1 0,1 0 0,0-1 0,0 1 0,1 6 0,-1-11 8,0-1 0,1 1 1,-1 0-1,0-1 0,1 1 1,-1 0-1,0-1 0,1 1 1,-1-1-1,1 1 0,-1-1 1,1 1-1,-1-1 0,1 1 1,-1-1-1,1 1 0,0-1 0,-1 0 1,1 1-1,0-1 0,-1 0 1,1 0-1,0 0 0,-1 1 1,1-1-1,0 0 0,0 0 1,0 0-1,28 0-82,-17-1 36,-4 1 19,0-1 0,0 0 0,-1-1 0,1 0 0,0 0 0,-1-1 0,0 0 0,0 0 0,9-5 0,65-46-604,-44 28 225,39-28-1004,-3-3 0,130-130 0,-112 86-251,108-152 0,-167 204 1882,-18 15 2746,-16 33-151,-7 7-2326,-33 35 136,3 2 1,0 2-1,3 2 1,2 1-1,-29 55 0,25-33-519,3 2-1,3 1 0,-28 100 0,55-157-745,1 1 0,0-1 0,1 0 0,0 33 0,3-48 480,0 0 0,0 0-1,0-1 1,0 1 0,0 0 0,0 0-1,0-1 1,0 1 0,0 0 0,1 0-1,-1-1 1,0 1 0,1 0-1,-1 0 1,0-1 0,1 1 0,-1 0-1,1-1 1,-1 1 0,1-1 0,-1 1-1,1-1 1,-1 1 0,1-1 0,0 1-1,-1-1 1,1 1 0,0-1-1,0 1 1,24 0-3934,-15-1 2882,37-4-6410,8-17-1966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6.8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290 108 12486,'0'0'6963,"-23"4"-3719,-74 21-888,89-23-2197,0 1 0,0 1-1,0 0 1,0 0 0,0 0 0,1 1 0,0 0 0,0 1 0,0 0 0,-7 8-1,4-2-39,0 1 0,0 1-1,-11 23 1,16-27-103,1 0 1,0 1-1,0-1 0,1 1 0,1 0 1,-1-1-1,2 1 0,0 0 0,0 0 0,1 0 1,1 16-1,-1-27-17,0 1 1,0-1-1,1 1 0,-1 0 1,0-1-1,1 1 0,-1-1 1,0 1-1,1-1 0,-1 1 1,0-1-1,1 1 0,-1-1 1,1 1-1,-1-1 0,1 0 1,-1 1-1,1-1 0,-1 0 1,1 1-1,0-1 0,-1 0 1,1 0-1,-1 1 0,1-1 1,0 0-1,-1 0 0,1 0 1,1 0-1,24 1 75,-18-2-37,0 1-59,0-1 0,-1-1 1,1 1-1,0-1 0,-1 0 1,0-1-1,1 0 0,-1 0 0,0-1 1,0 0-1,-1 0 0,1 0 1,-1-1-1,0 0 0,0 0 1,-1-1-1,1 1 0,-1-1 1,0 0-1,-1-1 0,0 1 1,5-10-1,-3 6-50,-1-1 1,0 0-1,-1 0 1,0 0-1,0 0 1,-1-1-1,-1 0 1,0 1-1,0-1 1,-1 0-1,-1 0 1,0 0-1,-1 0 1,-2-15-1,2 24 62,0 1-1,1 0 1,-1-1-1,0 1 1,-1-1 0,1 1-1,0 0 1,-1 0-1,1 0 1,-1 0-1,0 0 1,1 0-1,-1 0 1,0 1-1,0-1 1,0 0 0,0 1-1,-1 0 1,1 0-1,0-1 1,-1 1-1,1 0 1,-5-1-1,-4 0-117,1 0 0,-1 1 0,1 0 0,-16 1 0,24 0 71,1 0-1,-1 1 1,1-1-1,-1 1 1,0-1-1,1 1 1,-1 0-1,1 0 1,-1 0-1,1-1 1,-1 1-1,1 1 1,0-1-1,0 0 1,-1 0-1,1 0 1,0 1-1,0-1 1,0 1-1,0-1 1,1 0-1,-1 1 1,0 0 0,1-1-1,-1 1 1,1-1-1,-1 1 1,1 0-1,0-1 1,-1 1-1,1 0 1,0 0-1,0-1 1,0 1-1,1 0 1,-1-1-1,0 1 1,1 0-1,-1-1 1,1 1-1,-1 0 1,1-1-1,0 1 1,-1-1-1,1 1 1,0-1-1,0 0 1,0 1-1,0-1 1,1 0-1,-1 0 1,2 2-1,5 1-55,0 1 0,0-1 0,1 0 0,-1-1 0,1 0 0,0-1 0,0 1 0,0-2 0,10 2 0,87 1-1209,-100-4 1195,73 0-584,19 0 929,-32 0 6976,-70 16-6617,-20 36-382,17-40-378,1 0 1,0 1 0,1 0-1,0 1 1,1-1 0,1 1-1,0-1 1,-2 28 0,9-40 7,-1 0 0,0-1 1,0 1-1,1-1 1,-1 0-1,0 1 1,0-2-1,6 1 1,-5 0 45,10-2 88,0 0-1,-1-1 1,1 0-1,0-2 1,-1 1-1,22-12 1,20-5 43,-1 4 209,-53 16 592,-1 10-794,0-1 1,1 0-1,0 0 1,1 1-1,0-1 1,0 0-1,1-1 1,0 1-1,0 0 1,5 9-1,-5-13-47,-1-1-1,1 1 0,-1-1 0,1 0 0,0 1 0,0-1 0,1 0 0,-1-1 0,1 1 0,-1-1 0,1 1 0,0-1 0,0 0 0,0 0 0,0-1 0,0 1 0,0-1 0,0 0 0,1 0 0,-1 0 0,6 0 0,-4-1 26,1 0-1,-1 0 0,0-1 0,0 0 0,1 0 1,-1 0-1,0-1 0,0 0 0,0 0 0,0 0 1,0-1-1,-1 0 0,1 0 0,-1 0 0,0-1 1,0 0-1,0 0 0,0 0 0,-1-1 0,0 1 1,0-1-1,0 0 0,0 0 0,-1-1 0,0 1 1,0-1-1,0 1 0,3-13 0,-1 4 235,-2 0 0,1 0 0,-2 0 0,0-1-1,-1 1 1,0-1 0,-1 1 0,-1-1 0,0 1 0,-1-1-1,-7-24 1,6 28-89,-1 0-1,0 0 1,0 0-1,-1 1 1,-1 0-1,1 0 1,-2 0-1,1 1 1,-1 0-1,-1 0 1,0 1-1,0 0 1,0 0-1,-1 1 1,-12-8-1,13 11-95,1 0 0,-1 1 0,0 0 0,1 0-1,-1 1 1,-1 0 0,1 0 0,0 1 0,0 0-1,-1 1 1,1-1 0,0 2 0,-11 0 0,14 0-264,1 0 0,-1 0 1,0 1-1,1-1 0,-1 1 1,1 0-1,-1 0 0,1 1 1,0-1-1,-5 4 0,6-3-374,1-1 0,-1 1 1,1 0-1,-1 0 0,1 0 0,0 0 0,0 0 0,0 0 0,1 0 0,-1 1 0,1-1 0,0 0 1,0 1-1,-1 5 0,0 13-10868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7.3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 6723,'0'0'17576,"3"-1"-15807,15-6-98,-14 5-1422,1 0-1,-1 0 1,1 1 0,-1-1-1,1 1 1,-1 0-1,7 0 1,-9 1-244,0 0 0,-1 1 0,1-1 0,-1 0 0,1 1 0,-1-1 0,1 1 0,-1 0 0,1-1 1,-1 1-1,1 0 0,-1 0 0,0 0 0,1 0 0,-1 0 0,0 0 0,0 0 0,0 1 0,0-1 0,0 0 0,0 1 0,0-1 0,0 0 0,0 1 0,-1-1 1,1 1-1,0 1 0,6 15 29,-1 0 0,-1 1 1,0 0-1,-1 0 0,-1 0 0,1 34 1,20-55-499,-12-4 267,-1 0 0,-1-1 0,12-9 0,25-15-568,-21 17 341,-10 4 183,0 1 1,1 1-1,0 0 1,1 1-1,33-8 0,-51 15 368,1 0 0,-1 1-1,1-1 1,0 0 0,-1 0-1,1 1 1,-1-1 0,1 0-1,-1 0 1,1 1 0,-1-1-1,1 1 1,-1-1 0,1 0-1,-1 1 1,1-1 0,-1 1-1,1-1 1,-1 1 0,0-1-1,1 1 1,-1-1 0,0 1-1,0 0 1,0-1 0,1 1-1,-1-1 1,0 1 0,0 0-1,6 25 37,-5-19 268,1 8-447,8 30 385,2-23-3339,-5-19-1976,5-2-3015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8.4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1067 17 6323,'0'0'3954,"-25"-3"-894,10 1-2440,-164-10 5782,103 12-4060,-111 15 0,57 3-1254,-152 26 951,274-42-2009,-26 7 95,33-9-131,-1 0 0,1 1 0,0 0 0,0-1 0,-1 1 0,1 0 0,0-1 0,0 1 0,0 0 0,0 0 0,0 0 0,0 0 0,0 0 0,1 0 0,-1 0 0,0 0 0,0 1 0,1-1 1,-1 0-1,0 3 0,1-3-22,0-1 0,0 1 1,0 0-1,0 0 1,0-1-1,0 1 0,0 0 1,0-1-1,0 1 1,1 0-1,-1-1 0,0 1 1,1 0-1,-1-1 1,0 1-1,1-1 1,-1 1-1,1 0 0,-1-1 1,1 1-1,-1-1 1,1 1-1,-1-1 0,1 0 1,0 1-1,21 10-375,-15-8 206,118 47-1116,-79-33 918,0 2 0,-1 1 1,55 35-1,-71-35 104,46 40 1,-68-53 245,1 0 0,-1 1 0,-1-1 0,1 1 0,-1 1 0,-1-1 0,0 1 0,0 0 0,-1 0 0,6 17 0,-9-24 83,0 0 0,-1 1-1,1-1 1,-1 0-1,0 1 1,0-1-1,0 1 1,0-1-1,0 0 1,-1 1-1,1-1 1,0 1-1,-1-1 1,0 0-1,0 0 1,0 1-1,0-1 1,0 0 0,0 0-1,0 0 1,-1 0-1,1 0 1,-1 0-1,1 0 1,-1-1-1,0 1 1,0-1-1,0 1 1,0-1-1,0 1 1,0-1-1,0 0 1,0 0 0,0 0-1,-1 0 1,1-1-1,0 1 1,-5 0-1,-10 2 466,-1 0 0,1-1 0,0-1 0,-25-2 0,22 1-237,-45 0 266,-139-3 124,162 0-685,0-2 1,-74-19-1,114 23-76,-1 1 1,0-1-1,1 0 0,-1 0 1,0 0-1,1 0 0,-1 0 1,1-1-1,0 1 1,-1-1-1,1 0 0,-2-2 1,3 4 11,1-1 1,0 1 0,0 0-1,0-1 1,-1 1 0,1-1 0,0 1-1,0-1 1,0 0 0,0 1-1,0-1 1,0 1 0,0-1-1,0 1 1,0-1 0,0 1 0,0-1-1,0 1 1,0-1 0,0 1-1,1-1 1,-1 1 0,0-1 0,1 0-1,16-16-3160,27-8-3024,16-5-2015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8.7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1 12678,'0'0'9636,"-50"150"-6963,19-60-896,0 6-368,5 3 48,1-8-753,5-9-544,1-13-112,4-19-48,3-16-192,-1-13-1057,-2-15-752,3-6-1120,-5-9-2161,-2-28-6676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9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37 6259,'0'0'3329,"23"-1"604,79-2-161,-94 3-3428,-1 1-1,1-1 1,-1 2-1,0-1 0,1 1 1,-1 0-1,0 0 1,0 1-1,0 0 1,0 0-1,-1 1 1,1 0-1,-1 0 1,0 1-1,0-1 0,0 1 1,-1 0-1,0 1 1,0-1-1,0 1 1,5 10-1,1 2 63,-1 2 1,-1-1-1,0 1 0,-2 1 1,7 28-1,-11-38-296,0 0 0,-1 1 0,0-1 0,1 24 0,-2-31 327,4-10-53,2-12 185,2-10-393,2 0 1,0 0 0,2 1 0,25-39-1,-27 48-289,1 2 1,1-1-1,0 2 0,2 0 0,-1 0 1,2 1-1,24-17 0,-26 26-2301,-14 5 1926,1 0-1,-1 1 0,1-1 0,-1 0 0,1 1 1,-1-1-1,1 0 0,-1 1 0,1-1 0,-1 0 1,1 1-1,-1-1 0,1 1 0,-1-1 0,0 1 1,1-1-1,-1 1 0,0-1 0,0 1 0,1 0 1,-1 0-1,4 7-2383,9 4-5463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9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5282,'0'0'19036,"1"12"-17665,-1-5-1170,6 57 1251,-6-58-1368,1-1 0,1 0 0,-1 0 0,0 0 0,1-1 0,0 1 0,0 0 0,1-1 0,-1 1 0,1-1 0,0 0 0,4 5 0,-4-7-100,-1-1 0,0 1 0,1-1 0,-1 0-1,1 0 1,0 0 0,-1 0 0,1 0-1,0-1 1,0 1 0,-1-1 0,1 1 0,0-1-1,0 0 1,0 0 0,-1-1 0,1 1 0,4-1-1,-2 0-97,1-1 0,0 1 0,-1-1-1,1 0 1,-1-1 0,1 1 0,7-6-1,17-13-489,-16 13 453,-1 0 0,0-2 0,-1 1 0,0-2 0,13-15 0,-20 42 5516,0 1-5699,2-1-1,12 22 1,-17-36 20,-1 0-1,1 0 0,0 0 1,0 0-1,0 0 0,0 0 1,0 0-1,1-1 0,-1 1 1,0-1-1,1 0 0,-1 0 1,1 0-1,0 0 0,-1 0 1,1-1-1,2 1 0,4 0-2016,0 0 0,-1-1 0,1 0 0,11-2-1,21-5-8923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39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21 2961,'0'0'21146,"-8"-4"-19476,2 1-1499,1 1 1,0-1-1,-1 1 0,0 0 0,1 1 0,-1 0 1,0 0-1,0 0 0,1 0 0,-1 1 1,0 0-1,0 0 0,0 1 0,0 0 0,0 0 1,-6 2-1,3 1-58,-1 0 0,1 1 1,0 0-1,0 0 0,1 1 0,0 0 1,-11 11-1,15-13-116,0 0 0,0 0 1,0 0-1,1 1 0,0-1 0,0 1 0,0-1 1,0 1-1,1 0 0,0 0 0,0 1 1,0-1-1,1 0 0,0 0 0,-2 11 1,4-15-51,-1 1 0,0-1 0,0 1-1,1 0 1,-1-1 0,1 1 0,-1-1 0,1 1 0,0-1 0,0 1 0,-1-1 0,1 1 0,0-1 0,0 0 0,0 0 0,1 1 0,-1-1 0,0 0 0,0 0 0,1 0 0,-1 0 0,0-1 0,1 1 0,-1 0 0,1 0 0,-1-1 0,1 1 0,0-1 0,-1 1 0,1-1 0,1 0 0,9 2-462,-1 0-1,1-1 1,16-1-1,-17 0 49,1 0 61,78-4-4524,-77 3 3063,0-1 0,1-1 0,-1-1 0,23-9 0,32-17-6529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40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300 1 13526,'0'0'12814,"-17"26"-11373,-1 4-1028,-5 6 171,1 0-1,-27 69 0,-52 166 1775,61-131-3212,12-2-5188,27-126 2992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40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9108,'0'0'10242,"25"8"-7563,13 4-1875,2 1 397,61 12 1,-37-15-30,0-4 1,120-2 0,-125-4 719,-61 13-1673,-21 32-367,19-39-8,0 1 1,0 0-1,0 0 0,1 0 1,0 0-1,1 1 1,0-1-1,0 1 0,1-1 1,-2 15-1,3-21 103,0 0-1,0 1 1,0-1 0,0 0-1,0 0 1,0 0-1,0 0 1,0 1-1,1-1 1,-1 0 0,0 0-1,1 0 1,-1 0-1,1 0 1,-1 0 0,1 0-1,-1 0 1,1 0-1,0 0 1,0 0-1,-1 0 1,1 0 0,0-1-1,1 2 1,1-1 13,0 0 1,-1-1-1,1 1 1,0-1-1,0 1 1,0-1-1,0 0 1,4 0-1,0-1 61,26 1-47,-1-2-1,1-1 1,41-9 0,-59 8 182,0 0 1,0-1 0,0 0 0,-1-2-1,0 1 1,0-2 0,0 0 0,-1 0-1,14-13 1,-23 17 812,-4 4-885,0 1-1,0-1 0,0 0 1,0 0-1,0 0 0,0 0 0,0 0 1,1 0-1,-1 0 0,0 0 0,0 0 1,0 0-1,0 0 0,0 0 1,0 0-1,0 0 0,0 1 0,0-1 1,0 0-1,0 0 0,0 0 1,0 0-1,0 0 0,1 0 0,-1 0 1,0 0-1,0 0 0,0 0 1,0 0-1,0 0 0,0 0 0,0 0 1,0 0-1,0 0 0,0 0 0,1 0 1,-1 0-1,0 0 0,0 0 1,0 0-1,0 0 0,0 7-580,-4 43 231,2-38-881,0 1-1,2 0 1,0 22-1,1-33 837,-1-1-1,0 1 0,0-1 1,1 1-1,-1-1 0,1 1 0,-1-1 1,1 0-1,0 1 0,-1-1 0,1 0 1,0 1-1,0-1 0,0 0 1,0 0-1,0 0 0,0 0 0,0 0 1,0 0-1,1 0 0,-1 0 0,0-1 1,1 1-1,-1 0 0,0-1 1,1 1-1,-1-1 0,1 1 0,-1-1 1,1 0-1,1 1 0,26 0-9156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40.9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10 336 6611,'0'0'18414,"0"7"-17216,0 5-960,0 33 1658,-10 84 1,13-185-4010,7 24 1972,2-1 1,1 2-1,2 0 0,18-30 0,-23 44 87,8-16-16,2 0 0,43-52 0,-50 70 112,1 1 1,0 0 0,1 1-1,0 1 1,1 0 0,0 1-1,21-10 1,-37 21-97,1-1 1,-1 1-1,1 0 0,-1-1 1,1 1-1,-1-1 0,1 1 1,0 0-1,-1 0 0,1-1 1,0 1-1,-1 0 0,1 0 1,-1 0-1,1 0 1,0 0-1,-1 0 0,1 0 1,0 0-1,-1 0 0,1 0 1,0 0-1,-1 0 0,1 0 1,0 0-1,-1 1 0,1-1 1,0 0-1,-1 0 0,1 1 1,-1-1-1,1 1 0,-1-1 1,2 1-1,0 20-6485,-2-15 4877,0 14-7769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8:41.4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0 258 7988,'0'0'16962,"23"0"-15980,163 4 224,-183-4-1191,-1 0 0,1 0-1,0 0 1,-1 0 0,1-1 0,0 1 0,-1-1 0,1 1 0,0-1 0,-1 0-1,1 0 1,-1 0 0,0 0 0,1-1 0,-1 1 0,0-1 0,0 1 0,1-1 0,-2 0-1,1 0 1,0 0 0,0 0 0,0 0 0,-1 0 0,1-1 0,-1 1 0,0 0 0,0-1-1,0 1 1,0-1 0,0 1 0,0-1 0,-1 0 0,1 1 0,-1-1 0,0 0-1,1-3 1,0-2-25,-1-1 0,1 1 0,-1 0-1,0 0 1,-1 0 0,0 0 0,0 0 0,-1 0-1,0 0 1,-1 0 0,1 0 0,-1 1-1,-1-1 1,1 1 0,-1 0 0,-1 0 0,1 0-1,-1 1 1,-1-1 0,1 1 0,-1 0-1,0 1 1,-10-8 0,14 11 35,0 1 0,-1-1-1,1 1 1,-1-1 0,1 1 0,-1 0 0,0 0 0,1 0-1,-1 1 1,0-1 0,0 1 0,0-1 0,0 1-1,1 0 1,-1 0 0,0 0 0,0 0 0,-4 1 0,3 1 31,0-1 1,0 1 0,1 0 0,-1 0 0,0 0-1,1 0 1,-1 0 0,1 1 0,0 0 0,0 0-1,-4 4 1,-2 4 135,1 0-1,0 1 1,0 0 0,1 1-1,1-1 1,-7 21-1,6-10-20,1 0 1,1 0-1,1 1 0,2-1 0,0 1 0,2 34 0,0-52-140,0 0 0,0 0 0,1 0 0,0 0-1,0 0 1,1 0 0,0 0 0,0 0 0,0-1 0,0 1 0,1-1-1,0 1 1,0-1 0,1 0 0,0 0 0,-1-1 0,1 1-1,1-1 1,-1 1 0,1-1 0,0-1 0,0 1 0,0-1-1,0 0 1,0 0 0,1 0 0,-1-1 0,13 4 0,7 1-43,0-2-1,1 0 1,0-2 0,0-1 0,37-1 0,-60-1-85,13 0-496,1 0 0,32-6-1,-45 5 156,1-1 0,0 1-1,-1-1 1,1 0 0,-1 0 0,6-3-1,-8 4-50,0-1 0,0 1 0,0-1 0,-1 0 0,1 1 0,0-1 0,-1 0-1,0 0 1,1 0 0,-1 0 0,0 0 0,0 0 0,2-4 0,-1-17-8966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27.2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441 34 1313,'0'0'11370,"8"-6"-10185,23-16-105,-24 16-119,-7 22 727,-1-4-1403,-1 0-1,0 0 0,-1 0 1,0-1-1,-1 1 0,0-1 1,-1 0-1,-7 12 0,-2 9 183,-358 677 2937,366-698-3807,-24 36-846,28-44 523,0-1 0,0 1 0,-1-1 0,1 1 0,-1-1 0,0 0 0,-4 3 1,3-5-1536,3-14-8460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27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415 1 1873,'0'0'5947,"0"17"-3165,1 8-1705,1 5 790,-5 54-1,-1-60-1187,0 1-1,-2-1 1,-1 0 0,-10 25-1,-46 92 1074,50-115-1563,-171 314 45,184-339-264,-7 12-580,-1 0 1,0 0 0,-1-1 0,0-1-1,-1 1 1,-13 11 0,21-22 181,1 0 0,0 0 0,-1-1 0,1 1 0,-1-1 1,1 1-1,-1-1 0,1 1 0,-1-1 0,1 0 0,-1 0 0,1 0 0,-1 0 0,-1 0 0,0 0-556,-12 0-4072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27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0 122 4994,'0'0'5923,"167"0"-2802,-85 0-944,8-8-1424,4-5-529,-4-4 0,-5 1-224,-7-3-112,-20 0-1105,-16 7-736,-21 1-880,-11 5-1601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28.0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1 8036,'0'0'10100,"-23"121"-7939,19-92-1056,-3-4-337,1-4-528,2-4-176,-2-9-64,3-4-720,-1-4-1569,0-2-1841,4-27-4578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28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9556,'0'0'8740,"34"90"-10981,-28-65-2945,5-2-2770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28.6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29 149 3073,'0'0'16405,"16"7"-15340,49 21-286,-58-25-697,0-1 1,0 0 0,0 0-1,1-1 1,-1 0-1,0 0 1,1-1 0,-1 0-1,14-1 1,8-1-29,-26 2-94,0 0 0,1 0 0,-1-1 1,1 0-1,-1 1 0,0-1 0,1 0 0,-1-1 0,0 1 0,0-1 0,0 1 0,0-1 0,0 0 1,0 0-1,0 0 0,-1 0 0,1-1 0,-1 1 0,0-1 0,1 1 0,-1-1 0,0 0 0,-1 0 1,1 0-1,0 0 0,-1 0 0,0 0 0,1-1 0,-1 1 0,-1 0 0,1-1 0,0 1 1,-1-1-1,0 1 0,0 0 0,0-1 0,0 1 0,0-1 0,-1 1 0,1-1 0,-1 1 0,0 0 1,0-1-1,-3-4 0,1 2 51,-1 1 1,1 1 0,-1-1-1,0 1 1,0-1-1,0 1 1,-1 0 0,0 0-1,0 1 1,0 0 0,0 0-1,0 0 1,-9-3 0,4 2 165,0 0 0,0 1 0,0 1 0,0 0 1,-1 0-1,-20 0 0,27 2-49,-1 0 1,1 1-1,-1-1 1,1 1-1,-1 0 1,1 0-1,0 1 0,0-1 1,-1 1-1,1 0 1,0 0-1,1 1 0,-1-1 1,-6 6-1,4-3 105,1 0 0,1 1 0,-1-1 0,1 1 0,0 0 0,0 1 0,0-1 0,-4 12 0,4-6-21,0 1-1,1-1 1,0 1 0,0 0 0,2 0-1,0 0 1,0 0 0,1 0 0,0 0-1,3 14 1,-2-23-208,0 0-1,0 0 1,0 0 0,1-1-1,-1 1 1,1-1-1,0 1 1,0-1-1,0 1 1,0-1-1,1 0 1,-1 0 0,1 0-1,0-1 1,0 1-1,3 2 1,0-1-113,0-1 1,1 1-1,-1-1 1,0-1-1,1 1 1,-1-1-1,1 0 0,11 1 1,-3-1-811,0-1 1,0-1-1,0 0 1,0-1-1,0-1 1,0 0-1,-1-1 1,16-5-1,22-15-6585,-5-6-2450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28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10 205 8980,'0'0'8559,"-1"18"-4742,-4 151 2037,2-222-4786,3 35-1101,0 0 0,1 1 0,5-26 0,-1 26-74,2 1-1,0 0 0,1 0 1,0 1-1,1 0 1,1 0-1,0 1 0,1 0 1,1 1-1,0 1 1,0-1-1,2 2 0,-1 0 1,24-14-1,-31 22-295,1 0 0,0 0 0,0 1 0,-1 0 0,2 0 0,-1 1 0,11-2-1,29 2-6552,-39 1 5340,22 0-7564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29.4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347 1 8756,'0'0'14276,"-23"3"-12473,-75 13-215,87-13-1349,0 0 0,1 1 1,-1 0-1,1 0 0,0 1 0,1 1 1,-1 0-1,1 0 0,0 1 1,-11 10-1,5-5 53,8-6-229,-1 0 0,1 1-1,0 0 1,0 0 0,1 0 0,0 1 0,1 0 0,-1 0 0,2 1 0,-1 0 0,1-1 0,0 1 0,1 1-1,0-1 1,0 0 0,1 1 0,1-1 0,-2 15 0,4-23-70,-1 1-1,0-1 1,0 0 0,1 1 0,-1-1-1,1 0 1,-1 0 0,1 0 0,-1 0-1,1 1 1,0-1 0,0 0 0,0 0-1,-1 0 1,1 0 0,0 0 0,0-1-1,0 1 1,0 0 0,1 0-1,-1-1 1,0 1 0,0 0 0,0-1-1,0 1 1,1-1 0,-1 0 0,0 1-1,1-1 1,-1 0 0,0 0 0,0 0-1,3 0 1,7 1-113,0-1 0,0 0 1,12-2-1,-13 1 27,4-1-187,0-1 1,0 0-1,0-1 0,-1 0 1,1-1-1,-1-1 0,0 0 1,16-11-1,-13 7-120,-1 0-1,0-1 1,-1-1-1,-1 0 1,0-1 0,12-15-1,-23 25 389,0 1-1,0 0 0,0-1 1,-1 0-1,1 1 0,-1-1 1,0 0-1,0 0 0,0 0 1,1-4-1,-1-10 3647,-7 19-2391,3 1-1209,1 0-1,0 0 0,0 0 0,0 0 0,1 1 1,-1-1-1,1 1 0,0-1 0,0 1 1,0-1-1,0 1 0,0 6 0,0 51-10,1-41-155,0-12-117,0-2-132,0 1 0,0-1 1,0 0-1,1 0 1,0 0-1,2 8 0,11 4-3509,-12-16 3092,0-1 0,0 1-1,0-1 1,1 0 0,-1 0 0,1 0 0,-1 0 0,6 1-1,18-1-9811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29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13 164 12182,'0'0'5965,"-3"21"-2419,1-1-2745,-2 8 368,1 1 0,3 54 0,3-58-612,-3-25-552,0 0 0,0 0 1,1 0-1,-1 0 1,0 0-1,0-1 1,0 1-1,0 0 0,0 0 1,0 0-1,0 0 1,0 0-1,0 0 1,0 0-1,1 0 0,-1 0 1,0 0-1,0 0 1,0 0-1,0 0 1,0 0-1,0 0 0,0 0 1,0 0-1,0 0 1,0 0-1,1 0 1,-1 0-1,0 0 0,0 0 1,0 0-1,0 0 1,0 0-1,0 1 1,0-1-1,0 0 0,0 0 1,0 0-1,0 0 1,1 0-1,-1 0 1,0 0-1,0 0 0,0 0 1,0 0-1,0 0 1,0 0-1,0 1 1,0-1-1,0 0 0,0 0 1,0 0-1,0 0 1,0 0-1,0 0 1,0 0-1,0 0 0,0 0 1,0 1-1,0-1 1,0 0-1,7-34 74,-5 19-226,3-10 6,1 1 0,1 0 0,1 1 0,1 0 0,22-41 0,-25 53 108,1 1-1,0 0 1,0 0-1,1 0 0,0 1 1,0 0-1,1 0 1,0 1-1,1 1 1,0-1-1,0 2 0,1-1 1,20-8-1,-23 12-103,1 1 0,0 0 0,-1 1 0,1 0 0,10 0-1,24 1-4002,-17 0-2086,2 0-5086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30.0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438 1 9588,'0'0'10789,"-21"4"-8348,2 0-1960,-16 2 395,0 2 0,-36 14 0,41-11-36,-75 29 1748,91-34-2271,1 1 1,0 0-1,0 1 1,1 1-1,-14 11 1,23-17-287,1-1-1,-1 0 1,1 1 0,0-1 0,0 1 0,0-1 0,0 1 0,0 0-1,0 0 1,1 0 0,0 0 0,-1 0 0,1 0 0,0 1 0,1-1-1,-1 0 1,0 1 0,1-1 0,0 0 0,0 1 0,0-1 0,0 0-1,0 1 1,1-1 0,0 0 0,1 6 0,0-4-33,1 0 0,-1-1 0,1 1 0,0-1 0,0 1 0,1-1-1,-1 0 1,1-1 0,0 1 0,0-1 0,0 1 0,1-1 0,-1 0 0,1-1 0,9 5 0,-3-2-157,1-1 0,1-1 0,-1 0 0,1 0 0,-1-1 0,25 1 0,-29-3-221,0 0 0,1-1 0,-1 0 0,0 0 0,0-1 0,0 0 0,0 0 1,0-1-1,0 1 0,-1-2 0,13-7 0,24-25-4636,0-7-3902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30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491 0 3025,'0'0'20810,"-17"29"-18108,-37 57-1265,-106 173 2233,106-162-3397,5 3-1,3 1 1,-49 167 0,90-252-339,3-10-50,0-1-1,0 0 0,1 1 0,0-1 1,0 1-1,0-1 0,0 1 0,1-1 1,0 1-1,1 5 0,0-10 48,1-1 0,-1 1 0,1-1 0,-1 0 0,0 1 1,1-1-1,-1 0 0,1 0 0,-1 0 0,1 0 0,-1 0 0,1-1 0,-1 1 0,1 0 0,-1-1 0,1 1 0,1-2 0,4-1-64,-1 0-1,1-1 1,0 1-1,-1-2 1,0 1-1,0-1 1,0 0-1,-1 0 1,9-11-1,45-65-828,-17 21 440,-34 50 435,-7 6 89,1 1 0,0 0 1,1-1-1,-1 1 0,1 1 0,-1-1 0,1 0 0,0 0 0,0 1 0,0 0 0,4-3 0,-6 13 1220,-2 7-773,-1 0-1,-1 0 1,-5 21-1,3-20-302,2 0 0,0 0-1,-2 26 1,5-26-157,1 24-449,0-39 318,-1 1 1,0-1 0,1 0 0,-1 0 0,1 0 0,-1 0 0,1 0-1,0 0 1,-1 0 0,1 0 0,0 0 0,0 0 0,0 0 0,0 0 0,0 0-1,0 0 1,0-1 0,0 1 0,0 0 0,0-1 0,0 1 0,0-1-1,0 1 1,0-1 0,1 0 0,-1 1 0,3-1 0,5 1-1836,1 0 0,-1-1 0,1 0 0,-1-1 0,14-2 0,22-13-9927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30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 3986,'0'0'23515,"-23"106"-21194,18-78-1425,3-5-384,2-3-512,0-9-112,0-3-1088,-4-18-15480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30.9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15767,'0'0'11381,"31"32"-13205,-31-9-2098,-4 0-4994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31.2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 1 4930,'0'0'9893,"-144"52"-5315,102-25-128,6 4-1745,9-1-528,6-3-880,13-2-657,8 0-416,0-6-208,0-2-16,19-7-176,10-8-704,9-2-817,16 0-1248,7 0-2146,8-19-3569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31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295 662 9652,'0'0'19652,"-5"0"-18134,-16 4-1341,0 0 0,1 2 0,-1 0-1,1 1 1,1 1 0,-1 1 0,2 1 0,-1 1-1,1 0 1,-27 23 0,41-31-177,0 0 0,0 1 0,1-1 0,-1 1 0,1 0 0,0 0 0,0 0 0,0 0 0,1 0 0,0 0 0,-1 1 0,2 0 0,-1-1 0,0 1 0,1 0 0,0 0 0,0 0 0,0 8 0,1-12-17,0 0-1,0 0 1,1 0-1,-1 0 1,1 0 0,-1 0-1,1 0 1,-1 0-1,1 0 1,-1 0-1,1 0 1,0-1 0,-1 1-1,1 0 1,0 0-1,0-1 1,0 1-1,0 0 1,0-1 0,0 1-1,0-1 1,0 1-1,0-1 1,0 1 0,0-1-1,0 0 1,0 0-1,0 1 1,0-1-1,0 0 1,0 0 0,0 0-1,2-1 1,45-1-1559,-43 2 1319,8-2-426,-2-1 0,1 0 0,0-1 0,-1 0 0,1-1 0,-1 0 0,20-12 0,-12 4 283,1-1 0,-2-1 0,20-21 4373,-52 40-3456,11-1-453,-1 0 1,1 0-1,0 1 1,0-1-1,0 1 1,0 0 0,1 0-1,0 0 1,-1 0-1,2 0 1,-1 1-1,-1 5 1,-15 57-8,18-66-61,-7 48-222,7-47 147,0-1-1,-1 1 1,1 0 0,0-1-1,0 1 1,0 0 0,0-1 0,1 1-1,-1 0 1,0-1 0,1 1-1,-1-1 1,1 1 0,-1-1-1,1 1 1,0-1 0,0 1 0,0-1-1,0 1 1,0-1 0,0 0-1,0 1 1,0-1 0,0 0 0,2 1-1,4 0-185,0-1 0,0 0 0,0 0 0,1-1 0,-1 0 0,0 0 0,0 0 0,0-1 0,0 0 0,0-1 0,0 1 0,0-2 1,0 1-1,9-5 0,12-7-776,-2 0 0,27-20 0,-42 27 631,52-36-1702,101-91-1,-113 85 1748,-2-2 0,-2-2 0,-3-3-1,40-65 1,53-103 280,-66 106 3793,-62 105-2564,-7 11-535,-1-1-1,1 1 1,-1-1 0,1 0-1,-1 1 1,0-1-1,0 0 1,1-5 0,-7 8 2560,-11 11-2556,1 0 0,-1 1 0,2 1-1,0 0 1,0 1 0,1 0 0,-11 17 0,6-10-121,-28 36-224,3 1 0,-61 108 0,82-123-278,1 1 0,2 0 0,2 2 0,2 0 0,-9 50 0,20-70 10,1 1 0,0 47 0,3-71-48,0 0 0,0 0 0,1 1 0,-1-1 0,1 0 0,-1 0 0,1 0 0,0 0 0,0 0 0,1 0 0,-1 0 0,0-1 0,1 1 0,0 0 0,0-1 0,0 1 0,0-1 0,0 0 0,0 1 0,0-1 0,1 0 0,-1 0 0,1-1 0,0 1 0,-1 0 0,6 1 0,0 0-842,0-1-1,1 0 1,-1 0 0,1-1 0,-1 0-1,1-1 1,0 0 0,14-2 0,41-6-7474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46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0 4578,'0'0'9247,"7"7"-7673,-3-4-1333,-1 1 0,1 0 0,-1 0 1,0 1-1,0-1 0,0 0 0,0 1 0,-1 0 0,0 0 1,0 0-1,0 0 0,-1 0 0,0 0 0,0 0 0,0 0 0,0 0 1,-1 11-1,0 40 1331,-3 0 0,-17 89 1,12-105-1394,-55 243-153,63-281-236,-10 26-192,1-19-1995,8-9 2120,1 0 1,-1 0 0,1 1-1,-1-1 1,1 0 0,-1 0-1,1 0 1,-1 0 0,1-1-1,-1 1 1,1 0 0,-1 0-1,1 0 1,-1 0-1,1 0 1,-1-1 0,1 1-1,-1 0 1,1 0 0,-1-1-1,1 1 1,0 0 0,-2-2-1,-8-11-7620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47.3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145 3 4066,'0'0'4522,"25"0"-2052,12-1-1465,7 0 505,62 5 1,-80-1-1260,0 2 0,-1 0 0,1 2 0,-1 1 0,-1 0 0,1 2 0,-2 1 0,1 1 0,-1 1 0,-1 1 0,22 19 0,-30-23-233,0 2 0,-2 0 1,1 1-1,-2 0 0,1 1 0,-2 0 0,0 0 0,-1 1 0,0 1 0,-1 0 0,-1 0 0,-1 0 0,0 1 0,-1 0 1,-1 0-1,0 0 0,1 23 0,-3-8-3,-1 0 0,-2 1-1,-5 31 1,4-51-5,0-1-1,-2 0 0,1 1 0,-1-2 0,-1 1 0,0 0 0,-1-1 0,0 0 1,-1 0-1,-13 16 0,6-12 141,0 0-1,-1-1 1,0-1 0,-1-1-1,-1 0 1,0-1 0,-22 11-1,12-10 153,0 0-1,-1-2 1,-1-1-1,-35 6 1,-20-3 588,1-4 0,-123-4-1,179-4-754,24 0-136,0 0-1,0 0 1,1 0-1,-1 0 1,0 0-1,0-1 1,1 1-1,-1-1 1,-3-1-1,5 1-69,0 0-1,1 1 1,-1-1-1,0 0 1,1 0-1,-1 0 1,1 0-1,-1 0 1,1 0-1,-1 0 1,1 0-1,0 0 0,0 0 1,-1 0-1,1-1 1,0 1-1,0 0 1,0 0-1,0 0 1,0 0-1,0 0 1,0 0-1,1-2 1,-1 1-156,1 1 0,-1-1 0,1 0-1,-1 1 1,1-1 0,0 0 0,-1 1 0,1-1 0,0 1 0,0-1 0,0 1 0,1 0 0,-1-1 0,0 1 0,0 0 0,1 0 0,-1 0 0,0-1 0,3 0 0,35-17-4016,-26 14 2270,37-18-4652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47.9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95 3025,'0'0'12302,"4"4"-10547,6 6-731,2-1 0,-1 0 0,1 0 0,0-2 0,25 13 0,-19-13-874,-1 0 0,1-1 0,1 0 1,-1-2-1,1 0 0,0-1 0,31 1 0,-48-4-145,1 0-1,0-1 1,-1 1 0,1 0-1,0-1 1,-1 0 0,1 0-1,-1 0 1,1 0-1,-1 0 1,1 0 0,-1 0-1,0-1 1,1 0-1,-1 1 1,0-1 0,0 0-1,0 0 1,0 0 0,-1 0-1,1 0 1,-1 0-1,1-1 1,-1 1 0,0 0-1,1-1 1,0-4-1,0 0-42,0 0 0,0-1-1,-1 1 1,0-1 0,0 0-1,-1 1 1,0-1-1,-2-15 1,1 20 30,0-1 1,0 0-1,-1 1 1,0-1-1,0 1 0,0-1 1,0 1-1,0 0 0,-1 0 1,1 0-1,-1 0 0,0 0 1,0 1-1,0-1 1,0 1-1,0 0 0,-1 0 1,1 0-1,-1 0 0,1 1 1,-1-1-1,-7-1 0,2 0 4,1 1 0,-1 0 0,0 0 0,0 1 0,0 0 0,0 0 0,0 1 0,0 1 0,-12 1 0,16 0 34,0 0 0,0 0 0,0 0 1,1 1-1,-1 0 0,1 0 0,-1 0 0,1 1 0,0-1 0,0 1 1,0 0-1,1 0 0,-5 7 0,-7 10 396,-16 32 0,28-48-345,-1 2 101,1 1 1,-1-1-1,1 1 0,-2 9 0,4-15-135,1 0 0,-1 1-1,1-1 1,0 0 0,-1 1-1,1-1 1,0 1 0,0-1-1,1 1 1,-1-1 0,0 0 0,1 1-1,-1-1 1,1 0 0,0 1-1,0-1 1,0 0 0,2 3-1,6 3 14,0-1-1,0 0 1,1-1-1,0 0 0,0-1 1,1 0-1,0 0 1,16 4-1,-24-8-55,33 12-498,52 11 0,-72-21-600,0-1 0,0 0 0,0-1 0,-1 0 0,1-2 0,19-2 0,-29 2 217,0 0 0,-1-1 0,1 1 0,-1-1 0,7-4 1,30-21-6757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48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328 1 6307,'0'0'13441,"-3"0"-11398,-5 0-1439,0 1 0,0 0-1,1 1 1,-1 0 0,1 0 0,-15 7-1,-47 26 1279,50-24-1221,16-10-573,-19 11 382,0 0-1,1 2 1,-32 26 0,48-36-428,0 1 1,0 1 0,1-1-1,0 1 1,-1-1 0,2 1-1,-6 12 1,7-14-38,1-1-1,0 1 1,0 0-1,0 0 1,0 0 0,1 0-1,-1 1 1,1-1-1,0 0 1,0 0 0,1 0-1,0 0 1,-1 0-1,3 6 1,-1-6-42,0 0-1,0-1 1,0 1 0,1-1 0,0 1 0,-1-1-1,1 0 1,1 0 0,-1 0 0,0 0-1,0-1 1,1 1 0,0-1 0,-1 0 0,1 0-1,0 0 1,0-1 0,0 1 0,0-1 0,7 1-1,9 3-559,1-1-1,-1-2 0,22 1 1,16 0-3538,1-3 1,78-9 0,-51-11-4137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48.5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287 6 7059,'0'0'4517,"-18"-1"112,4 0-3638,6 0-575,0 0-1,0 0 1,0 1-1,0 0 1,0 1-1,0-1 1,0 2-1,0-1 1,0 1-1,0 0 1,1 1-1,-1 0 1,-9 4-1,4 2 257,0 0-1,0 1 0,1 0 1,0 1-1,1 0 0,-15 19 1,22-25-600,1-1-1,-1 1 1,1 0 0,0 0-1,0 0 1,1 1 0,0-1 0,-1 1-1,2-1 1,-1 1 0,1-1-1,0 1 1,0 0 0,0 0-1,1 0 1,0 0 0,0 0 0,1-1-1,-1 1 1,4 11 0,-2-14-65,0 0 0,0 0 0,0 0 0,0 0 0,1 0 0,-1-1 0,1 1 0,0-1 0,0 0 0,0 0 0,0 0 0,0 0 0,0 0 0,1 0 0,-1-1 0,1 0 0,-1 0 0,1 0 0,-1 0 0,1 0 0,0-1 0,6 1 0,7 0 10,1 0 0,-1-1 0,26-3 0,-37 2-27,0 0-1,-1 0 1,1-1 0,-1 1-1,1-1 1,-1 0-1,0-1 1,1 1 0,-1-1-1,-1 0 1,1 0-1,0-1 1,-1 1 0,1-1-1,-1 0 1,0-1-1,4-5 1,-4 4 20,0 0 0,-1-1 0,1 0 0,-1 1 0,-1-1 0,0 0 0,0 0-1,0 0 1,-1-1 0,1 1 0,-2 0 0,1-1 0,-2-7 0,1 11 3,0 1 0,-1-1 0,0 0 0,0 1 0,0-1 0,0 1 0,-1-1 0,1 1 0,-1 0 0,0 0 0,0 0 0,0 0 0,0 0 0,-1 0 0,1 0 0,-1 1 0,0-1 0,1 1 0,-1 0 0,0-1 0,-1 1 0,1 1 0,0-1 0,0 0 0,-1 1 0,1 0 0,-1 0 0,-4-1 0,-8-2-195,-1 0 0,0 2 0,1 0 0,-31 0 0,44 2-71,-1 0 0,0 0 0,1 1 0,-1-1 1,0 1-1,1 0 0,-1 0 0,-5 2 1,7-2-73,1 0 0,0 0 0,0 0 1,-1 0-1,1 0 0,0 0 1,0 0-1,0 0 0,0 0 1,0 1-1,0-1 0,1 0 0,-1 1 1,0-1-1,1 0 0,-1 1 1,1-1-1,-1 1 0,1-1 1,0 1-1,-1-1 0,1 3 0,-1 15-8233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49.2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 10629,'0'0'13283,"18"5"-11818,57 20-243,-70-24-1100,0 1 0,-1 0-1,1 1 1,-1-1 0,0 1 0,1 0 0,-1-1 0,0 2-1,-1-1 1,1 0 0,-1 1 0,1 0 0,-1 0 0,0 0-1,-1 0 1,4 6 0,-3-3-42,-1 0 1,0 0-1,0 1 0,-1-1 0,0 1 0,0-1 1,0 1-1,-2 8 0,1-13-44,0 0-1,-1 0 1,0 0 0,0 1-1,0-1 1,0 0 0,0 0-1,0 0 1,-3 3-1,3-5-34,1 0 0,-1 1 0,0-1 0,0 0 0,0 1-1,0-1 1,0 0 0,0 0 0,-1 0 0,1 0-1,0 0 1,0 0 0,-1 0 0,1 0 0,-1-1 0,1 1-1,-1 0 1,1-1 0,-1 1 0,-2 0 0,11-16-1015,14-8 85,1 1 0,1 1 0,28-21 0,-10 9 171,-40 32 757,46-35-601,-43 34 689,0-1-1,0 1 1,0 0-1,0 0 1,0 1 0,1-1-1,-1 1 1,1 0-1,-1 0 1,8-1 752,-12 6-275,0 5 150,0-1 0,1 1 1,0-1-1,2 10 0,-3-17-702,1 1 0,-1 0 1,1-1-1,-1 1 0,1-1 0,-1 1 1,1-1-1,0 1 0,0-1 0,0 1 1,0-1-1,0 0 0,0 0 0,0 0 0,0 1 1,1-1-1,-1 0 0,0 0 0,1 0 1,-1-1-1,1 1 0,-1 0 0,1-1 1,-1 1-1,1 0 0,-1-1 0,1 0 0,2 1 1,4 0-177,-1-1-1,1 1 1,-1-2 0,1 1 0,0-1 0,-1 0-1,1 0 1,-1-1 0,1 0 0,-1-1 0,0 1 0,12-8-1,117-75-827,-135 85 1195,-1 0 0,1 0 0,0 0 0,-1 0 1,1 0-1,0 0 0,-1 0 0,1 0 0,0 0 0,-1 0 0,1 0 0,0 0 0,-1 0 1,1 1-1,0-1 0,-1 0 0,1 1 0,-1-1 0,1 0 0,-1 1 0,1-1 1,-1 0-1,1 1 0,-1-1 0,1 1 0,-1-1 0,1 1 0,-1 0 0,18 21-987,-10-12 992,-4-6-531,0-1 0,0 1 0,0-1 0,1 0-1,-1 0 1,1-1 0,0 0 0,8 4-1,-6-4-1006,1 0 0,-1-1 0,1 1 0,-1-2-1,13 1 1,16-1-7223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49.4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 0 6035,'0'0'19080,"-69"157"-16470,50-82-561,-4 9-705,-2 4-255,0-3-817,0-5-176,6-11-96,3-13-544,-3-14-881,8-17 144,-1-6-1520,3-13-560,3-6-1714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49.7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 4626,'0'0'15733,"20"-3"-12382,64-4-950,-81 6-2271,-1 1 1,1 0-1,0 0 1,-1 0 0,1 1-1,-1-1 1,1 1-1,-1-1 1,0 1 0,1 0-1,-1 0 1,0 0-1,1 0 1,-1 0 0,0 1-1,0-1 1,0 1-1,0-1 1,0 1 0,0 0-1,-1-1 1,1 1-1,0 0 1,-1 0 0,1 0-1,-1 1 1,2 2-1,-1 1 54,-1 1 1,1-1-1,-1 0 0,0 1 0,0-1 0,-1 1 0,0 7 0,0-13-172,1 25 370,-1-14-233,1 0 1,-2 1-1,1-1 1,-2 0-1,-4 21 1,5-30-161,0 0 1,-1 0 0,1 0-1,-1 0 1,1-1-1,-1 1 1,0 0 0,0-1-1,0 1 1,0-1-1,-1 0 1,1 0-1,-1 1 1,1-2 0,-1 1-1,0 0 1,0 0-1,0-1 1,0 0-1,0 1 1,0-1 0,0 0-1,0-1 1,0 1-1,0-1 1,-6 1-1,6 0-278,-1-1 0,0 1 0,0-1-1,0 0 1,0 0 0,1-1 0,-1 1 0,-6-2-1,9 1 16,0 1 0,0-1 0,0 0 0,0 0 0,0 1-1,0-1 1,0 0 0,1 0 0,-1 0 0,0 0 0,1 0-1,-1 0 1,1 0 0,-1 0 0,1 0 0,-1 0 0,1 0 0,0 0-1,0-1 1,-1 1 0,1 0 0,0 0 0,0 0 0,0 0 0,0-1-1,0 1 1,1 0 0,-1 0 0,0 0 0,0 0 0,2-2 0,7-16-7255,16-4-3559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0.0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165 1 4994,'0'0'21306,"-20"19"-20159,-61 63-418,75-76-702,0 1 0,0-1 0,1 1 0,0 0 0,0 1 0,0-1 0,1 1 0,1 0 0,-1 0 0,1 0 0,0 0 1,1 1-1,0-1 0,0 1 0,1-1 0,0 1 0,1 0 0,0-1 0,1 12 0,-1-18-27,0 0-24,0-1 0,0 1-1,0-1 1,0 1 0,1-1 0,-1 1-1,0-1 1,1 0 0,-1 1 0,1-1-1,0 1 1,-1-1 0,1 0-1,0 0 1,0 1 0,0-1 0,0 0-1,0 0 1,0 0 0,0 0 0,0 0-1,0 0 1,2 1 0,1-1-45,-1 1 0,1-1 0,-1 0 0,1 0 0,-1 0 0,1 0 1,-1-1-1,1 0 0,6 1 0,-2-2-47,0 1 0,1-1 1,-1 0-1,0-1 0,1 0 0,-1 0 1,0-1-1,11-5 0,-9 2 97,-1 0-1,0-1 1,-1 0 0,1 0-1,-1-1 1,-1 0-1,1 0 1,-1-1 0,-1 1-1,1-2 1,-2 1 0,1-1-1,-1 0 1,-1 0 0,0 0-1,0-1 1,-1 1-1,0-1 1,-1 0 0,-1 0-1,1 0 1,-1-15 0,-1 23 68,0 1 1,0-1 0,0 1-1,-1-1 1,1 1 0,-1-1 0,1 1-1,-1 0 1,0-1 0,0 1 0,0 0-1,0 0 1,0-1 0,0 1 0,-1 0-1,1 0 1,-1 0 0,1 0 0,-1 1-1,0-1 1,0 0 0,0 1-1,0-1 1,0 1 0,0 0 0,0 0-1,0 0 1,-1 0 0,-1-1 0,-5 0 1,0 0 1,0 0 0,0 1 0,0 0-1,0 1 1,-15 1 0,22-1-134,1 0 0,0 0 0,-1 0 1,1 1-1,0-1 0,0 0 0,-1 1 0,1-1 1,0 1-1,0-1 0,0 1 0,-1-1 1,1 1-1,0 0 0,0 0 0,0 0 0,0-1 1,0 1-1,0 0 0,1 0 0,-1 0 1,0 0-1,0 1 0,1-1 0,-2 1 0,1 1-846,0 0-1,1 0 0,-1 1 0,1-1 0,-1 0 0,1 0 0,0 0 0,0 0 0,0 4 0,2 2-8169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0.4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349 3 10853,'0'0'19686,"-20"0"-18312,-1-1-1109,3 0-167,0 1 0,-1 1 0,1 0 1,0 1-1,-20 5 0,29-5-99,-6 1 2,0 1-1,0 1 1,-28 12-1,39-15 0,1-1-1,0 1 1,0 0-1,0 0 1,1 0-1,-1 0 1,0 0-1,1 1 1,0-1-1,-1 1 1,1 0-1,0-1 1,0 1-1,1 0 1,-1 0 0,0 0-1,1 1 1,0-1-1,0 0 1,0 0-1,0 1 1,0-1-1,1 1 1,-1 3-1,2-5-52,-1 0 0,1-1 0,-1 1-1,1 0 1,0-1 0,0 1-1,0-1 1,0 1 0,0-1 0,0 1-1,0-1 1,0 0 0,0 1-1,1-1 1,-1 0 0,1 0 0,-1 0-1,0 0 1,4 1 0,39 20-1087,-26-14 635,-10-4 259,31 17-1373,-38-20 1571,1 0-1,-1 0 1,1 0 0,-1 0 0,1 1 0,-1-1 0,0 0 0,1 1-1,-1-1 1,0 0 0,0 1 0,0-1 0,0 1 0,0 0-1,0-1 1,-1 1 0,1 0 0,0 2 0,-1-3 104,-1 0 1,1 0-1,-1 0 1,1 0-1,-1-1 0,1 1 1,-1 0-1,1 0 1,-1-1-1,0 1 1,1 0-1,-1-1 1,0 1-1,0-1 1,1 1-1,-1-1 0,0 1 1,0-1-1,0 1 1,-2 0-1,-24 9 763,17-7-441,-14 6 328,7-4-403,1 1 1,0 1-1,1 0 1,-1 1-1,-14 11 1,30-19-366,0 0 0,0 0 0,0 0 0,0 0 0,1 0 0,-1 0 0,0 0 0,0 0 0,0-1 0,0 1 1,0 0-1,0 0 0,1 0 0,-1 0 0,0 0 0,0 0 0,0 0 0,0 0 0,0 0 0,1 0 0,-1 0 0,0 0 0,0 0 0,0 0 0,0 0 1,0 0-1,0 0 0,1 0 0,-1 1 0,0-1 0,0 0 0,0 0 0,0 0 0,0 0 0,0 0 0,1 0 0,-1 0 0,0 0 0,0 0 1,0 0-1,0 1 0,0-1 0,0 0 0,0 0 0,0 0 0,0 0 0,0 0 0,0 0 0,0 1 0,0-1 0,1 0 0,-1 0 0,0 0 1,0 0-1,0 0 0,0 1 0,0-1 0,0 0 0,-1 0 0,1 0 0,0 0 0,0 0 0,0 1 0,0-1 0,0 0 0,0 0 0,0 0 1,0 0-1,15-1-1692,-4-2-270,0 0 0,0-1 0,0-1 0,13-7 0,-16 7 387,41-19-9456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0.6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1 7443,'0'0'24027,"-48"127"-22730,42-87-1297,-5-4 0,7-11 0,-2-2 0,0-13 0,-1-4 0,5-4 0,-4-2-784,2 0-2370,4-10-2144,0-15-5123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0.8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14311,'0'0'15014,"8"0"-15590,3 16-1617,3-3-2065,7-9-4546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1.1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393 0 14967,'0'0'4647,"-18"20"-229,8-9-3639,-115 134 6571,91-99-7274,2 3 0,2 0 0,3 2-1,1 1 1,3 1 0,2 1-1,-15 61 1,33-103-76,0 1 0,1-1 0,1 1 0,-1 25 0,2-37 0,1 0 1,-1 0-1,0 0 1,0 0-1,1 0 1,-1 0-1,0 0 1,1 0-1,-1 0 0,1 0 1,-1 0-1,1 0 1,-1 0-1,1-1 1,0 1-1,-1 0 0,1-1 1,0 1-1,0 0 1,-1-1-1,1 1 1,0-1-1,0 1 1,0-1-1,0 1 0,0-1 1,0 0-1,0 1 1,0-1-1,0 0 1,0 0-1,1 0 0,40 2-171,-30-2-59,-2 0-474,1-1 0,0 0 0,-1 0 0,1-1 0,14-5 0,-18 5-315,1-2 0,0 1-1,-1-1 1,0 0-1,0 0 1,0-1 0,9-8-1,22-26-7824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1.3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13382,'0'0'9300,"124"13"-6610,-55-11-1714,4-2-832,-2 0-112,-2 0-32,-4 0-1312,-5 0-2834,-5 0-4034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1.5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 0 7075,'0'0'14935,"-52"130"-10837,37-101-1185,1-4-1184,3-4-1025,3-8-560,2-5-144,-1 0-448,-1-3-1313,-7-3-1488,-3-2-2097,1 0-5283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1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0 15303,'0'0'10565,"-21"55"-14343,10-30-1200,3 0-4755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2.4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188 97 15079,'0'0'12045,"-20"16"-9782,-62 53-1417,74-62-767,1 0 0,0 1 0,1 0 0,0 0 0,0 0 0,0 1 1,1 0-1,1 0 0,0 0 0,0 1 0,0-1 0,1 1 0,1 0 1,0 0-1,-1 12 0,1-12-68,-1 8 37,1 1-1,0-1 0,3 37 1,-1-54-44,1 0-1,0 0 1,-1 0 0,1 0 0,0 0-1,0-1 1,0 1 0,0 0 0,0 0-1,0-1 1,0 1 0,0 0-1,0-1 1,1 1 0,-1-1 0,0 1-1,0-1 1,0 0 0,1 0 0,-1 1-1,0-1 1,0 0 0,1 0 0,-1 0-1,0 0 1,0-1 0,1 1 0,0 0-1,4-1 15,0 1 0,-1 0 0,1-1 0,0 0 0,8-3 0,-8 0-38,0 0 0,0 0 0,0-1 0,0 0 0,-1 0 0,1 0 0,-1 0 0,-1-1 0,1 0 0,5-10 0,-2 4-68,-2 0 0,1-1 1,-2 1-1,8-26 0,-8 13 62,-2 0 0,0-1 0,-2 1-1,-3-39 1,1 55 18,0 0 0,-1 1 0,1-1 0,-2 1 0,1 0 0,-1 0 0,0 0 0,-1 0 0,0 0 0,-7-10 0,9 15-5,0 0-1,0 0 0,0 0 1,-1 0-1,1 0 0,-1 1 1,0-1-1,0 1 0,0 0 1,0 0-1,0 0 1,0 0-1,0 1 0,-1-1 1,1 1-1,-1 0 0,1 0 1,-1 0-1,1 0 1,-1 1-1,0-1 0,1 1 1,-1 0-1,0 0 0,1 0 1,-8 2-1,10 21-346,2-18 356,0 0 1,0 0 0,0 0-1,1 0 1,-1 0 0,1 0-1,1 0 1,-1 0-1,1-1 1,0 1 0,0-1-1,0 0 1,0 0-1,1 0 1,0 0 0,-1-1-1,2 1 1,-1-1 0,0 0-1,8 4 1,11 6-156,0-1 1,43 16-1,-29-16-389,0-2 0,1-2 0,0-1 0,70 3 0,-77-8 468,-30-1 171,-1-1 1,1 0-1,0 1 1,-1-1-1,1 1 0,-1-1 1,1 1-1,-1-1 1,1 1-1,-1 0 0,1-1 1,-1 1-1,0-1 1,1 1-1,-1 0 0,0-1 1,1 1-1,-1 0 1,0 0-1,0-1 0,0 1 1,0 0-1,1 0 0,-1-1 1,0 1-1,0 0 1,-1 1-1,1 27 1037,-1-21-752,2-2-259,-1-1-1,-1 0 0,1 1 1,-1-1-1,0 0 0,0 1 1,-1-1-1,0 0 0,1 0 1,-2 0-1,1 0 1,-5 7-1,7-11-476,6-3-387,0 1 572,0-1 0,-1 0-1,1 0 1,0-1 0,-1 1-1,1-1 1,-1-1-1,0 1 1,0-1 0,0 0-1,4-4 1,6-4-272,31-23-696,-13 9 1310,1 1 1,54-29 0,-86 58 4059,-1 16-3980,-10 40-168,5-39-81,1 0-1,0 21 1,3-42-81,0 1-1,0 0 1,0 0 0,1 0-1,-1-1 1,0 1-1,0 0 1,0 0 0,1-1-1,-1 1 1,0 0 0,0 0-1,1-1 1,-1 1 0,1 0-1,-1-1 1,1 1 0,-1-1-1,1 1 1,-1 0-1,1-1 1,0 1 0,-1-1-1,1 0 1,0 1 0,-1-1-1,1 1 1,0-1 0,-1 0-1,1 0 1,0 1 0,0-1-1,1 0 1,31-1-6143,-29 1 5391,47-9-9855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2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204 27 992,'0'0'26220,"-19"3"-24101,-60 14-548,73-15-1486,0 1 0,0 0-1,0 0 1,0 1 0,1 0 0,0 0 0,0 0-1,0 0 1,0 1 0,1 0 0,-1 0-1,1 0 1,0 1 0,1-1 0,-1 1-1,1 0 1,0 0 0,1 0 0,0 0-1,0 0 1,-2 9 0,1-3-85,0 1 0,1-1 0,1 1 0,0 0 0,0 0 0,1-1 0,1 1 0,4 23 0,-4-34-1,1 1 1,-1-1-1,1 0 1,0 0-1,0 0 1,0 0-1,0 0 1,0 0-1,0-1 1,0 1-1,0-1 0,1 0 1,-1 1-1,1-1 1,-1 0-1,1 0 1,-1 0-1,1-1 1,0 1-1,-1-1 1,1 1-1,0-1 0,-1 0 1,6 0-1,0 0-69,-1 0-1,1 0 0,0-1 1,0 0-1,-1 0 0,1-1 1,12-4-1,-15 3 15,1 0-1,-1 0 1,0-1-1,-1 0 1,1 0-1,0 0 1,-1 0-1,0-1 1,0 1-1,-1-1 1,1 0-1,-1 0 1,0-1-1,0 1 1,-1-1-1,4-7 1,-2-1 25,0 0 0,-1-1 1,-1 1-1,0 0 0,0-28 1,-2 38 46,0-1 1,0 0-1,-1 0 1,0 0-1,0 0 1,0 1-1,-1-1 1,1 0 0,-1 1-1,0 0 1,-1-1-1,1 1 1,-1 0-1,0 0 1,1 0-1,-2 0 1,1 1 0,0-1-1,-6-3 1,3 3-271,0 0 0,0 0 0,0 1 0,0 0 0,0 0 1,-1 1-1,0 0 0,1 0 0,-1 0 0,0 1 0,0 0 0,0 1 1,-8-1-1,15 1 53,-1 0 0,0 0 0,1 0 0,-1 0 0,0 0 1,0 0-1,1 1 0,-1-1 0,0 0 0,1 0 0,-1 1 0,1-1 1,-1 0-1,0 0 0,1 1 0,-1-1 0,1 1 0,-1-1 0,1 1 1,-1-1-1,1 1 0,-1 0 0,0 0-184,1-1 0,0 1 0,0 0 0,0 0 0,-1-1 0,1 1 1,0 0-1,0 0 0,0-1 0,0 1 0,0 0 0,0 0 0,1-1 0,-1 1 0,0 0 0,0 0 0,0-1 0,1 1 1,-1 0-1,0-1 0,1 1 0,0 1 0,13 11-8617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3.3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619 327 11573,'6'-19'4309,"-1"4"-3904,3-6 1655,-2-1-1,0 0 1,4-41 0,-9 57-1743,0 0 0,-1 0 0,0 0 0,0 0 0,-1 1 0,1-1 0,-1 0 0,-1 0 0,1 0 0,-1 1 0,0-1 0,0 1 0,0-1 0,-1 1 0,0 0 0,0 0 0,0 0 0,-1 1 0,0-1 0,0 1 0,0-1 0,-6-3 0,3 3-216,-1 0 0,0 1 0,0 0-1,-1 1 1,1 0 0,-1 0 0,0 1 0,1 0-1,-13-1 1,-11 0-162,-42 2-1,39 2 127,22-1-65,0 1 1,1 0-1,-1 0 0,0 2 1,0 0-1,1 0 0,-1 1 1,1 0-1,0 1 0,1 1 1,-12 7-1,14-8-15,1 1 0,0 1 1,0 0-1,1 0 0,0 0 0,0 1 0,1 0 0,0 0 0,0 1 1,1-1-1,0 1 0,1 0 0,-1 1 0,-4 18 0,2 2-43,1 0 0,1-1 0,0 40 0,6 97-266,0-72-24,1-21-48,0-38 149,-2-1 1,-1 1 0,-1-1 0,-14 66-1,-6-6 341,14-52 160,-16 43-1,0-26-827,24-69-10706,-1-2 8949,1-20-5793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3.6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5987,'0'0'16098,"0"-3"-13921,2 2 1363,36 3-3078,-1 2-1,55 12 1,-48-7-501,51 3 0,6-9-1356,-110-10 432,-3 4-760,0-1 0,-1 2 0,1 0 0,-21-1 0,19 2-1385,-20 0-8510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9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227 0 976,'0'0'14412,"2"2"-10616,2 12-2696,-4 10-449,-1 0 1,-1-1-1,0 1 1,-2-1-1,-11 36 0,9-39-526,-93 272 1855,17-102-4002,81-190 1776,1 0 0,0 1-1,-1-1 1,1 0 0,0 0 0,-1 0 0,1 0-1,0 0 1,-1 0 0,1 0 0,0 0 0,-1 1-1,1-1 1,-1-1 0,1 1 0,0 0 0,-1 0-1,1 0 1,0 0 0,-1 0 0,1 0 0,0 0-1,-1 0 1,1 0 0,0-1 0,-1 1 0,1 0-1,0 0 1,-1 0 0,1-1 0,0 1-1,0 0 1,-1-1 0,1 1 0,0 0 0,0 0-1,0-1 1,-1 1 0,1 0 0,0-1 0,0 0-1,-8-20-6820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9.3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32 9172,'0'0'9882,"24"-6"-9087,3 0-511,-4 0 33,0 1 0,0 2-1,0 0 1,37 0 0,-36 3 30,293 13 2771,-159 11-2487,-75-10-1372,150 6 0,-229-20 261,0 0-1,0 0 1,0 0-1,0-1 1,0 0-1,0 0 1,5-2 0,11-12-6023,-14 5-487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39:59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235 30 5138,'0'0'14532,"0"-5"-13078,1 5-1397,-1-1-1,0 0 1,0 0-1,0 0 0,0 0 1,0 0-1,0 0 1,0 1-1,-1-1 1,1 0-1,0 0 0,0 0 1,-1 0-1,1 1 1,0-1-1,-1 0 1,1 0-1,-1 0 0,1 1 1,-1-1-1,1 0 1,-1 1-1,0-1 1,1 1-1,-2-1 0,-1 0 53,-1 0-1,1 0 1,-1 0-1,1 1 0,-1 0 1,1 0-1,-6 0 1,0 1 14,0 0 1,-1 0-1,1 1 1,0 1-1,0-1 1,0 1-1,1 1 1,-1 0-1,1 0 1,-1 0-1,1 1 1,1 1-1,-1-1 1,-7 9-1,9-10-104,2 1 0,-1-1 1,0 1-1,1 0 0,0 1 0,0-1 0,1 1 0,-1 0 0,1-1 1,1 1-1,-1 1 0,1-1 0,0 0 0,0 1 0,1-1 0,0 1 1,0-1-1,0 1 0,1 0 0,1 12 0,1-18-34,-1 0 0,1 0 0,0-1 0,0 1 0,0 0 0,0-1 0,0 1 0,1-1 0,-1 0 0,0 0 0,0 0 0,0 0 0,0 0 0,0 0 1,4-1-1,0 1-2,3-1-7,0-1 0,-1 1-1,1-1 1,0-1 0,-1 0 0,0 0-1,1-1 1,-1 1 0,-1-2 0,1 1-1,8-8 1,14-10-229,32-31 1,-62 53 250,7-6 62,-4 4 15,-1 0-1,1 0 1,-1 0-1,0 0 1,0 0 0,0-1-1,0 1 1,0-1 0,0 1-1,0-1 1,-1 0-1,2-4 1362,-10 15-1135,2 3-365,1 0 0,0 0 0,1 0 0,0 0 0,0 0 0,1 1 0,1-1 0,-1 1 0,2-1 0,1 18 0,-1-27-62,0 0 0,0 0 0,0 0 0,0 0 0,0 0 0,1 0 0,-1 0 0,1-1 0,-1 1 0,1 0 0,0 0 0,-1 0 0,1-1 0,0 1 0,0 0 0,0-1 0,1 1 0,-1-1-1,0 1 1,1-1 0,-1 0 0,1 0 0,-1 1 0,1-1 0,-1 0 0,1 0 0,0 0 0,1 0 0,5 1-827,-1 0-1,0-1 0,0 0 1,1 0-1,-1 0 0,10-1 1,28 0-6128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0.2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321 19 9877,'0'0'10762,"-18"-3"-8377,10 2-2263,-21-5 726,-36-1 0,54 6-640,-1 1 0,1 0 1,0 1-1,-1 0 0,1 0 0,0 2 1,0-1-1,-11 5 0,14-4-146,1 1 1,0 0-1,0 0 0,0 0 1,1 0-1,-1 1 0,1 0 0,-10 12 1,14-15-130,0 0 1,0 1 0,0-1 0,1 1-1,0-1 1,-1 1 0,1 0 0,0 0 0,0-1-1,0 1 1,1 0 0,-1 0 0,1 0-1,0 0 1,-1 0 0,1 0 0,0 0 0,1 0-1,-1 0 1,0-1 0,1 1 0,0 0-1,0 0 1,0 0 0,0-1 0,0 1 0,3 5-1,4 2-332,0 0-1,0 0 1,1-1-1,1 0 0,-1-1 1,20 13-1,-15-11-691,-1 0 0,0 1 1,15 17-1,-26-26 1036,-1-1 1,1 1 0,-1-1-1,1 1 1,-1 0 0,0 0-1,0 0 1,0 0 0,0-1-1,0 1 1,0 0 0,-1 1-1,1-1 1,0 0 0,-1 0-1,0 0 1,0 0 0,1 0-1,-1 0 1,-1 1-1,1-1 1,0 0 0,0 0-1,-1 0 1,1 0 0,-1 0-1,0 0 1,1 0 0,-1 0-1,0 0 1,0 0 0,0 0-1,-1 0 1,1 0 0,0-1-1,-1 1 1,1-1 0,-3 3-1,-6 3 513,0 0 0,-1 0 0,0-1 0,0 0 0,-19 6 0,2 0-780,28-15-3883,0 1 3839,0 1-1,1-1 1,0 0 0,-1 0-1,1 1 1,0-1-1,0 1 1,0-1 0,0 1-1,0-1 1,0 1-1,0-1 1,0 1 0,1 0-1,-1-1 1,3 0 0,4-7-1214,26-27-2814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0.9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370 161 4098,'9'-19'3996,"7"-9"-2325,8-18 526,-2-3 2273,-17 32-75,-5 18-4316,0-1 0,0 0 0,0 0 0,0 0 0,0 0 0,0 0 0,0 0 0,0 0 0,0 0 0,0 0 0,0 0 0,0 0 0,-1 0 0,1 0 0,0 0 0,0 0 0,0 0 0,0 0 0,0 0 0,0 0 0,0 0 0,0 0 0,0 0 0,0 0 0,0 0 0,0 0 0,0 0 0,0 0 0,-1 0 0,1 0 0,0 0 0,0 0 0,0 0 0,0 0 0,0-1 0,0 1 0,0 0 0,0 0 0,0 0 0,0 0 0,0 0 0,0 0 0,0 0 0,0 0 0,0 0 0,0 0 0,0 0 0,0 0 0,0 0 0,0 0 0,0-1 0,0 1 0,0 0 0,0 0 0,0 0 0,0 0 0,0 0 0,0 0 0,0 0 0,0 0 0,0 0 0,0 0 0,0 0 0,-8 8 3549,-2 4-3522,7-8-880,-177 241 2103,151-198-1241,2 1 0,2 1-1,-29 82 1,-48 187 19,97-305-150,5-19-181,9-23 35,17-19-250,2 0-1,2 2 1,1 1 0,3 1-1,53-52 1,-67 76 118,44-35 1,-58 50 290,1 0 0,-1 1 0,1 0 0,0 1 0,0-1 0,1 1 0,-1 0 0,1 1 0,-1 0 0,1 0 0,16-1 0,-23 3 56,0 1-1,0-1 0,1 1 0,-1-1 0,0 1 0,0-1 0,1 1 0,-1 0 1,0 0-1,0-1 0,0 1 0,0 0 0,0 0 0,0 0 0,0 0 0,-1 0 0,1 0 1,0 1-1,0-1 0,-1 0 0,1 0 0,-1 1 0,1-1 0,-1 0 0,0 0 1,1 1-1,-1-1 0,0 0 0,0 3 0,3 44 429,-3-45-440,0 52 189,-29-54 133,-43-2-206,-92 3-46,160-2-44,1 1 1,0-1-1,-1 1 1,1 0-1,0 0 1,-1 0-1,1 1 0,0-1 1,0 1-1,0-1 1,0 1-1,0 0 1,1 0-1,-1 1 1,1-1-1,-1 0 1,1 1-1,0 0 1,0-1-1,0 1 1,0 0-1,0 0 1,0 0-1,1 0 0,0 1 1,-2 4-1,2-4-6,0 1 0,0 0 0,1 0 0,-1 0 0,1-1 0,0 1 0,0 0 0,1 0 0,-1 0-1,1 0 1,0-1 0,1 1 0,-1 0 0,1-1 0,0 1 0,0-1 0,0 0 0,5 7 0,1-1 35,0 0 1,1 0 0,0-1-1,1 0 1,0-1 0,0 0-1,0 0 1,1-1 0,1 0-1,-1-1 1,1-1 0,0 0-1,0 0 1,1-1 0,-1-1-1,14 2 1,24-1-1441,-49-30-11534,-1 10 3079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2.5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7 1857,'0'0'15180,"0"-5"-13009,-5 4 2173,-14 3-4076,0 1-1,0 1 1,0 1-1,0 1 1,-19 8-1,5-2 49,29-11-284,0 0 0,0 0 0,1 1 0,-1 0 1,1 0-1,-7 4 0,10-6-35,0 1 1,-1-1 0,1 1-1,-1-1 1,1 1-1,0-1 1,-1 1 0,1 0-1,0-1 1,0 1-1,-1-1 1,1 1 0,0 0-1,0-1 1,0 1-1,0 0 1,0-1 0,0 1-1,0 0 1,0-1-1,0 1 1,0 0 0,0-1-1,0 1 1,1 0-1,-1-1 1,0 1 0,0-1-1,1 1 1,-1 0-1,0-1 1,1 1 0,-1-1-1,1 1 1,-1-1-1,0 1 1,1-1 0,-1 0-1,1 1 1,0-1-1,-1 1 1,1-1 0,-1 0-1,1 1 1,-1-1-1,2 0 1,22 16-116,38 19 0,-48-29-40,0 1 0,0 1 0,-1 0 0,0 0 0,0 2 0,-1-1 0,0 2 0,-1-1 0,0 2 0,10 14 0,-20-25 159,1 1 1,-1-1 0,0 1-1,0 0 1,-1-1-1,1 1 1,0 0-1,0 0 1,-1 0 0,1 0-1,-1-1 1,0 1-1,0 0 1,1 0-1,-1 0 1,0 0 0,-1 3-1,1-4 44,-1 0 0,0 1 0,1-1 0,-1 0 0,0 0 0,0 0 0,1 0 0,-1 0-1,0 0 1,0 0 0,0-1 0,0 1 0,0 0 0,0 0 0,0-1 0,-1 1 0,1-1 0,0 1 0,-2 0 0,-7 1 248,0 0 0,0-1 0,0 0 0,0 0 1,-13-2-1,13 1-295,-4 1-20,-1-1 0,0 0 0,1-2 1,-1 0-1,1 0 0,-1-1 0,1-1 0,0 0 1,0-1-1,1-1 0,-15-8 0,14 2-3491,14 11 3246,0 0 1,0 1-1,1-1 0,-1 1 1,0-1-1,0 1 0,0-1 0,1 1 1,-1-1-1,0 1 0,1-1 0,-1 1 1,0-1-1,1 1 0,-1 0 1,1-1-1,-1 1 0,0 0 0,1-1 1,-1 1-1,1 0 0,-1-1 0,1 1 1,-1 0-1,1 0 0,0 0 1,-1 0-1,1-1 0,-1 1 0,1 0 1,-1 0-1,1 0 0,0 0 0,36-8-8590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2.8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701 1 5491,'0'0'14846,"-20"1"-14309,14 0-505,-14 0 174,0 1 0,0 2-1,0 0 1,0 1 0,1 0 0,-30 14-1,-4 7 648,1 3 0,2 2-1,-69 55 1,97-67-672,0 1 0,1 0 1,1 2-1,1 0 0,1 1 1,1 1-1,1 1 0,1 0 1,-12 29-1,19-32-205,1 1 1,1-1 0,1 1-1,1 0 1,2 1-1,0-1 1,1 0-1,1 1 1,6 41-1,-4-53-272,1 0-1,0 0 0,0 0 0,1-1 1,1 0-1,0 0 0,0 0 1,1 0-1,1-1 0,0 0 1,0 0-1,1-1 0,9 9 1,-8-9-604,0-1 0,1-1 1,-1 0-1,2 0 0,-1-1 0,1 0 1,0-1-1,12 5 0,43 7-7045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3.3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1 937 3650,'0'0'18723,"12"-27"-17560,-10 21-1099,17-38 264,2 1 0,2 1 0,31-43 1,139-167 15,110-161-1467,-298 405 739,8-9 2414,-12 18-1908,-1 1-1,1-1 1,-1 0 0,1 1 0,-1-1-1,0 0 1,0 1 0,0-1-1,1 0 1,-1 1 0,0-1 0,-1 0-1,1 1 1,0-1 0,-1 2-1,-2 32 213,-2 0-1,-1-1 1,-12 34-1,-5 33 353,-23 199 474,22-97-4086,24-203 2807,0 0 0,0 0 0,0 1 0,0-1 0,0 0-1,1 0 1,-1 0 0,0 1 0,0-1 0,0 0 0,0 0 0,0 0 0,0 1 0,0-1 0,-1 0 0,1 0 0,0 1 0,0-1 0,0 0 0,0 0 0,0 0 0,0 1 0,0-1-1,0 0 1,0 0 0,-1 0 0,1 0 0,0 1 0,0-1 0,0 0 0,0 0 0,-1 0 0,1 0 0,0 0 0,0 1 0,0-1 0,-1 0 0,1 0 0,0 0 0,0 0-1,0 0 1,-1 0 0,1 0 0,0 0 0,0 0 0,0 0 0,-1 0 0,1 0 0,0 0 0,0 0 0,-1 0 0,1 0 0,0 0 0,0 0 0,0 0 0,-1 0 0,1 0 0,0-1-1,0 1 1,0 0 0,-1 0 0,1 0 0,0 0 0,-11-15-6860,-3-11-2065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3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33 7876,'0'0'3262,"25"0"327,164 0 66,-31 2-3094,10 0-3249,-1-7-8109,-150 4 9586,0-1 0,26-6 0,-19 0 2877,-8-3 17687,-21 11-16336,-5-1-2813,-8 0-297,3 2 485,0 2 0,0-1 0,0 2 0,1 0 0,-1 0 0,-16 9 0,21-9-233,0 1 0,0 0 0,0 1 0,1 0 0,-1 0 1,1 1-1,1 1 0,0-1 0,-8 10 0,14-14-195,0 0-1,0 0 1,0 0 0,0 1-1,1-1 1,-1 0-1,1 1 1,0-1-1,0 1 1,0-1 0,1 1-1,-1 0 1,1-1-1,0 1 1,0 0-1,0-1 1,1 1 0,-1 0-1,1-1 1,0 1-1,0-1 1,0 1-1,0-1 1,0 0 0,1 1-1,0-1 1,0 0-1,0 0 1,0 0 0,0 0-1,0 0 1,1 0-1,0-1 1,-1 1-1,1-1 1,0 0 0,0 0-1,0 0 1,0 0-1,1-1 1,-1 1-1,0-1 1,1 1 0,-1-1-1,7 1 1,3 0-1224,1 0 0,0 0 0,0-1 0,0-1 0,0-1 0,18-2 0,15-7-5698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3.9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436 0 8980,'0'0'16853,"-25"22"-14393,-3 1-1838,8-7-213,1 0 0,1 1 0,1 0 0,0 2-1,2 0 1,-20 30 0,-16 41 109,-42 103-1,22-40-1205,69-149 1327,-4 6-5534,5-10 4642,1 0 0,0 0 0,-1 0 0,1 0 0,0 0 0,0 0 0,-1 0 0,1 0 0,0 0 0,-1 0 0,1 0 0,0 0 0,-1-1 0,1 1 0,0 0 0,0 0 0,-1 0 0,1 0 0,0 0 0,0-1 0,-1 1 0,1 0 0,0 0 0,0-1 0,0 1 0,-1 0 0,1 0 0,0-1 0,0 1 0,0 0 0,0 0 0,-1-1 0,1 1 0,0 0 0,0-1 0,0 1 0,0 0 0,0-1 0,0 1 0,0 0 0,0 0 0,0-1 0,-9-26-8908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4.2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8132,'0'0'3108,"22"0"392,159 0 2610,192 0-1012,-372 0-5047,-1 0 0,1 1 0,-1-1 0,1 1 0,-1-1 0,1 1 0,-1-1 0,0 1 0,1 0 0,-1-1 0,0 1 1,1 0-1,-1-1 0,0 1 0,0 0 0,1-1 0,-1 1 0,0 0 0,0-1 0,0 1 0,0 0 0,0-1 0,0 1 0,0 1 0,0 21 83,0-21 11,0 4-63,0 3 63,0 1 0,0 0 0,-1-1 0,0 1-1,-4 10 1,4-16-167,0 0 0,-1-1 1,0 0-1,0 1 0,0-1 0,0 0 0,-1 0 0,1 0 0,-1 0 0,0 0 0,0-1 1,0 1-1,0-1 0,0 0 0,0 0 0,-4 2 0,-21 7-1702,9-9-3192,14-4-1516,4-10-4048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4.4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11205,'0'0'18008,"6"9"-19800,-6 5-1362,0-3-4577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5.3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0 197 1008,'0'0'18025,"7"-6"-15768,-3 2-1960,0 0 0,1 0 1,0 0-1,0 1 1,0 0-1,0 0 0,0 0 1,1 1-1,-1-1 0,1 1 1,0 1-1,10-3 1,10 2 415,38 0 0,-52 2-632,-11 0-76,1 0 0,-1 1-1,1-1 1,-1 0 0,1 1 0,-1-1 0,1 1 0,-1-1 0,0 1-1,1 0 1,-1 0 0,0-1 0,0 1 0,1 0 0,-1 0 0,0 0-1,0 1 1,0-1 0,0 0 0,0 0 0,-1 0 0,1 1 0,0-1-1,0 0 1,-1 1 0,1-1 0,-1 1 0,1-1 0,-1 1 0,1 2-1,1 6 10,-1 0-1,0 1 0,0 15 0,-1-14 11,-1 20 93,2 30-252,-1-58 54,1 1-1,-1-1 1,1 1 0,0-1 0,1 1 0,-1-1 0,1 0 0,0 0 0,0 0 0,3 6 0,-3-9 8,-1 1 0,1-1 1,0 1-1,-1-1 0,1 0 1,0 0-1,0 0 0,0 0 1,0 0-1,0 0 0,0 0 0,0-1 1,0 1-1,0-1 0,0 1 1,1-1-1,-1 0 0,0 0 1,0 0-1,0 0 0,0 0 1,0-1-1,4 0 0,-2 0-55,1 0 0,-1 0 1,1-1-1,-1 1 0,0-1 0,0 0 0,0 0 1,0-1-1,0 1 0,3-4 0,4-4 22,-1-1-1,0 0 1,-1 0-1,0-1 1,0 0 0,-2 0-1,1-1 1,-2 0-1,0-1 1,0 1 0,-1-1-1,-1 0 1,0 0-1,-1-1 1,-1 1-1,0-1 1,0-19 0,-3-31 193,0-3 4518,19 80-4463,-3-4-134,0-1 0,1-1 0,0 0 0,0-1 0,0-1 0,0 0 0,22 1 0,119 1 22,-119-7 231,-38 31 894,2 10-943,-1 32-305,-1-67-273,0 1-1,-1-1 0,0 1 0,0-1 0,-1 0 1,1 0-1,-1 0 0,0 1 0,-5 8 1,6-13-109,0 0 1,0 0 0,0 0-1,0 0 1,0 0 0,0 0-1,0 0 1,0 0 0,0 0-1,0 0 1,0 0 0,-1-1-1,1 1 1,0-1 0,-1 1-1,1-1 1,0 1 0,-3-1-1,-3 1-7259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5.5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0 13334,'0'0'14647,"-2"0"-14647,2 11 0,6 1-1377,7 1-928,3-5-2353,7-8-4306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5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281 0 10261,'0'0'7011,"-67"113"-1232,40-48-2146,2 4-1808,6 0-64,2-6-625,5-5-944,1-7-176,1-12-16,2-12-704,-3-8-544,3-8-1089,-9-9-881,-4-2-2320,-6 0-5540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6.1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4994,'20'0'6128,"362"0"7783,-207 0-10083,-174 1-3766,1-1 0,0 0 0,-1 1 0,1-1 0,-1 1 0,1 0-1,-1-1 1,0 1 0,1 0 0,-1 0 0,0 0 0,1 0 0,-1 0 0,0 0-1,0 0 1,0 1 0,0-1 0,0 0 0,0 1 0,0-1 0,-1 0 0,1 1 0,0-1-1,-1 1 1,1-1 0,-1 1 0,1 0 0,-1-1 0,0 1 0,0-1 0,0 3-1,2 10 148,-1-1 0,-1 24-1,-1-24-85,-3 31 560,-6-25-1952,10-18 1052,0-1 0,-1 0 1,1 1-1,-1-1 0,1 0 0,-1 1 0,1-1 0,-1 0 0,1 0 0,-1 0 0,1 1 0,-1-1 0,1 0 0,-1 0 0,0 0 0,1 0 0,-1 0 0,1 0 0,-1 0 0,1 0 0,-1 0 0,1 0 0,-1 0 0,0-1 0,1 1 0,-1 0 0,1 0 1,-1-1-1,1 1 0,-1 0 0,0-1 0,-3-6-4820,2-8-3247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6.3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8244,'0'0'19401,"2"-8"-19497,2 21-305,0 10-607,0-5-1281,3 5-1649,-3-6-1408,0 2-2786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6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0 101 5138,'0'0'14100,"20"5"-11808,65 15-862,-76-18-1279,0 0-1,1 0 1,-1-1 0,1 0 0,0-1-1,-1 0 1,1 0 0,0-1-1,10-3 1,-19 3-156,1 0 0,-1 0-1,0 0 1,0 0 0,0 0-1,1-1 1,-1 1 0,0 0-1,0-1 1,-1 1 0,1-1 0,0 1-1,0-1 1,-1 1 0,1-1-1,-1 0 1,1 1 0,-1-1-1,0 0 1,0 1 0,0-1 0,0 0-1,0-3 1,0 0-77,0 0 1,0-1-1,0 1 0,-1 0 1,0 0-1,-2-9 0,1 11 87,0 0 1,0 0-1,-1 0 0,1 0 0,-1 0 1,0 1-1,0-1 0,0 1 0,0 0 0,0 0 1,0 0-1,0 0 0,-1 0 0,1 1 1,-1-1-1,1 1 0,-1 0 0,0 0 1,-5 0-1,0-1 420,-1 1 0,1 0-1,-1 1 1,1 0 0,-1 1 0,-16 2 0,24-2-353,0 0 1,0 0-1,0 0 1,0 0-1,0 1 1,0-1-1,0 1 1,1-1-1,-1 1 1,0 0-1,1-1 1,0 1-1,-1 0 1,1 0-1,0 0 1,0 0-1,0 0 1,0 1-1,0-1 1,1 0-1,-2 4 1,-7 48 7,8-40 67,-1-5-450,2 1-1,0-1 1,0 1 0,2 12-1,-2-20 29,0 0-1,1 0 1,0 0 0,-1 0-1,1 0 1,0 0-1,0 0 1,0 0 0,0 0-1,0 0 1,1 0-1,-1 0 1,0-1 0,1 1-1,0-1 1,-1 1 0,1-1-1,0 0 1,0 1-1,-1-1 1,1 0 0,0 0-1,4 1 1,29 4-6027,5-6-2769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7.0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3 12246,'0'0'15271,"-11"-2"-14471,9 2-816,0-1 0,-1 1 0,1 0-1,0 0 1,-1 0 0,1 1 0,0-1 0,0 1 0,-1-1 0,1 1-1,0-1 1,0 1 0,0 0 0,0 0 0,0 0 0,0 1 0,0-1-1,0 0 1,0 1 0,-2 2 0,2-2-121,0 1-1,1 0 1,-1 0 0,1 0 0,-1 0-1,1 0 1,0 0 0,0 0-1,0 0 1,1 1 0,-1-1 0,1 6-1,0 2-420,0 0-1,1 0 1,1 0-1,0 0 0,1 0 1,0-1-1,7 18 1,-6-18 134,-1-1 1,0 1-1,0 0 1,2 19-1,-2 19 2710,-3-47-2128,-1 0-1,1 1 1,-1-1 0,1 0 0,-1 0 0,1 0 0,-1 0 0,0 0 0,1 0-1,-1 0 1,0 0 0,0 0 0,0-1 0,0 1 0,0 0 0,0 0-1,0-1 1,0 1 0,0-1 0,0 1 0,0-1 0,0 1 0,-2-1 0,-32 11 659,30-10-771,-49 7-1127,18-7-5521,22-1-2752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07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61 96,'0'0'8951,"1"-10"-6675,1-29-11,-2 39-2152,0-1 0,0 0 1,1 1-1,-1-1 1,0 1-1,0-1 1,1 0-1,-1 1 1,1-1-1,-1 1 1,1-1-1,-1 1 0,0-1 1,1 1-1,0-1 1,-1 1-1,1 0 1,-1-1-1,1 1 1,-1 0-1,1-1 1,0 1-1,-1 0 0,1 0 1,0 0-1,-1 0 1,1-1-1,0 1 1,-1 0-1,1 0 1,0 0-1,-1 0 1,1 1-1,0-1 0,-1 0 1,1 0-1,0 0 1,-1 0-1,2 1 1,2 0 425,4-1-220,1 1 1,-1 1 0,1 0-1,-1 0 1,0 0 0,0 1 0,0 1-1,0-1 1,0 1 0,-1 0-1,0 1 1,1 0 0,-2 0 0,1 1-1,11 12 1,-3-2 4,-1 1 0,0 0 0,-1 1 0,-1 1 0,11 23 0,-8-7 8,0 1 0,-3 1 1,-1 0-1,-1 0 0,-2 1 1,3 44-1,-4 17 58,-7 119-1,-2-183-373,-2 1-1,-2-1 0,-1 0 1,-2 0-1,-1-1 0,-2 0 1,-1-1-1,-1-1 0,-2 0 1,-2 0-1,0-2 0,-2 0 1,-1-2-1,-2 0 0,-27 26 1,25-27 35,17-17 73,0 0 1,-1-1-1,0 0 1,-1-1 0,0 0-1,-13 8 1,21-15-1480,-3-20-14210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4.1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477 8 688,'0'0'16960,"3"-2"-14895,8-3 430,-13 14 831,-16 22-1840,-153 210-193,72-107-1170,-83 150 1,179-278-165,1-4-27,0 1 0,1 0 0,-1-1 0,1 1 0,-1 0 0,1 0 0,0 0-1,0 0 1,1 0 0,-1 0 0,1 1 0,-1 4 0,7-7-698,12-2 465,0 0-1,-1-1 0,1-1 0,-1-1 0,0 0 1,0-1-1,-1-1 0,24-11 0,-17 6-148,-1 0-1,0-1 1,-1-1-1,-1-1 1,0-1-1,0-1 0,-2 0 1,25-28-1,-42 42 468,1 0 0,-1 1-1,0-1 1,0 0 0,0 0 0,0 0-1,0 0 1,0 0 0,-1 0 0,2-4-1,-2-6 4381,-20 16-2417,14-1-1902,1 0 1,-1 1 0,0 0 0,1 0 0,0 0 0,0 0 0,0 1 0,1 0 0,-1 0-1,1 0 1,0 1 0,1 0 0,-1-1 0,-2 7 0,2-2-34,0 1 0,1-1 0,0 0 1,1 1-1,0 0 0,0-1 0,0 23 0,2-32-56,1 1-1,-1 0 0,0 0 1,1-1-1,-1 1 1,1 0-1,0-1 0,-1 1 1,1 0-1,0-1 0,0 1 1,0-1-1,0 1 1,0-1-1,0 0 0,1 1 1,-1-1-1,0 0 1,1 0-1,-1 0 0,1 0 1,-1 0-1,1 0 1,-1-1-1,1 1 0,0 0 1,-1-1-1,1 1 0,0-1 1,1 1-1,9 1-73,-1 0 0,0-1 1,18 0-1,-21-1 80,20 2-75,-16-1-25,0 0 0,0-1-1,1 0 1,22-4 0,-34 3 100,0 0-1,0 0 1,0 0-1,-1 0 1,1 0-1,0 0 1,0 0-1,-1 0 1,1 0-1,0 0 1,-1-1-1,1 1 0,-1 0 1,0 0-1,1-1 1,-1 1-1,0 0 1,0-1-1,0 1 1,0 0-1,0 0 1,0-1-1,0 1 1,0 0-1,-1-2 1,-6-36-1007,1 26-304,-1 1-1,0 0 1,-1 0-1,-1 1 1,0 0-1,-14-13 1,-3-4-3505,-17-22-4671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4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6659,'0'0'12694,"163"0"-9237,-50 12-1248,19 11-880,8 0-833,8-2-496,5-2-1296,-3-13-3731,-12-6-7154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1.2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856 9 1105,'0'0'7000,"0"-8"2255,-1 206-4454,8 377-1332,5-43-1774,-6-141-919,-4 116-152,-8-416-555,-28 143 1,-39 87 527,18-87 94,-70 417 318,95-441-563,-1 238-1,26-236-334,-42 285-1,10-256 56,-10 432-1,47-607-162,1 33-22,-16 136 1,8-167-20,2 73 0,5-83 99,-2 0 1,-14 75 0,-26 143 34,0 3-104,-29 2 8,-6 36 0,71-272 0,3 0 0,3 78 0,2-68 0,-7 66 0,-5 85-12,-1 11-69,10-212 84,-30 198 87,16-160-90,15-43-69,0 0-1,0 0 1,0 1-1,-1-1 1,1 0-1,0 1 1,0-1-1,-1 0 1,1 0-1,0 1 1,0-1-1,-1 0 1,1 0-1,0 1 1,-1-1-1,1 0 1,0 0-1,-1 0 1,1 0-1,0 0 1,-1 0-1,1 1 1,0-1-1,-1 0 1,1 0-1,0 0 1,-1 0 0,1 0-1,0 0 1,-1 0-1,1-1 1,-1 1-1,1 0 1,0 0-1,-1 0 1,1 0-1,0 0 1,-1 0-1,1-1 1,0 1-1,0 0 1,-1 0-1,1 0 1,0-1-1,0 1 1,-1 0-1,1-1 1,0 1-1,-10-13-4988,5-5-1104,-1-3-3544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6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0 103 784,'0'0'11392,"0"-2"-8459,6-13 5870,16 15-7896,12 1-559,-1-2 0,0-1 1,33-7-1,48-20-279,-69 15-55,1 3 1,82-9-1,-127 20-9,0 0 0,-1 0 0,1 0 0,-1 0 0,1 0 0,-1 0 0,1 0 0,-1 0 0,1 0 0,-1 0 0,1 0 0,-1 0 0,1 1 0,-1-1 0,1 0 0,-1 0 0,1 1 0,-1-1 0,1 0 0,-1 0 0,0 1 0,1-1 0,-1 1 0,0-1 0,1 0 0,-1 1 0,0-1 0,1 1 0,-1-1 0,0 1 0,0-1 0,1 1 1,-1 0-1,0 20 297,0-9-172,-1 7 170,-1 1-1,-1-1 1,0 0 0,-2 0 0,-9 29-1,-45 93 899,41-101-883,-60 126 289,27-61-587,-63 190-1,111-285-4457,5-18 1251,15-61-6360,-13 24 1250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6.7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3314,'0'0'17720,"126"-6"-16392,-57 6-784,10 0-399,7-2-145,8 2-1201,8 0-1696,7-3-3714,2-3-3986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7.2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393 822 8084,'0'0'3172,"-22"0"808,-144-2 2338,154 2-5918,1 0 0,-1 1 0,0 1 0,1 0 0,-1 0 0,1 1 0,-1 1 0,1 0 0,0 0 0,-16 10 0,22-11-288,1 0 1,-1 1-1,1-1 1,0 1 0,0 0-1,0 0 1,0 0-1,1 1 1,-1 0-1,1-1 1,1 1-1,-1 0 1,1 0 0,-1 0-1,1 1 1,1-1-1,-1 0 1,1 1-1,0-1 1,0 1 0,1 0-1,-1-1 1,1 1-1,1 5 1,-1-8-107,0-1 0,1 1 0,-1-1 0,1 0 0,0 1 0,-1-1 0,1 0 1,0 0-1,0 1 0,0-1 0,1 0 0,-1 0 0,1 0 0,-1 0 0,1-1 0,-1 1 0,4 2 1,-1-1-9,0-1 0,0 1 1,0-1-1,0 0 0,0 0 1,1-1-1,-1 1 0,9 1 1,-2-2-55,0 0 1,0 0 0,0-1 0,0 0 0,0-1-1,0 0 1,16-5 0,-14 2-38,0-1 0,0-1 0,0 0 0,-1-1 0,0 0 0,-1-1 1,0 0-1,0-1 0,15-16 0,1-4-241,0-1 0,24-39-1,1-14-184,70-154 0,-69 128 226,-22 50 133,38-84-415,-59 120 495,-2 0-1,0 0 1,-1-1 0,3-28 0,-9 50 107,-1 0 1,0 0 0,1 0-1,-1 0 1,0 0 0,0 0-1,0 0 1,0 0 0,-1 0-1,1 0 1,0 0 0,-1 0-1,1 0 1,-1 0 0,0 0-1,0 0 1,0 0 0,0 1-1,-2-4 1,2 4 17,-1 0 0,1 1 0,-1-1 0,0 1 0,1-1 0,-1 1 0,0 0 0,1 0 0,-1-1 0,1 1 0,-1 0 0,0 0 0,1 1 0,-1-1 0,0 0 0,1 1 0,-1-1 0,0 0 0,1 1-1,-1 0 1,1-1 0,-1 1 0,-1 1 0,-7 4 167,0 0 0,0 0-1,1 1 1,0 0-1,0 1 1,1 0-1,0 0 1,-14 19-1,3 1 641,-31 55-1,26-35-565,3 0 0,1 1 0,3 0-1,1 2 1,3 0 0,2 1-1,3 0 1,2 0 0,2 1-1,5 97 1,0-139-400,0 0 0,1 0 0,0 0 1,1-1-1,0 1 0,1-1 0,7 15 0,-8-21-83,-1 0 0,0 0 0,1 0 0,0 0-1,0-1 1,0 1 0,1-1 0,-1 0 0,1 0 0,-1 0 0,1 0 0,0-1 0,0 1 0,1-1 0,-1 0 0,0-1-1,1 1 1,-1-1 0,8 2 0,-1-1-687,-1-1 0,1-1-1,0 0 1,-1 0-1,12-2 1,-13 0-417,0 0 0,0 0-1,-1-1 1,1 0 0,-1-1 0,12-6 0,36-25-8859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7.6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0 7876,'0'0'16335,"-21"1"-15081,-68 8 21,82-7-1116,-1 0 1,1 1-1,0 0 0,0 1 0,0-1 1,1 1-1,-1 1 0,1-1 0,0 1 1,0 0-1,1 0 0,-1 1 0,1 0 1,0 0-1,1 0 0,-5 8 0,7-11-105,-3 4-20,1-1-1,0 1 0,1-1 1,0 1-1,0 0 0,0 1 0,1-1 1,0 0-1,1 1 0,-1-1 0,1 1 1,1-1-1,0 1 0,0 12 0,1-18-46,-1-1 0,0 1-1,0-1 1,0 0 0,1 1-1,-1-1 1,1 0 0,-1 1-1,1-1 1,0 0 0,-1 0-1,1 1 1,0-1 0,0 0-1,0 0 1,0 0 0,0 0-1,0 0 1,0 0 0,0 0-1,0-1 1,0 1 0,2 1-1,1-1-30,0 1 0,0-1 0,0 0 0,-1 0 0,1 0 0,0-1 0,0 1 0,7-1 0,-3 0-37,0-1 0,1 0 0,-1 0 1,1-1-1,-1 0 0,0 0 0,15-7 0,-14 4 0,-1 0-1,1-1 1,-1 0-1,-1 0 1,1 0 0,9-13-1,-14 15 92,1 0 1,-2 0-1,1-1 0,0 1 0,-1-1 1,0 0-1,0 0 0,0 0 0,-1 0 1,0 0-1,0 0 0,0 0 0,0 0 1,-1-6-1,0 11 36,0-1 0,0 0 0,0 1 0,-1-1 0,1 1 0,0-1 0,-1 1 0,1-1 0,0 1 0,-1-1 0,1 1 0,0-1 0,-1 1 0,1-1 0,-1 1 0,1-1 0,-1 1 0,1 0 0,-1-1 0,0 1 0,1 0 0,-1 0 0,1-1 0,-1 1 0,0 0 0,1 0 0,-1 0 0,1 0 0,-1 0 0,0 0 0,1 0 0,-2 0 0,-24 0 1080,23 1-979,3-1-118,-1 0 0,1 0 0,-1 1 0,0-1 0,1 1 1,-1-1-1,1 0 0,-1 1 0,1-1 0,-1 1 1,1-1-1,-1 1 0,1 0 0,0-1 0,-1 1 0,1-1 1,0 1-1,-1 0 0,1-1 0,0 1 0,0 0 1,-1-1-1,1 1 0,0 0 0,0-1 0,0 1 0,0 0 1,0 1-1,1 26 41,-1-19-5,1 0-66,0-1 0,0 1-1,1-1 1,0 1-1,1-1 1,-1 0 0,2 0-1,-1 0 1,1 0 0,0 0-1,1-1 1,0 0 0,0 0-1,1 0 1,-1 0-1,1-1 1,11 8 0,-11-9-323,1 0 0,0 0 1,-1-1-1,2 0 0,-1 0 1,0 0-1,1-1 0,0-1 1,0 1-1,-1-1 1,16 2-1,-18-4 3,58 1-5789,-59-1 5150,0-1 1,0 1 0,0-1-1,0 0 1,0-1-1,0 1 1,0-1 0,3-1-1,17-20-8505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7.8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4210,'0'0'21914,"69"64"-21162,-38-36-223,1-1-433,3-2-96,1-4-289,1-5-639,1-9-897,-1-5-1344,1-2-1217,-2 0-2673,-1-23-193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8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622 1 3378,'0'0'9772,"-22"12"-5306,9-4-3712,-10 4 323,1 2 0,0 0 0,1 1 0,1 1 1,-29 29-1,-3 16 1131,3 2 0,-66 111 1,-50 154-1522,156-307-969,0-1-775,0 0 1,2 0-1,-8 33 1,15-53 897,0 1 0,0-1 0,0 1 0,0-1 0,0 1 0,1-1 0,-1 1 0,0-1 0,0 1 0,0-1 0,1 1 0,-1-1 0,0 1 0,0-1 0,1 1 0,-1-1 0,0 1 0,1-1 0,-1 0 0,1 1 0,-1-1 0,0 0 0,1 1 0,-1-1 0,1 0 0,-1 0 0,1 1 0,-1-1 0,1 0 0,-1 0 0,1 0 0,-1 0 0,1 0 0,-1 0 0,1 0 0,0 0 0,-1 0 0,1 0 0,-1 0 0,1 0 0,-1 0 0,1 0 0,-1 0 0,1 0 0,-1 0 0,1-1 0,0 1 0,31-10-3356,25-22-3307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8.3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327 18 8260,'0'0'17229,"-20"-4"-14668,-65-9-699,81 13-1736,0-1 0,0 1 0,0 0 0,0 1-1,0-1 1,0 1 0,0 0 0,0-1 0,0 2-1,1-1 1,-1 0 0,0 1 0,-5 3 0,7-4-74,0 1 1,0 0 0,0 0-1,0 0 1,0 0 0,1 0-1,-1 0 1,1 0 0,-1 1-1,1-1 1,0 1 0,-1-1-1,1 1 1,1-1 0,-2 4 0,1 0-39,1-1 1,-1 1 0,1-1 0,0 1 0,0 0-1,1-1 1,0 1 0,0-1 0,0 1 0,1-1 0,-1 0-1,1 1 1,1-1 0,-1 0 0,5 7 0,30 37-174,14 21-417,-46-63 436,-1 1-1,0-1 0,-1 1 1,0 0-1,0 0 0,0 0 1,2 14-1,-5-20 136,0 0 1,0 0-1,0-1 0,0 1 0,-1 0 0,1 0 1,-1 0-1,1 0 0,-1 0 0,1 0 0,-1-1 1,0 1-1,0 0 0,0 0 0,0-1 0,0 1 1,0-1-1,0 1 0,-1-1 0,1 1 0,-1-1 1,1 0-1,-1 0 0,1 0 0,-1 0 0,1 0 1,-1 0-1,0 0 0,0 0 0,0-1 0,1 1 1,-4 0-1,-9 3 98,1-2 1,-1 1-1,-23 0 0,12-1 31,13-1-295,1 2 0,0-1-1,1 1 1,-13 6 0,-18 10-5192,16-6-954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18.0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14 160,'0'0'11915,"2"-4"-10637,4-6 162,-2 10 1450,-4 2-2709,0 0 1,0 0 0,-1 0-1,1 0 1,-1 0 0,1-1-1,-1 1 1,0 0 0,1 0-1,-1-1 1,-2 4-1,-8 13 584,-2 0 0,-24 27 0,-1 1-146,7-6-344,-30 42-46,54-72-223,1 0 0,0 0-1,1 1 1,0 0 0,1 0-1,-3 13 1,6-22-12,0 0 0,1-1 0,-1 1 1,1 0-1,0 0 0,-1-1 0,1 1 0,0 0 0,0 0 0,0 0 0,0-1 1,0 1-1,0 0 0,1 0 0,-1-1 0,1 1 0,-1 0 0,1-1 0,0 1 1,-1 0-1,1-1 0,0 1 0,0-1 0,0 1 0,0-1 0,1 1 1,1 1-1,1-2 7,0 1 1,1 0-1,-1-1 1,1 0-1,-1 0 1,1-1-1,-1 1 1,1-1-1,6 0 1,91 1 160,-1-4 0,1-5 0,-1-4 0,127-33 1,-179 25 1023,-43 17-788,-6 4-562,0 0-1,0 0 0,0 0 1,0 1-1,0-1 0,0 0 1,0 0-1,0 0 0,0 0 1,0 0-1,0 0 0,-1 0 1,1 0-1,0 0 0,-1 0 0,1 0 1,-1 0-1,1 0 0,-1-1 1,0 1-1,0 1 0,-4 1-967,0-1 0,-1 0-1,1 0 1,0 0 0,-1 0-1,1-1 1,-1 0-1,-10 0 1,-9 0-4697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18.3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118 0 4770,'0'0'14305,"-1"20"-11469,-8 54-45,-21 85 0,8-75-1552,7-35-1215,3 0 0,2 1 1,2 1-1,-2 54 0,10-103-206,0 0-1,0 1 0,0-1 1,0 0-1,0 1 0,0-1 1,1 0-1,-1 0 0,1 1 1,0-1-1,0 0 1,0 0-1,0 0 0,0 0 1,0 0-1,2 2 0,-1-2-174,0-1 0,0 0 0,0 0 0,1 1 0,-1-1 0,1-1 0,-1 1 0,1 0 0,-1-1 0,1 1 0,-1-1 0,1 0 0,-1 1 0,4-2 0,43 2-6966,11-1-3730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18.9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401 704 1601,'0'0'16092,"-9"-5"-13576,-4-2-1750,0 1 0,0 1-1,-1 0 1,0 0 0,1 2-1,-2-1 1,1 2 0,-23-2-1,20 4-435,-1 1 0,1 0 0,0 1 0,1 1 0,-1 1 0,-19 7 0,29-9-261,1 1-1,-1 0 1,1 0-1,0 1 1,-1 0-1,1 0 1,1 0-1,-1 1 1,1-1-1,0 2 1,0-1-1,0 0 1,1 1-1,0 0 1,0 0-1,0 0 1,-3 9-1,5-12-50,1 1 0,0-1 0,-1 1-1,1 0 1,1-1 0,-1 1 0,1 0-1,-1 0 1,1-1 0,0 1 0,0 0-1,1 0 1,-1-1 0,1 1 0,1 6-1,0-8-17,-1 0 0,0 1-1,0-1 1,1 0-1,0 0 1,-1 0 0,1-1-1,0 1 1,0 0 0,0 0-1,0-1 1,0 0-1,0 1 1,0-1 0,0 0-1,1 0 1,-1 0-1,0 0 1,1 0 0,-1-1-1,1 1 1,-1-1 0,4 1-1,12 0-24,0-1-1,0-1 0,0 0 1,0-1-1,0-1 1,-1 0-1,1-2 1,-1 0-1,0-1 1,0 0-1,-1-2 0,0 0 1,0 0-1,23-18 1,-4 0-208,-2-1 0,0-2 0,-2-2 1,53-66-1,-49 50 192,-3-1 1,-1-2 0,-3-1-1,-2-1 1,-3-2-1,32-104 1,-51 144 23,-1-1 0,0-1 0,-1 1 0,0-21 0,-2 35 27,0 1 0,0-1 0,0 0 0,0 0 0,0 0 1,0 0-1,0 0 0,0 0 0,0 1 0,-1-1 0,1 0 1,0 0-1,-1 0 0,1 1 0,-1-1 0,1 0 0,-1 0 0,1 1 1,-1-1-1,1 0 0,-1 1 0,0-1 0,1 1 0,-1-1 1,0 1-1,1-1 0,-1 1 0,0-1 0,0 1 0,0 0 1,1-1-1,-1 1 0,0 0 0,0 0 0,-1-1 0,-2 1 42,1 0-1,0 1 0,-1-1 0,1 0 1,-1 1-1,1 0 0,0 0 0,-6 2 1,-1 2 58,1 0 0,0 0 0,0 1 1,0 0-1,1 1 0,-1 0 0,2 0 0,-13 15 1,1 2 305,-30 48 0,31-41-234,1 1 0,2 1 0,1 0 0,2 1-1,-15 63 1,18-44-176,2 0-1,2 1 1,3 66-1,2-111-49,0 1-1,1 0 1,0-1 0,1 1 0,0-1-1,0 1 1,7 15 0,-7-22-132,-1 0 0,1 0 1,0 0-1,0 0 0,0-1 1,0 1-1,1 0 0,-1-1 0,1 0 1,-1 0-1,1 0 0,0 0 1,0 0-1,0 0 0,0-1 1,0 0-1,0 1 0,0-1 1,0 0-1,1 0 0,-1-1 1,0 1-1,1-1 0,-1 0 0,6 0 1,0 1-931,0-1-1,1-1 1,-1 0 0,0 0 0,1-1 0,-1 0-1,0 0 1,0-1 0,0 0 0,15-9 0,17-14-6455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19.3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259 14 5763,'0'0'16797,"-8"-4"-15213,5 3-1444,-1-1 0,0 1 0,0 0 0,1 0 0,-1 0 0,0 0 0,0 1 0,0-1 0,0 1 0,0 0 0,-7 1-1,3 0 114,1 1 0,-1 0 0,1 1 0,0 0 0,0 0 0,-11 6 0,6-2 131,0 0-1,1 1 1,0 0 0,0 1-1,1 0 1,0 0 0,-15 19-1,21-22-314,0 0 0,0 0-1,1 0 1,0 0 0,0 1-1,0 0 1,1-1 0,0 1-1,0 0 1,1 0 0,0 0-1,0 0 1,0 1 0,1-1-1,0 0 1,2 13 0,-1-19-77,-1 0 0,0 0 1,1 1-1,-1-1 0,1 0 1,-1 0-1,1 0 0,-1 0 1,1 0-1,0 0 0,0 1 1,0-1-1,-1-1 0,1 1 1,0 0-1,0 0 0,0 0 1,0 0-1,0-1 0,1 1 1,0 0-1,2 0-29,-1 1 1,0-1-1,1-1 1,-1 1-1,0 0 0,1-1 1,-1 0-1,5 0 1,-3 0-19,1 0 0,0-1 0,-1 0 0,1 0 0,-1 0 0,0-1 0,1 0 0,-1 0 1,0 0-1,6-4 0,2-5 12,-1-1 1,0-1 0,-1 0-1,0-1 1,-2 0 0,1-1-1,12-27 1,-23 48 171,1-1 1,0 1-1,0 0 1,0 0-1,0-1 1,1 1-1,0 0 1,0-1-1,0 1 1,1 0-1,0-1 1,5 10-1,-3-8-222,-1-1-1,1 0 0,1-1 1,-1 1-1,1-1 0,0 0 1,0 0-1,0 0 0,1-1 1,0 0-1,0 0 0,7 4 1,-7-5-713,1-1 0,0 0 1,-1 0-1,14 2 0,34-2-9141,-35-4 1679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19.6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2465,'0'0'18638,"0"6"-15679,0-3-2686,0 0 0,0 0 1,0 0-1,1 0 0,-1 0 1,1 1-1,0-1 1,0 0-1,0-1 0,0 1 1,1 0-1,-1 0 0,1 0 1,-1-1-1,1 1 0,0-1 1,0 1-1,0-1 0,1 0 1,-1 0-1,1 0 0,-1 0 1,1 0-1,-1-1 1,5 3-1,51 23 828,12 7-4411,-52-26-2396,-10-8-4958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20.0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925 17 1008,'0'0'13599,"7"-3"-11132,-3 1-2404,17-9 2850,-16 11-742,-15 10-85,-11 11-416,0 2-1,-23 30 1,30-32-1353,1 0-1,0 0 1,2 1 0,0 1 0,-13 45 0,10-7-402,3 0-1,3 1 1,2 0-1,3 89 1,6-114-350,0 1 0,2-1 0,2 0 0,17 51 0,-16-60 180,-5-16 137,0 0 0,-1 1 0,-1-1 0,1 16 0,-2-27 119,0 1 0,0-1-1,0 0 1,-1 1 0,1-1 0,0 0 0,-1 1-1,1-1 1,-1 0 0,1 0 0,-1 0 0,1 1-1,-1-1 1,0 0 0,0 0 0,0 0 0,0 0-1,1 0 1,-1 0 0,-2 1 0,0-1 17,0 1-1,0 0 1,0-1 0,0 1 0,0-1-1,-1 0 1,1 0 0,-4 0 0,-10 1 153,0 0 1,-29-2-1,29-1-30,-34 2 287,-2 0 135,0-2 1,0-2-1,-91-17 1,97 8-128,-52-21 1,84 27-383,1 0 0,0-2 0,0 1 0,0-2 0,1 1-1,0-2 1,-16-15 0,26 22-116,0 0-1,1-1 0,-1 1 1,1 0-1,-1-1 1,1 0-1,0 1 1,0-1-1,1 0 0,-1 0 1,1 0-1,0 0 1,0 0-1,0 0 0,1-1 1,-1 1-1,1 0 1,0 0-1,0-1 0,0 1 1,1 0-1,0 0 1,0 0-1,0 0 1,0 0-1,0 0 0,1 0 1,0 0-1,0 0 1,0 0-1,0 1 0,0-1 1,1 1-1,0 0 1,0 0-1,4-5 1,8-2-784,0 0 0,0 0 0,1 2 0,24-10 1,76-22-5500,-43 15-180,19-8-3271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20.5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473 38 2657,'0'0'17430,"-16"-7"-15056,5 3-1890,0-1-37,0 0 1,0 1-1,-1 1 0,1 0 1,-1 1-1,1 0 1,-24-1-1,18 3 53,1 1-1,-1 1 0,0 0 1,1 2-1,-1-1 1,1 2-1,0 0 1,1 1-1,-19 10 0,31-14-434,0-1 0,0 1 0,0 0 0,0 0 0,1 0 0,-1 1 0,1-1 0,-1 1 0,1-1 0,0 1 0,-3 4 0,4-5-58,1-1 1,-1 1-1,1-1 1,-1 1-1,1-1 1,-1 1-1,1-1 1,0 1-1,0 0 1,0-1-1,0 1 1,0-1-1,0 1 1,0 0 0,0-1-1,1 1 1,-1-1-1,1 1 1,-1-1-1,1 1 1,-1-1-1,1 1 1,0-1-1,0 0 1,0 1-1,0-1 1,2 2-1,4 4-22,1-1-1,0 0 1,1 0-1,-1-1 1,1 0-1,10 3 0,19 12-256,-31-16 233,5 3-195,-1 0-1,0 1 0,14 13 1,-22-19 194,-1 1 1,1-1 0,-1 1 0,0 0-1,0 0 1,0 0 0,0 0-1,0 0 1,-1 0 0,1 1 0,-1-1-1,0 0 1,0 1 0,0-1-1,-1 1 1,1 0 0,-1-1 0,0 5-1,0-6 58,-1 0 0,0 1 0,0-1-1,0 0 1,0 0 0,0 0 0,0 0-1,0 0 1,-1 0 0,1 0 0,-1-1-1,0 1 1,1 0 0,-1-1 0,0 1-1,0-1 1,0 0 0,0 1 0,0-1-1,0 0 1,0 0 0,0 0 0,-4 0-1,-9 4 266,-1 0 0,-19 3 0,27-6-144,-58 8 573,48-8-859,1 0 0,0 2 0,-1 0 0,1 0 0,-26 12 0,31-6-3017,11-3-6369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33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705 17 160,'0'0'5613,"1"-2"-4852,5-9-54,-5 8 3793,-1 21-2952,-2 41-529,-15 79 1,4-42-845,-52 299 1176,45-290-816,-2 9-143,-2-3-70,6 2 0,-4 129 0,22-204-180,-2 86 193,-23 164-1,-26 171 44,43-373-353,-5 17 17,-5 0 0,-40 128 0,35-128-70,4 1 1,-9 166 0,24-219-4,-38 257-83,7-79 82,-3 295 6,31-390 73,3 51-202,28 253 1,-16-305 119,-8 139 0,-36 13 125,21-198 279,-6 159-1,3 175 410,12-329-742,-21 202 642,6-96-342,-2 230 928,27-334-1264,27 170 0,-13-122-8,0 167 0,-17-241 1,-2-28 78,10 75-1,-6-80 13,-1 0 1,-3 56-1,-1-24-88,2-37 3,-1 2 22,7 54 0,-4-75-19,0 0-1,1 0 0,0 0 0,1 0 0,0 0 1,1-1-1,0 1 0,9 12 0,31 32-123,-33-42 117,-1 0 0,0 0 1,-1 1-1,8 16 0,-15-22 10,-1 1 0,0-1-1,-1 1 1,1 0 0,-2-1-1,1 1 1,-2 11 0,2 6-13,-1-19-198,1 17 505,-1-23-387,0-1 0,0 1 0,0-1-1,0 1 1,0-1 0,0 1 0,1 0 0,-1-1-1,0 1 1,0-1 0,0 1 0,1-1 0,-1 1-1,0-1 1,0 1 0,1-1 0,-1 0 0,0 1-1,1-1 1,-1 1 0,1-1 0,-1 0 0,1 1 0,-1-1-1,1 0 1,-1 1 0,1-1 0,-1 0 0,2 1-1,-1-3-169,0 1-1,-1 0 1,1-1-1,0 1 0,0-1 1,-1 1-1,1-1 0,-1 0 1,1 1-1,-1-1 1,0 1-1,1-1 0,-1 0 1,0 1-1,0-1 1,0-2-1,0-1-545,3-39-3851,-2-14-2688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36.1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393 132 1056,'0'0'2135,"2"-18"-1535,3-87 1516,-5 104-2034,-1 1 0,1-1 1,0 1-1,0-1 0,-1 1 1,1-1-1,0 1 0,-1 0 1,1-1-1,0 1 0,-1 0 0,1-1 1,0 1-1,-1 0 0,1-1 1,-1 1-1,1 0 0,-1 0 1,1-1-1,0 1 0,-1 0 1,1 0-1,-1 0 0,1 0 1,-1 0-1,1 0 0,-1 0 1,1 0-1,-1 0 0,1 0 0,-1 0 1,1 0-1,-1 0 0,1 0 1,-1 0-1,1 1 0,-1-1 1,1 0-1,-1 0 0,1 0 1,-1 1-1,1-1 0,0 0 1,-1 1-1,1-1 0,-1 0 1,1 1-1,-5 18 537,1 0-1,1 0 1,0 0 0,2 0-1,1 33 1,0-45-449,3 522 4092,0 0-3130,12 555 637,-15-1058-1766,-13 888 130,6-273-34,5-144-46,-53 120-80,12-220 22,34-285-7,-41 445-63,-26-4 151,59-460-146,-88 576 140,101-638 31,2 0 0,1 1 0,1-1 0,2 0 0,1 1 0,10 45 0,-3-36-97,-2 0 0,-2 1 0,1 75 0,-8-39-21,-14 86 0,9-84 0,6 116-1,2-79 61,-2-4-4,6 478 178,-6-576-238,0-6 15,0 0-1,0 1 1,1-1 0,1 0-1,-1 0 1,1 0-1,4 10 1,-5-18-69,-1-4-1230,1 1 632,1-1 0,-1 0 0,0 1 0,1 0 0,-1-1 0,1 1 0,0 0 0,2-3 0,10-15-5235,-7-2-775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39.2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17 176,'0'0'1425,"38"-16"-1425,-36 16-32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8.5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446 338 1313,'0'0'5749,"-6"-17"-3807,6 12-1422,0 1 0,0-1 0,0 1-1,0-1 1,-1 1 0,0-1 0,0 1 0,0 0 0,0 0-1,-3-5 1,3 7-284,-1 0 1,0 1-1,1-1 0,-1 1 0,0-1 0,0 1 1,0 0-1,0 0 0,0 0 0,-1 0 0,1 0 1,0 0-1,0 1 0,-1-1 0,1 1 0,0-1 0,-1 1 1,1 0-1,0 0 0,-1 0 0,-3 1 0,-7-1 291,1 2 0,-1 0 0,1 0 0,-1 1-1,1 0 1,0 1 0,0 1 0,1 0 0,-13 7-1,-13 9 892,-44 35-1,77-54-1329,-9 7 192,1 1-1,0 1 1,0-1 0,1 2-1,1 0 1,-17 23 0,23-29-240,0 1 0,1-1 0,0 1 1,0-1-1,1 1 0,0 0 0,0 0 0,0 0 1,1 0-1,0 1 0,0-1 0,1 0 0,0 0 0,0 1 1,1-1-1,0 0 0,2 9 0,-1-12-39,-1-1 0,1 1 0,-1-1 0,1 0 0,0 0 0,1 0-1,-1 0 1,0 0 0,1 0 0,-1 0 0,1-1 0,0 1 0,0-1 0,0 0 0,0 0 0,1 0 0,-1 0 0,0-1-1,1 1 1,-1-1 0,1 0 0,-1 0 0,7 1 0,8 1 0,1-1-1,0 0 1,25-1-1,-42-1 0,16-1-22,0-1 0,0 0 1,0-2-1,0 0 0,-1-1 0,1 0 0,-1-1 1,-1-2-1,29-15 0,-21 8-68,-1 0-1,-1-1 1,0-2 0,-1 0-1,33-39 1,-46 47-35,0 0 0,-1-1 0,0 1 0,-1-2 0,-1 1 0,1-1-1,4-17 1,-8 24 116,-1-1 0,1 1-1,-1-1 1,0 1 0,-1-1-1,0 1 1,0-1 0,0 1-1,0-1 1,-1 1 0,0-1-1,0 1 1,0 0 0,-1-1-1,0 1 1,0 0 0,0 0-1,-1 0 1,-5-8 0,3 7 18,0 1 0,-1-1 1,0 1-1,0 0 1,-1 1-1,0 0 0,1 0 1,-1 0-1,0 1 1,-1 0-1,1 0 1,0 1-1,-1 0 0,-13-2 1,-8 0-12,-1 1 0,-46 2 1,64 1-25,-1 1 1,1 1 0,0 0 0,-1 1 0,1 0-1,-13 5 1,20-6-134,0 0 0,0 0 0,1 0 0,-1 1 0,1 0 0,-1 0-1,1 0 1,0 0 0,0 1 0,0 0 0,0 0 0,1 0 0,0 0 0,0 0 0,0 1-1,-4 7 1,6-11-7,1 1 0,-1-1 0,1 0 0,-1 1 0,1-1 0,-1 0 0,1 1-1,0-1 1,0 1 0,0-1 0,0 1 0,0-1 0,0 1 0,0-1 0,0 1 0,0-1-1,1 0 1,-1 1 0,0-1 0,1 1 0,0-1 0,-1 0 0,1 1 0,0-1 0,-1 0-1,1 0 1,0 0 0,0 0 0,0 1 0,0-1 0,0 0 0,0-1 0,1 1 0,-1 0-1,0 0 1,0 0 0,1-1 0,-1 1 0,0-1 0,3 2 0,6 0-736,0 1-1,0-2 1,0 1 0,19 0-1,-21-2 257,56 3-4352,95-8 0,-128 1 4893,47-11-1,-54 8 2329,0 0-1,34-17 0,-50 19-455,1 2 1,-1-1 0,1 1-1,0 0 1,0 1 0,0 0-1,1 0 1,18 0-1,-27 2-1580,1 0-1,-1 1 0,1-1 1,-1 0-1,1 1 0,-1-1 0,1 1 1,-1-1-1,0 1 0,1 0 0,-1 0 1,0-1-1,1 1 0,-1 0 1,0 0-1,0 0 0,0 0 0,2 3 1,0-1 69,-1 1 1,1 0-1,-1 1 1,0-1-1,0 0 1,2 6-1,0 5 48,0 1-1,3 28 1,-3 80-304,-4-109 0,0-15-2,1 0 1,-1 1-1,0-1 1,0 0-1,1 0 1,-1 1-1,0-1 0,1 0 1,-1 0-1,0 1 1,1-1-1,-1 0 0,1 0 1,-1 0-1,0 0 1,1 0-1,-1 0 1,1 1-1,-1-1 0,0 0 1,1 0-1,-1 0 1,1 0-1,-1 0 1,0-1-1,1 1 0,-1 0 1,1 0-1,-1 0 1,0 0-1,1-1 1,15-3-232,2-7-445,0-1 0,-1-1 0,0 0-1,27-30 1,-36 35 443,0-1 0,-1 1 1,0-1-1,0 0 0,-1-1 0,-1 1 0,1-1 0,-1 0 0,-1-1 0,0 1 0,0-1 0,-1 0 0,-1 0 0,0 0 0,0 0 0,0-13 0,-2 24 236,0-1-1,0 0 0,0 0 0,0 1 0,0-1 0,0 0 0,1 1 0,-1-1 1,0 0-1,0 0 0,1 1 0,-1-1 0,0 0 0,1 1 0,-1-1 0,1 1 0,-1-1 1,1 1-1,-1-1 0,1 1 0,-1-1 0,1 1 0,0-1 0,-1 1 0,1 0 0,0-1 1,25-3 0,32 13-4,-52-7 1,58 8 29,1-2 0,-1-3 0,84-4-1,-144-1-22,0 0-1,0 0 1,0 0-1,0-1 1,0 0-1,-1 0 1,1 0-1,0 0 1,0 0-1,-1-1 1,1 0-1,-1 1 1,1-1-1,-1 0 1,0-1-1,0 1 1,3-4-1,-3 3 9,-1-1-1,1 0 1,-1 0 0,0 0-1,0 0 1,-1 0 0,1 0-1,-1 0 1,0-1-1,0 1 1,0-1 0,0 1-1,-1 0 1,0-10 0,0 10 40,0-1 1,0 0 0,0 0-1,0 0 1,-1 0-1,1 1 1,-1-1 0,-1 0-1,1 1 1,-1-1 0,0 0-1,0 1 1,0 0 0,0 0-1,-1-1 1,0 1 0,1 1-1,-2-1 1,1 0-1,0 1 1,-1-1 0,1 1-1,-1 0 1,0 0 0,-6-2-1,1 0 209,-1 0 0,0 1 0,0 0 0,0 1-1,0 0 1,0 1 0,-1 0 0,1 0 0,-1 1 0,0 1-1,1 0 1,-18 1 0,25 0-208,0 0-1,0 0 1,0 0-1,0 0 1,1 0-1,-1 1 1,0-1-1,1 1 1,-1 0-1,1 0 0,-1-1 1,1 2-1,0-1 1,0 0-1,0 0 1,0 1-1,0-1 1,0 1-1,1 0 1,0-1-1,-1 1 1,1 0-1,0 0 1,0 0-1,0 0 1,1 0-1,-2 6 1,1 0-9,0 1 1,0-1-1,1 1 1,0 0-1,0-1 1,1 1-1,1-1 1,2 10-1,1-4-140,1-1 0,1 0 0,1-1 0,-1 1-1,2-2 1,0 1 0,1-1 0,0 0 0,0-1-1,1 0 1,1-1 0,0 0 0,0-1 0,1-1-1,0 0 1,1 0 0,24 9 0,-24-12-758,0-2 1,1 0 0,-1 0-1,1-1 1,16-1-1,36-2-6612,-21-2-2910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8.8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0 347 9989,'0'0'5423,"1"19"-927,13 162 4174,-9-150-7200,-4-53-1048,1-16-475,3-3-162,1 0 0,3 1 0,1 0 1,2 0-1,1 1 0,3 1 0,1 0 0,1 1 1,41-58-1,-54 86-45,1 1 1,0 0 0,0 0-1,1 1 1,12-10-1,-18 16 29,1-1-1,0 1 0,0 0 1,-1 0-1,1 0 0,0 0 1,0 1-1,0-1 0,0 0 1,0 1-1,0-1 0,1 1 1,-1 0-1,0 0 0,0 0 1,0 0-1,0 0 0,0 0 1,0 1-1,0-1 0,0 1 1,0-1-1,0 1 0,0 0 1,0-1-1,0 1 0,0 0 1,0 1-1,0-1 0,-1 0 1,1 0-1,1 3 0,24 18-5477,10 2-2142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9.2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410 14 7395,'0'0'9946,"-21"-2"-5549,-1-2-3354,6 2-430,1-1-1,0 2 1,-1 0 0,1 1-1,0 0 1,-1 2-1,-18 3 1,18-1 1,0 1 0,1 1 0,0 0 0,0 1 1,0 0-1,-17 13 0,23-13-543,0-1 1,0 1-1,0 1 1,1-1-1,0 2 1,1-1-1,0 1 1,0 0-1,1 0 1,-6 11-1,11-17-71,-1-1 0,1 1 0,0 0 0,0 0 0,0 0 0,0 0 0,1 0 0,-1 0 0,1 0 0,0 0 0,0 0 0,0 0 0,0 1 0,0-1 0,0 0 0,3 6 0,-2-8 0,0 1 0,0 0 0,0 0 0,1-1 0,-1 1 0,1-1 0,-1 1 0,1-1 0,0 0 0,-1 1 0,1-1 0,0 0 0,0 0 0,0 0 0,0-1 0,0 1 0,0 0 0,0-1 0,0 1 0,0-1 0,0 0 0,0 0 0,0 0 0,3 0 0,5 2-101,1-2-1,-1 1 1,1-2-1,-1 1 1,1-1 0,-1-1-1,1 0 1,-1 0 0,0-1-1,0 0 1,0-1-1,-1 0 1,1-1 0,-1 0-1,0 0 1,12-10 0,-12 8-33,0-1 0,-1 0 0,15-17 0,-21 21 142,1 1 0,-1-1 1,1 0-1,-1 0 1,0 0-1,0 0 0,-1 0 1,1-1-1,-1 1 1,0-1-1,0 1 0,0-9 1,-4 13 71,1-1 0,-1 0 0,0 1 0,1-1 0,-1 1 0,0 0 0,1-1 0,-1 2 0,0-1 0,1 0 0,-6 1 0,5 0-70,1 0 0,0 0 0,0 1-1,0-1 1,-1 0 0,1 1 0,0-1 0,1 1-1,-1 0 1,0-1 0,0 1 0,1 0 0,-1 0-1,1 0 1,-1 1 0,1-1 0,0 0 0,0 0 0,0 1-1,0-1 1,1 0 0,-1 1 0,1-1 0,-1 6-1,-2 7-21,2 0 1,0 28-1,1-32 0,0-6-130,1 1 1,-1-1 0,1 0 0,0 0-1,1 0 1,-1 0 0,1 0 0,0 0-1,0-1 1,0 1 0,1-1-1,-1 1 1,1-1 0,0 0 0,1 0-1,-1 0 1,1 0 0,0-1 0,-1 1-1,2-1 1,-1 0 0,0 0 0,1-1-1,-1 1 1,1-1 0,-1 0 0,1 0-1,0 0 1,9 1 0,-4-1-878,1 1 0,-1-2 0,1 0 0,-1 0 0,1-1 0,12-1 0,-13 0-575,-1 0-1,1-1 0,-1 0 1,0-1-1,0 0 0,15-7 1,26-21-7424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9.6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315 1 992,'0'0'16683,"-18"6"-11353,5-1-4799,1-1 0,0 2-1,0-1 1,1 2 0,0-1-1,0 2 1,0 0 0,1 0-1,0 0 1,0 1 0,-13 18-1,5 0-37,0 0 0,2 2-1,2 0 1,0 1-1,2 0 1,-13 49 0,15-34-507,1 2 0,3-1 1,-2 90-1,8-134 14,0 0 0,0 0 0,0 0 0,0-1 0,0 1 0,0 0 0,0 0 0,1 0 0,-1-1 0,0 1 0,1 0 0,0-1 0,-1 1 0,1 0 0,0-1 0,0 1 0,0-1 0,0 1 0,0-1 0,0 1 0,0-1 0,2 2 0,0-2 0,0-1 0,0 1 0,0 0 0,0-1 0,0 1 0,0-1 0,0 0 0,0 0 0,0 0 0,0-1 0,0 1 0,0-1 0,4-1 0,7-1-147,-1-2 1,0 0-1,0 0 1,0-1-1,-1-1 0,0 0 1,0-1-1,10-9 1,89-80-3543,-108 95 3588,59-57-2928,-3-3-1,-3-3 1,83-120-1,-137 181 3248,1 0-1,-1 0 1,1 0-1,-1-1 1,0 1-1,0-1 0,-1 1 1,0-1-1,1 1 1,-2-1-1,2-6 1,-2 11-147,0-1 1,0 1 0,0 0 0,0 0 0,0-1 0,0 1-1,0 0 1,0 0 0,0 0 0,0-1 0,0 1-1,0 0 1,0 0 0,0-1 0,0 1 0,-1 0-1,1 0 1,0 0 0,0-1 0,0 1 0,0 0-1,0 0 1,0 0 0,-1 0 0,1-1 0,0 1 0,0 0-1,0 0 1,-1 0 0,1 0 0,0 0 0,0 0-1,0 0 1,-1 0 0,1-1 0,0 1 0,0 0-1,0 0 1,-1 0 0,1 0 0,0 0 0,0 0-1,-1 0 1,1 0 0,0 0 0,0 0 0,-1 1 0,-7-2 429,1 1 0,-1 0 1,0 0-1,1 1 0,-1 0 0,0 0 1,1 1-1,-1 0 0,1 0 1,0 1-1,-1 0 0,1 0 1,-7 5-1,5-2-140,0 0-1,0 1 1,0 1 0,1 0 0,0 0-1,1 0 1,0 1 0,-9 14 0,7-9-292,1 1 1,1 0 0,0 0-1,1 1 1,1 0 0,1 0-1,0 0 1,1 0-1,0 1 1,1-1 0,1 1-1,2 27 1,2-29-56,0-1 1,0 0-1,2 0 0,0 0 1,0 0-1,1-1 0,1 0 1,0 0-1,1 0 0,0-1 1,19 20-1,-9-12-410,0-2 0,1-1 0,1 0 0,1-1 0,42 24 0,-55-35-1051,1-1-1,0 0 1,0-1-1,12 4 0,30-2-13041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1.0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615 699 2689,'0'0'17459,"-12"-9"-15130,7 4-2023,-1 0-41,0 0 0,0 0 0,-1 0 0,0 1 0,1 0 0,-1 1 0,-1-1 0,1 1 0,0 0 0,-1 1 0,0 0 0,-13-2 0,-17 1 666,0 2 1,0 1-1,1 2 1,-76 13-1,100-12-828,1 0 0,-1 1 0,1 0 0,-1 1 0,1 0 0,1 1-1,-1 1 1,1 0 0,0 0 0,0 1 0,1 0 0,0 1 0,1 0 0,0 1 0,0 0 0,1 0 0,-13 22 0,17-24-99,0 1 0,1 0 0,0-1 0,1 1 0,0 0 0,1 1 0,-2 13 0,3-20-5,0 1 1,-1-1 0,1 1 0,1-1 0,-1 0 0,0 1 0,1-1 0,0 1 0,-1-1-1,1 0 1,1 0 0,-1 1 0,0-1 0,1 0 0,-1 0 0,1 0 0,0 0 0,0-1-1,0 1 1,1-1 0,-1 1 0,5 3 0,0-3-18,0 0 0,0-1 0,0 0 0,0 0 0,0 0 1,0-1-1,1 0 0,-1 0 0,1-1 0,-1 0 0,1-1 0,-1 1 0,0-1 0,11-3 0,-4 0-139,0 0 0,0 0 0,0-2 0,0 0 0,-1 0 0,18-13-1,13-13-577,-2-3 0,-1-1 0,-2-2 0,-1-2 0,53-72 0,134-241-2936,-195 303 3339,32-57-298,-55 93 634,-1-1 0,0 0 1,0 0-1,-2 0 1,4-20-1,-8 35 14,0 0 1,0 0 0,0 0-1,0-1 1,0 1-1,0 0 1,1 0-1,-1 0 1,0 0 0,0 0-1,0-1 1,0 1-1,0 0 1,0 0-1,0 0 1,0 0-1,0-1 1,0 1 0,0 0-1,-1 0 1,1 0-1,0 0 1,0 0-1,0-1 1,0 1-1,0 0 1,0 0 0,0 0-1,0 0 1,0 0-1,0 0 1,-1 0-1,1-1 1,0 1 0,0 0-1,0 0 1,0 0-1,0 0 1,0 0-1,-1 0 1,1 0-1,0 0 1,0 0 0,0 0-1,0 0 1,0 0-1,-1 0 1,1 0-1,0 0 1,0 0-1,0 0 1,0 0 0,0 0-1,-1 0 1,1 0-1,0 0 1,0 0-1,0 0 1,0 0 0,0 0-1,-1 0 1,1 0-1,0 0 1,0 0-1,0 0 1,0 1-1,0-1 1,-1 0-1,-4 1 250,-1 1-1,1-1 0,0 1 0,-1 0 0,1 1 0,0-1 0,0 1 0,0 0 1,0 0-1,1 1 0,0-1 0,-8 9 0,-8 9 604,-22 32-1,34-42-540,-21 30 352,1 2-1,3 0 0,1 2 0,-25 68 0,28-53-642,2 0 0,3 1 0,-9 73 0,20-98-39,2 0 0,2 0 0,3 46 0,-2-80-19,0 0 0,0 0 0,1 0 0,-1 0 0,1-1 1,0 1-1,-1 0 0,1 0 0,0 0 0,0-1 0,0 1 0,0-1 0,0 1 0,0-1 0,1 1 0,-1-1 1,0 1-1,1-1 0,-1 0 0,1 0 0,-1 0 0,1 0 0,0 0 0,0 0 0,-1 0 0,1-1 0,0 1 1,0-1-1,3 1 0,5 1-231,0-1-1,0 0 1,0-1 0,16-2 0,-5 1-101,1-1-344,-1 0 0,0-2 0,1-1 0,-2-1 0,1 0 0,-1-1 0,0-2 0,0 0 0,-1-1 0,0-1 0,-1 0 0,0-2 0,-1 0 0,-1-1 0,17-17 0,-30 28 612,0 0-1,-1 0 1,1-1-1,-1 1 1,1-1-1,-1 0 0,0 1 1,-1-1-1,1 0 1,-1 0-1,1 0 1,-1-1-1,0 1 1,-1 0-1,1 0 1,-1 0-1,1-1 0,-2-3 1,1 7 139,0 0 1,0 0-1,0 0 1,-1 0-1,1 0 0,0 0 1,-1 0-1,1 0 1,-1 1-1,1-1 1,-1 0-1,1 0 1,-1 0-1,0 1 0,1-1 1,-1 0-1,0 1 1,0-1-1,1 1 1,-1-1-1,0 1 1,0-1-1,0 1 0,-1-1 1,-2 0 264,1 0 0,-1 0 0,0 0 0,1 0 0,-1 1 0,0 0 0,-4-1 0,4 1 57,0 0-1,0 1 1,0-1 0,0 1-1,0-1 1,0 1-1,0 0 1,1 1 0,-1-1-1,0 1 1,1-1-1,-1 1 1,-6 4-1,7-2-108,0 0 0,1 0 0,-1 0 0,1 1 0,0-1 0,0 1 0,0-1-1,0 1 1,1 0 0,0-1 0,0 1 0,0 0 0,0 8 0,1-9-216,1 1 0,-1 0 0,1-1 0,-1 1 0,1-1 0,1 1 1,-1-1-1,1 1 0,-1-1 0,1 0 0,1 0 0,-1 0 0,0 0 0,1 0 1,0 0-1,0-1 0,0 0 0,0 1 0,1-1 0,-1 0 0,8 4 0,-2-1-115,1-2 0,-1 0-1,1 0 1,0 0 0,0-1-1,0-1 1,0 0-1,0 0 1,1-1 0,-1 0-1,1-1 1,-1 0 0,0-1-1,1 0 1,-1-1-1,0 0 1,0 0 0,0-1-1,0 0 1,0-1 0,0 0-1,-1-1 1,0 0-1,0 0 1,0-1 0,-1 0-1,0 0 1,0-1 0,0 0-1,-1-1 1,0 0-1,-1 0 1,1 0 0,-1-1-1,-1 0 1,8-17 0,-11 21 196,-1 1 1,1 0 0,-1 0 0,0-1-1,-1 1 1,1-1 0,-1-8-1,0 12 1595,0 20-1550,0-11-179,0 0 0,1 0 0,0 0 0,0 0 0,1 0 0,0 0 0,0-1 0,1 1 0,0-1 0,0 1 0,0-1 0,1 0 0,1 0 0,-1-1 0,1 1 0,0-1 0,0 0 0,1 0 0,0-1 0,0 0 0,7 5 0,-6-4-340,1-1 1,1 0-1,-1 0 1,1-1-1,17 7 1,-15-8-1897,0 0 0,0-1 0,0 0 0,20 0 0,13-2-11215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1.3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1 237 15159,'0'0'11285,"1"21"-8598,12 138 829,-12-135-3395,-1-37-116,0-25-11,0 21 27,2 1 1,0-1-1,1 0 0,1 1 1,0 0-1,1 0 0,1 0 1,1 1-1,0-1 0,1 1 1,0 1-1,1 0 0,1 0 1,0 1-1,1 0 0,15-13 1,-13 13-287,2 1 0,0 0 0,0 1 1,1 1-1,0 0 0,20-8 1,-21 11-691,0 2 1,1 0 0,-1 1 0,1 0-1,0 1 1,-1 1 0,25 0 0,-35 2 524,11-1-3570,1 2 0,29 4 0,-6 6-5244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1.7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309 15 3922,'0'0'16167,"-24"-4"-11869,-6-1-2661,-45-1 0,67 7-1390,0 1 1,0-1-1,0 1 1,0 1 0,0 0-1,1 0 1,-1 0-1,1 1 1,-1 0-1,1 0 1,1 1 0,-1 0-1,0 0 1,1 1-1,0-1 1,1 1 0,-1 1-1,1-1 1,-4 8-1,4-6-230,0-1 0,1 1 0,0 0 0,0 0-1,1 0 1,0 0 0,1 1 0,0-1 0,-1 13 0,2-17-18,0 0 0,1 0 1,0-1-1,0 1 1,0 0-1,0 0 0,0 0 1,1 0-1,0 0 1,0-1-1,0 1 0,0 0 1,1-1-1,-1 1 1,1 0-1,0-1 1,0 0-1,0 0 0,1 1 1,-1-1-1,1 0 1,4 4-1,2-2 1,-1-1 0,0 0 1,1 0-1,0-1 0,0 0 0,0-1 0,0 0 0,1 0 1,-1-1-1,15 1 0,-16-2-2,0 0 1,0 0-1,0-1 0,0 0 1,-1 0-1,1 0 0,0-1 1,-1-1-1,0 1 0,1-1 1,-1 0-1,0-1 0,7-5 1,-3 0 4,-1 0 1,0-1-1,-1-1 1,0 0-1,13-20 1,-21 39-112,0-1 0,1 1 0,0-1 1,0 1-1,1-1 0,0 0 0,0 0 0,1 0 0,0 0 0,0-1 1,1 1-1,-1-1 0,8 7 0,-8-9-549,1 0-1,-1 0 1,1-1-1,-1 0 1,1 0 0,0 0-1,0 0 1,0-1-1,1 0 1,-1 0-1,11 2 1,29-1-7136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1.9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377 1 13862,'0'0'13142,"-103"129"-9940,70-41-1553,8 10-737,4 11-912,11 0 0,-5-7 0,-2-14 0,-2-21 0,1-23 0,-3-19-368,2-15-1937,-4-10-1649,0 0-3185,-6-35-7348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2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 9540,'0'0'5107,"28"0"-433,191 0 2372,-193 0-6379,39 1-8,0-2 1,-1-4 0,77-14-1,-140 18-605,-1 1-1,0 0 0,0 0 1,1 0-1,-1 0 0,0 0 0,0 0 1,1 0-1,-1 0 0,0 0 1,1 0-1,-1 0 0,0 0 1,0 0-1,1 0 0,-1 0 1,0 0-1,0 1 0,1-1 1,-1 0-1,0 0 0,0 0 1,0 0-1,1 0 0,-1 1 1,0-1-1,0 0 0,0 0 1,1 0-1,-1 1 0,0-1 1,0 0-1,0 0 0,0 0 0,0 1 1,1-1-1,-1 0 0,0 0 1,0 1-1,0-1 0,0 0 1,0 1-1,0-1 0,0 0 1,0 0-1,0 1 0,0-1 1,0 0-1,0 0 0,0 1 1,-4 17-199,2-12 382,-17 118 16,8-37-994,10-77 165,0 6-785,-1-11-5020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2.4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0 18296,'0'0'13607,"-2"109"-13607,21-65-1121,-3 0-2032,-1-2-3314,0-9-9413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3.1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118 301 12342,'0'0'17816,"-16"15"-17026,-52 52-444,64-62-340,1-1-1,-1 1 0,1 1 1,0-1-1,0 0 0,1 1 0,0-1 1,-1 1-1,2 0 0,-1 0 1,1 0-1,0 0 0,0 0 1,1 0-1,-1 0 0,2 11 1,-1-7-6,0-8-3,1-1 0,-1 0 0,0 1 0,1-1 0,-1 0 0,1 0 0,-1 1 1,1-1-1,-1 0 0,1 0 0,0 0 0,0 0 0,0 0 0,0 0 0,-1 0 0,1 0 0,1 0 0,-1 0 0,0 0 0,0-1 0,0 1 0,0 0 1,0-1-1,1 1 0,-1-1 0,0 1 0,0-1 0,1 0 0,-1 1 0,0-1 0,1 0 0,-1 0 0,0 0 0,1 0 0,-1 0 0,3-1 0,3 1-4,1 0-1,-1-1 0,1 0 1,-1-1-1,13-3 0,-9 0-14,1 0 1,-2 0-1,1-1 0,0-1 0,-1 0 0,-1 0 0,1-1 0,-1 0 1,0-1-1,-1 1 0,0-2 0,0 1 0,-1-1 0,8-16 0,-7 12 26,-1-1 0,-1 0-1,0 0 1,-1 0-1,-1-1 1,0 0 0,-1 0-1,-1 0 1,-1 0 0,0-24-1,-2 32 17,0 0-1,0 0 1,-1 0-1,0 0 0,0 1 1,-1-1-1,0 1 1,0 0-1,-1 0 1,0 0-1,0 0 1,-1 0-1,-10-11 1,4 7-62,0 0 0,-1 1 0,0 1 0,0 0 0,-1 0 0,-21-9 0,69 19-3333,1 4 2815,-1 1 0,68 23 0,-85-22 634,-1 0 0,0 2 1,-1-1-1,0 2 0,0 0 0,-1 1 1,22 21-1,-26-22 336,0 1 1,-1 0-1,0 1 0,-1 0 0,-1 0 1,0 1-1,-1 0 0,8 16 0,-15-27-291,0-1 0,1 1 0,-1 0-1,0-1 1,0 1 0,0 0-1,0-1 1,0 1 0,0 0 0,-1 0-1,1-1 1,0 1 0,-1 0-1,0-1 1,1 1 0,-1-1-1,0 1 1,0-1 0,1 1 0,-1-1-1,-2 3 1,-33 29-65,31-30-61,0 1-1,1 0 1,-1 0 0,1 0 0,0 1-1,-6 8 1,10-13-16,0 1 0,-1-1 0,1 0 1,0 0-1,0 0 0,0 1 0,0-1 0,0 0 0,0 0 0,-1 0 1,1 1-1,0-1 0,0 0 0,0 0 0,0 1 0,0-1 0,0 0 1,0 0-1,0 1 0,0-1 0,0 0 0,0 0 0,0 1 1,0-1-1,0 0 0,0 0 0,0 1 0,1-1 0,-1 0 0,0 0 1,0 0-1,0 1 0,0-1 0,0 0 0,1 0 0,-1 0 0,0 1 1,0-1-1,0 0 0,0 0 0,1 0 0,-1 0 0,0 0 0,0 0 1,0 1-1,1-1 0,-1 0 0,0 0 0,0 0 0,1 0 0,-1 0 1,0 0-1,0 0 0,1 0 0,-1 0 0,0 0 0,0 0 0,1 0 1,-1 0-1,0 0 0,18-4-867,3-6 464,-1-1-1,-1 0 1,0-1-1,33-29 1,-14 11 144,-15 13 302,-6 3 285,1 0 0,1 2 0,1 0 0,29-13 0,-46 31 3001,-2 12-3709,-1-16 653,-1 44-447,2 53-621,9-36-6875,3-32-3432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4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187 21 3089,'0'0'8530,"16"-2"-7690,3-1-488,-7 1 407,1 0-1,25 0 3584,-62 4-778,7 3-3212,-1 0 0,1 0 0,0 2 0,1 0 0,-1 1 0,1 1 0,1 0 0,0 2 0,0-1 0,1 2 0,0 0 0,-16 19 0,25-26-291,1 2 0,0-1 0,0 1 0,0-1 0,1 1 0,0 0 0,1 0-1,-1 0 1,1 1 0,1-1 0,-1 0 0,1 1 0,0-1 0,1 1 0,0 0 0,1 9 0,0-12-50,0 0-1,0 0 1,0-1-1,1 1 1,-1-1-1,1 1 1,0-1-1,1 0 1,-1 1 0,1-1-1,0 0 1,0-1-1,0 1 1,0 0-1,1-1 1,-1 0-1,1 0 1,0 0-1,0 0 1,0-1-1,0 1 1,1-1-1,-1 0 1,1 0-1,-1-1 1,6 2-1,1 0 0,0-1 0,0 0 0,0 0 0,0-1 0,1-1 0,-1 1 0,0-2 0,1 0 0,-1 0 0,0-1 0,13-4 0,-17 3-9,0 1 0,0-2 0,0 1 0,0-1 0,0 0 0,-1 0 0,0-1-1,0 0 1,0 0 0,0 0 0,-1-1 0,0 0 0,0 0 0,-1 0 0,1-1 0,-1 1-1,3-9 1,-2 5 10,-1-1 0,0 0 0,-1 0-1,0 0 1,-1-1 0,0 1 0,0-1-1,-1-15 1,-1 21 1,0 0 0,-1 0 1,0 0-1,0 0 0,0 0 0,0 0 0,-1 1 0,0-1 0,0 1 0,-1-1 0,0 1 0,0 0 1,0 0-1,0 0 0,-1 0 0,0 0 0,-7-6 0,1 4-23,0 1 0,0 0 0,-1 1 0,1 0 0,-1 1 0,0 0 0,0 1 0,-1 0 0,1 1 0,-1 0 0,0 1 0,1 0 1,-1 1-1,0 0 0,1 1 0,-1 0 0,-19 5 0,27-5-79,0 1 1,0-1 0,1 1 0,-1 0 0,1 0-1,-1 1 1,1-1 0,0 1 0,0 0-1,0-1 1,0 1 0,1 1 0,-1-1 0,-2 4-1,4-6-72,1 1-1,-1-1 0,0 0 0,1 1 0,-1-1 0,1 0 0,-1 1 0,1-1 0,-1 1 1,1-1-1,0 1 0,0-1 0,0 0 0,0 1 0,0-1 0,0 1 0,0-1 0,1 1 1,-1-1-1,0 1 0,1-1 0,-1 0 0,1 1 0,0-1 0,-1 0 0,1 1 0,0-1 1,0 0-1,0 0 0,0 0 0,0 0 0,0 0 0,0 0 0,0 0 0,0 0 1,0 0-1,0 0 0,1 0 0,-1-1 0,0 1 0,1-1 0,-1 1 0,2 0 0,44 10-6074,15-7-2666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4.4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663 54 10501,'0'0'5135,"-25"-10"-1039,-90-27-439,107 35-3398,1 0 0,-1 1 0,0 0 0,0 1 0,0 0 0,0 0 0,0 1-1,0 0 1,0 0 0,1 0 0,-1 1 0,0 1 0,1-1 0,-1 1 0,1 1-1,0-1 1,0 1 0,0 0 0,1 1 0,-12 9 0,4-1 68,1 1 1,0 1-1,1-1 1,1 2-1,0 0 1,-15 31-1,11-14-100,1 0-1,2 1 1,2 0-1,1 1 0,1 0 1,-3 39-1,-3 220-195,12-192 2,2-72-114,-3 103-652,-29 192 0,30-315 296,0 0 1,0-1-1,-1 0 1,0 1-1,0-1 1,-8 12-1,10-19 140,0-1-1,0 1 0,-1 0 0,1-1 0,0 1 0,-1-1 1,0 1-1,1-1 0,-1 0 0,0 0 0,1 0 0,-1 0 0,0 0 1,-4 1-1,4-1-233,0-1 0,0 0 0,-1 0 0,1 0 0,0 0 0,-1 0 0,1 0 0,0-1 0,0 1 0,-1-1 0,1 1 0,0-1 0,0 0 1,0 0-1,0 0 0,-3-2 0,-25-24-8970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4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69 1088,'0'0'13014,"155"-31"-8596,-96 26-1488,1 1-1554,5 2-895,0 0-481,4-2-689,2-2-2688,4-9-4851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4.8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565 0 10645,'0'0'12390,"-146"184"-8325,98-90-575,8 4-1553,11 3-1697,8-5-240,4-12 0,0-13 0,-6-25-112,-6-19-1425,-6-13-1280,-9-14-1297,-9 0-2913,-9-25-5843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5.3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1 644 9316,'26'-7'4578,"328"-76"7070,95-25-8028,-370 84-3742,0-4 1,-2-3 0,111-62 0,-166 80-129,-2 0-1,0-1 1,0-1-1,21-22 1,-36 32 178,1-1 0,-1-1 1,-1 1-1,1-1 0,-1 0 0,0 0 1,4-10-1,-7 12 68,0 1 0,0 0 0,0-1 0,0 1 0,0-1 0,-1 1 0,0 0 0,0-1 0,0 1 0,-1-1 0,1 1 0,-1-1 0,0 1 0,-2-6 0,1 8 11,1-1 0,0 1 0,-1 0-1,1-1 1,-1 1 0,1 0 0,-1 0 0,0 0 0,0 0 0,0 0 0,0 1-1,-1-1 1,1 1 0,0-1 0,-1 1 0,1 0 0,-1 0 0,1 0 0,-1 0-1,-4-1 1,-5 0 62,-1 0 0,1 1-1,-16 0 1,27 1-61,-14 0 77,1 2 1,-1 0 0,1 1 0,-1 0-1,1 1 1,0 0 0,1 1-1,-1 1 1,1 0 0,0 1-1,1 1 1,-1 0 0,-12 11-1,3-1 153,0 1-1,1 1 0,1 1 0,1 1 0,-28 42 0,27-30-43,2 0 0,1 2 0,-24 69 0,-18 118-202,40-149 27,12-29-8,20-43-315,-3-3 230,0 0 1,0-1-1,0 0 1,0-1-1,0 0 1,0 0 0,-1-1-1,0 0 1,1-1-1,14-9 1,-9 3-26,0 0 0,-1 0 0,0-2 1,-1 0-1,14-17 0,-26 29 171,1-1 35,0 0 0,-1 0-1,1 0 1,-1 0-1,0 0 1,0 0-1,1 0 1,-1 0-1,-1 0 1,1 0-1,0-1 1,0 1-1,-1 0 1,1-5 693,-1 7-780,-1 0-1,1 0 1,0 1-1,-1-1 1,1 0-1,0 0 1,-1 0-1,1 0 1,0 0-1,0 0 1,-1 0-1,1 0 1,0 1 0,-1-1-1,1 0 1,0 0-1,0 0 1,-1 1-1,1-1 1,0 0-1,0 0 1,0 1-1,-1-1 1,1 0-1,0 0 1,0 1-1,0-1 1,0 0 0,0 1-1,-1-1 1,0 8-528,0-1 0,0 0 0,1 0 0,0 1 0,0-1 0,0 0 0,1 1 0,0-1 0,1 0 0,-1 0 0,2 0 0,-1 0 0,5 10 0,-4-12-5,-1-1-1,1 0 1,-1 0-1,1 0 1,0 0-1,1 0 1,-1-1-1,1 1 1,0-1-1,-1 0 1,1 0-1,1 0 1,-1-1-1,0 0 1,1 1-1,-1-2 1,1 1-1,-1 0 1,1-1-1,0 0 1,5 1-1,29-1-8818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5.7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35 164 5282,'0'0'11939,"22"-3"-10602,116-12 306,-135 15-1614,0 0 1,0 0-1,0 0 0,0-1 0,0 1 0,0-1 0,0 0 0,0 0 1,0 0-1,-1-1 0,1 1 0,0 0 0,-1-1 0,1 0 0,-1 0 1,0 1-1,0-1 0,1-1 0,-1 1 0,0 0 0,-1 0 0,1-1 1,0 1-1,-1-1 0,1 0 0,-1 1 0,0-1 0,0 0 0,0 0 1,0 0-1,0 0 0,-1 0 0,1 0 0,-1 0 0,0 0 0,0 0 0,0 0 1,-1-4-1,1 4 15,0 1 0,-1-1 0,1 0 0,-1 1 0,0-1 0,1 1 0,-1-1 0,0 1 0,0 0 0,-1-1 0,1 1 0,0 0 0,-1 0 0,0 0 0,1 0 0,-1 0 0,0 0 0,0 0 0,0 0 0,0 1 0,0-1 0,0 1 0,-1-1 0,1 1 0,0 0 0,-1 0 0,1 0 0,-1 1 0,1-1 0,-1 0 0,-3 1 0,-10-3 647,0 0 1,-1 2-1,-30 1 0,30 0-62,13 0-516,0 0 1,0 0-1,0 0 0,0 1 0,0 0 1,0-1-1,1 1 0,-1 1 0,0-1 1,1 0-1,-1 1 0,1 0 1,-1 0-1,1 0 0,0 0 0,0 0 1,0 1-1,0 0 0,0-1 1,0 1-1,1 0 0,-1 0 0,1 0 1,0 1-1,0-1 0,0 1 0,0-1 1,1 1-1,0-1 0,-1 1 1,1 0-1,1 0 0,-1 0 0,0-1 1,1 1-1,0 0 0,0 0 1,0 0-1,0 0 0,1 0 0,-1 0 1,1 0-1,0-1 0,0 1 0,1 0 1,-1-1-1,1 1 0,0-1 1,3 6-1,1 0-157,0 0-1,2-1 1,-1 1 0,1-1 0,0-1 0,0 0-1,1 0 1,0 0 0,0-1 0,15 7 0,5 1-1323,0-1 0,44 13 1,-45-18-1822,36 6 0,35-2-8386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6.0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245 1 10805,'0'0'15399,"-50"148"-13318,29-56-832,2 17-177,5 19-416,1-1-368,3-4-240,-3-12-48,-2-15-848,1-18-897,-3-22-560,0-20-256,1-24-1361,1-12-1392,5 0-4771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6.3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 11381,'0'0'3487,"23"-5"-21,3-2-2448,-9 3-416,0 0 0,0 0 0,0 2 0,1 0 0,-1 1 0,21 1-1,-32 1-438,0-1 0,0 1 0,0 0 0,0 0 0,0 1 0,0-1 0,0 1 0,0 1 0,0-1 0,-1 1 0,0 0 0,1 0 0,-1 1 0,8 7 0,-10-8-113,0 1 1,0-1-1,-1 1 1,0 0-1,1 0 1,-1 0-1,-1 0 1,1 0 0,-1 0-1,1 1 1,-1-1-1,-1 0 1,1 1-1,0-1 1,-1 1-1,0-1 1,0 1 0,-1-1-1,1 0 1,-1 1-1,-1 6 1,-1-4-9,0 1 1,0 0 0,0-1 0,-1 0-1,0 1 1,0-2 0,-1 1-1,0 0 1,0-1 0,-1 0 0,1 0-1,-1-1 1,-9 7 0,6-5 3,0-1-1,0 1 1,-1-2 0,0 1 0,0-2 0,-1 1 0,0-1 0,1-1-1,-13 3 1,22-6-62,0 1 1,0-1-1,-1 0 0,1 0 0,0 1 1,0-1-1,0 0 0,0 0 0,0 0 0,0 0 1,-1-1-1,1 1 0,0 0 0,0 0 1,0-1-1,0 1 0,0-1 0,0 1 1,0-1-1,0 1 0,0-1 0,0 1 0,0-1 1,0 0-1,1 1 0,-1-1 0,0 0 1,0 0-1,1 0 0,-1 0 0,0 0 0,0-1 1,0-2-612,1 1 0,-1 0 1,1 0-1,0 0 0,-1 0 1,2-1-1,-1 1 0,0 0 1,1 0-1,0-5 0,7-5-6504,10 3-3188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6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14 341 5635,'0'0'20147,"4"18"-17404,-2-8-2484,6 24 1009,-1 1 0,3 65 0,-10-99-1264,0-1-1,-1 1 0,1 0 1,0-1-1,0 1 0,-1 0 1,1-1-1,-1 1 1,1 0-1,0-1 0,-1 1 1,1-1-1,-1 1 0,1-1 1,-1 1-1,0-1 1,1 1-1,-1-1 0,1 0 1,-1 1-1,0-1 0,1 0 1,-1 1-1,0-1 1,1 0-1,-1 0 0,0 0 1,0 0-1,1 0 0,-1 0 1,0 0-1,0 0 1,1 0-1,-1 0 0,0 0 1,1 0-1,-1 0 0,0 0 1,0-1-1,1 1 1,-1 0-1,0-1 0,1 1 1,-1 0-1,1-1 0,-1 1 1,0-1-1,1 1 1,-1-1-1,1 1 0,-1-1 1,0 0-1,-1-5-10,-1-1 1,1 1-1,0-1 1,1 1-1,0-1 1,0 0-1,0 0 0,1 1 1,0-1-1,0 0 1,2-7-1,-2-9-82,0-16-98,9-63-1,-6 83 136,1 1 1,1 0-1,0 1 0,1-1 0,15-27 0,-12 27-221,2 1 0,-1 0 0,2 1 0,17-20-1,-24 31 1,0 0-1,0 1 1,0-1-1,0 1 1,1 0-1,0 0 1,0 1-1,0 0 0,0 0 1,0 0-1,1 1 1,-1 0-1,1 0 1,0 0-1,-1 1 1,8 0-1,-4 0-994,0 1 0,0 1 0,16 2 0,-21-2 399,0 1-1,0 0 0,0 0 0,0 0 1,0 0-1,0 1 0,-1 0 1,1 0-1,-1 0 0,0 0 0,0 1 1,0-1-1,4 7 0,-2-3 181,1 0-1,0 0 0,0-1 0,1 0 0,-1 0 1,1 0-1,1-1 0,16 7 0,7-3 3522,6-5 6358,-35 0-2613,-8 9-3622,-3-8-2144,1 0 0,-2 0 0,1-1 0,0 0 0,-17 5 0,12-5-398,1 1 0,0 0 0,1 1-1,-15 9 1,24-13-400,-1 0-1,1-1 0,0 1 1,0 0-1,0 1 0,0-1 1,0 0-1,1 0 1,-1 1-1,0-1 0,1 1 1,0 0-1,0-1 0,0 1 1,0 0-1,0 0 1,0 0-1,1-1 0,-1 1 1,1 0-1,0 0 1,0 0-1,1 5 0,-1-7-19,0 1-1,1 0 1,-1 0-1,1-1 0,-1 1 1,1 0-1,0-1 1,0 1-1,0-1 0,0 1 1,0-1-1,0 1 1,0-1-1,0 0 1,1 0-1,-1 1 0,0-1 1,3 1-1,1 1-5,-1-1-1,1 1 1,0-1 0,0 0-1,0-1 1,6 2-1,6 0-73,1 0 0,33-1 0,-40-2-6,0 0-1,0-1 0,0 0 0,0-1 0,0 0 0,0-1 0,14-5 0,-21 6 66,0 0-1,-1 0 0,1 0 0,-1 0 0,1-1 0,-1 1 1,0-1-1,0 0 0,0 0 0,0 0 0,0 0 1,-1 0-1,1-1 0,-1 1 0,0-1 0,0 0 0,0 0 1,-1 0-1,1 0 0,-1 0 0,0 0 0,1-7 0,-1 7 40,-1-1 1,1 0-1,-1 0 0,0 0 0,-1 0 0,1 0 0,-1 0 0,0 0 0,0 1 0,0-1 0,-1 0 0,1 1 0,-1-1 0,0 1 0,-1-1 0,1 1 0,-1 0 0,0 0 0,0 0 0,0 0 1,0 1-1,-1-1 0,1 1 0,-1 0 0,0 0 0,0 0 0,0 0 0,-1 1 0,1 0 0,-1 0 0,1 0 0,-1 0 0,1 1 0,-9-2 0,9 2-44,-1-1 0,0 1 0,-1 0 0,1 0 0,0 1 0,0 0 0,0-1 0,0 2 0,0-1-1,-1 1 1,1 0 0,-9 2 0,11-2-234,0 1 0,1-1 0,-1 1 0,0 0-1,1-1 1,-1 1 0,1 1 0,-4 2 0,3-1-715,-1 1 1,1-1-1,1 1 0,-1-1 1,-3 9-1,-5 14-7232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7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355 0 5491,'0'0'14398,"-6"13"-11196,6-11-3078,0 0 1,0 0 0,0 0 0,0 0 0,0 0-1,1 0 1,-1 0 0,1 0 0,-1 0-1,1 0 1,0-1 0,0 1 0,-1 0 0,3 2-1,3 9 315,5 23 68,-3 0 0,-1 1 0,-1 0 0,1 70 0,-5-76-302,2 412 755,-5-421-959,0 0 0,-2 0 0,-1 0 0,0 0 0,-2 0 0,0-1 0,-2 0-1,-16 33 1,23-52 14,-1 0-1,0 1 0,0-1 0,0 0 1,-1 0-1,1 0 0,0-1 0,-1 1 1,1 0-1,-1-1 0,1 0 0,-1 1 1,0-1-1,0 0 0,0-1 0,1 1 1,-1 0-1,0-1 0,0 1 0,0-1 1,0 0-1,0 0 0,0 0 0,0-1 1,0 1-1,0-1 0,-3 0 0,-3-1 66,0-1-1,-1 0 1,1 0-1,0-1 1,1 0-1,-16-11 0,8 4-169,0-1-1,2 0 0,-1-1 0,2-1 0,0 0 0,0-1 1,2-1-1,0 0 0,0 0 0,2-1 0,0 0 0,0-1 1,2 1-1,1-2 0,0 1 0,1-1 0,1 0 0,0 0 1,2 0-1,-1-30 0,6-67-4410,-1 95 2097,1 0 0,2 0 1,8-29-1,9-14-5954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7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24 11477,'0'0'16472,"-10"-23"-17257,10 42-1648,6 4-2641,2-2-6563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8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1 130 160,'0'0'15914,"9"5"-13638,-1-1-1849,0-1 0,1 1 0,-1-1 0,1-1 0,-1 1 1,1-2-1,0 1 0,0-1 0,9 0 0,27 1 290,-31-1-687,0 0 0,0 0 0,0-2 0,1 0 0,-1 0 0,0-1 1,23-7-1,-35 8-37,0 0 0,0 0 0,0 0 0,0 0 0,-1 0 0,1 0 0,0-1 0,0 1 0,-1-1 0,1 1 0,1-3 0,-3 3 4,1 1 0,-1-1 0,0 0 0,1 0 0,-1 0 0,0 1 0,1-1 0,-1 0 0,0 0 0,0 0 0,0 0 0,0 0 0,0 0 0,0 1 0,0-1 0,0 0 0,0 0 0,0 0 0,-1-1 0,0-1-17,-1 1-1,1 0 0,-1-1 0,1 1 0,-1 0 0,0 0 0,0 0 0,0 0 0,0 0 1,0 1-1,-1-1 0,1 1 0,-1-1 0,1 1 0,-4-2 0,-209-75-107,213 77 178,1 1 0,0-1 0,0 1 0,-1-1 0,1 1 0,0 0 0,-1-1 0,1 1 0,0 0 0,-1 0 0,1 0 0,-1 0 0,1 0 0,0 0 0,-1 0 0,1 1 0,0-1 0,-1 0 0,1 1-1,0-1 1,-1 1 0,1 0 0,0-1 0,0 1 0,0 0 0,-2 1 0,1 1 59,0 1-1,1-1 1,-1 1 0,1-1-1,0 1 1,0-1-1,0 1 1,-1 6 0,-2 19 298,2-1 1,0 1-1,5 53 1,-3-77-559,1-1 0,-1 1 0,1 0 0,0-1 0,1 1 0,-1 0 0,1-1 1,-1 0-1,1 1 0,1-1 0,-1 0 0,1 0 0,-1 0 0,1 0 0,0 0 0,1-1 1,-1 0-1,0 1 0,1-1 0,0 0 0,0-1 0,0 1 0,6 2 0,1 0-1305,0-1 0,1-1 0,-1 0 1,1-1-1,0 0 0,0 0 0,0-1 0,14-1 0,34 0-8749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8.4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276 36 11157,'0'0'16944,"-24"-7"-16213,-79-17 16,98 22-703,0 1 0,1 1 1,-1-1-1,0 1 0,0 0 0,0 0 1,0 0-1,0 1 0,0 0 0,0 0 0,0 0 1,1 0-1,-1 1 0,0 0 0,1 0 1,-1 0-1,1 0 0,0 1 0,0 0 1,0-1-1,0 2 0,0-1 0,1 0 1,-1 1-1,1 0 0,0-1 0,0 2 1,0-1-1,1 0 0,-1 0 0,1 1 0,0-1 1,-2 8-1,2-5-71,-1 0 0,2 0 0,-1-1 0,1 1 0,0 0 1,1 0-1,-1 0 0,1 0 0,1 0 0,0 0 0,0 0 0,0 0 0,0 0 0,1 0 0,0 0 0,1-1 1,0 1-1,0-1 0,0 0 0,7 9 0,-4-9-233,0 0 0,1-1 0,-1-1-1,1 1 1,1-1 0,-1 0 0,0 0 0,1-1 0,0 0 0,0-1-1,0 1 1,0-1 0,13 1 0,-4-1-1624,1-1 0,0 0 0,-1-2 0,1 0 0,23-4 0,19-15-10038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8.7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274 1 9957,'0'0'17341,"-4"3"-15746,-4 5-1169,1 0 0,0 0-1,1 1 1,0 0 0,0 1-1,1-1 1,-5 11 0,-8 14-81,-18 28-320,3 2-1,3 2 1,2 0-1,-30 114 1,54-164-25,1 1 0,1 0 0,1 1 0,0-1 0,3 32 0,-2-46-98,1-1 1,0 0-1,0 1 1,-1-1-1,1 0 0,1 1 1,-1-1-1,0 0 1,0 0-1,1 0 0,0 0 1,-1 0-1,1 0 1,0 0-1,0-1 0,0 1 1,0-1-1,0 1 1,0-1-1,0 0 1,0 0-1,1 0 0,-1 0 1,0 0-1,1 0 1,-1-1-1,1 1 0,3 0 1,3 0-1197,1 0 1,-1 0-1,1-1 0,0 0 1,-1-1-1,13-2 1,12-7-6063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8.9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10373,'0'0'6291,"125"0"-3490,-72 0-1008,3 0-1041,5 0-752,-5 0-352,-4 0-1377,-6-2-2849,-8-4-4562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29.2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12406,'0'0'20361,"15"9"-20361,-15-7-960,0 2-3074,-6 0-2257,-5-2-4354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55.1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1 786 1088,'0'0'6684,"7"-1"-6140,-1 1-343,-3 0-73,-1 0 1,1-1 0,0 1-1,0 0 1,0-1-1,-1 0 1,1 1-1,0-1 1,-1 0-1,1 0 1,0-1 0,-1 1-1,4-3 1,-3 2 288,0 0 0,-1 1 0,1 0 0,0-1 0,0 1 0,0 0 0,0 0 0,6 0 0,55-4-300,-42 5 185,249-26 321,-1 1-384,-139 18-144,230-16 103,318 7 310,-452 18-370,691-16 12,892 12 1626,-1396-22-1746,-325 16-28,366-48-34,-228 25 27,110-2 16,-62 20 98,352-33-130,-231 10 516,-223 24-371,221-8-21,-151 10-1,18 3 328,77-6 397,209-18-248,-303 30-459,98-5 90,667-25-255,-649 28 128,323-43 2,-164-2-80,-281 35 57,307-12 1621,-281 13-67,-76 1-663,-165 9-506,0-1 0,36-10 0,-35 7-250,0 2 0,27-3 0,68-1-140,165-5 81,-126 15-141,172-5 22,-147-21 128,-124 14-206,111-5 0,151 32-69,-151 2 128,323-4 0,-347-31 53,-95 9-9,69-2 0,-1 10-100,129-3 70,-91-17-22,-152 18 92,-8 2-421,-12 7-509,10-4 269,0 0 0,-1 0 0,1-1 0,-1 0 0,0 0 0,0 0 0,0-1 0,0 1 0,0-1 0,-1-1 0,1 1 0,-1-1 0,1-1 0,-13 1 0,-39 0-9030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55.9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101 169 288,'0'0'1297,"-2"-117"-1137,2 96 16,0 7-176,-5 3 160,-7 5-32,-5 6 48,-2 0-176,5 0-640,-3 0-449,2 4 433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6:58.5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132 559 176,'0'0'2681,"-2"-3"-2467,-8-13-50,9 14-44,0 0 0,0-1 0,-1 1 0,1 0 1,0 0-1,-1 0 0,0 0 0,1 0 1,-1 0-1,0 0 0,0 0 0,0 1 0,0-1 1,0 1-1,-1 0 0,1-1 0,0 1 1,-1 0-1,1 0 0,0 1 0,-1-1 1,1 0-1,-1 1 0,-4-1 0,5 1 152,0 0 0,0 0 0,0-1 0,0 1 0,0-1 1,0 1-1,0-1 0,1 0 0,-1 0 0,0 0 0,0 0 0,1 0 0,-1 0 0,0 0 0,-2-3 0,3 2 23,-1 1 0,0 0 0,1-1 0,-1 1 0,0 0 0,0 0 0,0 0 0,0 0 0,0 0 0,0 0 1,0 1-1,0-1 0,0 1 0,0-1 0,-4 1 0,5 0 52,26 0 141,121-12 534,60-1-593,432 17-286,-181 0-65,192-31-94,-128-9 55,-412 31 24,324-1-46,128-8-58,-427 2 90,583-34 1,376 11-82,-931 23 77,171-35 0,-188 27-94,277-2 0,-260 18 27,325-23 565,200-3 608,133 32-684,-535-26 265,-1 0 356,383 22 502,-642 1-1434,1-2 1,-1-1 0,32-9-1,-30 7 12,0 0-1,41-2 0,-5 8 67,-39 1-33,-1-1 0,0-1 0,39-8 0,-43 6-15,1 1 1,28-1-1,1 1 135,124-2 3233,-173 5-3558,0 1 0,0 0 0,0 0 0,-1 0-1,1 0 1,-1 0 0,1 0 0,-1 0 0,0-1 0,-1 4 0,-13 24-475,-7 10-2173,20-37 2072,0 0 0,1 0 0,-1 0 0,0 0 0,0-1 0,0 1 0,0-1 0,-1 0 0,1 1 0,0-1 0,-1 0 0,1 0 0,0-1 0,-1 1 0,-3 0 0,-13 0-11020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01.3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0 948 2193,'0'0'9119,"9"-1"-8265,134-12 2285,79-10-1628,-99 1-1214,698-97 262,-455 86-484,304-21 80,112-1-179,-343 29-145,112-11-377,557-5 23,-625 45 703,503-6 603,-651-7-768,861-15 108,-712 26 223,1209-22-315,-1317 1-83,107-5 32,555-11-151,-539 9-141,12 0 341,-482 26-5,1134-61-232,-626 37 480,1 25 155,-210 2-318,291-20-45,-259 1-12,228-23 70,-584 40-131,223-34 761,-163 22 1460,93-32 0,-117 28-264,-36 8 4621,0 1-5940,6-6-629,-8 10 0,1-1 0,0 1 0,-1 0 0,1 0 0,1 0 0,-1 1 0,7-5 0,-6 5 0,1 0 0,0 1 0,0-1 0,0 1 0,0 0 0,0 1 0,0-1 0,10 2 0,19 3-1586,14 14-7776,-40-15 7718,34 16-8911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01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1 144,'0'0'672,"123"94"-672,-104-79-256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03.5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1 180 1761,'0'0'7312,"10"-3"-6356,3-1-563,0 1 1,1 0 0,0 0 0,21 0-1,331 5 217,408-5 672,-405-13-1260,155-2 1,969 18 295,-975 33 635,-208-6-652,591-7 1000,-541-18 167,54 18-1258,11 1-209,695-46 487,-1027 16-178,1-4 1,125-34-1,-95 19-202,0 5-1,137-7 1,-128 17-29,126-8 119,-235 21 34,1-1 0,-1-2-1,0 0 1,0-1 0,31-10-1,-37 9-95,-1 2-1,1 0 1,0 1-1,0 1 1,0 1-1,24 2 1,7 0 994,31-5 1853,-38 1-2584,64 5-1,-89 0-1446,-34 1-3616,-28-3 358,-20-1-3153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4.3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1154 6211,'0'0'8036,"20"-17"-7359,-5 4-601,14-13 42,2 2 0,58-36 0,-52 38-35,104-55-15,-120 67 15,0 0 0,1 2 0,0 1-1,38-8 1,-58 14-29,0 1 0,1-1 0,-1 1 0,0 0 0,1-1-1,-1 1 1,0 0 0,0 0 0,1 1 0,-1-1 0,0 0-1,1 1 1,-1-1 0,0 1 0,0 0 0,0 0 0,0 0 0,3 1-1,-4 0 17,1 0 0,-1 1 0,0-1 0,0 1-1,0-1 1,0 1 0,-1-1 0,1 1 0,-1 0 0,1-1-1,-1 1 1,0-1 0,0 1 0,-1 4 0,2 24 609,-2 1 1,-1-1 0,-2 1 0,-13 53-1,-5-5-83,-3 6-116,-18 119 0,42-204-488,1 0 1,0 0 0,0 0-1,-1 0 1,1 0 0,0 0-1,0-1 1,0 1 0,0 0-1,0 0 1,0 0 0,0 0-1,0 0 1,1 0 0,-1 0-1,0 0 1,1 0 0,-1 0-1,0 0 1,1-1 0,-1 1-1,1 0 1,-1 0-1,1 0 1,0-1 0,-1 1-1,2 0 1,-1 0-3,0-1-1,0 0 1,1 0 0,-1 0 0,0-1-1,0 1 1,0 0 0,1 0-1,-1-1 1,0 1 0,0 0-1,0-1 1,0 1 0,0-1-1,0 0 1,0 1 0,2-2-1,7-6-48,0 0-1,15-16 0,19-25-258,-17 18-460,1 1 0,2 1-1,65-49 1,-94 77 783,1 0 0,-1 0 0,1 0 0,-1 0-1,1 0 1,0 0 0,-1 0 0,1 1 0,0-1 0,0 0 0,0 1 0,-1 0-1,1-1 1,0 1 0,0 0 0,0 0 0,0 0 0,0 0 0,0 1 0,-1-1 0,1 0-1,0 1 1,0-1 0,0 1 0,-1 0 0,4 1 0,-1 2 58,0-1 0,0 1 0,-1 0-1,1 0 1,-1 1 0,0-1 0,4 8 0,5 8 57,18 20-3,2-2 1,1-1-1,60 51 1,-91-86-143,0 0 0,1 0 1,-1 0-1,1 0 0,-1 0 0,1-1 1,0 1-1,0-1 0,0 0 1,5 2-1,-7-3 10,1 0-1,-1 0 1,0-1-1,0 1 1,0 0-1,0-1 1,0 1-1,0-1 1,0 1-1,0-1 1,-1 1 0,1-1-1,0 1 1,0-1-1,0 0 1,0 0-1,-1 1 1,1-1-1,0 0 1,-1 0-1,1 0 1,-1 0-1,1 0 1,-1 0 0,1 0-1,-1 0 1,0 0-1,1 0 1,-1 0-1,0 0 1,0 0-1,0-2 1,10-46-131,-3 0-1,-2-1 1,-2 0 0,-5-60 0,1 95 69,0 1 1,-1-1-1,-1 1 1,-1 0-1,1 0 1,-2 0-1,0 0 1,-9-16-1,-9-10-685,-34-48 0,19 30 368,36 56 391,0-1 0,0 0 0,1 1 0,-1-1 0,1 0 0,0 0 0,0 0 0,-1-5 0,2 7-1,0-1 0,0 1 1,0 0-1,0 0 0,1 0 0,-1 0 1,0 0-1,1 0 0,-1-1 0,1 1 1,-1 0-1,1 0 0,0 0 0,-1 0 1,1 0-1,0 1 0,0-1 0,-1 0 1,1 0-1,0 0 0,0 1 0,0-1 1,0 0-1,0 1 0,0-1 1,0 1-1,0-1 0,2 1 0,27-12 14,0 2-1,1 1 1,46-7-1,-1-1 127,60-15 82,382-104 487,-428 106-829,-1-4 0,-1-3 0,130-78 0,-170 85-329,69-58 1,-99 72 429,0 0 0,-1-1-1,-1-1 1,-1-1 0,-1 0 0,15-26-1,-26 40 103,0-1-1,0 1 0,-1-1 0,0 0 1,0 0-1,0 0 0,0-8 1,-2 13-19,0-1 0,0 1 1,0-1-1,0 1 0,0-1 1,0 1-1,0-1 1,-1 1-1,1-1 0,-1 1 1,1-1-1,-1 1 1,1 0-1,-1-1 0,0 1 1,0 0-1,0 0 1,0-1-1,0 1 0,0 0 1,0 0-1,0 0 1,0 0-1,0 0 0,-1 1 1,1-1-1,0 0 1,0 0-1,-1 1 0,1-1 1,-1 1-1,1-1 1,-1 1-1,-2-1 0,-12-1 173,0 0 0,0 1 0,0 1 0,0 0 0,-1 1 0,1 1 0,0 0 0,0 2 0,1-1 0,-1 2-1,1 0 1,0 1 0,0 1 0,-27 16 0,12-5 71,1 2 1,0 1-1,2 2 0,1 0 1,-46 54-1,39-34-53,1 1-1,3 1 1,2 2-1,-25 58 1,-69 209 121,53-129-343,24-80-4,-3-2 0,-115 180 0,156-274-13,5-8-10,0 0-1,0 0 0,0 0 0,0 0 0,0 0 0,1 1 0,-1-1 0,0 0 0,1 1 1,-1-1-1,1 0 0,0 1 0,-1-1 0,1 3 0,16-4-350,9-10 298,0-1 1,-1-1 0,0-1-1,-1-1 1,27-21 0,-27 18-64,126-95-63,-149 111 238,0 1-1,1 0 0,-1 0 1,0 0-1,0 0 0,1-1 0,-1 1 1,0 0-1,1 0 0,-1 0 1,0 0-1,1 0 0,-1 0 0,0 0 1,1 0-1,-1 0 0,0 0 0,1 0 1,-1 0-1,0 0 0,1 0 1,-1 0-1,0 0 0,1 0 0,-1 1 1,0-1-1,0 0 0,1 0 1,-1 0-1,0 0 0,0 1 0,1-1 1,-1 0-1,0 0 0,0 1 1,1-1-1,-1 0 0,0 0 0,0 1 1,0-1-1,0 0 0,1 1 0,-1-1 1,0 0-1,0 1 0,0-1 1,0 0-1,0 1 0,0-1 0,0 0 1,0 1-1,0-1 0,0 0 1,0 0-1,0 1 0,0-1 0,0 0 1,0 1-1,-1 0 0,1 30-659,0-21 842,0-5-407,0 1 0,0-1 1,1 0-1,0 0 0,0 0 0,0 1 1,1-1-1,-1 0 0,5 7 1,-5-9-256,1-1 0,0 1 1,-1-1-1,1 0 0,0 0 1,1 0-1,-1 0 0,0 0 1,0 0-1,1-1 1,-1 1-1,1-1 0,-1 1 1,1-1-1,0 0 0,0 0 1,-1 0-1,1-1 0,6 2 1,24-1-6764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4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245 3 12886,'-18'0'3906,"-10"-1"-2372,5-1 312,0 2 0,-38 4 0,56-3-1706,1 0-1,-1 0 0,1 1 1,-1-1-1,1 1 0,0 0 1,0 0-1,0 0 1,0 1-1,0-1 0,0 1 1,0 0-1,1 0 0,0 1 1,-1-1-1,1 1 0,0-1 1,1 1-1,-1 0 1,1 0-1,0 0 0,0 0 1,0 1-1,0-1 0,1 0 1,0 1-1,-1-1 0,2 1 1,-1 0-1,1-1 0,-1 1 1,1 0-1,0-1 1,1 1-1,-1 0 0,1-1 1,1 6-1,-1-9-142,0 1 0,0-1 0,0 1 0,0-1 0,0 0-1,0 0 1,0 1 0,0-1 0,0 0 0,0 0 0,1 0 0,-1 0 0,0 0 0,1-1-1,-1 1 1,1 0 0,-1-1 0,1 1 0,-1-1 0,1 1 0,-1-1 0,1 0 0,2 1 0,43 1-353,-36-2 159,-4-1 37,0 1 1,0-1-1,0 0 1,0-1-1,0 0 0,-1 0 1,1 0-1,10-6 1,-14 7 136,-1 0 0,1-1 0,-1 1 0,1-1 0,-1 1 0,0-1 0,0 0 0,0 0 0,1-1 0,-2 1 0,1 0 0,0 0 0,0-1 0,-1 1 0,0-1 0,1 0 0,-1 1 0,0-1 0,0 0 0,0 0 0,-1 0 0,1 0 0,0-4 0,-2 7 91,0-1-1,1 1 0,-1 0 0,1-1 0,-1 1 0,0 0 1,1-1-1,-1 1 0,0 0 0,0 0 0,1 0 0,-1 0 1,0 0-1,1-1 0,-1 1 0,0 0 0,0 1 0,1-1 1,-1 0-1,0 0 0,1 0 0,-1 0 0,0 0 1,1 1-1,-1-1 0,0 0 0,1 1 0,-1-1 0,0 0 1,1 1-1,-1-1 0,1 1 0,-1 0 0,0 10-111,1-1 0,1 1 0,0-1 0,0 1-1,1-1 1,5 15 0,-6-22-169,1 0 1,-1 1-1,1-1 0,0 0 1,0 0-1,1 0 0,-1 0 1,0 0-1,1-1 0,0 1 1,0-1-1,0 0 0,0 1 1,0-1-1,0-1 0,0 1 1,1 0-1,-1-1 0,0 0 1,1 1-1,0-1 0,-1-1 1,5 2-1,0-1-1179,0 0-1,1 0 1,-1-1 0,0 0-1,1-1 1,-1 1 0,0-2-1,10-1 1,-10-1-1125,-1 1 0,1-1 0,13-10-1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5.0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324 0 13702,'0'0'8353,"-20"30"-4935,-2-1-2633,1 0-54,0 1 1,2 0-1,2 1 1,-25 60-1,33-69-271,-116 340 1932,121-349-2392,-15 67 0,17-71 0,1-1 0,0 1 0,1 0 0,0-1 0,0 1 0,1 0 0,2 9 0,-3-17 1,1 1 0,0-1 0,-1 1 0,1-1 0,0 1-1,0-1 1,-1 1 0,1-1 0,0 0 0,1 0 0,-1 1 0,0-1 0,0 0 0,0 0 0,1 0 0,-1 0 0,0 0-1,1-1 1,2 2 0,0 0-67,1-1 0,-1 1 0,1-1 0,0 0 0,0 0 0,8-1 1,-1 0-504,0 0 1,0-1 0,1-1 0,20-5 0,-19 2-855,-1-1 1,1 0 0,-2-1-1,1-1 1,-1 0 0,20-16-1,17-23-7618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5.1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47 15367,'0'0'3394,"182"0"-225,-69-2-2128,12-11-1041,1 0-1425,-3-5-4610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5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1 5715,'0'0'19288,"-103"115"-16390,103-84-1762,0-6-607,5-4-337,7-4-192,-1-9-208,-5 0-1089,-2-6-1024,-4-27-23355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5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1 14615,'0'0'10196,"-49"138"-11284,77-99-2050,3-5-2688,7-7-4499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5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312 0 11941,'0'0'4827,"-22"6"-276,-74 21-504,85-24-3269,0 0-1,0 1 1,1 1-1,-1 0 1,1 0-1,-18 14 1,26-18-729,0 0 0,1 1 1,-1-1-1,1 0 1,-1 1-1,1 0 0,0-1 1,0 1-1,-1 0 1,1 0-1,0 0 0,1-1 1,-1 1-1,0 0 0,0 0 1,1 0-1,-1 1 1,1-1-1,0 0 0,0 0 1,0 0-1,0 0 1,0 0-1,0 0 0,0 0 1,1 0-1,-1 0 1,1 1-1,-1-1 0,1 0 1,0-1-1,0 1 1,0 0-1,0 0 0,0 0 1,0 0-1,0-1 1,2 2-1,34 30-232,-29-27 50,1 1 1,-1 0-1,-1 0 0,9 10 0,-15-15 104,1 0-1,-1 0 1,0 0-1,1 0 1,-1 0-1,0 1 1,0-1-1,0 0 1,-1 1-1,1-1 0,-1 0 1,1 1-1,-1-1 1,0 1-1,0-1 1,0 1-1,0-1 1,0 1-1,-1-1 1,1 1-1,-1-1 0,-1 4 1,1-3 32,-1-1 0,1 1 0,-1-1 0,0 1 0,0-1 0,0 0 0,0 1 0,0-1 0,-1 0 0,1-1-1,-1 1 1,1 0 0,-1-1 0,0 1 0,-3 0 0,-49 16 132,43-14-112,-57 15-390,55-15-1995,46-14-2267,18-8-3003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6.1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728 1 13334,'0'0'10469,"-111"127"-6323,71-52-609,7 11-2256,-3 4-1281,1 2 0,-3-4 0,-4-5 0,-6-12 0,-2-6 0,-5-15 0,-1-12-912,-2-9-2898,-5-16-2449,0-13-7972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6.7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1 716 5010,'33'-14'9903,"60"-24"-4848,119-33-1,-161 58-3818,524-158 4906,-506 144-6331,-2-2-1,-1-3 0,-1-2 1,-2-4-1,-2-2 1,64-55-1,-121 91 161,41-40-210,-42 41 236,-1 0-1,1-1 1,-1 1 0,0-1 0,0 1 0,0-1 0,-1 0-1,1 0 1,-1 0 0,0 0 0,0 0 0,1-5-1,-2 9 12,0-1 0,0 1 0,0-1-1,0 1 1,0-1 0,0 1 0,-1-1 0,1 1-1,0 0 1,0-1 0,0 1 0,0-1-1,-1 1 1,1-1 0,0 1 0,0 0-1,-1-1 1,1 1 0,0-1 0,-1 1-1,1 0 1,0 0 0,-1-1 0,1 1-1,-1 0 1,1-1 0,0 1 0,-1 0-1,1 0 1,-1 0 0,1 0 0,-1-1 0,1 1-1,-1 0 1,-21 0 169,13 0-71,-10 1 14,0 2-1,0 0 0,1 0 1,-1 2-1,1 1 1,0 0-1,1 1 0,-1 0 1,2 2-1,-28 18 1,2 1-75,1 3 0,-66 65 0,52-37-45,2 2 0,4 2 0,2 2 0,3 2 0,3 2 0,3 2 0,3 1 0,-30 92 0,64-164-52,1 1 0,-1 0 0,1 0 0,0 0 0,-1 0 0,1 0 0,0 0 0,0 0 0,0 0 0,0 0 0,0 0 0,0 0 0,0 1 0,0-1 0,0 0 1,0 0-1,1 0 0,-1 1 0,1-2 29,-1 0 0,0 0 0,1 1 0,-1-1 0,1 0 1,-1 0-1,1 0 0,-1 1 0,0-1 0,1 0 0,-1 0 1,1 0-1,-1 0 0,1 0 0,-1 0 0,1 0 1,-1 0-1,1 0 0,-1 0 0,1 0 0,-1 0 0,1-1 1,-1 1-1,0 0 0,1 0 0,0-1 0,37-21-467,-32 18 458,70-50-778,68-43 1009,-142 96 1970,-2 4-1838,9 38-253,12 52-41,-1-34-2770,-8-43-611,1-13-1817,4-3-2832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2:17.0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77 7155,'0'0'12011,"19"9"-10634,64 24-513,-75-30-772,0-1 1,0 0-1,0 0 0,1-1 0,-1 0 0,0-1 0,1 1 1,-1-2-1,9 0 0,5-1 59,-20 2-140,1 0 0,0 0 0,0 0 0,-1-1 0,1 1 0,0-1 0,-1 0 1,1 1-1,0-1 0,-1 0 0,1-1 0,-1 1 0,1 0 0,-1-1 0,0 0 0,0 1 1,0-1-1,0 0 0,0 0 0,0 0 0,0 0 0,0 0 0,-1-1 0,1 1 1,-1 0-1,0-1 0,0 1 0,0-1 0,0 0 0,0 1 0,0-1 0,-1 0 0,1 1 1,-1-1-1,0 0 0,0 0 0,0 0 0,0 1 0,0-1 0,0 0 0,-2-4 1,1 5 24,0 0 0,-1 0 1,1-1-1,0 1 1,-1 0-1,0 0 1,1 1-1,-1-1 1,0 0-1,0 0 1,0 1-1,0-1 0,0 1 1,-1 0-1,1 0 1,0 0-1,-1 0 1,1 0-1,-1 0 1,-2 0-1,-6-2 334,0 0 1,1 1-1,-16 0 0,14 1 200,1 0 0,-1 1 1,0 0-1,0 1 0,1 1 0,-20 4 0,27-4-415,0-1-1,0 1 0,0 0 1,0 0-1,0 1 1,1-1-1,0 1 0,-1 0 1,1 0-1,0 0 0,0 0 1,0 0-1,1 1 0,-1-1 1,1 1-1,0 0 0,0 0 1,0 0-1,1 0 1,-1 0-1,-1 6 0,0 1-130,1 0 0,0 0-1,0 0 1,1 1 0,1-1-1,-1 1 1,2-1 0,0 0-1,3 15 1,-3-20-48,1 1 0,0-1 0,0 0 0,0 0-1,1 1 1,0-2 0,0 1 0,1 0 0,0-1 0,0 1 0,0-1 0,0 0-1,1-1 1,0 1 0,0-1 0,0 0 0,6 4 0,-4-4-411,1-1 0,-1 1 1,1-1-1,0-1 0,0 1 0,0-1 1,13 1-1,35 0-5363,22-2-8633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6.5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317 7 1713,'0'0'13534,"-9"-2"-11493,6 1-1860,1 1-101,1-1-1,-1 0 0,1 1 1,-1-1-1,1 1 0,-1 0 1,1-1-1,-1 1 1,0 0-1,1 0 0,-1 0 1,0 0-1,1 0 0,-1 1 1,1-1-1,-1 0 1,0 1-1,1-1 0,-1 1 1,1 0-1,0-1 0,-1 1 1,1 0-1,-1 0 0,1 0 1,0 0-1,0 0 1,-1 0-1,1 0 0,0 0 1,0 1-1,0-1 0,0 0 1,0 1-1,1-1 1,-1 1-1,0-1 0,1 1 1,-2 2-1,-24 75 1717,3 1 0,-15 98 0,-16 63-1149,53-238-685,-2 8-168,1-1 0,-1 0 0,-1 0-1,0 0 1,0-1 0,-1 1 0,-1-1 0,1 0-1,-8 8 1,12-16-244,0-1 0,0 1 1,0 0-1,0-1 0,-1 1 0,1-1 0,0 1 0,0-1 0,-1 0 0,1 1 1,0-1-1,-1 0 0,1 0 0,0 0 0,-1 0 0,1 0 0,0 0 0,-1-1 0,1 1 1,0 0-1,0-1 0,-1 1 0,1 0 0,0-1 0,0 0 0,-2 0 0,-21-22-7276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6.7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12 377 4498,'0'0'2244,"-2"-19"7,-7-59 388,8 74-2432,1 1 1,0-1-1,0 1 1,1-1-1,-1 0 1,1 1-1,0-1 0,0 1 1,0 0-1,0-1 1,0 1-1,1 0 1,0-1-1,-1 1 1,1 0-1,0 0 0,1 0 1,-1 1-1,0-1 1,1 1-1,3-3 1,2-2 155,1 2 0,0-1-1,0 1 1,1 1 0,11-5 0,-12 6-106,69-26 1520,1 3 0,98-18 0,166-7 413,26 34-2013,-211 17-4508,-106 0 1380,-47 2-1590,-4 8-2585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7.2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283 39 5298,'0'0'14943,"-8"-7"-13454,3 3-1262,3 1-159,0 1 0,0 0 0,0-1 0,-1 1 0,1 1 0,-1-1 0,1 0 0,-1 0 0,0 1 0,1 0 0,-1-1 0,0 1 0,0 0 0,0 1 0,0-1-1,0 0 1,0 1 0,0 0 0,-1-1 0,1 1 0,0 0 0,0 1 0,0-1 0,-4 2 0,-9 5 110,0 1-1,0 0 1,1 2-1,0 0 1,1 0-1,0 2 1,1-1-1,0 2 1,1 0-1,0 0 1,1 1-1,-10 18 1,19-29-191,1 0 1,0 0-1,0 1 0,0-1 0,0 1 1,0-1-1,1 1 0,-1-1 1,1 1-1,0 0 0,1 4 1,-1 2-250,1-9 226,-1 0-1,1-1 0,0 1 1,-1 0-1,1-1 0,0 1 1,0 0-1,-1-1 0,1 1 0,0-1 1,0 0-1,0 1 0,0-1 1,0 0-1,0 1 0,0-1 1,0 0-1,-1 0 0,1 0 1,0 0-1,0 0 0,0 0 0,0 0 1,0 0-1,0 0 0,1-1 1,31-3-164,-18-4 146,-1 0-1,0 0 0,0-2 1,-1 1-1,-1-2 0,0 0 1,0 0-1,-1-1 0,19-26 1,-25 31 297,0 0 0,-1 0 0,1 0 0,-2-1 0,1 1 0,-1-1 0,4-15 670,-8 36-876,-7 20-295,5-26-88,1-1 1,0 1 0,1 0 0,-1 0 0,1 0-1,1 0 1,-1 0 0,1 0 0,2 14-1,-2-20 119,1 0-1,0 0 0,-1 0 0,1 1 0,0-1 0,0 0 0,0 0 0,0 0 1,-1 0-1,1-1 0,1 1 0,-1 0 0,0 0 0,0 0 0,0-1 0,0 1 0,0-1 1,1 1-1,-1-1 0,0 1 0,1-1 0,-1 0 0,0 0 0,3 1 0,39 0-4481,-33-1 2806,37 0-4540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8.1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262 772 8644,'0'0'11627,"-24"-2"-9357,-80-1-643,97 3-1459,0 0 0,1 1 0,-1-1 0,0 1 0,1 1 0,-1-1 0,1 1 0,-1 0 0,1 1 0,0-1 0,0 1-1,0 1 1,0-1 0,1 1 0,-1 0 0,-4 4 0,8-7-143,1 1 0,-1-1 0,0 0 0,1 0 0,0 1 0,-1-1 0,1 1 0,0-1 0,0 1-1,0 0 1,0-1 0,0 1 0,0 0 0,0 0 0,0 0 0,1 0 0,-1-1 0,1 1 0,-1 0 0,1 0 0,0 0 0,0 0 0,0 0 0,0 0 0,0 0 0,0 0 0,1 0-1,-1 0 1,1 0 0,-1 0 0,1 0 0,0 0 0,0-1 0,0 1 0,1 3 0,5 3-148,-1 0 0,1 0 1,1-1-1,-1 0 0,15 10 0,-6-4-70,-2-2-181,24 25-550,-36-34 815,-1 0 0,1 1 0,-1-1 0,1 1 0,-1-1 0,0 1-1,0-1 1,0 1 0,0 0 0,0 0 0,-1-1 0,1 1-1,-1 0 1,0 0 0,0 5 0,0-7 100,-1 0 1,1 0-1,-1 0 0,1 0 1,-1 0-1,0 0 1,1 0-1,-1 0 0,0 0 1,0 0-1,1 0 0,-1 0 1,0 0-1,0-1 0,0 1 1,0 0-1,0-1 1,0 1-1,0-1 0,-1 1 1,1-1-1,0 1 0,-1-1 1,-33 9 30,30-8-40,-11 1-456,0 0 0,-22-1 0,36-5-665,2 0 1004,1 1-1,-1-1 1,1 1 0,1 0-1,-1-1 1,0 1 0,1 0-1,-1 0 1,1 0-1,0 0 1,0 0 0,0 0-1,0 1 1,1-1 0,2-2-1,50-40-492,-35 29 394,107-93-1254,-5-5 0,179-219 1,-142 123 848,-129 164 1956,27-55 0,-52 90-197,2-4 201,-6 3 4810,-6 17-4439,-14 19-1139,1 1 1,-26 47-1,-24 66 438,-69 227 732,63-148-1365,66-197-338,2 0 2,-1-1 0,-1 0 0,0 0 0,-2-1 0,0 0-1,-1-1 1,-22 27 0,32-46-85,0 0 0,1 0 0,-1 0 0,0 0 0,1 0 0,0 0 0,0 0 0,-1 0 0,1 0 0,0-1 0,1 1 0,-1-2 0,2-12-70,1 0 0,1 0 1,0 1-1,0 0 0,2 0 0,0 0 0,1 0 0,11-17 0,4-5-297,53-62-1,-54 74 200,0 1 1,2 1-1,29-23 0,-44 39 215,1 1 1,0 0-1,0 0 1,1 1-1,0 1 0,0-1 1,0 1-1,0 1 0,0 0 1,1 1-1,-1-1 1,1 2-1,11-1 0,-20 2 45,0 0 0,-1 0 0,1-1 0,0 1 0,-1 1 0,1-1 0,0 0 0,-1 0 0,1 1 0,0-1 0,-1 1 0,1-1-1,-1 1 1,1 0 0,-1-1 0,1 1 0,-1 0 0,2 1 0,-2 0 21,0 0 0,-1 0-1,1 0 1,0 1 0,-1-1 0,0 0-1,1 0 1,-1 0 0,0 0 0,0 0-1,-1 4 1,1 3 23,0-2 38,0-1 1,-1 0 0,0 1 0,-1-1-1,1 0 1,-1 0 0,0 0 0,0 0 0,-1 0-1,0-1 1,0 1 0,0-1 0,-1 0-1,0 0 1,-6 7 0,-6 4 246,-1-1 1,-1 0-1,-19 12 1,22-17-123,0 0 1,1 1 0,1 1-1,-1 1 1,-12 16 0,23-26-235,1 0 0,0 1 1,0 0-1,0-1 0,0 1 1,0 0-1,1 0 0,0 0 1,0 0-1,0 0 0,0 0 1,1 0-1,-1 0 1,1 1-1,0-1 0,0 0 1,1 0-1,-1 0 0,1 0 1,1 6-1,0-6-2,0 1 0,1-1-1,-1 1 1,1-1 0,-1 0 0,1 0-1,0 0 1,1-1 0,-1 1 0,1-1-1,0 1 1,-1-1 0,1 0 0,1-1-1,-1 1 1,8 3 0,5 0-52,0-2 1,0 1-1,1-2 0,0 0 1,-1-1-1,1-1 0,0-1 0,20-2 1,-1 2-781,-19 0-639,-1-1 0,1-1 0,-1 0 0,0-1 0,1-1 0,23-9-1,42-21-10880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8.6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601 0 10405,'0'0'9847,"-1"23"-5637,0-3-3209,-8 141 5676,8-153-6335,1-3-306,-1-1 0,1 1-1,-1-1 1,0 1-1,0-1 1,-1 0-1,-1 5 1,0-8-36,2-1 0,0 0 0,0-1 0,0 1 0,0 0 0,0-1 0,1 1 0,-1-1 0,0 1 0,0-1 0,0 1 0,0-1 0,1 0 0,-1 1 0,0-1 0,0 0 0,1 0 0,-1 0 0,1 0 0,-1 1 0,1-1 0,-1 0 0,0-2 0,-9-25 0,8 20 0,-1-2-2,-1 1-1,0 1 1,0-1 0,-1 0-1,0 1 1,-8-11 0,10 16-60,0 0 0,0 0 0,-1 1 0,1-1 1,-1 1-1,1 0 0,-1 0 0,0 0 1,0 1-1,0-1 0,0 1 0,0 0 0,0 0 1,0 0-1,0 0 0,0 1 0,-7 0 0,-3 0-60,0 1 0,0 1 0,0 0 0,0 1 0,0 1-1,1 0 1,0 1 0,0 0 0,0 1 0,0 0 0,-12 9-1,-2 3 219,0 2-1,1 1 0,-38 38 0,51-45 85,1 0 1,0 1-1,1 0 1,1 0 0,0 1-1,1 1 1,-8 21-1,12-26-115,1 1-1,1-1 0,0 1 0,0-1 0,1 1 0,1 0 0,0 0 0,1 0 1,0 0-1,1 0 0,4 17 0,-3-23-64,0-1 0,0 1 0,1-1 0,0 0 0,0 0 0,1 0 0,0 0 0,0-1 0,0 1 0,1-1 0,-1 0 0,1 0 0,1-1 0,-1 1 0,0-1 0,1 0 0,0-1 0,0 1 0,0-1 0,1 0 0,12 3 0,2 1 0,2-1 0,-1-1 0,1-2 0,-1 0 0,30 0 0,-11-2 0,1-2 1,44-7-1,-70 6-1,0-1-1,0-1 0,-1-1 1,1 0-1,-1-1 1,-1 0-1,1-1 0,18-13 1,-30 18-143,1 0 1,-1-1-1,0 0 1,1 1-1,-2-1 1,1-1-1,4-4 1,-7 7-291,1 0 1,0-1 0,-1 1 0,1-1 0,0 1-1,-1-1 1,0 1 0,1-1 0,-1 1 0,0-1-1,0 1 1,0-1 0,0 1 0,0-2-1,-4-12-8025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9.3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0 2593,'0'0'14503,"-4"25"-12118,1-9-1963,-3 26 786,-3-1-1,-20 60 0,-150 337 3089,168-419-7468,10-34-2576,1 2 5303,0-32-4760,0-8-1051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9.6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1 230 7652,'0'0'11002,"26"-9"-9303,-25 9-1685,59-21 1764,111-24 0,399-50 3180,-189 43-6064,-315 46-675,-23 5-4503,-40 13-7391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10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271 4 9188,'0'0'15042,"-23"-1"-13631,-9-2-819,-38 3 1,64 1-473,0 1 0,-1-1 0,1 1 1,0 1-1,0-1 0,0 1 1,0 0-1,1 0 0,-1 0 0,1 1 1,0 0-1,0 0 0,0 1 1,0-1-1,1 1 0,0 0 0,0 0 1,0 0-1,-5 10 0,4-7 33,1-1-134,0 0 0,0 0 1,1 0-1,0 0 0,0 0 0,1 1 0,0-1 0,0 1 0,1 0 1,0-1-1,0 1 0,1 0 0,0 0 0,0 0 0,1-1 0,3 15 1,-3-20-43,-1-1-1,1 0 1,0 0 0,0 0 0,0 0 0,0 1 0,0-1 0,0-1 0,0 1 0,0 0 0,0 0 0,0 0 0,0 0 0,1-1 0,-1 1 0,0-1 0,1 1 0,-1-1 0,0 1 0,1-1-1,-1 0 1,1 0 0,1 1 0,37-2-426,-37 1 408,11-2-92,-1-1-1,0-1 0,0 0 0,0 0 0,-1-1 0,1-1 0,-1 0 0,0-1 0,17-12 0,-8 3-39,-1 0-1,-1-1 1,0-1 0,19-23-1,-32 27 838,-12 10 1190,4 4-1761,0 0 0,0 1 1,0-1-1,0 1 0,0 0 0,0-1 1,0 1-1,0 0 0,0 0 0,0 0 0,1 0 1,-3 2-1,-1 2-99,1 1 0,-1-1 0,1 1 0,1-1 0,-1 1 0,1 0 0,0 0 0,0 1-1,1-1 1,-1 1 0,2-1 0,-1 1 0,1 0 0,0 0 0,0 0 0,1-1 0,0 1 0,1 11 0,-1-16-108,0 1-1,1-1 1,0 0 0,-1 1-1,1-1 1,0 1-1,0-1 1,1 0 0,-1 0-1,0 0 1,1 0-1,-1 0 1,1 0 0,0 0-1,0 0 1,-1 0-1,1-1 1,0 1 0,1-1-1,-1 0 1,0 1 0,0-1-1,0 0 1,1 0-1,-1 0 1,1-1 0,-1 1-1,4 0 1,9 2-1012,0 0-1,0-1 1,22 0 0,-37-2 1123,62 0-5175,2-4-2850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10.8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277 723 9108,'0'0'12529,"-23"-1"-10110,-74 1-735,90 1-1553,1 0 1,0 0-1,-1 0 0,1 1 1,0 0-1,0 0 1,0 1-1,1 0 0,-1 0 1,1 0-1,-1 1 1,1 0-1,0 0 0,0 0 1,1 0-1,-1 1 0,1 0 1,0 0-1,0 0 1,0 0-1,1 0 0,0 1 1,-5 11-1,7-13-134,0 0 0,0-1-1,0 1 1,0-1 0,0 1-1,1 0 1,0 0-1,0-1 1,0 1 0,0 0-1,0-1 1,1 1 0,0 0-1,-1-1 1,3 7 0,1-3-70,1 0 0,-1 0 0,1 0 0,0-1 0,12 11 0,-12-11-32,-1-1-1,1 1 0,-1 0 0,0 0 0,-1 1 0,1-1 0,-1 1 1,4 12-1,-6-16 79,-1-1 0,1 1 0,0 0-1,-1-1 1,0 1 0,1 0 0,-1 0 0,0-1 0,-1 1 0,1 0 0,0 0 0,-1-1 0,1 1 0,-1 0 0,0-1 0,0 1 0,0-1 0,0 1-1,-1-1 1,1 0 0,0 1 0,-1-1 0,0 0 0,0 0 0,1 0 0,-5 3 0,1-1-119,-1 1 0,0-1 0,0 0 0,-1-1 0,1 1 0,-1-1 0,0 0 0,0-1 0,0 0 0,-11 2 0,18-4 93,-1 0 0,1 0 0,0 0 0,-1 0 1,1-1-1,0 1 0,-1 0 0,1 0 0,0 0 0,-1-1 1,1 1-1,0 0 0,0 0 0,-1-1 0,1 1 0,0 0 1,0 0-1,0-1 0,-1 1 0,1 0 0,0-1 0,0 1 1,0 0-1,0-1 0,0 1 0,0 0 0,0-1 0,0 1 1,0-1-1,0 1 0,0 0 0,0-1 0,0 1 0,0 0 1,0-1-1,0 1 0,0 0 0,0-1 0,0 1 0,0 0 1,0-1-1,1 1 0,-1 0 0,0-1 0,9-19-752,3 1 513,1 0 0,1 1-1,1 1 1,21-20 0,6-7-18,122-135-1192,253-299-2732,-404 462 4364,14-20-331,25-40 0,-44 63 780,-2 1 0,0-1 0,0 0 0,-2 0 0,1-1-1,-2 1 1,4-22 0,-7 34-497,0 1-1,1 0 1,-1-1 0,0 1 0,0 0-1,0-1 1,0 1 0,0 0 0,0-1 0,0 1-1,0-1 1,0 1 0,0 0 0,0-1-1,0 1 1,0 0 0,0-1 0,-1 1-1,1 0 1,0-1 0,0 1 0,0 0-1,0-1 1,-1 1 0,1 0 0,0 0-1,0-1 1,-1 1 0,1 0 0,0 0-1,0-1 1,-1 1 0,1 0 0,0 0-1,-1 0 1,1-1 0,-16 6 1450,6 1-1128,0 0 1,0 0-1,1 1 1,0 0-1,0 1 1,-14 17-1,-43 62 1237,55-72-1343,-25 39 210,1 1 1,4 3-1,1 0 1,4 2-1,2 1 0,-29 114 1,36-100-402,9-33-91,-2-1 0,-2-1 0,-26 63 0,35-95-15,-1-1 1,0-1-1,0 1 1,-1-1 0,0 1-1,0-2 1,0 1-1,-1 0 1,-9 6 0,15-12-6,0 0 1,0 0-1,0-1 1,0 1-1,0 0 0,0 0 1,0-1-1,0 1 1,0 0-1,0 0 1,0 0-1,0-1 1,0 1-1,0 0 1,0 0-1,0 0 1,0-1-1,0 1 1,-1 0-1,1 0 1,0 0-1,0 0 1,0 0-1,0-1 1,0 1-1,-1 0 1,1 0-1,0 0 1,0 0-1,0 0 1,0 0-1,-1-1 1,1 1-1,0 0 1,0 0-1,0 0 1,-1 0-1,1 0 0,0 0 1,0 0-1,-1 0 1,1 0-1,0 0 1,0 0-1,0 0 1,-1 0-1,1 0 1,0 0-1,0 0 1,0 1-1,-1-1 1,1 0-1,0 0 1,0 0-1,0 0 1,0 0-1,-1 0 1,1 0-1,0 1 1,0-1-1,0 0 1,0 0-1,0-11-108,2 1 0,0-1 0,0 0 0,1 1 0,0-1 0,1 1 0,0 0-1,0 0 1,1 1 0,10-15 0,11-14-396,35-39-1,-40 52 134,3-6-280,2 2-1,50-45 1,-76 123 3683,-12 1-2174,8-37-644,1 1 0,0-1 0,1 1 0,0 0 0,1-1 0,1 21 0,1-30-193,1 1 1,-1-1-1,1 0 1,0 0-1,-1 0 1,2 0-1,-1 0 1,0-1 0,1 1-1,0 0 1,0-1-1,0 0 1,0 0-1,0 0 1,1 0 0,-1 0-1,1-1 1,0 1-1,0-1 1,0 0-1,0 0 1,0-1 0,6 2-1,5 2-54,1 0-1,-1-1 1,1-1 0,-1-1-1,24 1 1,-37-3 8,29 1-1679,35-4 0,-53 1 160,1 0-1,-1-1 0,14-5 1,42-21-9399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11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165 0 7652,'0'0'18584,"-111"138"-16199,84-81-512,10 3-560,7-3-881,10-7-272,0-10-160,0-13-240,0-12-513,0-9-783,0-37-17529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11.5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5475,'0'0'12776,"30"0"-9943,-26 1-2718,28-1 483,0 2 0,-1 1 0,1 1 0,-1 2 0,58 19 0,218 108 1978,-256-106-2155,-1 2-1,-1 2 1,78 64-1,-114-83-409,-1 0 0,0 0 0,-1 1 0,19 27 0,-26-33-21,-1-1 1,1 1-1,-1-1 0,-1 1 1,1 0-1,-1 1 1,-1-1-1,1 0 0,-1 0 1,0 1-1,-1-1 0,0 0 1,-1 11-1,0-12 24,-1 1 0,0-1-1,0 0 1,-1 0 0,1 0-1,-1 0 1,-1-1 0,1 1-1,-1-1 1,0 0 0,0 0-1,0 0 1,-1-1 0,0 1-1,0-1 1,0 0 0,0 0-1,0-1 1,-1 0 0,-6 3-1,-16 8 388,-1-1 0,-55 15-1,70-23-197,-183 46 1643,117-33-1714,-131 48 0,202-62-660,-36 17 1312,28-5-3058,16-15 1735,1 0-1,-1 0 1,0 0-1,0 1 1,1-1 0,-1 0-1,1 0 1,-1 1-1,1-1 1,0 0 0,0 1-1,-1-1 1,1 2-1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07.5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1274 8 992,'0'0'3701,"5"-1"-3421,13-5 24,-14 5 1289,-2 1-802,1 0 0,-1 0 0,0 1 1,1-1-1,-1 1 0,0-1 0,0 1 0,4 1 0,-4 6-344,1 1 0,-1-1 0,0 1 0,-1 0 0,0-1 0,0 1 0,-1 15-1,1 8 131,6 402 2019,-9-256-1916,2-82-503,-5 1 0,-32 179 0,-34 1-148,29-119 24,28-106-25,0-4-26,-10 81 0,-68 354 540,23-110 271,-9 33-570,25-109 21,26-127-231,-8 46 10,-12 61-310,40-230 268,2 1 1,2 57-1,3-50-10,-11 71 0,-22 22-31,20-96-139,-14 104 1,-27 254-322,29-254 394,12-77 45,-26 79-1,27-105 56,-7 56-1,-2 17-1,9-58 27,3 1 0,0 109 0,7-102 33,-19 133-1,-51 91 8,-21 162 488,77-365-390,-10 43 147,-37 296-1,58-387-251,-1-12-1,-19 67 0,15-70-47,2 0 0,-5 45 1,-17 100 106,17-120-91,9-38 27,-1 2 151,1 0 0,1 0 1,0 25-1,3-34-1192,0 37 3502,1-36-5835,4-52-16771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09.1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65 1185,'0'0'6416,"8"-2"-5717,1 0-419,-4 2-46,-1-2 0,1 1 0,0 0 0,-1-1 0,1 0 0,5-3 0,-6 4 17,1 1 0,-1-1 0,1 0 0,-1 1 0,1 0-1,0 0 1,8 2 0,5-1-118,609-7 784,-577 4-886,50-10 0,37-1 30,-23 13-19,-52 1-21,109-11-1,-129 6-37,83 3 1,-61 2-37,2 5-523,3 1-3535,-39-7 301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5.8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395 1 4930,'0'0'13865,"1"17"-11947,7 56-391,-2-39 272,-6-33-1679,0 0 1,0-1-1,1 1 1,-1-1-1,0 1 0,1 0 1,-1-1-1,0 1 1,1-1-1,-1 1 0,1-1 1,-1 1-1,1-1 0,-1 1 1,1-1-1,-1 1 1,1-1-1,2 1 3730,7-89-5304,-10 87 1438,-1 0-1,1 0 0,-1 0 0,1 1 0,-1-1 0,1 0 0,-1 1 1,1-1-1,-1 0 0,0 1 0,1-1 0,-1 1 0,0-1 0,1 1 1,-1-1-1,0 1 0,0 0 0,0-1 0,1 1 0,-1 0 0,0 0 1,0-1-1,0 1 0,0 0 0,0 0 0,1 0 0,-1 0 0,0 0 1,0 0-1,-1 1 0,-36 0-150,31-1 96,-14 3 100,0 1-1,0 1 0,0 1 1,0 1-1,1 1 1,0 0-1,0 2 1,1 0-1,1 1 1,-1 1-1,2 1 1,0 0-1,0 1 0,-22 27 1,33-34 64,0 1 1,1 0-1,0 0 0,0 0 1,1 1-1,0 0 1,1 0-1,0 0 0,0 0 1,-2 16-1,5-21-78,-1 0 0,1 0 0,0 0 0,0 1 0,0-1 0,0 0 0,1 0 0,0 0 0,0 0 0,0 0 0,0 0 0,1 0 0,-1 0 0,1 0 0,0-1 0,0 1 0,0-1 0,1 1 0,-1-1 0,1 0 0,0 0 0,0 0 0,0 0 1,0-1-1,1 1 0,3 2 0,6 1-39,0 0 0,1-1 0,-1 0 0,1-1 1,0-1-1,0 0 0,1-1 0,25 1 0,-5-3-563,0-1-1,52-8 1,-44 0-1205,-1-1-1,0-2 1,58-26 0,119-66-9860,-166 78 8569,39-22 293,-10 2-17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6.2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448 1 3201,'0'0'13962,"-19"1"-10540,5 0-2776,6-1-355,-1 0 0,1 0 0,-1 1 0,1 1 0,0-1 0,0 1 0,0 1 0,0-1 0,0 1 0,0 1 0,1 0 0,-1 0 0,-8 6 0,-2 5 507,0 1 1,1 1-1,1 0 1,-22 31-1,32-40-721,1 0-1,0 0 0,0 0 0,1 0 0,0 1 1,1 0-1,0 0 0,0 0 0,1 0 1,0 1-1,0-1 0,1 1 0,0-1 0,1 13 1,1-21-78,-1 0 1,1 1 0,-1-1 0,1 0-1,-1 0 1,1 1 0,0-1 0,0 0 0,-1 0-1,1 0 1,0 0 0,0 0 0,0 0-1,0 0 1,0 0 0,1 0 0,-1-1 0,0 1-1,0 0 1,0-1 0,1 1 0,-1-1-1,0 1 1,1-1 0,-1 1 0,0-1-1,1 0 1,1 0 0,48 2 12,-38-2 1,-1-1-34,0 0 0,0-1 0,0-1 0,0 1 0,0-2 0,-1 0 0,0 0 0,1-1 0,-2 0 0,1-1 0,18-13 0,-24 15-41,1-1 0,-1 1 0,0-1-1,-1 0 1,1-1 0,-1 1 0,0-1 0,0 0-1,6-12 1,-9 14 12,1-1 0,-1 1 0,0-1 1,0 0-1,0 1 0,-1-1 0,1 0 0,-1 0 0,0 1 0,-1-1 0,1 0 0,-1 1 0,0-1 0,0 0 0,-3-7 1,1 7 42,0 0 1,0 0-1,0 0 1,-1 1 0,1-1-1,-1 1 1,0 0-1,0 0 1,0 1 0,-1-1-1,1 1 1,-1 0-1,0 0 1,0 0 0,0 1-1,0 0 1,-1 0-1,-5-2 1,-8-1-4,0 0 1,-1 2-1,-36-4 0,7 5-742,-90 5 0,103 5-645,35-7 1226,0-1-1,0 1 0,0-1 0,0 1 0,0-1 0,0 1 0,0 0 0,0 0 0,0-1 0,0 1 0,0 0 0,0 0 0,1 0 0,-1 0 0,0 0 0,0 0 1,1 0-1,-1 0 0,1 0 0,-1 0 0,1 0 0,0 0 0,-1 1 0,1-1 0,0 2 0,0-2-15,1 0-1,-1 0 0,1 1 1,-1-1-1,1 0 1,0 0-1,0 0 1,-1 0-1,1 0 1,0 0-1,0-1 1,0 1-1,0 0 1,0 0-1,0-1 1,0 1-1,0 0 1,1-1-1,-1 1 1,0-1-1,0 0 1,0 1-1,1-1 0,-1 0 1,0 0-1,0 1 1,3-1-1,2 1-486,25 5-2676,52 3 1,-13-5-1200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6.3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0 1 4370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6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4370,'67'89'3343,"-66"-87"-2921,1 0 0,-1 0 0,1-1 0,0 1 0,0 0 0,0-1 0,0 1 0,0-1 0,0 1 1,4 0-1,10-2 4152,-8-2-2317,-6 2-1823,1 0 0,-1 0 1,0 0-1,1 0 0,-1 1 0,0-1 0,0 0 0,1 1 0,-1 0 0,0-1 0,0 1 0,0 0 0,0 0 0,1 0 0,-2 1 0,5 2 0,-4-2-324,-1 0 0,0 1 0,1-1 0,-1 0 0,0 1 0,0 0 0,-1-1 0,1 1 0,0-1 0,-1 1 0,0 0 0,1-1 0,-1 1 0,-1 5 0,0 18 358,-1 0 1,-11 48 0,12-69-458,-1 16-105,2-21 64,0 1 1,0-1 0,0 1-1,0-1 1,0 1 0,1-1-1,-1 0 1,0 1 0,0-1-1,1 1 1,-1-1 0,0 1-1,1-1 1,-1 0 0,0 1-1,1-1 1,-1 0 0,1 1-1,-1-1 1,1 0 0,-1 1-1,0-1 1,1 0-1,-1 0 1,1 0 0,-1 1-1,1-1 1,-1 0 0,1 0-1,-1 0 1,1 0 0,-1 0-1,1 0 1,0 0 0,0 0-1,8 0-258,0-1-1,0 0 1,1 0-1,-1-1 1,0 0-1,0 0 1,-1-1-1,1 0 0,0-1 1,-1 0-1,0 0 1,9-7-1,111-78-223,-127 99 5203,0-6-4694,1 1-1,1 0 1,-1-1 0,0 0 0,1 1 0,3 3 0,-1-5-201,-1 0 0,1-1 1,-1 1-1,1-1 0,0 0 0,0 0 1,-1-1-1,1 0 0,1 1 0,-1-2 1,0 1-1,0 0 0,0-1 0,0 0 1,10-2-1,-9 2 88,0-1 1,0 0-1,1 0 1,-1 0-1,-1-1 1,1 0-1,0 0 0,0-1 1,-1 0-1,1 0 1,-1 0-1,10-8 5635,-12 12-5398,0 0 0,-1 0 0,1 0 0,-1 0 0,1 0 0,-1 1 0,1 0 0,-1-1 0,0 1 0,0 0 0,0 0 0,3 3 0,12 10-173,-10-11-394,0 0 0,1 0 1,0-1-1,-1 0 0,1 0 0,11 1 0,27 1-8433,-16-5-3967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7.2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97 16087,'0'0'8380,"-6"26"-4968,1-7-2865,-2 13 249,0 1 0,2-1-1,-1 59 1,6-44-214,-10 75 0,6-100-583,0-1 0,-2 0 0,0-1 0,-2 1 0,-17 34 0,16-38-234,-1 1-1,-1-2 1,0 1-1,-2-1 1,1-1-1,-2-1 1,-26 23-1,40-36 148,-1-1 0,1 0 0,0 1-1,-1-1 1,1 0 0,0 0-1,-1 0 1,1 1 0,0-1-1,-1 0 1,1 0 0,0 0-1,-1 0 1,1 1 0,-1-1 0,1 0-1,0 0 1,-1 0 0,1 0-1,-1 0 1,1 0 0,-1 0-1,1 0 1,0 0 0,-1 0 0,1-1-1,-1 1 1,1 0 0,0 0-1,-1 0 1,0-1 0,-4-12-1756,6-27-191,-1 33 1592,2-6 46,-1-1-1,2 0 1,0 1 0,1-1-1,0 1 1,1 0-1,13-24 1,58-83-1299,-50 82 1214,41-60-941,63-97-3420,-48 63 6859,-81 131-1902,18-26 3530,-18 26-3313,0 0 0,0 0-1,0 1 1,0-1-1,-1 1 1,1-1-1,0 0 1,0 1-1,1-1 1,-1 1-1,0 0 1,0-1-1,0 1 1,0 0-1,2 0 1,-2 0-181,-1 1 0,1-1 0,0 1 0,0-1 0,-1 1 0,1-1 0,0 1 0,0 0 0,-1-1 0,1 1 0,-1 0-1,1 0 1,-1-1 0,1 1 0,-1 0 0,1 0 0,-1 0 0,0 0 0,1-1 0,-1 1 0,0 0 0,0 0 0,0 0 0,0 0 0,0 0 0,0 1 0,3 29 1065,-3-29-895,1 18 524,0-7-373,-1-1 1,0 1 0,0-1 0,-3 17 0,2-27-445,1 0 0,-1 0 0,1 1-1,-1-1 1,0 0 0,0 0 0,0 0-1,0 0 1,0 0 0,0 0 0,0 0 0,-1 0-1,1 0 1,-1 0 0,0-1 0,1 1 0,-1-1-1,0 1 1,0-1 0,0 0 0,0 0 0,0 0-1,0 0 1,0 0 0,0 0 0,-1 0 0,1-1-1,0 1 1,-3 0 0,-60 1-44,61-2-198,0-1 0,0 1 1,0-1-1,0 0 0,0 0 1,0 0-1,1 0 0,-1-1 1,0 0-1,1 0 0,-1 0 1,1 0-1,-6-5 0,8 7-93,1-1 0,-1 0 0,0 1 0,1-1 0,-1 0 0,1 0 0,-1 0-1,1 0 1,-1 0 0,1 1 0,0-1 0,-1 0 0,1 0 0,0 0 0,0 0 0,0 0-1,0 0 1,0 0 0,0 0 0,0 0 0,0 0 0,0 0 0,0 0 0,1 0 0,-1 0-1,0 0 1,1 0 0,-1 0 0,0 0 0,1 1 0,-1-1 0,1 0 0,-1 0 0,1 0-1,0 1 1,-1-1 0,1 0 0,0 1 0,0-1 0,-1 0 0,1 1 0,1-1 0,29-19-10361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7.4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245 0 1505,'0'0'18173,"-6"25"-14128,2-13-3451,-10 40 2470,-33 81 1,-22 2-867,45-91-2157,2 0 0,-31 86 0,52-122-168,-1-1 0,1 1 0,0-1 0,0 1 0,1 10 0,1-8-1344,3-9-3491,14-1 1566,-17 0 2630,23-2-7286,6-9-3033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7.8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99 8420,'0'0'13630,"23"0"-12347,162 4-314,-180-4-1002,0 0 1,1 0 0,-1-1-1,0 1 1,0-1 0,0 0-1,0-1 1,6-1-1,-10 2 0,1 0-1,-1 0 0,0 0 0,1 0 0,-1 0 0,0 0 0,0 0 1,0-1-1,0 1 0,0 0 0,0-1 0,0 1 0,0-1 0,0 1 1,-1-1-1,1 1 0,0-1 0,-1 1 0,0-1 0,1 0 0,-1 1 0,0-1 1,0 0-1,0 1 0,0-1 0,0 0 0,0 1 0,0-1 0,-1-1 1,0 1 11,0-1 0,0 1 1,0 0-1,0 0 1,0 0-1,-1 0 0,1 1 1,-1-1-1,1 0 1,-1 1-1,0-1 0,0 1 1,0-1-1,0 1 1,0 0-1,0 0 0,0 0 1,0 0-1,0 0 1,0 0-1,-1 0 0,-2 0 1,-54-11-53,50 11 238,0 0 0,0 0 0,0 1 0,0 0 0,0 1 0,0 0 0,-8 2 0,13-2-4,1 0 0,0 1 0,0-1-1,0 1 1,0 0 0,0 0 0,0 0 0,0 0-1,0 0 1,1 1 0,-1-1 0,1 1 0,0-1 0,0 1-1,0 0 1,0 0 0,0 0 0,1 0 0,-1 0 0,0 6-1,-1-4 55,2 1-1,-1 0 0,1 0 0,0 0 0,0 0 0,0 0 1,1 0-1,0 0 0,0 0 0,3 12 0,-3-14-197,1-1 0,0 1 0,1-1 0,-1 1 0,1-1 0,-1 0 0,1 0 0,0 0 0,0 0 0,0 0 0,0 0 0,1 0 0,-1 0 0,1-1 1,0 0-1,0 1 0,0-1 0,5 3 0,6 1-367,0-1 1,0 0-1,0-1 1,0 0-1,1-1 1,-1-1-1,18 1 1,1-2-3138,0-1 0,38-6 0,10-10-9272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8.1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338 0 13894,'0'0'7772,"-15"19"-3992,5-7-3117,-17 21 800,2 1 1,-24 41-1,4 1 143,-45 85-891,74-129-728,2 0-1,1 1 1,-10 40 0,20-62 13,1 1 0,0 0 1,0 0-1,1 0 0,1 18 0,0-27 0,0-1-1,0 1 1,1-1-1,-1 1 1,1-1-1,-1 0 1,1 1 0,0-1-1,0 0 1,0 1-1,1-1 1,-1 0-1,0 0 1,1 0-1,-1 0 1,1 0-1,0 0 1,0-1 0,0 1-1,-1-1 1,2 1-1,-1-1 1,0 1-1,0-1 1,0 0-1,1 0 1,-1 0-1,0 0 1,1-1 0,-1 1-1,6 0 1,10 1-621,0 0 0,0-2 0,28-2 1,-37 1-168,0 0 1,0-1-1,-1 0 1,1 0 0,0-1-1,-1 0 1,0-1 0,0 0-1,8-5 1,27-23-7123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8.2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7876,'0'0'11109,"134"-2"-8276,-57 0-1857,0 2-799,1 0-177,-9 0-657,0 0-1744,-7 0-2993,-3 0-3715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8.7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0 112 5298,'0'0'15842,"13"17"-14081,43 49-454,-54-64-1235,1 0 0,-1 0 0,1 0 0,-1 0 0,1 0 0,0 0 0,0-1 0,0 1 1,0-1-1,0 0 0,0 0 0,0 0 0,0 0 0,1-1 0,-1 1 0,0-1 0,0 0 0,1 0 0,-1 0 0,0 0 0,7-2 0,6 1 131,-11 1-196,0-1 0,0 1 0,0-1 0,0 0 0,0 0 0,0-1 0,0 1 0,0-1 0,0 0 0,-1 0 0,1-1 0,-1 1 0,1-1 0,-1 0 0,0 0 0,0-1 0,0 1 0,-1-1 0,1 0 0,-1 0 0,4-6 0,-2 2-104,-1 0 0,0 0 0,0-1-1,-1 0 1,0 1 0,0-1 0,-1 0 0,0 0 0,-1 0 0,0-1 0,0-9 0,-1 17 93,0 1-1,-1-1 1,1 0 0,0 1 0,0-1 0,-1 0 0,1 1-1,-1-1 1,1 1 0,-1-1 0,0 0 0,0 1 0,1 0-1,-1-1 1,0 1 0,0-1 0,-1 1 0,1 0-1,0 0 1,0 0 0,0 0 0,-1 0 0,1 0 0,-1 0-1,1 0 1,-1 0 0,1 1 0,-1-1 0,1 1 0,-1-1-1,-2 0 1,-6 0 73,1-1 0,-1 1 0,0 1-1,-14 1 1,5-1 166,13 0-68,0 1 0,0-1 0,0 1 0,0 0 0,0 0-1,0 1 1,0-1 0,1 1 0,-1 1 0,0-1 0,1 1-1,0 0 1,0 0 0,0 1 0,0-1 0,0 1 0,1 0-1,-1 1 1,1-1 0,0 1 0,1-1 0,-1 1 0,1 0-1,0 1 1,0-1 0,0 0 0,1 1 0,0 0 0,0-1 0,1 1-1,-1 0 1,1 0 0,0 0 0,1 0 0,-1 0 0,1 0-1,1 0 1,-1 0 0,1 0 0,2 9 0,-2-10-140,1 0 0,0 0-1,0 0 1,0 0 0,1 0 0,-1 0 0,1 0 0,1-1 0,-1 1 0,0-1-1,1 0 1,0 0 0,0 0 0,0-1 0,1 0 0,-1 1 0,1-1 0,0-1 0,0 1-1,0-1 1,0 0 0,0 0 0,9 2 0,6 1-792,1 0 1,0-2-1,0 0 1,38-1-1,-42-2-435,-2 0-1435,1 0 0,-1-1-1,18-3 1,13-12-10891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19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433 10 4514,'1'-1'16225,"0"1"-16202,-1 0 0,0-1 0,0 1 1,0 0-1,0 0 0,0 0 0,0 0 1,0 0-1,0 0 0,1 0 0,-1-1 1,0 1-1,0 0 0,0 0 0,0 0 1,0 0-1,0 0 0,0-1 0,0 1 0,0 0 1,0 0-1,0 0 0,0 0 0,0 0 1,0-1-1,0 1 0,0 0 0,0 0 1,0 0-1,0 0 0,0 0 0,0 0 1,-1-1-1,1 1 0,0 0 0,0 0 1,0 0-1,0 0 0,0 0 0,0 0 1,0 0-1,0-1 0,0 1 0,-1 0 1,1 0-1,0 0 0,0 0 0,0 0 0,0 0 1,0 0-1,0 0 0,-1 0 0,1 0 1,0 0-1,0 0 0,0 0 0,-3-1 139,0 0 0,0 1 0,0 0 0,-1 0 0,1 0 0,0 0 0,0 0 0,0 0 0,0 1 0,0-1 0,0 1-1,-4 2 1,-43 17 760,39-15-590,-41 17 538,-76 37 263,111-50-1022,1 1 0,0 1 0,0 0 0,1 1-1,-15 15 1,26-23-74,0 1-1,0 0 1,0 0 0,1 1-1,0-1 1,0 1-1,0-1 1,1 1 0,-3 10-1,4-14-34,1 0-1,-1 0 1,1 0 0,0 0-1,-1 0 1,1 0-1,0 0 1,0 0-1,1 0 1,-1 1 0,0-1-1,1 0 1,-1 0-1,1 0 1,-1-1-1,1 1 1,0 0-1,0 0 1,0 0 0,0 0-1,0-1 1,0 1-1,1 0 1,-1-1-1,0 1 1,1-1 0,0 0-1,-1 1 1,1-1-1,0 0 1,3 2-1,4 0-27,-1 0-1,1 0 1,0-1-1,1-1 1,-1 1-1,0-1 1,0-1-1,1 0 1,-1 0-1,16-3 1,-12 1-59,0 0 1,0-1 0,0-1 0,-1 0 0,1-1 0,21-12 0,-19 9-2,-1-2 0,0 1-1,-1-2 1,0 0 0,15-17 0,-23 23 94,-1-1-1,1 0 1,-1 0-1,-1 0 1,1-1 0,-1 1-1,0-1 1,0 0-1,-1 0 1,0 0 0,0 0-1,-1 0 1,0-1 0,1-11-1,-2 18 41,0 0 0,0-1 0,0 1 0,0-1 0,0 1 0,0-1 0,0 1 0,0 0 0,-1-1 0,1 1 0,0 0 0,-1-1 0,1 1 0,-1 0 0,0-1 0,1 1 0,-1 0 0,0 0 0,0 0 0,-1-2 0,0 2 145,-1 1-1,1-1 1,0 0 0,-1 1-1,0-1 1,1 1-1,-1 0 1,1 0 0,-1 0-1,-2 0 1,4 3-117,0 1 1,0-1 0,1 0-1,-1 0 1,1 0-1,0 1 1,0-1-1,1 5 1,-1-4 21,0 0-92,1 0-1,-1 0 1,1 1 0,0-1-1,0 0 1,1 0 0,-1 0-1,1-1 1,0 1 0,0 0-1,0 0 1,0-1 0,1 0-1,0 1 1,-1-1 0,1 0 0,0 0-1,1 0 1,-1-1 0,0 1-1,1-1 1,-1 0 0,1 0-1,6 3 1,6 2-468,1-1 1,-1-1-1,1 0 0,28 4 1,-3-4-4426,78-1 1,-16-4-6308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0.9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126 66 3217,'0'0'17598,"4"-4"-16419,2-1-967,0 1-1,0-1 1,0 2 0,1-1 0,-1 1-1,1 0 1,0 0 0,0 0-1,0 1 1,0 0 0,9-1-1,94-11 763,-91 12-798,117-3 480,-131 5-650,1 0 1,0 0-1,-1 0 0,1 1 0,-1 0 1,1 0-1,-1 1 0,10 3 0,-13-4-9,0 0 0,0 1 0,0-1 0,0 1 0,-1 0 0,1 0 0,0-1 0,-1 1 0,1 0 0,-1 0 0,0 0 0,1 1 0,-1-1 0,0 0 0,0 0 0,-1 1 0,1-1 0,0 0 0,-1 1-1,0-1 1,1 6 0,-1 0 5,0 0-1,-1 0 0,0 0 1,0 0-1,-1 0 0,0 0 1,0 0-1,0-1 0,-1 1 1,-1-1-1,1 0 0,-1 0 1,-1 0-1,1 0 1,-1 0-1,0-1 0,0 0 1,-11 8-1,-10 11 35,-2-2 0,-56 35-1,70-49-10,-157 92 358,47-31 869,115-64-1079,-24 15 436,32-20-580,0 0-1,0 0 1,-1 0 0,1 0-1,0 0 1,0 1 0,0-1-1,1 0 1,-1 1 0,0-1-1,0 0 1,1 1 0,-1-1-1,1 1 1,-1-1 0,1 1-1,0-1 1,-1 1 0,1 2 0,0-3-28,1 0 0,0 0 0,-1 1 0,1-1 0,0 0 0,0 0 0,0 0 0,-1 0 0,1 0 0,0 0 1,0 0-1,0 0 0,1-1 0,-1 1 0,0 0 0,0-1 0,0 1 0,1 0 0,-1-1 0,0 0 1,0 1-1,1-1 0,-1 0 0,0 1 0,1-1 0,-1 0 0,0 0 0,1 0 0,-1 0 0,3-1 1,2 2 9,111 6-57,122-8 1,-206 0-767,-1-2 0,0-2-1,32-8 1,-35 5-3174,45-19 0,-19 1-5053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1.4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342 621 3858,'0'0'19105,"-6"-11"-17465,3 4-1318,2 5-244,0-1 0,0 1-1,0-1 1,0 1 0,-1-1 0,1 1-1,0 0 1,-1 0 0,0-1-1,0 1 1,0 1 0,1-1-1,-2 0 1,1 0 0,0 1 0,0-1-1,0 1 1,-1-1 0,1 1-1,-1 0 1,1 0 0,-1 0 0,1 1-1,-1-1 1,-3 0 0,-10 1 137,0 0 0,-1 1 0,1 1 0,0 0 0,0 1 0,0 1 0,-16 6 0,21-6-131,1 1 1,1 0 0,-1 0 0,1 1-1,0 0 1,0 0 0,0 1 0,1 0 0,0 1-1,1 0 1,-11 14 0,15-18-70,1 0 0,0 0-1,0 0 1,0 0 0,1 1 0,-1-1 0,1 1 0,0-1-1,0 1 1,1-1 0,-1 1 0,1 0 0,0-1 0,0 1 0,2 6-1,-2-10-14,0 0-1,1 0 1,-1 0-1,0 0 1,1 0-1,-1 0 1,1 0-1,-1 0 1,1 0-1,-1-1 1,1 1-1,0 0 1,-1 0-1,1-1 1,0 1-1,0 0 1,-1-1-1,1 1 1,0-1-1,0 1 1,0-1-1,0 1 1,0-1-1,0 0 1,0 1-1,0-1 0,0 0 1,1 0-1,33 2-95,-27-2 55,1-1-7,0 0-1,-1-1 1,1 1-1,0-2 1,-1 1-1,0-1 1,0-1-1,0 1 1,0-1 0,0-1-1,-1 0 1,1 0-1,-1 0 1,9-10-1,7-7-238,-1-1-1,30-42 0,155-249-681,-104 150 407,-33 44 767,-92 160 1401,-38 51-1,6-10-955,17-23-172,0 1 42,1 0 0,-48 117 0,79-164-525,1 1 1,1-1-1,0 1 1,1 0-1,1 0 1,-1 18-1,2-29-35,0 0 1,-1 0-1,1 0 1,1-1-1,-1 1 1,0 0-1,0 0 1,1 0-1,-1 0 1,1-1-1,-1 1 1,1 0-1,0 0 1,0-1-1,0 1 1,0 0-1,0-1 1,0 1-1,0-1 1,0 1-1,1-1 1,-1 0-1,0 0 1,1 1-1,1 0 1,2-1-276,1 1 0,-1-1-1,0 1 1,1-1 0,-1-1 0,1 1 0,10-1 0,6 0-1920,0 0 0,0-2 0,41-8 0,10-14-6039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1.8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22 7812,'0'0'13518,"-20"-4"-10514,-69-12-814,81 15-1964,1 0 0,0 1 0,-1 0 0,1 1 0,0 0 0,0 0 0,0 0 0,-1 1 0,1 0 0,1 0 1,-1 1-1,0 0 0,0 0 0,1 1 0,0-1 0,0 2 0,-8 6 0,-10 5 435,8-6-306,0 1-1,1 0 1,-26 26-1,37-32-347,-1 0-1,1 0 0,0 1 1,0-1-1,0 1 0,1 0 1,0 0-1,0 0 0,1 0 0,0 1 1,0-1-1,0 1 0,1-1 1,-2 11-1,3-15-6,0 0 0,0 1 0,-1-1 0,1 1 0,1-1 0,-1 1 0,0-1 0,1 0 0,-1 1 0,1-1 0,-1 0 0,1 1 0,0-1 0,0 0 0,0 0 0,1 0 0,-1 0 0,0 0 0,1 0 0,3 3 0,-2-3 0,1 0 0,0-1 0,-1 1 0,1-1 0,0 0 0,0 0 0,0 0 0,0-1 0,0 1 0,1-1 0,7-1 0,-4 1-3,0-1 0,1-1 0,-1 0 0,0 0 1,0 0-1,0-1 0,0 0 0,0-1 0,-1 1 0,1-1 0,10-9 0,-13 10-10,-1 0-1,1-1 0,-1 1 0,0-1 1,0 0-1,-1 0 0,1-1 0,-1 1 1,0-1-1,0 1 0,-1-1 0,1 0 1,-1 0-1,0 0 0,0 0 0,-1-1 1,1 1-1,-1 0 0,0-7 1,-1 11 21,0 1 0,0-1 0,0 1 1,0-1-1,0 1 0,-1-1 0,1 1 1,0-1-1,0 1 0,-1-1 0,1 1 1,0-1-1,-1 1 0,1 0 0,0-1 1,-1 1-1,1-1 0,0 1 0,-1 0 1,1-1-1,-1 1 0,1 0 0,-1 0 1,1-1-1,-1 1 0,1 0 0,-1 0 1,1 0-1,-1 0 0,1 0 0,-1 0 1,1 0-1,-2 0 0,-21 0 24,15 0-35,7 1 3,0 1 0,1-1 0,-1 0 0,1 1 0,0-1 0,-1 0 0,1 1 0,0-1 0,0 1 0,0-1 0,0 1 0,0-1 0,0 1 0,0-1 0,0 0 0,1 1 0,0 2 0,3 4 0,1 0 0,-1-1 0,1 1 0,1-1 0,0 0 0,0-1 0,0 1 0,1-1 0,-1 0 0,10 5 0,3 5 0,-10-8-474,1 0 0,0 0-1,0-1 1,1-1 0,22 11 0,-23-14-1083,0 1 0,0-1 0,1-1 0,-1 0 0,1 0 0,0-1 1,10-1-1,18 0-9171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2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12774,'0'0'17656,"-27"90"-17128,44-73-224,6 6-272,4-9-32,6-3-528,11-5-1025,-2-6-1408,0 0-1905,-5-8-3746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2.2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644 1 9300,'0'0'10533,"-123"81"-5651,73-29-1632,-2 9-1201,-5 10-465,-3 6-559,-3 1-881,6 3-144,3-3 0,6-1 0,8-8-1105,13-8-847,15-17-514,12-24-367,12-20-2033,30 0-2850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2.6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542 1 13158,'0'0'16469,"-23"3"-15567,1 0-649,1 0 39,-1 0 0,1 2 0,-1 0 0,2 1 1,-22 9-1,30-10-243,1 0 1,0 1-1,0 0 1,-20 16-1,30-21-49,-1 0 0,1 0-1,-1 0 1,1 1 0,0-1-1,-1 0 1,1 1 0,0-1-1,0 1 1,0 0-1,0-1 1,0 1 0,0 0-1,1-1 1,-1 1 0,1 0-1,-1 0 1,1 0 0,-1 0-1,1 0 1,0 0-1,0-1 1,0 1 0,0 0-1,0 0 1,1 0 0,-1 0-1,1 0 1,-1 0 0,1-1-1,-1 1 1,1 0 0,0 0-1,0-1 1,0 1-1,0 0 1,0-1 0,0 1-1,0-1 1,1 0 0,-1 1-1,3 1 1,7 6 2,0-1-1,0-1 1,19 11 0,-22-15-64,0 2 0,0-1 0,-1 1 0,1 0 0,-1 1 0,0-1 0,0 1 0,-1 1 0,0-1 1,0 1-1,5 8 0,-9-12 64,-1 0 0,0 0 1,0-1-1,0 1 0,0 0 0,0 0 1,0 0-1,-1 0 0,1 0 1,-1 0-1,0 0 0,0 0 1,0 0-1,-1 0 0,1 0 0,-1 0 1,1 0-1,-1-1 0,0 1 1,0 0-1,0 0 0,-1 0 0,1-1 1,0 1-1,-1-1 0,0 1 1,0-1-1,0 0 0,0 1 1,0-1-1,0 0 0,0 0 0,-5 3 1,-8 4 129,0 0 0,-1 0 1,0-2-1,-28 10 0,20-7-135,-101 35-2961,107-41-389,0 0-1,-33 2 0,-6-5-10129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3.3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364 1 5619,'0'0'16869,"-25"11"-14212,-82 39-477,93-43-1716,0 0 1,1 2 0,1-1 0,-1 1 0,1 1 0,1 1 0,-19 20 0,22-22-241,-16 23 431,23-31-653,0 0 0,0 0 0,1 0 0,-1 0 0,1 0-1,-1 0 1,1 0 0,-1 0 0,1 0 0,0 0 0,-1 1 0,1-1 0,0 0 0,0 0 0,0 0 0,0 1 0,0-1 0,0 0 0,0 0-1,0 0 1,1 0 0,-1 1 0,0-1 0,1 0 0,-1 0 0,1 0 0,-1 0 0,1 0 0,-1 0 0,2 2 0,5 0-51,0 0 1,0 0-1,0 0 1,0-1 0,1 0-1,-1 0 1,1-1-1,-1 0 1,16 0 0,10 3-122,-8 0 30,3-1-150,0 2-1,0 0 1,0 2 0,0 2 0,46 20 0,-70-27 217,0 1 0,0 0 0,0 0 0,0 0 0,0 0 1,0 1-1,-1-1 0,0 1 0,0 0 0,0 0 0,3 6 0,-5-7 74,1-1 1,-1 1 0,0-1-1,-1 1 1,1-1-1,0 1 1,-1-1-1,0 1 1,1 0 0,-1-1-1,0 1 1,0 0-1,-1 0 1,1-1-1,0 1 1,-1-1-1,0 1 1,1 0 0,-1-1-1,0 1 1,0-1-1,-1 0 1,-1 4-1,-3 1 152,1-1 0,-2 1 0,1-1 0,-1-1 0,1 1-1,-2-1 1,1 0 0,-15 7 0,-5 1 508,-36 12 0,38-16-445,0-2 0,-1 0 0,-34 3 0,46-8-648,0-2 0,0 0-1,1 0 1,-24-4 0,33 3 39,-1 0-1,1-1 1,0 1-1,0-1 1,1 1-1,-1-1 1,0 0-1,1-1 1,-1 1-1,1-1 1,-1 1-1,1-1 1,0 0-1,0 0 1,1 0-1,-5-6 1,4 3-813,-1 0 1,1-1-1,0 1 1,1 0-1,-1-1 1,1 0-1,1 1 1,-1-1-1,0-11 0,1-37-8011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3.4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5619,'0'0'9044,"115"-17"-5331,-63 17-1231,11 0-1250,6 0-1088,12 0-144,5 0-1713,-1 0-3761,-5 0-7060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4.0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419 794 7507,'0'0'17403,"-9"-16"-15183,3 5-1812,3 4-201,0 1 1,-1-1 0,0 1-1,-1 0 1,-6-7 0,9 11-117,0-1 0,-1 1 1,0 0-1,0 0 0,1 0 0,-1 1 1,0-1-1,0 1 0,-1-1 1,1 1-1,0 0 0,0 0 1,-1 1-1,1-1 0,0 1 1,-1-1-1,-5 1 0,-7 2 169,0 0-1,0 1 1,1 0-1,0 1 1,0 1-1,0 1 0,-23 11 1,16-5-207,1 0 0,0 2-1,1 1 1,-22 19 0,11 0-53,30-32 0,0 0 0,-1 1 0,1-1 0,0 0 0,0 0 0,1 1 0,-1-1 0,0 0 0,1 1 0,-1-1 0,1 0 0,0 1 0,0-1 0,0 1 0,0-1 0,0 1 0,1 2 0,0-4 0,0 1 0,0-1 0,0 0 0,1 1 0,-1-1 0,0 0 0,1 0 0,-1 0 0,0 0 0,1 0 0,0 0 0,-1 0 0,1-1 0,-1 1 0,1-1 0,0 1 0,-1-1 0,1 1 0,0-1 0,0 0 0,-1 0 0,1 0 0,0 0 0,0 0 0,2-1 0,51-4 0,-38 1-13,-1 0 0,1-2 0,-1 0-1,1-1 1,-2 0 0,1-2 0,-1 0 0,-1 0 0,1-1-1,19-19 1,0-3-389,-1-1-1,50-66 0,3-25-1044,-5-4-1,69-151 0,-138 257 1268,-7 13 222,0 0 1,0 0-1,-1-1 1,0 1-1,-1-1 1,0 0 0,-1 0-1,2-13 1,-4 21 658,-5 4 60,-5 5-471,0 0 0,0 1 0,1 0 0,0 1 1,0-1-1,1 2 0,0-1 0,-11 19 0,-2 6 241,-25 54 1,25-39-445,2 1 1,2 0 0,3 2 0,-10 60 0,12-28-426,-1 159-1,13-242 239,0 0 1,0 1-1,0-1 1,0 0-1,0 0 0,0 1 1,0-1-1,0 0 1,0 0-1,1 1 0,-1-1 1,1 0-1,-1 0 1,1 0-1,-1 0 0,1 1 1,0-1-1,-1 0 1,1 0-1,0 0 0,0 0 1,1 1-1,1-1-227,0 0 1,-1-1-1,1 1 0,0 0 1,0-1-1,0 0 0,0 0 1,0 0-1,2 0 0,-2 0 149,10-1-1131,0 0 0,-1-1 0,1-1 1,-1 0-1,0 0 0,0-1 0,0-1 0,0 0 0,17-10 0,23-14-6355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4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344 24 5074,'0'0'20391,"-13"-5"-18051,4 1-1877,2 2-240,1-1 0,0 1 0,-1 0 0,1 0 0,-1 1 0,1 0 0,-1 0 0,0 0 0,1 1 0,-1 0 0,0 1 0,1-1 0,-11 3 0,1 3-117,-1 1 0,2 0 0,-1 1 0,1 1 0,0 1 0,1 0 0,0 1 0,1 0-1,0 1 1,0 0 0,2 1 0,-17 22 0,25-29-106,0 0 0,1 0 0,0 1 0,0-1 0,0 0 0,0 1 0,0 9 0,1-14 0,1 0 0,0 0 0,0 0 0,0 0 0,0 0 0,0 0 0,0 0 0,0 0 0,0 0 0,1-1 0,-1 1 0,1 0 0,-1 0 0,1 0 0,0-1 0,0 1 0,0 0 0,0-1 0,0 1 0,0 0 0,0-1 0,0 1 0,1-1 0,-1 0 0,1 1 0,-1-1 0,1 0 0,2 1 0,3 0 0,1 0 1,0-1-1,0 1 0,0-2 0,-1 1 1,1-1-1,0-1 0,0 0 1,0 0-1,0 0 0,-1-1 1,1 0-1,-1 0 0,1-1 0,-1 0 1,0 0-1,13-8 0,-12 6-12,0 0 0,0-1 1,-1 1-1,0-2 0,0 1 0,0-1 0,0 0 0,-1 0 0,-1-1 0,1 0 0,-1 0 0,0 0 0,-1-1 0,6-14 1,-10 22 19,1 0 1,-1-1 0,0 1 0,1-1-1,-1 1 1,0-1 0,0 1-1,0 0 1,0-1 0,0 1 0,0-1-1,-1 1 1,1-1 0,-1-1 0,1 2-8,-1 1 1,1-1 0,0 1-1,0 0 1,-1-1 0,1 1 0,-1-1-1,1 1 1,0 0 0,-1-1-1,1 1 1,-1 0 0,1-1 0,-1 1-1,1 0 1,-1 0 0,1-1-1,-1 1 1,0 0 0,1 0 0,-1 0-1,1 0 1,-1 0 0,0 0-1,-1 0-1,0 0 0,1 0 0,-1 1 0,0-1 0,1 1 0,-1 0 0,1-1 0,-1 1 0,1 0 0,-1 0 0,1 0 0,0 0 0,-1 0 0,1 0 0,0 0 0,0 0 0,0 1 0,0-1 0,0 0 0,0 1 0,0-1 0,-1 3 0,-1 2 20,0 1 1,1-1-1,0 1 1,0 0-1,1 0 1,-1 0-1,2 0 0,-1 0 1,1 0-1,0 0 1,0 0-1,1 0 1,0 0-1,0 0 1,0 0-1,1-1 0,5 13 1,-4-13-119,-1-2 0,1 1-1,0 0 1,1 0 0,-1-1 0,1 0 0,-1 0 0,2 0 0,7 7 0,-7-8-360,0 0 0,0 0 0,0-1 0,0 1 0,1-1 0,-1 0 0,1-1 0,-1 1 0,1-1 0,8 1 0,-13-2 413,42 2-5697,-14-7-836,9-12-4715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4.6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11205,'0'0'17880,"35"73"-17287,-12-54-305,2-2-288,7-3-689,1-7-1023,5-7-1010,8 0-1744,-2 0-3137,-3-11-2082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4.8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733 0 8868,'0'0'10629,"-20"8"-6481,4-3-3352,5-1-393,0-1 0,0 2 0,0-1 0,1 2 0,0-1 0,0 2 0,0-1 0,1 1 0,0 0 0,-11 12 1,-34 45 1546,-83 132 0,63-85-1958,-27 26 41,-38 56-957,130-180 413,0 0-1,1 1 1,0 0 0,1 0-1,1 0 1,0 1 0,1 0-1,-5 26 1,10-40 319,0 0-1,-1 0 1,1-1 0,0 1-1,0 0 1,0 0 0,-1 0-1,1 0 1,0 0 0,0-1 0,0 1-1,1 0 1,-1 0 0,0 0-1,0 0 1,0-1 0,1 1-1,-1 0 1,0 0 0,1 0 0,-1-1-1,0 1 1,1 0 0,-1-1-1,1 1 1,-1 0 0,1-1-1,0 1 1,-1-1 0,1 1-1,0 0 1,-1-1 0,1 0 0,0 1-1,0-1 1,-1 1 0,1-1-1,0 0 1,0 0 0,0 1-1,-1-1 1,1 0 0,0 0 0,0 0-1,0 0 1,0 0 0,0 0-1,-1 0 1,3-1 0,32 2-9447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1:05.3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304 60 4978,'0'0'19964,"-22"-10"-17432,-77-31-737,92 39-1637,1 1-1,-1-1 1,1 1-1,-1 0 0,0 0 1,1 1-1,-1 0 1,0 0-1,1 1 0,-1-1 1,0 1-1,1 1 1,-1 0-1,1 0 0,-1 0 1,1 0-1,0 1 1,0 0-1,0 0 1,-10 9-1,13-10-144,0 0 1,0 0 0,0 0-1,1 1 1,-1 0-1,1-1 1,0 1-1,0 0 1,0 0-1,0 0 1,0 0-1,0 0 1,1 1-1,-2 2 1,3-4-14,-1 0-1,1 0 1,0 0-1,-1 0 1,1 0 0,0 0-1,0 0 1,0 0-1,1-1 1,-1 1 0,0 0-1,1 0 1,-1 0 0,1 0-1,-1 0 1,1-1-1,0 1 1,0 0 0,0-1-1,0 1 1,0 0-1,0-1 1,1 1 0,-1-1-1,0 0 1,1 1-1,2 1 1,54 30-185,-43-26-162,-1 1 0,0 0 1,23 18-1,-34-23 246,1 0 0,-1 0 0,0 0-1,0 1 1,-1-1 0,1 1 0,-1 0 0,0-1 0,0 1 0,0 0 0,0 1 0,-1-1 0,1 0 0,-1 0 0,0 1 0,0-1 0,-1 0 0,1 7 0,-2-8 108,1 0 1,-1-1 0,0 1-1,0 0 1,0 0 0,0-1-1,-1 1 1,1 0-1,-1-1 1,1 1 0,-1-1-1,0 0 1,0 0 0,0 1-1,0-1 1,0-1-1,-5 5 1,-50 30 510,43-29-456,-9 4-490,5-9-5781,10-2-2627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48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239 50 768,'0'0'15909,"6"-8"-14194,17-26-178,-17 26-374,-6 10-309,-2 18-391,0 0 0,-2-1 0,0 1 0,-2-1 0,-9 23 0,-5 20 246,-94 343 1399,111-396-2174,1 1 1,-1-1-1,0 1 0,-1-1 1,0 0-1,-1-1 1,0 1-1,0-1 1,-1 0-1,0 0 1,0 0-1,-1-1 0,-7 7 1,13-14-56,1 1 0,-1 0 0,1-1 0,-1 1 0,1-1 0,-1 1 0,1-1 0,-1 0 0,1 1 0,-1-1 1,0 1-1,1-1 0,-1 0 0,0 0 0,0 1 0,1-1 0,-1 0 0,0 0 0,1 0 0,-1 0 0,0 0 0,0 0 0,1 0 0,-1 0 0,0 0 1,0 0-1,1 0 0,-1 0 0,0-1 0,1 1 0,-1 0 0,0 0 0,1-1 0,-1 1 0,0-1 0,1 1 0,-1 0 0,1-1 0,-1 1 0,1-1 0,-1 1 1,1-1-1,-1 0 0,1 1 0,-1-1 0,1 1 0,0-1 0,-1 0 0,1 1 0,0-1 0,0 0 0,-1 0 0,1 1 0,0-1 0,0-1 0,-1-7-1770,0 0-1,0 0 1,2-18-1,0 9-1404,-3-32-3835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49.0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1 305 5955,'0'0'8372,"18"-14"-7337,-9 8-878,2-4 65,1 2 0,0 0 0,0 0-1,1 1 1,-1 0 0,2 1 0,-1 1 0,1 0 0,-1 1 0,19-3 0,518-59 4483,341-61-6763,-862 120 1391,-2-1-879,-9 6-2996,-20 6-167,-13 13-400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49.6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368 10 5298,'0'0'14340,"-14"-2"-12723,4 0-1321,3 1-171,1-1-1,0 1 1,-1 1-1,1-1 1,0 1 0,-1 0-1,1 0 1,-1 1-1,1 0 1,0 0-1,0 1 1,-12 4 0,-4 4 88,1 2 0,0 0 0,1 2 0,1 0 1,0 1-1,1 1 0,0 1 0,1 0 0,1 1 0,-19 28 1,32-41-203,0 0 1,0 0 0,1 0-1,-1 0 1,1 0-1,0 1 1,1-1 0,-1 1-1,1-1 1,0 1 0,1 0-1,-1-1 1,1 8-1,0-11-10,0-1-1,0 0 0,1 0 0,-1 0 1,0 0-1,1 0 0,-1 1 0,0-1 1,1 0-1,0 0 0,-1 0 1,1 0-1,-1 0 0,1-1 0,0 1 1,0 0-1,0 0 0,-1 0 0,1 0 1,0-1-1,0 1 0,0-1 0,0 1 1,0 0-1,0-1 0,1 0 0,-1 1 1,0-1-1,0 0 0,0 1 0,2-1 1,44 3-65,-35-4 29,-1 0-28,-1 0 1,0-1 0,1 0-1,-1-1 1,0 0-1,-1-1 1,1 0 0,0 0-1,-1-1 1,0 0-1,0-1 1,-1 0 0,1 0-1,11-13 1,-10 10 32,-1 0 1,0-1 0,-1 0-1,0 0 1,-1-1 0,0 0-1,-1 0 1,0 0-1,-1-1 1,0 0 0,5-21-1,-9 29 146,2-9 1000,-3 17 265,-3 25-920,3-10-455,0-8-102,-1-1 1,2 0-1,-1 1 0,2-1 1,3 18-1,-4-25-103,1 0 0,-1 0 0,1 0 0,-1 0 0,1-1 0,0 1 0,0 0 0,0-1 0,0 0-1,1 1 1,-1-1 0,0 0 0,1 0 0,0 0 0,-1 0 0,1-1 0,0 1 0,0-1 0,0 0-1,0 1 1,0-1 0,6 1 0,6 0-2401,0 0 0,0-1 1,24-1-1,12-2-6138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0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219 775 4818,'0'0'18771,"-18"2"-17805,-58 11-293,68-11-565,0 1 1,0 0 0,0 0 0,0 1 0,1 0 0,-1 0 0,1 0 0,0 1 0,0 0 0,1 1 0,-8 7 0,12-12-111,1 1 0,-1-1 0,1 1 0,-1-1 0,1 1 0,0 0-1,-1 0 1,1-1 0,0 1 0,0 0 0,0 0 0,1 0 0,-1 0 0,0 0 0,1 0 0,-1 1 0,1 2 0,0-3-41,0 0 0,0 0 0,1-1 1,-1 1-1,1 0 0,0-1 0,-1 1 0,1-1 0,0 1 1,0-1-1,0 1 0,0-1 0,0 1 0,0-1 0,1 0 1,-1 0-1,2 2 0,5 2-238,1 1 0,0-1 0,0 0 0,1-1 1,14 5-1,-20-8 245,14 6-654,1 1 1,-1 0 0,18 11 0,-32-17 501,0 1 0,0-1 0,-1 1 0,1 0 0,-1 0 0,1 0 0,-1 1-1,0-1 1,0 1 0,0 0 0,-1-1 0,1 1 0,-1 0 0,0 1 0,0-1 0,0 0 0,-1 1 0,0-1 0,2 6 0,-4-7 187,1 0 0,0 0 0,-1 0-1,0 0 1,1 0 0,-1-1 0,-1 1 0,1 0 0,0 0 0,0-1-1,-1 1 1,0 0 0,1-1 0,-1 0 0,0 1 0,0-1 0,-1 0-1,1 0 1,0 0 0,-1 0 0,1-1 0,-1 1 0,1-1 0,-1 1-1,0-1 1,-2 1 0,-12 5 299,1-1 0,-1 0 0,-18 3 0,31-8-242,-12 2 36,0 0 1,0 0 0,-33-1-1,48-2-114,1 0 0,0 0 0,-1 0 0,1 0-1,-1 0 1,1 0 0,0 0 0,-1 0 0,1 0 0,-1 0-1,1 0 1,0 0 0,-1 0 0,1 0 0,-1-1 0,1 1-1,0 0 1,-1 0 0,1 0 0,0-1 0,-1 1-1,1 0 1,0 0 0,0-1 0,-1 1 0,1 0 0,0-1-1,0 1 1,-1 0 0,1-1 0,0 1 0,0 0-1,0-1 1,0 1 0,-1-1 0,1 1 0,0 0 0,0-1-1,0 1 1,0-1 0,0 1 0,0 0 0,0-1-1,0 1 1,0-1 0,0 1 0,0 0 0,1-1 0,-1 0-1,11-22-1578,0 10 880,-1 1 0,2 0 0,-1 0 0,14-9 0,-2 1-127,188-163-3763,73-68 2893,-210 180 1774,108-137 1,-138 151 1107,-2-3 0,39-76 0,-78 131-558,0-1-1,0 1 1,-1-1 0,0 0-1,0 0 1,0 0-1,-1 0 1,0 0 0,1-9-1,-2 14-498,0 1-1,0 0 1,-1-1 0,1 1-1,0 0 1,0-1-1,0 1 1,0-1-1,0 1 1,-1 0 0,1 0-1,0-1 1,0 1-1,-1 0 1,1-1-1,0 1 1,0 0 0,-1 0-1,1-1 1,0 1-1,-1 0 1,1 0-1,0 0 1,-1-1 0,1 1-1,0 0 1,-1 0-1,1 0 1,-1 0-1,1 0 1,0 0 0,-1 0-1,1 0 1,0 0-1,-1 0 1,1 0-1,-1 0 1,1 0-1,0 0 1,-1 0 0,-18 5 1000,9-1-750,0 1 0,0 0 0,1 1 0,0 0 0,0 0 0,0 1 0,-9 9 0,-54 63 1247,58-63-1288,-24 32 269,1 1 0,3 1 0,2 2 0,-28 63 0,10-1-273,-35 121-1,-11 19-906,92-243 576,2-8-274,3-7-9,0-8 188,1 1 44,0 0 0,1 0 1,1 0-1,-1 1 0,2-1 0,0 1 0,0 0 0,0 0 1,1 1-1,15-18 0,-1 4-285,0 1 0,47-38 0,-43 41 140,1 1 1,48-25-1,-60 37 163,-1 0-1,2 0 1,-1 2 0,1-1-1,-1 2 1,1 0 0,0 1-1,19-2 1,-32 5 64,-1-1 0,1 0 1,-1 0-1,1 1 0,-1-1 0,1 0 1,-1 1-1,1-1 0,-1 1 0,1-1 1,-1 1-1,1-1 0,-1 1 0,0-1 1,1 1-1,-1-1 0,0 1 0,0-1 1,1 1-1,-1-1 0,0 1 0,0 0 1,0-1-1,0 1 0,0-1 0,1 1 0,-1 0 1,0-1-1,-1 1 0,1 0 0,0-1 1,0 2-1,-3 23 595,2-19-489,-1 0-1,0 0 0,-1 0 1,0 0-1,0-1 0,0 1 1,0-1-1,-1 0 1,0 0-1,0 0 0,0 0 1,-1-1-1,1 0 1,-1 0-1,-9 6 0,-9 4 335,-2 0 0,-34 14 0,4-1 463,50-25-773,1 0 0,1 0-1,-1 1 1,0 0 0,1 0 0,-1 0 0,1 0 0,0 0 0,-4 5 0,7-7-117,-1 1 0,0-1 0,1 0 0,-1 1 0,1-1 0,-1 1 0,1-1 0,0 1 0,-1-1 0,1 1 0,0-1 0,0 0 0,0 1 0,0-1 0,1 1 0,-1-1 0,0 1 0,0-1 0,1 1 0,-1-1 0,1 0 0,-1 1-1,1-1 1,0 0 0,0 1 0,-1-1 0,1 0 0,0 0 0,0 0 0,0 1 0,0-1 0,2 1 0,6 5-72,-1 1-1,2-1 1,-1-1-1,1 0 0,0 0 1,1-1-1,-1 0 0,1-1 1,20 5-1,-9-3-1484,1-2 0,-1-1 0,1 0-1,23-2 1,8-1-5300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1.2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1069 1377,'-2'0'19395,"2"0"-19294,0 0 0,-1 0 0,1-1 0,0 1 0,0 0 0,-1 0 0,1 0 0,0-1 0,0 1 0,-1 0-1,1 0 1,0 0 0,0-1 0,0 1 0,-1 0 0,1 0 0,0-1 0,0 1 0,0 0 0,0-1 0,0 1 0,-1 0 0,1-1 0,0 1 0,0 0 0,0 0-1,0-1 1,0 1 0,0-1 0,1-8 352,0-1 1,1 1-1,0-1 0,0 1 0,1 0 0,0 0 0,0 0 0,1 0 1,1 1-1,8-14 0,9-10-328,35-38 0,-34 42 101,99-122-1597,-8-4 0,181-324 0,-275 442 2072,-23 68 1796,-41 104-700,-15 59 248,37-67-1852,5 2 0,-1 249 0,18-379-194,0 0 0,1 1 0,-1-1 0,0 0 0,0 0 1,0 1-1,0-1 0,1 0 0,-1 0 0,0 0 0,0 1 0,1-1 0,-1 0 0,0 0 0,0 0 0,1 0 0,-1 1 1,0-1-1,0 0 0,1 0 0,-1 0 0,0 0 0,1 0 0,-1 0 0,0 0 0,0 0 0,1 0 0,-1 0 0,0 0 1,1 0-1,-1 0 0,0 0 0,1 0 0,-1 0 0,0 0 0,0 0 0,1-1 0,-1 1 0,0 0 0,0 0 0,1 0 1,-1 0-1,0-1 0,0 1 0,1 0 0,-1 0 0,0-1 0,0 1 0,0 0 0,1-1 0,13-10-640,2-25-4957,-11-5-5236,-5 14 357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1.4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11701,'0'0'13751,"130"-10"-10438,-63 10-1712,2 0-897,-15 0-704,-12 2-112,-13 2-1264,-14-4-1746,-11 0-3009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3.1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18 208,'0'0'8729,"13"-2"-6199,39-5-97,-51 7-2138,0 0 1,0-1 0,0 1 0,1 0 0,-1 0-1,0-1 1,0 1 0,0-1 0,0 1-1,0-1 1,0 1 0,0-1 0,0 0-1,-1 1 1,1-1 0,1-1 0,-4 15 4534,0 49-3957,-3 0 1,-2 0 0,-17 64-1,-65 179-435,81-278-572,5-16-377,-1 0 0,0 0 0,0-1 0,-10 18 0,13-32-4854,1-21 626,-4-18-2923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3.4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0 358 3618,'0'0'14508,"28"-13"-12195,-14 7-1998,37-18 771,1 3-1,63-16 1,210-51 1857,-22 6-2280,1 5-4229,-269 70 991,-15 5-2699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3.9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307 18 6771,'0'0'13758,"-17"-3"-12245,5-1-1195,8 2-242,0 0-1,-1 1 0,1 0 1,0-1-1,-1 1 1,1 1-1,-1-1 0,1 1 1,-1 0-1,1 0 1,-1 0-1,0 1 0,1-1 1,-1 1-1,1 0 1,0 0-1,-1 1 0,1-1 1,0 1-1,0 0 1,-5 3-1,-24 20 742,-38 36-1,64-54-721,-1 0 0,1 1 0,1 0-1,-1 1 1,1-1 0,1 1 0,0 0 0,0 1-1,1-1 1,-6 18 0,9-26-113,1 0 1,0 0 0,-1 1-1,1-1 1,0 0-1,0 0 1,-1 0 0,1 0-1,0 0 1,0 1-1,0-1 1,0 0 0,1 0-1,-1 0 1,0 0-1,0 0 1,1 1 0,-1-1-1,1 0 1,-1 0-1,1 0 1,-1 0-1,1 0 1,-1 0 0,1 0-1,0 0 1,0-1-1,0 1 1,-1 0 0,1 0-1,0 0 1,0-1-1,0 1 1,0-1 0,0 1-1,0-1 1,2 1-1,2 0-112,1 0 1,0 0-1,-1-1 0,1 0 0,0 0 0,8-2 0,-5 1 92,1 0-70,1-1-1,-1-1 1,0 0-1,0-1 1,0 0-1,0 0 1,-1-1-1,0 0 1,0-1-1,16-12 1,-13 9 70,-1-1 0,-1 0 0,0-1 0,-1 1 0,1-2 0,-2 1 0,12-22 0,-14 9 2793,-7 25-1439,1 7-1379,-4 23-626,2 50 1,2-79 557,1-1 0,-1 1 0,0 0 0,1 0 0,-1 0 0,1-1 0,-1 1 0,1 0 0,0 0 0,0-1 0,0 1-1,0-1 1,0 1 0,0-1 0,0 1 0,0-1 0,1 0 0,-1 1 0,0-1 0,1 0 0,-1 0 0,1 0 0,-1 0 0,1 0 0,0 0 0,2 0 0,4 2-939,0-1 0,0 0 1,0-1-1,15 2 0,30-2-6290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4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283 758 5955,'0'0'6910,"-25"0"-2495,-82 3-544,100-3-3601,-1 1-1,1 0 1,-1 0-1,1 1 1,0 0 0,-1 0-1,1 1 1,0 0-1,0 0 1,1 0 0,-1 1-1,1 0 1,-1 0-1,1 1 1,1 0 0,-1 0-1,-5 7 1,9-11-268,1 0 1,-1 1 0,0-1-1,1 1 1,-1 0-1,1 0 1,0-1-1,0 1 1,-1 0-1,1 0 1,1 0 0,-1 0-1,0 0 1,0 1-1,1-1 1,-1 0-1,1 0 1,0 0-1,-1 0 1,1 1 0,0-1-1,0 0 1,1 0-1,-1 1 1,0-1-1,1 0 1,-1 0-1,1 0 1,0 0-1,0 0 1,0 0 0,0 0-1,0 0 1,0 0-1,0 0 1,1 0-1,-1-1 1,4 4-1,5 3-206,0 0-1,0 0 1,1-1 0,1 0-1,16 7 1,-5-3-166,-18-8 197,1 0-1,-1 1 1,0 0 0,1 0-1,-2 0 1,8 8-1,-12-12 162,1 1 0,0 0 0,0 0 1,-1 0-1,1 0 0,-1 0 0,1 0 0,-1 0 0,1 0 0,-1 0 0,1 0 0,-1 0 0,0 0 0,0 0 0,0 0 0,0 1 0,0-1 0,0 0 0,0 0 0,0 0 0,0 0 0,0 0 1,0 0-1,-1 0 0,1 1 0,0-1 0,-1 0 0,1 0 0,-1 0 0,1 0 0,-1 0 0,0-1 0,1 1 0,-1 0 0,0 0 0,0 0 0,1 0 0,-1-1 0,0 1 0,0 0 0,0-1 1,0 1-1,0-1 0,0 1 0,-2 0 0,-8 4-3,0 0 0,0 0 0,-1-1 0,1-1-1,-1 0 1,0 0 0,-13 0 0,-21 0-3143,45-3 3089,1 0 1,0 0-1,0 0 1,-1 0-1,1 0 1,0 0-1,0-1 1,0 1-1,-1 0 1,1 0-1,0 0 1,0 0-1,0 0 1,-1 0-1,1-1 1,0 1-1,0 0 1,0 0-1,0 0 1,-1 0-1,1-1 1,0 1-1,0 0 1,0 0-1,0 0 1,0-1-1,0 1 1,0 0-1,0 0 1,0 0-1,0-1 1,0 1-1,-1 0 1,1 0-1,0-1 1,0 1-1,1 0 1,-1 0-1,0 0 1,0-1-1,0 1 1,0 0 0,0 0-1,0-1 1,5-10-1303,0 3 799,1 1 0,0 0 1,1 0-1,-1 1 0,1 0 0,1 0 0,11-7 0,1-1 100,373-296-1481,-374 292 1954,260-241 928,-219 196 1790,-2-2 0,67-99-1,-120 158-2082,0 0 0,-1-1-1,0 0 1,0 0 0,0 0-1,-1-1 1,0 1-1,-1-1 1,0 0 0,0 1-1,1-10 1,-3 17-581,0-1 0,0 1 0,0 0 1,0 0-1,0-1 0,0 1 0,-1 0 0,1 0 0,0-1 1,0 1-1,0 0 0,0 0 0,0-1 0,-1 1 0,1 0 1,0 0-1,0 0 0,0-1 0,-1 1 0,1 0 0,0 0 1,0 0-1,-1 0 0,1-1 0,0 1 0,0 0 0,-1 0 1,1 0-1,0 0 0,-1 0 0,1 0 0,0 0 0,0 0 1,-1 0-1,1 0 0,0 0 0,-1 0 0,1 0 0,0 0 1,0 0-1,-1 0 0,-15 5 504,8-1-433,-1 1 1,1 0-1,0 1 1,0 0-1,0 0 1,1 0-1,0 1 0,-6 8 1,-50 68 472,56-73-501,-24 38 219,1 2 0,3 1 0,2 1 0,-24 74 0,-51 228 134,50-195-536,60-222-374,1 34 150,1 0 0,2 1 0,0 0 0,2 1 0,1 1 1,1 0-1,2 1 0,22-22 0,-35 39 189,0 1 0,1 0 0,0 0 0,0 1 0,13-8 0,-16 12 126,-1 0 1,1 0-1,0 0 1,0 0 0,0 1-1,0 0 1,0 0-1,0 0 1,0 1-1,0-1 1,1 1-1,5 1 1,-10-1 8,0 1 0,0-1-1,0 0 1,0 1 0,0-1 0,-1 1-1,1-1 1,0 1 0,0 0 0,-1-1 0,1 1-1,0 0 1,-1 0 0,1-1 0,0 1 0,-1 0-1,1 0 1,-1 0 0,0 0 0,1-1 0,-1 1-1,0 0 1,1 0 0,-1 0 0,0 0 0,0 0-1,0 2 1,2 31 66,-2-29-59,0-1 10,-1-1 0,0 1 0,1 0 0,-1-1 0,-1 1 0,1 0 0,0-1 0,-1 0 0,0 1 0,0-1 0,0 0 0,0 0 0,0 0 0,-1 0 0,1 0 0,-1-1 0,0 1 0,0-1 0,0 0 0,-4 3 0,-10 6 335,0-1 0,-31 12 0,15-7 235,26-11-479,-7 3 333,0 1 0,-23 16 1,35-22-412,-1 0 1,0 0 0,1 1 0,0-1-1,-1 1 1,1-1 0,0 1 0,0 0-1,0 0 1,1 0 0,-1 0 0,1 0-1,0 0 1,-1 0 0,1 0 0,1 1-1,-1-1 1,0 6 0,1-6-46,1 0 0,-1-1 0,1 1 0,0 0 0,0-1 0,0 1 0,0 0 0,1-1 0,-1 0 0,1 1 0,-1-1 0,1 0 0,0 0 0,0 0 0,0 0 0,0 0 0,0 0 0,0 0 0,1-1 0,-1 1 0,1-1 0,2 2 0,7 3 0,-1-1 0,1 0 0,19 4 0,2-2-773,0-2-1,0-1 1,1-2 0,39-2-1,-55 0-193,-1 0-941,0 0 1,20-4-1,41-19-9113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5.1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0 13398,'0'0'13825,"1"21"-11736,2 79-361,-13 121-1,6-193-1804,-1 12 161,-11 44-1,14-74-184,-1 0 0,0-1 1,-1 1-1,0-1 0,0 0 0,-1 0 1,0 0-1,-1-1 0,-12 15 0,7-16-2627,5-10-2994,4-9-482,2 2 5094,0-33-7099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55.5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30 176 6979,'0'0'3116,"11"-19"1060,40-60 260,-47 72-3964,1 2 0,0-1 0,1 1 1,-1-1-1,1 1 0,0 1 0,0-1 0,1 1 0,-1 0 0,1 1 0,0-1 0,0 2 0,0-1 0,10-2 0,1 1 437,1 2-1,-1 0 1,36 1-1,-44 1-639,-7-1-220,0 1-1,0 0 1,0 1 0,0-1 0,0 0 0,0 1-1,0 0 1,0-1 0,0 1 0,0 0 0,0 1-1,-1-1 1,1 0 0,0 1 0,-1 0-1,1 0 1,-1-1 0,0 1 0,1 0 0,-1 1-1,0-1 1,0 0 0,-1 1 0,1-1 0,2 5-1,-2-1-31,0-1-1,-1 0 0,0 1 1,0-1-1,0 1 0,0-1 0,-1 1 1,0-1-1,0 1 0,-1 0 1,0-1-1,0 1 0,-2 7 1,0-7-1,1 1 0,-1-1 0,-1 0 0,1 0 0,-1 0 0,0 0 0,-1-1 0,1 1 0,-1-1 0,0 0 0,0-1 0,-1 1 0,-6 3 0,-14 10 138,-43 21 0,59-34-113,-30 15 131,14-7 8,-37 24-1,61-36-177,0 0 1,1 0-1,-1 1 0,0-1 0,1 1 0,-1-1 1,1 1-1,-1 0 0,1-1 0,0 1 1,0 0-1,0 0 0,0 0 0,0 0 0,-1 4 1,2-5-18,-1 1 0,1-1 0,0 1 0,1-1 0,-1 1 1,0-1-1,0 1 0,1-1 0,-1 1 0,1-1 0,-1 0 0,1 1 1,-1-1-1,1 0 0,0 1 0,0-1 0,1 2 0,4 3-101,1 0 0,0 0 0,0-1 0,0 0 0,0 0-1,9 4 1,-15-9 102,26 16-318,94 58-1331,-105-63 1315,-1 1 0,0 0 0,-1 1 1,-1 0-1,16 21 0,-26-30 347,0-1 0,-1 1 0,1 0 0,-1 0 0,0 0 0,0 0 0,-1 0 0,1 0 0,-1 0 0,0 1 0,0-1 0,0 0 0,0 1 0,-1-1 0,0 1 0,0-1 0,0 1 0,-1-1 0,1 1 0,-1-1 0,0 0 0,0 1 0,-1-1 0,1 0 0,-1 0 0,0 0 0,0 0 0,0 0 0,-1 0 0,1-1 0,-1 1-1,0-1 1,-5 6 0,-13 3 744,1 0 0,-2-1 0,1-2 0,-1 0 0,-1-1 0,-33 7 0,18-4-518,-41 16 0,74-25-359,1 0 1,-1 0-1,0 1 0,1 0 1,0 0-1,-1 0 0,1 0 1,0 0-1,-4 5 0,4-4-3872,-2-3-3379,-2-1-5659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10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172 141 464,'0'0'6366,"5"-19"-5606,3-7-521,14-54 1056,-22 65 980,-7 19 377,-11 23-1147,0 10-715,1 2 0,-17 59 0,-13 86-57,39-150-717,2 0-32,4-23-356,0-1-1,-1 1 1,0 0-1,-6 15 1,8-25 99,1-1-1,-1 1 1,1-1 0,-1 1-1,0-1 1,1 1 0,-1-1-1,1 0 1,-1 1-1,0-1 1,1 0 0,-1 0-1,0 1 1,1-1 0,-1 0-1,0 0 1,1 0 0,-1 0-1,0 0 1,1 0 0,-1 0-1,0 0 1,1 0-1,-1 0 1,-1-1 0,-2 1-1808,-7 0-1654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11.2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2049,'0'0'2324,"20"-1"-748,136-3 980,124 1 1683,150-10-2142,-366 7-1920,-63 6-129,-16 6-1705,-13 24-6032,18-23 3762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11.8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202 29 1281,'0'0'6256,"3"-4"-5021,-1 2-825,-1 2-248,0-1 1,0 0 0,0 0-1,-1 0 1,1 0 0,0 0-1,0 0 1,0 0 0,-1 0-1,1-1 1,-1 1 0,1 0-1,-1 0 1,1 0-1,-1-3 1,-1 4 40,0-1 1,0 1-1,0-1 1,0 1-1,0 0 1,0-1-1,0 1 1,-1 0-1,1 0 0,0 0 1,0 0-1,0 0 1,0 0-1,-3 1 1,1-1 159,-7 0-238,1 2 0,-1-1 0,1 1 0,0 0 0,0 1 0,0 0 0,0 1 0,0 0 0,1 0 1,-1 1-1,1 0 0,-10 8 0,12-9-91,1 1 1,-1-1-1,1 1 1,0 0-1,1 0 1,-1 1-1,1-1 1,0 1-1,1 0 0,-1 0 1,1 0-1,0 1 1,1-1-1,-1 1 1,1-1-1,1 1 1,-3 12-1,4-17-23,0 6 16,-1 0 0,1 0 0,1 0 0,0 0 0,0 0 0,2 10 0,-2-16-22,0 1 0,1-1 1,-1 0-1,0 0 1,1 0-1,-1 0 0,1 0 1,0 0-1,-1 0 0,1 0 1,0-1-1,0 1 0,0-1 1,0 1-1,1-1 1,-1 0-1,0 0 0,1 0 1,-1 0-1,0 0 0,1 0 1,-1-1-1,5 1 0,1 1 2,-1 0 0,1-1-1,0-1 1,0 1 0,-1-1-1,1 0 1,0-1 0,0 0-1,-1 0 1,1 0 0,-1-1 0,1-1-1,-1 1 1,0-1 0,1 0-1,-2-1 1,1 1 0,0-2-1,-1 1 1,1-1 0,-1 1-1,-1-2 1,11-10 0,-4 2-24,1-1 1,15-25 0,-25 34 134,1 0-1,-1-1 0,0 1 0,0-1 0,-1 0 0,0 0 0,0 0 1,-1 0-1,0 0 0,1-8 0,-23 50 201,19-30-311,0 0 0,1 0 0,-1 0 0,1 0 1,1 1-1,-1-1 0,1 0 0,0 0 0,0 1 1,0-1-1,1 0 0,1 7 0,-1-8-104,1 1 0,0-1 0,1 0 0,-1 1 0,1-1 0,0 0 0,0 0 0,0-1 0,1 1 0,-1-1 0,1 0 0,0 0 0,5 4 0,19 14-2567,14 10-6635,-29-22 4412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12.3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269 0 2609,'0'0'10208,"-14"0"-9237,-1 0-684,0 1 0,0 0 0,0 1 0,1 1 0,-1 0 0,-17 6 0,-1 3-26,21-9-168,0 1 1,0 1-1,1-1 1,0 2-1,0 0 0,-13 8 1,24-13-87,-1-1 0,1 0 1,-1 0-1,1 1 0,-1-1 1,1 0-1,0 1 0,-1-1 1,1 1-1,-1-1 0,1 0 1,0 1-1,-1-1 0,1 1 1,0-1-1,0 1 0,-1-1 1,1 1-1,0-1 0,0 1 0,0-1 1,0 1-1,0 0 0,-1-1 1,1 1-1,0-1 0,0 1 1,0-1-1,1 1 0,-1-1 1,0 1-1,0 0 0,0-1 1,0 1-1,0-1 0,1 1 1,-1-1-1,0 1 0,0-1 1,1 1-1,-1-1 0,0 0 1,1 1-1,-1-1 0,1 1 1,-1-1-1,0 0 0,1 1 1,-1-1-1,1 0 0,-1 1 1,1-1-1,-1 0 0,1 0 1,-1 0-1,1 1 0,0-1 1,38 10-62,-30-9 94,17 4-47,-16-4-6,1 1 1,-1 0 0,1 0 0,-1 1-1,0 0 1,0 1 0,0 0 0,-1 1 0,1 0-1,9 7 1,-18-11 7,0 0-1,0 0 0,0 0 1,0 0-1,0 0 1,0 1-1,-1-1 1,1 0-1,0 1 1,-1-1-1,1 0 1,-1 1-1,1-1 0,-1 1 1,1-1-1,-1 0 1,0 1-1,0-1 1,0 1-1,0-1 1,0 1-1,0-1 0,0 1 1,-1-1-1,1 1 1,0-1-1,-1 0 1,1 1-1,-1-1 1,0 0-1,1 1 1,-1-1-1,0 0 0,0 1 1,0-1-1,0 0 1,-1 1-1,-4 4 29,0 0 0,0 0 0,0-1 0,-14 9 0,-19 8 14,29-17-8,0 0 0,0 1 0,1 1 0,-16 12-1,85-59-3536,108-126-6134,-120 118 6222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13.0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280 49 2961,'0'0'10787,"5"-10"-9040,6-13-1065,-3 8-151,-18 33 228,-138 232 3381,122-197-3932,3 1 0,3 1 1,2 1-1,2 1 0,3 0 0,-9 88 0,22-143-206,0-1 0,0 0 1,1 0-1,-1-1 0,0 1 1,0 0-1,-1 0 1,1-1-1,0 1 0,0 0 1,0 0-1,0-1 1,-1 1-1,1 0 0,0 0 1,-1-1-1,1 1 0,0 0 1,-1-1-1,1 1 1,-1-1-1,1 1 0,-1-1 1,1 1-1,-1-1 1,0 1-1,1-22-39,3 9-40,1-1 0,0 2 1,0-1-1,1 0 0,1 1 1,0 0-1,0 0 0,14-16 1,3-3-396,45-42 1,-68 72 466,20-20-275,0 1-1,30-20 0,-43 34 271,1 1-1,-1-1 0,1 2 1,-1-1-1,1 1 1,0 0-1,1 1 0,-1 0 1,0 0-1,1 1 1,14-1-1,-21 2 8,-1 1 0,1-1 0,-1 1 0,1-1 0,-1 1 0,1-1 0,-1 1 0,0 0 0,1 0-1,-1 0 1,0 0 0,0 0 0,0 0 0,0 0 0,1 0 0,-2 0 0,1 1 0,0-1 0,0 0 0,0 1 0,0-1 0,-1 1 0,1-1 0,-1 1 0,1-1 0,-1 1-1,0-1 1,1 1 0,-1-1 0,0 3 0,1 0 10,-1 0 0,0 0 1,1-1-1,-1 1 0,-1 0 0,1 0 0,0-1 0,-1 1 0,0 0 0,0-1 0,0 1 0,-3 5 0,1-5 13,0 0-1,-1 0 1,0 0-1,0-1 1,0 1 0,0-1-1,-1 0 1,0 0-1,1 0 1,-1-1-1,0 0 1,-8 3-1,-68 17 362,66-19-295,-3 1-26,5-2 122,1 1 0,-1 0 0,1 1 0,0 0 0,0 1 0,-22 12 0,32-16-151,1 1 1,-1-1 0,1 1-1,0 0 1,-1 0-1,1 0 1,0 0 0,0 0-1,0 0 1,0 0 0,0 0-1,1 0 1,-1 0 0,1 1-1,-1-1 1,1 0 0,0 0-1,0 1 1,0-1-1,0 0 1,0 0 0,0 1-1,1-1 1,-1 0 0,1 0-1,1 3 1,-1 0-3,1 0 0,0 0 0,0 0 0,0 0 0,1 0 0,0-1 0,-1 1 0,2-1 0,6 8 0,13 9 88,0-2-1,1 0 1,1-2 0,1 0-1,1-2 1,53 23 0,-67-37-1398,-23-2-12443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14.4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57 1921,'0'0'9922,"-30"-34"-4875,26 30-4739,3 2-172,-1 0 0,1 1 0,-1-1 0,0 0 0,0 0 0,0 1 0,0-1 0,0 1 0,0 0 0,-4-2 0,5 3-27,-3 3 78,-3 13 207,1 0 1,1 1-1,1 0 0,0 1 0,1-1 0,-1 25 1,0-12 14,-11 143 1026,7 182-1,8-347-1405,-2 22 119,-1 0 0,-2 0 0,-16 56 0,13-57 69,1 0 0,1 1-1,-3 58 1,10-49 21,-3 0-1,0-1 0,-3 0 1,-10 42-1,6-20 755,5-33-2301,2-21-2558,-6-26-11232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16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4 519 896,'0'0'3669,"0"0"-3521,0 0 0,0 0 0,0 0 0,-1 0-1,1 0 1,0 0 0,0 0 0,0 0 0,0 0 0,0 0 0,0 0 0,-1 0 0,1 0 0,0 0 0,0 0 0,0 0 0,0 0 0,0 0 0,0 0 0,0 0 0,-1 0 0,1 0 0,0 0-1,0 1 1,0-1 0,0 0 0,0 0 0,0 0 0,0 0 0,0 0 0,0 0 0,0 0 0,-1 0 0,1 1 0,0-1 0,0 0 0,0 0 0,0 0 0,0 0 0,0 0 0,0 0 0,0 1-1,0-1 1,0 0 0,0 0 0,0 0 0,0 0 0,0 0 0,0 0 0,0 1 0,0-1 0,0 0 0,0 0 0,1 0 0,676 21 4801,2 0-4845,-148-31 59,-131-29-142,-361 34 3,95-11 0,-51 8 15,1-4 0,147-42 0,43-55-113,-239 97 50,0 1-1,0 2 1,1 1 0,62-5 0,-27 3 22,330-36-289,-199 25 286,205 10 27,-279 12-66,147 8 13,3 1-220,-253-10 245,535-19-7,-551 18 0,616-42 21,428 43 1253,-872-13-620,-23 1-502,-127 11-57,660 10 524,200 15-528,-738-25-1,324-32-437,-233 10-374,-234 22 665,18-1-56,0 0 1,0-2-1,0-1 1,46-15 0,-72 20 127,-1-1 0,0 0 0,1 0 0,-1 1 0,0-1 0,1 0 0,-1-1 0,0 1 0,0 0 0,0 0 0,0 0 0,0-1 0,0 1 0,0 0 0,-1-1 0,2-2 0,-2 3-32,1 1 1,-1-1-1,0 0 1,0 1 0,0-1-1,0 0 1,0 1 0,0-1-1,0 0 1,0 1-1,0-1 1,0 1 0,0-1-1,-1 0 1,1 1 0,0-1-1,0 0 1,-1 1-1,1-1 1,0 1 0,-1-1-1,1 1 1,-1-1-1,1 1 1,0-1 0,-1 1-1,1-1 1,-1 1 0,1 0-1,-1-1 1,0 1-1,1 0 1,-1-1 0,1 1-1,-1 0 1,1 0 0,-1-1-1,0 1 1,1 0-1,-1 0 1,0 0 0,1 0-1,-2 0 1,-63-3-7529,47 4 4688,-12-1-3297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0.7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19 761 176,'0'0'1137,"-3"-9"-903,-1 0-30,2 6-19,1 0 1,-1 0-1,1 0 0,0 0 0,0-1 0,0 1 1,0 0-1,1 0 0,-1-1 0,1-5 5968,27 9-2137,331-17-564,437-56-2372,573-104-738,-709 64-263,-113 21-41,489-51-814,-720 127 623,19-1 149,602-27-549,-519 47 590,491-8-151,26-2 103,-470 46-67,-2 26-4,181 20 79,779-13-539,-1081-62 959,60 5-143,527 9-153,-472-45-383,-232 4-562,314 17 0,-261 27 828,113 3 146,302-36 2289,-407-20-802,-5 0-1004,-94 23-101,374-22-434,-536 21-42,1-1 1,-1-2 0,30-11-1,-33 10-69,-1 1 0,1 1-1,0 0 1,43-3 0,253 6 205,-317 33-117,-1-11 118,-2 0 0,0 0 0,-1-1 0,-1 1 0,-12 29 0,-1 8 586,-5 21 212,3 2 1,4 0 0,-9 115 0,26-101-12,1-58-61,-6 62-1,-5-29 246,-6 52-644,14 58-3066,2-98-6399,-1-55 1419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2.5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82 304,'0'0'6651,"1"-10"-6136,1-33-149,-2 41-225,0 1 0,0-1 1,0 0-1,0 1 1,0-1-1,1 1 0,-1-1 1,0 1-1,1 0 1,-1-1-1,1 1 0,0-1 1,-1 1-1,1 0 1,0 0-1,0-1 0,0 1 1,1-1-1,-1 2-48,-1 0 1,0 0-1,1 0 0,-1 0 0,1 0 0,-1 0 0,0 0 1,1 0-1,-1 1 0,0-1 0,1 0 0,-1 0 1,0 0-1,1 1 0,-1-1 0,0 0 0,1 1 1,-1-1-1,0 0 0,0 1 0,1-1 0,-1 0 1,0 1-1,0-1 0,0 0 0,1 1 0,-1-1 1,0 0-1,0 1 0,0-1 0,0 1 0,0-1 1,0 0-1,0 1 0,0-1 0,0 1 0,0-1 1,0 0-1,0 1 0,0-1 0,0 1 0,0-1 0,-1 1 1,6 220 6559,1 0-4369,-7-180-2120,0-8-81,2 1 0,1 0 0,9 48 0,-7-61 69,-1 0-1,-1 0 0,0 0 1,-2 1-1,0-1 0,-6 32 0,3-16 111,1 1-1,4 41 0,0-7 121,-1-14 57,2 1-1,20 112 1,-12-101-387,-3 2 0,-3 141 0,-5-152-1846,-7 10-6542,5-56 4791,-4 14-5026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20.3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320 1 7924,'0'0'14982,"-36"171"-13013,11-79-736,-2 9-225,2 9-255,0-3-449,0-13-304,0-12-224,-2-22-1057,-1-14-704,1-23-80,6-14-1248,3-9-1681,7-9-1730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20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46 7091,'0'0'8900,"24"-9"-4828,79-24-751,-98 32-3136,0 0 0,0 0 0,0 1 0,0 0 0,0 0 0,0 0 0,0 0 0,0 1 0,0 0 0,0 0 0,0 0 0,-1 1 0,1-1 0,0 1 0,-1 1 0,1-1 0,5 4 0,-1 1 131,0 1-1,0 0 1,-1 0 0,0 1-1,7 10 1,-10-13-129,6 9 149,0 0 0,-1 0 0,14 30 0,-20-37-287,-1 0 0,0 0 0,0 1 1,-1-1-1,0 1 0,-1-1 1,1 1-1,-2 0 0,1 0 0,-2 9 1,1-17-44,-1 1 1,1-1 0,-1 0 0,1 1 0,-1-1-1,0 0 1,0 1 0,0-1 0,0 0-1,1 0 1,-2 1 0,1-1 0,0 0-1,0 0 1,0 0 0,0-1 0,-1 1-1,1 0 1,0 0 0,-1-1 0,1 1-1,-1-1 1,1 1 0,-1-1 0,1 1-1,-1-1 1,1 0 0,-3 0 0,-51 2 95,42-2-123,7 0-19,-13 0-177,0 0 1,-21-4-1,34 3-33,1-1 0,0 1 0,-1 0 0,1-1 0,0 0 0,0-1 0,0 1 0,1-1 0,-1 0 0,0 0 0,1 0 0,-5-5 0,8 7-36,0 0 1,0 0 0,1 0-1,-1 0 1,0 0-1,0-1 1,1 1 0,-1 0-1,0-1 1,1 1-1,0 0 1,-1-1 0,1 1-1,0-1 1,-1 1 0,1 0-1,0-1 1,0 1-1,0-1 1,1 1 0,-1-1-1,0 1 1,0 0-1,1-1 1,-1 1 0,1-1-1,-1 1 1,1 0 0,0-1-1,-1 1 1,1 0-1,0 0 1,2-2 0,25-19-7634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20.9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55 218 3522,'0'0'11834,"-1"22"-7301,-1 13-2662,-1 0 0,-2 0 0,-12 43 0,13-64-1311,3-10-400,0 0 1,0 0-1,-1 0 1,1 0 0,-1 0-1,0 0 1,0 0 0,0 0-1,-4 4 1,4-25 316,1 4-481,1 0 0,1 0 0,0 0 0,0 0-1,2 0 1,-1 0 0,2 0 0,-1 1-1,2-1 1,0 1 0,8-16 0,12-8-308,2 1 1,1 0 0,1 3 0,2 0-1,48-38 1,-69 62 2,0 0-1,0 1 1,23-12-1,-29 17-117,1 0 1,0 0-1,0 0 0,0 1 0,0 0 0,0 0 0,0 0 0,1 1 1,-1-1-1,0 1 0,0 1 0,7 0 0,-10 0 114,-1-1 1,1 1-1,0 0 0,0 0 0,-1 0 0,1 0 1,-1 0-1,1 0 0,-1 0 0,1 1 1,-1-1-1,0 0 0,1 1 0,-1-1 0,0 1 1,0 0-1,1 2 0,17 37-4634,-9-15 645,7 5-625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21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 96 3057,'0'0'18030,"-16"12"-15496,-54 43-453,66-52-1946,0 1 0,0 0-1,0 1 1,1-1 0,0 1-1,0-1 1,0 1 0,0 0 0,1 0-1,0 0 1,0 0 0,0 1-1,1-1 1,0 1 0,0-1-1,0 1 1,0-1 0,1 1-1,0-1 1,0 1 0,1-1-1,1 11 1,-1-14-116,-1 0-9,1 0 1,-1 0-1,1 0 1,0 0 0,0 0-1,0 0 1,0 0 0,0 0-1,0 0 1,0-1 0,1 1-1,-1 0 1,1-1 0,-1 1-1,1-1 1,0 0 0,-1 1-1,1-1 1,0 0 0,0 0-1,0 0 1,0 0-1,0 0 1,0-1 0,0 1-1,0-1 1,0 1 0,0-1-1,4 1 1,9 0 9,0 1 1,1-2-1,17-1 0,-16 0-20,-10 1-18,0-1 0,1 0 0,-1-1 1,0 1-1,1-2 0,-1 1 1,0-1-1,-1 0 0,1 0 0,0 0 1,-1-1-1,0 0 0,0-1 0,0 1 1,0-1-1,-1 0 0,1-1 0,-1 1 1,-1-1-1,1 0 0,-1 0 0,0-1 1,-1 1-1,1-1 0,-1 0 1,0 1-1,-1-2 0,0 1 0,0 0 1,-1 0-1,1-1 0,-2 1 0,1 0 1,-1-1-1,0 1 0,-2-13 0,1 14 23,-1 0 0,-1 0 0,1 0-1,-1 1 1,0-1 0,0 1-1,0 0 1,-1 0 0,1 0 0,-1 0-1,-1 1 1,1 0 0,-1-1-1,0 2 1,1-1 0,-2 0 0,-9-4-1,2 1-39,0 0 0,-1 1-1,0 0 1,0 1-1,-1 1 1,-17-3 0,22 7-4115,9 2 1202,15 9-567,33 13-2549,1-8-985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21.6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433 0 10629,'0'0'16567,"3"3"-14955,-2 0-1459,1 0 0,-1 0-1,0 0 1,0 0 0,0 0 0,0 0 0,0 0 0,-1 0-1,1 0 1,-1 0 0,0 0 0,0 0 0,0 1 0,-1 3 0,-11 52 625,8-38-485,-35 157 295,-68 283-581,103-446-10,-21 67-1,22-73-22,-1-1 0,1 0 0,-1-1 0,-1 1-1,0-1 1,0 0 0,-8 9 0,12-14 12,0-1 0,0 0 0,-1 0 0,1 0-1,-1 1 1,1-1 0,-1-1 0,1 1 0,-1 0 0,1 0 0,-1-1 0,0 1 0,1 0 0,-1-1 0,0 0 0,0 1-1,1-1 1,-1 0 0,0 0 0,0 0 0,0 0 0,-2-1 0,1 0-13,0 0 0,0 0 0,0-1 0,0 1 1,0-1-1,0 0 0,1 0 0,-1 0 0,1 0 0,-1 0 0,-2-4 0,-6-8-101,2 1-1,0-1 0,-13-27 0,20 37 106,-12-25-282,1 0-1,1 0 1,2-2-1,1 1 0,1-1 1,1 0-1,2-1 1,2 1-1,1-1 0,3-58 1,0 83-547,1 0 1,0 0-1,0 0 0,1 1 1,0-1-1,0 1 0,1-1 1,0 1-1,0 0 1,0 0-1,6-6 0,-2 3-1030,20-28-6674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21.8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14839,'0'0'14422,"64"21"-14918,-47-5-1457,2 3-1920,2-2-3459,0 0-4721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22.2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1 109 2673,'0'0'13484,"15"8"-11238,8 5-1387,42 22 2204,-50-31-2478,0 0 0,0-1 0,0 0 0,0-1 0,1-1 0,-1 0 0,30-3 0,-7 1-364,-37 1-218,0 0 1,1 1-1,-1-1 1,0 0-1,1 0 1,-1 0-1,0 0 1,0-1-1,1 1 1,-1 0-1,0 0 1,0-1-1,1 1 1,-1-1-1,0 1 1,0-1-1,0 0 1,0 1-1,0-1 0,1 0 1,-2 0-1,1 0 1,0 0-1,0 1 1,0-1-1,0-1 1,0 1-1,-1 0 1,1 0-1,0 0 1,-1 0-1,1 0 1,-1-1-1,0 1 1,1 0-1,-1 0 1,0-1-1,0 1 1,0 0-1,1 0 1,-1-1-1,-1 1 1,1 0-1,0-2 1,-1-1 6,0 1 0,0-1 0,0 1 0,0 0 0,-1-1 0,1 1 0,-1 0 0,0 0 0,0 0 0,0 0 0,-1 0 0,1 1 0,0-1 0,-7-4 0,-115-74 24,121 79 23,0 1-1,0-1 1,0 0-1,0 1 1,-1 0-1,1 0 1,-7-2 0,10 3-25,-1 0 1,0 0 0,0 0 0,0 0 0,0 0 0,1 0 0,-1 1 0,0-1 0,0 0 0,0 0 0,1 1 0,-1-1 0,0 0 0,1 1 0,-1-1 0,0 1 0,0-1 0,1 1 0,-1-1 0,1 1 0,-1-1 0,0 1 0,1-1 0,-1 1 0,1 0 0,0 0-1,-1-1 1,1 1 0,0 0 0,-1-1 0,1 1 0,0 0 0,0 0 0,-1 0 0,1-1 0,0 1 0,0 1 0,-3 14 108,1 0 1,1 0-1,0 0 1,1 0-1,1 0 1,0 0-1,1 0 0,5 17 1,-5-27-211,0 0 0,0 0 0,0 0 0,1 0 0,0 0 0,0-1 0,0 1 0,1-1-1,0 0 1,0 0 0,0 0 0,1-1 0,-1 1 0,1-1 0,0 0 0,0-1 0,1 1 0,-1-1 0,1 0 0,0 0 0,0-1 0,0 0 0,8 3 0,5-2-1043,0-1 0,0 0 0,0-1 0,24-2-1,-3 0-2034,23-2-4182,-1-11-2545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22.5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282 14 6915,'0'0'19916,"-15"-2"-18145,5 0-1602,-15-2 526,0 1 0,0 1 0,-42 1 0,59 2-565,1 0 0,0 0 0,0 0 0,0 1 0,0 0 0,0 1 0,0 0 0,-8 4 0,12-5-127,0 0-1,0 0 1,0 1-1,0-1 0,1 1 1,-1-1-1,1 1 1,0 0-1,0 0 0,0 0 1,0 0-1,0 0 1,1 0-1,-1 1 0,1-1 1,0 0-1,0 1 1,0 4-1,-1-2-44,2 1 0,-1-1 0,1 1 0,0-1 0,0 1 0,1 0 0,0-1-1,0 1 1,1-1 0,0 0 0,0 1 0,0-1 0,1 0 0,-1 0 0,1 0 0,1-1 0,-1 1 0,1-1 0,0 0 0,1 0 0,-1 0 0,6 5 0,-4-5-397,1-1 1,-1 0-1,1 0 1,-1 0-1,1 0 1,0-1 0,0 0-1,1-1 1,-1 0-1,1 0 1,-1 0-1,10 0 1,-3-1-1832,1 0 0,0-1 0,-1 0 1,29-5-1,13-16-8719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22.9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195 1 2753,'1'-1'27159,"-9"11"-25929,-11 26-635,2 0 0,-25 75-1,-15 89-893,43-146 439,3-10-140,2 1 0,1 0 0,-2 91 0,10-134-52,0 0 1,0-1-1,0 1 1,0 0-1,0 0 1,0-1-1,1 1 1,-1-1-1,1 1 0,-1 0 1,1-1-1,0 1 1,-1-1-1,1 1 1,0-1-1,0 1 0,0-1 1,0 0-1,0 1 1,0-1-1,1 0 1,-1 0-1,0 0 1,1 0-1,-1 0 0,1 0 1,1 1-1,2-1-740,1 1 0,-1-1 1,1 0-1,0 0 0,-1-1 0,12 0 0,-16 0 475,1 0 1,0 0-1,-1 1 0,1-2 1,-1 1-1,1 0 0,-1 0 1,1 0-1,-1-1 0,1 1 1,-1-1-1,1 1 0,-1-1 1,1 0-1,-1 1 0,0-1 1,0 0-1,1 0 0,-1 0 1,0 0-1,0 0 0,0 0 1,0-1-1,0 1 1,0 0-1,0 0 0,0-1 1,0-1-1,7-24-7332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23.1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36 6163,'0'0'18008,"123"-9"-16151,-64 9-416,-1 0-609,-1 0-528,-3 0-304,-8 0-48,4-2-1104,-2-4-993,-4-2-2610,-8-3-6210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0:23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16936,'0'0'15831,"-2"8"-15831,2-4 0,0-2 0,0 1 0,0 1 0,0 0 0,0 0 0,0-2-1713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3.9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57 160,'0'0'5090,"-3"-3"-4569,2 1-381,0 1 0,0-1 1,0 0-1,0 1 0,0-1 1,0 0-1,1 0 0,-1 1 1,1-1-1,-1 0 0,1 0 1,-1 0-1,1 0 1,0 0-1,0 0 0,0 0 1,0 0-1,0 0 0,1 1 1,-1-1-1,0 0 0,1 0 1,0 0-1,-1 0 0,1 0 1,0 1-1,3-3 5082,-4 12-2183,-1 27-1186,-4 43-1705,-18 442 3289,22-509-3394,0-1 0,0 0 0,-1 0 0,-7 19 0,6-19-9,0 0 0,1 0-1,0 1 1,-1 19 0,3-8-162,1 10-1730,-2 1 1,0 0 0,-2 0 0,-2 0-1,-12 45 1,3-37-5088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4.8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73 2625,'0'0'6777,"8"-13"-5385,27-41 54,-27 49 4939,-6 13-5086,-2 15-1642,0-22 531,-18 104 841,1-16-1031,13-57-413,-3 13-941,6-15-8427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5.3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3474,'0'0'8894,"21"-8"-7680,-3 2-965,-1 0-26,0 0 0,0 1 0,0 1-1,1 0 1,0 2 0,31-1 0,-18 3-64,0 2-1,0 1 1,-1 2-1,1 1 1,-1 1-1,0 2 1,-1 1-1,0 1 1,-1 1 0,0 2-1,0 1 1,-2 1-1,45 35 1,-62-44-164,-1 1-1,0 1 1,0-1 0,-1 1 0,0 0 0,0 1-1,-1-1 1,-1 1 0,5 11 0,-8-16 2,0 0 0,0 0 1,-1 0-1,1 0 0,-1 1 0,-1-1 1,1 0-1,-1 0 0,0 1 0,0-1 1,0 0-1,-1 1 0,0-1 1,0 0-1,0 0 0,0 0 0,-1 0 1,0 0-1,0 0 0,-1 0 0,-5 8 1,-1-2 22,0 0 0,-2 0 1,1-1-1,-1 0 0,-1-1 1,1-1-1,-15 8 0,-96 47 760,95-50-506,-26 12 502,-91 28 0,113-44-604,0-2 0,-1-1 0,0-1 0,-53 0 0,61-13-27,24 8-156,-1 0 0,1 0 0,-1 0 0,1 0 0,-1-1 0,1 1 0,-1 0 0,1 0 0,0-1-1,-1 1 1,1 0 0,0-1 0,-1 1 0,1 0 0,0-1 0,-1 1 0,1-1 0,0 1 0,0 0 0,-1-1 0,1 1-1,0-1 1,0 1 0,0-1 0,0 1 0,-1-1 0,1 1 0,0-1 0,0 1 0,0-1 0,0 1 0,0-1-1,0 1 1,0-1 0,0 1 0,1-1 0,-1 1 0,0 0 0,0-1 0,0 1 0,0-1 0,1 1 0,-1-1-1,0 1 1,1 0 0,-1-1 0,1 0 0,0 0-94,0 0 0,1 0 0,-1 1-1,1-1 1,-1 0 0,1 1 0,-1-1 0,1 1-1,-1-1 1,1 1 0,0 0 0,-1 0-1,3 0 1,7-2-495,-1-1 95,126-37-9509,-75 14 4555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5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 4434,'0'0'13497,"1"-5"-12329,3-12-533,-2 21 451,-2 37 1205,-1-16-1668,0 14 184,0-23-700,0 1 1,2-1 0,2 23-1,-2-37-106,0 0-1,0-1 0,0 1 0,0-1 1,1 1-1,-1-1 0,0 0 1,1 1-1,-1-1 0,1 0 0,-1 0 1,1 0-1,0 0 0,-1 0 0,1 0 1,0-1-1,0 1 0,-1 0 0,1-1 1,0 1-1,0-1 0,0 0 0,0 0 1,0 0-1,0 0 0,2 0 0,4 0-54,0 0 0,0 0 0,0-1 0,-1 0 0,13-3 0,-6-3-65,-1 0 1,0-1-1,0 0 0,0-1 0,-1 0 1,-1-1-1,0-1 0,0 0 0,12-17 1,-21 26 154,0 0 41,1-1 0,-2 1 0,1-1-1,0 1 1,0-1 0,-1 0 0,1 0 0,-1 0 0,0 0-1,0 0 1,0 0 0,0-5 0,-1 8 334,14 18-101,-10-10-313,0-3-201,0 0 1,0 0-1,1 0 1,-1-1-1,1 0 1,0 1 0,0-2-1,0 1 1,1-1-1,-1 0 1,1 0-1,0 0 1,12 3 0,32 4-5219,2-8-4618,-32-2 4635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6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1 320 2193,'0'0'9343,"7"2"-7278,-5-2-1893,0 1 0,0-1 1,0 1-1,0-1 0,0 1 0,0 0 1,0 0-1,0 0 0,0 0 0,0 0 0,0 0 1,-1 0-1,3 3 0,-3-2 200,0-1-1,0 1 0,0-1 1,0 1-1,-1 0 1,1-1-1,-1 1 1,1 0-1,-1 0 1,0 0-1,0-1 0,1 1 1,-2 3-1,1-35-11,0 4-158,0 0 1,7-43-1,-5 60-210,0 0 0,1-1 0,0 1-1,0 0 1,1 1 0,0-1 0,1 1 0,0-1 0,0 1 0,1 1 0,7-9 0,-5 8-172,1 0 1,0 1-1,0 0 0,0 0 0,1 1 0,0 0 1,21-8-1,-10 6-1618,1 1 1,0 1 0,23-4-1,2 3-4629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6.4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1 7299,'0'0'5934,"-18"6"-2992,-60 20-725,75-25-2079,-1 0-1,1 0 1,0 0-1,0 1 1,0-1-1,-1 1 1,1 0-1,1 0 0,-1 0 1,0 1-1,1-1 1,-1 0-1,1 1 1,-1 0-1,1 0 1,0-1-1,0 1 1,1 1-1,-1-1 0,0 0 1,1 0-1,0 0 1,-1 5-1,2-6-112,0 1 0,0-1-1,0 1 1,0-1 0,0 0 0,1 1-1,-1-1 1,1 0 0,0 1-1,0-1 1,0 0 0,0 0 0,0 1-1,0-1 1,1 0 0,-1 0 0,1 0-1,-1-1 1,1 1 0,0 0-1,-1-1 1,1 1 0,0-1 0,0 1-1,0-1 1,0 0 0,3 1 0,11 4-30,0-1 1,0-1 0,0-1-1,0 0 1,0-1 0,1-1-1,-1 0 1,21-3 0,-13 2-29,-23 0 26,1 0 1,-1 0-1,1 0 1,-1 0-1,1 0 1,-1-1-1,1 1 1,-1 0-1,1-1 1,-1 1-1,1-1 1,-1 0-1,1 1 1,-1-1-1,0 0 1,0 0-1,1 0 1,-1 0-1,0 0 1,0 0-1,0 0 1,0-1 0,0 1-1,0 0 1,0 0-1,-1-1 1,1 1-1,0-2 1,1-3 71,-1 0 0,1 1 1,-2-1-1,1 0 0,-1 0 1,0-6-1,0 11 247,0 1-306,0 1-1,-1 0 0,1-1 1,0 1-1,0-1 0,0 1 1,0 0-1,0-1 1,0 1-1,0-1 0,0 1 1,0 0-1,0-1 0,0 1 1,0-1-1,0 1 1,0-1-1,0 1 0,1 0 1,-1-1-1,0 1 0,0-1 1,1 1-1,-1-1 1,0 1-1,1 0 0,9 14-150,-4-8-144,0 0 0,0-1 0,1 0 1,0 0-1,0-1 0,1 0 0,0 0 0,8 4 0,-5-5-876,-1 1 1,1-2-1,0 1 0,0-1 1,23 2-1,19-3-4216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6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446 0 6851,'0'0'12262,"-136"122"-10581,100-64-97,7 7-367,2-2-529,6-3-272,6-7-352,1-12-64,1-5-32,-4-11-816,-1-6-753,-3-9-832,-6-6-1057,-5-4-2768,-7 0-3331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6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 5555,'0'0'3249,"26"-3"585,0 0-2729,26-3 1533,61 1 0,103 6 1041,5 0-3025,-221 22 120,-3-13-756,0-1 1,-1 1-1,0-1 0,-1-1 1,0 1-1,0 0 1,-1-1-1,-9 11 1,-5 9-892,15-20-36,-13 18-3018,5-13-3827,9-12 1759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7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6643,'0'0'9797,"0"-7"-10998,0 28-2161,0-2-3073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7.8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133 106 8132,'0'0'11578,"-18"15"-10652,-59 52-360,74-63-528,-1-1-1,1 0 1,0 1 0,0 0 0,0 0 0,1 0 0,-1 0 0,1 1 0,0-1-1,0 0 1,0 1 0,1 0 0,0-1 0,-1 1 0,2 0 0,-1 0 0,0-1-1,1 1 1,0 0 0,1 8 0,0 2 10,-2-12-36,1 0-1,0 0 1,0 0 0,0 0 0,0-1 0,1 1-1,-1 0 1,1 0 0,0 0 0,0-1 0,0 1-1,0 0 1,0-1 0,1 1 0,-1-1-1,1 1 1,-1-1 0,1 0 0,0 0 0,0 1-1,0-1 1,0-1 0,0 1 0,1 0 0,-1 0-1,1-1 1,-1 0 0,1 1 0,-1-1 0,1 0-1,0 0 1,-1 0 0,1-1 0,0 1 0,0-1-1,0 1 1,4-1 0,-1 1 15,0-1 0,1 0 1,-1 0-1,0-1 0,0 1 0,0-1 0,0-1 0,0 1 1,0-1-1,0 0 0,-1-1 0,1 1 0,-1-1 0,1 0 1,-1 0-1,0-1 0,0 1 0,0-1 0,-1 0 1,0-1-1,1 1 0,-1-1 0,-1 0 0,1 0 0,-1 0 1,6-11-1,-2 0-8,-1 0 1,-1-1-1,0 1 1,-1-1 0,-1 0-1,-1 0 1,0-1-1,-1-24 1,0 18-7,0-31-196,-1 53 160,0-1-1,0 1 1,0-1 0,0 1-1,-1-1 1,1 1 0,-1-1-1,0 1 1,0 0-1,0-1 1,0 1 0,0 0-1,-1 0 1,-2-5-1,80 38-389,-60-24 523,-1 1 1,0 1-1,-1 1 0,25 20 1,-35-27-96,-1-1 0,0 1 1,0 1-1,0-1 0,0 0 1,-1 1-1,1-1 0,-1 1 0,0 0 1,0 0-1,0 0 0,-1 0 1,1 0-1,-1 0 0,0 0 1,0 0-1,-1 0 0,1 1 1,-1-1-1,0 0 0,0 1 0,0-1 1,-1 0-1,1 1 0,-2 4 1,-6 3 67,1-3-110,7-9-20,0 0 1,0 0 0,0 0 0,0 0-1,1 0 1,-1 0 0,0 0 0,0 0-1,0 0 1,0 0 0,0 0-1,0 0 1,0 0 0,0 0 0,0 0-1,0 0 1,0 0 0,0 0 0,0 0-1,0 0 1,0 1 0,0-1 0,1 0-1,-1 0 1,0 0 0,0 0 0,0 0-1,0 0 1,0 0 0,0 0 0,0 0-1,0 0 1,0 0 0,0 0-1,0 0 1,0 0 0,0 0 0,0 0-1,0 0 1,0 0 0,0 1 0,0-1-1,0 0 1,133-89-1008,-102 69 1081,-16 11 137,0 0-1,0 0 1,0 2 0,1 0-1,24-7 1,-40 14-91,1 0 1,-1 0 0,1 1-1,-1-1 1,0 0 0,1 1-1,-1-1 1,1 0 0,-1 1-1,0-1 1,1 1 0,-1-1-1,0 0 1,0 1-1,1-1 1,-1 1 0,0-1-1,0 1 1,0-1 0,1 1-1,-1-1 1,0 1 0,0-1-1,0 1 1,0-1 0,0 1-1,0-1 1,0 1-1,0-1 1,0 1 0,0-1-1,-1 1 1,1 0 0,-2 22 199,-12 33 637,9-42-1281,2 0 1,-1 0 0,2 0 0,-2 24-1,6-35-3676,5-3-4186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8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34 1425,'0'0'10444,"9"-7"-8605,29-19-239,-38 26-1562,0 0-1,1 0 1,-1 0-1,0 0 1,0 0 0,1 0-1,-1 0 1,0 0-1,1 0 1,-1-1-1,0 1 1,0 1-1,1-1 1,-1 0-1,0 0 1,1 0-1,-1 0 1,0 0-1,0 0 1,1 0 0,-1 0-1,0 0 1,0 0-1,1 1 1,-1-1-1,0 0 1,0 0-1,1 0 1,-1 1-1,0-1 1,0 0-1,0 0 1,0 0-1,1 1 1,-1-1-1,0 0 1,0 0 0,0 1-1,0-1 1,0 0-1,0 0 1,0 1-1,0-1 1,0 0-1,0 1 1,0-1-1,0 0 1,0 0-1,0 1 1,0-1-1,0 1 1,1 20 661,-2-16-327,0 53 1540,-11 62-1,-38 145-1297,47-245-836,-2 8-699,-2-14-2677,6-28-9115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9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77 4370,'0'0'4573,"21"-12"-2041,70-37 58,-85 47-2296,0-1-1,1 1 1,-1 0-1,1 0 1,-1 1 0,1 0-1,-1 0 1,1 0-1,-1 1 1,8 0-1,-10 1-184,-1-1 0,1 1-1,0 0 1,-1 0 0,1 0-1,-1 1 1,1-1 0,-1 1-1,0 0 1,0-1 0,0 2-1,0-1 1,5 5 0,-4-3-65,-1 1 0,1-1 0,-1 1 0,0 0 0,-1 0 0,1 0 1,-1 1-1,0-1 0,-1 0 0,1 1 0,-1-1 0,0 1 0,0 0 1,-1-1-1,0 1 0,0-1 0,0 1 0,-2 11 0,1-12-9,-1-1-1,0 0 0,0 1 0,0-1 1,0 0-1,-1 0 0,1 0 0,-1 0 1,0 0-1,0-1 0,0 1 0,-1-1 1,0 0-1,1 0 0,-1 0 1,0 0-1,0-1 0,0 0 0,-1 0 1,1 0-1,0 0 0,-6 1 0,-7 3 41,-1-1-1,0-1 1,0 0-1,-26 1 1,-94-3-819,137-2 669,1 0 1,0 0 0,0 0-1,0 0 1,0 0 0,0 0 0,0 0-1,-1 0 1,1 0 0,0 1 0,0-1-1,0 0 1,0 0 0,0 0 0,0 0-1,-1 0 1,1 0 0,0 0 0,0 0-1,0 0 1,0 0 0,0 0 0,0 0-1,0 0 1,0 1 0,-1-1 0,1 0-1,0 0 1,0 0 0,0 0 0,0 0-1,0 0 1,0 1 0,0-1 0,0 0-1,0 0 1,0 0 0,0 0-1,0 0 1,0 0 0,0 1 0,0-1-1,0 0 1,0 0 0,0 0 0,0 0-1,0 0 1,0 0 0,0 1 0,0-1-1,0 0 1,0 0 0,0 0 0,0 0-1,1 0 1,-1 0 0,0 0 0,0 1-1,9 5-4289,16-3-742,11-3-1033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29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13 109 10389,'0'0'5162,"-3"20"-2507,2-9-2360,-4 21 494,3 1-1,0-1 1,3 36-1,0-25-201,-1-42-531,0-25-216,-1-5-260,2 0-1,1 1 1,1-1-1,13-55 1,-11 64 176,10-27-430,-14 44 604,0 0-1,0 0 1,1 0-1,-1 0 1,1 1-1,0-1 1,0 0-1,0 1 1,0-1-1,0 1 1,3-3-1,-4 5 66,0 0-1,-1-1 0,1 1 0,0 0 0,0-1 0,0 1 0,-1 0 1,1 0-1,0-1 0,0 1 0,0 0 0,-1 0 0,1 0 0,0 0 1,0 0-1,0 0 0,0 1 0,-1-1 0,1 0 0,0 0 0,0 0 1,0 1-1,-1-1 0,1 1 0,0-1 0,-1 0 0,1 1 0,0-1 1,-1 1-1,1-1 0,0 1 0,-1 0 0,1 0 0,18 27 61,-14-20-57,2 4 12,2-2 1,-1 1-1,1-1 1,1 0-1,0-1 1,0 0-1,1 0 1,0-1 0,1-1-1,0 0 1,0 0-1,0-1 1,1-1-1,21 6 1,-9-4 15,1-2-1,0-1 1,0-1 0,0-1 0,1-1 0,42-5-1,-61 3-21,0 0-1,0 0 1,0-1-1,0 0 0,0-1 1,-1 0-1,1 0 1,-1 0-1,0-1 0,8-5 1,-11 6 49,-1 0-1,1 0 1,-1 0 0,0 0 0,0-1 0,0 1 0,0-1-1,-1 0 1,1 0 0,-1 0 0,0 0 0,0 0 0,0 0-1,-1 0 1,0-1 0,1 1 0,-1-1 0,-1 1-1,1-6 1,0 6 31,-1-1-1,0 1 1,0 0 0,-1-1-1,1 1 1,-1-1-1,0 1 1,0 0-1,0 0 1,-3-6 0,2 7-6,0 0 1,0 1-1,0-1 1,0 1-1,0-1 1,-1 1-1,1 0 1,-1 0-1,0 0 1,0 0-1,1 1 1,-1-1-1,0 1 1,-6-2-1,-5-1 150,0 1 0,0 0 0,-1 1 0,1 1 0,0 0 0,-1 1 0,-15 2 0,19-1-107,6-1-57,-1 0-1,1 1 1,0-1-1,-1 1 1,1 1-1,0-1 1,0 1-1,0 0 1,0 0-1,0 0 1,1 0-1,-1 1 1,0 0-1,-5 5 1,7-5-30,0 0 1,1 0-1,0 1 1,0-1 0,0 0-1,0 1 1,0 0-1,0-1 1,1 1-1,0 0 1,0 0-1,0-1 1,0 1-1,1 0 1,-1 0 0,1 0-1,0 0 1,0 0-1,1 0 1,0 4-1,0-3-34,0-1 0,1 0-1,-1 1 1,1-1 0,0 0-1,0 0 1,1 0-1,-1-1 1,1 1 0,0 0-1,0-1 1,0 0 0,0 0-1,0 0 1,1 0 0,0 0-1,-1-1 1,1 1 0,6 2-1,9 4-105,2 0 1,33 11-1,-49-19 67,26 8-1073,0-1 0,1-2 0,49 4 0,39-7-7053,-41-3 297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30.2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316 489 6963,'0'0'13889,"-12"-7"-12648,-41-23-273,45 27-848,-1-1 0,1 1 1,-1 1-1,1 0 0,-1 0 0,0 1 0,0 0 0,0 0 0,0 1 0,0 0 1,0 1-1,-16 2 0,22-2-89,-3 0-14,0 0-1,0 0 1,1 1-1,-1 0 1,1 0 0,-1 1-1,1-1 1,0 1 0,0 0-1,0 1 1,0-1 0,0 1-1,1 0 1,0 0-1,-1 1 1,2-1 0,-1 1-1,0 0 1,1 0 0,0 0-1,0 0 1,1 1-1,-1-1 1,1 1 0,0-1-1,1 1 1,-1 0 0,1 0-1,0 10 1,0-12-32,1 0 1,0 0-1,0 0 1,1 0-1,-1 0 1,1 0-1,0 0 1,2 5-1,-2-8 6,0 1-1,0-1 1,0 0-1,0 0 0,0 0 1,1 0-1,-1 0 1,0 0-1,1 0 1,-1 0-1,0 0 0,1-1 1,-1 1-1,1 0 1,0-1-1,-1 0 1,1 1-1,-1-1 1,1 0-1,0 0 0,-1 0 1,1 0-1,2 0 1,6 0-46,1 0 0,-1 0 1,1-1-1,-1-1 1,1 0-1,-1 0 0,0-1 1,0 0-1,0-1 1,0 0-1,0-1 0,-1 0 1,0 0-1,12-10 1,23-17-341,-2-2 1,-1-2-1,-2-2 1,-2-1-1,-2-2 1,48-70-1,-73 96 441,-1 0 0,0-1-1,-2 0 1,1 0-1,-2-1 1,0 0-1,-1 0 1,-1-1 0,-1 1-1,0-1 1,0-28-1,-3 45 9,0 0-1,0 1 0,0-1 0,0 0 1,-1 1-1,1-1 0,0 0 0,-1 1 1,1-1-1,0 1 0,-1-1 0,1 1 1,0-1-1,-1 1 0,1-1 0,-1 1 1,1-1-1,-1 1 0,0-1 0,1 1 1,-1 0-1,1 0 0,-1-1 1,0 1-1,1 0 0,-1 0 0,0-1 1,1 1-1,-1 0 0,0 0 0,1 0 1,-1 0-1,0 0 0,1 0 0,-1 0 1,0 0-1,1 0 0,-1 1 0,-1-1 1,-31 10 654,20-2-605,0 0-1,1 2 1,0-1 0,0 2-1,1-1 1,0 2-1,1-1 1,-14 22 0,5-5 153,1 1 0,2 1 0,-13 31-1,20-34-167,1 0-1,1 1 1,1 0-1,1-1 0,2 2 1,1-1-1,2 38 0,0-58-567,0 0-1,1 0 0,0 0 0,0 0 0,1 0 0,0-1 1,0 1-1,1 0 0,0-1 0,0 0 0,7 11 0,-7-15 102,-1 1-1,1 0 1,0-1-1,1 0 1,-1 0-1,1 0 0,-1 0 1,1 0-1,0-1 1,0 1-1,0-1 0,0 0 1,0 0-1,1-1 1,-1 1-1,0-1 0,1 0 1,-1 0-1,1-1 1,-1 1-1,7-1 0,3 0-4974,-3 0-190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30.6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86 4786,'0'0'11608,"13"12"-10290,44 39-40,-51-47-1153,-1 0-1,1-1 1,0 0-1,0 0 1,0 0-1,0-1 1,0 1 0,1-2-1,-1 1 1,1-1-1,-1 0 1,1 0-1,-1-1 1,1 0-1,0 0 1,7-1 0,9 0 86,-20 1-197,0 0-1,0 0 1,0 0-1,0 0 1,0-1-1,0 1 1,0-1-1,-1 0 1,1 0-1,0 0 1,0 0-1,-1-1 1,1 1-1,0-1 1,-1 1-1,0-1 1,1 0-1,-1 0 1,0 0-1,0 0 1,0-1-1,0 1 1,0 0-1,-1-1 1,1 0-1,2-4 1,-1-2 27,-1-1 0,1 1 0,-1 0 0,-1-1 0,0 1 0,0-1 1,-1-11-1,-1 19 10,1 0-1,-1 0 1,1 0 0,-1-1 0,0 1 0,1 0 0,-1 0 0,0 0 0,0 0-1,-1 0 1,1 1 0,0-1 0,-1 0 0,1 1 0,-1-1 0,1 0 0,-1 1-1,0 0 1,0-1 0,0 1 0,0 0 0,0 0 0,0 0 0,0 0-1,0 0 1,0 1 0,0-1 0,0 1 0,0-1 0,-1 1 0,-2 0 0,-6-2 112,1 1 0,0 1 0,0 0 0,-1 0 0,-18 4 0,22-3-111,1 1-1,0 0 0,0 0 0,-1 0 1,2 1-1,-1 0 0,-7 4 1,10-5-20,1 0 1,0 0 0,-1-1-1,1 1 1,0 1 0,0-1 0,0 0-1,1 0 1,-1 1 0,1-1-1,-1 1 1,1-1 0,0 1-1,-1 0 1,2-1 0,-1 1 0,0 0-1,0 0 1,0 3 0,1 0-34,-1-1 1,1 0-1,0 1 1,1-1 0,-1 0-1,1 1 1,0-1-1,0 0 1,0 0-1,1 1 1,0-1-1,0 0 1,0-1 0,1 1-1,0 0 1,-1-1-1,2 1 1,-1-1-1,0 0 1,1 0-1,0 0 1,0-1 0,0 1-1,0-1 1,1 0-1,-1 0 1,1 0-1,0-1 1,0 0-1,0 0 1,0 0 0,0 0-1,0-1 1,0 0-1,8 1 1,7 0-864,0-1 0,1 0 0,-1-2 0,0 0 0,21-5 1,-21 2-1965,-1-1 1,33-13 0,17-13-6327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30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520 16 7251,'0'0'11864,"-23"-3"-10057,-75-8-191,82 10-1341,-1 1-1,1 0 1,-1 2-1,1 0 1,0 0-1,0 1 0,0 1 1,0 1-1,1 1 1,-20 9-1,-1-1 122,31-12-297,-15 5 225,0 1 1,1 1-1,0 0 1,-21 16-1,36-22-281,0 0 0,0 0 1,1 0-1,-1 1 0,1 0 0,0-1 1,0 1-1,0 0 0,1 0 1,-5 9-1,6-10-42,0 0 0,1 0 0,-1-1 0,1 1 1,0 1-1,-1-1 0,1 0 0,0 0 0,1 0 0,-1 0 0,1 0 1,-1 0-1,1 0 0,0-1 0,0 1 0,0 0 0,0 0 1,1 0-1,1 2 0,1 0-17,0 1 0,0-1 0,1-1 0,-1 1 0,1-1 0,1 0-1,-1 0 1,0 0 0,1-1 0,0 1 0,0-1 0,7 2 0,4 2-298,0-1 0,1-1 0,23 4 0,-12-5-1750,52 1-1,-8-11-3576,-10-11-2397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31.3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1 108 5090,'0'0'9888,"14"10"-8683,-4-2-966,-5-3-144,1 0 1,0-1-1,0 0 1,0 0-1,0 0 0,1-1 1,-1 0-1,1 0 1,0 0-1,0-1 1,0 0-1,0-1 1,0 0-1,8 1 1,5-1 228,-1 0-167,-1-1 0,0 0 0,0-2 0,32-5 0,-47 6-118,1 1-1,-1-1 0,0-1 0,1 1 1,-1 0-1,0-1 0,0 1 1,0-1-1,0 0 0,0 0 0,-1 0 1,1-1-1,0 1 0,-1-1 0,0 1 1,1-1-1,-1 0 0,0 0 0,0 0 1,-1 0-1,1 0 0,-1 0 1,0 0-1,1-1 0,-1 1 0,-1 0 1,1-1-1,0 1 0,-1-1 0,0 1 1,0-4-1,0-4 219,1 7-36,-1-1-1,0 1 0,0 0 0,-1-1 0,1 1 0,-1 0 0,0 0 0,-2-6 0,2 8-142,0 1 0,0-1-1,-1 1 1,1-1 0,-1 1 0,1-1-1,-1 1 1,0 0 0,1-1 0,-1 1 0,0 0-1,0 0 1,0 1 0,0-1 0,0 0-1,0 1 1,0-1 0,0 1 0,0-1-1,-4 1 1,-6-2 113,0 0 0,0 1 0,0 1 0,0 0 0,-1 0 0,1 2 0,0-1 0,0 1 0,-20 7 0,27-7-148,0 0 0,0 0 0,0 1 1,1 0-1,0-1 0,-1 2 0,1-1 0,0 0 0,0 1 0,1 0 0,-1 0 1,1 0-1,0 0 0,0 0 0,0 1 0,1-1 0,-1 1 0,1 0 0,0 0 0,0 0 1,1 0-1,0 0 0,0 0 0,-1 10 0,1-9-93,1 0 1,0 0-1,0 0 1,0 0-1,1 0 0,-1 0 1,2 0-1,-1 0 0,1-1 1,-1 1-1,1 0 1,1-1-1,-1 1 0,1-1 1,0 0-1,1 0 0,-1 0 1,1 0-1,0-1 1,0 0-1,0 1 0,1-1 1,-1-1-1,1 1 0,0-1 1,0 0-1,0 0 1,1 0-1,9 3 0,0 0-746,1-1-1,-1-1 0,1 0 0,0-1 0,0-1 0,20 1 0,-16-3-1875,-1 0-1,30-5 1,8-11-4489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31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295 1 7235,'0'0'17296,"-16"1"-16039,5 0-1024,-4 0 78,0 0 0,1 1 0,-1 1 0,1 1 0,-23 8 0,21-6 29,-51 24 890,63-28-1170,-1 1 0,0 0 0,1 0 0,-1 0 1,1 1-1,0-1 0,0 1 0,1 0 0,-1 0 0,-4 8 0,7-11-73,0 1-1,0 0 1,1 0 0,-1-1 0,0 1 0,1 0-1,-1 0 1,1 0 0,0 0 0,0 0 0,0-1 0,0 1-1,0 0 1,0 0 0,0 0 0,1 0 0,-1 0-1,1 0 1,-1-1 0,1 1 0,0 0 0,-1 0-1,1-1 1,0 1 0,0-1 0,0 1 0,1 0-1,-1-1 1,0 0 0,0 1 0,3 1 0,5 3-136,-1 1 0,1-2 1,0 1-1,17 6 0,-6-2-177,-8-4 7,0 0-1,-1 2 0,0-1 0,0 1 0,-1 1 1,0 0-1,12 14 0,-21-22 301,0 0 0,0 0 0,-1 0 1,1 0-1,0 0 0,-1 0 0,1 0 0,-1 0 1,1 0-1,-1 0 0,0 0 0,1 0 0,-1 0 0,0 0 1,0 0-1,0 1 0,0-1 0,0 0 0,0 0 1,0 0-1,0 0 0,0 0 0,0 0 0,-1 1 0,1-1 1,0 0-1,-1 0 0,1 0 0,-1 0 0,0 0 1,1 0-1,-1 0 0,0 0 0,1 0 0,-1-1 0,-1 2 1,-3 2 60,0-1 1,0 0 0,0 0 0,-1 0 0,-10 3 0,3-1-18,-146 57 1293,202-63-8782,-2-16 1218,8-11-2486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32.2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484 4 6243,'0'0'13651,"-14"-1"-11975,0 0-1219,1 0 19,-1 0-1,0 1 1,0 1 0,1 0-1,-15 4 1,26-5-374,-116 30 3702,106-26-3596,0 0-1,0 1 0,1 0 1,-1 1-1,1 1 0,1 0 1,-16 12-1,23-16-278,0 1-1,1-1 1,0 1-1,0 0 1,0-1 0,0 1-1,0 0 1,1 0-1,-1 0 1,1 0 0,0 1-1,0-1 1,1 0 0,0 0-1,-1 1 1,1-1-1,0 0 1,1 1 0,-1-1-1,1 0 1,0 0-1,0 0 1,0 0 0,1 1-1,0-2 1,-1 1 0,1 0-1,0 0 1,1 0-1,-1-1 1,1 0 0,3 4-1,9 4-381,0-2 0,1 0 1,1 0-1,0-1 0,28 8 0,29 14-1835,-74-30 2282,1 0 0,0 1 0,-1-1 0,1 0 0,-1 0 0,1 0 0,-1 0 0,1 1 0,-1-1 0,1 0-1,-1 0 1,1 1 0,-1-1 0,1 0 0,-1 1 0,0-1 0,1 0 0,-1 1 0,1-1 0,-1 1 0,0-1 0,0 1 0,1-1 0,-1 1-1,0-1 1,0 1 0,1-1 0,-1 1 0,0-1 0,0 1 0,0-1 0,0 1 0,0 0 0,0-1 0,0 1 0,0-1 0,0 1 0,0-1-1,0 1 1,0-1 0,0 1 0,-1-1 0,1 1 0,0-1 0,0 1 0,0-1 0,-1 1 0,1-1 0,0 1 0,-1-1 0,1 1-1,0-1 1,-1 1 0,1-1 0,-1 0 0,1 1 0,-1-1 0,1 0 0,-1 0 0,1 1 0,-1-1 0,1 0 0,-1 0 0,1 0 0,-1 1-1,1-1 1,-2 0 0,-42 15 990,40-14-930,-48 13 923,-66 20 1039,102-28-1733,-1 0-1,1 2 0,1 0 0,-28 18 0,32-12-537,11-14 201,0 0 1,0 1-1,0-1 0,0 0 1,1 1-1,-1-1 0,0 0 1,0 1-1,0-1 0,0 0 1,0 1-1,1-1 0,-1 0 0,0 1 1,0-1-1,1 0 0,-1 0 1,0 1-1,0-1 0,1 0 1,-1 0-1,0 0 0,1 1 0,-1-1 1,0 0-1,0 0 0,1 0 1,30 5-2719,-21-6 1769,-1 0 0,0 0 0,0-1 0,0 0-1,0 0 1,0-1 0,0 0 0,14-8 0,38-18-6526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32.6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192 27 11461,'0'0'10394,"-19"6"-8243,-59 23-649,73-26-1320,-1 1 1,1-1 0,0 1-1,0 0 1,0 1-1,1-1 1,-1 1 0,1 0-1,0 0 1,1 0-1,-1 1 1,1-1 0,0 1-1,0 0 1,-2 7 0,-1 1 88,2-6-223,1 1 0,0 0 0,0 0 0,1 0 0,1 1 0,-1-1 0,1 1 0,1-1 0,0 0 0,1 14 0,0-21-55,-1-1-1,1 1 1,0 0 0,0 0-1,0 0 1,0 0-1,0-1 1,0 1-1,0-1 1,0 1-1,1-1 1,-1 1 0,1-1-1,-1 0 1,1 1-1,0-1 1,-1 0-1,1 0 1,0 0-1,0 0 1,0-1 0,0 1-1,-1 0 1,1-1-1,0 0 1,0 1-1,0-1 1,0 0-1,0 0 1,4 0-1,4 1-8,1-1-1,-1-1 0,1 1 0,17-5 1,-16 2 15,-1-1 0,1 0 0,0-1 0,-1 0 0,0-1 0,0 0 0,-1-1 0,17-13 0,-22 16 5,0 0 0,0-1 0,0 0 0,-1 0 0,1 0 0,-1 0 0,-1-1 0,1 0 0,-1 1 0,0-1 0,0-1 0,0 1 0,-1 0 0,0-1 0,0 1 1,-1-1-1,1-10 0,-1 11 46,-1 0 1,-1 0-1,1 0 1,-1 0-1,0 0 1,0 0-1,-4-10 1,3 12-28,-1 0 1,1 1 0,-1-1-1,0 1 1,0-1 0,0 1-1,0 0 1,0 0 0,-1 1 0,1-1-1,-8-3 1,3 1-21,-1 0 0,0 1 0,0 0 0,-14-4-1,-3 4-2374,25 7-1592,3 8 415,9 2-2974,12-2-1211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33.0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15 223 9076,'0'0'11870,"1"16"-10200,4 125 1766,-5-140-3391,0 0 1,0 0 0,0-1-1,1 1 1,-1 0-1,-1 0 1,1 0-1,0-1 1,0 1 0,0 0-1,0 0 1,0-1-1,-1 1 1,1 0-1,0 0 1,-1-1 0,1 1-1,0 0 1,-1-1-1,1 1 1,-1 0-1,1-1 1,-1 1-1,0-1 1,1 1 0,-1-1-1,1 1 1,-1-1-1,0 0 1,1 1-1,-1-1 1,0 0 0,0 1-1,1-1 1,-1 0-1,0 0 1,-1 1-1,1-1 340,-3-62 711,5 44-1133,0 0 1,1 1-1,1-1 0,1 1 1,0 0-1,1 0 1,1 1-1,1-1 0,0 1 1,1 0-1,1 1 0,0 0 1,1 1-1,1-1 0,0 2 1,1 0-1,0 0 0,25-18 1,-32 27-59,0 1 0,1 0 0,-1 1 1,1-1-1,0 1 0,0 0 0,0 0 1,0 1-1,0 0 0,0 0 0,0 0 1,0 1-1,0 0 0,1 0 0,-1 1 0,0 0 1,0 0-1,0 0 0,0 0 0,0 1 1,0 0-1,8 5 0,9 0-2903,-5-6-4249,-4-1-3101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6:47:33.8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 78 2497,'0'0'9500,"17"-8"-7781,3-4-1018,-9 5-6,1 0 1,0 1-1,0 1 0,18-6 1,-16 3 2582,-13 8-3147,-1-1 0,0 1 0,0 0-1,0 0 1,0 0 0,0-1 0,0 1 0,0 0-1,0 0 1,0-1 0,0 1 0,0 0 0,0 0 0,0 0-1,0-1 1,0 1 0,-1 0 0,1 0 0,0 0-1,0-1 1,0 1 0,0 0 0,0 0 0,0 0-1,0 0 1,-1-1 0,1 1 0,0 0 0,0 0 0,0 0-1,0 0 1,-1 0 0,1 0 0,0-1 0,0 1-1,-1 0 1,-15-5 3626,4 4-4833,-2 1 1200,-16 0 231,-46 5 0,67-4-291,0 1 0,0 0 0,0 1 0,0 0-1,0 0 1,1 1 0,-1 0 0,1 0 0,-10 8 0,16-11-68,0 1 0,0 0 0,0 0 0,0 0 0,0 0 0,0 0 0,1 1 0,-1-1 0,1 1 0,0-1 0,-1 1 0,1-1 0,0 1 0,0 0 0,1-1 0,-1 1 0,1 0 0,-1 0 0,1 0 0,0-1 0,0 1 0,0 0 0,1 5 0,0-4-26,0 1 1,0-1 0,0 0-1,1 0 1,0 0 0,-1 1-1,1-2 1,1 1 0,-1 0-1,1 0 1,-1-1 0,1 1-1,6 5 1,18 12-290,2-2 0,0 0 0,37 17 0,-32-17-419,-33-19 737,-1 0 1,0 0 0,0 0 0,1 0-1,-1 0 1,0 0 0,0 0 0,1 1-1,-1-1 1,0 0 0,0 0 0,1 0-1,-1 1 1,0-1 0,0 0 0,0 0-1,1 1 1,-1-1 0,0 0 0,0 0-1,0 1 1,0-1 0,0 0 0,0 0-1,0 1 1,1-1 0,-1 0 0,0 1-1,0-1 1,0 0 0,0 1 0,0-1-1,0 0 1,0 0 0,-1 1 0,1-1-1,0 0 1,0 1 0,0-1 0,0 0-1,0 0 1,0 1 0,0-1 0,-1 0-1,1 0 1,0 1 0,0-1 0,0 0-1,-1 0 1,1 0 0,0 1 0,0-1-1,-1 0 1,1 0 0,0 0 0,0 0-1,-1 1 1,1-1 0,0 0 0,-1 0-1,1 0 1,0 0 0,0 0 0,-1 0-1,1 0 1,0 0 0,-1 0 0,1 0-1,-1 0 1,-28 8 355,24-7-279,-6 2 118,-14 2 76,2 1 0,-1 1 0,1 1 0,0 2 0,-32 17 0,54-27-297,1 1-1,-1-1 0,0 1 1,1-1-1,-1 1 0,1-1 1,-1 1-1,0-1 0,1 1 0,-1-1 1,1 1-1,0 0 0,-1-1 1,1 1-1,-1 0 0,1 0 1,0-1-1,0 1 0,-1 0 1,1 0-1,0-1 0,0 1 0,0 1 1,-1 3-4763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49:17.2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1 488 1425,'0'0'8614,"7"0"-6869,2 1-802,0-1-1,0-1 1,1 0-1,-1 0 1,0-1-1,16-5 1,-25 7-652,1 0 0,-1 0 0,1-1 0,-1 1 1,1 0-1,-1 0 0,1 0 0,0 0 0,-1 0 0,1 0 1,-1 0-1,1 0 0,-1 0 0,1 0 0,-1 0 0,1 0 1,0 0-1,-1 0 0,1 1 0,-1-1 0,1 0 0,-1 0 0,1 1 1,-1-1-1,1 1 0,6 14 2458,-8 31-3185,0-29 1366,1 5-862,-2 0 1,-1 1-1,0-1 1,-2 0 0,0-1-1,-2 1 1,0-1-1,-1 0 1,-12 21-1,20-42-83,0-1 1,0 1-1,0 0 0,0 0 0,0 0 0,0 0 0,0 0 0,0 0 1,0 0-1,-1 0 0,1 0 0,0 0 0,0 0 0,0 0 0,0 0 0,0-1 1,0 1-1,0 0 0,0 0 0,0 0 0,0 0 0,0 0 0,0 0 0,0 0 1,0 0-1,0 0 0,0 0 0,0 0 0,0 0 0,-1 0 0,1 0 0,0 0 1,0 0-1,0 0 0,0 0 0,0 0 0,0 0 0,0 0 0,0 0 1,0 0-1,0 0 0,0 0 0,0 0 0,-1 0 0,1 0 0,0 0 0,0 0 1,0 0-1,0 0 0,0 0 0,0 0 0,0 0 0,0 0 0,0 0 0,0 0 1,0 0-1,0 0 0,0 0 0,0 1 0,-1-1 0,0-13-263,-1-16 36,8-130-497,-2 132 565,0 1 0,2 0 0,17-50 0,-8 40-64,1 0 1,2 1 0,1 1 0,2 1-1,38-47 1,-44 62 179,2-1 0,0 2-1,1 1 1,0 0 0,1 1-1,1 1 1,1 1 0,0 0-1,0 2 1,24-9 0,-39 18 60,0 0 0,0 0-1,1 0 1,-1 1 0,0 0 0,8 0 0,-14 1 3,1 1-1,-1-1 1,1 0 0,-1 1-1,1-1 1,-1 0 0,1 1-1,-1-1 1,1 1 0,-1-1-1,0 1 1,1-1 0,-1 1-1,0-1 1,0 1 0,1 0-1,-1-1 1,0 1 0,0-1-1,0 1 1,0 0 0,1-1-1,-1 1 1,0-1 0,0 1-1,0 0 1,0-1 0,-1 1-1,1-1 1,0 1 0,0 1-1,0 2 31,3 195 1143,11 160 782,-8-229-1000,-6-129-915,1-1-120,0 0 0,0 0-1,0 0 1,0 1 0,0-1-1,0 0 1,-1 0 0,1-1-1,0 1 1,0 0-1,0 0 1,0 0 0,0-1-1,0 1 1,0 0 0,-1-1-1,1 1 1,0-1 0,0 1-1,0-1 1,-1 1-1,2-2 1,18-17-1865,-15 14 969,-3 3 349,0 0 1,0-1 0,0 1 0,0-1 0,0 1-1,-1-1 1,1 1 0,-1-1 0,1 0 0,-1 0-1,0 1 1,1-7 0,-1-18-7180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49:17.4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9845,'0'0'13542,"140"-2"-12662,-79 4-544,4 6-336,6 0-480,-2 1-2273,-4-7-4018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49:18.4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25 397 3922,'0'0'10231,"0"22"-8611,0 6-1180,3 151 3233,-2-158-3161,4 113 2517,-5-119-2625,-2 0 0,0 0 0,0 1 0,-1-1 0,-1-1 0,-9 23 0,5-17 145,10-75-695,3 0 0,21-101 0,46-104-1566,-50 194 1120,35-73 1,-46 115 570,2 1-1,0 1 1,1 0 0,1 1 0,1 0 0,25-23 0,-40 42 48,1 0-1,0 1 1,-1-1 0,1 0 0,0 1 0,0 0 0,0 0 0,1-1 0,-1 1-1,0 0 1,0 1 0,1-1 0,-1 0 0,0 1 0,1-1 0,-1 1 0,4-1 0,-5 2 7,1-1 1,0 1 0,-1-1 0,1 1 0,0-1-1,-1 1 1,1 0 0,0 0 0,-1 0 0,1 0-1,-1 0 1,0 0 0,1 0 0,-1 0 0,0 1-1,0-1 1,2 3 0,2 4 66,0 1 0,-1-1 0,-1 1 0,0 0 0,0 0 0,0 0 0,1 9 0,33 222 1481,-4-31-308,-17-97-403,-16-109-838,1 1-1,-1 0 1,1 0 0,0-1 0,0 1-1,1-1 1,-1 1 0,1-1-1,-1 0 1,1 1 0,0-1 0,4 5-1,-3-7-171,-1 1 1,0 0-1,1-1 0,-1 1 0,1-1 0,-1 0 1,1 1-1,0-1 0,0-1 0,-1 1 0,1 0 1,0-1-1,0 1 0,0-1 0,0 0 0,4 0 1,-6 0-29,-1 0 0,1 0 0,0-1 1,-1 1-1,1 0 0,0 0 0,-1-1 1,1 1-1,0 0 0,-1-1 0,1 1 1,-1 0-1,1-1 0,-1 1 0,1-1 1,-1 1-1,1-1 0,-1 1 0,1-1 1,-1 0-1,0 1 0,1-1 0,-1 1 0,0-1 1,0 0-1,1 1 0,-1-1 0,0 0 1,0 1-1,0-1 0,0-1 0,1-27-4999,-1 22 3180,0-37-8573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49:18.5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43 9668,'0'0'7428,"130"0"-4115,-72 0-1744,5-3-913,-2 1-384,-3-2-272,-6 0-208,-4-2-1424,-8-5-2162,-11-1-5394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49:19.3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 1153,'0'0'8102,"7"-7"-6058,20-21 191,-21 26 2787,-3 7-3561,-1 11-1324,-1-15 361,1 84 2073,-11 124 1,-1-10-1461,10-85-2093,0-114 937,0-1 0,0 1 0,0 0 1,0 0-1,0 0 0,0 0 0,0 0 0,0 0 1,0 0-1,0-1 0,0 1 0,0 0 1,1 0-1,-1 0 0,0 0 0,0 0 0,0 0 1,0 0-1,0 0 0,0 0 0,0-1 0,0 1 1,0 0-1,0 0 0,0 0 0,0 0 0,0 0 1,0 0-1,1 0 0,-1 0 0,0 0 0,0 0 1,0 0-1,0 0 0,0 0 0,0 0 0,0 0 1,0 0-1,1 0 0,-1 0 0,0 0 0,0 0 1,0 0-1,0 0 0,0 0 0,0 0 0,0 0 1,0 0-1,1 0 0,-1 0 0,0 0 0,0 0 1,0 0-1,0 0 0,0 0 0,0 0 0,0 0 1,0 0-1,0 0 0,1 0 0,-1 0 0,0 1 1,0-1-1,0 0 0,0 0 0,0 0 0,0 0-139,4-6-634,0 0 0,0 0-1,-1-1 1,0 1-1,0-1 1,-1 1-1,0-1 1,2-10-1,11-41-5925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49:19.7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72 5475,'0'0'15388,"23"-11"-13638,80-35-491,-94 43-1089,0 0-1,0 1 1,1 0 0,-1 0-1,1 1 1,0 0-1,-1 1 1,20 2 0,-5-1 120,-15-1-196,0 0-1,1 1 1,-1 1-1,0-1 1,0 1-1,0 1 1,0 0-1,0 0 1,11 6-1,-16-6-81,0-1 0,0 1 0,-1 0 0,1 0 0,-1 0 0,0 0 0,1 0 0,-2 1 0,1 0 0,0-1 0,-1 1 0,1 0 0,-1 0 0,0 1 0,0-1 0,-1 0 0,1 1 0,-1-1 0,0 1 0,0 7 0,0-6-7,0 0 0,-1 0 0,0 0-1,-1 0 1,1 0 0,-1 0 0,0-1 0,-1 1-1,1 0 1,-1 0 0,0-1 0,-1 1-1,1-1 1,-1 1 0,0-1 0,-1 0-1,-3 5 1,-1-2 17,-1 1-1,0-1 1,0-1 0,0 0-1,-1 0 1,0-1-1,-19 9 1,-89 35-131,134-50-463,0 1 1,0 0-1,1 1 1,24 6-1,-27-4 464,1 0-1,-1 0 1,0 1-1,0 1 0,0 0 1,-1 1-1,0 1 1,22 15-1,-29-18 49,0 0-1,-1 1 0,0-1 1,0 1-1,0 0 0,0 0 1,-1 1-1,0-1 1,0 1-1,-1 0 0,0 0 1,0 0-1,-1 0 0,0 1 1,0-1-1,0 1 1,-1-1-1,0 15 0,-1-18 80,-1 0 0,1 0 0,-1 1 0,0-1 0,0 0-1,-1-1 1,1 1 0,-1 0 0,0 0 0,0 0 0,0-1 0,0 1-1,-1-1 1,1 0 0,-1 0 0,0 0 0,0 0 0,0 0 0,0-1-1,-1 1 1,1-1 0,-1 0 0,-6 3 0,-9 4 358,0-1 0,-1-1 0,-30 8 0,44-14-262,-56 16 1575,-1-2-1,-111 10 1,259-63-5873,-30 18 522,21-8-5439,-7 1-3028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49:19.9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166 0 12710,'0'0'6419,"-71"111"-2209,46-78-2097,-3 1-849,7-5-864,7-8-400,8-6-160,6-3-1681,18-12-10660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49:20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313 9 7523,'0'0'16357,"3"19"-13502,8 66-785,-11-78-1805,0 0 0,0 0 0,-1-1 0,0 1 0,0 0-1,0 0 1,-3 8 0,-2 15 1562,7-38-1927,1-1 1,1 1-1,0-1 0,0 1 1,0 0-1,1 0 1,0 1-1,7-10 0,7-15-649,-15 26 407,1-1 0,-1-1 1,0 1-1,-1-1 0,0 1 0,0-1 0,0 1 1,0-15-1,-2 22 290,0-1 0,-1 1 0,1-1 0,0 0 1,0 1-1,-1-1 0,1 1 0,0-1 0,-1 1 0,1-1 1,0 1-1,-1-1 0,1 1 0,-1-1 0,1 1 0,-1-1 1,1 1-1,-1 0 0,1-1 0,-1 1 0,1 0 0,-1 0 1,0-1-1,1 1 0,-1 0 0,1 0 0,-1 0 0,0 0 1,1 0-1,-1-1 0,0 1 0,1 0 0,-1 1 0,0-1 1,1 0-1,-1 0 0,0 0 0,-29 5-209,13 1 236,-1 1-1,1 0 1,1 2-1,-1 0 0,1 0 1,-15 13-1,7-4 144,1 1 1,1 2-1,-21 23 0,33-32 63,0 0 0,1 0 0,0 1 0,1 0 0,0 1-1,2 0 1,-1 0 0,1 0 0,1 1 0,1 0 0,0 0 0,1 0 0,0 0 0,2 0 0,-1 28 0,2-38-119,1 0 1,0 0 0,0 0-1,0 0 1,0 0 0,1-1 0,0 1-1,0 0 1,0-1 0,1 1-1,-1-1 1,1 0 0,0 0 0,4 5-1,-1-3 25,0-1 0,0 0 0,0 0 0,1-1 0,0 0 0,0 0-1,0 0 1,10 3 0,6 0 60,0-1-1,0-1 0,0-1 1,0-1-1,29 0 1,-8-2-207,-1-1 0,0-3 0,69-12 1,-84 8-853,0 0 0,-1-2 0,41-19 0,-62 25 234,1-1 1,-1 1-1,0-1 1,0 0-1,7-6 1,-11 7 8,0 1 0,0 0 0,0 0 0,0-1 0,-1 1 1,1-1-1,-1 0 0,2-3 0,0-19-10480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49:29.7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396 0 544,'0'0'5093,"-5"0"-1927,-17 0-2805,13 0-349,0 1 0,0 0 0,0 1 0,0 0 0,0 0 0,1 1-1,-1 0 1,1 0 0,0 1 0,-14 9 14631,24 28-13550,12 65 1,-8-65-539,3 68 0,-8-32-34,0 19 199,-17 146 0,-8-22 251,3-26-184,15-145-661,-44 427 426,42 398-382,6-218-124,3-62-54,2-231 3,-1 156 17,-4 538 24,-6 345-21,8-1261-17,-7 407 21,7 33 45,11-255 101,-25 98-8,7-294-153,-22 242 403,28-329-380,2-35-22,-1-1 0,0 1 0,-1-1 0,1 1 0,-1 0 0,-1-1 0,-2 8 0,-1 1-5,1 0 0,-4 24 0,0 2 0,-18 63 0,6 0 0,4 1 0,-4 191 0,21-267-354,5-49-533,-2 1 661,61-272-7842,-37 155 619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49:31.5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52 439 976,'0'0'11454,"6"-8"-9261,2-2-1213,7-12-134,-2-2 7100,-13 68-7692,-2 0-1,-3 1 1,-1-1-1,-2-1 0,-23 74 1,29-112-273,2-4-19,0 1 0,0 0 0,-1-1 0,1 1-1,0 0 1,-1-1 0,0 1 0,1-1 0,-1 1 0,0-1-1,0 1 1,0-1 0,0 1 0,0-1 0,0 0 0,0 0 0,-1 0-1,1 1 1,0-1 0,-1 0 0,1 0 0,0-1 0,-1 1 0,0 0-1,1 0 1,-1-1 0,1 1 0,-1-1 0,-3 1 0,4-4-41,0 0-1,0-1 1,0 1 0,1 0 0,-1 0 0,1-1 0,0 1-1,0 0 1,0-1 0,1-6 0,-1 3-43,1-14 63,0 0 0,2 0 0,0 0 0,1 0 0,1 1 0,1 0 0,1 0 0,14-29 0,11-18 25,2 1-1,45-65 0,-63 107 34,1 2-1,1 0 0,0 1 0,2 1 0,0 1 1,2 0-1,0 2 0,39-24 0,-55 38 23,-1 0-1,1 1 1,0-1-1,-1 1 1,1 1-1,0-1 1,0 1 0,0 0-1,12 0 1,-17 1-17,0 0 0,-1 0 0,1 0 0,0 0 1,0 1-1,-1-1 0,1 0 0,0 1 0,0-1 1,-1 0-1,1 1 0,0-1 0,-1 1 0,1-1 0,-1 1 1,1 0-1,-1-1 0,1 1 0,-1 0 0,1-1 1,-1 1-1,1 0 0,-1-1 0,0 1 0,1 0 0,-1 0 1,0-1-1,0 1 0,0 0 0,0 0 0,1 1 1,0 31-11,-1-26 14,0-1 3,0 0 1,0 0 0,0 0 0,-1 0-1,0 0 1,0 0 0,-1 0 0,1 0-1,-1 0 1,-1-1 0,1 1 0,-1-1-1,0 0 1,0 0 0,0 0 0,-1 0-1,0 0 1,0-1 0,-6 6 0,-130 115 419,-4 5 21,140-126-506,2-2 123,0 0-1,1-1 1,-1 1-1,1 0 0,0 0 1,-1 0-1,1 0 1,0 0-1,-1 2 1,2-2-30,0-1 1,0 0-1,0 1 1,0-1-1,0 0 1,0 0 0,0 1-1,1-1 1,-1 0-1,1 1 1,-1-1-1,1 0 1,-1 0 0,1 0-1,-1 0 1,1 0-1,0 0 1,0 0-1,0 0 1,1 2 0,26 24 997,2 0 1,0-2 0,2-2-1,35 21 1,-58-38-787,3 2-90,-9-5-189,1-1 0,-1 1-1,1-1 1,0 1 0,0-1-1,0-1 1,0 1 0,0 0 0,0-1-1,0 0 1,8 1 0,-11-2-631,-1-1 0,1 0 0,-1 0 0,1 0 0,-1 0 0,1 0 0,-1 1 1,1-1-1,-1 0 0,0 0 0,0 0 0,0 0 0,1 0 0,-1 0 0,0 0 0,0 0 1,0 0-1,0 0 0,0 0 0,-1 0 0,1-2 0,0 1-2456,0-9-8101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49:31.9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 4210,'0'0'11138,"14"10"-9323,6 3-1162,2 3 578,1-1 0,34 17 0,-46-28-1025,1-1 0,0 0 0,0 0 0,0-1 0,0-1 0,0 0 1,24-1-1,-30 0-180,-5 0-24,0 0 1,0 0-1,1 0 1,-1-1-1,0 1 1,1 0-1,-1-1 1,0 1-1,0-1 1,0 1-1,1-1 1,-1 1-1,0-1 0,0 0 1,0 0-1,0 1 1,0-1-1,0 0 1,0 0-1,0 0 1,-1 0-1,1 0 1,0 0-1,-1 0 1,1-1-1,0 1 0,-1 0 1,1 0-1,-1 0 1,0-1-1,1 1 1,-1 0-1,0 0 1,0-1-1,0 1 1,0 0-1,0-1 1,0 1-1,0 0 0,0 0 1,-1-1-1,1 1 1,-1-2-1,0-2-16,0 0 0,0 1 0,0-1 0,-1 0 0,0 0 0,0 1 0,0-1 1,-1 1-1,1-1 0,-5-4 0,-6-5-67,6 5 71,0 1 0,-1 1 1,0 0-1,0 0 0,-12-8 1,17 13 40,1 1 0,-1 0 1,1 0-1,-1 0 0,1 0 1,-1 0-1,1 1 0,-1-1 1,0 1-1,0 0 0,1-1 1,-1 1-1,0 0 0,1 1 1,-1-1-1,0 0 0,1 1 1,-1 0-1,0-1 0,1 1 1,-1 0-1,1 1 0,-1-1 1,1 0-1,0 1 0,-4 2 1,-1 2 19,0-1 1,1 1 0,0 1 0,0-1-1,1 1 1,-1 0 0,2 1 0,-1-1-1,1 1 1,0 0 0,0 0 0,-3 12-1,2-2 7,1 0-1,1 0 0,1 1 1,0-1-1,1 19 0,1-34-94,0 0-1,0-1 1,1 1-1,-1 0 1,1 0-1,0-1 1,-1 1-1,1 0 1,0-1-1,1 1 1,-1-1 0,0 1-1,1-1 1,-1 0-1,1 1 1,0-1-1,3 3 1,-1-1-213,1-1 1,-1 0-1,1 0 1,0-1-1,0 1 1,0-1-1,0 0 1,8 2-1,8 1-2409,1-2 0,-1 0 0,34-1 0,-53-1 2361,45-1-5780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49:32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234 0 13750,'0'0'3135,"-20"3"72,-64 12-505,77-14-2576,1 1 0,-1 0 0,1 0 0,0 1 0,0 0 0,0 0 0,0 1 0,0-1 0,1 1 0,-1 1 0,1-1 0,0 1 0,1-1 0,-1 1 0,1 1 0,0-1 0,0 1 0,-4 7 0,7-10-146,-1 1-1,1-1 1,0 0 0,0 1 0,0-1 0,1 1 0,-1-1 0,1 1 0,0-1 0,0 1 0,0-1 0,0 1 0,1-1 0,-1 1 0,1-1 0,0 1 0,0-1 0,0 0 0,1 1 0,-1-1 0,1 0 0,0 0 0,4 6 0,4 4-159,1 0 0,0-1 0,24 20 0,-16-14-52,-14-13 124,-1-1 0,1 1 0,-1 0 0,-1 0 0,1 0 0,3 7 0,-6-10 93,0-1-1,-1 1 1,1-1-1,-1 1 1,1-1-1,-1 1 1,1 0-1,-1-1 1,0 1-1,0-1 1,0 1-1,0 0 1,0-1-1,0 1 1,0-1-1,-1 1 1,1 0-1,-1-1 1,1 1 0,-1-1-1,1 1 1,-1-1-1,0 1 1,0-1-1,0 0 1,0 1-1,0-1 1,0 0-1,0 0 1,-2 2-1,-9 5 132,1 0 1,-1-1-1,-1-1 0,0 0 0,0-1 0,0 0 0,0-1 0,-27 5 0,37-9-325,5-3-784,3-5-15,0 1 0,1 0 1,0 0-1,1 0 0,-1 0 1,1 1-1,15-10 1,62-34-6655,-21 18 3168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49:33.0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152 100 1665,'0'0'18728,"3"-6"-16548,11-21-497,-10 21-279,-17 26 631,3-4-1711,0 0-1,2 1 0,-12 32 0,17-40-333,0 1 0,1-1-1,0 1 1,1 0 0,0-1-1,1 1 1,0 0 0,0 0 0,2 12-1,-1-21-22,-1 0-1,1-1 0,0 1 1,-1 0-1,1 0 0,0 0 0,-1 0 1,1-1-1,0 1 0,0 0 1,0 0-1,-1-1 0,1 1 1,0-1-1,0 1 0,0-1 1,0 1-1,0-1 0,0 0 1,0 1-1,0-1 0,0 0 1,1 0-1,-1 0 0,0 0 1,1 0-1,2 0-44,-1 1-1,0-1 1,1-1 0,-1 1-1,0 0 1,0-1 0,1 0-1,2-1 1,-2 0-24,0 0-1,-1-1 1,0 1-1,1-1 1,-1 0-1,0 0 1,0 0 0,-1-1-1,1 1 1,-1 0-1,1-1 1,-1 0-1,0 0 1,-1 0-1,1 1 1,-1-2-1,1 1 1,-1 0 0,1-8-1,1-9-707,-1 1 1,0-37-1,-2 51 601,0 1 10,0-1 0,-1 0 1,1 1-1,-1-1 0,0 1 1,-1-1-1,1 1 0,-1-1 1,0 1-1,0 0 0,-1 0 1,0 0-1,-3-5 0,3 7 107,0-1 0,0 1 0,0 0 0,-1 0 1,1 1-1,-1-1 0,0 1 0,0-1 0,0 1 0,0 1 0,0-1 0,0 0 0,0 1 0,0 0 0,-1 0 0,1 0 0,-7 0 0,3 1 88,-1-1 1,1 1-1,0 1 0,-1 0 1,1 0-1,0 0 0,-15 5 1,21-5 5,0 0 0,0 0 1,0-1-1,0 1 0,0 0 0,0 1 1,0-1-1,1 0 0,-1 0 1,0 1-1,1-1 0,-1 1 0,1 0 1,-1-1-1,1 1 0,0 0 1,0 0-1,0 0 0,0-1 1,0 1-1,0 0 0,0 1 0,1-1 1,-1 0-1,1 0 0,-1 0 1,1 0-1,0 0 0,0 1 1,0-1-1,0 0 0,0 0 0,1 0 1,-1 0-1,2 4 0,-1-4-1,0 0-1,0-1 1,0 1-1,0-1 1,0 1-1,0-1 1,0 1-1,1-1 1,-1 1-1,1-1 0,-1 0 1,1 0-1,0 0 1,-1 0-1,1 0 1,0 0-1,0-1 1,-1 1-1,1 0 1,4 0-1,44 7 29,-42-7-20,79 5 95,97-5 1,-76-3 2701,-116 2-247,4 1-2471,1 0 1,-1 0-1,1 0 1,-1 0-1,1 0 1,-1 1-1,1 0 1,0-1 0,0 1-1,0 1 1,0-1-1,0 0 1,0 1-1,1-1 1,-1 1-1,1 0 1,-3 4-1,-1 0-82,1 1 1,-1 1-1,1-1 0,1 1 0,-6 14 0,1 17-175,9-39 138,0 0 1,0 0 0,0 0-1,0 0 1,0 0-1,0 0 1,0 0 0,0 0-1,0 0 1,1 0-1,-1 0 1,0 0 0,1 0-1,-1 0 1,0 0-1,1 0 1,-1 0 0,1 0-1,0 0 1,-1-1 0,1 1-1,0 0 1,-1 0-1,1-1 1,0 1 0,0 0-1,0-1 1,0 1-1,-1-1 1,1 1 0,0-1-1,0 0 1,0 1-1,2-1 1,14 2-111,0-1-1,0-1 1,0 0-1,0-2 1,0 0 0,0 0-1,0-2 1,0 0 0,-1-1-1,0-1 1,0 0-1,0-1 1,-1-1 0,21-14-1,-26 16 1184,-10 6-912,0 0-1,0 0 1,0 0-1,0 0 1,0 0-1,0 1 0,0-1 1,0 0-1,0 0 1,0 0-1,0 0 1,0 0-1,0 0 0,0 1 1,0-1-1,0 0 1,0 0-1,0 0 1,1 0-1,-1 0 0,0 0 1,0 1-1,0-1 1,0 0-1,0 0 1,0 0-1,0 0 0,1 0 1,-1 0-1,0 0 1,0 0-1,0 0 1,0 0-1,0 0 1,1 0-1,-1 0 0,0 0 1,0 0-1,0 0 1,0 0-1,0 0 1,1 0-1,-1 0 0,0 0 1,0 0-1,0 0 1,0 0-1,1 0 1,-2 14-1590,0 16 769,0-17-399,1 1-1,0-1 1,3 19 0,-2-31 776,-1 0 1,0 0 0,1 0-1,-1 0 1,1 0 0,-1 0-1,1 0 1,-1-1 0,1 1-1,0 0 1,-1 0 0,1 0-1,0-1 1,0 1 0,-1 0-1,1-1 1,0 1 0,0-1-1,0 1 1,0-1 0,0 1-1,0-1 1,0 0 0,0 1 0,0-1-1,0 0 1,0 0 0,0 0-1,0 1 1,0-1 0,0 0-1,0-1 1,2 1 0,21 0-7715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49:33.3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67 136 11733,'0'0'14330,"-10"21"-13621,-32 66 86,39-81-697,1 0 0,0 0 0,0 0 0,0 0 0,1 0 0,0 1 0,0-1-1,1 1 1,-1-1 0,1 0 0,2 13 0,0 15 197,-2-33-353,2-26-60,2 3 89,1 0 1,1 0-1,2 1 0,12-28 0,48-77-19,-61 113-210,-2 4 372,0 1 1,0 0 0,10-12 0,-13 18-313,0 0 0,0 1 0,0-1 0,0 0 0,0 1 0,1-1 0,-1 1 1,0 0-1,1-1 0,-1 1 0,1 0 0,-1 1 0,1-1 0,0 0 0,-1 1 0,1 0 0,4-1 1,40 1-9939,-13 0-58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49:33.8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18 2465,'0'0'16197,"2"-3"-13366,-2 3-2760,0-1 0,0 1 1,1 0-1,-1 0 1,0 0-1,1 0 1,-1-1-1,0 1 0,0 0 1,0 0-1,1-1 1,-1 1-1,0 0 1,0 0-1,0-1 1,1 1-1,-1 0 0,0-1 1,0 1-1,0 0 1,0 0-1,0-1 1,0 1-1,0 0 0,0-1 1,0 1-1,0 0 1,0-1-1,0 1 1,0 0-1,0-1 1,0 1-1,0 0 0,0-1 1,0 1-1,0 0 1,-1 0-1,1-1 1,0 1-1,0 0 1,0-1-1,0 1 0,-1 0 1,1 0-1,0-1 1,0 1-1,-1 0 1,1 0-1,0 0 0,0-1 1,-1 1-1,1 0 1,0 0-1,-1 0 1,1 0-1,0 0 1,-1 0-1,-28 0 2524,23 0-2664,-1 1 104,1 1 0,-1-1-1,1 1 1,-1 0 0,1 0-1,0 1 1,0-1 0,0 2-1,0-1 1,0 1 0,1-1-1,0 2 1,-1-1 0,1 0-1,1 1 1,-7 7 0,6-6-52,1 1 1,-1 0-1,1 0 0,0 0 1,1 0-1,-1 0 1,2 1-1,-1-1 1,1 1-1,0 0 0,0 0 1,1-1-1,0 13 1,1-15 18,-1-1-74,1 1-1,0-1 1,1 1-1,-1-1 1,1 1-1,2 6 1,-2-10 30,-1 1 1,1-1 0,0 0 0,0 1-1,0-1 1,0 0 0,0 0-1,0 0 1,0 0 0,0 0-1,0 0 1,1 0 0,-1 0-1,0-1 1,1 1 0,-1 0-1,0-1 1,1 1 0,-1-1-1,1 1 1,-1-1 0,1 0-1,1 1 1,13 0-563,-1 1-1,0-2 1,1 0-1,-1-1 1,0-1-1,26-6 1,84-31-8874,-105 31 6956,46-15-7182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49:34.3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21 210 720,'0'0'8983,"5"-5"-1457,2 3-7616,57 5 2245,-34-1-1878,50-3 1,-76 0-277,0 0 0,0 0-1,0 0 1,0 0 0,0-1 0,-1 0 0,1 1-1,0-1 1,-1-1 0,1 1 0,-1 0-1,0-1 1,0 0 0,0 0 0,0 0 0,0 0-1,-1 0 1,1 0 0,-1-1 0,0 1-1,0-1 1,0 0 0,1-4 0,0 1 19,-1 0 0,0 0-1,0 0 1,-1-1 0,0 1 0,0 0 0,0-1 0,-1 1 0,0 0 0,-1-1 0,0 1 0,-2-11 0,2 15 43,-1 1 0,1-1 1,-1 1-1,0 0 0,0-1 1,1 1-1,-1 0 0,-1 0 1,1 0-1,0 0 0,0 1 1,-1-1-1,1 1 0,-1-1 1,0 1-1,1 0 0,-1 0 1,0 0-1,1 0 0,-1 0 1,0 1-1,0-1 0,0 1 1,0 0-1,-5 0 0,-2 0 140,1-1 0,-1 2-1,1-1 1,-1 2 0,1-1-1,-19 6 1,18-2-33,0 0 0,0 1 0,0 0-1,1 0 1,0 1 0,0 0 0,1 1 0,0-1 0,0 2 0,1-1 0,-12 18 0,16-20-64,0-1 0,0 1 1,1-1-1,-1 1 0,1 0 1,0 0-1,1 0 0,-1 0 1,1 0-1,0 9 0,1-11-68,0 0 1,1 0-1,-1 0 0,1 0 0,0 0 0,0 0 0,1 0 1,-1 0-1,1-1 0,0 1 0,0 0 0,0-1 0,0 0 0,0 1 1,1-1-1,0 0 0,3 3 0,5 4 12,1-1-1,0-1 1,1 0-1,0 0 1,0-1-1,1-1 1,0 0-1,0-1 1,0 0-1,0-2 1,27 5-1,2-3-961,1-1 0,79-5 0,-101 0-247,0-2 0,-1 0 1,23-7-1,28-15-4971,17-19-6801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49:56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235 1 880,'0'0'17214,"-1"10"-12996,-2 9-3530,-3-9-591,6-9-82,-1-1 0,1 1 1,0 0-1,0-1 0,-1 1 1,1 0-1,-1-1 0,1 1 0,0 0 1,-1-1-1,1 1 0,-1-1 1,0 1-1,1-1 0,-1 1 0,1-1 1,-1 1-1,0-1 0,1 0 0,-1 1 1,0-1-1,1 0 0,-1 0 1,0 0-1,0 1 0,0-1 0,-14 31 183,14-28-63,0 0-1,0 0 1,1 0 0,-1 1-1,1-1 1,0 0 0,-1 0-1,2 0 1,-1 1 0,1 3-1,0 13 4,-9 34 93,-3-2-1,-1 0 0,-37 94 1,-6 26 1467,1 46-105,51-198-1446,3-19-6,0-4 46,2-19-93,2 0 0,0 1 1,1 0-1,2 0 1,11-27-1,-1 0-20,4-9-463,53-99 1,44-48-677,-89 156 978,-21 35 45,1 0 0,0 0-1,1 1 1,1 0 0,0 1 0,19-16-1,-26 24 30,1 0 0,-1 1 0,1-1 0,0 1 0,-1-1 0,1 1-1,0 1 1,0-1 0,1 1 0,5-1 0,-7 1-3,-1 1 1,0 1-1,1-1 1,-1 0-1,0 1 0,1-1 1,-1 1-1,0 0 1,0 0-1,0 1 1,0-1-1,0 0 1,0 1-1,0 0 0,0 0 1,0 0-1,3 4 1,7 5-20,-1 2 1,0-1-1,17 27 0,-25-33 16,0 1 0,0 0 0,-1 0 1,1 0-1,-2 0 0,1 0 0,-1 0 0,0 1 0,-1-1 0,0 1 0,1 8 0,-2-14 12,-1-1-1,1 1 0,-1 0 0,1-1 0,-1 1 1,1-1-1,-1 1 0,0-1 0,0 1 1,0-1-1,0 1 0,0-1 0,0 0 0,0 1 1,0-1-1,-1 0 0,1 0 0,0 0 1,-1 0-1,1 0 0,-1 0 0,1-1 0,-3 2 1,-43 14 73,39-14-50,-57 14 102,38-11-68,-1 2-1,-48 19 1,69-23 22,0 1 0,0 0 0,0 0 0,0 0 0,0 1 0,1 0 0,0 1 0,0-1 0,0 1 0,1 0 0,0 0 0,0 1 1,1 0-1,-6 10 0,8-13-46,-5 9 119,0 0-1,1 1 1,1-1 0,0 1-1,1 0 1,1 0 0,0 1-1,-1 21 1,4-34-106,1 0 0,0 0-1,-1 1 1,1-1 0,0 0 0,0 0-1,0-1 1,1 1 0,-1 0 0,0 0 0,1 0-1,-1-1 1,1 1 0,0-1 0,-1 1-1,1-1 1,0 0 0,0 0 0,0 0-1,0 0 1,2 1 0,55 23 833,-44-20-561,-1 1-140,31 12-54,1-1-1,74 15 0,-120-32-122,0 0 0,0 0 0,1 0 0,-1 0-1,0 0 1,0 0 0,0 0 0,1 0 0,-1 0 0,0 0 0,0 0 0,1 0 0,-1 0 0,0 0-1,0 0 1,0 0 0,0 0 0,1 0 0,-1-1 0,0 1 0,0 0 0,0 0 0,1 0 0,-1 0-1,0 0 1,0-1 0,0 1 0,0 0 0,0 0 0,0 0 0,1-1 0,-1 1 0,0 0 0,0 0-1,0 0 1,0-1 0,0 1 0,0 0 0,0 0 0,0 0 0,0-1 0,0 1 0,0 0-1,0 0 1,0 0 0,0-1 0,0 1 0,0 0 0,0-1 0,-3-7-1036,-17-10-7469,13 8-296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49:57.5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287 18 8084,'0'0'11776,"0"0"-11595,0-1 0,0 0 0,0 0-1,0 0 1,0 0 0,0 1 0,-1-1 0,1 0 0,0 0 0,0 1 0,-1-1 0,1 0 0,0 0 0,-1 1 0,1-1 0,-1 0 0,1 1 0,-1-1-1,1 0 1,-1 1 0,-1-1 0,-7 0-21,0 0-1,-1 1 0,1 1 0,-1 0 1,1 0-1,0 1 0,0 0 0,-1 0 1,2 1-1,-1 0 0,0 1 0,-11 6 1,2 1-71,1 1 0,1 0 1,0 1-1,-18 20 0,29-28-101,0 1-1,0 0 1,1 0-1,0 0 0,1 1 1,-1-1-1,1 1 1,0 0-1,1 0 0,-1 0 1,1 0-1,1 1 1,0-1-1,0 0 1,0 9-1,1-14 12,0 0 1,1-1-1,-1 1 0,1 0 1,0-1-1,-1 1 0,1 0 1,0-1-1,0 1 1,0-1-1,0 1 0,0-1 1,1 1-1,-1-1 0,0 0 1,1 0-1,-1 0 0,1 1 1,-1-1-1,1-1 1,-1 1-1,1 0 0,0 0 1,-1-1-1,1 1 0,0-1 1,0 1-1,0-1 0,-1 0 1,1 1-1,3-1 0,10 1 28,-1 0 0,28-1 0,-35 0-20,-2-1-5,0 0 0,0 0 0,0 0 0,0-1 0,-1 1 0,1-1-1,0 0 1,-1-1 0,1 1 0,-1-1 0,0 0 0,0 0 0,0 0 0,6-7 0,5-6-2,0-1 0,13-21 0,-14 18 3,-6 9 151,-5 8 5,1 0-1,-2-1 0,1 0 0,0 0 1,-1 0-1,1 0 0,-1 0 1,-1 0-1,1-1 0,0 1 1,1-10 1890,-3 23-1232,0 15-320,-1-3-103,2 0 0,3 27 1,-2-40-389,-1-1 0,1 1 1,1-1-1,-1 0 1,1 0-1,1 0 0,-1 0 1,1 0-1,0-1 1,6 7-1,-7-9-106,1 0-1,0 0 1,0-1 0,0 1-1,0-1 1,1 0 0,-1 0-1,1 0 1,0-1 0,0 0-1,0 0 1,0 0 0,0 0-1,0-1 1,1 0 0,-1 0-1,0 0 1,1-1 0,-1 1-1,0-1 1,1-1 0,8-1-1,3-1-1175,-1-1 0,0-1 0,-1 0 0,1-1 0,-1-1 0,18-10 0,58-35-5876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49:58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3 2753,'0'0'14660,"0"-1"-14570,1 1-1,-1 0 1,0 0 0,0 0-1,0 0 1,0-1-1,0 1 1,0 0 0,1 0-1,-1 0 1,0 0-1,0 0 1,0 0 0,0 0-1,1-1 1,-1 1-1,0 0 1,0 0-1,0 0 1,1 0 0,-1 0-1,0 0 1,0 0-1,0 0 1,0 0 0,1 0-1,-1 0 1,0 0-1,0 0 1,0 0-1,1 0 1,-1 0 0,0 0-1,0 0 1,0 1-1,1-1 1,-1 0 0,0 0-1,0 0 1,0 0-1,0 0 1,0 0-1,1 1 1,-1-1 0,0 0-1,0 0 1,0 0-1,0 0 1,0 0 0,0 1-1,0-1 1,1 0-1,-1 0 1,0 0-1,0 1 1,0-1 0,-2 30 1126,-1 0 1,-10 41 0,7-40-1111,1 0-1,-2 46 1,7-76-126,1 0 1,-1 1 0,0-1-1,1 0 1,-1 1-1,1-1 1,-1 0 0,1 1-1,0-1 1,-1 0 0,1 0-1,0 0 1,0 0-1,0 0 1,0 0 0,0 0-1,0 0 1,0 0-1,0 0 1,0 0 0,0-1-1,1 1 1,-1 0-1,0-1 1,0 1 0,1-1-1,-1 1 1,0-1-1,1 0 1,-1 0 0,1 0-1,-1 1 1,0-1 0,2-1-1,9 2-513,0-1 0,-1 0 1,14-3-1,-20 3 267,1-1-460,1 0 0,-1-1 0,1 0 0,-1 0 0,1 0 0,-1-1 0,0 0 0,0 0 0,0 0-1,-1-1 1,1 0 0,-1 0 0,0 0 0,6-6 0,26-37-10337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49:59.1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0 1169,'0'0'31598,"-2"0"-31598,0 0 0,0 0 0,0 11 0,0-1 0,0 3 0,-1 1 0,1 3-1841,2 2-3617,-2-4-2914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0:01.3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290 69 5218,'0'0'17648,"-5"-9"-16084,2 2-1278,2 5-218,0-1 0,0 0-1,0 0 1,-1 0 0,1 1 0,-1-1-1,0 1 1,0-1 0,0 1 0,0 0-1,0-1 1,0 1 0,-1 0 0,1 1-1,-1-1 1,1 0 0,-1 1 0,0-1-1,0 1 1,1 0 0,-5-1 0,-5 0 26,1 0 0,0 1 0,0 0 0,0 1 1,-1 1-1,1 0 0,0 0 0,-21 6 0,26-5-81,0 0-1,0 1 0,0 0 0,1 0 0,-1 0 1,1 1-1,0-1 0,0 1 0,0 0 0,1 1 0,-1-1 1,1 1-1,0 0 0,0 0 0,1 0 0,-1 1 1,-2 7-1,2-3-26,0 0 0,1 0 0,0 1 1,0 0-1,1-1 0,1 1 0,0 0 1,1 0-1,0 0 0,0 0 0,3 15 0,-2-25 2,-1 0-1,1-1 0,-1 1 0,1-1 0,-1 1 0,1-1 0,-1 1 0,1-1 0,-1 1 0,1-1 1,0 0-1,-1 1 0,1-1 0,0 0 0,0 1 0,-1-1 0,1 0 0,0 0 0,-1 0 0,1 0 1,0 0-1,1 0 0,21 1-164,-20-1 125,5 0-17,0-1-1,-1 0 1,1 0 0,-1 0 0,1-1 0,-1 0 0,0-1-1,0 0 1,0 0 0,0 0 0,0-1 0,10-7 0,1-4-299,0-1 1,27-31 0,-8 8 634,-34 43 4381,4 16-3239,3 4-991,-6-15-301,0-1 0,1 1 0,-1-1 0,2 0 0,-1-1 0,1 1 0,0-1 0,1 0 0,0-1 0,0 1 0,0-1 0,12 6 0,-8-6-142,-1-1 1,1 0 0,1-1-1,-1-1 1,0 0 0,1 0-1,0-1 1,0 0 0,20 0 0,96-4-2505,-106 0 788,-1-1-1,1-1 0,39-13 1,27-17-7184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0:20.6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195 8 1105,'0'0'5301,"5"-1"-4424,3 0-391,9-2 266,-3 2 9549,-25 1-9485,-18-1-404,9 1-259,0 0 0,-28 4-1,42-3-156,-1 0-1,1 1 0,0 0 1,-1 0-1,1 1 0,0-1 1,0 1-1,1 1 0,-1-1 0,1 1 1,-8 6-1,-12 18-17,24-27 18,0 1 0,0-1 0,1 0-1,-1 1 1,0-1 0,1 1-1,-1-1 1,1 1 0,0-1 0,-1 1-1,1-1 1,0 1 0,0 0 0,0-1-1,0 1 1,0-1 0,1 1-1,-1-1 1,0 1 0,1-1 0,-1 1-1,2 1 1,-1-1 11,1 0 1,0-1-1,0 1 1,0-1-1,0 1 1,0-1-1,0 0 1,0 0-1,1 0 0,-1 0 1,0-1-1,1 1 1,2 0-1,9 4-2,51 15-287,-50-16 120,0 0 0,-1 0 0,0 2 0,0-1 0,-1 2 0,23 14 0,-33-19 151,-1 0 0,0 0 0,0 1 0,-1-1 0,1 1 1,0-1-1,-1 1 0,0 0 0,1 0 0,-1 0 0,0-1 1,0 1-1,-1 0 0,2 5 0,1 45 400,-3-50-311,-4-2 140,0 1 0,-1-1 0,1 0 0,0 0 0,0 0 0,-1-1 0,-6 1 0,10-1-156,-8 0 122,-52 3 1189,57-3-1228,0 0 0,0-1 0,0 1 0,0-1 0,0 0 0,0 0 0,0 0 0,0 0 0,1-1 0,-1 0 0,-6-3 1,2-2 79,7 5-114,-1 0 0,0 1-1,1-1 1,-1 1 0,0-1 0,0 1-1,0 0 1,0-1 0,-1 1-1,1 0 1,0 0 0,-4-1-1,5 2-27,30 6-6582,-7-5 2145,2-1-2729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0:21.5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316 25 112,'0'0'10954,"-1"-4"-5693,1 4-5197,-1-1 1,1 1-1,0-1 0,-1 1 1,1-1-1,0 1 0,-1-1 1,1 1-1,-1-1 0,1 1 1,-1-1-1,1 1 0,-1-1 0,1 1 1,-1 0-1,0 0 0,1-1 1,-1 1-1,0 0 0,-19-5 686,0 2 0,0 1-1,0 0 1,0 1 0,0 2-1,-30 3 1,44-2-727,0 0 1,1 0-1,0 1 1,-1 0-1,1 0 0,0 1 1,0-1-1,1 1 0,-1 0 1,1 0-1,0 0 0,0 1 1,0 0-1,1-1 0,-6 10 1,9-12-30,0-1-1,-1 1 1,1 0 0,0-1 0,0 1 0,0 0 0,0-1 0,0 1 0,1-1 0,-1 1-1,0 0 1,1-1 0,-1 1 0,1-1 0,-1 1 0,1-1 0,0 1 0,0-1 0,0 1-1,-1-1 1,2 0 0,-1 1 0,0-1 0,0 0 0,0 0 0,0 0 0,1 0 0,-1 0-1,0 0 1,3 1 0,6 4 19,1-1 0,-1 0 0,17 4 0,-6-1-38,-7-2-90,0 0 0,-1 1 0,0 1 0,16 12 1,-25-17 98,-1-1 0,1 1 0,-1 1 0,0-1 0,0 0 0,-1 1 0,1-1 0,-1 1 0,1 0 0,-1 0 0,0 0 0,-1 0 0,1 0 0,-1 1 0,1-1 0,-1 0 0,-1 1 0,2 8 0,-3-12 99,1 0-1,-1 1 1,0-1-1,1 0 1,-1 1 0,0-1-1,0 0 1,0 0-1,0 0 1,0 0 0,0 0-1,0 0 1,0 0-1,0 0 1,0 0-1,-1 0 1,1 0 0,0-1-1,-1 1 1,1-1-1,0 1 1,-1-1 0,1 1-1,-1-1 1,1 0-1,-3 0 1,-47 7 1883,45-6-1608,-185 6 5661,237 16-16498,-27-17 4305,1 0-3169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0:36.5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231 228 3650,'0'0'11314,"7"-4"-10169,18-11-129,-25 15-927,0 0 1,0-1-1,0 1 0,1 0 1,-1 0-1,0 0 0,0 0 0,0 0 1,0 0-1,1-1 0,-1 1 1,0 0-1,0 0 0,0 0 0,1 0 1,-1 0-1,0 0 0,0 0 0,0 0 1,1 0-1,-1 0 0,0 0 1,0 0-1,0 0 0,1 0 0,-1 0 1,0 0-1,0 0 0,0 0 1,0 0-1,1 0 0,-1 1 0,0-1 1,0 0-1,0 0 0,0 0 0,1 0 1,-1 0-1,0 0 0,0 1 1,0-1-1,0 0 0,0 0 0,1 0 1,-1 0-1,0 0 0,0 1 1,0-1-1,0 0 0,0 0 0,0 1 1,0 10-556,0-9 913,-2 9-224,1-1 0,-1 0 0,-1 0 0,0 0 0,0 0 0,-1 0 0,-6 12 0,-44 69 614,35-62-577,-2 6-160,-15 21 71,3 2 0,-38 89 1,62-130-323,12-39-53,-1 12 188,4-14-31,0 0 0,1 1 1,2 0-1,0 0 0,2 1 1,0 0-1,1 1 0,17-22 1,19-20-599,63-64 0,-83 97 591,1 1 1,52-39 0,-80 68 63,-1 0 1,0-1-1,1 1 1,-1 0-1,1-1 1,-1 1 0,0 0-1,1 0 1,-1 0-1,1-1 1,-1 1 0,1 0-1,-1 0 1,0 0-1,1 0 1,-1 0-1,1 0 1,-1 0 0,1 0-1,-1 0 1,1 0-1,-1 0 1,1 0 0,-1 0-1,1 1 1,-1-1-1,0 0 1,1 0 0,-1 0-1,1 1 1,-1-1-1,0 0 1,1 0-1,-1 1 1,0-1 0,1 0-1,-1 1 1,0-1-1,1 0 1,-1 1 0,0-1-1,0 1 1,1-1-1,-1 1 1,0-1-1,0 0 1,0 1 0,0-1-1,1 1 1,-1-1-1,0 1 1,0 0 0,4 31 283,-3-24-181,7 62 42,3 0 1,3-1-1,4-1 0,29 76 0,-47-143-152,0 0 0,0-1 0,1 1 0,-1-1 0,0 1 0,0-1 0,1 1 0,-1-1-1,0 0 1,1 1 0,-1-1 0,0 1 0,1-1 0,-1 0 0,0 1 0,1-1 0,-1 0 0,1 1-1,-1-1 1,1 0 0,-1 0 0,1 1 0,-1-1 0,1 0 0,-1 0 0,1 0 0,0 0 0,0 1-1,15-10 154,14-26 109,-26 30-255,65-88 74,-4-3-1,81-159 1,-119 200-63,23-51 446,-49 104-376,-10 11-675,-46 59-3085,22-17-3160,13-16-946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0:37.0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 1 7603,'0'0'13207,"-6"7"-12354,-16 16-203,-31 44 0,48-59-642,-1 0 0,1 0 0,0 1 1,1 0-1,0 0 0,0 0 0,1 1 0,0-1 1,0 1-1,-1 19 0,4-29-20,0 1 0,0 0 1,1-1-1,-1 1 0,0 0 0,1-1 0,-1 1 0,0 0 0,1-1 1,-1 1-1,1 0 0,-1-1 0,1 1 0,-1-1 0,1 1 0,-1-1 1,1 0-1,0 1 0,-1-1 0,1 1 0,0-1 0,-1 0 0,1 0 1,0 1-1,-1-1 0,1 0 0,0 0 0,0 0 0,-1 0 0,1 0 1,0 0-1,1 0 0,33 0-146,-23-1 75,26 2 28,-12 1 4,0-2 0,44-6-1,-65 6 95,1-1 0,-1 0 0,1 0 0,-1-1 0,0 0 0,0 0 0,0 0 0,0-1 0,0 1 0,0-1 0,0 0 0,-1-1 0,0 1 0,1-1 0,-1 0 0,-1 0 0,1 0 0,4-6 0,-6 5 197,0 1 0,0-1 0,-1 0-1,0 0 1,1 1 0,-2-1 0,1 0 0,-1 0 0,1 0-1,-1 0 1,-1 0 0,1 0 0,-1 0 0,0 0-1,0 0 1,0 1 0,-3-7 0,3 7-158,0 0 0,-1 0 0,0 0 0,0 0-1,0 0 1,0 1 0,-1-1 0,0 1 0,1 0 0,-1-1 0,0 1 0,-1 0 0,1 1 0,0-1-1,-1 1 1,0-1 0,1 1 0,-1 0 0,-7-2 0,-27 0-347,14 5-3173,20 1 495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0:39.3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225 31 3682,'0'0'13782,"6"-5"-12216,17-18-53,-16 20 604,-8 9-1850,1-4 91,-4 17 289,0 0 0,-1-1-1,-1 1 1,-1-1 0,0-1-1,-12 19 1,-2 9 66,-12 39-9,-39 154 1,65-215-1205,-1-1 1,-1 0 0,-17 28-1,-3 9-5482,29-58 5362,-3 4-1379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0:39.9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1 589 3698,'0'0'12811,"18"-4"-11128,-2-1-1266,2 1 34,0-1-1,0 2 1,1 0 0,32 0 0,11 4 126,1 0-232,87-10 1,-129 6-403,0-1-1,0-1 1,-1-1 0,0 0-1,0-2 1,0 0 0,-1-1 0,20-13-1,-19 8-302,-2 0 1,0 0-1,0-2 0,-2 0 0,0-1 0,-1-1 0,0 0 0,13-24 1,-18 25 42,-1 1 0,-1-1 0,0-1 0,-1 1 0,-1-1 0,-1 0 0,-1-1 0,0 1 0,-1-1-1,0-28 1,-3 44 302,0-4 199,0 0 0,0 0 0,0 0 0,-1 0 0,-1 0 1,-1-8-1,2 13-99,0 0 0,0 1-1,0-1 1,0 0 0,0 0 0,-1 1 0,1-1-1,0 0 1,-1 1 0,1 0 0,-1-1 0,0 1 0,1 0-1,-1 0 1,0 0 0,0 0 0,0 0 0,0 0 0,1 0-1,-1 1 1,0-1 0,-1 1 0,1-1 0,0 1 0,-3 0-1,0-1 42,-1 1 0,1 1 0,0-1-1,0 1 1,0-1 0,-1 2 0,1-1-1,0 0 1,0 1 0,0 0 0,1 0-1,-1 1 1,0-1 0,1 1 0,0 0-1,-6 5 1,-5 5 205,1 1 1,0 1-1,-11 17 0,7-10-125,-24 29 197,3 3 1,-40 68-1,66-98-373,1 0 0,0 1 0,2 1 0,1 0 0,1 0 0,2 0 0,0 1 0,-2 33 0,8-54-18,1 17 17,-1-22-26,1-1 0,-1 1 0,0-1-1,1 1 1,-1 0 0,1-1 0,-1 1 0,1-1 0,-1 1-1,1-1 1,0 1 0,-1-1 0,1 0 0,-1 1 0,1-1-1,0 0 1,0 1 0,-1-1 0,1 0 0,0 0 0,-1 0-1,1 0 1,0 1 0,0-1 0,-1 0 0,1 0 0,0 0-1,0-1 1,8 1 8,0-1 0,0 0 0,0-1 1,-1 0-1,1 0 0,0-1 0,9-5 0,60-33-308,-29 14 308,-49 27 71,1 0 1,-1 0-1,0 0 1,0 0 0,0 0-1,0 0 1,1 0-1,-1 0 1,0 0-1,0 0 1,0 0 0,1 0-1,-1 0 1,0 0-1,0 0 1,0 0-1,0 0 1,1 0 0,-1 0-1,0 0 1,0 0-1,0 0 1,0 0-1,1 0 1,-1 1 0,0-1-1,0 0 1,0 0-1,0 0 1,0 0-1,0 0 1,1 1 0,-1-1-1,0 0 1,0 0-1,0 0 1,0 0-1,0 1 1,0-1 0,0 0-1,0 0 1,0 0-1,0 0 1,0 1-1,2 15 964,-5 24-1528,2-33 842,1 67-2689,0-73 2142,0 0 0,0-1 1,1 1-1,-1 0 0,0-1 0,1 1 0,-1 0 0,1-1 0,-1 1 1,1-1-1,-1 1 0,1-1 0,-1 1 0,1-1 0,0 1 0,-1-1 1,1 1-1,-1-1 0,1 0 0,0 0 0,-1 1 0,1-1 0,0 0 1,0 0-1,-1 0 0,1 1 0,0-1 0,0 0 0,-1 0 1,2 0-1,30 0-5153,-24 0 3223,32 0-7890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0:40.4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315 11 5122,'0'0'15976,"-6"-2"-14248,-6 0-1330,0-1 0,0 2 0,0-1 0,-1 2 1,1-1-1,0 2 0,-1 0 0,1 0 0,0 1 0,0 1 0,0 0 0,0 0 0,-12 7 0,16-7-389,0 0-1,0 1 1,1 0 0,-1 1 0,1 0 0,0 0 0,1 0 0,-1 1 0,1 0 0,0 0 0,0 1 0,1-1 0,0 1 0,0 1 0,1-1 0,0 1 0,0-1 0,0 1 0,1 0-1,-2 11 1,4-16-73,0 1 0,0 0 0,1 0 0,0 0 0,-1 0 0,2 0 0,0 6 0,-1-9 39,0 0 0,0 0 0,1 0 0,-1 0 0,0 0 0,1 0 0,-1-1 0,1 1 0,-1 0 0,1 0 0,0 0 0,-1-1 0,1 1 0,0 0 0,-1-1 0,1 1 0,0-1 0,0 1 0,0-1 0,0 1 0,-1-1 0,1 1 1,0-1-1,0 0 0,0 1 0,0-1 0,0 0 0,0 0 0,0 0 0,0 0 0,0 0 0,1 0 0,9 0 47,0 0 1,0 0 0,0-1 0,-1-1-1,1 0 1,0 0 0,-1-1-1,1-1 1,-1 1 0,0-2-1,0 1 1,-1-2 0,1 1-1,-1-1 1,0 0 0,-1-1-1,11-10 1628,-20 21-1678,0 0 0,1 0 0,-1 1 0,1-1 0,0 0 0,0 0 0,2 9 0,-1 6-105,-3-4-351,0 26-2037,2-39 2137,0 0 0,0 0 0,0-1 1,0 1-1,1 0 0,-1 0 0,0-1 0,1 1 0,0 0 1,-1-1-1,1 1 0,0 0 0,0-1 0,0 1 1,0-1-1,0 0 0,1 3 0,20 4-7025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0:40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1 12182,'0'0'14470,"-2"3"-12882,0 5-1184,0-1 0,1 1 0,-1-1 0,1 1 0,1 0 0,0-1 0,0 9 0,1-5-356,0 0 0,0 0 0,1-1 1,0 1-1,1-1 0,0 1 0,1-1 0,7 15 0,-10-24-114,0 1 0,0-1-1,1 0 1,-1 0-1,0 0 1,1 0 0,-1-1-1,0 1 1,1 0 0,-1 0-1,1-1 1,-1 1-1,1-1 1,-1 1 0,1-1-1,0 0 1,-1 0 0,1 0-1,0 1 1,-1-2-1,1 1 1,-1 0 0,1 0-1,0 0 1,-1-1 0,4 0-1,0-1-150,1 1-1,-1-1 1,1-1-1,-1 1 0,10-6 1,44-36-1528,-33 24 1621,1 1 0,0 1 0,60-29 0,-86 47 284,0 0 1,0 0-1,-1 0 1,1 0-1,0 0 1,0 0-1,0 0 1,0 0-1,-1 0 1,1 0-1,0 0 1,0 1-1,0-1 1,-1 0-1,1 0 1,0 1-1,0-1 1,-1 1 0,1-1-1,0 0 1,-1 1-1,1-1 1,-1 1-1,1 0 1,0-1-1,-1 1 1,1-1-1,-1 1 1,1 0-1,-1 0 1,0-1-1,1 1 1,0 1-1,12 35-433,-7-20 734,-3-10-668,0 0 0,0-1 0,1 0 0,0 1 0,1-1 0,-1-1-1,1 1 1,0-1 0,0 1 0,1-2 0,0 1 0,0 0 0,10 5 0,20 5-4602,4-8-3325,-7-6-1897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0:41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343 830 5763,'0'0'17245,"2"-4"-15260,-1 1-1810,0 1 0,0 0 1,-1-1-1,1 1 0,0-1 0,-1 1 1,0-1-1,1 1 0,-1-1 0,0 1 1,0-1-1,-1 1 0,1-1 0,0 1 1,-1-1-1,0 1 0,1-1 0,-1 1 1,0-1-1,0 1 0,0 0 1,-1 0-1,1-1 0,0 1 0,-3-2 1,-3-2-124,-1 0 1,1 1 0,-1 0 0,0 1 0,-1-1 0,1 1 0,-1 1 0,0 0 0,0 0 0,-15-2-1,8 2-83,0 1-1,-1 1 1,1 0-1,-1 1 0,-19 3 1,30-2-1,0 0 1,1 1-1,-1-1 0,1 1 1,0 1-1,0-1 1,0 1-1,0-1 0,0 1 1,0 1-1,1-1 1,-1 1-1,1 0 0,0 0 1,0 0-1,0 0 1,1 1-1,0 0 0,-1-1 1,2 1-1,-1 0 1,0 1-1,1-1 0,0 0 1,1 1-1,-1-1 1,1 1-1,0-1 0,0 1 1,1 0-1,0 11 1,0-15 18,0 0 0,1 0 0,-1 0 1,1 0-1,-1 0 0,1 0 0,0 0 1,0-1-1,0 1 0,0 0 0,0 0 0,0-1 1,1 1-1,-1 0 0,1-1 0,-1 1 1,1-1-1,-1 0 0,1 0 0,0 1 1,0-1-1,-1 0 0,1-1 0,0 1 1,0 0-1,0 0 0,0-1 0,0 1 1,0-1-1,3 1 0,8 1-35,0 0 1,0-1-1,19 0 1,-32-1 43,11 0-167,1 1 0,-1-2 0,0 0 0,0 0 0,1-1 0,-1 0 1,0-1-1,-1 0 0,1-1 0,-1 0 0,1 0 0,-1-2 0,0 1 0,15-12 0,0-3-61,-2-1 0,0-1 0,-2-1 0,0-1 0,-2-1 0,0-1 0,15-31 0,-1-3-189,-3-2 0,25-77 0,-37 87 206,-2-1 0,8-56 0,-18 71 2903,1-73 0,-7 110-1677,0 23-83,-2 8-275,-1 0 0,-2 0 0,-12 40-1,2-9-115,-10 67-260,8-36-273,-4-1 1,-34 93 0,54-182-113,0 1 0,0 0 0,0 0 1,0 0-1,1 0 0,-1 0 0,1 0 0,0 4 0,0-6-45,0 0 0,0 0-1,0 0 1,1 0 0,-1 0-1,0 0 1,1 0-1,-1 0 1,0-1 0,1 1-1,-1 0 1,1 0 0,0 0-1,-1-1 1,1 1 0,0 0-1,-1-1 1,1 1 0,1 0-1,3 1-447,-1 0 0,1-1 0,1 1 0,-1-1 0,0 0 0,0 0 0,0-1 0,8 0 0,-8 0 534,108 2-12520,-54-2 1969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0:42.0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 76 7716,'0'0'17669,"0"-4"-15532,1 4-2060,-1-1 1,0 1-1,0-1 1,0 0-1,0 1 0,0-1 1,0 1-1,0-1 1,0 0-1,0 1 1,0-1-1,0 1 0,0-1 1,0 0-1,0 1 1,-1-1-1,1 1 1,0-1-1,0 1 0,-1-1 1,1 0-1,0 1 1,-1 0-1,1-1 1,-1 1-1,1-1 0,0 1 1,-1-1-1,1 1 1,-1 0-1,0-1 1,-1 1 16,1 0 1,0 0 0,-1 0-1,1 0 1,0 0 0,-1 0-1,1 1 1,0-1 0,-1 0-1,1 1 1,0-1 0,0 1-1,-3 1 1,-5 3 114,1 1 0,0 0 0,-11 11 0,6-5-127,2 1 1,-1 0-1,2 0 0,-16 26 0,22-31-88,0-1 0,0 1-1,1 0 1,0 1 0,0-1 0,1 0 0,0 1-1,1-1 1,0 1 0,0 0 0,1 11 0,1-19-8,-1 1 1,1-1 0,0 1-1,0-1 1,-1 0 0,1 1-1,0-1 1,1 0 0,-1 1-1,0-1 1,0 0 0,0 0-1,1 0 1,-1 0 0,1 0-1,-1-1 1,0 1 0,1 0-1,0-1 1,-1 1 0,1-1-1,-1 1 1,1-1 0,0 0-1,-1 1 1,4-1 0,52 4-58,-51-4 37,7 1 0,-1-1-35,-1 1 0,1-2 0,-1 1 0,23-5 0,-31 4 67,0-1 1,0 1-1,1 0 0,-1-1 0,0 1 1,0-1-1,0 0 0,0 0 0,-1 0 1,1-1-1,-1 1 0,1-1 0,-1 1 1,0-1-1,0 0 0,0 0 0,0 0 0,0 0 1,-1 0-1,3-5 0,0-7 86,0 0 0,-1 0 0,-1 0 0,0 0 0,-1 0 0,0 0 0,-2-1 0,1 1 0,-2 0 1,0 0-1,-5-17 0,5 26-64,-1 0 0,0 0 1,0 0-1,0 0 1,-1 1-1,-5-7 1,8 10-22,-1 0 1,1 1 0,0-1 0,-1 1 0,0-1 0,1 1 0,-1-1 0,0 1 0,1 0 0,-1 0 0,0 0 0,0 0 0,0 0 0,0 0-1,0 1 1,0-1 0,0 1 0,-1-1 0,1 1 0,0 0 0,-4 0 0,4 2 0,0 1 0,0-1 0,1 1 0,-1-1 0,1 1 0,0 0 0,0-1 0,0 1 0,0 0 0,0 0 0,0 0 0,1 0 0,-1 4 0,0-2 0,1-4-319,-4 18-366,7-11-8809,7-8 623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0:51.4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 3762,'0'0'12744,"3"-4"-11599,-1 1-776,0 2-209,-1 0 1,0-1-1,0 1 0,0 0 1,0 0-1,-1-1 1,1 1-1,0-1 0,0 1 1,-1-1-1,1 1 1,-1-1-1,1-2 2177,0 4-2266,0 0-1,0 0 0,0 0 0,-1 1 1,1-1-1,0 0 0,0 1 1,0-1-1,-1 0 0,1 1 1,0-1-1,0 1 0,-1-1 0,1 1 1,0 0-1,-1-1 0,1 1 1,-1-1-1,1 2 0,197 210 1088,-183-198-1151,-1 1-1,0 1 1,0 0-1,-2 1 1,0 0 0,-1 1-1,-1 0 1,0 0-1,-2 1 1,0 1-1,-1-1 1,6 28-1,-5-22-316,-8-25 245,0 0-1,1 0 1,-1 0 0,0 1 0,0-1 0,0 0 0,1 0 0,-1 0 0,0 0 0,0 0-1,0 0 1,0 0 0,1 0 0,-1 0 0,0 0 0,0 0 0,0 0 0,1 0 0,-1 0-1,0 0 1,0 0 0,0 0 0,1 0 0,-1 0 0,0 0 0,0-1 0,0 1 0,0 0-1,1 0 1,-1 0 0,0 0 0,0 0 0,0 0 0,0-1 0,0 1 0,0 0 0,1 0-1,-1 0 1,0 0 0,0 0 0,0-1 0,0 1 0,0 0 0,0 0 0,0 0 0,0-1-1,0 1 1,0 0 0,0 0 0,0 0 0,0-1 0,0 1 0,11-49-10076,-7 28 6547,4-10-3185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0:51.8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772 3 4498,'0'-1'19301,"-8"0"-18796,-4 2-359,0 0 0,0 1-1,1 1 1,-1 0-1,1 1 1,0 0-1,-1 1 1,2 0 0,-1 1-1,1 0 1,0 0-1,0 1 1,-11 10-1,-16 16 239,-59 67-1,92-96-346,-210 263 326,92-111-291,86-113-147,18-23-85,1 1 0,1 1 0,-22 37 0,38-59 45,0 1 1,0-1 0,0 0 0,0 0 0,0 0-1,0 1 1,0-1 0,0 0 0,0 0-1,0 1 1,0-1 0,0 0 0,0 0 0,0 0-1,0 1 1,0-1 0,0 0 0,0 0 0,0 0-1,0 1 1,0-1 0,1 0 0,-1 0-1,0 0 1,0 0 0,0 1 0,0-1 0,0 0-1,1 0 1,-1 0 0,0 0 0,0 0-1,0 1 1,0-1 0,1 0 0,-1 0 0,0 0-1,0 0 1,0 0 0,1 0 0,-1 0 0,0 0-1,0 0 1,17 3-2167,17-5-1540,5-5-2505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0:52.4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287 20 6451,'0'0'14049,"3"-3"-12072,6-9-643,-10 7-325,-22 8 245,-36 20-318,38-12-683,-3 0 63,1 1 0,0 1 0,-38 30 0,55-39-336,1 1-1,-1 1 0,1-1 0,1 1 1,-1-1-1,1 1 0,0 1 0,0-1 1,1 0-1,0 1 0,0 0 0,0 0 0,1 0 1,0 0-1,1 0 0,-1 0 0,1 0 1,0 12-1,2-18-2,0 0 1,0-1-1,0 1 1,1-1 0,-1 1-1,0-1 1,0 1-1,0-1 1,0 1-1,1-1 1,-1 0-1,0 0 1,0 0-1,1 0 1,-1 1-1,0-2 1,0 1-1,0 0 1,1 0 0,1-1-1,3 1-15,2-1-18,0 0 0,0 0 0,1-1-1,-1 0 1,0 0 0,-1-1 0,1 0-1,0-1 1,-1 1 0,0-2-1,0 1 1,0-1 0,8-6 0,10-11-317,43-49 0,-59 61 407,-6 7-62,3-3 3350,-5 15-1012,-2-4-3107,-2 34 1041,1-25-186,1 0 0,0 0 0,1 1 0,3 20 0,-3-33-95,1 0-1,-1 0 1,1-1-1,-1 1 1,1 0 0,0-1-1,0 1 1,0-1 0,0 1-1,0-1 1,0 1-1,0-1 1,1 0 0,-1 1-1,0-1 1,1 0-1,-1 0 1,3 1 0,0 0-295,1 0 1,-1 0 0,0-1 0,1 1 0,-1-1 0,0 0 0,7 0 0,4 0-2291,1-1 0,0-1 0,20-3 1,8-7-7619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0:52.9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3970,'0'0'13515,"7"0"-10836,-5 0-2433,1 0 1,-1 0 0,0 0-1,0 0 1,1 1-1,-1-1 1,0 1 0,0-1-1,0 1 1,0 0-1,0 0 1,0 0-1,0 0 1,0 0 0,0 0-1,3 2 1,-3 0 79,0 1-1,0-1 1,0 0 0,0 1 0,0-1 0,-1 1 0,1-1 0,-1 1-1,0 0 1,0-1 0,0 1 0,0 4 0,2 21 303,-1 1-1,-2 37 1,0-27-530,0-40-49,0-21-519,0 18 428,0 1 0,1-1 0,0 1 0,-1 0 0,1-1 0,0 1 0,0 0 0,0 0-1,1-1 1,-1 1 0,0 0 0,1 0 0,0 0 0,-1 1 0,1-1 0,0 0 0,0 1 0,2-3 0,44-26-308,-31 21 168,16-12-204,0 3 0,1 0 1,1 2-1,39-11 0,-68 25 594,0 1-1,0 0 1,0 1-1,0-1 1,7 1 0,-12 20 1402,-8 106 443,7-125-2306,1 0 1,-1 0-1,0 0 0,0-1 0,1 1 0,-1 0 1,0-1-1,1 1 0,-1 0 0,1 0 0,-1-1 0,1 1 1,-1-1-1,1 1 0,0-1 0,-1 1 0,1-1 1,-1 1-1,1-1 0,0 1 0,0-1 0,-1 0 1,2 1-1,22 7-4924,-16-6 2394,18 7-5454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0:53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593 114 656,'0'0'4827,"-1"-6"-3643,0-7-1059,1 7 1613,-1-1 0,0 0-1,0 1 1,0-1 0,-4-8-1,5 13-1194,-2-1 0,1 1 0,0 0 0,0 0 0,-1 0 0,1 0-1,-1 0 1,0 0 0,1 0 0,-4-2 0,-17-6-61,9 7-250,0 0 0,-1 1 1,1 0-1,-1 1 0,0 0 0,1 1 0,-1 1 0,1 0 0,-1 1 1,-13 4-1,21-5-212,0 1 0,0 1 0,0-1 0,0 1 0,0 0 0,1 0 0,-1 0 0,1 1 0,0 0 0,0 0 0,0 1 0,0-1 0,1 1 0,0 0 0,0 0 0,0 0 1,0 1-1,1-1 0,0 1 0,0 0 0,1 0 0,-3 10 0,2-8-17,1 0 0,1 0 0,-1 0-1,1 1 1,1-1 0,0 0 0,0 0 0,2 16 0,-1-22-10,-1 1 1,1-1-1,0 1 1,0-1-1,0 0 1,0 0-1,0 0 1,1 1-1,-1-1 1,1 0-1,-1-1 1,1 1-1,0 0 1,0 0-1,0-1 0,0 1 1,0-1-1,0 1 1,0-1-1,0 0 1,0 0-1,1 0 1,-1 0-1,1 0 1,-1-1-1,0 1 1,1-1-1,-1 0 1,1 1-1,-1-1 1,1 0-1,2-1 0,2 2 4,0-2-1,-1 1 0,1-1 0,0 0 1,-1 0-1,1-1 0,-1 0 0,1 0 1,-1 0-1,0-1 0,0 0 0,0 0 1,0-1-1,-1 1 0,1-1 0,-1 0 1,0-1-1,0 0 0,0 1 0,-1-1 1,6-8-1,0 1 82,0-1 0,-1 1 0,-1-2 0,0 1 0,0-1 0,-1 0 0,8-26 0,-59 203 1811,4 206-1892,34-295-98,6-67 60,-9 60-219,8-64 261,0 1 0,1-1-1,-2 0 1,1 1 0,0-1 0,-1 0 0,1 0 0,-1 0 0,0 0 0,0 0 0,0-1 0,0 1 0,-1-1 0,1 1 0,-1-1-1,-3 3 1,0-4 55,0 1-1,0-1 0,0-1 0,0 1 1,0-1-1,0 0 0,-1 0 0,1-1 0,-11-2 1,-3-3 21,-1 0 0,2-1 1,-1-1-1,-20-11 0,-72-47 204,110 65-333,-13-8 159,0-1 0,-25-23 0,37 31-202,1 0 1,-1 0 0,1-1 0,0 1-1,0 0 1,0-1 0,0 0 0,1 1 0,-1-1-1,0 0 1,1 0 0,0 0 0,0 0 0,0 0-1,0 0 1,0 0 0,1 0 0,-1 0 0,1 0-1,0-1 1,0 1 0,0 0 0,0 0 0,2-6-1,-1 7-219,0 1-1,0-1 0,0 1 0,0 0 0,1-1 0,-1 1 1,0 0-1,1-1 0,-1 1 0,1 0 0,-1 0 0,1 0 1,-1 1-1,1-1 0,3-1 0,31-9-4901,-27 9 3365,26-7-4640,9 1-1721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0:54.5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304 26 4418,'0'0'12398,"1"-3"-10411,-1 2-1865,0 0-1,0 1 1,-1-1-1,1 0 1,0 1-1,0-1 1,0 0-1,0 1 1,-1-1-1,1 0 1,0 1-1,-1-1 1,1 0-1,0 1 0,-1-1 1,1 1-1,-1-1 1,1 1-1,-1-1 1,1 1-1,-1-1 1,0 1-1,1-1 1,-1 1-1,1 0 1,-1-1-1,0 1 1,1 0-1,-2-1 1,-32-5 1612,20 6-1264,0 1 1,-29 3-1,34-1-369,-1 0-1,1 0 1,0 1-1,0 0 1,0 0-1,1 1 1,-1 0-1,1 1 1,0-1-1,1 2 1,-1-1-1,1 1 1,1 0-1,-9 12 1,8-10-80,1 0 0,0 1 0,0 0 0,1 1 0,0-1 0,1 1 0,0 0 0,1 0 1,0 0-1,1 0 0,-2 23 0,4-25-22,0-3-7,-1-1 0,1 1 0,1 0 1,-1-1-1,3 12 0,-2-16 2,-1 1 1,1-1-1,0 1 0,-1-1 1,1 0-1,0 1 0,0-1 1,0 0-1,0 0 1,0 0-1,0 1 0,1-1 1,-1 0-1,0-1 0,0 1 1,1 0-1,-1 0 0,1 0 1,-1-1-1,1 1 0,-1-1 1,1 1-1,-1-1 0,1 0 1,2 1-1,1 0-2,1-1-1,-1 1 1,0-1-1,0 0 1,1 0-1,-1-1 1,0 0-1,0 0 0,1 0 1,-1 0-1,0-1 1,0 0-1,0 0 1,8-5-1,-5 1 18,-1 1 0,0-2-1,-1 1 1,1-1 0,-1 1-1,-1-2 1,10-14-1,-5 4 35,-2 0 0,1 0 0,7-29 1,-10 21 4652,-6 36-4613,1 0 0,0-1 0,1 1 0,0 0 0,0-1-1,1 1 1,0-1 0,1 0 0,5 11 0,-6-15-89,0 0-1,0 0 1,1 0 0,-1 0-1,1-1 1,0 1 0,0-1-1,1 0 1,-1-1 0,1 1-1,0-1 1,0 0 0,0 0 0,0 0-1,0-1 1,1 1 0,7 1-1,19 2-1378,-1-1 1,63 2-1,-70-8-1528,-1 0 0,34-6-1,-38 2-525,0 0 0,18-9 0,-36 14 3378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10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75 544,'0'0'6227,"7"-12"-984,3-3-3720,34-33 5936,-44 54-6506,-1 20-490,-1 0-1,-2-1 1,0 1 0,-1-1 0,-2 0 0,-1 0 0,-16 36 0,-6 7-287,-23 56-75,48-106-101,0-1 0,1 0 0,0 1 0,2 0 0,-1 27 0,3 21 947,48-64-346,10 0-170,-30-1-321,50-3 0,-72 1-105,0-1-1,0 1 1,0-2 0,-1 1 0,1 0 0,-1-1 0,0 0 0,0 0 0,6-5 0,39-36-4625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10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59 5635,'0'0'7998,"19"-2"-5888,75-13 196,131-17 1962,-109 22-4399,-114 10-717,-6 1-604,-14 4-908,0 2 0,0-1 0,-22 14 0,1-2-1971,-4 1-712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10.7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2305,'0'0'14119,"119"8"-11446,-81-8-208,-3-10-1088,-1 3-833,-3 1-416,-4 0-128,1 4-112,-8 0-1249,-1 2-2257,-4 0-2832,-5 0-3843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11.4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7603,'0'0'14322,"5"15"-12930,13 48-442,-16-57-811,-1 0-1,0 0 1,0 0 0,0 0-1,-1 0 1,0 0 0,0 8-1,-1 6 50,19-21-1301,-7-5 1035,0 0 0,-1-1 0,0 0 0,12-12 0,13-8-159,-22 17 148,0 1 54,-1 0 1,1 1 0,0 1-1,1 0 1,22-9-1,-36 17 67,1-1-1,-1 0 1,1 1 0,-1-1-1,1 0 1,-1 1-1,0-1 1,1 0 0,-1 1-1,1-1 1,-1 1 0,0-1-1,1 1 1,-1-1-1,0 1 1,0-1 0,1 1-1,-1-1 1,0 1-1,0-1 1,0 1 0,0 0-1,1-1 1,-1 1 0,0-1-1,0 1 1,0 0-1,0-1 1,0 1 0,-1-1-1,1 2 1,0 28 619,0-23-481,0 47 529,0-54-701,0 1 0,0-1 0,1 0 0,-1 1 0,0-1 0,0 0 0,0 1 0,1-1 0,-1 0 0,0 0 0,1 1 0,-1-1 0,0 0 1,0 0-1,1 0 0,-1 1 0,0-1 0,1 0 0,-1 0 0,0 0 0,1 0 0,-1 0 0,1 0 0,-1 0 0,0 0 0,1 0 0,-1 0 0,0 0 0,1 0 0,-1 0 0,1 0 0,-1 0 0,0 0 0,1 0 0,-1 0 0,0 0 0,1-1 0,-1 1 1,0 0-1,1 0 0,-1 0 0,0-1 0,0 1 0,1 0 0,15-8-73,49-39-591,-45 31 571,0 1-1,1 1 1,1 1 0,0 1 0,38-15-1,-60 27 166,1 0 0,-1 1-1,1-1 1,0 0 0,-1 1-1,1-1 1,-1 1-1,0-1 1,1 1 0,-1-1-1,1 1 1,-1-1 0,0 1-1,1-1 1,-1 1 0,0 0-1,0-1 1,1 1 0,-1 0-1,0-1 1,0 1 0,0 0-1,0-1 1,0 1 0,0 0-1,0-1 1,0 1-1,0-1 1,0 1 0,-1 1-1,2 31 896,-2-27-583,1 13 120,-1-14-288,1 0 1,0 0-1,0 1 1,1-1-1,1 8 0,-2-11-432,1-1 0,0 1 0,0 0-1,-1-1 1,1 1 0,0 0-1,1-1 1,-1 1 0,0-1 0,0 1-1,1-1 1,-1 0 0,0 0-1,1 1 1,-1-1 0,1 0 0,0 0-1,-1-1 1,3 2 0,17 6-4737,4-1-2120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12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0 256,'0'0'18054,"3"1"-16224,-2-1-1750,0 0 1,-1 0 0,1 1-1,0-1 1,-1 0 0,1 1-1,0-1 1,-1 1-1,1-1 1,0 0 0,-1 1-1,1-1 1,-1 1-1,1 0 1,-1-1 0,1 1-1,-1-1 1,0 1-1,1 0 1,-1-1 0,0 1-1,1 0 1,-1 1-1,6 27 1202,-6 47-29,-1-48-968,0-19-317,1-3 47,0 1-1,0-1 0,1 0 1,0 1-1,0-1 0,2 7 1,-3-11-121,1-1 1,0 1-1,0 0 1,0-1-1,0 1 1,0 0 0,0-1-1,1 1 1,-1-1-1,0 0 1,1 0-1,-1 1 1,1-1-1,0 0 1,-1 0-1,1 0 1,0 0-1,-1-1 1,1 1 0,0 0-1,0-1 1,0 1-1,0-1 1,0 0-1,1 1 1,6 0-1298,-1-1-1,0 0 1,0 0 0,0 0-1,16-3 1,19-13-6603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12.4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11013,'0'0'10917,"17"-9"-13030,-9 9-2049,-1 4-6259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13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1 4898,'0'0'11293,"0"20"-9244,-13 341 5237,10-323-6932,-10 192 93,11-214-463,1-3-11,2-11-381,0-6-459,6-11 692,0-1 0,1 1 0,1 1 0,0-1 0,1 1 0,14-15 0,-2 6-40,0 1 0,38-30 0,-53 46 194,-4 3 28,0 1 0,0 0 0,0-1 0,0 1 0,0 0 0,1 0 1,-1 1-1,0-1 0,1 1 0,0-1 0,-1 1 0,5-1 1,-7 15 787,-1 165 2011,1-177-2888,0 0 0,0 0-1,0-1 1,0 1 0,0-1 0,0 1-1,1-1 1,-1 1 0,0-1-1,0 0 1,0 1 0,1-1 0,-1 0-1,0 0 1,0 0 0,1 0-1,-1 0 1,0 0 0,0 0 0,3-1-1,0 1-328,11 0-739,44-3-4629,-12-9-1784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14.2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 0 3586,'0'0'13072,"0"9"-11015,-3 23-130,-1 1 0,-11 44-1,-2 9 335,7-6-282,1 106 0,8-71-7808,1-70 396,1-35-725,3-3-797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14.7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0 129 4130,'0'0'12059,"8"10"-10765,27 34-315,-32-41-887,0 0 1,0 0-1,0 0 0,0 0 1,1-1-1,0 1 1,-1-1-1,1 0 0,0 0 1,0 0-1,0-1 0,0 1 1,1-1-1,-1 0 1,7 1-1,1-2-25,-1 1 0,1-1 1,20-3-1,-28 2-53,2 0-13,0 0 1,0-1 0,0 0 0,0 0-1,0-1 1,0 1 0,-1-1 0,1-1 0,-1 1-1,0-1 1,0 0 0,0 0 0,0 0 0,-1-1-1,0 1 1,0-1 0,5-7 0,-5 6-9,0 0 0,-1 0 0,0 0 0,0-1 0,0 1 1,0-1-1,-1 0 0,-1 1 0,1-1 0,-1 0 0,0 0 1,0 0-1,-1-1 0,0 1 0,-1-8 0,0 14 9,1-1 0,-1 0 0,1 1 0,-1-1 0,0 0 1,0 1-1,0-1 0,0 1 0,0 0 0,0-1 0,0 1 0,0 0 0,-1-1 0,1 1 0,0 0 0,-1 0 0,1 0 0,-1 0 0,1 0 0,-1 1 0,0-1 0,1 0 0,-1 1 1,0-1-1,1 1 0,-4-1 0,-5 0 44,-1 0 1,1 0 0,-15 1-1,18 0 8,-3 1 63,0 0 0,1 1 0,-1 0 0,0 0 0,1 1 0,-1 1 0,1-1 0,0 1 0,0 1 0,0 0-1,1 0 1,-1 0 0,-10 11 0,13-11 2,0 1 1,0 0-1,1 0 0,0 0 0,0 0 1,0 1-1,1 0 0,0 0 0,1 0 1,-1 0-1,1 0 0,1 1 0,-1 0 0,1-1 1,1 1-1,-1 0 0,1 13 0,1-18-82,0 0-1,0 0 0,1 1 1,-1-1-1,1 0 0,0 0 1,0 1-1,0-1 0,1 0 0,-1 0 1,1 0-1,-1-1 0,1 1 1,0 0-1,0-1 0,3 4 1,0-2 32,1 1 0,-1-1 1,1 0-1,0 0 0,0 0 1,0-1-1,9 3 0,4 1 25,1-1-1,-1-1 0,1-1 0,31 2 1,17-3 153,-40-3-2801,-7 0-2380,-14 0-2451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235 1 880,'0'0'17214,"-1"10"-12996,-2 9-3530,-3-9-591,6-9-82,-1-1 0,1 1 1,0 0-1,0-1 0,-1 1 1,1 0-1,-1-1 0,1 1 0,0 0 1,-1-1-1,1 1 0,-1-1 1,0 1-1,1-1 0,-1 1 0,1-1 1,-1 1-1,0-1 0,1 0 0,-1 1 1,0-1-1,1 0 0,-1 0 1,0 0-1,0 1 0,0-1 0,-14 31 183,14-28-63,0 0-1,0 0 1,1 0 0,-1 1-1,1-1 1,0 0 0,-1 0-1,2 0 1,-1 1 0,1 3-1,0 13 4,-9 34 93,-3-2-1,-1 0 0,-37 94 1,-6 26 1467,1 46-105,51-198-1446,3-19-6,0-4 46,2-19-93,2 0 0,0 1 1,1 0-1,2 0 1,11-27-1,-1 0-20,4-9-463,53-99 1,44-48-677,-89 156 978,-21 35 45,1 0 0,0 0-1,1 1 1,1 0 0,0 1 0,19-16-1,-26 24 30,1 0 0,-1 1 0,1-1 0,0 1 0,-1-1 0,1 1-1,0 1 1,0-1 0,1 1 0,5-1 0,-7 1-3,-1 1 1,0 1-1,1-1 1,-1 0-1,0 1 0,1-1 1,-1 1-1,0 0 1,0 0-1,0 1 1,0-1-1,0 0 1,0 1-1,0 0 0,0 0 1,0 0-1,3 4 1,7 5-20,-1 2 1,0-1-1,17 27 0,-25-33 16,0 1 0,0 0 0,-1 0 1,1 0-1,-2 0 0,1 0 0,-1 0 0,0 1 0,-1-1 0,0 1 0,1 8 0,-2-14 12,-1-1-1,1 1 0,-1 0 0,1-1 0,-1 1 1,1-1-1,-1 1 0,0-1 0,0 1 1,0-1-1,0 1 0,0-1 0,0 0 0,0 1 1,0-1-1,-1 0 0,1 0 0,0 0 1,-1 0-1,1 0 0,-1 0 0,1-1 0,-3 2 1,-43 14 73,39-14-50,-57 14 102,38-11-68,-1 2-1,-48 19 1,69-23 22,0 1 0,0 0 0,0 0 0,0 0 0,0 1 0,1 0 0,0 1 0,0-1 0,0 1 0,1 0 0,0 0 0,0 1 1,1 0-1,-6 10 0,8-13-46,-5 9 119,0 0-1,1 1 1,1-1 0,0 1-1,1 0 1,1 0 0,0 1-1,-1 21 1,4-34-106,1 0 0,0 0-1,-1 1 1,1-1 0,0 0 0,0 0-1,0-1 1,1 1 0,-1 0 0,0 0 0,1 0-1,-1-1 1,1 1 0,0-1 0,-1 1-1,1-1 1,0 0 0,0 0 0,0 0-1,0 0 1,2 1 0,55 23 833,-44-20-561,-1 1-140,31 12-54,1-1-1,74 15 0,-120-32-122,0 0 0,0 0 0,1 0 0,-1 0-1,0 0 1,0 0 0,0 0 0,1 0 0,-1 0 0,0 0 0,0 0 0,1 0 0,-1 0 0,0 0-1,0 0 1,0 0 0,0 0 0,1 0 0,-1-1 0,0 1 0,0 0 0,0 0 0,1 0 0,-1 0-1,0 0 1,0-1 0,0 1 0,0 0 0,0 0 0,0 0 0,1-1 0,-1 1 0,0 0 0,0 0-1,0 0 1,0-1 0,0 1 0,0 0 0,0 0 0,0 0 0,0-1 0,0 1 0,0 0-1,0 0 1,0 0 0,0-1 0,0 1 0,0 0 0,0-1 0,-3-7-1036,-17-10-7469,13 8-296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287 18 8084,'0'0'11776,"0"0"-11595,0-1 0,0 0 0,0 0-1,0 0 1,0 0 0,0 1 0,-1-1 0,1 0 0,0 0 0,0 1 0,-1-1 0,1 0 0,0 0 0,-1 1 0,1-1 0,-1 0 0,1 1 0,-1-1-1,1 0 1,-1 1 0,-1-1 0,-7 0-21,0 0-1,-1 1 0,1 1 0,-1 0 1,1 0-1,0 1 0,0 0 0,-1 0 1,2 1-1,-1 0 0,0 1 0,-11 6 1,2 1-71,1 1 0,1 0 1,0 1-1,-18 20 0,29-28-101,0 1-1,0 0 1,1 0-1,0 0 0,1 1 1,-1-1-1,1 1 1,0 0-1,1 0 0,-1 0 1,1 0-1,1 1 1,0-1-1,0 0 1,0 9-1,1-14 12,0 0 1,1-1-1,-1 1 0,1 0 1,0-1-1,-1 1 0,1 0 1,0-1-1,0 1 1,0-1-1,0 1 0,0-1 1,1 1-1,-1-1 0,0 0 1,1 0-1,-1 0 0,1 1 1,-1-1-1,1-1 1,-1 1-1,1 0 0,0 0 1,-1-1-1,1 1 0,0-1 1,0 1-1,0-1 0,-1 0 1,1 1-1,3-1 0,10 1 28,-1 0 0,28-1 0,-35 0-20,-2-1-5,0 0 0,0 0 0,0 0 0,0-1 0,-1 1 0,1-1-1,0 0 1,-1-1 0,1 1 0,-1-1 0,0 0 0,0 0 0,0 0 0,6-7 0,5-6-2,0-1 0,13-21 0,-14 18 3,-6 9 151,-5 8 5,1 0-1,-2-1 0,1 0 0,0 0 1,-1 0-1,1 0 0,-1 0 1,-1 0-1,1-1 0,0 1 1,1-10 1890,-3 23-1232,0 15-320,-1-3-103,2 0 0,3 27 1,-2-40-389,-1-1 0,1 1 1,1-1-1,-1 0 1,1 0-1,1 0 0,-1 0 1,1 0-1,0-1 1,6 7-1,-7-9-106,1 0-1,0 0 1,0-1 0,0 1-1,0-1 1,1 0 0,-1 0-1,1 0 1,0-1 0,0 0-1,0 0 1,0 0 0,0 0-1,0-1 1,1 0 0,-1 0-1,0 0 1,1-1 0,-1 1-1,0-1 1,1-1 0,8-1-1,3-1-1175,-1-1 0,0-1 0,-1 0 0,1-1 0,-1-1 0,18-10 0,58-35-5876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3 2753,'0'0'14660,"0"-1"-14570,1 1-1,-1 0 1,0 0 0,0 0-1,0 0 1,0-1-1,0 1 1,0 0 0,1 0-1,-1 0 1,0 0-1,0 0 1,0 0 0,0 0-1,1-1 1,-1 1-1,0 0 1,0 0-1,0 0 1,1 0 0,-1 0-1,0 0 1,0 0-1,0 0 1,0 0 0,1 0-1,-1 0 1,0 0-1,0 0 1,0 0-1,1 0 1,-1 0 0,0 0-1,0 0 1,0 1-1,1-1 1,-1 0 0,0 0-1,0 0 1,0 0-1,0 0 1,0 0-1,1 1 1,-1-1 0,0 0-1,0 0 1,0 0-1,0 0 1,0 0 0,0 1-1,0-1 1,1 0-1,-1 0 1,0 0-1,0 1 1,0-1 0,-2 30 1126,-1 0 1,-10 41 0,7-40-1111,1 0-1,-2 46 1,7-76-126,1 0 1,-1 1 0,0-1-1,1 0 1,-1 1-1,1-1 1,-1 0 0,1 1-1,0-1 1,-1 0 0,1 0-1,0 0 1,0 0-1,0 0 1,0 0 0,0 0-1,0 0 1,0 0-1,0 0 1,0 0 0,0-1-1,1 1 1,-1 0-1,0-1 1,0 1 0,1-1-1,-1 1 1,0-1-1,1 0 1,-1 0 0,1 0-1,-1 1 1,0-1 0,2-1-1,9 2-513,0-1 0,-1 0 1,14-3-1,-20 3 267,1-1-460,1 0 0,-1-1 0,1 0 0,-1 0 0,1 0 0,-1-1 0,0 0 0,0 0 0,0 0-1,-1-1 1,1 0 0,-1 0 0,0 0 0,6-6 0,26-37-10337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0 1169,'0'0'31598,"-2"0"-31598,0 0 0,0 0 0,0 11 0,0-1 0,0 3 0,-1 1 0,1 3-1841,2 2-3617,-2-4-2914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290 69 5218,'0'0'17648,"-5"-9"-16084,2 2-1278,2 5-218,0-1 0,0 0-1,0 0 1,-1 0 0,1 1 0,-1-1-1,0 1 1,0-1 0,0 1 0,0 0-1,0-1 1,0 1 0,-1 0 0,1 1-1,-1-1 1,1 0 0,-1 1 0,0-1-1,0 1 1,1 0 0,-5-1 0,-5 0 26,1 0 0,0 1 0,0 0 0,0 1 1,-1 1-1,1 0 0,0 0 0,-21 6 0,26-5-81,0 0-1,0 1 0,0 0 0,1 0 0,-1 0 1,1 1-1,0-1 0,0 1 0,0 0 0,1 1 0,-1-1 1,1 1-1,0 0 0,0 0 0,1 0 0,-1 1 1,-2 7-1,2-3-26,0 0 0,1 0 0,0 1 1,0 0-1,1-1 0,1 1 0,0 0 1,1 0-1,0 0 0,0 0 0,3 15 0,-2-25 2,-1 0-1,1-1 0,-1 1 0,1-1 0,-1 1 0,1-1 0,-1 1 0,1-1 0,-1 1 0,1-1 1,0 0-1,-1 1 0,1-1 0,0 0 0,0 1 0,-1-1 0,1 0 0,0 0 0,-1 0 0,1 0 1,0 0-1,1 0 0,21 1-164,-20-1 125,5 0-17,0-1-1,-1 0 1,1 0 0,-1 0 0,1-1 0,-1 0 0,0-1-1,0 0 1,0 0 0,0 0 0,0-1 0,10-7 0,1-4-299,0-1 1,27-31 0,-8 8 634,-34 43 4381,4 16-3239,3 4-991,-6-15-301,0-1 0,1 1 0,-1-1 0,2 0 0,-1-1 0,1 1 0,0-1 0,1 0 0,0-1 0,0 1 0,0-1 0,12 6 0,-8-6-142,-1-1 1,1 0 0,1-1-1,-1-1 1,0 0 0,1 0-1,0-1 1,0 0 0,20 0 0,96-4-2505,-106 0 788,-1-1-1,1-1 0,39-13 1,27-17-7184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195 8 1105,'0'0'5301,"5"-1"-4424,3 0-391,9-2 266,-3 2 9549,-25 1-9485,-18-1-404,9 1-259,0 0 0,-28 4-1,42-3-156,-1 0-1,1 1 0,0 0 1,-1 0-1,1 1 0,0-1 1,0 1-1,1 1 0,-1-1 0,1 1 1,-8 6-1,-12 18-17,24-27 18,0 1 0,0-1 0,1 0-1,-1 1 1,0-1 0,1 1-1,-1-1 1,1 1 0,0-1 0,-1 1-1,1-1 1,0 1 0,0 0 0,0-1-1,0 1 1,0-1 0,1 1-1,-1-1 1,0 1 0,1-1 0,-1 1-1,2 1 1,-1-1 11,1 0 1,0-1-1,0 1 1,0-1-1,0 1 1,0-1-1,0 0 1,0 0-1,1 0 0,-1 0 1,0-1-1,1 1 1,2 0-1,9 4-2,51 15-287,-50-16 120,0 0 0,-1 0 0,0 2 0,0-1 0,-1 2 0,23 14 0,-33-19 151,-1 0 0,0 0 0,0 1 0,-1-1 0,1 1 1,0-1-1,-1 1 0,0 0 0,1 0 0,-1 0 0,0-1 1,0 1-1,-1 0 0,2 5 0,1 45 400,-3-50-311,-4-2 140,0 1 0,-1-1 0,1 0 0,0 0 0,0 0 0,-1-1 0,-6 1 0,10-1-156,-8 0 122,-52 3 1189,57-3-1228,0 0 0,0-1 0,0 1 0,0-1 0,0 0 0,0 0 0,0 0 0,0 0 0,1-1 0,-1 0 0,-6-3 1,2-2 79,7 5-114,-1 0 0,0 1-1,1-1 1,-1 1 0,0-1 0,0 1-1,0 0 1,0-1 0,-1 1-1,1 0 1,0 0 0,-4-1-1,5 2-27,30 6-6582,-7-5 2145,2-1-2729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316 25 112,'0'0'10954,"-1"-4"-5693,1 4-5197,-1-1 1,1 1-1,0-1 0,-1 1 1,1-1-1,0 1 0,-1-1 1,1 1-1,-1-1 0,1 1 1,-1-1-1,1 1 0,-1-1 0,1 1 1,-1 0-1,0 0 0,1-1 1,-1 1-1,0 0 0,-19-5 686,0 2 0,0 1-1,0 0 1,0 1 0,0 2-1,-30 3 1,44-2-727,0 0 1,1 0-1,0 1 1,-1 0-1,1 0 0,0 1 1,0-1-1,1 1 0,-1 0 1,1 0-1,0 0 0,0 1 1,0 0-1,1-1 0,-6 10 1,9-12-30,0-1-1,-1 1 1,1 0 0,0-1 0,0 1 0,0 0 0,0-1 0,0 1 0,1-1 0,-1 1-1,0 0 1,1-1 0,-1 1 0,1-1 0,-1 1 0,1-1 0,0 1 0,0-1 0,0 1-1,-1-1 1,2 0 0,-1 1 0,0-1 0,0 0 0,0 0 0,0 0 0,1 0 0,-1 0-1,0 0 1,3 1 0,6 4 19,1-1 0,-1 0 0,17 4 0,-6-1-38,-7-2-90,0 0 0,-1 1 0,0 1 0,16 12 1,-25-17 98,-1-1 0,1 1 0,-1 1 0,0-1 0,0 0 0,-1 1 0,1-1 0,-1 1 0,1 0 0,-1 0 0,0 0 0,-1 0 0,1 0 0,-1 1 0,1-1 0,-1 0 0,-1 1 0,2 8 0,-3-12 99,1 0-1,-1 1 1,0-1-1,1 0 1,-1 1 0,0-1-1,0 0 1,0 0-1,0 0 1,0 0 0,0 0-1,0 0 1,0 0-1,0 0 1,0 0-1,-1 0 1,1 0 0,0-1-1,-1 1 1,1-1-1,0 1 1,-1-1 0,1 1-1,-1-1 1,1 0-1,-3 0 1,-47 7 1883,45-6-1608,-185 6 5661,237 16-16498,-27-17 4305,1 0-3169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231 228 3650,'0'0'11314,"7"-4"-10169,18-11-129,-25 15-927,0 0 1,0-1-1,0 1 0,1 0 1,-1 0-1,0 0 0,0 0 0,0 0 1,0 0-1,1-1 0,-1 1 1,0 0-1,0 0 0,0 0 0,1 0 1,-1 0-1,0 0 0,0 0 0,0 0 1,1 0-1,-1 0 0,0 0 1,0 0-1,0 0 0,1 0 0,-1 0 1,0 0-1,0 0 0,0 0 1,0 0-1,1 0 0,-1 1 0,0-1 1,0 0-1,0 0 0,0 0 0,1 0 1,-1 0-1,0 0 0,0 1 1,0-1-1,0 0 0,0 0 0,1 0 1,-1 0-1,0 0 0,0 1 1,0-1-1,0 0 0,0 0 0,0 1 1,0 10-556,0-9 913,-2 9-224,1-1 0,-1 0 0,-1 0 0,0 0 0,0 0 0,-1 0 0,-6 12 0,-44 69 614,35-62-577,-2 6-160,-15 21 71,3 2 0,-38 89 1,62-130-323,12-39-53,-1 12 188,4-14-31,0 0 0,1 1 1,2 0-1,0 0 0,2 1 1,0 0-1,1 1 0,17-22 1,19-20-599,63-64 0,-83 97 591,1 1 1,52-39 0,-80 68 63,-1 0 1,0-1-1,1 1 1,-1 0-1,1-1 1,-1 1 0,0 0-1,1 0 1,-1 0-1,1-1 1,-1 1 0,1 0-1,-1 0 1,0 0-1,1 0 1,-1 0-1,1 0 1,-1 0 0,1 0-1,-1 0 1,1 0-1,-1 0 1,1 0 0,-1 0-1,1 1 1,-1-1-1,0 0 1,1 0 0,-1 0-1,1 1 1,-1-1-1,0 0 1,1 0-1,-1 1 1,0-1 0,1 0-1,-1 1 1,0-1-1,1 0 1,-1 1 0,0-1-1,0 1 1,1-1-1,-1 1 1,0-1-1,0 0 1,0 1 0,0-1-1,1 1 1,-1-1-1,0 1 1,0 0 0,4 31 283,-3-24-181,7 62 42,3 0 1,3-1-1,4-1 0,29 76 0,-47-143-152,0 0 0,0-1 0,1 1 0,-1-1 0,0 1 0,0-1 0,1 1 0,-1-1-1,0 0 1,1 1 0,-1-1 0,0 1 0,1-1 0,-1 0 0,0 1 0,1-1 0,-1 0 0,1 1-1,-1-1 1,1 0 0,-1 0 0,1 1 0,-1-1 0,1 0 0,-1 0 0,1 0 0,0 0 0,0 1-1,15-10 154,14-26 109,-26 30-255,65-88 74,-4-3-1,81-159 1,-119 200-63,23-51 446,-49 104-376,-10 11-675,-46 59-3085,22-17-3160,13-16-946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 1 7603,'0'0'13207,"-6"7"-12354,-16 16-203,-31 44 0,48-59-642,-1 0 0,1 0 0,0 1 1,1 0-1,0 0 0,0 0 0,1 1 0,0-1 1,0 1-1,-1 19 0,4-29-20,0 1 0,0 0 1,1-1-1,-1 1 0,0 0 0,1-1 0,-1 1 0,0 0 0,1-1 1,-1 1-1,1 0 0,-1-1 0,1 1 0,-1-1 0,1 1 0,-1-1 1,1 0-1,0 1 0,-1-1 0,1 1 0,0-1 0,-1 0 0,1 0 1,0 1-1,-1-1 0,1 0 0,0 0 0,0 0 0,-1 0 0,1 0 1,0 0-1,1 0 0,33 0-146,-23-1 75,26 2 28,-12 1 4,0-2 0,44-6-1,-65 6 95,1-1 0,-1 0 0,1 0 0,-1-1 0,0 0 0,0 0 0,0 0 0,0-1 0,0 1 0,0-1 0,0 0 0,-1-1 0,0 1 0,1-1 0,-1 0 0,-1 0 0,1 0 0,4-6 0,-6 5 197,0 1 0,0-1 0,-1 0-1,0 0 1,1 1 0,-2-1 0,1 0 0,-1 0 0,1 0-1,-1 0 1,-1 0 0,1 0 0,-1 0 0,0 0-1,0 0 1,0 1 0,-3-7 0,3 7-158,0 0 0,-1 0 0,0 0 0,0 0-1,0 0 1,0 1 0,-1-1 0,0 1 0,1 0 0,-1-1 0,0 1 0,-1 0 0,1 1 0,0-1-1,-1 1 1,0-1 0,1 1 0,-1 0 0,-7-2 0,-27 0-347,14 5-3173,20 1 495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225 31 3682,'0'0'13782,"6"-5"-12216,17-18-53,-16 20 604,-8 9-1850,1-4 91,-4 17 289,0 0 0,-1-1-1,-1 1 1,-1-1 0,0-1-1,-12 19 1,-2 9 66,-12 39-9,-39 154 1,65-215-1205,-1-1 1,-1 0 0,-17 28-1,-3 9-5482,29-58 5362,-3 4-1379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1 589 3698,'0'0'12811,"18"-4"-11128,-2-1-1266,2 1 34,0-1-1,0 2 1,1 0 0,32 0 0,11 4 126,1 0-232,87-10 1,-129 6-403,0-1-1,0-1 1,-1-1 0,0 0-1,0-2 1,0 0 0,-1-1 0,20-13-1,-19 8-302,-2 0 1,0 0-1,0-2 0,-2 0 0,0-1 0,-1-1 0,0 0 0,13-24 1,-18 25 42,-1 1 0,-1-1 0,0-1 0,-1 1 0,-1-1 0,-1 0 0,-1-1 0,0 1 0,-1-1-1,0-28 1,-3 44 302,0-4 199,0 0 0,0 0 0,0 0 0,-1 0 0,-1 0 1,-1-8-1,2 13-99,0 0 0,0 1-1,0-1 1,0 0 0,0 0 0,-1 1 0,1-1-1,0 0 1,-1 1 0,1 0 0,-1-1 0,0 1 0,1 0-1,-1 0 1,0 0 0,0 0 0,0 0 0,0 0 0,1 0-1,-1 1 1,0-1 0,-1 1 0,1-1 0,0 1 0,-3 0-1,0-1 42,-1 1 0,1 1 0,0-1-1,0 1 1,0-1 0,-1 2 0,1-1-1,0 0 1,0 1 0,0 0 0,1 0-1,-1 1 1,0-1 0,1 1 0,0 0-1,-6 5 1,-5 5 205,1 1 1,0 1-1,-11 17 0,7-10-125,-24 29 197,3 3 1,-40 68-1,66-98-373,1 0 0,0 1 0,2 1 0,1 0 0,1 0 0,2 0 0,0 1 0,-2 33 0,8-54-18,1 17 17,-1-22-26,1-1 0,-1 1 0,0-1-1,1 1 1,-1 0 0,1-1 0,-1 1 0,1-1 0,-1 1-1,1-1 1,0 1 0,-1-1 0,1 0 0,-1 1 0,1-1-1,0 0 1,0 1 0,-1-1 0,1 0 0,0 0 0,-1 0-1,1 0 1,0 1 0,0-1 0,-1 0 0,1 0 0,0 0-1,0-1 1,8 1 8,0-1 0,0 0 0,0-1 1,-1 0-1,1 0 0,0-1 0,9-5 0,60-33-308,-29 14 308,-49 27 71,1 0 1,-1 0-1,0 0 1,0 0 0,0 0-1,0 0 1,1 0-1,-1 0 1,0 0-1,0 0 1,0 0 0,1 0-1,-1 0 1,0 0-1,0 0 1,0 0-1,0 0 1,1 0 0,-1 0-1,0 0 1,0 0-1,0 0 1,0 0-1,1 0 1,-1 1 0,0-1-1,0 0 1,0 0-1,0 0 1,0 0-1,0 0 1,1 1 0,-1-1-1,0 0 1,0 0-1,0 0 1,0 0-1,0 1 1,0-1 0,0 0-1,0 0 1,0 0-1,0 0 1,0 1-1,2 15 964,-5 24-1528,2-33 842,1 67-2689,0-73 2142,0 0 0,0-1 1,1 1-1,-1 0 0,0-1 0,1 1 0,-1 0 0,1-1 0,-1 1 1,1-1-1,-1 1 0,1-1 0,-1 1 0,1-1 0,0 1 0,-1-1 1,1 1-1,-1-1 0,1 0 0,0 0 0,-1 1 0,1-1 0,0 0 1,0 0-1,-1 0 0,1 1 0,0-1 0,0 0 0,-1 0 1,2 0-1,30 0-5153,-24 0 3223,32 0-7890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315 11 5122,'0'0'15976,"-6"-2"-14248,-6 0-1330,0-1 0,0 2 0,0-1 0,-1 2 1,1-1-1,0 2 0,-1 0 0,1 0 0,0 1 0,0 1 0,0 0 0,0 0 0,-12 7 0,16-7-389,0 0-1,0 1 1,1 0 0,-1 1 0,1 0 0,0 0 0,1 0 0,-1 1 0,1 0 0,0 0 0,0 1 0,1-1 0,0 1 0,0 1 0,1-1 0,0 1 0,0-1 0,0 1 0,1 0-1,-2 11 1,4-16-73,0 1 0,0 0 0,1 0 0,0 0 0,-1 0 0,2 0 0,0 6 0,-1-9 39,0 0 0,0 0 0,1 0 0,-1 0 0,0 0 0,1 0 0,-1-1 0,1 1 0,-1 0 0,1 0 0,0 0 0,-1-1 0,1 1 0,0 0 0,-1-1 0,1 1 0,0-1 0,0 1 0,0-1 0,0 1 0,-1-1 0,1 1 1,0-1-1,0 0 0,0 1 0,0-1 0,0 0 0,0 0 0,0 0 0,0 0 0,0 0 0,1 0 0,9 0 47,0 0 1,0 0 0,0-1 0,-1-1-1,1 0 1,0 0 0,-1-1-1,1-1 1,-1 1 0,0-2-1,0 1 1,-1-2 0,1 1-1,-1-1 1,0 0 0,-1-1-1,11-10 1628,-20 21-1678,0 0 0,1 0 0,-1 1 0,1-1 0,0 0 0,0 0 0,2 9 0,-1 6-105,-3-4-351,0 26-2037,2-39 2137,0 0 0,0 0 0,0-1 1,0 1-1,1 0 0,-1 0 0,0-1 0,1 1 0,0 0 1,-1-1-1,1 1 0,0 0 0,0-1 0,0 1 1,0-1-1,0 0 0,1 3 0,20 4-7025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1 12182,'0'0'14470,"-2"3"-12882,0 5-1184,0-1 0,1 1 0,-1-1 0,1 1 0,1 0 0,0-1 0,0 9 0,1-5-356,0 0 0,0 0 0,1-1 1,0 1-1,1-1 0,0 1 0,1-1 0,7 15 0,-10-24-114,0 1 0,0-1-1,1 0 1,-1 0-1,0 0 1,1 0 0,-1-1-1,0 1 1,1 0 0,-1 0-1,1-1 1,-1 1-1,1-1 1,-1 1 0,1-1-1,0 0 1,-1 0 0,1 0-1,0 1 1,-1-2-1,1 1 1,-1 0 0,1 0-1,0 0 1,-1-1 0,4 0-1,0-1-150,1 1-1,-1-1 1,1-1-1,-1 1 0,10-6 1,44-36-1528,-33 24 1621,1 1 0,0 1 0,60-29 0,-86 47 284,0 0 1,0 0-1,-1 0 1,1 0-1,0 0 1,0 0-1,0 0 1,0 0-1,-1 0 1,1 0-1,0 0 1,0 1-1,0-1 1,-1 0-1,1 0 1,0 1-1,0-1 1,-1 1 0,1-1-1,0 0 1,-1 1-1,1-1 1,-1 1-1,1 0 1,0-1-1,-1 1 1,1-1-1,-1 1 1,1 0-1,-1 0 1,0-1-1,1 1 1,0 1-1,12 35-433,-7-20 734,-3-10-668,0 0 0,0-1 0,1 0 0,0 1 0,1-1 0,-1-1-1,1 1 1,0-1 0,0 1 0,1-2 0,0 1 0,0 0 0,10 5 0,20 5-4602,4-8-3325,-7-6-1897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343 830 5763,'0'0'17245,"2"-4"-15260,-1 1-1810,0 1 0,0 0 1,-1-1-1,1 1 0,0-1 0,-1 1 1,0-1-1,1 1 0,-1-1 0,0 1 1,0-1-1,-1 1 0,1-1 0,0 1 1,-1-1-1,0 1 0,1-1 0,-1 1 1,0-1-1,0 1 0,0 0 1,-1 0-1,1-1 0,0 1 0,-3-2 1,-3-2-124,-1 0 1,1 1 0,-1 0 0,0 1 0,-1-1 0,1 1 0,-1 1 0,0 0 0,0 0 0,-15-2-1,8 2-83,0 1-1,-1 1 1,1 0-1,-1 1 0,-19 3 1,30-2-1,0 0 1,1 1-1,-1-1 0,1 1 1,0 1-1,0-1 1,0 1-1,0-1 0,0 1 1,0 1-1,1-1 1,-1 1-1,1 0 0,0 0 1,0 0-1,0 0 1,1 1-1,0 0 0,-1-1 1,2 1-1,-1 0 1,0 1-1,1-1 0,0 0 1,1 1-1,-1-1 1,1 1-1,0-1 0,0 1 1,1 0-1,0 11 1,0-15 18,0 0 0,1 0 0,-1 0 1,1 0-1,-1 0 0,1 0 0,0 0 1,0-1-1,0 1 0,0 0 0,0 0 0,0-1 1,1 1-1,-1 0 0,1-1 0,-1 1 1,1-1-1,-1 0 0,1 0 0,0 1 1,0-1-1,-1 0 0,1-1 0,0 1 1,0 0-1,0 0 0,0-1 0,0 1 1,0-1-1,3 1 0,8 1-35,0 0 1,0-1-1,19 0 1,-32-1 43,11 0-167,1 1 0,-1-2 0,0 0 0,0 0 0,1-1 0,-1 0 1,0-1-1,-1 0 0,1-1 0,-1 0 0,1 0 0,-1-2 0,0 1 0,15-12 0,0-3-61,-2-1 0,0-1 0,-2-1 0,0-1 0,-2-1 0,0-1 0,15-31 0,-1-3-189,-3-2 0,25-77 0,-37 87 206,-2-1 0,8-56 0,-18 71 2903,1-73 0,-7 110-1677,0 23-83,-2 8-275,-1 0 0,-2 0 0,-12 40-1,2-9-115,-10 67-260,8-36-273,-4-1 1,-34 93 0,54-182-113,0 1 0,0 0 0,0 0 1,0 0-1,1 0 0,-1 0 0,1 0 0,0 4 0,0-6-45,0 0 0,0 0-1,0 0 1,1 0 0,-1 0-1,0 0 1,1 0-1,-1 0 1,0-1 0,1 1-1,-1 0 1,1 0 0,0 0-1,-1-1 1,1 1 0,0 0-1,-1-1 1,1 1 0,1 0-1,3 1-447,-1 0 0,1-1 0,1 1 0,-1-1 0,0 0 0,0 0 0,0-1 0,8 0 0,-8 0 534,108 2-12520,-54-2 1969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 76 7716,'0'0'17669,"0"-4"-15532,1 4-2060,-1-1 1,0 1-1,0-1 1,0 0-1,0 1 0,0-1 1,0 1-1,0-1 1,0 0-1,0 1 1,0-1-1,0 1 0,0-1 1,0 0-1,0 1 1,-1-1-1,1 1 1,0-1-1,0 1 0,-1-1 1,1 0-1,0 1 1,-1 0-1,1-1 1,-1 1-1,1-1 0,0 1 1,-1-1-1,1 1 1,-1 0-1,0-1 1,-1 1 16,1 0 1,0 0 0,-1 0-1,1 0 1,0 0 0,-1 0-1,1 1 1,0-1 0,-1 0-1,1 1 1,0-1 0,0 1-1,-3 1 1,-5 3 114,1 1 0,0 0 0,-11 11 0,6-5-127,2 1 1,-1 0-1,2 0 0,-16 26 0,22-31-88,0-1 0,0 1-1,1 0 1,0 1 0,0-1 0,1 0 0,0 1-1,1-1 1,0 1 0,0 0 0,1 11 0,1-19-8,-1 1 1,1-1 0,0 1-1,0-1 1,-1 0 0,1 1-1,0-1 1,1 0 0,-1 1-1,0-1 1,0 0 0,0 0-1,1 0 1,-1 0 0,1 0-1,-1-1 1,0 1 0,1 0-1,0-1 1,-1 1 0,1-1-1,-1 1 1,1-1 0,0 0-1,-1 1 1,4-1 0,52 4-58,-51-4 37,7 1 0,-1-1-35,-1 1 0,1-2 0,-1 1 0,23-5 0,-31 4 67,0-1 1,0 1-1,1 0 0,-1-1 0,0 1 1,0-1-1,0 0 0,0 0 0,-1 0 1,1-1-1,-1 1 0,1-1 0,-1 1 1,0-1-1,0 0 0,0 0 0,0 0 0,0 0 1,-1 0-1,3-5 0,0-7 86,0 0 0,-1 0 0,-1 0 0,0 0 0,-1 0 0,0 0 0,-2-1 0,1 1 0,-2 0 1,0 0-1,-5-17 0,5 26-64,-1 0 0,0 0 1,0 0-1,0 0 1,-1 1-1,-5-7 1,8 10-22,-1 0 1,1 1 0,0-1 0,-1 1 0,0-1 0,1 1 0,-1-1 0,0 1 0,1 0 0,-1 0 0,0 0 0,0 0 0,0 0 0,0 0-1,0 1 1,0-1 0,0 1 0,-1-1 0,1 1 0,0 0 0,-4 0 0,4 2 0,0 1 0,0-1 0,1 1 0,-1-1 0,1 1 0,0 0 0,0-1 0,0 1 0,0 0 0,0 0 0,0 0 0,1 0 0,-1 4 0,0-2 0,1-4-319,-4 18-366,7-11-8809,7-8 623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 3762,'0'0'12744,"3"-4"-11599,-1 1-776,0 2-209,-1 0 1,0-1-1,0 1 0,0 0 1,0 0-1,-1-1 1,1 1-1,0-1 0,0 1 1,-1-1-1,1 1 1,-1-1-1,1-2 2177,0 4-2266,0 0-1,0 0 0,0 0 0,-1 1 1,1-1-1,0 0 0,0 1 1,0-1-1,-1 0 0,1 1 1,0-1-1,0 1 0,-1-1 0,1 1 1,0 0-1,-1-1 0,1 1 1,-1-1-1,1 2 0,197 210 1088,-183-198-1151,-1 1-1,0 1 1,0 0-1,-2 1 1,0 0 0,-1 1-1,-1 0 1,0 0-1,-2 1 1,0 1-1,-1-1 1,6 28-1,-5-22-316,-8-25 245,0 0-1,1 0 1,-1 0 0,0 1 0,0-1 0,0 0 0,1 0 0,-1 0 0,0 0 0,0 0-1,0 0 1,0 0 0,1 0 0,-1 0 0,0 0 0,0 0 0,0 0 0,1 0 0,-1 0-1,0 0 1,0 0 0,0 0 0,1 0 0,-1 0 0,0 0 0,0-1 0,0 1 0,0 0-1,1 0 1,-1 0 0,0 0 0,0 0 0,0 0 0,0-1 0,0 1 0,0 0 0,1 0-1,-1 0 1,0 0 0,0 0 0,0-1 0,0 1 0,0 0 0,0 0 0,0 0 0,0-1-1,0 1 1,0 0 0,0 0 0,0 0 0,0-1 0,0 1 0,11-49-10076,-7 28 6547,4-10-3185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772 3 4498,'0'-1'19301,"-8"0"-18796,-4 2-359,0 0 0,0 1-1,1 1 1,-1 0-1,1 1 1,0 0-1,-1 1 1,2 0 0,-1 1-1,1 0 1,0 0-1,0 1 1,-11 10-1,-16 16 239,-59 67-1,92-96-346,-210 263 326,92-111-291,86-113-147,18-23-85,1 1 0,1 1 0,-22 37 0,38-59 45,0 1 1,0-1 0,0 0 0,0 0 0,0 0-1,0 1 1,0-1 0,0 0 0,0 0-1,0 1 1,0-1 0,0 0 0,0 0 0,0 0-1,0 1 1,0-1 0,0 0 0,0 0 0,0 0-1,0 1 1,0-1 0,1 0 0,-1 0-1,0 0 1,0 0 0,0 1 0,0-1 0,0 0-1,1 0 1,-1 0 0,0 0 0,0 0-1,0 1 1,0-1 0,1 0 0,-1 0 0,0 0-1,0 0 1,0 0 0,1 0 0,-1 0 0,0 0-1,0 0 1,17 3-2167,17-5-1540,5-5-2505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287 20 6451,'0'0'14049,"3"-3"-12072,6-9-643,-10 7-325,-22 8 245,-36 20-318,38-12-683,-3 0 63,1 1 0,0 1 0,-38 30 0,55-39-336,1 1-1,-1 1 0,1-1 0,1 1 1,-1-1-1,1 1 0,0 1 0,0-1 1,1 0-1,0 1 0,0 0 0,0 0 0,1 0 1,0 0-1,1 0 0,-1 0 0,1 0 1,0 12-1,2-18-2,0 0 1,0-1-1,0 1 1,1-1 0,-1 1-1,0-1 1,0 1-1,0-1 1,0 1-1,1-1 1,-1 0-1,0 0 1,0 0-1,1 0 1,-1 1-1,0-2 1,0 1-1,0 0 1,1 0 0,1-1-1,3 1-15,2-1-18,0 0 0,0 0 0,1-1-1,-1 0 1,0 0 0,-1-1 0,1 0-1,0-1 1,-1 1 0,0-2-1,0 1 1,0-1 0,8-6 0,10-11-317,43-49 0,-59 61 407,-6 7-62,3-3 3350,-5 15-1012,-2-4-3107,-2 34 1041,1-25-186,1 0 0,0 0 0,1 1 0,3 20 0,-3-33-95,1 0-1,-1 0 1,1-1-1,-1 1 1,1 0 0,0-1-1,0 1 1,0-1 0,0 1-1,0-1 1,0 1-1,0-1 1,1 0 0,-1 1-1,0-1 1,1 0-1,-1 0 1,3 1 0,0 0-295,1 0 1,-1 0 0,0-1 0,1 1 0,-1-1 0,0 0 0,7 0 0,4 0-2291,1-1 0,0-1 0,20-3 1,8-7-7619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3970,'0'0'13515,"7"0"-10836,-5 0-2433,1 0 1,-1 0 0,0 0-1,0 0 1,1 1-1,-1-1 1,0 1 0,0-1-1,0 1 1,0 0-1,0 0 1,0 0-1,0 0 1,0 0 0,0 0-1,3 2 1,-3 0 79,0 1-1,0-1 1,0 0 0,0 1 0,0-1 0,-1 1 0,1-1 0,-1 1-1,0 0 1,0-1 0,0 1 0,0 4 0,2 21 303,-1 1-1,-2 37 1,0-27-530,0-40-49,0-21-519,0 18 428,0 1 0,1-1 0,0 1 0,-1 0 0,1-1 0,0 1 0,0 0 0,0 0-1,1-1 1,-1 1 0,0 0 0,1 0 0,0 0 0,-1 1 0,1-1 0,0 0 0,0 1 0,2-3 0,44-26-308,-31 21 168,16-12-204,0 3 0,1 0 1,1 2-1,39-11 0,-68 25 594,0 1-1,0 0 1,0 1-1,0-1 1,7 1 0,-12 20 1402,-8 106 443,7-125-2306,1 0 1,-1 0-1,0 0 0,0-1 0,1 1 0,-1 0 1,0-1-1,1 1 0,-1 0 0,1 0 0,-1-1 0,1 1 1,-1-1-1,1 1 0,0-1 0,-1 1 0,1-1 1,-1 1-1,1-1 0,0 1 0,0-1 0,-1 0 1,2 1-1,22 7-4924,-16-6 2394,18 7-5454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593 114 656,'0'0'4827,"-1"-6"-3643,0-7-1059,1 7 1613,-1-1 0,0 0-1,0 1 1,0-1 0,-4-8-1,5 13-1194,-2-1 0,1 1 0,0 0 0,0 0 0,-1 0 0,1 0-1,-1 0 1,0 0 0,1 0 0,-4-2 0,-17-6-61,9 7-250,0 0 0,-1 1 1,1 0-1,-1 1 0,0 0 0,1 1 0,-1 1 0,1 0 0,-1 1 1,-13 4-1,21-5-212,0 1 0,0 1 0,0-1 0,0 1 0,0 0 0,1 0 0,-1 0 0,1 1 0,0 0 0,0 0 0,0 1 0,0-1 0,1 1 0,0 0 0,0 0 0,0 0 1,0 1-1,1-1 0,0 1 0,0 0 0,1 0 0,-3 10 0,2-8-17,1 0 0,1 0 0,-1 0-1,1 1 1,1-1 0,0 0 0,0 0 0,2 16 0,-1-22-10,-1 1 1,1-1-1,0 1 1,0-1-1,0 0 1,0 0-1,0 0 1,1 1-1,-1-1 1,1 0-1,-1-1 1,1 1-1,0 0 1,0 0-1,0-1 0,0 1 1,0-1-1,0 1 1,0-1-1,0 0 1,0 0-1,1 0 1,-1 0-1,1 0 1,-1-1-1,0 1 1,1-1-1,-1 0 1,1 1-1,-1-1 1,1 0-1,2-1 0,2 2 4,0-2-1,-1 1 0,1-1 0,0 0 1,-1 0-1,1-1 0,-1 0 0,1 0 1,-1 0-1,0-1 0,0 0 0,0 0 1,0-1-1,-1 1 0,1-1 0,-1 0 1,0-1-1,0 0 0,0 1 0,-1-1 1,6-8-1,0 1 82,0-1 0,-1 1 0,-1-2 0,0 1 0,0-1 0,-1 0 0,8-26 0,-59 203 1811,4 206-1892,34-295-98,6-67 60,-9 60-219,8-64 261,0 1 0,1-1-1,-2 0 1,1 1 0,0-1 0,-1 0 0,1 0 0,-1 0 0,0 0 0,0 0 0,0-1 0,0 1 0,-1-1 0,1 1 0,-1-1-1,-3 3 1,0-4 55,0 1-1,0-1 0,0-1 0,0 1 1,0-1-1,0 0 0,-1 0 0,1-1 0,-11-2 1,-3-3 21,-1 0 0,2-1 1,-1-1-1,-20-11 0,-72-47 204,110 65-333,-13-8 159,0-1 0,-25-23 0,37 31-202,1 0 1,-1 0 0,1-1 0,0 1-1,0 0 1,0-1 0,0 0 0,1 1 0,-1-1-1,0 0 1,1 0 0,0 0 0,0 0 0,0 0-1,0 0 1,0 0 0,1 0 0,-1 0 0,1 0-1,0-1 1,0 1 0,0 0 0,0 0 0,2-6-1,-1 7-219,0 1-1,0-1 0,0 1 0,0 0 0,1-1 0,-1 1 1,0 0-1,1-1 0,-1 1 0,1 0 0,-1 0 0,1 0 1,-1 1-1,1-1 0,3-1 0,31-9-4901,-27 9 3365,26-7-4640,9 1-1721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304 26 4418,'0'0'12398,"1"-3"-10411,-1 2-1865,0 0-1,0 1 1,-1-1-1,1 0 1,0 1-1,0-1 1,0 0-1,0 1 1,-1-1-1,1 0 1,0 1-1,-1-1 1,1 0-1,0 1 0,-1-1 1,1 1-1,-1-1 1,1 1-1,-1-1 1,1 1-1,-1-1 1,0 1-1,1-1 1,-1 1-1,1 0 1,-1-1-1,0 1 1,1 0-1,-2-1 1,-32-5 1612,20 6-1264,0 1 1,-29 3-1,34-1-369,-1 0-1,1 0 1,0 1-1,0 0 1,0 0-1,1 1 1,-1 0-1,1 1 1,0-1-1,1 2 1,-1-1-1,1 1 1,1 0-1,-9 12 1,8-10-80,1 0 0,0 1 0,0 0 0,1 1 0,0-1 0,1 1 0,0 0 0,1 0 1,0 0-1,1 0 0,-2 23 0,4-25-22,0-3-7,-1-1 0,1 1 0,1 0 1,-1-1-1,3 12 0,-2-16 2,-1 1 1,1-1-1,0 1 0,-1-1 1,1 0-1,0 1 0,0-1 1,0 0-1,0 0 1,0 0-1,0 1 0,1-1 1,-1 0-1,0-1 0,0 1 1,1 0-1,-1 0 0,1 0 1,-1-1-1,1 1 0,-1-1 1,1 1-1,-1-1 0,1 0 1,2 1-1,1 0-2,1-1-1,-1 1 1,0-1-1,0 0 1,1 0-1,-1-1 1,0 0-1,0 0 0,1 0 1,-1 0-1,0-1 1,0 0-1,0 0 1,8-5-1,-5 1 18,-1 1 0,0-2-1,-1 1 1,1-1 0,-1 1-1,-1-2 1,10-14-1,-5 4 35,-2 0 0,1 0 0,7-29 1,-10 21 4652,-6 36-4613,1 0 0,0-1 0,1 1 0,0 0 0,0-1-1,1 1 1,0-1 0,1 0 0,5 11 0,-6-15-89,0 0-1,0 0 1,1 0 0,-1 0-1,1-1 1,0 1 0,0-1-1,1 0 1,-1-1 0,1 1-1,0-1 1,0 0 0,0 0 0,0 0-1,0-1 1,1 1 0,7 1-1,19 2-1378,-1-1 1,63 2-1,-70-8-1528,-1 0 0,34-6-1,-38 2-525,0 0 0,18-9 0,-36 14 3378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75 544,'0'0'6227,"7"-12"-984,3-3-3720,34-33 5936,-44 54-6506,-1 20-490,-1 0-1,-2-1 1,0 1 0,-1-1 0,-2 0 0,-1 0 0,-16 36 0,-6 7-287,-23 56-75,48-106-101,0-1 0,1 0 0,0 1 0,2 0 0,-1 27 0,3 21 947,48-64-346,10 0-170,-30-1-321,50-3 0,-72 1-105,0-1-1,0 1 1,0-2 0,-1 1 0,1 0 0,-1-1 0,0 0 0,0 0 0,6-5 0,39-36-4625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59 5635,'0'0'7998,"19"-2"-5888,75-13 196,131-17 1962,-109 22-4399,-114 10-717,-6 1-604,-14 4-908,0 2 0,0-1 0,-22 14 0,1-2-1971,-4 1-712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2305,'0'0'14119,"119"8"-11446,-81-8-208,-3-10-1088,-1 3-833,-3 1-416,-4 0-128,1 4-112,-8 0-1249,-1 2-2257,-4 0-2832,-5 0-3843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7603,'0'0'14322,"5"15"-12930,13 48-442,-16-57-811,-1 0-1,0 0 1,0 0 0,0 0-1,-1 0 1,0 0 0,0 8-1,-1 6 50,19-21-1301,-7-5 1035,0 0 0,-1-1 0,0 0 0,12-12 0,13-8-159,-22 17 148,0 1 54,-1 0 1,1 1 0,0 1-1,1 0 1,22-9-1,-36 17 67,1-1-1,-1 0 1,1 1 0,-1-1-1,1 0 1,-1 1-1,0-1 1,1 0 0,-1 1-1,1-1 1,-1 1 0,0-1-1,1 1 1,-1-1-1,0 1 1,0-1 0,1 1-1,-1-1 1,0 1-1,0-1 1,0 1 0,0 0-1,1-1 1,-1 1 0,0-1-1,0 1 1,0 0-1,0-1 1,0 1 0,-1-1-1,1 2 1,0 28 619,0-23-481,0 47 529,0-54-701,0 1 0,0-1 0,1 0 0,-1 1 0,0-1 0,0 0 0,0 1 0,1-1 0,-1 0 0,0 0 0,1 1 0,-1-1 0,0 0 1,0 0-1,1 0 0,-1 1 0,0-1 0,1 0 0,-1 0 0,0 0 0,1 0 0,-1 0 0,1 0 0,-1 0 0,0 0 0,1 0 0,-1 0 0,0 0 0,1 0 0,-1 0 0,1 0 0,-1 0 0,0 0 0,1 0 0,-1 0 0,0 0 0,1-1 0,-1 1 1,0 0-1,1 0 0,-1 0 0,0-1 0,0 1 0,1 0 0,15-8-73,49-39-591,-45 31 571,0 1-1,1 1 1,1 1 0,0 1 0,38-15-1,-60 27 166,1 0 0,-1 1-1,1-1 1,0 0 0,-1 1-1,1-1 1,-1 1-1,0-1 1,1 1 0,-1-1-1,1 1 1,-1-1 0,0 1-1,1-1 1,-1 1 0,0 0-1,0-1 1,1 1 0,-1 0-1,0-1 1,0 1 0,0 0-1,0-1 1,0 1 0,0 0-1,0-1 1,0 1-1,0-1 1,0 1 0,-1 1-1,2 31 896,-2-27-583,1 13 120,-1-14-288,1 0 1,0 0-1,0 1 1,1-1-1,1 8 0,-2-11-432,1-1 0,0 1 0,0 0-1,-1-1 1,1 1 0,0 0-1,1-1 1,-1 1 0,0-1 0,0 1-1,1-1 1,-1 0 0,0 0-1,1 1 1,-1-1 0,1 0 0,0 0-1,-1-1 1,3 2 0,17 6-4737,4-1-2120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0 256,'0'0'18054,"3"1"-16224,-2-1-1750,0 0 1,-1 0 0,1 1-1,0-1 1,-1 0 0,1 1-1,0-1 1,-1 1-1,1-1 1,0 0 0,-1 1-1,1-1 1,-1 1-1,1 0 1,-1-1 0,1 1-1,-1-1 1,0 1-1,1 0 1,-1-1 0,0 1-1,1 0 1,-1 1-1,6 27 1202,-6 47-29,-1-48-968,0-19-317,1-3 47,0 1-1,0-1 0,1 0 1,0 1-1,0-1 0,2 7 1,-3-11-121,1-1 1,0 1-1,0 0 1,0-1-1,0 1 1,0 0 0,0-1-1,1 1 1,-1-1-1,0 0 1,1 0-1,-1 1 1,1-1-1,0 0 1,-1 0-1,1 0 1,0 0-1,-1-1 1,1 1 0,0 0-1,0-1 1,0 1-1,0-1 1,0 0-1,1 1 1,6 0-1298,-1-1-1,0 0 1,0 0 0,0 0-1,16-3 1,19-13-6603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11013,'0'0'10917,"17"-9"-13030,-9 9-2049,-1 4-6259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1 4898,'0'0'11293,"0"20"-9244,-13 341 5237,10-323-6932,-10 192 93,11-214-463,1-3-11,2-11-381,0-6-459,6-11 692,0-1 0,1 1 0,1 1 0,0-1 0,1 1 0,14-15 0,-2 6-40,0 1 0,38-30 0,-53 46 194,-4 3 28,0 1 0,0 0 0,0-1 0,0 1 0,0 0 0,1 0 1,-1 1-1,0-1 0,1 1 0,0-1 0,-1 1 0,5-1 1,-7 15 787,-1 165 2011,1-177-2888,0 0 0,0 0-1,0-1 1,0 1 0,0-1 0,0 1-1,1-1 1,-1 1 0,0-1-1,0 0 1,0 1 0,1-1 0,-1 0-1,0 0 1,0 0 0,1 0-1,-1 0 1,0 0 0,0 0 0,3-1-1,0 1-328,11 0-739,44-3-4629,-12-9-1784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 0 3586,'0'0'13072,"0"9"-11015,-3 23-130,-1 1 0,-11 44-1,-2 9 335,7-6-282,1 106 0,8-71-7808,1-70 396,1-35-725,3-3-797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1:45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0 129 4130,'0'0'12059,"8"10"-10765,27 34-315,-32-41-887,0 0 1,0 0-1,0 0 0,0 0 1,1-1-1,0 1 1,-1-1-1,1 0 0,0 0 1,0 0-1,0-1 0,0 1 1,1-1-1,-1 0 1,7 1-1,1-2-25,-1 1 0,1-1 1,20-3-1,-28 2-53,2 0-13,0 0 1,0-1 0,0 0 0,0 0-1,0-1 1,0 1 0,-1-1 0,1-1 0,-1 1-1,0-1 1,0 0 0,0 0 0,0 0 0,-1-1-1,0 1 1,0-1 0,5-7 0,-5 6-9,0 0 0,-1 0 0,0 0 0,0-1 0,0 1 1,0-1-1,-1 0 0,-1 1 0,1-1 0,-1 0 0,0 0 1,0 0-1,-1-1 0,0 1 0,-1-8 0,0 14 9,1-1 0,-1 0 0,1 1 0,-1-1 0,0 0 1,0 1-1,0-1 0,0 1 0,0 0 0,0-1 0,0 1 0,0 0 0,-1-1 0,1 1 0,0 0 0,-1 0 0,1 0 0,-1 0 0,1 0 0,-1 1 0,0-1 0,1 0 0,-1 1 1,0-1-1,1 1 0,-4-1 0,-5 0 44,-1 0 1,1 0 0,-15 1-1,18 0 8,-3 1 63,0 0 0,1 1 0,-1 0 0,0 0 0,1 1 0,-1 1 0,1-1 0,0 1 0,0 1 0,0 0-1,1 0 1,-1 0 0,-10 11 0,13-11 2,0 1 1,0 0-1,1 0 0,0 0 0,0 0 1,0 1-1,1 0 0,0 0 0,1 0 1,-1 0-1,1 0 0,1 1 0,-1 0 0,1-1 1,1 1-1,-1 0 0,1 13 0,1-18-82,0 0-1,0 0 0,1 1 1,-1-1-1,1 0 0,0 0 1,0 1-1,0-1 0,1 0 0,-1 0 1,1 0-1,-1-1 0,1 1 1,0 0-1,0-1 0,3 4 1,0-2 32,1 1 0,-1-1 1,1 0-1,0 0 0,0 0 1,0-1-1,9 3 0,4 1 25,1-1-1,-1-1 0,1-1 0,31 2 1,17-3 153,-40-3-2801,-7 0-2380,-14 0-2451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03.5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126 254 480,'0'0'8428,"6"-10"-7337,2-1-751,-5 6-140,0 0-1,1-1 1,-2 1-1,1 0 1,-1-1 0,2-5-1,-5 22 6225,1 12-4296,-1 11-1681,-50 199 2641,5-36-1569,44-181-1441,-1-1-1,-1 0 0,0 0 1,-1 0-1,-1 0 0,-14 26 1,20-40-64,0-1-1,0 0 1,0 0 0,-1 0 0,1 0-1,0 1 1,0-1 0,0 0-1,-1 0 1,1 0 0,0 0 0,0 0-1,0 0 1,-1 1 0,1-1 0,0 0-1,0 0 1,-1 0 0,1 0 0,0 0-1,0 0 1,-1 0 0,1 0 0,0 0-1,0 0 1,-1 0 0,1 0 0,0 0-1,0-1 1,-1 1 0,1 0-1,0 0 1,0 0 0,0 0 0,-1 0-1,1 0 1,0-1 0,0 1 0,0 0-1,0 0 1,-1 0 0,1 0 0,0-1-1,0 1 1,0 0 0,0 0 0,0 0-1,-1-1 1,1 1 0,0 0-1,0 0 1,0-1 0,0 1 0,0 0-1,0 0 1,0-1 0,0 1 0,0 0-1,0 0 1,0-1 0,0 1 0,-4-17 36,2 1-74,1 0 0,1 0 0,0 0 0,2 0 1,-1 0-1,2 0 0,0 0 0,1 1 0,1 0 1,0-1-1,1 2 0,15-28 0,5-3-397,3 1 0,59-69-1,85-65-1438,-48 72 1077,-107 93 759,0 1 1,1 1 0,0 1-1,0 0 1,31-9 0,-45 17 23,0 1 0,0-1 0,0 1 1,0 1-1,0-1 0,0 1 0,9 0 0,-13 0 15,1 1 1,0-1-1,-1 0 0,1 1 0,-1-1 0,1 1 0,-1 0 0,1-1 1,-1 1-1,1 0 0,-1 0 0,0 0 0,1 0 0,-1 0 0,0 0 0,0 1 1,0-1-1,0 0 0,0 1 0,0-1 0,0 0 0,0 1 0,0-1 1,-1 1-1,2 1 0,1 13 161,0 0 0,-1 0 1,0 0-1,-2 1 1,1-1-1,-2 0 0,0 1 1,-1-1-1,-6 22 0,4-25-68,0 0-1,-1 0 0,-1 0 0,0 0 0,0-1 1,-1 0-1,-11 13 0,14-20-41,0 1 0,0-1 0,-1 0 0,0 0 0,0-1 0,-1 1 0,1-1 0,-1 0 0,0-1 0,0 1 0,0-1 0,0 0 0,-1-1 0,1 0 0,-1 0 0,-9 2 0,-188 0 270,120-6-264,81 2-36,0 0 0,1 0 0,-1 0-1,0 0 1,0 1 0,1-1 0,-1 1 0,0-1 0,1 1 0,-1 0 0,1 0-1,-1 0 1,1 0 0,0 1 0,-1-1 0,1 1 0,-3 2 0,3-2 51,1 1 1,-1 0 0,1-1-1,-1 1 1,1 0 0,0 0-1,0 0 1,0 0 0,1 0-1,-1 0 1,1 0 0,0 0 0,-1 0-1,2 6 1,-1-4 96,0-1-1,0 1 1,1-1 0,-1 1-1,1-1 1,0 1-1,1-1 1,-1 0 0,1 0-1,0 1 1,0-1 0,2 3-1,3 2 81,0-1 0,0 0-1,1 0 1,8 6 0,14 11-249,0-3 1,1 0 0,2-2-1,0-2 1,1 0 0,0-3-1,38 12 1,-63-24-16,-6-2 0,1 0 0,-1 0 0,1 1 0,-1-1 0,1 1 0,-1 0 0,0 0 0,4 2 0,-5-22-7956,7-4-1056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04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55 1377,'0'0'6234,"8"-6"-5825,2-1-80,30-20 781,-8 12 7293,-32 26-6877,-3 31-120,-2-1 1,-1 0 0,-17 57-1,-5 30 61,25-108-1423,-46 233 579,44-231-947,2 0 0,0 1 0,1 40 0,3-63 89,0 0 0,0 1 1,0-1-1,0 0 0,0 0 0,0 0 0,1 0 1,-1 0-1,0 0 0,0 0 0,0 0 1,0 0-1,0-1 0,2 1 0,1-2-534,-1 0 0,1 0-1,0 0 1,-1 0 0,1 0 0,-1-1-1,0 0 1,0 1 0,0-1 0,0 0-1,0-1 1,3-5 0,-1 3-732,26-33-8960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05.7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234 23 4882,'0'0'10861,"-8"-1"-9954,1 1-708,0-1 0,1 1 0,-1 0 1,0 0-1,0 1 0,0 0 0,1 0 0,-1 1 0,0 0 0,1 0 0,-1 0 0,-6 5 0,3-1 57,1 1-1,0 0 1,1 0-1,-1 1 1,1 0-1,1 1 1,0 0 0,0 0-1,0 0 1,1 1-1,1 0 1,0 0-1,0 1 1,1-1-1,0 1 1,-2 12-1,0 6-56,2-1-1,1 1 0,1-1 0,1 1 0,4 37 0,-2-52-149,1 0-1,1 1 0,0-1 0,0 0 1,2-1-1,11 27 0,-14-36-38,0 1-1,0-1 1,1 1-1,0-1 1,0 0-1,0 0 1,0-1-1,0 1 1,1-1-1,0 1 1,0-1-1,0 0 1,0-1-1,0 1 1,1-1-1,-1 1 1,1-1-1,-1-1 0,1 1 1,0-1-1,0 1 1,0-1-1,7 0 1,3-1 21,1-1-1,0-1 1,-1-1-1,1 0 1,-1 0 0,0-2-1,0 0 1,0-1-1,-1 0 1,0-1 0,0-1-1,0 0 1,22-19 0,-25 19 21,-1-1 0,0 0 0,-1-1 0,0 0 0,-1 0 0,0-1 0,0 0 0,-1 0 0,-1-1 0,0 0 0,0 0 0,-1-1 0,-1 0 0,0 1 0,-1-1 0,3-26 0,-5 29 49,0-1 1,-1-1 0,0 1 0,-1 0-1,0 1 1,-1-1 0,0 0-1,-1 0 1,0 1 0,0-1 0,-1 1-1,-1 0 1,0 0 0,0 0 0,-1 1-1,0 0 1,-1 0 0,0 0 0,0 1-1,-1 0 1,-8-7 0,6 6-51,0 1 0,-1 0 0,0 1 0,0 0 0,-1 0 0,0 1 0,0 1 0,0 0 0,-1 1 0,0 0 0,1 1 0,-1 0 0,-1 1 1,-17-1-1,30 3-465,1 6-1160,4 9-40,4-10 833,0-1 0,0 0 1,0 0-1,1-1 0,-1 0 1,1 0-1,0-1 0,0 0 0,0-1 1,13 1-1,30 1-5942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06.3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272 68 4898,'0'0'13721,"-5"-9"-12208,-18-28-249,22 36-1195,0 0-1,-1 0 1,1 0-1,0 0 1,-1 0-1,1 1 1,0-1-1,-1 0 1,1 1-1,-1-1 1,1 0-1,-1 1 1,1 0-1,-1-1 0,1 1 1,-1 0-1,0 0 1,1 0-1,-1 0 1,1 0-1,-4 1 1,-26 9 700,20-5-537,0 1-1,0 0 0,1 1 1,0 0-1,0 1 1,1 0-1,0 0 0,0 1 1,1 0-1,0 1 1,1 0-1,0 0 0,-11 21 1,11-13-149,0-1 0,1 1-1,1 1 1,0-1 0,2 1 0,0-1 0,1 1 0,1 27 0,0-35-93,1 1 0,1-1-1,0 1 1,1-1 0,0 0 0,6 19 0,-7-26-12,1-1 1,0 1 0,0-1 0,0 0-1,0 1 1,1-1 0,-1 0 0,1-1-1,0 1 1,-1 0 0,1-1 0,1 0-1,-1 1 1,0-1 0,1 0-1,-1-1 1,1 1 0,-1-1 0,1 1-1,0-1 1,-1 0 0,1-1 0,7 2-1,0-1-22,0 0 0,0 0 0,0-1 0,0 0 0,0-1 0,0 0 0,0-1 0,0 0 0,-1-1 0,1 0 0,-1-1 0,14-6 0,-16 5 19,-1 1 0,1-2 0,-1 1 0,-1-1 0,1 0 0,-1 0 1,0-1-1,0 0 0,0 0 0,-1-1 0,0 1 0,-1-1 0,0 0 0,0 0 0,4-16 0,-4 11 79,0 0-1,-1 0 0,-1 0 1,0 0-1,-1-1 0,-1 1 1,0 0-1,0-1 1,-1 1-1,-1-1 0,0 1 1,-1 0-1,-1 0 0,0 0 1,-1 1-1,0-1 0,0 1 1,-2 0-1,-11-16 0,13 21 80,-1 0 0,0 1-1,0-1 1,-1 1 0,1 1-1,-1 0 1,-1 0 0,1 0-1,-1 1 1,0 0 0,0 0-1,0 1 1,0 0 0,-1 0-1,1 1 1,-1 0 0,1 1-1,-1 0 1,0 0 0,0 1-1,-9 0 1,16 0-132,1 1 0,-1-1-1,1 0 1,-1 1 0,0-1 0,1 1 0,-1-1-1,1 1 1,-1 0 0,1 0 0,0 0-1,-1 0 1,1 0 0,0 0 0,0 0-1,-1 0 1,1 0 0,0 1 0,0-1 0,0 0-1,1 1 1,-1-1 0,0 1 0,0-1-1,0 3 1,-1 1-261,1 0 1,-1 1-1,1-1 0,0 1 0,1-1 1,-1 9-1,1-13 137,1-1-1,-1 1 1,0 0 0,0 0 0,1 0-1,-1 0 1,0 0 0,1 0 0,-1 0-1,1-1 1,-1 1 0,1 0 0,0 0-1,-1-1 1,1 1 0,0 0-1,-1-1 1,1 1 0,0 0 0,0-1-1,0 1 1,-1-1 0,1 0 0,0 1-1,0-1 1,0 0 0,0 1 0,0-1-1,0 0 1,0 0 0,1 0 0,38 2-3424,-31-2 2298,46 0-5274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07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683 1 6003,'0'0'12200,"-4"1"-10954,-6 4-891,0 0 1,1 1-1,-1 1 1,1-1-1,0 1 0,1 1 1,0-1-1,-12 16 1,4-6 279,-20 22 483,2 2 1,1 1-1,-34 59 1,-67 148 1058,15-25-1425,91-177-787,4-9-298,1 1-1,2 1 1,-25 69-1,46-107 81,-1 0 0,0 0-1,0 1 1,1-1-1,-1 0 1,1 0-1,0 0 1,0 1 0,-1-1-1,2 0 1,-1 0-1,0 1 1,1 1-1,0-3 10,0 0 0,0 0 0,0-1-1,0 1 1,0 0 0,0-1 0,0 1 0,0-1-1,1 1 1,-1-1 0,0 1 0,0-1-1,1 0 1,-1 0 0,0 0 0,1 0-1,-1 0 1,0 0 0,0 0 0,1 0-1,-1 0 1,0 0 0,3-1 0,2 0-450,0-1 1,0 1-1,-1-1 1,1 0 0,0 0-1,-1 0 1,1-1-1,-1 0 1,0 0-1,0-1 1,0 1-1,8-9 1,33-33-8727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07.6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247 0 7619,'0'0'14837,"-6"25"-12668,-104 348 5258,3-52-6712,104-315-715,1 0 0,0 1 0,0-1 0,1 1 0,0 0 0,-1 11 0,1-17 0,1 0-93,0-1 0,0 0 0,0 0 0,0 0 0,-1 0 0,1 0 1,0 1-1,0-1 0,-1 0 0,1 0 0,0 0 0,0 0 0,-1 0 0,1 0 0,0 0 0,0 0 0,0 0 0,-1 0 0,1 0 0,0 0 1,0 0-1,-1 0 0,1 0 0,0 0 0,0 0 0,-1 0 0,1 0 0,0 0 0,0 0 0,-1 0 0,1-1 0,0 1 0,0 0 0,0 0 1,-1 0-1,1 0 0,0-1 0,0 1 0,0 0 0,0 0 0,-1 0 0,1 0 0,0-1 0,0 1 0,0 0 0,0 0 0,0-1 1,0 1-1,0 0 0,0-1 0,0-11-3276,0 10 3068,1-4-913,1 0 1,-1 1-1,1-1 0,0 1 1,1-1-1,-1 1 0,1 0 1,5-8-1,-7 11 865,24-38-8111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07.9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277 0 16440,'-13'22'3014,"-11"22"-547,2 2 1,2 1-1,-26 88 0,2 122 800,-5 19-3090,28-170-305,15-61-3135,6-45 2989,0 1 0,0-1 0,0 0 1,0 1-1,0-1 0,0 1 0,0-1 0,0 0 0,0 1 0,0-1 0,0 1 0,0-1 0,-1 0 0,1 1 1,0-1-1,0 0 0,-1 1 0,1-1 0,0 0 0,0 1 0,-1-1 0,1 0 0,0 0 0,-1 1 1,1-1-1,0 0 0,-1 0 0,1 0 0,-1 1 0,1-1 0,0 0 0,-1 0 0,1 0 0,0 0 0,-1 0 1,1 0-1,-1 0 0,1 0 0,-1 0 0,1 0 0,0 0 0,-1 0 0,1 0 0,-1 0 0,1 0 1,0 0-1,-1-1 0,1 1 0,0 0 0,-1 0 0,1 0 0,0-1 0,-1 1 0,-15-7-10549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08.8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1 115 5891,'0'0'9252,"23"-7"-5730,251-48 2723,230 2-4548,-521 65 1610,-42 48-2540,42-41-701,1 0 0,0 1 0,-21 37 0,32-48-150,1 0-1,0 0 1,1 1 0,-1-1-1,2 1 1,0 0 0,0 0-1,0 0 1,1 0-1,1 0 1,0 0 0,1 12-1,0-19 50,-1-1 0,1 0 1,0 0-1,0 1 0,0-1 0,1 0 0,-1 0 0,0 0 0,1 0 0,0 0 0,-1-1 0,1 1 0,0 0 0,0-1 0,0 1 1,0-1-1,0 0 0,0 1 0,0-1 0,0 0 0,0 0 0,1-1 0,-1 1 0,0 0 0,1-1 0,-1 1 0,1-1 0,4 0 0,6 1-14,0 0-1,0-1 0,-1 0 0,15-3 0,-22 3-4,0-1 0,0 0 0,0-1 0,0 1 0,-1-1 0,1 0 0,0 0 0,-1-1-1,0 1 1,1-1 0,-1 0 0,0 0 0,0 0 0,-1-1 0,1 1 0,-1-1 0,0 0-1,1 0 1,-2 0 0,4-5 0,-2 1-28,0-1 0,-1 0 0,0 0-1,0 0 1,-1 0 0,0-1 0,0 1 0,-1-1-1,0-15 1,-1 21 78,0 0-1,-1 0 1,1-1-1,-1 1 1,0 0 0,0 0-1,0 0 1,-1 0-1,1 0 1,-1 1 0,0-1-1,0 0 1,0 1-1,-1-1 1,1 1-1,-4-3 1,1 1 31,0 0 1,-1 1-1,0 0 1,0 0-1,0 0 1,0 1-1,0 0 1,-13-4-1,-2 1 24,-1 1-1,1 1 1,-1 1-1,0 1 1,-26 1-1,48 2-116,0 1 0,0-1 0,0 0 0,0 1-1,0-1 1,0 0 0,0 0 0,0 1 0,1-1 0,-1 0 0,0 1-1,1-1 1,-1 0 0,1 0 0,-1 0 0,1 0 0,0 1 0,1 0 0,4 3 61,0 0 1,1-1-1,-1 1 1,1-1-1,0-1 1,0 0-1,1 0 1,8 3 0,66 14 161,-80-20-154,45 10 102,0-3 1,1-1 0,0-3 0,0-2 0,49-5 0,-94 3 88,1 1 1,0-1 0,-1 1 0,1-1 0,-1 0 0,1 0 0,-1-1 0,1 1 0,-1-1 0,0 0 0,0 0-1,0 0 1,0 0 0,0 0 0,0-1 0,2-2 0,-39 49 2507,20-26-2563,-22 32 0,33-44-251,-1 0 1,1 0-1,1 0 1,-1 1-1,1-1 1,0 1-1,1 0 0,-1-1 1,1 1-1,0 8 1,26-14-932,-15-2 963,-1 0 1,1 0 0,-1-1-1,1-1 1,-1 0 0,1 0-1,-1 0 1,0-1-1,-1-1 1,1 1 0,12-10-1,-8 4 394,-1 1 0,0-2-1,0 0 1,-1 0 0,0-1-1,12-19 1,-22 70 585,-1-32-1006,0-1-1,0 0 1,1 0 0,0 1-1,0-1 1,1 0 0,0 0-1,0 0 1,4 9 0,-4-12-243,-1-1 0,1 1 0,0-1 0,0 0 1,0 1-1,0-1 0,1 0 0,-1 0 0,3 2 0,-2-2-355,0-1-1,0 1 0,1-1 0,-1 0 1,0 0-1,0 0 0,1 0 0,-1 0 0,5 0 1,19-1-7195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09.1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0 182 9957,'0'0'16815,"4"22"-14739,2 9-1452,1 5 498,5 60 0,-12-71-759,0-23-107,0-7-77,-7-60 59,3 45-337,-1-37 0,4 48 55,2 0 0,-1 0 1,1 0-1,0 0 1,1 0-1,0 0 1,1 0-1,-1 0 0,2 1 1,-1-1-1,1 1 1,0 0-1,1 0 1,0 1-1,0-1 0,1 1 1,0 0-1,0 0 1,1 1-1,0 0 0,0 0 1,0 1-1,1-1 1,-1 2-1,1-1 1,13-5-1,26 1-1173,-13 4-1914,-30 4 2002,-1 0 0,0 0 0,1 0 0,-1-1 0,0 1 0,0-1 0,4-2 1,8-9-9699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15.2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10 267 1825,'0'0'15719,"0"-1"-15678,0 1 1,1 0-1,-1 0 1,0 0-1,0 0 0,1 0 1,-1 0-1,0 0 1,0 0-1,1 0 0,-1 0 1,0 0-1,0 0 1,1 0-1,-1 0 0,0 0 1,0 0-1,1 0 1,-1 0-1,0 0 0,0 0 1,1 0-1,-1 0 1,0 1-1,0-1 0,1 0 1,-1 0-1,0 0 1,0 0-1,0 1 0,1-1 1,-1 0-1,0 0 1,0 0-1,0 1 0,0-1 1,0 0-1,1 0 1,-1 1-1,0-1 0,0 0 1,0 0-1,0 1 1,0-1-1,0 0 0,0 0 1,0 1-1,0-1 1,0 0-1,0 1 0,0-1 1,0 0-1,0 0 1,0 1-1,0-1 0,2 15 609,-1-1 0,0 0-1,0 1 1,-3 22 0,0 6 221,3 72 1009,1 3-787,-15 131 0,7-217-1043,4-30-2,1-8 4,0-52 19,5 11-132,2 1 1,2 0-1,2 0 1,1 1-1,25-59 1,-3 26-371,4 1 1,48-74 0,-70 125 354,2 0 0,1 1 0,41-44 0,-51 62 79,1-1-1,0 1 1,0 0 0,0 1-1,1 0 1,0 0 0,0 1-1,0 0 1,1 1-1,-1 1 1,1-1 0,0 2-1,22-4 1,-27 5-5,1 1-1,0-1 1,-1 1-1,1 0 1,0 1-1,-1 0 1,1 0-1,-1 0 1,10 4-1,-14-4 6,1 1 0,-1-1-1,1 1 1,-1 0 0,0 0 0,1 0-1,-1 1 1,0-1 0,0 0-1,-1 1 1,1-1 0,0 1-1,-1 0 1,1-1 0,-1 1 0,0 0-1,0 0 1,0 0 0,-1 0-1,1 0 1,-1 0 0,1 3-1,1 5 33,-1-1 0,0 1 0,0-1 0,-1 1 0,-1 0-1,0-1 1,0 1 0,-4 13 0,3-19-30,0 1 0,-1 0 0,0-1 0,0 1 0,0-1 0,0 0 1,-1 0-1,0 0 0,0-1 0,-1 1 0,1-1 0,-1 0 0,0 0 0,0-1 0,-8 5 0,-11 4 21,-1-2-1,0 0 1,-1-2-1,0-1 0,0-1 1,-37 4-1,-13 3-5,58-9-53,-2 0 118,1 0 0,-1 2 0,-28 11 1,43-14 15,-1 0 1,1 0 0,0 0 0,0 1-1,0-1 1,1 1 0,-1 0 0,1 1 0,0-1-1,0 1 1,0 0 0,1 0 0,-1 0 0,1 0-1,1 0 1,-4 8 0,3-5 74,1-1 0,0 0 0,0 1 0,1 0 0,0-1 0,1 1 0,-1 11 0,2-15-79,-1 0-1,1 0 1,-1 0 0,1-1 0,0 1 0,0 0 0,1 0 0,-1-1 0,1 1 0,0-1-1,0 0 1,0 1 0,0-1 0,1 0 0,-1 0 0,5 4 0,24 18 92,2-2 0,0-1 1,51 26-1,115 38-250,-190-83 304,7 3-2762,-2-4-4417,0-2-2773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16.9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3474,'0'0'10706,"0"0"-10583,0 0 1,0 0-1,0 0 1,0-1-1,1 1 1,-1 0-1,0 0 0,0 0 1,0-1-1,0 1 1,1 0-1,-1 0 1,0 0-1,0 0 1,0 0-1,1-1 1,-1 1-1,0 0 0,0 0 1,0 0-1,1 0 1,-1 0-1,0 0 1,0 0-1,1 0 1,-1 0-1,0 0 1,0 0-1,1 0 1,-1 0-1,0 0 0,0 0 1,1 0-1,-1 0 1,0 0-1,0 0 1,0 0-1,1 0 1,-1 1-1,3 14 1083,-2 1 0,0 0 0,0 0 0,-3 20 0,0 6-201,2 9-44,11 345 2675,-11-372-3522,-1-20-168,1 1-1,-1 0 0,1 0 0,1 0 0,-1 0 1,1-1-1,-1 1 0,1 0 0,1-1 1,1 7-1,-2-10-45,0-1 0,0 1 0,-1-1 0,1 0 0,0 1 0,0-1 0,-1 0 0,1 1 0,0-1 0,0 0 0,0 0 0,0 0 0,-1 0 0,1 0 0,0 0 0,0 0 0,0 0 0,0 0 0,-1 0 0,1-1 0,0 1 0,0 0 0,0-1 0,-1 1 0,1 0 0,0-1 1,0 1-1,-1-1 0,1 1 0,0-1 0,0 0 0,19-19-1559,30-55-5790,-23 29-421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17.5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44 6339,'0'0'12515,"6"-5"-10738,1 0-1342,1 0 1,0 1-1,0 0 1,0 0-1,1 1 1,-1 0 0,1 1-1,0 0 1,0 0-1,0 1 1,12-1-1,-19 2-420,6-1 33,0 1 1,1 0-1,-1 0 0,0 1 1,1 0-1,10 3 1,-17-3-46,1 0 1,-1 0-1,1 1 1,-1-1-1,0 1 1,0-1-1,0 1 1,0 0-1,0 0 1,0 0 0,0 0-1,0 0 1,-1 0-1,1 1 1,-1-1-1,0 1 1,0-1-1,0 1 1,0-1-1,0 1 1,0-1-1,0 6 1,2 8 48,-1 1-1,0 0 1,-2-1-1,0 1 1,-1 0-1,0 0 1,-1-1-1,-1 1 1,-1-1 0,0 0-1,-13 29 1,5-18 30,-1 0 0,-1-1 1,-1-1-1,-2 0 0,-34 41 1,37-52-24,0 0 1,-1 0 0,-23 16-1,32-25-42,-1-1 0,0 0 0,0 0 0,0-1-1,0 0 1,0 0 0,-1 0 0,1-1-1,-1 0 1,0-1 0,-12 1 0,19-2-19,0 0 0,0 0 1,0-1-1,0 1 0,-1 0 1,1-1-1,0 1 0,0-1 0,0 1 1,0-1-1,0 1 0,0-1 1,1 0-1,-1 0 0,0 1 1,0-1-1,0 0 0,1 0 0,-1 0 1,0 0-1,1 0 0,-1 0 1,1 0-1,-1 0 0,1 0 1,-1 0-1,1 0 0,0 0 0,-1-2 1,-4-39-57,4 30 52,-1-5 9,0 6 3,1 1 0,0-1-1,1 1 1,0-1-1,0 0 1,4-15 0,-3 24 9,0 0 1,1 0-1,-1 0 1,1 0 0,0 0-1,-1 1 1,1-1-1,0 1 1,0-1 0,0 1-1,0 0 1,0 0-1,0 0 1,1 0 0,-1 0-1,0 0 1,0 1-1,1-1 1,-1 1 0,0-1-1,1 1 1,-1 0-1,5 0 1,2 0 109,0 0 0,0 0 1,1 1-1,16 3 0,-13 1 91,0 0-1,0 1 1,-1 0 0,0 1-1,16 12 1,-15-10-68,1 0 0,1-1 0,21 10 0,-16-12 0,-1 0 0,1-2 0,1 0 0,34 1 0,85-6-3775,-127 1 2611,35-7-4651,-1-12-4697,-14-3 311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17.9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31 7251,'0'0'13430,"-21"11"-11583,-68 42-319,83-49-1359,1 0 0,0 1 0,0 0 0,0 0 0,0 0 0,1 1 0,0 0 0,0 0 0,0 0 0,1 0 0,0 0 0,0 1 0,0-1 0,1 1 0,0 0 0,0 0 0,1 0 1,0 0-1,0 0 0,1 13 0,-1-8-56,-1 4-51,0 0-1,2 1 0,0-1 1,0 0-1,5 25 1,-4-37-68,0-1 1,0 1-1,1 0 1,-1-1-1,1 1 1,0-1 0,0 0-1,0 1 1,0-1-1,0 0 1,1 0-1,-1 0 1,1-1 0,0 1-1,0 0 1,0-1-1,0 0 1,0 0-1,1 0 1,-1 0 0,1-1-1,-1 1 1,1-1-1,-1 0 1,1 0-1,0 0 1,0 0 0,7 0-1,2 0 2,0-1 0,0 0 1,-1-1-1,1-1 0,0 0 0,0-1 0,-1 0 0,1 0 0,-1-2 1,14-6-1,-11 4 8,0-1 0,-1-1 1,0 0-1,-1-1 0,0 0 1,-1-1-1,19-20 0,-26 25 23,-1 0-1,1 0 1,-1 0-1,0-1 1,-1 0-1,1 1 1,-1-1-1,-1 0 1,1-1-1,-1 1 1,-1 0-1,1-1 1,-1 1-1,0-1 1,-1 1-1,0-1 1,0 1 0,0-1-1,-1 1 1,-1-1-1,1 1 1,-4-11-1,1 9 36,1 1 0,-1 0 0,-1 0 0,1 0 0,-1 0 0,-1 1 0,1 0 0,-1 0 0,-1 0 0,1 1 0,-1 0 0,0 0 0,0 1 0,-1 0 0,0 0 0,0 1 0,0 0 0,-10-4 0,5 4-30,0 1 1,0 0-1,0 1 1,-1 0 0,1 1-1,-1 0 1,1 1-1,-15 2 1,25-1-61,1-1-1,-1 0 1,1 1-1,-1-1 1,1 1-1,0 0 1,-1 0-1,1 0 1,0 0-1,0 0 1,0 0-1,0 0 1,0 1-1,0-1 1,0 1-1,0 0 1,0-1-1,1 1 1,-1 0-1,-1 3 1,1-1-307,0 0 0,0 1 0,1-1-1,-1 0 1,1 0 0,0 1 0,1-1 0,-1 1 0,1-1 0,0 6-1,0-8 81,-1-1-1,1 0 0,0 0 0,0 1 0,0-1 0,1 0 1,-1 1-1,0-1 0,0 0 0,1 0 0,-1 1 0,1-1 1,-1 0-1,1 0 0,-1 0 0,1 0 0,0 0 1,0 1-1,-1-1 0,1 0 0,0-1 0,0 1 0,0 0 1,0 0-1,0 0 0,0 0 0,0-1 0,0 1 0,1-1 1,-1 1-1,0-1 0,0 1 0,1-1 0,-1 0 0,0 1 1,2-1-1,35 6-9370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18.3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722 1 4770,'0'0'17144,"-20"23"-14858,3-5-1765,-12 14 405,2 1 1,2 1-1,-23 39 0,-178 298 3332,32-56-4175,183-295-245,-72 127 472,71-121-1669,-16 49 1,27-74 1131,1 4-1637,8-6-2064,18-13-1442,9-20-2522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18.6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140 0 10645,'0'0'11072,"-2"22"-8047,1-15-2804,-3 29 703,-1 0 0,-3-1 0,-10 35-1,-10 17 945,-27 154 0,46-179-2884,-1 102 1,10-164 873,1 0 1,-1 1-1,1-1 0,-1 0 0,1 1 0,-1-1 0,0 0 0,1 1 1,-1-1-1,1 0 0,0 0 0,-1 1 0,1-1 0,-1 0 0,1 0 1,-1 0-1,1 0 0,-1 0 0,1 0 0,0 0 0,-1 0 1,1 0-1,-1 0 0,1 0 0,-1 0 0,1-1 0,-1 1 0,1 0 1,-1 0-1,1 0 0,-1-1 0,1 1 0,0-1 0,21-8-2721,6-22-2355,2-13-3085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18.8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1 9428,'0'0'12097,"-3"21"-8792,-4 24-1752,-3 0-1,-19 56 1,22-84-1052,-73 220 2318,66-185-2832,2-1-1,-9 93 0,21-125-13,0-16-333,1 0-1,-1 0 1,0 1-1,-1-1 1,1 0-1,-1 0 1,-1 5-1,2-8 134,0 0 0,0 1-1,-1-1 1,1 0 0,0 1 0,-1-1-1,1 0 1,0 0 0,-1 0 0,1 1-1,0-1 1,-1 0 0,1 0-1,0 0 1,-1 0 0,1 0 0,-1 1-1,1-1 1,0 0 0,-1 0-1,1 0 1,-1 0 0,1 0 0,0 0-1,-1 0 1,1-1 0,0 1-1,-1 0 1,-2 0-1553,-9 0-6499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19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0 204 6835,'18'-4'5387,"276"-28"7972,113-20-8182,-389 48-5083,45-11 2,-59 13-71,0 1 1,0-1-1,0 0 0,-1 0 1,1 0-1,0 0 0,-1-1 0,1 1 1,-1-1-1,0 0 0,5-6 1,-3-4 715,-12 9-151,5 4-576,0 0 0,1 0 1,-1 0-1,0 0 0,0 1 0,1-1 0,-1 1 0,1-1 0,-1 1 1,0-1-1,1 1 0,-3 2 0,-2 1-8,0 1 1,0 1-1,1-1 1,0 1-1,0-1 1,0 2-1,1-1 1,0 0-1,0 1 1,1 0-1,0-1 1,-3 10-1,2-2-338,0 0 1,2 0 0,-1 0-1,2 1 1,0 22-1,1-34 253,0 0-1,0 0 1,1 0 0,-1-1-1,1 1 1,0 0-1,0 0 1,0 0-1,0-1 1,1 1 0,-1 0-1,1-1 1,-1 0-1,1 1 1,0-1 0,0 0-1,0 0 1,0 0-1,0 0 1,1 0 0,-1 0-1,1-1 1,-1 1-1,1-1 1,-1 1 0,1-1-1,0 0 1,4 1-1,-2-1 7,0 0 0,0 0 0,0 0 0,0-1 0,0 1 0,0-1 0,0 0-1,0-1 1,0 1 0,0-1 0,0 0 0,0 0 0,0-1 0,0 0 0,0 0 0,8-4 0,-6 1-11,0 0 0,0 0 0,0 0 0,-1-1 0,0 0 1,0-1-1,-1 1 0,1-1 0,-2 0 0,1 0 1,-1-1-1,4-8 0,-3 4-11,-1 1 1,-1-1 0,0 0-1,-1 1 1,0-1-1,-1 0 1,0-1-1,-1-13 1,-1 23 150,1-1 1,-1 0-1,0 0 0,0 0 1,0 1-1,0-1 0,-1 1 1,1-1-1,-1 1 1,0-1-1,0 1 0,0 0 1,-1 0-1,1 0 0,-1 0 1,1 0-1,-1 1 0,0-1 1,0 1-1,-1 0 0,1 0 1,0 0-1,-1 0 0,1 0 1,-1 1-1,1 0 1,-8-2-1,0 0 57,0 0 1,0 1-1,0 1 0,0 0 1,0 0-1,0 1 1,0 1-1,-18 2 0,27-2-130,1-1 0,0 0 0,-1 1-1,1-1 1,0 1 0,-1-1 0,1 1-1,0 0 1,0-1 0,0 1 0,0 0-1,-1 0 1,1 0 0,0 0 0,1 0-1,-1 0 1,0 0 0,0 0 0,0 0-1,1 1 1,-1-1 0,0 0 0,1 0-1,-1 1 1,1-1 0,0 0 0,-1 1-1,1-1 1,0 0 0,0 1 0,0-1-1,0 1 1,0-1 0,0 0 0,0 1-1,0-1 1,1 1 0,-1-1 0,0 0-1,1 0 1,-1 1 0,1-1 0,0 0-1,-1 0 1,1 1 0,0-1 0,0 0-1,0 0 1,0 0 0,0 0 0,0 0-1,0 0 1,0 0 0,0-1 0,0 1-1,0 0 1,2 0 0,10 4 10,0 0 0,-1-1 0,1-1 0,1 0 1,23 1-1,73-2-272,-73-2-20,-21-1 274,-1-1-1,1-1 1,-1 0-1,0 0 1,0-2-1,-1 0 1,19-9-1,21-6 1038,-54 20-919,0-1-1,0 1 1,0 0-1,1 0 1,-1 0-1,0 0 1,0 0-1,0 0 0,1 0 1,-1 0-1,0 0 1,0 0-1,0 0 1,1 0-1,-1 0 0,0 0 1,0 0-1,0 0 1,1 0-1,-1 0 1,0 0-1,0 0 1,0 0-1,1 0 0,-1 0 1,0 0-1,0 0 1,0 0-1,0 1 1,1-1-1,-1 0 0,0 0 1,0 0-1,0 0 1,0 0-1,0 1 1,1-1-1,-1 0 1,0 0-1,0 0 0,0 0 1,0 1-1,0-1 1,0 0-1,0 0 1,0 0-1,0 1 0,0-1 1,0 0-1,0 0 1,0 0-1,0 1 1,0-1-1,0 0 1,0 0-1,0 1 0,-7 18 733,-16 20-1316,17-31 491,0 0 0,0 0 0,1 1 0,0-1 0,0 1 0,1 1 0,1-1 0,-1 0 0,1 1 0,1 0 0,-3 13 0,6-23-12,-1 1 0,0-1 0,0 1 0,1-1 0,-1 1 0,0-1 0,1 1 0,-1-1 0,0 1 0,1-1 0,-1 0 0,1 1 0,-1-1 0,1 0 0,-1 1 0,1-1 0,-1 0 0,1 0 0,-1 1 0,1-1 0,-1 0-1,1 0 1,-1 0 0,1 0 0,-1 0 0,1 0 0,-1 0 0,1 0 0,0 0 0,0 0 0,24 0-358,-18 0 267,3-1-8,0-1 0,0 1 0,-1-1-1,1-1 1,0 0 0,-1 0 0,1-1 0,-1 0 0,0-1-1,-1 0 1,14-10 0,-11 7 259,-1 0 1,0 0 0,-1-1-1,0 0 1,0-1-1,-1 0 1,0 0-1,10-19 1,-18 35-62,0 0 1,0 1-1,0-1 1,1 1-1,0-1 0,0 0 1,4 10-1,-3-11-681,0 1-1,0-1 0,0 1 1,1-1-1,5 7 1,-7-10-36,1 0 1,-1 0 0,1 0-1,-1-1 1,1 1-1,0-1 1,0 1-1,0-1 1,0 1-1,0-1 1,0 0 0,0 0-1,0 0 1,5 1-1,21 0-8787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20.1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24 103 14487,'0'0'9500,"-3"20"-4946,-13 63-1862,15-72-2386,-1-1 0,1 0 0,1 1 1,1 17-1,0-23-306,0-1 0,0 1 1,1-1-1,-1 0 0,1 1 1,0-1-1,0 0 0,0 0 1,4 4-1,-6-8 0,0 0 0,0 0 0,0 0 0,0-1 0,0 1 0,0 0 0,0 0 0,0-1 0,0 1 0,0 0 0,1 0 0,-1-1 0,0 1 0,0 0 0,0 0 0,0 0 0,0 0 0,0-1 0,1 1 0,-1 0 0,0 0 0,0 0 0,0 0 0,1-1 0,-1 1 0,0 0 0,0 0 0,0 0 0,1 0 0,-1 0 0,0 0 0,0 0 0,1 0 0,-1 0 0,0 0 0,0 0 0,1 0 0,-1 0 0,0 0 0,0 0 0,0 0 0,1 0 0,-1 0 0,0 0 0,0 0 0,1 0 0,-1 0 0,0 0 0,0 0 0,0 1 0,1-1 0,-1 0 0,0 0 0,0 0 0,0 0 0,1 1 0,-1-1 0,0 0 0,0 0 0,0 1 0,1-27 0,-1 23 0,0-10 4,2 1 0,-1-1 0,1 0 0,1 1 0,1 0 0,-1 0 1,2 0-1,0 0 0,0 0 0,1 1 0,1 0 0,-1 0 0,2 1 0,0 0 0,0 0 0,0 0 0,2 1 0,-1 1 0,1 0 1,15-10-1,-15 12-561,0 0 0,0 1 0,1 0 0,0 0 0,0 2 0,0-1-1,0 1 1,19-2 0,-21 2-4704,-3-4-3247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28.8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262 335 2161,'0'0'16448,"-8"9"-14261,-4 7-1529,0 0 1,2 0-1,0 1 0,1 0 0,0 0 0,-7 25 1,-143 493 2435,145-488-3118,14-59-292,-2-19 197,3-58-1,4 61 70,1 1-1,2-1 0,14-33 0,41-79-365,-38 88 158,-21 45 210,123-248-1390,-100 208 1284,2 1 1,2 1 0,45-50-1,-63 80 158,2 1 0,0 0 1,18-14-1,-27 24 13,1 0 1,-1 0-1,0 1 0,1 0 1,0 0-1,0 0 1,0 1-1,0 0 0,0 1 1,0-1-1,0 1 0,9 0 1,-14 1 6,1 1 1,-1-1-1,0 0 1,0 1-1,0-1 1,1 1-1,-1 0 1,0 0-1,0 0 0,0 0 1,0 0-1,0 0 1,-1 0-1,1 1 1,0-1-1,2 3 1,0 0 10,-1 1 1,1-1-1,-1 1 1,0 0 0,0 0-1,3 7 1,-1 2 7,0 1 0,-1-1 0,0 1 0,2 19 0,-5-22-39,0 0 0,0 0 0,-1 0 0,0 0 0,-1 0 0,-1-1 0,-3 15 0,3-20 4,0 0 0,0 1 0,-1-2 0,0 1 0,-1 0 0,1-1 0,-1 1 0,0-1 0,0 0 0,-1 0 0,1-1 0,-1 1 0,0-1 0,-9 6 0,-7 3 26,-1-1 0,-1 0-1,0-2 1,0 0-1,-47 12 1,-126 12 91,169-30-110,14-3 2,7 0-6,1-1 1,-1 1-1,1 0 1,0 0-1,-1 1 1,-7 3 0,12-5 20,0 1 0,0 0 0,0 0-1,0 0 1,0-1 0,0 1 0,0 0 0,0 0 0,1 0 0,-1 0 0,0 0 0,1 1 0,-1-1 0,1 0 0,-1 0 0,1 0 0,-1 1 0,1-1 0,0 0 0,0 0 0,-1 1 0,1-1 0,0 0 0,0 0 0,0 1 0,0-1 0,1 0 0,-1 1 0,0-1 0,0 0-1,1 0 1,-1 0 0,2 2 0,1 3 167,1 0 1,-1 0-1,2 0 0,-1-1 0,1 1 0,-1-1 0,1 0 0,1-1 0,-1 1 1,1-1-1,7 4 0,11 11 567,41 38 719,74 58-1039,-118-100-457,0-1 1,0-1-1,2-1 1,0-1-1,25 8 1,-33-14-829,0-1-1,1-1 1,-1-1 0,27 1-1,-29-3-942,0 0 0,0-1 0,0 0 0,0-1 0,-1-1-1,14-4 1,30-22-9127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29.2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36 8628,'0'0'6342,"22"-6"-3880,70-16-715,-77 19-1177,0 1 0,-1 0 0,1 1 0,21 2 0,-30-1-400,0 1 1,-1 0-1,1 0 1,-1 0-1,0 1 1,1 0-1,-1 0 1,0 0-1,0 0 1,0 1 0,7 6-1,-8-6-123,-1 0-1,0 0 1,-1 1 0,1 0-1,-1-1 1,1 1 0,-1 0 0,0 0-1,0 1 1,-1-1 0,1 0-1,-1 0 1,0 1 0,0-1-1,-1 1 1,1-1 0,-1 1-1,0-1 1,0 1 0,0-1 0,-1 1-1,0 4 1,-1 1-10,-1 1-1,1-1 1,-2 1-1,1-1 1,-1 0 0,-1-1-1,0 1 1,-6 9-1,-76 88 240,39-52 46,45-50-266,-1 0 0,0 1 1,1-1-1,0 1 0,0-1 0,1 1 0,0 0 1,0 0-1,0 0 0,1 0 0,-2 10 0,3-13-23,0-1 0,0 1-1,0-1 1,0 1 0,0 0-1,1-1 1,-1 1-1,1-1 1,-1 0 0,1 1-1,0-1 1,0 1 0,0-1-1,0 0 1,1 0 0,-1 0-1,1 1 1,-1-1-1,1-1 1,0 1 0,0 0-1,-1 0 1,1-1 0,0 1-1,1-1 1,-1 1 0,0-1-1,0 0 1,1 0-1,2 1 1,12 2 18,1 0 0,-1-2 0,1 0 0,0-1 0,34-2 0,-15 0-18,-20 1-338,0-2 1,1 0-1,-2-1 1,1 0 0,0-2-1,19-7 1,7-6-4235,43-25 1,-11 2-6224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29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314 15 8340,'0'0'9756,"-21"-3"-5810,-72-7-1737,86 10-1984,0-1 1,0 1-1,0 0 0,0 1 0,0-1 1,0 1-1,0 1 0,0-1 0,0 1 1,1 1-1,-1-1 0,1 1 0,-1 0 1,1 1-1,-8 5 0,12-7-184,-1 0 1,1 1-1,-1-1 0,1 1 1,0 0-1,0-1 0,0 1 1,0 0-1,1 0 0,-1 1 1,1-1-1,0 0 0,0 0 0,0 1 1,0-1-1,0 0 0,1 1 1,0-1-1,0 1 0,0-1 1,0 1-1,0-1 0,0 1 1,1-1-1,0 0 0,0 1 1,0-1-1,2 6 0,0-5-43,-1 1 1,1-1-1,0 0 0,0 0 0,0 0 0,1 0 0,-1-1 1,1 1-1,0-1 0,0 0 0,0 0 0,5 2 0,59 30-8,-58-31 12,35 15-14,-30-14-45,0 1 1,0 1-1,-1 0 1,0 1-1,0 1 1,14 11-1,-26-18 61,0-1 1,0 0-1,0 1 0,-1 0 0,1-1 0,-1 1 1,1 0-1,-1-1 0,0 1 0,0 0 1,0 0-1,0 0 0,0 0 0,0 0 0,0 1 1,0-1-1,-1 0 0,1 0 0,-1 0 1,0 1-1,0-1 0,0 0 0,0 0 0,0 1 1,0-1-1,0 0 0,-1 0 0,1 0 0,-1 1 1,0-1-1,0 0 0,1 0 0,-1 0 1,-1 0-1,1 0 0,0 0 0,0 0 0,-1-1 1,1 1-1,-1 0 0,1-1 0,-1 1 1,0-1-1,-2 2 0,-9 7 152,-1-1 1,0 0-1,0-1 0,-28 11 0,31-15-57,-23 11 26,-38 12-1,16-15-1434,46-11 90,0-1 0,0 0 0,-16-1 0,25 0 896,0 1 1,-1 0 0,1-1-1,0 1 1,0-1 0,0 0-1,0 1 1,0-1 0,0 0-1,0 1 1,0-1 0,0 0 0,1 0-1,-1 0 1,0 0 0,0 0-1,1 0 1,-1 0 0,1 0-1,-1 0 1,1 0 0,-1-1 0,1 1-1,0 0 1,-1 0 0,1 0-1,0-1 1,0 1 0,0 0-1,0 0 1,0-2 0,0 2-88,-1-33-9773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29.8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61 8644,'0'0'9844,"119"-60"-9411,-73 60-353,9 0-80,5 0-80,7 0-1633,0 0-1681,0 0-1696,-4 0-2353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30.1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266 57 6739,'-21'15'4090,"-6"3"-2632,-9 6 1935,-63 55 0,90-70-2999,1-1 0,1 2 0,-1-1 0,1 1 0,1 0 0,0 1 0,0-1 0,-5 18 0,7-20-344,2 0 0,-1 1 1,1-1-1,1 1 1,0 0-1,0 0 1,0 0-1,1-1 1,1 1-1,-1 0 1,1 0-1,3 8 1,-3-14-44,0 1 0,1-1 0,0 0 1,-1 0-1,1 0 0,1 0 0,-1 0 0,0 0 1,1-1-1,-1 1 0,1-1 0,0 0 0,-1 1 1,1-1-1,0-1 0,1 1 0,-1 0 0,0-1 1,0 1-1,1-1 0,-1 0 0,1 0 1,-1-1-1,1 1 0,4 0 0,11 1 77,0-1 0,-1-1 0,28-3 0,-43 3-74,11-2 10,0 0-1,0-2 1,0 1-1,0-1 1,-1-1-1,1-1 1,-1 0-1,-1 0 1,21-15-1,-25 16-17,-1 0 1,0-1-1,0 0 0,0 0 0,-1 0 0,0-1 0,0 0 1,-1 0-1,0-1 0,0 0 0,-1 0 0,0 0 1,0 0-1,0-1 0,-2 1 0,4-12 0,-5 11 47,0 0-1,0 0 0,-1-1 0,0 1 0,-1 0 1,0-1-1,-1 1 0,1 0 0,-2 0 1,1 0-1,-1 0 0,-1 1 0,0-1 0,0 1 1,0 0-1,-7-9 0,2 6 30,0 0 1,-1 0-1,-1 1 1,0 0-1,0 1 0,-1 0 1,0 1-1,0 0 0,-20-9 1,24 14-344,0-1-1,0 2 1,-1-1 0,1 1 0,-1 0 0,1 1-1,-1 0 1,0 0 0,-15 2 0,27 10-7875,18-6 779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30.3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847 0 13814,'0'0'8148,"-130"159"-2914,76-71-2496,-2 16-1250,-15 7-143,-5 4-1345,3 2 0,-2 0 0,4-8 0,2-5 0,2-18-192,15-19-1169,16-21-351,19-17-770,17-12-1071,5-17-1970,34-4-4081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30.6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 5026,'0'0'22440,"3"9"-21133,-2 0-1096,1-1-1,-1 1 1,-1-1 0,0 1-1,0-1 1,0 1 0,-1-1-1,0 1 1,-1-1 0,0 0-1,-4 11 1,-8 21 323,-23 42 0,-4 16-227,29-65-436,2 1 0,1 1 0,2 0 1,1 0-1,-2 64 0,8-98 15,0 0 1,0 0 0,0 0-1,1 0 1,-1 1 0,0-1-1,0 0 1,1 0 0,-1 0-1,0-1 1,1 1 0,-1 0-1,1 0 1,0 0 0,-1 0-1,1 0 1,0 0 0,-1-1-1,1 1 1,0 0 0,0-1-1,-1 1 1,1 0 0,0-1-1,0 1 1,0-1 0,0 1-1,0-1 1,0 0 0,0 1-1,0-1 1,0 0 0,0 0-1,0 0 1,0 0 0,0 0-1,0 0 1,2 0 0,2 0-425,1-1 1,-1 1 0,0-1-1,0 0 1,0-1 0,0 1-1,6-4 1,2-2-1231,-1-1-1,0 0 1,-1-1 0,0-1 0,0 0-1,16-20 1,-22 25 1007,57-62-8580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30.8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285 1 10117,'0'0'15455,"-11"24"-12585,4-7-2421,-64 165 2989,12 77-2983,23-82-472,33-164-146,-1 1 1,0-1-1,-1 0 0,-8 15 0,12-27-390,0 0-1,-1 0 0,1 1 0,-1-1 1,1-1-1,0 1 0,-1 0 0,0 0 1,1 0-1,-1-1 0,1 1 1,-1-1-1,0 1 0,0-1 0,1 0 1,-1 0-1,0 0 0,1 0 0,-1 0 1,0 0-1,0 0 0,1 0 0,-1-1 1,-3 0-1,2 0-1127,-22-4-10794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31.7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0 190 13638,'22'-3'3298,"305"-22"7640,-231 21-9615,272-24 620,-312 16-1847,-53 10 74,-26 2 639,12 1-802,0-1 1,0 2 0,0-1-1,0 1 1,1 1-1,-1 0 1,1 1-1,0 0 1,0 0 0,0 1-1,0 0 1,1 1-1,0 0 1,0 0 0,0 1-1,1 0 1,0 1-1,1 0 1,-1 0 0,2 1-1,-1 0 1,1 0-1,0 0 1,1 1-1,0-1 1,1 2 0,0-1-1,0 0 1,1 1-1,1-1 1,-3 20 0,4-22-97,0 1 1,1 0 0,0 0 0,1 0 0,0 0-1,4 14 1,-4-20 56,0 0 1,0 0-1,1 0 0,-1 0 0,1 0 0,0-1 0,0 1 0,0-1 1,0 1-1,0-1 0,0 0 0,1 0 0,-1 0 0,1 0 1,-1 0-1,1-1 0,0 1 0,0-1 0,0 1 0,0-1 0,5 1 1,-1 0-33,0 0 0,1 0 0,-1-1 0,1 0 0,-1 0 1,1-1-1,-1 0 0,1 0 0,-1-1 0,1 0 0,-1 0 1,1-1-1,-1 0 0,0 0 0,0-1 0,0 0 0,0 0 1,0 0-1,-1-1 0,0 0 0,1 0 0,-1-1 1,-1 0-1,1 0 0,-1 0 0,0-1 0,0 0 0,0 0 1,-1 0-1,0 0 0,0-1 0,-1 1 0,1-1 0,-1 0 1,-1 0-1,0-1 0,0 1 0,0 0 0,1-12 0,-2 10 43,0-1-1,0 1 1,-1 0-1,0 0 0,-1-1 1,0 1-1,0 0 0,-1 0 1,0 0-1,0 0 1,-1 0-1,-1 0 0,1 1 1,-1-1-1,-1 1 0,0 0 1,0 0-1,-12-13 1,-1 1 19,-1 1 1,-36-27 0,45 38 7,0 1-1,-1 1 0,0 0 1,0 0-1,0 1 1,-1 0-1,-22-5 1,34 10-8,-1 1 0,1-1 0,-1 0 1,1 1-1,-1-1 0,1 1 0,-1-1 1,1 0-1,0 1 0,-1-1 0,1 1 1,0-1-1,-1 1 0,1 0 0,0-1 0,-1 1 1,1-1-1,0 1 0,0-1 0,0 1 1,0 0-1,0-1 0,0 1 0,0 0 1,0-1-1,0 1 0,0-1 0,0 1 1,0 0-1,0-1 0,0 1 0,0-1 1,1 1-1,-1 0 0,6 25-22,-2-20 26,0 0 0,1 0 0,0-1 0,0 0 0,1 0 0,0 0 0,-1-1 0,1 1 0,12 5 0,4 1 32,38 14 0,-27-14-5,1-3-1,0-1 1,1-1 0,-1-2-1,1-1 1,46-3-1,-66 0-18,-1-1 0,28-4-1,-38 4 6,1-1-1,0 1 0,0 0 0,-1-1 1,1 0-1,0 0 0,-1-1 0,0 1 1,0-1-1,0 0 0,8-7 0,-12 10 78,1-1 0,0 0 0,0 0 0,-1 0-1,1 0 1,-1 0 0,1 0 0,-1 0-1,1 0 1,-1 0 0,0 0 0,0 0-1,1-1 1,-1-1 0,0 3-21,0-1 0,0 1 1,0-1-1,0 1 0,-1-1 0,1 1 0,0-1 0,0 1 1,0 0-1,-1-1 0,1 1 0,0-1 0,0 1 1,-1 0-1,1-1 0,0 1 0,-1 0 0,1-1 1,0 1-1,-1 0 0,1 0 0,-1-1 0,1 1 1,0 0-1,-1 0 0,1 0 0,-1 0 0,1-1 1,-1 1-1,1 0 0,-1 0 0,1 0 0,-1 0 1,1 0-1,0 0 0,-1 0 0,0 0 0,-1 4-64,0 0-1,0 0 0,0 0 0,0 0 0,1 1 1,-1-1-1,1 0 0,-1 8 0,1-2-121,0-1 0,0 1 0,1 0 0,0-1 0,1 1 0,2 12 0,-3-21 101,1 0 1,-1 0-1,1 0 1,-1-1-1,1 1 1,-1 0-1,1 0 1,-1-1-1,1 1 1,0 0-1,0-1 1,-1 1-1,1-1 1,0 1-1,0-1 1,0 1-1,-1-1 1,1 0-1,0 1 1,0-1-1,0 0 1,0 0-1,0 0 1,0 1-1,0-1 1,0 0-1,0 0 1,-1 0-1,1-1 1,0 1-1,0 0 1,0 0-1,0 0 1,0-1-1,0 1 1,0 0-1,-1-1 1,2 0-1,33-18 100,-18 6 166,0 0-1,-1-2 0,0 0 1,26-34-1,-42 53-251,0-1 0,1 1 0,-1-1 0,1 1 0,-1-1 0,1 1 0,1-1 0,-1 0 0,0 1 0,4 5 0,-2-5-114,1 0 0,0 0-1,0 0 1,1 0 0,-1-1 0,1 0 0,-1 0 0,1 0-1,0 0 1,0-1 0,0 1 0,1-2 0,-1 1-1,0 0 1,1-1 0,8 1 0,11 1-3784,-1-2-1,37-1 1,-43 0 433,29-2-7383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40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112 449 3153,'0'0'14034,"0"11"-12279,0 9-1087,1 8 618,-2 0 1,0 0-1,-9 41 0,-11 16 22,-56 142-1,75-280-2361,2 47 1012,-1-92-616,4 0 1,22-131-1,-20 200 533,2 0 0,1 0 1,1 0-1,1 1 0,2 1 0,1 0 0,1 0 0,1 1 0,1 1 0,2 0 0,0 2 0,25-26 0,-35 41 110,1 0 0,-1 0-1,1 1 1,0 0 0,1 0-1,-1 1 1,1 1 0,1-1 0,-1 2-1,1-1 1,0 2 0,0-1 0,0 1-1,0 1 1,0 0 0,1 1 0,21 0-1,-31 1 32,0 1-1,0 0 0,1-1 1,-1 1-1,0 1 1,0-1-1,0 0 0,0 0 1,0 1-1,0-1 1,0 1-1,-1-1 0,1 1 1,-1 0-1,1 0 1,-1 0-1,1 0 0,-1 0 1,0 0-1,0 0 1,0 0-1,0 0 0,0 1 1,-1-1-1,1 0 1,0 4-1,2 8 128,-1 1 1,2 27-1,-3-22-114,0 0 0,-1-1-1,-1 1 1,-7 38 0,6-52 2,0 0-1,0 0 0,-1 0 1,1-1-1,-1 1 1,-1-1-1,1 1 0,-1-1 1,0 0-1,0 0 1,0-1-1,-1 1 0,0-1 1,1 0-1,-2 0 1,1 0-1,0-1 1,-1 0-1,-9 4 0,-244 123 2958,253-127-2854,-1 1-1,1 1 1,0-1-1,0 1 1,0 0-1,1 0 1,0 0-1,0 1 1,-5 6-1,9-10-75,0 0 0,0-1 0,1 1 1,-1 0-1,0 0 0,0-1 0,1 1 0,-1 0 0,1 0 0,0 0 1,-1 0-1,1 0 0,0 0 0,0-1 0,0 1 0,0 0 0,1 0 1,-1 0-1,0 0 0,1 0 0,0 0 0,-1-1 0,1 1 0,0 0 1,0 0-1,0-1 0,0 1 0,0-1 0,0 1 0,0-1 0,1 1 1,-1-1-1,0 1 0,1-1 0,-1 0 0,1 0 0,0 0 0,-1 0 1,3 1-1,17 10 256,0-1 0,1-1 0,1-1 1,0 0-1,0-2 0,35 7 0,-19-8-334,-1-2 0,1-1-1,50-3 1,-87 0-22,0 0-1,0 0 1,-1 0-1,1 0 1,0-1-1,0 1 1,0-1-1,-1 1 1,1-1 0,0 0-1,-1 0 1,1 0-1,0 0 1,-1 0-1,1 0 1,-1 0-1,2-2 1,12-26-5728,1-2-6721,0 11-275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40.4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29 8548,'0'0'10858,"21"-5"-8675,14-3-1108,1 2 1,0 1 0,58 0 0,-87 5-944,-1 1-1,1-1 1,-1 1 0,0 1 0,1-1-1,-1 1 1,0 0 0,0 0 0,0 1-1,0 0 1,0 0 0,7 5 0,-12-6-99,1-1 1,0 1 0,-1 0-1,1-1 1,-1 1-1,0 0 1,1 0 0,-1 0-1,0 0 1,0 1 0,0-1-1,-1 0 1,1 0 0,0 1-1,0 2 1,-1-1-2,0-1 0,0 1 0,-1 0 0,1 0 0,-1 0 0,0 0 0,0 0 0,0-1 0,0 1 1,-1 0-1,-2 5 0,-3 2 42,0 0 1,-1 0 0,0-1-1,0 0 1,-1 0 0,-11 8 0,-68 53 545,41-35-309,26-20-196,-57 51 249,72-61-328,-1 1 0,1 0 0,1 0 0,-1 0 0,1 1 0,1-1 0,-1 1 0,-4 14 0,8-20-32,0 0-1,1 0 1,-1 0 0,1 0 0,-1 0 0,1 0 0,0 0 0,0 0 0,0 0-1,0 0 1,0 0 0,0 0 0,1 0 0,-1 0 0,1 0 0,-1 0-1,1 0 1,0-1 0,0 1 0,0 0 0,0 0 0,0 0 0,0-1 0,0 1-1,1-1 1,-1 1 0,0-1 0,1 1 0,0-1 0,-1 0 0,1 0-1,0 0 1,-1 0 0,1 0 0,0 0 0,0 0 0,0 0 0,0-1 0,2 1-1,9 3 24,1-1 0,-1-1 0,1-1 0,22 1 0,-23-2-4,31 2-11,60-6 0,-84 1-669,0 0 0,0-1-1,0-1 1,-1-1 0,25-11 0,61-35-8785,-47 22-2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40.8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294 149 384,'0'0'24289,"-24"4"-22585,1-1-1235,11-3-266,1 1 0,-1 1 0,1 0 0,0 1 0,0 0 0,0 0 0,0 1 0,1 1 1,-1 0-1,1 0 0,-14 10 0,15-8-56,1 1-1,-1-1 1,1 2 0,0-1 0,1 1-1,0 0 1,0 0 0,1 1 0,0 0-1,1 0 1,0 0 0,-4 15 0,7-20-138,1 1-1,-1 0 1,1 0 0,1 0 0,-1 0 0,1 0-1,0 0 1,0 0 0,1 0 0,0 0 0,0-1-1,0 1 1,1 0 0,-1 0 0,1-1 0,1 1-1,-1-1 1,1 0 0,0 1 0,0-1 0,1-1 0,-1 1-1,1 0 1,0-1 0,6 6 0,0-3-48,-1 0 0,1-1 1,-1 0-1,2-1 0,-1 0 1,1 0-1,-1-1 0,1 0 1,1-1-1,-1 0 0,23 2 0,-24-4-43,-1-1 0,1 1 0,0-2 0,0 1 0,0-1-1,-1-1 1,1 0 0,-1 0 0,1-1 0,-1 0 0,0 0-1,0-1 1,0-1 0,12-7 0,-11 4 22,-1 0 1,1-1-1,-1 0 1,-1-1-1,0 0 1,0 0-1,-1-1 1,-1 0-1,1 0 0,-2 0 1,0-1-1,0 0 1,-1 0-1,4-18 1,-1-9 138,-2 0 0,-1 0 0,-2-54 1,-2 87-33,0 0 0,-1-1 0,1 1 0,-1 0 0,0 0 0,-1 0 0,1 0 1,-1 0-1,0 0 0,-1 0 0,-6-10 0,7 13 10,-1 0 1,0 0-1,0 0 1,0 0-1,0 0 1,0 1-1,-1-1 1,1 1-1,-1 0 0,0 0 1,1 1-1,-1-1 1,0 1-1,0-1 1,0 1-1,0 1 1,-1-1-1,-6 0 0,6 0-39,1 1 0,0 0 0,-1 0 0,1 0-1,0 0 1,0 1 0,-1-1 0,1 1-1,0 0 1,0 0 0,0 1 0,0 0-1,0-1 1,0 1 0,0 0 0,1 1 0,-7 4-1,6-3-112,1-1 0,1 1 0,-1 0 0,1 0-1,-1 1 1,1-1 0,0 0 0,1 1 0,-1 0-1,1-1 1,0 1 0,0 0 0,0-1 0,0 1-1,1 9 1,0-10-250,0 0 0,0 0 0,0 0 0,1 0 0,-1 0-1,1-1 1,0 1 0,0 0 0,1 0 0,-1-1 0,1 1 0,0 0 0,0-1-1,0 0 1,0 1 0,0-1 0,1 0 0,-1 0 0,6 4 0,-1-2-760,0 0 1,0-1-1,0 0 1,1-1 0,-1 1-1,1-1 1,0-1-1,13 3 1,40 6-7956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41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193 25 8628,'0'0'17936,"-23"-3"-16765,1 1-927,0 0 0,-30 2-1,49 1-218,0-1 0,0 1 0,0 0 0,0 0 0,0 0 0,0 0 0,0 1 0,1-1 0,-1 1 0,0 0 0,1 0 0,0-1 0,-1 2 0,1-1 0,0 0 0,0 0 0,0 1 0,0-1 0,0 1 0,1-1 0,-1 1 0,1 0 0,-2 4 0,0 2 8,0 1 1,1 0 0,0 0 0,-2 19 0,3-19-33,0 0 0,1 0 0,0 0 1,1 0-1,0 0 0,1-1 0,0 1 1,5 16-1,-5-21-7,0 0 0,1-1 0,-1 1 0,1-1 0,0 0 0,1 1-1,-1-1 1,1-1 0,0 1 0,0 0 0,0-1 0,0 0 0,0 0 0,1 0 0,-1-1 0,1 1 0,0-1 0,7 2 0,-1 0-38,0-1 0,1-1 1,0 0-1,-1 0 0,1-1 0,0-1 1,0 0-1,0 0 0,-1-1 1,18-4-1,-22 4 45,0-1-1,0 0 1,0-1-1,0 1 1,0-1 0,0-1-1,-1 1 1,1-1 0,-1 0-1,0-1 1,0 1-1,-1-1 1,0 0 0,1-1-1,-2 1 1,1-1-1,6-10 1,-8 11 45,-1 0 0,1 0 0,-1-1 0,0 0 0,0 1 0,-1-1 1,1 0-1,-1 0 0,-1 0 0,1 1 0,-1-1 0,0 0 0,0 0 0,-1 0 0,0 0 0,0 0 0,0 0 0,-4-10 0,2 9 66,-1 0 0,0 0 0,0 1 0,0-1 1,-1 1-1,0 0 0,0 1 0,-1-1 0,1 1 0,-1 0 0,0 0 0,-1 1 0,-12-8 0,7 7-38,0 0 0,0 1 0,-1 0 0,1 1 0,-1 0 0,0 1 0,0 0 0,1 1 0,-1 0 0,0 2 0,-16 1 0,27-2-180,0 0 0,0 0 0,0 1 0,0-1 0,0 1 0,0 0 0,1 0 0,-1-1 0,0 1 0,0 0 0,0 1 0,1-1 0,-1 0 0,1 0 0,-1 1 0,1-1 0,-1 1 0,1-1 0,0 1 0,0 0 0,-1-1 0,1 1 0,0 0 0,1 0 0,-1 0 0,0 0 0,0 3 0,0-3-215,1 0 0,0-1 0,0 1 0,0 0 0,0 0 0,0-1 0,1 1 0,-1 0 0,0-1 0,1 1 0,-1 0 0,1-1 0,-1 1 0,1-1-1,0 1 1,0-1 0,0 1 0,0-1 0,0 0 0,0 1 0,0-1 0,0 0 0,1 0 0,-1 0 0,0 0 0,1 0 0,-1 0 0,1 0 0,-1 0 0,1-1 0,-1 1 0,1 0 0,1 0 0,42 7-8777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41.8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649 38 3298,'0'0'12565,"3"-8"-10134,8-19 866,-9 25-1307,-3 4-147,-7 20 183,-33 68 586,-88 143 1,99-182-2534,27-45-78,-270 484 11,246-436-168,-62 94 0,72-126-2792,-30 31 0,67-58-15095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42.4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69 880,'0'0'14370,"5"-12"-12626,15-37-9,-20 48-1505,0 1 0,0 0 0,0 0 1,0-1-1,0 1 0,0 0 0,0 0 1,0-1-1,0 1 0,0 0 0,0 0 1,0-1-1,0 1 0,1 0 0,-1 0 1,0 0-1,0-1 0,0 1 0,0 0 1,0 0-1,1 0 0,-1-1 0,0 1 1,0 0-1,0 0 0,1 0 0,-1 0 1,0 0-1,0-1 0,0 1 0,1 0 1,-1 0-1,0 0 0,0 0 0,1 0 1,-1 0-1,0 0 0,0 0 0,1 0 1,-1 0-1,3 12 1436,-3 19-2029,-68 415 1977,54-390-1622,-1 4-862,11-22-2870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42.6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207 0 8644,'0'0'9482,"-15"29"-5118,0-3-3208,-7 15 803,1 0 0,-25 74 0,23-44-736,4 1 0,-12 83 0,24-93-3418,-1 83 1,8-149-4571,0-3 4101,0-22-5345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43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0 199 6355,'0'0'6211,"19"-4"-3052,233-24 7148,-176 20-8873,-10 2-517,-3 1-227,1-3-1,98-25 0,-155 31-618,-4 2 80,0-1-1,0 0 1,0 0 0,0 0 0,-1-1-1,1 1 1,0-1 0,3-1 0,-6 2 363,-2 11-140,-10 12-369,-20 29 0,-7 11-114,37-56-25,-15 30-477,16-34 514,0-1 0,1 1 0,-1 0 0,1 0 0,-1-1 0,1 1 0,0 0-1,0 0 1,0 0 0,0 0 0,0-1 0,0 1 0,0 0 0,1 0 0,-1 0 0,1 3 0,1-5 34,-1 1 0,1 0 0,-1-1 0,0 1 0,1-1 0,-1 1 1,1-1-1,-1 0 0,1 0 0,-1 1 0,1-1 0,-1 0 0,1 0 1,-1-1-1,1 1 0,2-1 0,2 1-112,5-1 116,-1 0-1,1-1 0,-1 0 1,0 0-1,1-1 1,-1 0-1,0-1 0,0-1 1,-1 1-1,0-1 0,1-1 1,-2 0-1,1 0 1,-1-1-1,0 0 0,0 0 1,-1-1-1,1 0 0,-2 0 1,1-1-1,-2 1 1,8-14-1,-11 16 137,0 0 0,-1 0 0,1 0 0,-1 0 0,-1-1-1,1 1 1,-1 0 0,0 0 0,-2-10 0,2 12-24,-1 0 1,1 0-1,-1 0 0,-1 0 1,1 0-1,0 0 0,-1 1 1,0-1-1,0 0 0,0 1 0,0 0 1,-1-1-1,1 1 0,-6-5 1,0 2 35,0 0 1,-1 1-1,0 0 1,0 0-1,0 1 0,-1 0 1,1 0-1,-1 1 1,0 1-1,0-1 1,0 2-1,0-1 1,0 2-1,-14-1 1,23 2-84,-1-1 1,0 1 0,0-1 0,1 1 0,-1 0-1,1-1 1,-1 1 0,1 0 0,-1 0 0,1 0-1,-1 0 1,1 1 0,0-1 0,0 0 0,-1 0-1,1 1 1,0-1 0,0 1 0,0-1 0,1 1-1,-1-1 1,0 1 0,1 0 0,-1-1 0,1 1-1,-1 0 1,1 0 0,0-1 0,-1 1 0,1 0-1,0 0 1,0-1 0,1 1 0,-1 2 0,0-1-5,0 0 1,0-1 0,0 1 0,0-1 0,1 1 0,-1-1 0,1 1-1,-1-1 1,1 1 0,0-1 0,0 1 0,0-1 0,1 0 0,-1 1-1,0-1 1,1 0 0,-1 0 0,1 0 0,0 0 0,0 0 0,0-1 0,0 1-1,0 0 1,4 1 0,19 4-1485,-7-7-6245,-6-2-1072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43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6195,'0'0'16661,"13"0"-14375,37 0-95,-49 0-2050,-1 0 0,1 0 0,-1 0 0,1 0 1,-1 0-1,1 0 0,-1 0 0,1 0 0,-1 0 1,1 0-1,-1 0 0,1 1 0,-1-1 0,1 0 1,-1 0-1,1 1 0,-1-1 0,0 0 0,1 0 1,-1 1-1,1-1 0,-1 1 0,0-1 0,1 0 1,-1 1-1,0-1 0,1 1 0,-1-1 0,0 1 1,-2 17 566,2-17-487,-52 119 48,48-103-269,0-1 0,1 1 0,1 0 0,0 33 0,2-50 0,0 1 0,0 0 1,0-1-1,0 1 0,0 0 0,0 0 0,0-1 1,1 1-1,-1 0 0,0-1 0,0 1 0,1 0 1,-1-1-1,0 1 0,1 0 0,-1-1 1,1 1-1,-1-1 0,1 1 0,-1-1 0,1 1 1,0-1-1,-1 1 0,1-1 0,-1 1 0,1-1 1,0 0-1,-1 0 0,1 1 0,1-1 0,1 1-6,0-1 0,0 1 0,0-1 0,0 0 0,0 0 0,0 0 0,0-1 0,4 0 0,2-1-115,1-1 0,0 0 0,-1 0 0,11-6-1,4-4-264,-1-2-1,0 0 0,-1-2 0,-1 0 0,0-2 0,32-38 0,-53 57 403,2-1 152,-1-1 0,0 1-1,1-1 1,-1 0-1,0 1 1,0-1-1,0 0 1,-1 0-1,1 0 1,0 0-1,-1 0 1,1 0 0,-1 0-1,1-3 1,-2 5-122,0 0 0,0 1 0,0-1 1,0 0-1,0 0 0,1 0 0,-1 1 1,0-1-1,0 1 0,0-1 0,1 1 1,-1-1-1,0 1 0,0-1 0,1 1 1,-1-1-1,-1 2 0,0 3-44,0 0 0,0 0 0,0 0 0,1 1 0,-1-1-1,1 0 1,1 1 0,-1-1 0,1 1 0,0 7 0,5 58-263,-5-68 42,0-1-1,1 0 1,-1 0 0,1 0 0,-1 0 0,1 0-1,0 0 1,0 0 0,0-1 0,0 1-1,0 0 1,0 0 0,0-1 0,1 1 0,-1 0-1,1-1 1,-1 0 0,1 1 0,-1-1-1,1 0 1,0 0 0,2 1 0,0 0-1150,1 0 0,0-1 1,0 1-1,-1-1 0,1 0 1,0-1-1,0 1 1,7-1-1,20 0-10404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44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66 203 9620,'0'0'18638,"7"18"-17205,-2-6-1222,2 6 19,-1 0 0,0 0 1,-1 0-1,0 0 0,-2 1 0,1 19 0,-6-37-207,-1 0 0,0-1-1,1 1 1,-1-1 0,0 0 0,0 1 0,0-1-1,1-1 1,-1 1 0,0 0 0,0-1-1,-4-1 1,2 0-30,0 0-1,1-1 0,-1 0 1,1 0-1,0 0 1,0 0-1,0-1 1,0 1-1,0-1 0,1 0 1,0 0-1,-1-1 1,2 1-1,-1-1 1,0 1-1,1-1 0,0 0 1,0 0-1,1 0 1,-1 0-1,1 0 0,0 0 1,0-1-1,1 1 1,-1 0-1,2-9 1,-1 4-9,0 1 1,1-1 0,0 0 0,1 0 0,0 1 0,0-1 0,1 1 0,1 0 0,-1 0-1,1 0 1,1 0 0,0 1 0,9-13 0,-6 12-126,0 0-1,0 0 1,1 1-1,1 0 1,-1 1 0,1 0-1,1 0 1,-1 1-1,1 1 1,0 0 0,0 0-1,1 1 1,-1 0-1,1 1 1,0 0 0,0 1-1,0 1 1,20-1-1,-26 2-484,28-3-5927,-17-6-1544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48.2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92 461 6515,'0'0'10728,"-2"24"-9090,-17 176 1963,11-158-3205,-1 0 0,-28 75 0,21-71-458,17-91-701,2 21 683,2 0 0,0 1 0,13-34 1,35-69-633,-52 123 692,45-101-1883,6 2 0,103-155 0,-137 232 1662,41-42 0,-50 58 209,1 0 0,1 0 0,0 1 1,0 0-1,0 1 0,20-9 0,-29 15 56,0 0 0,0-1 0,1 1-1,-1 1 1,0-1 0,1 0 0,-1 0-1,0 1 1,1 0 0,-1-1 0,1 1-1,-1 0 1,1 0 0,-1 0 0,0 0-1,1 1 1,-1-1 0,1 1 0,-1-1 0,0 1-1,1 0 1,-1 0 0,0 0 0,0 0-1,0 1 1,0-1 0,0 0 0,0 1-1,0 0 1,0-1 0,0 1 0,-1 0-1,1 0 1,-1 0 0,1 0 0,-1 0-1,0 0 1,0 0 0,0 0 0,0 1-1,0-1 1,1 4 0,2 11 348,-1 0-1,0 0 1,-1 1 0,-1 32-1,-1-37-169,1 6-14,-2 0-1,0-1 1,-1 1 0,0-1 0,-10 32-1,9-41-106,-1 0-1,1 0 0,-2-1 1,1 1-1,-1-1 1,-1 0-1,1 0 0,-1-1 1,-1 0-1,1 0 0,-1 0 1,-1-1-1,-8 7 0,-6 0 6,0-1 0,-1-1-1,-1-1 1,1-1-1,-44 10 1,40-12 276,-1 1 0,2 2 0,-49 24-1,74-34-326,0 1-1,-1 0 1,1 0-1,0 0 1,0-1-1,0 1 1,0 1-1,0-1 1,0 0-1,0 0 1,0 0-1,0 0 1,0 1-1,1-1 1,-1 0-1,1 1 1,-1-1-1,1 1 1,-1-1-1,1 0 0,0 1 1,-1-1-1,1 1 1,0-1-1,0 1 1,0-1-1,0 1 1,1-1-1,-1 1 1,0-1-1,1 1 1,-1-1-1,1 0 1,-1 1-1,1-1 1,-1 1-1,1-1 1,0 0-1,0 0 1,0 0-1,1 2 1,5 7 279,1-1 1,0 0 0,1 0-1,10 8 1,-6-6 334,59 64 1730,31 28-708,-98-99-1691,-1-1-1,1 1 1,0-1-1,0 0 1,0-1 0,0 1-1,1-1 1,-1 0-1,10 2 1,-11-3-713,1 0-1,-1-1 1,0 0 0,1 0 0,-1 0 0,0 0-1,1 0 1,4-2 0,3-5-4293,0-6-2703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48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51 9396,'0'0'10162,"10"13"-9044,32 42-256,-40-53-811,1 1-1,0-1 1,0 0 0,0 1 0,0-1-1,1 0 1,-1-1 0,0 1 0,1-1 0,-1 1-1,1-1 1,0 0 0,-1-1 0,1 1-1,0-1 1,-1 1 0,1-1 0,0 0-1,0 0 1,6-1 0,2 0 43,4 1-7,-12 1-70,0-1 0,-1 0-1,1 0 1,0 0 0,0 0 0,-1-1-1,8-2 1,-9 3-12,-1-1-1,0 0 1,0 0-1,0 0 1,0 0-1,0 0 0,0 0 1,0 0-1,-1 0 1,1 0-1,0 0 1,0 0-1,-1 0 1,1-1-1,-1 1 1,1 0-1,-1 0 1,1-1-1,-1 1 1,0 0-1,0-1 1,0 1-1,0-1 0,0 1 1,0 0-1,0-3 1,0 2-6,-1 0 1,0 0-1,1 0 0,-1 0 1,0 0-1,0 0 0,0 0 1,0 0-1,0 0 0,-1 0 1,1 0-1,0 1 0,-1-1 1,0 1-1,1-1 1,-1 1-1,0-1 0,0 1 1,1 0-1,-4-1 0,-47-24-69,39 20 60,-4-1 97,0 1 0,0 0 0,0 1 0,-1 1 0,0 0 0,0 2 0,0 0 0,0 1 0,-30 2 0,46-1-8,0 0 0,0 1 0,0-1 0,0 1 0,0-1 0,0 1-1,0 0 1,0 0 0,0 0 0,0 0 0,0 0 0,1 1 0,-1-1 0,0 1-1,1-1 1,-1 1 0,1-1 0,0 1 0,-1 0 0,1-1 0,0 1 0,0 0-1,0 0 1,0 0 0,0 0 0,1 0 0,-1 0 0,1 0 0,-1 0 0,1 3-1,-2 9 266,1-1-1,0 1 0,3 25 0,-1-13-159,-1-15-146,1-1 0,0 0 0,0 1 0,1-1 0,0 0 0,1 0 1,0 0-1,1 0 0,7 14 0,-8-19-221,0-1 0,0 1 0,0-1 0,0 0 0,1 0 0,-1 0 0,1 0-1,0-1 1,0 1 0,1-1 0,-1 0 0,1-1 0,-1 1 0,1-1 0,0 0 0,0 0 0,0 0 0,0-1 0,0 1 0,9 0 0,0-1-1005,0 0 0,0-1 0,0 0 0,0-1 0,0-1 1,0 0-1,0-1 0,-1-1 0,1 0 0,19-9 0,31-19-6706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49.0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298 24 8340,'0'0'16653,"-13"-5"-15562,4 1-900,4 2-119,0-1 0,-1 1 0,1 0 0,-1 1 0,0-1 0,1 1 0,-1 0 0,0 1-1,0-1 1,0 1 0,1 0 0,-1 1 0,0-1 0,-11 4 0,5-1 114,0 1 1,0 1-1,1 0 1,-1 1-1,1 0 0,1 1 1,-13 9-1,22-15-192,-1 0-1,1 0 1,0 1-1,0-1 1,0 0-1,0 1 1,1-1-1,-1 1 1,0-1-1,1 1 1,-1-1-1,0 1 1,1-1-1,0 1 1,-1 0-1,1-1 1,0 1-1,0-1 1,0 1-1,0 0 1,0-1-1,0 1 1,1 0-1,-1-1 1,0 1-1,1-1 1,-1 1-1,1 0 1,0-1-1,0 0 1,-1 1-1,1-1 1,0 1-1,0-1 1,0 0-1,0 0 1,0 1-1,1-1 1,1 1-1,6 7-105,0-1 1,1 0-1,1-1 1,11 6-1,-11-6 114,0 0-7,8 5-452,-1 0 1,30 27 0,-47-38 436,0 0 1,0 0-1,1 0 0,-1 1 1,0-1-1,0 0 1,0 0-1,0 0 0,0 1 1,0-1-1,-1 1 1,1-1-1,0 0 0,-1 1 1,1-1-1,-1 1 0,1 0 1,-1-1-1,0 1 1,0-1-1,0 1 0,0 0 1,0-1-1,0 1 1,0-1-1,0 1 0,0-1 1,-1 1-1,1 0 0,-1-1 1,1 1-1,-1-1 1,0 0-1,1 1 0,-1-1 1,0 1-1,0-1 1,0 0-1,0 0 0,0 0 1,-1 1-1,1-1 1,0 0-1,0 0 0,-1-1 1,-1 3-1,-8 3 215,-1 0-1,1-1 1,-1 0 0,-21 6-1,22-7-64,-12 3 118,6 0-85,0-2 0,0 0-1,-1 0 1,0-2 0,-24 2 0,41-5-467,23-14-2668,19-8-4283,65-25 0,-99 44 6366,57-24-7537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49.8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17 9332,'0'0'12446,"-20"10"-9733,-63 38-835,76-43-1634,0 0-1,1 0 1,-1 1 0,1 0-1,0 0 1,1 1-1,-1 0 1,1 0-1,1 0 1,-1 1-1,1-1 1,0 1-1,1 0 1,-5 15-1,5-8-171,0 0 0,1 1-1,1 0 1,0-1-1,1 1 1,2 18-1,-2-33-71,0 1 0,1 0 0,-1 0-1,0 0 1,1 0 0,0 0 0,-1-1 0,1 1-1,0 0 1,0-1 0,0 1 0,0 0 0,0-1-1,0 1 1,1-1 0,-1 0 0,0 1 0,1-1-1,2 2 1,-1-1-8,0 0-1,1-1 0,-1 0 1,1 1-1,-1-1 0,1 0 0,0-1 1,-1 1-1,8 0 0,-4-1-74,0 0 0,-1 0-1,1-1 1,0 0-1,0 0 1,0-1 0,-1 1-1,1-2 1,-1 1-1,13-7 1,-11 3-113,1-1 0,-1 0 1,0 0-1,0-1 0,-1 0 1,0 0-1,-1-1 0,0 0 1,0 0-1,-1 0 0,0-1 1,0 0-1,-1 0 0,-1 0 1,0 0-1,0-1 0,-1 1 1,0-1-1,-1 0 0,0 1 1,-1-1-1,0 0 0,0 0 1,-1 0-1,-4-15 0,4 22 140,-1 0-1,1-1 0,-1 1 1,0 1-1,0-1 0,0 0 1,0 0-1,-1 1 0,1-1 1,-1 1-1,0 0 0,0 0 1,0 0-1,-1 0 0,1 1 1,-1-1-1,1 1 0,-1 0 1,0 0-1,0 0 0,0 0 1,-8-1-1,-2-1-3,1 2-1,-1 0 1,0 0 0,0 1 0,-23 2-1,29-1 71,1 1-1,0 0 0,0 1 1,0-1-1,0 2 1,0-1-1,0 0 0,-10 6 1,15-6 5,-1-1 1,1 1 0,-1 0-1,1 0 1,-1-1 0,1 1 0,0 1-1,0-1 1,0 0 0,0 1-1,0-1 1,1 1 0,-1-1 0,1 1-1,-1 0 1,1-1 0,0 1-1,0 0 1,0 0 0,1 0 0,-1 0-1,0 6 1,2-7-16,-1 0-1,1 0 1,0 0 0,-1 0 0,1 0-1,0 0 1,0 0 0,1 0 0,-1 0-1,0-1 1,1 1 0,-1 0 0,1-1-1,-1 1 1,1-1 0,-1 1 0,1-1-1,0 0 1,0 0 0,0 0 0,0 0-1,0 0 1,0 0 0,0 0 0,3 0-1,11 4 31,0-1 0,20 3 0,-26-5 4,61 7 81,1-3-1,93-4 1,-108-2-96,-47 0 106,0-1-1,0 0 0,0 0 1,1-1-1,-1 0 1,-1-1-1,1 0 1,0-1-1,-1 0 1,1-1-1,-1 1 0,-1-2 1,17-12-1,-37 30 2221,-29 32-393,39-40-1944,-1-1 0,1 1 0,0 0 0,0 0 1,0 0-1,1 0 0,-1 0 0,1 0 0,0 0 0,0 0 0,0 0 0,1 7 0,-1-1-13,3 11-149,-2-20 145,1 0 0,-1-1 0,1 1 0,-1 0 0,1-1 0,-1 1 0,1-1 0,-1 1 1,1-1-1,0 1 0,-1-1 0,1 0 0,0 1 0,-1-1 0,1 0 0,0 1 0,-1-1 0,1 0 0,0 0 1,0 0-1,-1 0 0,1 1 0,0-1 0,0 0 0,-1 0 0,2-1 0,8 1-96,-1-1-1,1 0 1,-1-1-1,0 0 1,0 0-1,0-1 1,0 0-1,0-1 1,12-7-1,6-5-555,37-30-1,-31 21 362,-24 20 2333,-8 12 819,-1-1-3629,-1 17 381,0-11 268,1 0 0,0 0 0,1 0 0,1 0 0,3 18 0,-4-27-305,0-1-1,0 1 1,0-1 0,1 1-1,-1-1 1,1 0-1,-1 1 1,1-1-1,0 0 1,0 0-1,-1 0 1,5 2-1,-4-2-521,1-1-1,-1 1 1,1-1 0,0 0-1,0 0 1,0 0-1,0 0 1,-1-1 0,1 1-1,0-1 1,0 0-1,0 0 1,5 0 0,15-2-9573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50.1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13 149 176,'0'0'22538,"-2"18"-20558,1-6-1665,-3 10 804,2 1 0,1 0 0,3 44 1,-7-136-1242,6-70 1,-1 135-11,1 0 1,-1 1 0,1-1 0,0 1 0,0-1-1,0 1 1,0-1 0,0 1 0,1 0-1,0 0 1,-1 0 0,1 0 0,0 0 0,1 0-1,-1 0 1,0 0 0,1 1 0,0 0-1,-1-1 1,1 1 0,0 0 0,0 0 0,0 0-1,1 1 1,-1-1 0,6-1 0,8-2-1696,0 0 1,0 1 0,0 2 0,23-2-1,-16 1-1898,23-3-3403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50.5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296 1 8436,'0'0'23088,"-13"5"-22344,-46 6-490,35-8-244,-1 2 1,-44 14-1,62-16-14,-1 0-1,2 1 1,-1-1 0,0 1-1,1 1 1,-1-1 0,1 1-1,0 0 1,1 1 0,-1-1-1,1 1 1,0 0 0,-6 10-1,9-11-4,-1 1-1,1-1 0,1 0 0,-1 1 1,1 0-1,0-1 0,0 1 1,1-1-1,-1 1 0,1 0 1,1 5-1,-1 0-10,0-8 1,1 0-1,-1 0 1,1 0-1,0-1 1,0 1-1,0 0 0,0 0 1,1-1-1,-1 1 1,0 0-1,1-1 1,0 0-1,0 1 1,0-1-1,0 0 1,0 0-1,0 0 1,0 0-1,1 0 1,-1-1-1,1 1 1,-1-1-1,1 1 1,0-1-1,0 0 0,4 1 1,7 3-291,0-1 1,0-1-1,0-1 0,18 2 1,-24-3 22,80 3-3835,-29-10-2136,-11-11-2151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50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 1825,'0'0'13980,"2"15"-13642,10 49 199,-11-62-454,0 1 1,0 0 0,0-1 0,0 1-1,1-1 1,-1 1 0,1-1-1,0 1 1,0-1 0,0 0 0,0 0-1,0 0 1,0 0 0,1 0-1,-1-1 1,0 1 0,1-1 0,0 0-1,-1 1 1,1-1 0,0 0 0,0 0-1,3 0 1,4 2 289,0 1-317,0-1 0,1-1 0,-1 0 0,1-1-1,-1 0 1,1 0 0,0-1 0,-1-1 0,1 1 0,0-2 0,-1 1 0,1-2-1,-1 1 1,0-2 0,0 1 0,0-1 0,17-10 0,-18 8-133,-2 0 1,1-1-1,-1 0 0,11-13 1,-16 18 107,0 0 0,-1 0 1,1 0-1,-1 0 0,0-1 1,0 1-1,0 0 0,0-1 1,0 1-1,0 0 1,-1-1-1,1 1 0,-1-1 1,0 1-1,1-1 0,-1 1 1,0-1-1,-1 1 0,1-1 1,0 1-1,-1-1 1,1 1-1,-1-1 0,0 1 1,-1-3-1,1 3 47,0 1-1,-1 0 1,1-1 0,0 1-1,-1 0 1,1 0-1,-1 0 1,1 0 0,-1 0-1,0 0 1,1 0-1,-1 0 1,0 1 0,0-1-1,1 1 1,-1-1 0,0 1-1,0 0 1,-2 0-1,-43-1 1117,31 2-496,10-1-487,0 0-1,0 1 1,-1 0-1,1 0 0,0 0 1,0 1-1,0 0 1,1 0-1,-1 0 1,0 1-1,1 0 0,0 0 1,-1 0-1,1 1 1,0 0-1,1 0 1,-1 0-1,1 1 0,0-1 1,0 1-1,0 0 1,1 0-1,-1 0 1,1 1-1,0-1 0,1 1 1,0 0-1,-1-1 1,2 1-1,-1 0 1,-1 10-1,3-10-111,-1 0 1,1 1-1,0-1 0,0 0 0,1 0 1,0 0-1,0-1 0,0 1 0,1 0 1,0 0-1,4 8 0,-4-10-81,1 0 0,0-1 0,0 1 0,0-1 0,1 0 0,-1 0 0,1 0 0,-1 0-1,1-1 1,0 1 0,0-1 0,0 0 0,0 0 0,1 0 0,7 1 0,6 1-415,-1-1 1,1 0-1,0-2 0,0 0 0,34-3 1,-23 1-906,50-6-4658,10-14-5205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51.6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453 1 4530,'0'0'14393,"-23"0"-11090,-75-1-1155,85 2-1728,0 1 0,0 0 1,-1 0-1,2 2 0,-1 0 0,0 0 1,-23 12-1,8-3 38,8-5-231,0 1 0,1 1 1,0 1-1,-25 20 0,38-26-205,1 0 1,-1 0 0,2 0-1,-1 1 1,0-1-1,1 1 1,-6 11-1,9-13-36,-1 0 0,1-1 0,-1 1 0,1 0 0,0 0 0,1 0 0,-1 0 0,1 0-1,0 0 1,0 0 0,0 0 0,0 1 0,1-1 0,1 6 0,-1-6-23,1 0 0,-1-1 0,1 0 0,0 1 0,0-1 0,0 0 0,1 0 0,-1 0 0,1 0 0,-1 0 0,1-1 0,5 5 0,43 24-416,-34-21 274,147 71-2636,-9-4-5543,-154-77 8249,0 0 0,-1 0 0,1 1 0,0-1 0,-1 0 0,1 1 0,0-1 0,-1 0 0,1 1-1,0-1 1,-1 1 0,1-1 0,-1 1 0,1 0 0,-1-1 0,1 1 0,-1-1 0,1 1 0,-1 0 0,0 0 0,1-1 0,-1 2 0,-17 2 528,-18-3 1710,-121 9 4303,135-7-5741,0 0 0,1 2 0,-1 0 0,1 1 0,-25 12 0,42-17-618,0 1 0,1 0-1,-1 1 1,0-1 0,1 0-1,-1 1 1,1 0 0,-4 5-1,6-8-113,-1 1 0,1-1 0,-1 1 0,1 0-1,-1-1 1,1 1 0,-1 0 0,1-1 0,0 1-1,0 0 1,-1 0 0,1-1 0,0 1-1,0 0 1,0 0 0,-1 0 0,1-1 0,0 1-1,0 0 1,1 0 0,-1 0 0,0 0 0,0-1-1,0 1 1,0 0 0,1 0 0,-1-1 0,0 1-1,1 0 1,-1 0 0,0-1 0,1 1 0,-1 0-1,1-1 1,-1 1 0,1-1 0,0 1-1,-1 0 1,1-1 0,-1 1 0,1-1 0,1 1-1,6 1-546,0-1-1,-1 0 0,1 0 1,0-1-1,0 0 0,0 0 0,0-1 1,0 0-1,0 0 0,0-1 1,8-3-1,2-2-1749,1-1 1,-1-1-1,-1 0 0,32-23 1,21-20-5152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52.0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274 1 17192,'0'0'3143,"-20"27"1043,0 0-2968,-6 7 318,1 1-1,2 2 1,-23 48-1,24-33-1408,3 1-1,1 0 1,3 2-1,3 0 1,2 1-1,-4 68 1,11-94-127,3-30 0,-1 0 0,1 0 0,0 0 0,0 1 0,0-1 0,0 0 0,0 0 0,0 1 0,0-1 0,0 0 0,0 0 0,0 0 0,0 1 0,0-1 0,0 0 0,1 0 0,-1 1 0,0-1 0,0 0 0,0 0 0,0 0 0,0 1 0,0-1 0,0 0 0,1 0 0,-1 0 0,0 0 0,0 1 0,0-1 0,1 0 0,-1 0 0,0 0 0,0 0 0,0 0 0,1 0 0,-1 1 0,0-1 0,0 0 0,0 0 0,1 0 0,-1 0 0,0 0 0,0 0 0,1 0 0,-1 0 0,0 0 0,0 0 0,0 0 0,1 0 0,-1 0 0,0 0 0,0 0 0,1-1 0,-1 1 0,0 0 0,0 0 0,0 0 0,1 0 0,-1 0 0,0 0 0,0-1 0,0 1 0,0 0 0,1 0 0,-1-1 0,9-4 0,-1-1 0,0 0 0,-1-1 0,1 0 0,9-12 0,12-11 0,-18 20 31,-4 3-147,0 0 1,1 1-1,0 0 0,1 0 1,-1 0-1,1 1 1,18-7-1,-27 12 146,1 0 1,0 0-1,-1 1 0,1-1 0,-1 0 1,1 0-1,-1 1 0,1-1 0,-1 0 1,1 1-1,-1-1 0,0 1 0,1-1 0,-1 1 1,1-1-1,-1 1 0,0-1 0,0 1 1,1-1-1,-1 1 0,0-1 0,0 1 0,1-1 1,-1 1-1,0 0 0,0-1 0,0 1 1,0-1-1,0 2 0,6 28-79,-4-16 85,1 0-7,1-1 1,0 1-1,1-1 0,10 19 0,-13-28-121,0-1 0,0 1-1,1-1 1,-1 1-1,1-1 1,0 0-1,0 0 1,0 0 0,0 0-1,0-1 1,1 0-1,-1 1 1,1-1-1,0 0 1,-1 0 0,1-1-1,0 1 1,0-1-1,7 1 1,-2-1-1033,0 0 1,1 0-1,-1-1 1,0-1-1,16-2 1,-19 2-100,1-1 1,-1 0 0,1 0 0,-1-1 0,7-4-1,31-21-8919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52.4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3858,'0'0'15474,"0"11"-14052,0-4-1129,0-4-185,-1 0 0,1 0-1,0 0 1,0 0-1,1 0 1,-1 1 0,1-1-1,-1 0 1,1 0 0,0 0-1,0-1 1,1 1-1,-1 0 1,0 0 0,1 0-1,0-1 1,-1 1 0,1-1-1,0 1 1,1-1 0,-1 0-1,3 3 1,5 1 141,-1-1 0,1-1 0,0 1 0,0-1 0,0-1 0,0 0 0,1 0 0,11 1 0,9-1 0,46-1 1,-74-2-265,0 0 0,0 0 1,-1 0-1,1 0 0,0-1 0,0 1 1,-1-1-1,1 0 0,0 0 0,-1 0 1,1 0-1,-1 0 0,5-4 1,-5 4 6,-1-1 0,1 1 0,-1-1 0,0 0 0,0 0 1,1 0-1,-1 0 0,-1 0 0,1 0 0,0 0 0,0 0 1,-1 0-1,1 0 0,-1 0 0,0-1 0,1 1 1,-1 0-1,-1-4 0,1 4 15,-1 0 1,1 0-1,-1 0 0,0 0 1,0 0-1,0 0 0,0 0 1,0 0-1,-1 0 1,1 0-1,0 1 0,-1-1 1,1 0-1,-1 1 0,0-1 1,0 1-1,1 0 0,-1-1 1,0 1-1,0 0 1,0 0-1,-4-1 0,-51-18 244,57 20-247,-21-6 542,0 1 0,0 2 0,-1 0-1,-24 0 1,45 3-490,1 0 0,-1 0 0,0 0 1,0 1-1,1-1 0,-1 0 0,0 0 0,1 0 0,-1 0 0,0 1 0,0-1 0,1 0 0,-1 1 0,1-1 0,-1 1 0,0-1 0,1 1 0,-1-1 0,1 1 0,-1-1 1,1 1-1,-1-1 0,1 1 0,0-1 0,-1 1 0,1 0 0,0-1 0,-1 1 0,1 0 0,0 0 0,0-1 0,-1 1 0,1 0 0,0 29 48,1-17 135,-1-2-190,1 0-1,1 0 0,-1 0 0,2 0 1,-1-1-1,2 1 0,-1-1 0,1 0 1,1 0-1,7 13 0,-8-17-163,0 0 1,0-1-1,0 1 0,0-1 0,1 0 1,0 0-1,0-1 0,0 1 1,1-1-1,-1 0 0,1-1 1,0 1-1,0-1 0,1 0 0,-1-1 1,1 0-1,12 3 0,-3-2-1026,1-2 0,-1 0 0,22-2 0,-28 0-474,0 0-1,-1-1 0,18-5 1,19-16-8235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52.8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82 7203,'0'0'14343,"11"11"-13031,-2 0-977,-6-7-241,0 0-1,0 0 0,1 0 0,-1-1 0,1 1 0,0-1 0,0 0 1,0 0-1,1 0 0,-1-1 0,0 1 0,1-1 0,0 0 0,0-1 1,-1 1-1,1-1 0,9 2 0,-9-3-4,12 2 63,0-1-1,0 0 0,1-2 1,30-4-1,-45 5-159,0-1-1,1 1 0,-1-1 1,0 0-1,0 0 0,0-1 1,0 1-1,0-1 0,-1 1 1,1-1-1,0 0 0,-1 0 1,1 0-1,-1 0 0,1 0 1,-1-1-1,0 1 0,0-1 1,0 0-1,-1 1 0,1-1 1,-1 0-1,1 0 0,-1 0 1,0 0-1,0 0 0,0 0 1,-1-1-1,1 1 0,-1 0 1,1 0-1,-1-5 0,0 5 19,-1 0 1,1 0-1,0 0 0,-1 0 0,0 1 0,0-1 0,0 0 0,0 0 0,0 1 1,0-1-1,0 1 0,-1-1 0,0 1 0,1-1 0,-1 1 0,0 0 0,0 0 1,0 0-1,0 0 0,-1 0 0,1 0 0,0 1 0,-1-1 0,1 1 0,-1 0 1,0 0-1,1-1 0,-1 2 0,-4-2 0,-7-1 648,0 0 0,0 1 0,1 0 0,-26 1 0,37 1-581,0 1-1,0-1 1,0 0 0,0 0 0,0 1 0,0-1-1,0 1 1,0 0 0,1-1 0,-1 1-1,0 0 1,0 0 0,0 0 0,1 0-1,-1 1 1,1-1 0,-1 0 0,1 1-1,-3 2 1,2-1-16,-1 1 1,1 0-1,0 0 0,0 1 0,0-1 0,1 0 0,-1 1 1,0 5-1,-1 9-52,1-1 0,1 1-1,2 23 1,-1-39 7,0 2-126,1 0 1,0 0-1,0-1 0,0 1 1,0-1-1,1 1 0,0-1 1,0 0-1,0 1 0,0-1 1,1 0-1,0-1 0,0 1 1,0 0-1,0-1 0,0 1 1,1-1-1,-1 0 0,1 0 1,0-1-1,0 1 0,0-1 1,0 1-1,1-2 0,6 4 1,-3-2-692,1-1 0,-1 1 0,1-1 0,-1-1 0,1 1 0,0-2 0,0 1 0,0-1 0,-1-1 0,1 1 0,0-1 0,0-1 0,11-3 0,-10 1-1316,0-1 0,-1 0 0,12-7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53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206 0 5523,'0'0'19555,"-17"20"-16084,-4 2-2646,9-11-480,1 1 0,0 0-1,1 1 1,0 0 0,1 1-1,1 0 1,0 0 0,-6 16-1,0 3-307,1 2-1,2-1 0,1 2 1,2-1-1,1 1 0,2 0 1,-1 50-1,6-82-36,0 0 0,0 0 0,0 1 0,1-1 0,-1 0 0,1 0 0,0 1 0,0-1 0,0 0 0,1 0 0,-1 0 0,1 0 0,0-1 0,0 1 0,1 0 0,-1-1 0,1 1 0,-1-1 0,1 0 0,0 0 0,1 0 0,-1 0 0,0-1 0,1 1 0,-1-1 0,1 0 0,0 0 0,0 0 0,0-1 0,0 1 0,0-1 0,0 0 0,8 1 0,-2 0-371,-1-1 0,1 0 0,0 0 0,-1-1 1,1 0-1,14-3 0,-19 2-250,-1 0 0,1 0 0,-1-1 0,0 1 0,0-1 0,1 0 0,-1 0 0,0 0 0,-1-1 1,1 0-1,0 1 0,-1-1 0,0 0 0,1-1 0,4-6 0,17-34-8762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53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13334,'0'0'5843,"123"42"-1121,-43-32-2337,1-1-1649,-6-7-736,-8 2-320,-10-4-1617,-18 0-3041,-14-8-7075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2:55.0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1 617 3602,'0'0'9865,"16"-3"-8218,128-27 2333,72-9-173,9-2-3537,734-105 362,682-15 235,-700 59-662,-561 68-171,-198 21-22,317-13 55,-280 17-134,659-4-11,-710 13 94,358 44-27,-159-6 30,99 19 630,-103-8 1560,-172-37-441,-129-11-3731,-81-3-3941,0-9-291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17.4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52 896,'0'0'17883,"2"-9"-15727,7-26-486,-5 27 2410,-4 18-2947,-8 28-842,-3-1 0,-23 55 0,7-20-115,27-72-176,-27 73 35,4 0 1,-26 146-1,48-176-928,1-42 856,1-1 1,-1 1 0,0-1 0,1 0 0,-1 1 0,1-1 0,-1 0 0,1 0 0,0 1 0,-1-1 0,1 0 0,-1 0 0,1 0 0,-1 0 0,1 0 0,0 0 0,-1 1 0,1-1 0,-1-1 0,1 1 0,0 0 0,-1 0 0,1 0 0,-1 0 0,1 0 0,-1 0 0,1-1 0,-1 1 0,1 0 0,0 0 0,-1-1 0,1 0 0,21-7-83,2-11-225,-1 0 1,29-30-1,25-22-831,-77 70 1165,1 1-1,-1 0 1,1 0-1,-1-1 1,0 1 0,1 0-1,-1-1 1,1 1-1,-1 0 1,1 0 0,-1 0-1,1 0 1,-1-1 0,1 1-1,-1 0 1,1 0-1,-1 0 1,1 0 0,-1 0-1,1 0 1,-1 0-1,1 0 1,-1 1 0,1-1-1,-1 0 1,1 0 0,-1 0-1,1 0 1,-1 1-1,0-1 1,1 0 0,-1 0-1,1 1 1,-1-1-1,0 0 1,1 1 0,-1-1-1,0 1 1,1-1 0,-1 0-1,0 1 1,1-1-1,-1 1 1,10 26-91,-6-16 59,-2-6-54,1 1 1,0-1-1,0 0 1,0 0-1,1 0 1,-1-1-1,1 1 1,1-1-1,-1 0 1,0 0-1,1 0 1,0 0-1,0-1 1,0 0-1,0 0 1,1 0-1,-1-1 1,7 3-1,4-1-275,0-1-1,0 0 0,0 0 0,1-2 1,23 0-1,-34-2 362,0 1-1,1-1 1,-1 0-1,0-1 1,0 1-1,0-1 1,-1-1 0,1 1-1,0-1 1,-1 0-1,0 0 1,1 0-1,-1-1 1,-1 0-1,1 0 1,0 0 0,-1-1-1,0 1 1,0-1-1,0 0 1,-1 0-1,5-9 1,5-10 131,-1-1-1,-2 0 1,14-47 0,-16 41 277,-1-1 1,-1 0-1,-2 1 1,-1-2-1,-2-39 0,-1 69-304,0 0-1,0 0 0,0 0 0,0 0 0,-1 0 0,1 0 1,-1 0-1,0 0 0,0 1 0,0-1 0,0 0 1,-1 0-1,1 1 0,-1-1 0,0 1 0,1-1 0,-1 1 1,0 0-1,0-1 0,-1 1 0,1 0 0,0 1 1,-1-1-1,-4-2 0,0 1-33,-1 0 1,1 1-1,-1 0 1,0 1-1,0 0 0,0 0 1,0 0-1,-10 2 1,15-1-104,0 1 0,0 0 0,0 0 0,0 0 0,0 0 0,0 0 0,0 1 1,0 0-1,1-1 0,-1 1 0,0 0 0,1 0 0,0 0 0,-1 1 0,1-1 1,0 1-1,0-1 0,0 1 0,1 0 0,-1-1 0,1 1 0,-2 3 0,1-3-288,1 1 0,0-1-1,0 0 1,0 0-1,0 1 1,1-1 0,-1 0-1,1 1 1,0 6-1,0-9-84,0 1-1,1 0 1,-1 0-1,1 0 1,-1 0-1,1 0 1,0-1-1,-1 1 1,1 0-1,0-1 1,0 1-1,0 0 1,0-1-1,1 1 1,-1-1 0,0 0-1,1 1 1,1 0-1,21 11-6906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17.7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210 51 5891,'0'0'12371,"-21"18"-10109,-69 58-933,80-68-1108,1 0 1,0 1 0,1 0 0,0 0 0,0 1-1,1 0 1,0 0 0,0 0 0,-5 15-1,11-22-181,-2 2 32,1 1 1,0-1-1,1 1 1,-1 0 0,1 0-1,0-1 1,1 1-1,0 0 1,0 8-1,0-13-69,0 0 0,1 0 0,-1 0 0,1 0 0,-1 0-1,1-1 1,-1 1 0,1 0 0,-1 0 0,1-1 0,0 1-1,-1 0 1,1-1 0,0 1 0,0 0 0,0-1 0,-1 0-1,1 1 1,0-1 0,0 1 0,0-1 0,0 0 0,0 1-1,0-1 1,0 0 0,0 0 0,0 0 0,0 0 0,-1 0-1,1 0 1,0 0 0,0 0 0,1-1 0,37-2 74,-33 1-73,0 1-1,0-1 1,0-1 0,0 1 0,0-1-1,-1 0 1,1-1 0,-1 1 0,0-1-1,0 0 1,0 0 0,0-1 0,-1 1-1,0-1 1,0 0 0,0 0 0,0-1-1,4-9 1,-2 4 19,-2 0-1,1-1 1,-1 1 0,-1-1-1,0 0 1,-1 0-1,0 0 1,0-24 0,-1 10 15,0-25 347,-2 49-372,1-1-1,-1 0 1,1 0 0,-1 1-1,0-1 1,0 1 0,0-1-1,0 0 1,0 1 0,-1 0 0,1-1-1,-1 1 1,1 0 0,-4-4-1,4 6-108,0-1-1,1 0 0,-1 1 1,0-1-1,1 1 0,-1 0 1,0-1-1,0 1 0,0-1 1,1 1-1,-1 0 0,0 0 1,0-1-1,0 1 0,1 0 1,-1 0-1,-1 0 0,1 0-205,1 0 0,-1 0 0,1 0 0,0 1 0,-1-1 0,1 0 0,0 0 0,0 0 0,-1 0 0,1 1-1,0-1 1,-1 0 0,1 0 0,0 1 0,0-1 0,-1 0 0,1 0 0,0 1 0,0-1 0,0 0 0,-1 1-1,1-1 1,0 0 0,0 1 0,0-1 0,0 0 0,0 1 0,0-1 0,0 0 0,0 1 0,0-1 0,0 0-1,0 1 1,0 9-9358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18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34 163 8932,'0'0'14770,"-3"7"-13799,-13 30 1921,12-40-567,3 3-2302,1-1 1,0 1-1,-1 0 0,1 0 1,-1 0-1,1-1 0,0 1 0,-1 0 1,1-1-1,0 1 0,-1 0 1,1-1-1,0 1 0,-1 0 1,1-1-1,0 1 0,0 0 0,-1-1 1,1 1-1,0-1 0,0 1 1,0-1-1,0 1 0,0-1 1,-2-10 23,1 1 0,0-1 1,1 1-1,0 0 0,1-1 1,0 1-1,5-20 0,-4 23-179,0 1-1,0-1 0,0 1 1,1-1-1,0 1 1,0 0-1,1 0 0,-1 0 1,1 1-1,1-1 0,-1 1 1,1 0-1,5-5 1,-8 10-753,1-1-1,-1 0 1,0 1 0,0-1 0,1 1 0,-1 0 0,0-1 0,0 1 0,1 0 0,-1 0 0,5 1-1,4 0-2397,18-1-4892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18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337 0 8516,'0'0'16250,"-17"27"-14436,-1 1-1275,-4 5 202,1 1 0,2 0 0,-19 48 0,-73 237 1974,61-167-2746,29-99 32,4-10 0,14-34-19,7-12-22,22-28-307,0 2 0,44-37 1,-19 18-281,-12 7-10,-22 23 177,0 1 0,1 0 0,0 1-1,40-26 1,-57 42 462,-1 0 0,0 0 0,1 0 0,-1 0 0,0 0 0,0 0 0,1 0 0,-1 0 0,0 0 0,1 0-1,-1 0 1,0 0 0,0 0 0,1 0 0,-1 0 0,0 0 0,1 0 0,-1 0 0,0 1 0,0-1 0,0 0 0,1 0 0,-1 0 0,0 1 0,0-1-1,1 0 1,-1 0 0,0 0 0,0 1 0,0-1 0,0 0 0,1 0 0,-1 1 0,0-1 0,0 0 0,0 0 0,0 1 0,0-1 0,0 0 0,0 1-1,0-1 1,0 0 0,0 1 0,4 24 198,-7 28 230,2-48-375,1 0 0,-2 0 0,1 0 0,0-1 1,-1 1-1,0-1 0,0 1 0,-1-1 0,1 1 0,-1-1 0,0 0 0,0 0 0,0 0 0,-1-1 0,1 1 0,-1-1 0,0 0 0,0 0 1,0 0-1,-5 2 0,0-1 118,0 0 1,-1-1 0,1 0 0,-1-1 0,0 0 0,0 0-1,0-1 1,0 0 0,-10-1 0,-4 0 78,13 1-58,0-1 0,0 0-1,-14-3 1,25 3-194,0 0 1,0 0-1,0 0 1,0 0-1,0 0 0,-1 0 1,1 0-1,0 0 0,0 0 1,0 0-1,0 0 1,-1 0-1,1 0 0,0 0 1,0 0-1,0 0 0,0 0 1,-1 0-1,1 0 1,0 0-1,0 0 0,0 0 1,0 0-1,0 0 0,0 0 1,-1 1-1,1-1 1,0 0-1,0 0 0,0 0 1,0 0-1,0 0 1,0 0-1,0 1 0,0-1 1,-1 0-1,1 0 0,0 0 1,0 0-1,0 0 1,0 1-1,0-1 0,0 0 1,0 0-1,0 0 0,0 0 1,0 1-1,0-1 1,0 0-1,0 0 0,0 0 1,0 0-1,0 1 0,0-1 1,0 0-1,1 0 1,-1 0-1,0 2 2,0 13-2,-1 2 0,1 1 0,1-1 0,1 0 0,5 21 0,-7-34 0,1-1 0,0 0 0,0 1 0,0-1 0,1 0 0,-1 0 0,1 0 0,0 0 0,0 0 0,0 0 0,0 0 0,0 0 0,0-1 0,1 1 0,-1-1 0,1 0 0,0 0 0,0 0 0,0 0 0,0 0 0,0-1 0,0 1 0,0-1 0,1 0 0,-1 0 0,0 0 0,7 1 0,23 0-1186,33-1 0,-39-2-1205,-1-2 0,0 0 0,45-13 0,21-14-6370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19.0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 5186,'0'0'21850,"0"94"-20137,-10-65-752,-5-4-561,5-4-336,3-6-64,1-7-384,6-4-913,0-21-14502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19.1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9 10309,'0'0'19609,"-21"-8"-19673,21 27-369,0 2-1295,8 0-1490,9-1-2000,8 1-3394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19.4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1 10981,'0'0'13958,"-20"12"-11535,-64 41-724,80-50-1557,0 0 0,0 0 0,0 0 0,0 0 0,0 1-1,0 0 1,1-1 0,-4 6 0,7-8-127,-1 0 1,0 1-1,1-1 1,-1 0-1,1 0 0,-1 1 1,1-1-1,0 0 1,-1 1-1,1-1 0,0 0 1,0 1-1,0-1 0,0 0 1,0 1-1,0-1 1,1 0-1,-1 1 0,1 1 1,1 0-37,0 0-1,0 0 1,0 0 0,1 0 0,-1-1 0,1 1 0,-1-1 0,1 0-1,0 1 1,0-1 0,0-1 0,1 1 0,-1 0 0,5 1 0,-4-1-41,0 0 0,0 0 0,0 1 0,0-1 0,-1 1 1,1 0-1,-1 0 0,1 0 0,-1 0 0,3 5 0,-5-7 67,0 0-1,-1 1 0,1-1 0,-1 0 0,1 0 0,-1 0 0,0 1 0,1-1 0,-1 0 0,0 1 1,0-1-1,0 0 0,0 1 0,0-1 0,0 0 0,0 0 0,-1 1 0,1-1 0,0 0 0,-1 0 0,1 1 1,-1-1-1,1 0 0,-1 0 0,0 0 0,1 0 0,-1 0 0,0 1 0,0-2 0,0 1 0,0 0 0,0 0 1,0 0-1,0 0 0,0 0 0,0-1 0,0 1 0,0-1 0,0 1 0,-3 0 0,-28 16 468,-22 14-2256,52-31-398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19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789 294 912,'0'0'6158,"6"-19"-3485,22-60 585,-25 70-2497,0 1 0,-1-1 0,0 0 0,0 0 0,-1 0 0,0 0 0,-1 0 0,0 0 0,-1-11 0,0 16-552,0 1 1,0-1-1,0 1 0,0-1 0,-1 1 0,0 0 0,1-1 1,-1 1-1,0 0 0,-1 0 0,1 0 0,0 0 0,-1 1 0,0-1 1,0 1-1,1 0 0,-1-1 0,-1 1 0,1 0 0,-4-1 0,-8-4 118,0 2 1,-1 0-1,1 0 0,-1 1 0,0 2 0,0-1 0,0 2 0,0 0 0,0 1 0,0 0 0,-32 6 0,41-4-289,0 0 0,1 1 0,-1 0 0,0 0 0,1 0 1,0 1-1,-1 0 0,1 1 0,1-1 0,-1 1 0,1 0 0,0 0 0,0 1 0,0 0 0,1 0 1,-7 11-1,-4 10-31,1 1 0,-16 46 0,29-72-4,-126 365 32,-47 117-43,155-439-239,-31 86 102,44-110-1354,1 1 1,-4 27-1,7-42-1403,2-7 2786,0 0 0,0 0 0,0 0 0,0 0 0,0 0 1,0 0-1,0 0 0,0 0 0,-1 1 0,1-1 0,0 0 1,0 0-1,0 0 0,0 0 0,0 0 0,0 0 0,0 0 0,-1 0 1,1 0-1,0 0 0,0 0 0,0 0 0,0 0 0,0 0 0,0 0 1,0 0-1,-1 0 0,1 0 0,0 0 0,0 0 0,0 0 0,0-1 1,0 1-1,0 0 0,0 0 0,-1 0 0,1 0 0,0 0 1,0 0-1,0 0 0,0 0 0,0 0 0,0 0 0,0-1 0,0 1 1,0 0-1,0 0 0,0 0 0,0 0 0,0 0 0,0 0 0,0 0 1,-1-1-1,1 1 0,0 0 0,0 0 0,0 0 0,0 0 0,0 0 1,1 0-1,-1 0 0,0-1 0,0 1 0,0 0 0,0 0 0,-4-18-7447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20.3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74 12758,'0'0'2969,"28"-5"910,-9 1-3097,33-7 1771,94-6 0,224 10 3095,-354 7-5466,-22 1-168,1 0 0,-1 0 0,1 0 1,-1 1-1,1-1 0,-1 1 0,1 1 1,0-1-1,0 1 0,0 0 0,0 0 1,-5 5-1,-1 1-122,0 0-1,1 1 1,-17 20 0,23-23-52,-1 0 0,1 0 1,0 1-1,0-1 0,1 1 1,-4 16-1,6-22 103,0 0 0,0 1 1,1-1-1,-1 1 0,1-1 0,0 1 0,0-1 1,0 1-1,0-1 0,0 1 0,0-1 0,0 0 1,1 1-1,-1-1 0,1 1 0,0-1 0,0 0 1,0 1-1,0-1 0,0 0 0,0 0 0,1 0 1,-1 0-1,1 0 0,-1 0 0,1 0 0,3 2 1,1-1-31,0 0 0,0 0 0,1-1 0,-1 0 0,1 0 0,0-1 0,-1 0 0,1 0 0,0 0 0,0-1 0,-1 0 0,1-1 0,0 1 1,0-1-1,0 0 0,-1-1 0,1 0 0,-1 0 0,1 0 0,-1-1 0,0 0 0,0 0 0,0 0 0,0-1 0,-1 0 0,1 0 0,-1-1 0,9-9 1,-9 6 174,0 1 0,0-1 0,-1 0 0,0-1 0,0 1 0,-1-1 0,0 1 0,-1-1 0,0 0 0,0 0 0,-1 0 0,0 0 0,0 0 0,-1-1 0,-1-9 0,0 15 32,0 0-1,0 0 1,-1 0 0,1 0-1,-1 0 1,0 0 0,0 0-1,0 1 1,0-1 0,-1 1-1,1-1 1,-1 1 0,0 0-1,0 0 1,0 0 0,-1 0-1,1 1 1,-1 0 0,-3-3-1,7 5-184,-1 0 0,1 0-1,0 0 1,0 0 0,0 0 0,-1 0-1,1 0 1,0 0 0,0 0-1,0 0 1,-1 1 0,1-1 0,0 0-1,0 0 1,0 0 0,0 0-1,-1 0 1,1 0 0,0 0 0,0 1-1,0-1 1,0 0 0,0 0-1,-1 0 1,1 0 0,0 1 0,0-1-1,0 0 1,0 0 0,0 0 0,0 1-1,0-1 1,0 0 0,0 0-1,0 0 1,0 1 0,0-1 0,0 0-1,0 0 1,0 1 0,0-1-1,0 0 1,0 0 0,0 0 0,0 1-1,0 13-1343,0-12 814,0 0-39,0 1-1,0 0 1,0 0 0,0-1 0,1 1 0,0-1 0,-1 1 0,1 0 0,0-1 0,0 1 0,0-1 0,1 0 0,-1 1 0,0-1 0,1 0 0,0 0-1,-1 0 1,1 0 0,0 0 0,4 3 0,31 21-10531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20.7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14 227 5939,'0'0'21959,"-3"20"-20350,-7 62-433,9-44-12,2-28-511,3-56-586,2 0 0,2 0-1,18-57 1,-25 98-67,8-29 0,21-54 0,-30 87-71,1 0 0,0 1 0,-1-1-1,1 0 1,0 1 0,-1-1 0,1 1 0,0-1 0,0 1 0,0-1-1,-1 1 1,1 0 0,0-1 0,0 1 0,0 0 0,0 0 0,0-1-1,0 1 1,0 0 0,-1 0 0,2 0 0,26 1-4273,-17-1 1622,13 0-4894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21.8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419 9 7507,'0'0'8404,"-18"-1"-4815,-3-2-2750,7 1-486,-1 1 0,0 0 0,0 0 0,0 2 0,1 0 0,-19 3 0,13 1 57,1 1-1,-1 1 0,1 0 0,-32 19 0,39-19-188,0 0 0,1 1 0,-1 0 0,2 1 0,-1 0 0,2 0 0,-1 1-1,-8 13 1,15-19-211,0 0-1,0 0 0,1 0 0,0 0 1,0 0-1,0 1 0,0-1 1,1 1-1,-1 0 0,1-1 1,1 1-1,-1 0 0,0-1 0,1 1 1,0 0-1,0 0 0,1 0 1,-1-1-1,1 1 0,0 0 1,1-1-1,-1 1 0,1 0 0,-1-1 1,1 0-1,1 1 0,-1-1 1,1 0-1,-1 0 0,1 0 0,0-1 1,7 7-1,71 55-77,-52-43-62,0 1 1,31 34 0,-56-53 4,-1 0 0,0 0-1,0 0 1,0 1 0,0-1 0,-1 1 0,1 0-1,1 6 1,-4-10 109,1 1-1,-1-1 1,0 1-1,0-1 1,0 1-1,1-1 1,-1 0-1,0 1 1,-1-1-1,1 1 1,0-1-1,0 1 0,-1-1 1,1 1-1,0-1 1,-1 0-1,0 1 1,1-1-1,-1 0 1,0 0-1,0 1 1,1-1-1,-1 0 1,0 0-1,0 0 1,0 0-1,-1 0 1,1 0-1,0 0 1,0 0-1,0-1 1,-1 1-1,1 0 1,-2 0-1,-13 4 32,-1 0-1,0-1 1,1-1 0,-1-1-1,0-1 1,0 0 0,0-1-1,0 0 1,-25-5 0,40 4-10,0 1 0,0-1 1,0 1-1,0-1 0,0 0 1,0 0-1,0 0 0,0 0 1,0 0-1,0 0 0,0 0 1,1-1-1,-1 1 0,0-1 0,1 1 1,-1-1-1,1 0 0,0 1 1,0-1-1,-1 0 0,1 0 1,0 0-1,1 0 0,-1 0 1,0 0-1,0 0 0,1 0 0,0-1 1,-1 1-1,1 0 0,0-3 1,0 0-1,0 1 0,0-1 0,1 0 1,0 1-1,0-1 0,0 1 0,0 0 0,1-1 1,-1 1-1,1 0 0,0 0 0,1 0 1,-1 0-1,6-6 0,5-4-10,2 0 1,-1 1-1,1 1 0,23-14 0,75-37-17,-32 19 31,-66 35 15,10-5-24,0-2 1,28-23-1,-48 35 15,0 0 0,0-1 1,0 1-1,-1-1 0,0 0 0,0 0 1,0-1-1,-1 1 0,1-1 0,-1 0 1,-1 0-1,1 0 0,-1 0 1,0 0-1,2-13 0,-4 16 41,0 1 1,0-1-1,0 1 1,0 0-1,-1-1 0,1 1 1,-1 0-1,0-1 1,1 1-1,-1 0 0,0 0 1,0 0-1,-1 0 1,1 0-1,0 0 0,-1 0 1,1 0-1,-1 0 1,1 0-1,-1 1 0,0-1 1,0 1-1,0-1 1,0 1-1,0 0 0,0 0 1,0 0-1,0 0 1,-1 0-1,1 0 0,0 1 1,-1-1-1,-3 0 1,-9-1 275,-1 0 0,0 0 0,-31 2 0,28 1-147,18-1-200,0 0 0,0-1 0,-1 1 0,1 1 0,0-1 1,0 0-1,-1 0 0,1 0 0,0 1 0,0-1 0,-1 1 0,1-1 0,0 1 0,0-1 0,0 1 1,0-1-1,0 1 0,0 0 0,0 0 0,0 0 0,0 0 0,0 0 0,-1 1 0,2-2-32,0 1-1,0-1 1,0 1-1,0-1 1,0 1-1,0-1 1,0 1-1,0-1 1,0 0-1,0 1 1,0-1-1,0 1 1,0-1-1,0 1 1,0-1-1,1 0 1,-1 1-1,0-1 1,0 1-1,0-1 0,1 0 1,-1 1-1,0-1 1,1 0-1,-1 1 1,20 9-1988,21-2-1933,14-5-2965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22.2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36 1457,'0'0'11733,"7"-7"-9380,18-21 22,-25 28-2302,0 0 0,0 0 0,0 1 0,0-1 0,0 0 0,0 0 0,0 0 0,0 0 0,0 1 0,0-1 0,0 0 0,1 0 1,-1 0-1,0 0 0,0 0 0,0 0 0,0 1 0,0-1 0,0 0 0,1 0 0,-1 0 0,0 0 0,0 0 0,0 0 1,0 0-1,1 0 0,-1 0 0,0 0 0,0 0 0,0 0 0,0 0 0,1 0 0,-1 0 0,0 0 0,0 0 0,0 0 0,1 0 1,-1 0-1,0 0 0,0 0 0,0 0 0,0 0 0,1 0 0,-1 0 0,0 0 0,0 2 413,-1 14 194,0 0 0,-1 0 0,-1-1 0,-1 1 1,-6 17-1,-34 78 968,23-61-828,-112 303 1419,130-345-2279,-1 4-244,0 0-1,-1-1 0,-1 0 1,1 0-1,-2 0 0,1-1 1,-1 1-1,-10 9 0,17-19 149,0-1-1,-1 0 1,1 0 0,0 1-1,0-1 1,0 0-1,0 0 1,0 0-1,0 1 1,0-1-1,-1 0 1,1 0-1,0 0 1,0 1-1,0-1 1,0 0-1,-1 0 1,1 0-1,0 0 1,0 1-1,0-1 1,-1 0-1,1 0 1,0 0-1,0 0 1,-1 0-1,1 0 1,0 0-1,0 0 1,-1 0-1,1 0 1,0 0-1,0 0 1,-1 0-1,1 0 1,0 0-1,0 0 1,-1 0-1,1 0 1,0 0-1,0 0 1,-1 0-1,1 0 1,0 0-1,0-1 1,-1 1-1,1 0 1,0 0-1,0 0 1,0 0-1,-1-1 1,1 1-1,0 0 1,0 0 0,0 0-1,0-1 1,0 1-1,-1 0 1,1 0-1,0 0 1,0-1-1,0 1 1,0 0-1,0 0 1,0-1-1,0 1 1,0 0-1,0-1 1,0 1-1,3-20-6385,9-14-1431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22.5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352 0 9540,'0'0'9012,"-10"21"-4580,-163 301 4652,127-238-8851,5 2 0,-35 99 0,71-174-4353,5-21-4781,0-1 7321,0-21-8182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23.4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1 101 6243,'0'0'16720,"24"-2"-14298,-5 1-1960,156-8 2742,339 9 56,-520 2-3221,1 1 0,-1-1 1,1 2-1,0-1 0,1 0 1,-1 1-1,0 0 0,1 0 1,0 0-1,-4 6 0,6-8-15,-16 17-10,-28 38 0,41-50-49,1 1 0,0-1 0,0 1 1,0 0-1,1 0 0,0 0 0,0 0 0,1 0 1,-2 13-1,4-19-40,0 0 0,0 0 0,1 0 0,-1 0 0,0 0 0,1 0 0,-1 0 0,1-1 0,0 1 0,-1 0 0,1 0 0,0 0 0,0-1 0,0 1 0,1 0 0,-1-1 0,0 1 0,0-1 0,1 0 0,-1 1 0,1-1 0,-1 0 0,1 0 0,0 0 0,0 0 0,-1 0 0,1 0 0,0 0 0,0-1 0,0 1 0,0-1 0,0 1 0,0-1 0,0 0 0,2 0 0,11 2-351,-1-1 0,0-1 0,24-2 1,-32 2 244,2-1 20,-1 0-1,1 0 1,-1-1-1,0 0 1,1 0-1,-1 0 1,0-1-1,0-1 1,-1 1-1,1-1 0,-1 0 1,7-6-1,-9 7 140,0-1-1,0 0 1,0 0-1,-1 0 1,1 0-1,-1-1 1,0 1-1,-1-1 1,1 0-1,-1 0 1,0 0-1,0 0 1,0 0-1,-1 0 1,0-1-1,0 1 1,0-9-1,0-7 184,-1 0 1,-2 1-1,-3-23 0,3 35-83,1 0-1,-1 0 0,-1 0 1,0 1-1,0-1 1,0 1-1,-1 0 1,0 0-1,-1 0 1,-9-12-1,13 17-58,-1 1 0,0-1 0,0 0-1,0 1 1,1 0 0,-1-1 0,-1 1 0,1 0 0,0 0 0,0 0 0,0 0 0,0 0-1,-1 1 1,1-1 0,0 1 0,-1 0 0,1-1 0,0 1 0,-1 0 0,1 0-1,-1 0 1,1 1 0,0-1 0,-1 1 0,1-1 0,0 1 0,-3 1 0,1-1-7,1 1 1,0 0 0,0 0 0,-1 0 0,1 1 0,1-1-1,-1 0 1,0 1 0,1 0 0,-1 0 0,1 0 0,0 0 0,0 0-1,0 0 1,0 1 0,-1 3 0,1-2-12,0-1-1,1 0 1,0 1 0,0 0-1,0-1 1,0 1 0,1 0-1,0-1 1,0 1 0,0 0-1,0-1 1,2 7 0,-1-9-6,0 1 0,0-1-1,0 1 1,0-1 0,1 0 0,-1 1 0,1-1 0,-1 0 0,1 0 0,0 0-1,0 0 1,0 0 0,0-1 0,0 1 0,0-1 0,1 1 0,-1-1-1,0 0 1,1 1 0,-1-1 0,6 1 0,11 2-23,0 0 0,0-2 0,1 0 0,-1-1-1,27-2 1,-12 0 26,-11 0 286,1-1 0,-1-1-1,0-1 1,0-1 0,0-1-1,-1-1 1,0-1 0,36-18-1,-57 31 2654,-6 21-2987,-7-8 46,9-15-22,1 0-1,0 0 1,0 0-1,-1 0 0,2 0 1,-1 0-1,0 1 1,1-1-1,0 1 0,-2 6 1,26-9-999,-9-1 887,-1 0 0,1 0 0,-1-2 0,1 1 0,-1-2-1,1 0 1,-1 0 0,0-1 0,-1-1 0,1 0 0,-1-1 0,0 0-1,17-12 1,-28 17 288,1-1 1,-1 1-1,1-1 0,-1 1 0,0-1 0,0 0 0,0 0 1,0 1-1,0-1 0,0 0 0,0 0 0,0 0 1,0-3-1,-1 6 1107,0 7-1362,0-3 170,0 1-407,0 1 1,0-1-1,0 0 1,1 1 0,0-1-1,4 12 1,-4-16-67,-1 0 0,1-1-1,0 1 1,0 0 0,1-1 0,-1 1 0,0-1 0,0 1 0,1-1 0,-1 0 0,3 2 0,-2-2-445,1 1 0,0-1 1,-1 0-1,1 0 0,0 0 1,0 0-1,0 0 1,0 0-1,3-1 0,24 1-10354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23.8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42 245 3890,'0'0'23314,"-7"14"-22302,-19 46-132,25-58-769,-1 1 0,1 0 0,0 0 0,0 0 0,1 0-1,-1 0 1,0 0 0,1 0 0,0 0 0,0 0 0,0 0 0,0 4 0,1 4 419,-1-11-432,0-12 118,1-6-219,1 1 0,1 0-1,0-1 1,1 1-1,8-23 1,40-85-4,-27 68-3,-17 40 0,-6 14-109,0 0 1,0 0 0,-1 0 0,1-1-1,-1 1 1,0-1 0,0 1-1,1-5 1,-1 11-734,0-1 0,0 0 0,1 0 0,-1 0 0,1 0 0,0 0 1,-1 0-1,1 0 0,0 0 0,0-1 0,0 1 0,0-1 0,1 1 0,-1-1 0,0 0 0,0 0 1,1 0-1,2 1 0,22 5-8942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24.1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0 8676,'0'0'17048,"-21"0"-14428,-68 2-609,83-1-1841,0-1-1,0 1 0,0 1 1,0-1-1,0 1 0,1 0 1,-1 0-1,0 1 0,1-1 1,0 1-1,0 0 1,0 1-1,-9 7 0,12-10-168,1 1 0,0-1 0,-1 1 0,1-1 0,0 1 1,0 0-1,0-1 0,0 1 0,1 0 0,-1 0 0,0-1 0,1 1 0,-1 0 0,1 0 0,-1 0 0,1 0 0,0 0 0,0 0 0,0 0 0,0 0 0,0 0 0,1 0 0,-1-1 0,1 1 0,-1 0 0,1 0 0,-1 0 1,1 0-1,0-1 0,0 1 0,0 0 0,0-1 0,0 1 0,0-1 0,1 1 0,-1-1 0,0 1 0,3 1 0,14 12-121,1 0 0,31 17 0,-29-19-526,-1 0-1,30 26 0,-48-37 584,-1 0 0,1-1 0,0 1 0,-1 0 0,1 0 0,-1 0 0,1 1-1,-1-1 1,0 0 0,0 0 0,0 1 0,0-1 0,0 4 0,-1-5 60,0 0 0,0 0-1,0 0 1,0 0 0,0 0 0,-1 0 0,1 0 0,0 0 0,-1 0-1,1 0 1,-1 0 0,1 0 0,-1 0 0,0 0 0,1 0 0,-1 0-1,0-1 1,0 1 0,1 0 0,-1-1 0,0 1 0,0 0 0,0-1-1,0 1 1,0-1 0,0 1 0,0-1 0,0 1 0,0-1 0,0 0-1,0 0 1,-2 1 0,-23 5 997,-48 4 1,-2 1-17,73-11-1761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24.9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638 1 3794,'0'0'11690,"-18"12"-8742,-3 3-2247,0 1 0,1 1 0,1 1 0,1 0-1,-30 39 1,-194 336 4415,46 27-3885,190-406-1548,0 1 1,1 0-1,0 0 0,1 1 0,1-1 1,-3 30-1,8-44-6,-1-1 1,0 0-1,1 1 1,-1-1-1,0 0 1,1 0-1,-1 0 1,0 0-1,1 0 1,-1 0-1,0-1 1,1 1-1,-1 0 1,0-1-1,0 1 1,3-2-1,27-22-4767,7-16-2844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25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0 3105,'0'0'16883,"14"12"-14808,-6-6-1660,-2-2-186,0 1 0,-1 0 0,1 0 0,-1 0 0,6 7 0,-10-9-117,1-1 0,0 1 0,-1-1-1,0 1 1,0 0 0,0 0 0,0 0 0,0-1 0,0 1 0,-1 0-1,1 0 1,-1 0 0,0 0 0,0 0 0,0 0 0,0 0 0,0 0 0,-1 0-1,-1 4 1,-34 94 2725,-1 5-1664,32-89-1054,1-2-1027,3-11-3489,0-23-12256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25.6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9989,'0'0'10943,"29"2"-9465,-13-1-1230,25 2 396,-1 2 1,1 2-1,67 19 1,-65-11-86,-1 1 1,-1 2-1,0 2 1,51 34-1,-77-43-454,-1 0-1,0 1 0,0 1 1,-1 0-1,19 26 1,-25-29-97,-1 0 1,0 0-1,0 1 0,-1-1 1,-1 1-1,1 1 1,-2-1-1,0 1 0,3 21 1,-4-19-3,-1-1-1,-1 0 1,0 1 0,-3 22 0,2-31-2,-1 0 0,1 1 1,-1-1-1,0 0 1,0 1-1,0-1 1,-1-1-1,0 1 0,0 0 1,0-1-1,-1 1 1,1-1-1,-8 7 1,-2-1 84,-1-1 0,0 0 0,0 0 0,-1-1 0,0-1 0,-1-1 0,1 0 0,-29 6 0,-11 0 748,-67 5 0,-186-2-15,314-21-3698,9-2 794,-1 1 1,2 1-1,-1 0 1,25-5-1,-18 4-772,48-13-7922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26.1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185 19 6243,'0'0'14124,"7"-3"-12766,24-8 93,-36 9 5446,-33-1-6100,30 3-759,0 1 0,0 0 0,0 0 0,1 0 1,-1 1-1,1 0 0,-1 1 0,1 0 0,0 0 0,0 0 0,0 1 0,0 0 0,1 0 0,0 1 0,0 0 0,0 0 0,0 0 1,1 1-1,0 0 0,0 0 0,0 0 0,1 1 0,0-1 0,0 1 0,0 0 0,1 0 0,0 1 0,1-1 0,0 1 1,0-1-1,0 1 0,0 15 0,2-23-45,0 1 1,0-1 0,1 1 0,-1-1 0,0 1-1,1-1 1,-1 1 0,0-1 0,1 1-1,-1-1 1,0 1 0,1-1 0,-1 0 0,1 1-1,-1-1 1,1 1 0,-1-1 0,1 0-1,-1 0 1,1 1 0,-1-1 0,1 0 0,0 0-1,-1 0 1,1 0 0,-1 0 0,1 0-1,-1 0 1,1 0 0,0 0 0,0 0 0,25 0-93,-18 0 29,0-1-38,1 0 0,-1-1 0,0 0 0,1 0 1,-1 0-1,0-1 0,0-1 0,-1 1 0,1-1 1,-1-1-1,1 1 0,7-8 0,1-1-40,0-1-1,-1 0 1,26-31-1,-35 32 286,-2 6 683,-4 12 1227,-5 31-2047,-2 4 0,-3 75 0,10-113-32,1-1 0,-1 1 0,0 0 0,1 0 1,0-1-1,-1 1 0,1 0 0,0 0 0,0-1 0,0 1 0,0-1 0,0 1 1,0-1-1,0 0 0,1 1 0,-1-1 0,0 0 0,1 0 0,-1 0 0,1 0 0,-1 0 1,1 0-1,0 0 0,-1 0 0,1-1 0,0 1 0,0 0 0,-1-1 0,1 0 0,0 1 1,0-1-1,3 0 0,9 1-1300,1 0 1,0-1-1,16-1 0,-18 0-634,34-5-5808,-2-11-4616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26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2689,'0'0'11144,"4"0"-8687,-2 0-2068,0 0 0,0 1 0,0-1 0,0 1 0,0 0 0,0 0 0,-1 0 0,1 0 0,0 0 0,0 0 0,-1 0 0,1 1 0,0-1 0,-1 0 0,1 1 0,-1 0 0,2 2 0,26 41 5208,-12-17-3869,-13-23-1601,0 1 1,0-1-1,1 0 1,0 0-1,-1 0 1,2-1-1,-1 0 1,0 0-1,1 0 0,0 0 1,0-1-1,0 0 1,10 3-1,-8-3-723,1-2-1,-1 1 0,1-1 0,-1 0 0,1-1 0,13-1 1,-21 1 29,1 0 1,-1 0 0,0 0 0,1-1-1,-1 1 1,0 0 0,1-1 0,-1 1-1,0-1 1,0 0 0,0 1-1,1-1 1,-1 0 0,0 0 0,0 0-1,0 0 1,0 0 0,0 0 0,1-2-1,7-7-11081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26.9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979 11 4274,'0'0'17568,"-3"-1"-15223,1-1-2045,0 1 0,-1 0 0,1 0 0,-1 0 0,1 0 0,-1 0-1,0 0 1,1 1 0,-1 0 0,0-1 0,1 1 0,-1 0 0,0 0 0,1 0 0,-1 1 0,0-1-1,-4 2 1,1 0-35,0 0-1,1 1 0,-1-1 0,1 1 0,-1 1 0,1-1 0,-7 7 1,-7 7-85,1 2 1,-30 39-1,42-51-37,-17 27-142,1 0 1,1 1-1,2 2 1,2 0-1,1 0 1,2 2-1,2-1 1,1 2-1,-7 56 1,3 26-737,2 223 1,13-318 595,1 7-365,-6 43 0,4-69 448,0 0-1,0-1 1,-1 1 0,0 0-1,-1-1 1,0 0 0,0 1 0,0-1-1,-1 0 1,0-1 0,-6 9 0,7-13 98,0 0 1,1 1 0,-2-1-1,1 0 1,0-1 0,0 1-1,0 0 1,-1-1 0,1 0-1,-1 0 1,1 0 0,-1 0 0,0-1-1,1 1 1,-1-1 0,0 0-1,-7 0 1,1-1 209,0 0 0,0-1 0,1 0 0,-1 0 1,-16-7-1,-21-13 379,-66-42 1,65 35-574,-56-24 0,18 18-621,106 35-6461,19 0 252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0.1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1045 1505,'0'0'12742,"-2"-3"-10712,1 1-1802,0 0 0,0 0-1,0-1 1,0 1 0,1 0 0,-1 0 0,1-1 0,-1 1 0,1 0 0,0-1 0,0 1-1,0 0 1,0-1 0,0 1 0,0 0 0,1 0 0,-1-1 0,1 1 0,1-3-1,0 0-52,1 1 0,-1-1-1,1 1 1,0 0-1,0 0 1,0 0-1,1 1 1,6-7 0,7-2-56,0 0 1,1 2 0,26-14 0,-19 13-48,0 0 0,34-9-1,-50 17-61,-1 1 0,1 0 0,0 1 0,0 0 0,0 0 0,1 1 1,-1 0-1,0 0 0,0 1 0,14 3 0,-20-3-9,0 1 0,0-1 0,-1 0 0,1 1 0,0 0 1,-1-1-1,1 1 0,-1 0 0,0 0 0,0 1 0,1-1 1,-1 0-1,-1 1 0,1-1 0,1 4 0,1 1 5,-1 0-1,1 0 0,-2 1 1,4 13-1,0 21 77,-1 1-1,-3 0 1,-1 0 0,-8 65-1,3-70-64,-1 0 0,-3 0 0,0-1 0,-3-1 0,-1 1 0,-2-2-1,-1 0 1,-27 46 0,176-235-350,-117 136 342,13-14-33,59-48 1,-81 74 10,1-1 1,0 1 0,0 1 0,0 0-1,1 0 1,-1 1 0,1 0 0,0 0-1,0 1 1,1 1 0,-1 0 0,19-1-1,-27 3 6,0 0-1,0 0 0,0 1 1,0 0-1,0-1 1,0 1-1,0 0 0,0 0 1,0 0-1,0 0 1,-1 0-1,1 0 0,0 1 1,-1-1-1,1 1 1,-1-1-1,1 1 0,-1-1 1,0 1-1,1 0 1,0 3-1,23 48-23,-16-29 53,2 0-13,-7-12-20,1 0 1,1-1-1,-1 0 1,2 0 0,0-1-1,0 1 1,14 14 0,-18-23-38,0-1 1,0 1 0,0-1 0,0 1 0,0-1 0,1 0 0,-1 0 0,0 0 0,1-1 0,-1 1-1,7-1 1,-2 1-36,-1-1-1,1-1 0,-1 1 0,11-3 0,-16 2 67,0 0 0,0 0 1,0 0-1,0 0 0,0-1 0,0 1 0,0-1 0,0 1 0,-1-1 1,1 0-1,-1 1 0,1-1 0,-1 0 0,0 0 0,2-4 1,16-36-254,-16 33 209,3-7 16,-1 1 0,-1 0 1,0-1-1,-2 0 0,1 0 1,-2 0-1,0 0 0,-1 0 1,-1 0-1,0 0 0,-1 0 1,-7-26-1,1 15 74,-2 1 1,0-1 0,-2 2-1,-1-1 1,-1 2 0,-22-30-1,-34-40 1241,69 92-1027,73 3-286,-4 0 48,0-2-1,84-14 1,-12-15-714,-2-7 0,223-90 0,-266 88-608,129-72 1,-190 91 1075,0-2 1,-1-1-1,-1-2 1,-1-1 0,-2-1-1,45-52 1,-65 66 304,0 1 1,-1-1 0,0 0-1,-1-1 1,0 0 0,-1 0-1,-1 0 1,0-1 0,-1 0-1,-1 0 1,0 0-1,1-30 1,-4 44-29,1-5 176,-1 0 0,0 1 0,0-1 0,-1 0 0,-1-7 0,1 11-120,1 0 1,-1 1-1,0-1 0,0 1 0,1-1 0,-1 1 1,0-1-1,0 1 0,-1 0 0,1-1 0,0 1 0,0 0 1,0 0-1,-1 0 0,1 0 0,-1 0 0,1 0 0,-1 0 1,1 0-1,-1 1 0,1-1 0,-4 0 0,-4-1 120,0 0-1,-1 1 0,1 0 0,-1 1 0,1 0 1,-1 1-1,1 0 0,-1 0 0,1 1 1,0 0-1,-1 0 0,1 1 0,0 0 0,1 1 1,-1 0-1,-9 6 0,-4 4 168,0 1 0,1 0 0,0 2 0,-31 33 0,16-10 159,3 2 1,1 1 0,1 1-1,3 2 1,-37 83 0,-83 261 528,85-209-759,-47 110-151,107-273-187,3-18 27,0 0 0,0 1-1,0-1 1,0 0-1,0 0 1,0 0 0,0 1-1,0-1 1,0 0 0,0 0-1,0 1 1,1-1 0,-1 0-1,0 0 1,0 0 0,0 1-1,0-1 1,1 0 0,-1 0-1,0 0 1,0 0 0,0 0-1,1 1 1,-1-1-1,0 0 1,0 0 0,1 0-1,-1 0 1,0 0 0,0 0-1,1 0 1,-1 0 0,0 0-1,3 0-2,0-1 0,0 0 0,0 0-1,0 0 1,-1 0 0,1 0 0,-1 0-1,4-3 1,37-24-105,-1-2 0,67-61 0,-75 60-127,-18 16 206,-15 14 96,-1 1 40,2 3-96,-1-1-1,1 0 1,-1 1-1,1 0 1,-1-1 0,0 1-1,0 0 1,0 0-1,-1-1 1,2 7-1,-2-8 1,1 3 32,2 11-310,1 1 0,0-1 0,1 0-1,12 24 1,-15-35-158,1 0-1,-1 0 0,1 0 1,0-1-1,0 0 0,0 1 1,0-1-1,1 0 1,-1 0-1,1-1 0,0 1 1,0-1-1,0 0 0,0 0 1,0 0-1,0 0 0,0-1 1,1 0-1,-1 0 0,1 0 1,5 0-1,41-2-6606,9-11-3423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0.5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343 1 10069,'0'0'11111,"-21"5"-9406,-70 17-486,71-16-637,2 0-1,-1 1 0,1 1 1,0 1-1,0 0 0,1 1 0,1 1 1,-23 19-1,36-27-494,-1-1-1,0 1 1,1 0-1,0 0 1,0 0-1,0 1 1,0-1-1,0 1 1,1 0 0,0-1-1,-1 1 1,1 0-1,1 0 1,-1 1-1,0-1 1,1 0-1,0 1 1,0-1-1,1 0 1,-1 1 0,1-1-1,0 1 1,0-1-1,1 9 1,0-12-86,-1 0-1,1 0 1,0 1 0,-1-1 0,1 0 0,0 0-1,0 0 1,0 0 0,0 0 0,0 0 0,0-1 0,0 1-1,0 0 1,0 0 0,1-1 0,-1 1 0,0-1-1,0 1 1,1-1 0,-1 1 0,0-1 0,2 0 0,35 4-46,-32-3 23,8-1-136,0 0 0,0-1 0,0-1 0,-1 0 1,1 0-1,0-2 0,-1 1 0,0-2 0,0 0 0,0 0 1,-1-2-1,0 1 0,0-1 0,0-1 0,-1 0 1,0-1-1,-1 0 0,11-11 0,-19 18 172,-1 0 0,1 0 0,0 0 0,-1-1 0,1 1 0,-1 0 0,0-1 0,0 1 0,0 0 0,0-1 0,0 0 0,0 1 0,-1-1 0,1 1 0,-1-6 795,-2 9-807,0-1 0,1 1-1,-1 0 1,0 0 0,0 0 0,1 0-1,-1 0 1,0 0 0,1 0 0,-1 1-1,1-1 1,0 0 0,-1 1-1,1 0 1,0-1 0,0 1 0,0 0-1,0-1 1,0 1 0,0 0 0,0 0-1,0 3 1,-14 45-226,13-42-54,1-1 0,0 0 0,0 1 0,1-1 0,0 0-1,1 8 1,-1-13 50,0 0-1,1 0 1,-1 0-1,1 0 1,0 0-1,-1 0 1,1-1-1,0 1 1,0 0-1,0 0 1,0-1-1,1 1 1,-1-1-1,0 1 1,1-1-1,-1 0 1,1 1-1,-1-1 1,1 0-1,-1 0 1,1 0-1,0 0 0,0 0 1,-1-1-1,1 1 1,0 0-1,3 0 1,37 4-5484,8-5-2460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0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353 1 13222,'0'0'4938,"-16"26"-1315,16-25-3602,-125 235 6721,85-145-4753,-74 184 237,101-236-2225,1 1 0,2 0 0,2 1 0,2 0 0,-1 44 0,7-70-1,-1-7 0,1 1 0,0-1 0,0 1 0,1-1 0,0 0 0,3 12 0,-3-18 0,1 1 0,-1-1 0,0 0 0,0 0 0,1 0 0,-1 1 0,1-2 0,0 1 0,0 0 0,0 0 0,0-1 0,0 1 0,0-1 0,0 1 0,0-1 0,0 0 0,1 0 0,-1 0 0,0 0 0,1 0 0,-1 0 0,1-1 0,-1 0 0,1 1 0,2-1 0,10 2-389,0-1 1,0-1-1,0 0 1,0-1-1,21-4 1,-26 3-544,-1 0 0,1-1 1,0-1-1,-1 0 0,0 0 0,0 0 1,0-1-1,14-11 0,22-23-7784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0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82 7988,'0'0'8211,"179"-31"-4961,-87 20-2002,7 3-1248,1 0-992,7-5-3746,18 3-7764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1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1 2945,'0'0'23867,"-46"131"-22490,34-95-465,-5 6-95,-2-7-225,0-6-368,3-1-208,9-14-16,1-8-1040,6-37-12230,4-13-897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1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16039,'0'0'10181,"64"88"-11910,-30-67-1968,-5 0-3283,3-9-5329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1.6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272 1 5491,'-19'3'8910,"7"0"-7636,-15 1 1047,1 2 0,0 1-1,-30 12 1,41-13-1002,2-1-82,0 0-1,-20 13 1,31-17-1136,-1 1-1,1-1 1,0 1-1,0-1 1,0 1-1,0 0 1,1 0-1,-1 0 1,0 0-1,1 0 1,-1 0-1,1 0 1,0 0-1,0 1 1,0-1 0,0 0-1,0 1 1,0-1-1,1 1 1,-1-1-1,0 3 1,2-3-98,-1 0 0,1-1 0,-1 1 1,1 0-1,0-1 0,-1 1 0,1-1 1,0 1-1,0-1 0,0 1 0,0-1 0,0 0 1,1 1-1,-1-1 0,0 0 0,1 0 1,-1 0-1,1 0 0,-1 0 0,1 0 1,-1 0-1,4 0 0,47 19-130,-28-12-79,-13-4-12,0 1-1,-1 0 1,0 1-1,11 7 1,-19-11 185,0-1 1,0 1-1,-1-1 1,1 1 0,0 0-1,-1 0 1,1-1-1,-1 1 1,1 0-1,-1 0 1,0 1-1,0-1 1,0 0-1,0 0 1,0 0-1,0 1 1,-1-1-1,1 1 1,-1-1-1,0 0 1,1 1-1,-1-1 1,0 1-1,-1-1 1,1 0 0,-1 5-1,0-5 36,0 0 0,0 1 0,0-1 0,-1 0 0,1 0-1,-1 0 1,1 0 0,-1 0 0,0 0 0,1-1 0,-1 1 0,0-1 0,0 1 0,0-1 0,-5 2-1,-38 17 290,27-14 5,6-1-137,10-4-707,8-18-13697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1.9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519 0 9092,'0'0'10341,"-48"136"-4675,6-44-2080,-4 7-1105,5 1-880,3-6-1601,7 0 0,3-8 0,-1-7 0,-2-14 0,-7-6-1169,-4-11-1936,-8-19-2401,-4-19-4499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2.5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0 739 672,'33'-12'14500,"269"-85"-4396,-189 68-7795,337-98 1239,-384 103-3654,0-2 1,-2-3 0,-1-3-1,91-62 1,-134 80-116,-1-1 0,-1-1 1,0-1-1,20-24 0,-32 34 201,0-1 0,-1 0 1,0 0-1,0 0 0,-1-1 0,0 0 0,-1 0 0,1 0 0,-2 0 0,1 0 1,-1 0-1,-1-1 0,1-14 0,-2 23 38,0-1-1,0 1 1,0 0-1,-1 0 1,1 0-1,0-1 1,-1 1 0,1 0-1,-1 0 1,1 0-1,-1 0 1,0 0-1,0 0 1,1 0 0,-1 0-1,0 0 1,0 0-1,0 0 1,0 0-1,0 1 1,0-1 0,0 0-1,0 1 1,0-1-1,0 0 1,-1 1-1,1 0 1,0-1 0,0 1-1,0 0 1,-1-1-1,1 1 1,-2 0-1,-6-1 78,0 1 0,-1 0 0,-14 1 0,19-1-69,-10 3 7,-1 0 0,1 1 0,0 0 0,0 1 0,1 1 0,-1 0 0,1 1 0,1 1 0,-1 0 0,1 1 0,0 0-1,-18 19 1,-10 11 3,2 2-1,-39 54 0,-10 26 155,6 4 0,-125 258 1,204-378-204,-3 5-54,1 1-1,0 1 1,0-1 0,1 1-1,0-1 1,1 1-1,1 0 1,-2 21 0,25-35-411,3-8 265,-2-1 1,0-2-1,0 0 0,-1-1 0,34-30 0,-24 20-305,-20 16 348,21-16-542,-2-2 1,30-30-1,-63 63 989,-1 1 0,1 0-1,0 0 1,0 0 0,1 0 0,0 0 0,1 1 0,-1 15 0,-4 91-574,6-109-35,0 1 0,0-1 0,0 1 0,1-1-1,0 1 1,1-1 0,3 12 0,-4-16-71,1 0 0,-1 0 1,0 0-1,1 0 0,-1 0 0,1 0 1,0-1-1,0 1 0,0 0 1,-1-1-1,1 0 0,1 1 0,-1-1 1,0 0-1,0 0 0,0 0 0,1 0 1,-1 0-1,0-1 0,1 1 0,-1-1 1,1 1-1,3-1 0,30 1-8865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2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 2721,'0'0'15615,"17"12"-14027,-5-4-1267,5 6 354,1-2 1,0 0-1,1-1 0,38 15 0,-51-24-602,0 0 0,0 0 0,0-1 0,0 0 0,0 0 0,0-1-1,0 0 1,0 0 0,0 0 0,9-2 0,-12 2-81,-1-1 0,0 0 0,1 0 0,-1 0 0,0-1 0,1 1-1,-1 0 1,0-1 0,0 1 0,0-1 0,0 0 0,-1 0 0,1 0 0,0 0 0,-1 0 0,1 0 0,-1 0 0,0 0 0,1-1 0,-1 1 0,0 0 0,-1-1 0,1 1 0,0-1 0,0-4 0,0 2-45,0 1-1,-1 0 1,1-1 0,-1 1 0,0 0-1,-1-9 1,0 12 56,1 0 0,0 0-1,-1 0 1,1-1 0,0 1 0,-1 0-1,1 0 1,-1 0 0,0 1-1,1-1 1,-1 0 0,0 0 0,0 0-1,0 0 1,1 1 0,-1-1 0,0 0-1,0 1 1,0-1 0,0 1-1,0-1 1,0 1 0,0-1 0,0 1-1,0 0 1,-1-1 0,1 1-1,0 0 1,-1 0 0,-10-2 374,0 2 1,0-1-1,0 2 1,0-1-1,0 2 1,0-1 0,0 2-1,1 0 1,-1 0-1,1 1 1,-18 8-1,23-9-228,1 1 1,-1-1-1,1 1 1,0 0-1,0 1 0,0-1 1,1 1-1,-1 0 1,1 0-1,0 0 0,0 1 1,1-1-1,0 1 1,0 0-1,0 0 0,1 0 1,0 0-1,0 1 1,0-1-1,1 1 0,0-1 1,0 12-1,0-6-104,1 0 0,1 0 0,0 0 0,1 0 0,0 0 0,1 0-1,1 0 1,-1-1 0,8 16 0,-7-20-169,0 1 0,0-1 0,1 0 0,0 0 0,0-1 0,1 1 0,-1-1 0,1 0 0,1-1 0,-1 0 0,1 0 0,0 0 0,0 0 0,13 4 0,-14-6-533,1-1-1,0 0 1,0 0-1,0-1 1,0 0-1,1 0 1,-1 0 0,0-1-1,0 0 1,0-1-1,12-2 1,42-16-8006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3.9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811 83 1425,'0'0'17893,"7"18"-15318,58 145 4972,-61-190-5994,-2-19-2161,-2 30 247,-1 1 0,-1-1 0,0 0 1,-8-28-1,9 40 240,0-1 0,-1 1 0,1-1-1,-1 1 1,0 0 0,-1 0 0,1 0 0,-1 0-1,0 0 1,0 0 0,0 1 0,0-1 0,-1 1-1,1 0 1,-1 0 0,0 0 0,0 1 0,0-1-1,0 1 1,-7-3 0,2 3 42,0 0 0,-1 1 0,1 0 0,0 1 0,0 0 0,0 0 0,-1 1 0,1 0 0,0 1 0,0-1 0,0 2 0,0 0 0,0 0 0,-11 6 0,-14 8 17,1 1 1,-37 28 0,53-34 40,-35 24 100,1 3-1,1 2 1,3 2 0,2 2 0,-60 76-1,83-92 74,2 1-1,2 2 0,0 0 1,-19 52-1,28-59-62,1 1 1,2 0-1,0 0 0,2 0 1,1 0-1,0 52 0,3-72-85,0 0-1,1 0 1,0 0 0,0 0 0,0 0-1,1 0 1,0-1 0,0 1-1,0-1 1,5 9 0,-5-11-9,0 0 0,1 0 1,-1-1-1,1 1 1,-1-1-1,1 0 1,0 0-1,0 0 1,0 0-1,0 0 0,0-1 1,0 1-1,1-1 1,-1 0-1,0 0 1,1 0-1,-1 0 1,1-1-1,3 1 0,6 0-158,-1-1-1,1 0 1,0-1 0,0 0-1,0-1 1,21-7-1,73-30-3086,-69 23 1415,126-55-8036,-84 30 2387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4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169 0 4722,'0'0'16250,"-21"16"-13905,-64 51-453,81-64-1709,-1 0 0,1 1 1,0 0-1,0 0 0,1 0 1,-1 0-1,1 0 0,0 1 1,0-1-1,0 1 0,1 0 0,-1 0 1,1 0-1,0 0 0,1 0 1,-3 10-1,2-2 110,0-3-176,0-1 0,1 0 0,0 1 0,1-1 0,0 1 0,1 13 0,0-22-113,-1 0-1,1 0 0,-1-1 0,0 1 0,1 0 0,0 0 0,-1 0 0,1 0 0,0-1 0,-1 1 0,1 0 0,0-1 0,0 1 1,-1 0-1,1-1 0,0 1 0,0-1 0,0 1 0,0-1 0,0 0 0,0 1 0,0-1 0,0 0 0,0 0 0,0 0 0,0 0 0,0 1 1,0-1-1,1-1 0,34-1 42,-32 2-33,3-2-2,0 1-1,0-1 1,0-1 0,0 1 0,0-1 0,-1-1-1,1 1 1,-1-1 0,1 0 0,-2 0 0,1-1-1,0 0 1,-1 0 0,0 0 0,0-1 0,4-6-1,-3 5 81,-1 0-1,0-1 1,-1 0-1,0 0 0,0-1 1,0 1-1,-1-1 1,-1 0-1,1 0 0,-2 0 1,1 0-1,0-14 0,-2 21-57,0 0 0,-1 0 0,1-1 0,0 1 0,-1 0 0,0 0 0,1 0 0,-1 0-1,0 0 1,0 0 0,0 0 0,0 0 0,-1 0 0,1 0 0,-1 0 0,1 1 0,-1-1-1,1 0 1,-1 1 0,0 0 0,0-1 0,-2-1 0,-1 1 15,0 0 1,0-1-1,0 2 0,0-1 1,0 1-1,0-1 1,0 1-1,0 1 1,-1-1-1,-4 1 0,4 0-182,0 0 0,0 1-1,0 0 1,0 0 0,0 0-1,0 0 1,0 1-1,-10 5 1,14-6-89,-1 0-1,1 1 1,0-1 0,-1 1-1,1 0 1,0-1 0,0 1-1,0 0 1,0 0 0,1 0-1,-1 0 1,0 1 0,1-1-1,0 0 1,-1 1 0,1-1-1,0 1 1,0-1 0,0 4-1,1-5 4,0 14-3645,10-8-1520,23-4-4035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4.5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272 10 10901,'0'0'5920,"-22"-2"-942,-72-5-349,87 6-4285,0 1 0,0 0 1,0 0-1,0 1 0,0 0 0,0 0 0,1 1 0,-1 0 1,0 0-1,-11 5 0,14-4-224,-1 0 1,0 0 0,1 0-1,0 1 1,0 0-1,0 0 1,0 0-1,1 0 1,-1 1-1,-4 8 1,6-11-113,1 0 0,0 0 0,0 0 0,0 0 0,0 1 0,1-1 0,-1 0 0,0 0 1,1 1-1,0-1 0,-1 0 0,1 1 0,0-1 0,0 0 0,0 1 0,1-1 0,-1 0 0,0 1 0,1-1 0,0 0 1,-1 0-1,1 0 0,0 1 0,0-1 0,0 0 0,1 0 0,-1 0 0,0-1 0,1 1 0,-1 0 0,1 0 1,2 2-1,7 4-34,0 0 1,0 0-1,1-1 1,21 9 0,9 6-86,-37-18 69,0-1-1,-1 1 1,1 0-1,-1 0 1,0 0-1,0 1 0,-1 0 1,7 8-1,-10-11 37,1-1 0,0 1-1,-1 0 1,1-1-1,0 1 1,-1-1 0,0 1-1,1 0 1,-1-1-1,0 1 1,0 0-1,0-1 1,0 1 0,0 0-1,-1 0 1,1-1-1,0 1 1,-1-1 0,1 1-1,-1 0 1,0-1-1,1 1 1,-1-1-1,0 1 1,0-1 0,0 0-1,0 1 1,0-1-1,0 0 1,-1 0 0,1 0-1,0 1 1,0-1-1,-1 0 1,-1 0-1,-14 8 6,0-1 0,0 0 0,-1-2-1,0 0 1,0-1 0,0-1-1,-24 2 1,41-6-88,1 1 0,0-1 1,-1 0-1,1 0 0,-1 0 0,1 0 1,0 0-1,-1 0 0,1 0 0,-1 0 0,1 0 1,-1 0-1,1 0 0,0 0 0,-1-1 1,1 1-1,0 0 0,-1 0 0,1 0 1,-1 0-1,1-1 0,0 1 0,-1 0 1,1 0-1,0-1 0,0 1 0,-1 0 1,1-1-1,0 1 0,0 0 0,-1-1 0,1 1 1,0 0-1,0-1 0,0 1 0,0-1 1,-1 1-1,1 0 0,0-1 0,0 1 1,0 0-1,0-1 0,0 1 0,0-1 1,0 1-1,0-1 0,0 1 0,0 0 1,0-1-1,0 1 0,1-1 0,-1 1 1,0 0-1,0-1 0,0 1 0,0 0 0,1-1 1,-1 1-1,0 0 0,0-1 0,1 1 1,0-1-1,16-27-3876,23-16-2878,14-9-3140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4.7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392 0 4930,'0'0'9669,"-23"13"-4934,10-5-4086,0-1-105,0 0 0,1 1 0,0 1 0,0 0 0,0 1 0,1 0 0,1 0 0,0 1 0,0 1 0,1 0 0,-7 13 0,13-21-441,-170 337 5954,166-325-6048,0 1-1,2 0 1,-1 0 0,2 1 0,0 0-1,2-1 1,-1 1 0,2 1 0,1-1-1,1 18 1,0-34-9,-1 0 0,1 0 0,-1-1 0,1 1 0,0 0 0,-1-1 0,1 1 0,0 0 0,0-1 0,1 1 0,-1-1 0,0 1 0,0-1 0,1 0 0,-1 1 0,1-1 0,-1 0 0,1 0 0,-1 0 0,1 0 0,0 0 0,-1-1 0,1 1 0,0 0 0,0-1 0,0 1 0,3-1 0,6 2-126,1-1 0,0 0 0,18-2 0,-10 0-362,-1 1-527,-1-1 0,0-1 1,1 0-1,30-10 0,-35 8-871,1-2-1,-1 0 1,19-11-1,29-25-9472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4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48 13158,'0'0'4850,"119"0"-1616,-27-2-2370,19-4-864,6-4-1489,0-3-3633,-6-4-8564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5.3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169 0 272,'0'0'13204,"-19"5"-8208,-58 15-1383,73-19-3438,0 1 0,1-1 1,-1 0-1,0 1 0,1 0 0,-1 0 1,1 0-1,0 0 0,0 1 1,0-1-1,0 1 0,0 0 0,0 0 1,1 0-1,-1 0 0,1 0 1,0 0-1,0 1 0,0-1 0,1 1 1,-1 0-1,1-1 0,-2 6 1,2 1-161,0 1 0,0-1-1,1 1 1,0-1 0,1 1 0,2 12 0,-3-23-10,1 5 6,1-1-1,-1 0 0,1 0 0,0 0 1,0 0-1,0 0 0,1 0 0,-1 0 0,1-1 1,0 1-1,0-1 0,0 0 0,0 0 1,1 0-1,-1 0 0,1-1 0,0 1 1,0-1-1,0 0 0,0 0 0,0 0 0,0-1 1,1 0-1,-1 1 0,0-1 0,1-1 1,-1 1-1,1-1 0,-1 0 0,1 0 0,-1 0 1,1 0-1,-1-1 0,1 0 0,7-2 1,-10 1 6,1 0 0,0 0 0,-1-1 0,1 1 0,-1-1 0,0 1 0,0-1 0,0 0 0,0 0 0,-1 0 1,1 0-1,-1 0 0,0 0 0,1 0 0,-2 0 0,1-1 0,1-6 0,-1 4 190,0-1-1,0 1 1,-1-1-1,0 1 1,0-1-1,0 1 1,-1-1-1,-2-10 1,0 12-76,1 0 0,-1 0 0,0 1 1,0-1-1,0 1 0,0-1 0,-1 1 0,0 0 1,0 1-1,0-1 0,0 1 0,-1-1 0,0 1 1,1 1-1,-8-4 0,4 2-217,-1 0 1,0 0-1,0 1 1,0 1-1,0 0 0,0 0 1,0 0-1,-12 1 1,20 1-47,0 0 1,1 0-1,-1 0 0,1 0 1,-1 0-1,1 0 1,-1 1-1,0-1 1,1 0-1,-1 0 1,1 1-1,-1-1 1,1 0-1,-1 1 1,1-1-1,0 0 1,-1 1-1,1-1 1,-1 1-1,1-1 1,0 0-1,-1 1 1,1-1-1,0 1 1,-1-1-1,1 1 1,0 0-1,0-1 0,0 1 1,0-1-1,-1 1 1,1-1-1,0 1 1,0 0-1,0-1 1,0 1-1,0-1 1,0 1-1,0-1 1,1 1-1,-1 0 1,0-1-1,0 1 1,0-1-1,1 1 1,-1-1-1,0 1 1,0-1-1,1 1 1,-1-1-1,0 1 1,1-1-1,-1 1 0,1-1 1,-1 0-1,0 1 1,1-1-1,-1 0 1,1 1-1,-1-1 1,1 0-1,0 0 1,0 1-1,3 1-728,-1-1 0,1 1 0,0-1 0,1 0-1,-1 0 1,8 1 0,42 1-8355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5.6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981 199 3554,'-20'-19'10826,"0"-1"-8878,3 2-681,-1 1-1,-1 1 0,0 0 0,-1 2 0,-31-18 1,37 25-638,0 0 0,-1 0 1,0 2-1,0 0 1,0 1-1,-1 0 0,1 1 1,-1 1-1,0 1 1,0 0-1,-31 2 0,41 1-566,-1-1 0,1 1-1,-1 0 1,1 1 0,0 0-1,0 0 1,0 0 0,0 0-1,0 1 1,1 0 0,0 1-1,-1-1 1,2 1 0,-1 0-1,-5 6 1,-7 12 22,0 1 0,-16 32 0,29-49-73,-37 69-2,-52 141 0,-7 87-12,19-52 3,73-229-78,-23 57-176,28-74-148,0 1 0,0-1 0,-1 1 0,0-1 1,-1 0-1,1-1 0,-1 1 0,-9 7 0,13-12 96,-8 4-2014,5-6-1460,3-7-4070,1-18-4327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5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63 8132,'0'0'11573,"161"-27"-10116,-79 27-1457,16-3-144,6-1-1985,16-8-3762,7-5-6515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6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716 0 10981,'0'0'20041,"-145"149"-18680,93-55-977,-2 16-384,-5 8 0,3-6 0,2-1 0,3-19 0,3-17 0,0-16 0,2-19-1537,7-17-1952,3-17-1522,9-6-4577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6.6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1 592 9620,'31'-5'4117,"378"-52"8059,-267 32-10670,196-62 0,-272 65-1622,0-3-1,-2-3 1,-1-2-1,-2-4 1,59-42-1,-92 56 24,35-33-1,-55 46 100,-1-1 0,0 1-1,0-1 1,-1-1 0,0 1-1,-1-1 1,0 0 0,8-19-1,-13 27 18,1 0 1,-1 0-1,1 0 0,-1 0 0,0 0 1,1 0-1,-1 0 0,0 0 0,0 0 1,0 0-1,0 0 0,0 0 0,0 0 1,0 0-1,0 0 0,0 0 1,0 0-1,0 0 0,-1 0 0,1 0 1,0 0-1,-1 0 0,1 1 0,-1-1 1,1 0-1,-1 0 0,1 0 0,-1 0 1,0 1-1,1-1 0,-1 0 0,0 0 1,0 1-1,1-1 0,-1 1 0,0-1 1,0 1-1,0-1 0,0 1 0,0-1 1,0 1-1,0 0 0,0 0 0,0-1 1,0 1-1,0 0 0,-2 0 0,-4 0 102,0 0 0,-1 1 0,1-1-1,0 1 1,-12 4 0,-1 1-13,0 1-1,0 1 1,1 1 0,0 1 0,-23 15-1,-85 70 702,69-45-669,3 3 1,2 2-1,2 2 0,3 2 0,3 3 0,2 1 0,-38 77 0,75-130-180,1 1 0,0-1 0,0 1 0,1 0 0,0 1 0,1-1 0,1 0 0,-1 1 0,2 0 0,0 0 0,0 21 0,2-33 23,0 1 0,0 0 0,0-1 1,-1 1-1,1-1 0,0 1 0,0-1 1,0 1-1,0-1 0,0 0 0,0 1 1,0-1-1,0 0 0,0 0 0,0 0 1,0 0-1,0 0 0,0 0 0,0 0 0,0 0 1,0 0-1,0 0 0,1-1 0,3 1-46,7-1-91,0 0 1,-1 0-1,1-1 0,0-1 0,-1 0 0,1 0 0,-1-1 1,0-1-1,0 0 0,0 0 0,17-13 0,-13 7 15,-1 0-1,0-1 0,-1-1 0,-1 0 1,0 0-1,-1-2 0,13-19 0,-23 79 2037,1 11-3233,-2-17-1840,0-15-3477,19-19-11455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7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1 4290,'0'0'13876,"18"16"-12844,61 53 25,-75-64-898,1-1 0,0-1 0,1 1 0,-1-1 0,1 0 1,-1 0-1,1 0 0,0-1 0,0 0 0,0 0 1,0 0-1,0-1 0,0 0 0,1 0 0,-1-1 0,0 0 1,13-1-1,0 1 305,-17 0-458,0-1 0,1 1 0,-1-1 1,0 0-1,0 0 0,1 0 0,-1 0 0,0 0 0,0 0 0,0-1 0,0 1 0,0 0 1,0-1-1,-1 0 0,1 1 0,-1-1 0,1 0 0,-1 0 0,1 0 0,-1 0 0,0 0 0,0 0 1,0 0-1,0-1 0,0 1 0,-1 0 0,1-1 0,-1 1 0,1 0 0,-1-1 0,0 1 1,0 0-1,0-1 0,0 1 0,0-1 0,-1 1 0,0-4 0,0 4-7,0 1-1,1 0 1,-1-1 0,0 1-1,0 0 1,0 0-1,0 0 1,-1 0 0,1 0-1,0 0 1,0 0 0,-1 0-1,1 0 1,0 1-1,-1-1 1,1 1 0,0-1-1,-1 1 1,1-1-1,-1 1 1,-2-1 0,-37-4 148,37 5-98,-131-1 4833,132 1-4699,0 0 1,0 1 0,-1-1-1,1 1 1,0 0-1,0 0 1,0 0-1,0 0 1,0 0 0,0 1-1,0-1 1,0 1-1,1 0 1,-1-1-1,1 1 1,-4 3-1,3 0-93,-1-1 0,1 0 0,0 1-1,0-1 1,1 1 0,-1 0 0,1 0-1,0 0 1,-1 5 0,-1 12-143,0-1 0,1 0 0,0 42 0,3-54 150,-1 20-97,-1-18 0,2 0 0,0-1 0,0 1 0,1 0 0,4 20 0,-4-29-6,0 0 0,0 0 0,1 0 0,-1 0 1,1 0-1,-1-1 0,1 1 0,0-1 0,0 1 0,0-1 0,0 0 0,0 1 0,0-1 1,0 0-1,0 0 0,0-1 0,1 1 0,-1 0 0,0-1 0,1 1 0,-1-1 1,0 0-1,1 0 0,4 0 0,8 0-583,1 0 1,21-4-1,-34 4 442,9-2-1150,0 0 0,0-1 0,24-9-1,47-29-6644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7.6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1 3954,'0'0'15863,"-7"26"-13344,-123 360 3865,45-144-5434,76-206-1429,8-21-2353,1-41-13138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7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93 8132,'21'-11'4026,"-11"5"-3431,9-5 487,0 1 1,0 0 0,1 2 0,1 0-1,-1 1 1,32-6 0,-31 10-396,-1 0 0,1 2 0,0 0 0,0 1 0,0 1 0,28 6 0,-45-7-642,1 1-1,-1 0 1,0 1 0,1-1 0,-1 1-1,0 0 1,0 0 0,0 0-1,-1 0 1,1 1 0,0-1 0,-1 1-1,0 0 1,1 0 0,-1 1 0,0-1-1,-1 0 1,1 1 0,-1 0-1,1 0 1,-1 0 0,0 0 0,-1 0-1,1 0 1,-1 0 0,1 0-1,-1 1 1,-1-1 0,1 1 0,-1-1-1,1 0 1,-1 1 0,0-1-1,-1 1 1,0 6 0,0-5-25,0 0 0,-1 0 0,1-1 0,-1 1 0,0 0 0,-1-1 0,1 1 0,-1-1 0,0 0 0,0 0 0,-8 9 0,4-6-1,-1 0 0,0-1 0,-1 0 0,1-1 0,-1 1 0,-10 4 0,-9 3 50,-1-2 0,0-1-1,-47 12 1,-70 8 270,133-27-923,10-1-2986,8 0-4039,8 1-330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8.6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53 249 2385,'0'0'18857,"-1"18"-15296,-5 129 1762,6-142-5186,0 1 0,-1-1 0,1 0 0,-1 0 0,0 0-1,-1 0 1,1-1 0,-1 1 0,0 0 0,0 0 0,-1-1 0,1 0 0,-1 1 0,-5 6 0,8-11-132,-1 0 0,1 1 0,0-1 0,0 0 0,0 0 0,-1 1-1,1-1 1,0 0 0,0 1 0,-1-1 0,1 0 0,0 0 0,0 0 0,-1 1 0,1-1 0,0 0-1,-1 0 1,1 0 0,0 0 0,-1 0 0,1 0 0,0 0 0,-1 1 0,1-1 0,0 0 0,-1 0 0,1 0-1,-1 0 1,1 0 0,0-1 0,-1 1 0,1 0 0,0 0 0,-1 0 0,1 0 0,0 0 0,-1 0-1,1-1 1,0 1 0,0 0 0,-1 0 0,1 0 0,0-1 0,-1 1 0,1 0 0,0 0 0,0-1 0,0 1-1,-1-1 1,-1-17 86,1 7-123,1-1 1,1 1-1,0 0 0,1-1 0,0 1 0,1 0 0,0 0 1,1 1-1,0-1 0,0 1 0,1 0 0,0 0 1,9-12-1,29-35-561,2 2 0,3 2 0,60-52 0,-102 100 196,0 0 0,0 1 1,0-1-1,14-6 0,-15 9-121,0 0 1,0 0-1,0 1 0,0 0 0,1 0 1,-1 0-1,0 0 0,1 1 0,-1 0 1,1 0-1,-1 0 0,0 1 0,1 0 0,-1 0 1,0 0-1,0 0 0,1 1 0,-1 0 1,7 4-1,3 2-764,4 0-556,0 2 0,-1 1 0,0 0 0,17 15 0,-34-25 1967,0-1-1,0 1 0,-1-1 0,1 1 0,0 0 0,-1 0 0,1-1 0,0 1 1,-1 0-1,1 0 0,-1 0 0,0 0 0,1 0 0,-1 0 0,0 0 0,1 0 0,-1-1 1,0 1-1,0 0 0,0 0 0,0 0 0,0 0 0,0 0 0,0 0 0,0 0 0,0 0 1,0 0-1,-1 0 0,1 0 0,0 0 0,-1 1 0,-23 25 9683,5-8-6772,-20 44 1561,29-46-4133,0 1 0,2 0 1,-10 31-1,17-49-449,1 1-1,0 0 0,-1 0 1,1 0-1,0 0 1,0 0-1,0 0 0,0 0 1,0 0-1,0 0 0,0 0 1,0 0-1,0-1 1,0 1-1,0 0 0,1 0 1,-1 0-1,0 0 1,1 0-1,-1 0 0,1-1 1,-1 1-1,1 0 1,-1 0-1,1 0 0,-1-1 1,2 2-1,0-1 2,0 0 1,0 0-1,0 0 0,0-1 0,0 1 0,0-1 1,0 1-1,0-1 0,0 0 0,0 0 1,0 0-1,3 0 0,6-2 72,1 1 1,-1-2-1,20-6 0,3-2 28,35-18-1,-62 25-97,1 1-1,-1-1 1,0-1-1,-1 1 0,1-1 1,-1 0-1,0-1 1,0 0-1,0 1 1,-1-2-1,6-7 1,-9 11-4,-1 0 1,1 1-1,-1-1 0,0 0 0,0 0 1,0 0-1,-1 0 0,1 0 1,0 0-1,-1 0 0,0 0 1,0 0-1,0 0 0,0-1 1,0 1-1,-1 0 0,0 0 1,1 0-1,-2-3 0,0 2 10,0 0 0,-1 1 0,1-1 0,-1 1 0,1-1 0,-1 1 0,0 0 0,0 0 0,-1 0-1,1 1 1,0-1 0,-6-2 0,-2-1-13,1 1-1,-1 1 0,0 0 1,0 0-1,0 1 0,-1 0 1,1 1-1,-1 1 0,-13-1 1,23 2-104,0-1 0,0 1 0,0 0 0,0 0 0,0 1 0,0-1 0,0 0 0,0 1 0,0-1-1,0 1 1,0 0 0,0-1 0,0 1 0,-2 2 0,2-1-150,1-1 0,0 1 0,1 0 0,-1 0 0,0-1 0,0 1 0,1 0 0,-1 0 0,1 0 0,0 0-1,-1 0 1,1 0 0,0 0 0,0 0 0,1 3 0,-1-3-18,0 0 1,0 0-1,1-1 1,-1 1-1,1 0 1,-1 0-1,1 0 1,0-1-1,0 1 1,0 0-1,0-1 1,0 1-1,0-1 1,0 1-1,0-1 1,1 1-1,-1-1 1,0 0-1,1 0 0,-1 1 1,1-1-1,0 0 1,-1-1-1,1 1 1,2 1-1,6 2-1196,0-1 0,0 0-1,17 2 1,-25-4 1084,64 8-7746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9.0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786 1 8964,'0'0'18112,"-1"13"-17167,-5 78 665,-15 160 403,3-151-1772,-3 0 1,-58 159-1,58-204-245,-3 0 0,-2-2 0,-2-1-1,-2-1 1,-74 92 0,96-134-12,0 0 1,0-1 0,-1 0 0,0 0-1,0-1 1,-1 0 0,0-1-1,-17 8 1,23-12 20,0-1 0,0 1 0,0-1 0,0 0 1,0-1-1,0 1 0,0-1 0,0 0 0,-1 0 0,1 0 0,0 0 0,0-1 0,0 0 1,0 1-1,0-2 0,0 1 0,0 0 0,0-1 0,0 0 0,0 0 0,1 0 0,-1 0 1,1 0-1,0-1 0,-1 0 0,1 0 0,-3-3 0,-11-13 31,1-1 1,2 0-1,0-1 0,0-1 0,2 0 1,1 0-1,-14-42 0,6 5 7,3 0 0,-8-63 0,17 78-43,2 0 0,1 0 0,5-74 0,0 114-87,0 0-1,0 0 1,0 0-1,0 0 1,1 0 0,0 1-1,0-1 1,0 0-1,0 1 1,1-1 0,-1 1-1,1 0 1,0 0-1,0 0 1,0 0 0,0 0-1,0 1 1,1-1-1,-1 1 1,6-2 0,10-6-1836,0 1 1,39-12-1,-20 8-1845,30-15-5062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9.2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15527,'0'0'14455,"66"25"-14455,-38-4-272,-1 4-961,2 0-1568,2 0-1697,1-2-4306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9.6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95 2785,'0'0'16683,"10"19"-14466,36 56-678,-44-72-1435,1 0 1,-1 0-1,1 0 1,-1 0-1,1-1 1,0 0-1,0 1 1,0-1-1,0 0 1,1 0-1,-1 0 1,1-1-1,-1 1 1,1-1-1,-1 0 1,1 0-1,0 0 1,-1-1-1,1 1 1,0-1-1,0 0 1,-1 0-1,8-1 1,1 1 183,3 1-100,2 0-3,0-1 0,34-4 0,-46 3-203,-1 0 1,1 0-1,-1 0 0,0 0 0,0-1 0,0 0 0,0 0 1,0 0-1,0 0 0,0-1 0,0 1 0,-1-1 0,0 0 1,1 0-1,-1 0 0,5-7 0,-6 7-9,-1 0 1,1 1-1,-1-1 0,0-1 0,0 1 0,0 0 1,0 0-1,0 0 0,-1 0 0,0-1 0,1 1 1,-1 0-1,0-1 0,0 1 0,-1 0 0,1 0 1,-1-1-1,0 1 0,-1-4 0,0 2 29,1 1-1,-1 0 1,-1 0 0,1 0-1,0 0 1,-1 0-1,0 0 1,0 0 0,0 1-1,-1 0 1,1-1 0,-6-2-1,-4-3 182,-1 1 1,0 1-1,-1 0 0,1 1 1,-1 1-1,0 0 0,-1 1 0,1 1 1,-1 0-1,0 1 0,0 0 0,-20 2 1,32 0-81,1 0 1,0 0-1,0 0 1,-1 1 0,1-1-1,0 1 1,0 0-1,0 0 1,0 0-1,0 0 1,0 1 0,0-1-1,0 1 1,0 0-1,1 0 1,-1 0-1,0 0 1,1 0 0,0 0-1,0 1 1,-1-1-1,2 1 1,-5 5-1,4-2-51,0-1-1,0 1 0,0-1 0,1 1 0,-1-1 0,2 1 0,-1 0 0,0 0 0,1 0 1,0 0-1,1-1 0,-1 1 0,2 6 0,0-6-49,0-1 0,0 1 0,1-1 1,0 0-1,0 0 0,0 0 0,0 0 0,1-1 0,0 1 0,0-1 1,0 0-1,1 0 0,-1 0 0,1-1 0,0 1 0,9 4 0,9 4-301,1 0 0,32 11-1,-31-15-1188,0 0-1,0-2 0,49 6 0,29-7-7941,-38-5-1370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39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351 14 6771,'0'0'14268,"-24"-2"-10997,-80-8-699,88 9-1967,1 0 1,0 1-1,0 1 1,0 0-1,0 2 1,-22 5-1,32-7-513,-1 1-1,1 0 1,0 0-1,0 0 1,0 1-1,0 0 1,1 0-1,-1 0 1,1 0-1,0 1 1,0 0-1,0 0 1,0 0-1,1 0 1,-1 1-1,1-1 1,-4 9-1,5-8-110,0 0 1,0 0-1,0 0 1,1 1-1,0-1 0,0 1 1,0-1-1,1 0 1,-1 1-1,2-1 0,-1 1 1,0-1-1,1 1 1,0-1-1,0 1 0,1-1 1,0 0-1,0 0 1,0 0-1,0 0 0,1 0 1,0 0-1,0 0 1,0-1-1,0 0 0,1 1 1,-1-1-1,1-1 1,1 1-1,-1 0 1,0-1-1,1 0 0,9 5 1,-3-4-680,0-1 0,-1 0 0,2-1 1,-1 0-1,0 0 0,0-1 0,1-1 0,-1 0 1,18-2-1,-14 0-1323,1-1-1,0 0 1,22-9 0,36-22-9769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40.2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370 1 17064,'0'0'7745,"-19"20"-4026,12-12-3440,-20 20 637,1 2 0,2 1 0,-38 62 0,27-27-867,3 1 1,3 1-1,2 2 0,4 1 1,-27 142-1,49-205-49,-2 5 0,1 1 0,1-1 0,0 0 0,1 1 0,0-1 0,3 20 0,-2-31 1,0 0-1,-1-1 0,1 1 1,0 0-1,0-1 1,0 1-1,0-1 1,0 1-1,0-1 1,0 1-1,1-1 1,-1 0-1,0 0 1,1 1-1,-1-1 1,1 0-1,-1 0 1,1-1-1,0 1 1,-1 0-1,1 0 1,0-1-1,0 1 1,1-1-1,7 2-36,-1-1-1,0 0 1,15 0 0,-14-1-79,5 0-860,1 0 0,0-1 1,22-5-1,-30 4-163,0 0 0,-1 0 0,1-1 0,-1 0 1,0-1-1,0 1 0,0-1 0,10-8 0,21-25-11318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40.3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 10613,'0'0'10629,"170"-4"-8740,-99 2-1217,0 0-672,-4 0-977,-3-9-2672,3-1-7428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40.8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71 6979,'0'0'16771,"11"-10"-15323,-9 9-1404,3-5 86,1 1 1,0 0-1,1 0 0,-1 0 1,1 1-1,0 0 0,0 0 0,0 1 1,0 0-1,0 0 0,1 0 1,0 1-1,-1 1 0,13-2 0,-18 2-111,39-1 413,0 1-1,45 6 0,-82-5-420,0 1 1,0 1-1,0-1 1,0 0-1,0 1 1,-1 0-1,1 0 1,-1 0-1,1 0 0,-1 1 1,0-1-1,0 1 1,0 0-1,0 0 1,0 0-1,-1 0 0,1 1 1,-1-1-1,0 1 1,0-1-1,0 1 1,-1 0-1,1 0 0,-1-1 1,0 1-1,0 0 1,0 0-1,0 0 1,-1 6-1,1 2-4,0-1 0,-1 0-1,0 0 1,-1 0 0,0 0 0,-1 0 0,0 0-1,-1 0 1,-8 20 0,4-16 4,-1-1-1,-1 0 1,0 0 0,-1-1 0,0 0 0,-23 21-1,-82 60 58,83-71-76,1 1 1,-52 54-1,77-71 10,-1 1 0,1 0 0,0 0 0,1 1 0,-1-1 0,2 1 0,-1 0 0,2 1 0,-1-1 0,1 1-1,0 0 1,1 0 0,0 0 0,0 19 0,2-26-9,0 0 0,1-1 0,-1 1-1,1-1 1,0 1 0,0-1 0,0 1-1,0-1 1,0 1 0,0-1-1,1 0 1,-1 0 0,1 1 0,-1-1-1,1 0 1,0-1 0,0 1 0,0 0-1,0 0 1,0-1 0,1 1 0,-1-1-1,0 0 1,1 0 0,-1 0 0,1 0-1,3 1 1,6 2-1041,0-1-1,0-1 1,0 0 0,20 1-1,10-3-5799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3:41.0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13830,'0'0'18937,"26"42"-18937,-14-40 0,3-2 0,-3 0 0,-3 4 0,-7-4-1105,-19-6-14630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4:52.5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126 98 5731,'0'0'15996,"15"-12"-14136,53-41-182,-62 48-1480,0 1 0,0 1 0,1-1 0,0 1 0,-1 1 0,1-1 0,0 1 0,1 0 0,-1 1 0,0-1 0,0 1 0,1 1 0,-1 0 0,1 0 0,7 1 0,4-1-117,8 0-16,-17-1-46,0 0 1,1 1 0,-1 1-1,0 0 1,17 4 0,-24-5-19,-1 1 0,0 0-1,1 0 1,-1 0 0,0 1 0,0-1 0,0 0-1,1 1 1,-1 0 0,-1-1 0,1 1 0,0 0 0,0 0-1,-1 0 1,1 0 0,-1 0 0,0 0 0,1 1-1,-1-1 1,0 0 0,0 1 0,-1-1 0,1 1 0,0-1-1,-1 1 1,1-1 0,-1 5 0,0-2 18,0 1 1,-1-1-1,1 0 1,-1 0-1,0 0 1,-1 0-1,1 0 1,-1 0-1,0 0 1,0-1-1,0 1 1,-1-1-1,0 1 1,0-1-1,0 0 1,0 0-1,-1 0 1,1-1 0,-8 6-1,-8 7 246,-1-1 0,-41 22 0,35-22-98,-17 12 151,2 1 0,-42 38-1,60-46 32,2 1-1,1 1 0,0 0 1,-31 49-1,48-66-340,1 0 0,-1-1 0,1 1 0,0 0 0,0 1 0,1-1-1,0 0 1,-1 6 0,0 14-4190,4-19-1413,7-4-3203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4:52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11 20185,'0'0'12582,"-32"94"-12582,39-106 0,3-7 0,3 0 0,-9-6-2273,2-4-7075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5:15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1154 3 2465,'0'0'10741,"23"-2"-6649,-17 2 1709,-810 0-5388,804 0-445,12 39 686,-12 5-466,-1-1 1,-2 1-1,-2-1 0,-12 44 1,-54 167 262,33-126 101,21-68-359,-160 540 1601,161-545-1668,2 1 1,3 1-1,2 0 0,2 0 1,2 76-1,6-132-110,-1 0 1,0 0-1,0-1 1,1 1-1,-1 0 1,1-1-1,-1 1 1,0 0-1,1-1 1,-1 1-1,1-1 1,0 1-1,-1 0 0,1-1 1,-1 0-1,1 1 1,0-1-1,-1 1 1,1-1-1,0 0 1,0 1-1,-1-1 1,1 0-1,0 0 1,0 1-1,-1-1 1,1 0-1,0 0 1,0 0-1,-1 0 1,2 0-1,34 0 263,-26-1-165,43-1 125,83-16 0,-23 3-63,-40 8-47,-5 2 514,98-21-1,-140 16 167,-25 9-854,0 0 1,0 0-1,-1 0 0,1 0 1,0 0-1,-1 0 0,1 0 1,-1 0-1,1-1 0,-1 1 0,0 0 1,1 0-1,-1 0 0,0-1 1,0 1-1,0 0 0,0 0 1,0-3-1,0-2-1136,0 0-472,0-1 0,0 1 0,0 0 0,1 0 0,0-1-1,4-9 1,11-15-7281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5:15.8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788 69 3362,'0'0'14929,"-1"-10"-13670,2 4-1003,-4-22 383,3 26-603,0 1 0,-1 0 0,1 0 1,-1 0-1,1 0 0,-1 0 0,0 0 0,1 0 0,-1 0 0,0 0 0,0 0 1,0 1-1,1-1 0,-1 0 0,0 0 0,0 1 0,0-1 0,0 1 0,0-1 1,-1 1-1,1-1 0,0 1 0,0 0 0,0-1 0,0 1 0,-2 0 0,-38-3 263,0 1 0,0 3 0,0 1 0,0 2 0,1 1 0,-59 17-1,65-12-74,1 1-1,1 1 1,0 2-1,0 1 0,2 2 1,0 0-1,-52 42 1,72-49-180,0 0 0,0 1 1,1 0-1,0 0 0,1 1 1,0 0-1,1 0 0,1 1 1,0 0-1,0 0 0,1 1 1,1-1-1,-5 28 0,7-28-42,1 0-1,0-1 1,0 1 0,1 0-1,1 0 1,0 0-1,1 0 1,1 0-1,0-1 1,0 1-1,1-1 1,1 0 0,0 0-1,0 0 1,11 15-1,-5-12-41,1 0-1,0 0 0,1-1 0,0-1 1,1 0-1,1-1 0,0-1 1,1 0-1,0-1 0,0 0 1,1-2-1,0 0 0,1-1 1,0 0-1,0-2 0,0 0 1,1-1-1,-1 0 0,26 0 1,-16-3-762,-1-1 1,34-5 0,-49 3-335,1-1-1,-1 0 1,1-1-1,-1 0 0,0-1 1,21-12-1,14-12-6512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5:16.3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302 26 6611,'0'0'14857,"-11"-5"-13467,5 2-1205,0 0-92,1 0 0,-1 1 0,1 0-1,-1 0 1,0 0 0,0 1 0,0 0-1,1 0 1,-1 1 0,0-1 0,0 1-1,0 1 1,-9 0 0,-4 4 107,1 0 1,-1 1-1,1 0 0,-28 16 1,41-20-197,0 1 0,0 0 1,0 0-1,1 0 0,0 1 1,-1-1-1,1 1 1,0 0-1,1 0 0,-1 1 1,1-1-1,0 1 1,0 0-1,0 0 0,1 0 1,-1 0-1,1 0 0,1 0 1,-1 1-1,-1 7 1,3-8 34,-1-1-129,1 0-1,-1 1 1,1-1-1,0 0 1,1 1-1,-1-1 1,2 5-1,-2-8 35,1 0 1,-1 0-1,1 0 0,0 0 0,-1 0 0,1 0 0,0 0 0,0 0 0,0 0 0,0 0 1,0-1-1,0 1 0,0 0 0,0 0 0,0-1 0,0 1 0,0-1 0,0 1 0,0-1 0,0 1 1,1-1-1,-1 0 0,0 0 0,0 0 0,1 1 0,-1-1 0,0 0 0,0 0 0,2-1 1,3 1 16,1 0 0,-1-1 0,1 1 0,-1-2 0,0 1 1,0-1-1,1 0 0,-1 0 0,-1 0 0,12-7 0,-8 3 32,-1 0-1,1-1 1,-1 0-1,0-1 1,11-14-1,-11 12 260,-1-1-1,0 0 1,0 0 0,-1 0-1,-1-1 1,8-21-1,-13 32 1011,-9 15-838,1 0-409,2 0-1,-1 0 0,-7 26 0,13-35-118,0-1-1,0 0 0,1 1 1,-1-1-1,1 1 0,0-1 0,0 1 1,1 4-1,0-7-51,-1 0 0,1 0-1,0 0 1,-1 0 0,1 0 0,0 0 0,0 0 0,0-1-1,0 1 1,1 0 0,-1-1 0,0 1 0,1-1 0,-1 1-1,1-1 1,-1 0 0,1 0 0,2 2 0,6 1-939,0-1 0,0 0 0,0 0 0,0-1 0,0 0 0,1-1 1,-1 0-1,1-1 0,14-1 0,-9 1-994,46 0-6078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5:16.7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294 36 8228,'0'0'8846,"-22"-6"-5097,-73-16-1567,87 20-1945,1 0-1,-1 1 0,0 0 0,0 0 1,1 0-1,-1 1 0,0 1 1,0-1-1,0 1 0,-13 4 1,19-4-215,-1 0 1,1 1-1,0 0 1,0-1-1,0 1 1,0 0-1,0 0 1,0 0-1,0 0 1,1 0-1,-1 0 1,1 0-1,0 1 1,-1-1-1,1 0 1,0 1-1,0-1 1,1 1-1,-1 0 1,0-1-1,1 1 1,0-1-1,-1 1 0,1 0 1,0-1-1,1 6 1,-1-4-51,1 0 0,-1-1 1,1 1-1,0 0 0,0-1 0,0 1 1,1-1-1,-1 1 0,1-1 0,-1 0 1,1 1-1,0-1 0,1 0 0,-1 0 1,5 4-1,4 3-129,1 0-1,19 14 1,-2-3 27,-20-14 7,0 1-1,0 1 1,14 17-1,-20-23 91,-1 1 0,0-1 0,0 0 0,0 1 0,-1-1 0,1 1 0,-1 0 0,0 0 0,0-1 0,0 1 0,0 0 0,-1 0 0,1 0 0,-1 0 0,-1 7 0,0-9 44,1 1-1,-1-1 1,0 0-1,-1 0 0,1 0 1,0-1-1,-1 1 1,1 0-1,-1 0 0,1-1 1,-1 1-1,0-1 0,0 1 1,1-1-1,-1 0 1,0 0-1,0 0 0,-1 0 1,-2 1-1,-43 15 353,27-13-866,-1-1-1,1 0 1,-40-2-1,60-1 384,1 0-1,-1 0 1,1 1-1,-1-1 1,0 0-1,1-1 1,-1 1 0,1 0-1,-1 0 1,0 0-1,1 0 1,-1 0-1,1-1 1,-1 1-1,1 0 1,-1 0 0,0-1-1,1 1 1,-1 0-1,1-1 1,0 1-1,-1-1 1,1 1 0,-1-1-1,1 1 1,0-1-1,-1 1 1,1-1-1,0 1 1,-1-1-1,1 1 1,0-1 0,0 1-1,0-1 1,-1 0-1,1 1 1,0-1-1,0 1 1,0-1 0,0 0-1,0 1 1,0-1-1,0 1 1,0-1-1,0 0 1,1 1-1,-1-1 1,0 1 0,0-1-1,0 1 1,1-1-1,-1 0 1,0 1-1,1-1 1,-1 1 0,0-1-1,1 1 1,0-1-1,24-33-4130,19-8-1106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5:17.1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284 83 5410,'0'0'14351,"-3"-17"-12467,2 6-1569,1 6-194,-1 0 1,0 0-1,0 0 1,0 0 0,0 0-1,-1 0 1,-2-6-1,3 10-95,1 1-1,-1-1 1,1 1-1,0-1 1,-1 1-1,1-1 1,-1 1-1,1-1 1,-1 1-1,0-1 0,1 1 1,-1 0-1,1-1 1,-1 1-1,0 0 1,1 0-1,-1-1 1,0 1-1,1 0 1,-1 0-1,0 0 1,1 0-1,-1 0 1,-1 0-1,0 0 46,0 1 0,0 0 0,0-1 1,0 1-1,0 0 0,0 0 0,0 1 0,0-1 0,1 0 0,-1 0 1,0 1-1,-2 2 0,-17 19 476,1 1 0,1 1 0,1 0 0,2 2 0,0 0 0,2 1 0,1 0 0,1 1 1,1 0-1,-11 51 0,7-9-313,4 1 0,2 0 1,2 108-1,7-160-234,-1-12-12,1 0 0,0 0 0,0 0 0,1 0 0,0 0 0,1 0 0,-1 0 0,1 0 0,4 8 0,-5-14 3,0-1-1,0 0 1,0 0-1,0 0 1,0 0-1,0 0 1,0 0-1,1 0 1,-1 0-1,0 0 1,0 0-1,1-1 1,-1 1-1,0 0 1,1-1-1,-1 0 1,1 1-1,-1-1 1,1 0 0,-1 1-1,1-1 1,-1 0-1,1 0 1,-1 0-1,1 0 1,-1-1-1,1 1 1,1-1-1,3 0-25,0-1 0,0 1 0,-1-1 0,1-1 0,-1 1 0,6-4 0,14-9-343,-1-2 0,-1 0 0,0-2 1,32-34-1,-54 52 405,-1 0 0,1 0 0,0 0-1,-1 0 1,1 0 0,0 0 0,-1 0 0,1 0 0,-1 0 0,0-1 0,1 1-1,-1 0 1,0 0 0,0 0 0,0-2 0,-1 2 848,-1 9-617,2-2-340,-1 0-1,1-1 1,1 1 0,-1 0-1,1-1 1,0 1-1,0 0 1,0-1-1,1 1 1,0-1-1,0 0 1,0 0 0,6 10-1,-3-9-356,1 0 1,-1 0-1,1-1 0,0 0 1,0 0-1,0 0 0,1 0 1,-1-1-1,15 6 0,-9-4-1170,0-2 0,1 1 0,0-1 0,0-1-1,0-1 1,21 3 0,36-4-9492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5:17.7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376 1 9748,'0'0'13217,"-16"19"-11248,5-7-1578,-10 12 428,1 1 1,1 1-1,-30 54 0,-2 22 41,3 3 0,6 1 0,-33 125-1,71-216-846,1 1 0,0 1-1,0 29 1,3-45-14,0-1 0,0 0 0,0 0 0,0 1 0,1-1 0,-1 0 0,0 0 0,0 0 0,0 1-1,1-1 1,-1 0 0,0 0 0,0 0 0,1 1 0,-1-1 0,0 0 0,0 0 0,1 0 0,-1 0 0,0 0 0,1 0 0,-1 0 0,0 0 0,0 0 0,1 0 0,-1 0-1,0 0 1,1 0 0,-1 0 0,0 0 0,1 0 0,-1 0 0,0 0 0,1 0 0,1-1-10,24-1-260,-2-1 0,1-2 0,0-1 0,-1 0 0,0-2 0,27-13 1,38-10-1452,-81 28 1548,5-1-138,-1 0-1,1 1 1,0 1-1,21-2 1,-33 4 311,-1 0 1,1 0-1,-1 0 1,0 1-1,1-1 1,-1 0-1,0 0 1,1 0-1,-1 1 0,0-1 1,1 0-1,-1 0 1,0 1-1,1-1 1,-1 0-1,0 1 1,0-1-1,1 0 1,-1 1-1,0-1 1,0 1-1,0-1 1,1 0-1,-1 1 1,0-1-1,0 1 1,0-1-1,0 0 1,0 1-1,0-1 1,0 1-1,0-1 1,0 0-1,0 1 1,0-1-1,0 1 1,0 0-1,-3 16 186,2-16-177,-2 9 171,-1 1 1,-1-1-1,0 1 0,0-2 0,-1 1 1,0 0-1,-9 9 0,1-3 104,0 0 0,-31 27 1,39-39-237,0 0 0,0 0 1,0 0-1,0-1 0,-1 0 1,1 0-1,-1-1 1,0 0-1,0 0 0,-7 1 1,-7-1 169,0 0 0,-22-2 0,28 0-111,10 0-57,-1 0 1,0 0 0,0-1 0,0 0 0,0 0 0,1 0 0,-1-1-1,0 0 1,1 0 0,-1-1 0,1 1 0,0-1 0,0 0-1,0 0 1,0-1 0,1 0 0,-1 0 0,-4-5 0,8 8-213,265 5-22869,-200-4 17352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5:18.1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72 224,'0'0'19772,"0"-14"-16851,5-32-328,-4 35-112,-4 41-1192,1-15-1203,1-9-43,0 1 1,1-1-1,0 1 0,0 0 1,1 9-1,-1-14-39,1-1 0,-1 1 1,1-1-1,0 1 0,-1 0 1,1-1-1,0 1 0,0-1 0,0 0 1,0 1-1,0-1 0,0 0 1,0 0-1,0 1 0,0-1 0,1 0 1,-1 0-1,1 0 0,-1 0 1,1-1-1,-1 1 0,1 0 0,-1-1 1,1 1-1,-1-1 0,3 1 1,10 2-347,1-1 0,0 0 0,0-1 0,-1 0 1,26-3-1,-32 1 158,0 0 1,1-1 0,-1 0 0,0 0-1,0 0 1,0-1 0,0-1 0,-1 1-1,1-1 1,-1 0 0,8-7 0,-5-5 128,-10 16 132,0-1 0,0 1 1,0 0-1,0 0 0,0 0 0,0 0 0,0-1 1,0 1-1,0 0 0,0 0 0,0 0 0,0-1 0,0 1 1,0 0-1,0 0 0,0 0 0,0-1 0,0 1 1,0 0-1,0 0 0,0 0 0,0 0 0,0-1 1,0 1-1,1 0 0,-1 0 0,0 0 0,0 0 1,0 0-1,0-1 0,0 1 0,1 0 0,-1 0 1,0 0-1,0 0 0,0 0 0,0 0 0,1 0 1,-1 0-1,0 0 0,0 0 0,0 0 0,0 0 1,1 0-1,-1 0 0,0 0 0,0 0 0,0 0 1,1 0-1,-1 0 0,0 0 0,0 0 0,0 0 0,1 0 1,-1 0-1,0 0 0,0 0 0,0 0 0,0 0 1,1 0-1,-1 1 0,0-1 0,0 0 0,0 0 1,0 0-1,0 0 0,0 0 0,1 1 0,7 8-838,1-1 0,0 0 0,19 13 0,-19-15-844,1-1 1,0 0 0,0 0-1,18 5 1,16-1-5687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5:18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354 936 9076,'0'0'7385,"-20"-11"-3506,-67-30-1187,78 37-2344,0 1 0,0 0 0,-1 0 0,1 1 0,-1 0 0,0 0 0,0 1 0,0 1 0,1 0 0,-18 2 0,4-1-28,17-1-294,1 1-1,-1 0 1,1 0-1,-1 1 1,1 0-1,0-1 1,-1 2-1,1-1 1,0 1-1,1-1 1,-1 1-1,0 1 1,-4 3-1,7-5-21,0-1-1,0 1 1,0 0 0,0 0-1,0 1 1,1-1-1,-1 0 1,1 1 0,-1-1-1,1 1 1,0-1 0,0 1-1,0-1 1,0 1-1,1 0 1,-1-1 0,1 1-1,-1 0 1,1 0-1,0 0 1,0-1 0,0 1-1,1 0 1,-1 0 0,1-1-1,-1 1 1,1 0-1,1 3 1,-1-5-3,0 1 1,0-1-1,0 1 0,1-1 0,-1 0 1,0 0-1,0 1 0,1-1 1,-1 0-1,1 0 0,-1 0 1,1 0-1,0 0 0,-1-1 0,1 1 1,0 0-1,-1-1 0,1 0 1,0 1-1,0-1 0,2 0 0,45 2-25,-34-3-31,-5 0-85,0 0 1,0-1-1,1-1 0,-2 0 0,1 0 0,0-1 0,-1 0 0,1 0 0,-1-1 1,0 0-1,-1-1 0,1 0 0,-1-1 0,0 1 0,6-9 0,18-18-522,-2 0 0,26-40 0,-52 68 631,32-45-83,-2-1-1,-2-2 1,45-103 0,-63 118 172,-1 0-1,-1 0 1,-2-2 0,-2 1-1,-2-1 1,2-75 0,-8 103 206,0 0 0,-1 0 0,-1 0 1,-5-18-1,7 27-117,-1 0 0,-1 0 0,1 1 0,0-1 1,-1 0-1,1 1 0,-1-1 0,0 1 0,0-1 0,-3-2 0,4 4-17,0 0-1,0 0 1,-1 0-1,1 1 0,0-1 1,-1 0-1,1 1 1,-1-1-1,1 1 0,-1 0 1,1-1-1,-1 1 1,1 0-1,-1 0 0,0 0 1,1 0-1,-1 0 1,1 0-1,-1 0 0,1 1 1,-3 0-1,2-1-72,0 2-1,0-1 0,0 0 1,0 0-1,0 1 0,0-1 1,0 1-1,0-1 0,1 1 1,-1 0-1,1 0 0,-1 0 1,1 0-1,0 0 1,-2 3-1,-17 41 256,13-27-98,-13 30 141,3 2 1,2 1 0,2 0-1,-8 70 1,-4 217-160,23-305-236,1-15-142,-2-1 1,-5 23-1,0 1-2309,8-35-3439,11-6-275,-11-1 6204,26 0-6741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5:19.3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351 90 13846,'0'0'8876,"-21"0"-5501,-69-3-1208,82 3-2008,1 0 1,0 0-1,0 1 1,0 0-1,0 0 1,-1 1-1,2 0 1,-13 5 0,15-5-135,0 0 1,0 0 0,1 0 0,-1 1 0,1-1 0,0 1-1,0 0 1,0 0 0,0 0 0,0 1 0,1-1 0,-4 5-1,4-4-32,1 1 0,-1-1-1,1 1 1,-1 0 0,1-1-1,1 1 1,-1 0 0,1 0-1,-1 0 1,1-1 0,1 1-1,-1 0 1,1 0 0,0 0-1,0-1 1,0 1-1,0 0 1,1-1 0,0 1-1,0-1 1,0 0 0,1 0-1,4 7 1,42 48-81,-31-40-116,23 33 1,-37-46 145,-1 0-1,1 0 0,-1 0 1,0 1-1,0-1 1,-1 1-1,0 0 1,0 0-1,-1-1 0,1 11 1,-2-15 59,0 0-1,0-1 1,0 1 0,-1 0 0,1-1 0,-1 1-1,1-1 1,-1 1 0,0-1 0,1 1 0,-1-1 0,0 1-1,0-1 1,0 0 0,0 1 0,0-1 0,0 0-1,0 0 1,-1 0 0,1 0 0,0 0 0,-1 0-1,1 0 1,0 0 0,-1-1 0,1 1 0,-1 0-1,0-1 1,1 0 0,-1 1 0,1-1 0,-1 0 0,-2 1-1,-9 0 171,0 0 0,0 0 0,-17-2 0,12 0 62,-4 2-107,-25-2-56,45 1-102,0 0 0,-1-1 0,1 0 0,0 1 0,0-1 0,-1 0 0,1 0-1,0 0 1,0-1 0,0 1 0,0 0 0,0-1 0,0 0 0,1 1 0,-1-1 0,-2-2 0,0-2-198,-1 0 1,1 0-1,1-1 0,-1 1 1,1-1-1,0 1 0,0-1 1,1 0-1,0 0 1,0 0-1,1 0 0,0-1 1,0 1-1,1-9 1,0 15 175,0-1 0,1 0 1,-1 0-1,1 0 1,0 0-1,0 0 1,-1 1-1,1-1 0,0 0 1,1 1-1,-1-1 1,0 0-1,0 1 1,1 0-1,-1-1 1,1 1-1,-1 0 0,1 0 1,-1-1-1,1 1 1,0 0-1,3-1 1,5-2-99,0 1 0,0 0 0,13-2 0,-10 2-12,89-19-305,65-16 232,-141 30 270,-1-1 1,0 0-1,0-2 1,29-18-1,-49 26 94,0-1 0,0 1-1,-1-1 1,1 1 0,-1-1 0,0-1-1,0 1 1,0-1 0,0 1 0,-1-1 0,0 0-1,0 0 1,3-9 0,-4 8 429,0 0 0,0 0-1,-1-1 1,0 1 0,-1 0 0,1-1 0,-2-10 0,0 14-499,1 1 0,-1 0 0,0 0 0,0 0 0,0 0 0,-1 0 0,1 0 0,0 0 0,-1 0 0,1 0 0,-1 0 0,0 1 0,1-1 0,-1 1 0,0-1 0,0 1 0,0 0 0,0 0 0,0 0 0,0 0 0,0 0 0,-1 0 0,-1 0 0,-58-16 16,58 16-44,-11-2-19,-36-4-15,50 8-14,0 1-1,1-1 1,-1 1 0,1-1 0,0 1 0,0 0-1,-1-1 1,1 1 0,0 0 0,0-1 0,1 1-1,-1 0 1,0-1 0,1 3 0,1 5-2,1 0 0,0-1 0,1 1 0,0-1 0,0 1 0,1-1 0,0 0 0,0-1 0,0 1 0,9 7 1,-5-5-530,0-1 1,1 0 0,1 0 0,-1-1 0,1 0 0,18 10 0,-21-15-260,0 0-1,0 0 1,0-1-1,0 0 1,12 2 0,42-1-8115,-11-3-966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5:19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358 0 7716,'0'0'18120,"-3"1"-16415,-1-1-1582,1 1 0,-1 0 1,1 1-1,0-1 1,0 0-1,0 1 0,-1 0 1,1 0-1,1 0 0,-1 0 1,0 0-1,1 1 1,-1-1-1,-2 3 0,-35 47 724,29-35-434,-40 59 116,3 2 0,4 2 0,-46 115 0,86-183-557,0-1 1,0 1-1,1 0 0,1 0 1,0 0-1,0 0 0,1 21 1,1-30-50,0 0 1,0 1-1,1-1 1,-1 0-1,1 0 1,0 0-1,0 0 1,0 0-1,0 0 1,0 0-1,1 0 1,-1-1 0,1 1-1,0 0 1,0-1-1,0 1 1,4 3-1,-1-2-103,0-1-1,0 1 1,0-1 0,0 0-1,1 0 1,0-1-1,-1 0 1,11 3 0,4-1-1106,-1 0 0,1-2 1,0 0-1,33-2 0,-48 0 635,-1-1 0,1 1 0,-1 0 0,1-1 0,-1 0 0,0 0 0,1 0-1,-1-1 1,0 0 0,0 1 0,0-1 0,0-1 0,0 1 0,0-1 0,-1 1 0,1-1-1,-1 0 1,5-6 0,18-29-9247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5:19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47 4818,'0'0'21194,"127"-17"-19978,-62 17-415,4 0-753,2 0-48,0 0-1345,7 0-1408,1-4-2641,5-21-7540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5:21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335 62 1249,'0'0'8094,"-7"0"-6592,-21 0 219,21-4 3058,9-2-2720,2 4-1882,0 1 1,-1 1-1,1-1 1,0 0 0,0 1-1,0 0 1,0 0-1,0 0 1,5 1 0,7 0 148,86 1 901,143-7-763,-230 4-336,1-1 0,-1 0-1,0-1 1,0 0 0,0-2-1,27-11 1,-34 3 3696,-9 19-3561,-2 9-84,-2 0-1,-10 27 0,-7 16 512,-60 281 2102,52-204-2220,-85 529-572,103-586 0,3-28 0,3-1 0,-1 60 0,7 54 0,0-163 0,0 0 0,0 0 0,0 0 0,0 0 0,0 0 0,0 0 0,0 0 0,-1 0 0,1 0 0,0 0 0,0 1 0,0-1 0,0 0 0,0 0 0,0 0 0,0 0 0,0 0 0,0 0 0,0 0 0,0 0 0,0 1 0,0-1 0,0 0 0,1 0 0,-1 0 0,0 0 0,0 0 0,0 0 0,0 0 0,0 0 0,0 0 0,0 1 0,0-1 0,0 0 0,0 0 0,0 0 0,0 0 0,0 0 0,0 0 0,1 0 0,-1 0 0,0 0 0,0 0 0,0 0 0,0 0 0,0 0 0,0 0 0,0 0 0,0 0 0,0 0 0,1 0 0,-1 0 0,0 0 0,0 0 0,0 0 0,0 0 0,0 0 0,0 0 0,0 0 0,0 0 0,0 0 0,1 0 0,-1 0 0,0 0 0,0 0 0,0 0 0,0-1 0,0 1 0,0 0 0,0 0 0,0-1 0,0 1 0,0 0 0,-1 0 0,1-1 0,0 1 0,0 0 0,0 0 0,0-1 0,0 1 0,-1 0 0,1 0 0,0 0 0,0-1 0,0 1 0,-1 0 0,1 0 0,0 0 0,0 0 0,0 0 0,-1 0 0,1-1 0,0 1 0,0 0 0,-1 0 0,1 0 0,0 0 0,0 0 0,-1 0 0,1 0 0,0 0 0,-1 0 0,-24-5 0,0 2 0,0 0 0,-41 1 0,22 2 0,-298-10 0,337 11-193,7 1-534,16 0-3219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6:04.6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110 113 816,'0'0'9989,"2"-3"-9130,5-15 4330,-9 8-4530,-16-2-637,16 11-25,0 1-1,0-1 1,0 0-1,0 0 1,0-1-1,0 1 1,0 0-1,1-1 1,-1 1-1,0-1 1,1 1-1,-1-1 1,1 0-1,0 1 1,-1-1-1,1 0 1,0 0 0,0 0-1,0 0 1,1 0-1,-1 0 1,0-1-1,0-2 1,1 2-6,3-17-207,-3 20 212,0-1 0,1 1 0,-1-1 0,0 1-1,1 0 1,-1-1 0,1 1 0,-1 0 0,0-1 0,1 1-1,-1 0 1,1-1 0,-1 1 0,1 0 0,-1 0-1,1 0 1,-1 0 0,1 0 0,-1-1 0,1 1-1,0 0 1,-1 0 0,1 0 0,-1 0 0,1 0 0,-1 1-1,1-1 1,-1 0 0,1 0 0,-1 0 0,1 0-1,-1 1 1,1-1 0,0 0 0,0 39 100,-1-32-27,0-1 1,0 0-1,-1 1 0,1-1 1,-2 0-1,1 0 0,-1 0 1,0 0-1,-2 6 0,2-9-44,1-1-1,-1 0 0,1 0 0,-1 0 1,0 0-1,0 0 0,0 0 0,0-1 1,0 1-1,0-1 0,-1 1 0,1-1 0,0 0 1,-1 1-1,1-2 0,-1 1 0,1 0 1,-1 0-1,1-1 0,-1 1 0,0-1 0,1 0 1,-1 0-1,-4 0 0,7 0-18,-1-1-1,0 1 1,0-1 0,0 1-1,1-1 1,-1 1-1,0-1 1,1 1 0,-1-1-1,1 0 1,-1 1-1,0-1 1,1 0 0,-1 1-1,1-1 1,0 0-1,-1 0 1,1 0 0,0 1-1,-1-1 1,1 0-1,0 0 1,0 0 0,0 0-1,0 0 1,0 1-1,0-1 1,0 0 0,0-2-1,0-35 58,0 29-75,0 8 11,0 0 0,0 0 1,0 0-1,0 0 0,1 0 0,-1 0 1,0 0-1,0 0 0,0 0 0,1 0 1,-1 1-1,0-1 0,1 0 0,-1 0 1,1 0-1,-1 0 0,1 1 0,-1-1 1,1 0-1,0 1 0,-1-1 0,1 0 1,0 1-1,0-1 0,-1 1 0,1-1 1,0 1-1,2-1 0,27-2-69,-23 3 53,-6 0 16,0 1 1,-1-1 0,1 1-1,-1 0 1,0-1 0,1 1-1,-1-1 1,1 1 0,-1 0-1,0-1 1,1 1 0,-1 0-1,0-1 1,0 1 0,0 0-1,1-1 1,-1 1 0,0 0 0,0 0-1,0-1 1,0 1 0,0 1-1,0 21 27,0-21-20,1 14 98,-1 20 15,0-34-60,0-1 0,0 0-1,0 1 1,0-1-1,-1 0 1,1 0-1,-1 1 1,1-1 0,-1 0-1,1 0 1,-1 0-1,1 1 1,-1-1-1,0 0 1,0 0 0,0 0-1,0 0 1,0 0-1,0 0 1,-2 1 0,3-4 51,-1-1 1,1 1 0,-1 0 0,1-1 0,0 1 0,-1 0 0,1-1-1,0 1 1,1 0 0,-1-1 0,0 1 0,1 0 0,-1 0 0,1-1 0,0 1-1,-1 0 1,3-3 0,-1 2-111,1 0 0,0 1 0,0-1 0,0 1 0,0-1 0,0 1 0,0 0 0,0 0 0,1 1 0,-1-1 0,1 1 0,5-2 0,-8 3 584,-1 0-615,-1 0 1,1-1-1,0 1 0,0 0 0,0 0 0,0 0 0,0 0 0,-1 0 0,1-1 0,0 1 1,0 0-1,0 0 0,-1 0 0,1 0 0,0 0 0,0 0 0,0 0 0,-1 0 0,1 0 1,0 0-1,0 0 0,0 0 0,-1 0 0,1 0 0,0 0 0,0 0 0,0 0 0,-1 0 1,1 0-1,0 0 0,0 0 0,0 0 0,-1 0 0,1 0 0,0 1 0,0-1 0,0 0 0,0 0 1,-1 0-1,1 0 0,0 0 0,0 1 0,0-1 0,0 0 0,0 0 0,-1 0 0,1 0 1,0 1-1,0-1 0,0 0 0,0 0 0,0 0 0,0 1 0,0-1 0,0 0 0,0 0 1,0 0-1,0 1 0,0-1 0,0 0 0,0 0 0,0 0 0,0 1 0,0-1 0,0 0 1,0 0-1,0 0 0,1 1 0,-11-12-2987,-2-13-4102,2-5-2100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8:31.1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51 464,'0'0'6582,"0"-8"-5998,-1-2-291,-1-5-4,3-2 3014,13 62-1713,-8 17-805,-4 121 0,-3-95-389,-2-47-47,-1 0 0,-1 1 0,-15 51 0,6-34 560,12-39-354,0 1 1,1-1-1,2 35 1,1-4 26,-2-51-595,13-18-10998,-1 5 4640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8:31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52 149 2209,'0'0'7193,"0"-8"-6265,0-44 1204,0 41-633,0 42-1219,1-30-203,-1 1-1,0 0 1,0-1-1,0 1 0,0-1 1,0 1-1,0-1 1,-1 1-1,1-1 1,-1 1-1,1-1 0,-1 1 1,1-1-1,-1 1 1,0-1-1,1 0 1,-1 1-1,0-1 1,0 0-1,0 0 0,0 1 1,0-1-1,0 0 1,-1 0-1,1 0 1,0 0-1,0-1 0,-1 1 1,1 0-1,-1 0 1,1-1-1,-1 1 1,1-1-1,-1 0 1,1 1-1,-1-1 0,1 0 1,-1 0-1,1 0 1,-1 0-1,1 0 1,-4 0-1,4-1-48,0 0 0,0-1 0,0 1 0,1 0 0,-1 0 0,0-1 0,0 1 0,1 0 0,-1-1 0,1 1 0,-1 0 0,1-1 0,0 1 0,-1-1 0,1 1 0,0-1 0,0 1 0,0-1 0,0 1 0,0-1 0,1-1 0,2-38 332,-1 36-305,0 0-1,1 0 1,-1 0-1,1 0 0,0 0 1,0 1-1,0-1 1,1 1-1,0 0 0,-1 0 1,1 0-1,1 1 1,-1 0-1,1-1 0,-1 1 1,1 1-1,9-5 1,-13 11 51,0 0-1,0 0 1,0 0 0,0-1 0,-1 1 0,0 0 0,0 1 0,0-1 0,-1 7 0,0-8-439,0 0 0,-1-1 0,1 0 0,0 1 0,-1-1 0,1 1 1,-1-1-1,0 0 0,1 0 0,-1 0 0,0 0 0,0 0 0,-1-1 0,-2 3 0,-1 0-1618,-12 12-5580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8:32.5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 1 1617,'2'1'17642,"12"2"-17604,45-4 731,71 3 295,-127-2-1063,0 0 0,0 0 0,1 1 0,-1-1 0,0 1 0,0 0 0,0 0 0,0 0 0,0 0 0,0 0 0,0 1 1,0-1-1,0 1 0,-1 0 0,1 0 0,-1 0 0,1 0 0,-1 1 0,4 4 0,-4-3 4,0 0-1,0 0 0,-1 0 1,1 0-1,-1 1 1,0-1-1,0 1 1,-1-1-1,1 1 1,-1-1-1,0 1 0,0-1 1,-1 1-1,0 5 1,-1-2 0,0 0 0,-1 0 0,0 0 0,0 0 0,-1-1 0,0 1 0,0-1 0,0 0 0,-1 0 0,-7 8 0,-66 65 39,49-52-29,-33 32 8,28-29 82,1 1-1,-51 67 1,77-82-76,12-9 83,26-6 357,-18-2-196,16-2 170,1-1-1,-1-2 1,54-15 0,-42 9 183,43-5-1,-59 15-2695,10 8-11173,-22-4 4183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58:33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69 4498,'0'0'8468,"2"-10"-5389,1 6-2906,-1 0 1,0 0 0,1 0-1,0 1 1,0-1 0,0 1-1,1-1 1,-1 1 0,1 0-1,-1 0 1,1 1 0,0-1-1,0 1 1,0 0 0,1 0-1,-1 0 1,0 1-1,1-1 1,-1 1 0,1 0-1,8-1 1,-12 6-53,0 0-1,0 0 1,-1 0-1,1-1 1,-1 1-1,0 0 1,0 0-1,-1 5 1,1-8-29,0 2 41,0 0 0,-1-1 0,1 1 0,-1-1 0,1 1-1,-1 0 1,0-1 0,0 1 0,0-1 0,-1 0 0,1 1 0,0-1 0,-1 0 0,0 0 0,1 0 0,-1 0 0,0 0 0,0 0 0,0 0 0,0-1 0,0 1 0,-1-1 0,1 0 0,0 1 0,-1-1 0,1 0 0,-1 0 0,1-1 0,-1 1 0,0 0 0,-2 0 0,4-1 622,1-2-707,-1 0 0,1 1 0,0-1 0,0 0-1,0 1 1,0-1 0,0 0 0,0 1 0,0-1 0,1 0 0,-1 1 0,0-1 0,1 0 0,0 1-1,-1-1 1,1 1 0,0-1 0,0 1 0,0 0 0,0-1 0,2-1 0,9-5 9,4-2 560,-13 7-3408,-19 4-11921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5:57.2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308 369 1985,'0'0'11875,"4"-2"-7126,-10 8-4604,-1-1 0,-1 1 0,1-1 0,-1-1 1,0 1-1,0-1 0,0 0 0,-1-1 0,1 0 1,-1-1-1,0 1 0,-10 0 0,-15 1-135,-64 0 0,90-4 22,6 0-60,0 0 0,-1 0 0,1 0 0,0 0 1,0-1-1,0 1 0,-1 0 0,1-1 0,0 0 0,0 1 0,0-1 0,0 0 0,0 0 0,0 0 1,0 0-1,0-1 0,0 1 0,1 0 0,-1-1 0,0 1 0,1-1 0,-1 0 0,1 0 0,0 1 1,0-1-1,-1 0 0,1 0 0,0 0 0,1 0 0,-1 0 0,0 0 0,0-1 0,1 1 0,0 0 1,-1 0-1,1 0 0,0-1 0,0 1 0,0 0 0,0 0 0,0 0 0,1-1 0,0-1 0,0-5-52,1 0-1,0 0 0,1 1 0,0-1 0,0 1 1,1 0-1,0 0 0,0 0 0,10-13 0,8-3 33,1 1 0,0 1 0,2 1 0,50-34 0,-28 26 27,101-44 0,-143 71 44,0 0 20,0-1 1,0 1 0,0 0-1,0 0 1,0 1-1,1 0 1,-1 0-1,1 0 1,-1 0 0,1 1-1,-1 0 1,9 1-1,-13 0-23,0-1 0,0 1 0,0 0-1,0 0 1,0 0 0,0 0 0,-1 0 0,1 0-1,0 0 1,0 1 0,-1-1 0,1 0-1,-1 0 1,1 1 0,-1-1 0,1 0 0,-1 0-1,0 1 1,0-1 0,0 0 0,0 1-1,0-1 1,0 0 0,0 1 0,0-1 0,0 0-1,-1 3 1,1 4 85,3 64 662,-4-1 0,-2 1 0,-4-1-1,-19 88 1,9-93-566,-3 0 1,-2-1-1,-62 120 1,82-180-492,-1 1-1,1-1 1,0 1 0,1-1 0,-1 1-1,1 0 1,0 0 0,0 11 0,1-15-1260,2-13-8452,11-10 4450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5:57.8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575 189 1088,'0'0'6865,"2"-8"-5809,0-3-521,-1 0-1,0 0 0,0 0 1,-2-16-1,1 22-384,-1 0 0,0 1 0,0-1-1,0 1 1,-1-1 0,1 1 0,-1-1 0,0 1 0,0 0-1,-1 0 1,1 0 0,-1 0 0,0 0 0,0 1 0,-5-6-1,3 5-72,0 0-1,0 1 0,-1-1 0,1 1 1,-1 0-1,1 0 0,-1 1 0,0 0 0,0 0 1,0 0-1,0 0 0,0 1 0,-1 0 1,1 1-1,0-1 0,0 1 0,-1 1 1,1-1-1,0 1 0,-8 2 0,10-2-55,0 1-1,1-1 0,0 1 1,-1 0-1,1 0 1,0 0-1,0 1 1,0-1-1,0 1 1,1 0-1,-1 0 0,1 0 1,-3 4-1,-28 47 511,31-50-481,-74 158 979,37-77-676,-2 7 515,3 2 0,5 1-1,-36 170 1,53-173-278,-3 113 0,16-81-3939,3-193-8213,0 36 5575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5:58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 7475,'0'0'10325,"115"0"-10101,-77 0-192,12 0-32,11 0-912,22 0-1041,9-5-3393,11-20-3603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04.3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0 212 784,'0'0'1148,"19"-11"145,151-84 3934,-151 85-4260,-15 7-419,1 0 0,-1 0 0,1 1 0,0 0-1,0 0 1,0 0 0,0 1 0,1-1 0,7 0-1,-13 3-448,1-1-1,-1 1 1,1-1-1,0 1 0,-1 0 1,0-1-1,1 1 1,-1-1-1,1 1 1,-1 0-1,0 0 0,1-1 1,-1 1-1,0 0 1,0 0-1,1-1 0,-1 1 1,0 0-1,0 0 1,0-1-1,0 1 0,0 0 1,0 1-1,0 24 409,0-23-254,0 25 343,1 0-315,-1 1-1,-2-1 0,-1 0 1,-7 31-1,10-58-283,-1-1 0,1 1 0,0-1 0,0 1-1,0-1 1,-1 1 0,1-1 0,0 1 0,0-1 0,0 1-1,0-1 1,0 1 0,0 0 0,0-1 0,0 1 0,0-1-1,0 1 1,0-1 0,1 1 0,-1-1 0,0 1 0,0-1 0,0 1-1,1-1 1,-1 1 0,0-1 0,0 1 0,1-1 0,-1 0-1,1 1 1,-1 0 0,17-5 63,24-24 137,-36 24-201,77-53 75,-40 29-50,44-38-1,-86 66-14,0 0 1,0 0-1,0 0 0,0 0 0,0-1 0,1 1 0,-1 0 0,0 0 1,0 0-1,0 0 0,0 0 0,0 0 0,0 0 0,1 0 0,-1 0 0,0 0 1,0 0-1,0 0 0,0 0 0,0 0 0,0 0 0,0 0 0,1 0 1,-1 0-1,0 0 0,0 0 0,0 0 0,0 0 0,0 0 0,0 0 1,1 0-1,-1 0 0,0 1 0,0-1 0,0 0 0,0 0 0,0 0 1,0 0-1,0 0 0,0 0 0,0 0 0,0 0 0,1 0 0,-1 1 1,0-1-1,0 0 0,0 0 0,0 0 0,0 0 0,0 0 0,0 0 0,0 1 1,3 12 129,-2 24-100,-1-20 64,1-14-106,-1 1 0,0-1 0,1 0 0,0 1 0,0-1 1,0 0-1,0 0 0,0 0 0,1 0 0,-1 0 0,1 0 0,0 0 0,0 0 0,0-1 1,0 1-1,1-1 0,-1 1 0,1-1 0,-1 0 0,1 0 0,0 0 0,0 0 0,0-1 1,0 1-1,0-1 0,0 0 0,0 0 0,0 0 0,1 0 0,-1 0 0,0-1 0,1 1 1,-1-1-1,0 0 0,1 0 0,-1 0 0,0 0 0,1-1 0,-1 0 0,0 1 0,1-1 1,-1 0-1,0-1 0,0 1 0,0 0 0,0-1 0,0 0 0,0 0 0,-1 0 0,1 0 1,0 0-1,3-4 0,2-3 33,0 0 1,-1 0 0,1 0-1,-2-1 1,1-1-1,-1 1 1,-1-1-1,0 0 1,6-22 0,-5 11 696,-2 0 0,-1 0 1,-1 0-1,-1-32 1,-1 54-784,0 0 0,0 0 0,0 0 0,0-1 0,0 1 0,0 0 0,0 0 0,0 0 0,0 0 0,0-1 0,-1 1 0,1 0 0,0 0 0,0 0 0,0 0 0,0 0 0,0-1 0,-1 1 0,1 0 1,0 0-1,0 0 0,0 0 0,0 0 0,-1 0 0,1 0 0,0 0 0,0 0 0,0 0 0,0 0 0,-1 0 0,1 0 0,0 0 0,0 0 0,0 0 0,-1 0 0,1 0 0,0 0 0,0 0 0,0 0 0,0 0 1,-1 0-1,1 0 0,0 0 0,0 0 0,0 0 0,0 0 0,-1 1 0,1-1 0,0 0 0,0 0 0,0 0 0,0 0 0,0 0 0,0 1 0,-1-1 0,1 0 0,0 0 0,0 0 0,0 0 0,0 1 1,0-1-1,-2 37-8001,2-14 1953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04.7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52 131 1793,'0'0'14278,"13"0"-13413,106 0 434,-118 0-1295,0 0-1,0 0 1,0 0 0,1-1-1,-1 1 1,0 0 0,0 0 0,0-1-1,0 1 1,0-1 0,0 1-1,0-1 1,0 1 0,0-1-1,0 0 1,0 0 0,0 1-1,0-1 1,-1 0 0,1 0-1,0 0 1,0 0 0,0-1-1,0-1 9,1 0 0,-1 1 0,-1-1 0,1 0 0,0 0-1,-1 0 1,1 0 0,-1 1 0,0-6 0,0 4-1,0 0 0,0 0 1,0 0-1,-1 0 0,0 0 0,0 0 1,0 0-1,0 1 0,-1-1 1,1 0-1,-1 1 0,0-1 1,0 1-1,-5-6 0,4 6 80,0 1 1,-1-1-1,0 1 0,1 0 0,-1 1 0,0-1 1,0 1-1,0-1 0,0 1 0,0 0 1,0 0-1,0 1 0,0 0 0,0-1 0,0 1 1,0 0-1,0 1 0,0-1 0,0 1 1,-1 0-1,1 0 0,1 0 0,-1 0 0,0 1 1,0 0-1,0 0 0,1 0 0,-1 0 1,1 0-1,-6 5 0,3-2 25,0 0 1,1 0-1,0 1 1,0-1-1,0 1 1,0 0-1,1 1 1,0-1-1,1 1 1,-1-1-1,1 1 0,0 0 1,1 1-1,0-1 1,0 0-1,-1 11 1,1 0-53,1-1 1,1 1 0,1 0 0,0 0-1,5 22 1,-5-35-125,0-1 0,1 0 0,-1 0-1,1 0 1,0 0 0,0 0 0,0 0 0,1 0-1,-1-1 1,1 1 0,0-1 0,0 0 0,0 0 0,0 0-1,0 0 1,1 0 0,0-1 0,-1 1 0,1-1 0,0 0-1,0 0 1,0-1 0,0 1 0,1-1 0,-1 0-1,0 0 1,7 0 0,12 2-1377,0-2-1,0-1 1,46-6 0,22-14-5460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05.1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367 0 2849,'0'0'16773,"-20"1"-14801,8-1-1645,-9 0 277,0 1 0,0 1 1,0 1-1,-35 9 0,44-9-243,-9 3 126,0 0 0,1 0 0,0 2 0,0 1 0,0 1 0,-20 13 0,38-22-488,1 0 0,-1 0 0,1 0-1,0 0 1,-1 1 0,1-1 0,0 0 0,0 0 0,0 1 0,0-1 0,0 1 0,0-1-1,0 1 1,1-1 0,-1 1 0,0 0 0,1-1 0,-1 1 0,1 0 0,0-1 0,-1 1 0,1 0-1,0 0 1,0-1 0,0 1 0,1 3 0,0-3-39,0 1 0,0-1 0,0 0 1,1 0-1,-1 0 0,0 0 0,1 0 0,0-1 0,-1 1 1,1 0-1,0-1 0,0 1 0,0-1 0,0 0 0,0 1 0,0-1 1,5 2-1,52 18-758,-44-17 472,0 1 0,0 0 0,-1 1 1,0 1-1,0 0 0,0 1 0,12 10 1,-25-17 304,1 1 1,-1-1 0,1 0 0,-1 1-1,0-1 1,0 1 0,0-1 0,0 1-1,0 0 1,0 0 0,0-1 0,0 1-1,-1 0 1,1 0 0,-1 0 0,1 0-1,-1 0 1,0-1 0,0 1 0,0 0-1,0 0 1,0 0 0,0 0 0,0 0 0,-1 0-1,1 0 1,-1 0 0,1 0 0,-1-1-1,0 1 1,0 0 0,0 0 0,0-1-1,0 1 1,0-1 0,0 1 0,0-1-1,-1 1 1,1-1 0,-3 2 0,-5 5 132,0-1 0,0 0 0,0 0 0,0-1 0,-15 7 0,1-1 227,13-6-168,0-1 1,-1 1-1,0-1 0,0-1 1,0 0-1,0-1 0,0 0 1,-16 2-1,43-17-2700,63-56-6288,-22 20-86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05.4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350 0 4690,'0'0'14588,"-11"27"-10861,-7 14-2413,-48 125 2761,46-101-2668,-13 78 0,-1 8-1225,30-139-376,-1 0-1,0 0 0,0 0 0,-1 0 0,0-1 0,-16 21 0,18-27-438,-1-1-1,1 1 0,-1-1 0,1 0 0,-1 0 0,0 0 0,-8 3 1,10-5-400,0-1 0,-1 0 1,1 1-1,-1-1 0,1 0 1,-1-1-1,1 1 0,-1-1 0,1 1 1,-1-1-1,0 0 0,1-1 1,-6 0-1,-6-4-7304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05.9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 5523,'0'0'3849,"21"-3"-90,-3 2-2794,127-8 5356,94 15-2278,2 1-3486,-241-7-558,0 0 1,0 0-1,1 1 0,-1-1 1,0 0-1,0 1 0,0-1 1,0 0-1,0 1 1,0-1-1,0 0 0,0 1 1,0-1-1,0 0 0,0 1 1,0-1-1,0 0 0,0 1 1,0-1-1,0 0 1,0 1-1,0-1 0,0 0 1,-1 1-1,1-1 0,0 0 1,0 1-1,0-1 1,-1 0-1,1 0 0,0 1 1,0-1-1,-1 0 0,-14 11 82,-1-2 0,-19 10 0,17-10-36,-34 23 1,37-21-38,2 0 0,0 1 0,0 0 0,-11 15 0,19-21-17,1-1 1,1 1 0,-1 0 0,1 0 0,0 0 0,0 1-1,1-1 1,0 1 0,0-1 0,1 1 0,-1 0 0,1-1-1,0 10 1,2-15 2,-1 0-1,1 0 0,-1 1 1,1-1-1,-1 0 1,1 0-1,0 0 1,-1-1-1,1 1 0,0 0 1,0 0-1,0 0 1,0 0-1,0-1 0,0 1 1,0 0-1,0-1 1,0 1-1,0-1 0,0 1 1,0-1-1,0 0 1,0 1-1,0-1 0,1 0 1,-1 0-1,0 0 1,0 0-1,0 0 1,1 0-1,-1 0 0,1 0 1,47-3-107,-48 3 107,8-2-53,1 0-1,-1 0 1,0-2 0,0 1 0,0-1-1,0 0 1,0-1 0,9-6-1,61-49-260,-79 60 320,5-4 119,0-1-1,-1 1 1,1-1 0,-1 1-1,0-1 1,0-1-1,0 1 1,4-9 0,-9 19 282,0 0 1,0 0 0,1 0 0,-1 1 0,2-1 0,-1 6-1,1 0-894,1-1 0,0 0 0,0 0 0,7 19-1,-7-25-46,0-1 0,0 1 0,0-1 0,0 0 0,1 0 0,-1 0 1,1 0-1,0 0 0,4 3 0,-4-3-597,0-1 0,0 0 0,0-1 1,1 1-1,-1-1 0,1 1 0,-1-1 0,1 0 1,0 0-1,4 0 0,20 0-6085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06.1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19 243 9156,'0'0'14519,"-3"15"-13380,-11 44-269,13-72-469,1-1 0,0 1 1,1 0-1,5-23 0,0 18-662,2 1 1,0-1-1,1 2 0,0-1 1,2 1-1,14-17 1,9-6-4056,5 2-5082,-22 21 1520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06.5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241 0 5394,'0'0'12676,"-15"21"-8808,5-7-3080,-10 13 826,2 1 1,0 0-1,-22 52 1,-24 95 1757,49-127-3319,3 0 0,1 1-1,-6 82 1,17-65-53,0-65-20,0-1 0,1 1 0,-1-1 1,1 1-1,-1-1 0,0 1 0,1-1 0,-1 1 0,1-1 0,-1 0 1,1 1-1,0-1 0,-1 0 0,1 0 0,-1 1 0,1-1 1,-1 0-1,1 0 0,0 0 0,-1 0 0,1 1 0,0-1 0,-1 0 1,1 0-1,-1 0 0,1-1 0,1 1 0,24 0-1047,-21-1 649,1 1 1,-1-1 0,1 0 1,-1 0-1,0-1 0,1 1 0,-1-1 0,0 0 1,0-1-1,0 1 0,0-1 0,-1 0 0,1 0 1,-1 0-1,6-7 0,-2 3-983,-1-1 1,-1 0 0,1 0-1,-1-1 1,-1 1-1,1-1 1,3-10-1,9-33-7652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06.6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 12230,'0'0'8900,"148"33"-6739,-71-33-1681,3 0-480,-1 0-368,9-15-3762,6-16-7908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07.0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320 1 3666,'0'0'20169,"-117"173"-17992,96-89-352,7 2-689,5-1-591,1 1-497,4-11-48,-7-10-577,-3-17-1264,-7-14-976,-8-13-1121,-5-13-2417,-3-8-3409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07.6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1 490 10309,'32'-7'3769,"376"-74"6391,96-47-6185,-462 114-3955,-1-2 0,41-23 0,-70 33-104,0-1 1,-1 0 0,0-1-1,0 0 1,0-1 0,-1 0 0,-1-1-1,0 0 1,0 0 0,14-23 0,-21 29 32,0 0 0,0 0 0,0 0 0,-1 0 0,0-1 0,0 1 0,0 0 0,0 0 0,-1-1 0,1-6 0,-2 9 34,1 1 0,0-1 0,0 1 0,-1-1 0,1 1-1,0-1 1,-1 1 0,0 0 0,1-1 0,-1 1-1,0 0 1,0 0 0,1-1 0,-1 1 0,0 0 0,0 0-1,0 0 1,-1 0 0,1 0 0,0 0 0,0 1-1,0-1 1,-1 0 0,1 0 0,0 1 0,-1-1 0,1 1-1,-1-1 1,1 1 0,-1 0 0,-2-1 0,-10 0 11,-1 1 0,0 0 1,1 1-1,-1 0 0,0 1 0,1 1 1,0 0-1,-1 1 0,1 0 1,1 1-1,-1 1 0,1 0 0,0 1 1,-12 9-1,-6 4 74,2 2 1,1 1-1,0 2 0,-37 43 1,46-46-28,2 0 0,0 2 0,1 0 0,2 1 0,1 1 0,0 0 0,2 0-1,1 1 1,2 1 0,0 0 0,2 0 0,1 0 0,1 1 0,1-1 0,2 1 0,2 34 0,-1-63-40,0 1-1,1 0 0,-1 0 1,0 0-1,0 0 1,0-1-1,1 1 1,-1 0-1,0 0 1,1 0-1,-1-1 1,1 1-1,-1 0 1,1 0-1,-1-1 0,1 1 1,0-1-1,-1 1 1,1 0-1,0-1 1,-1 1-1,1-1 1,0 0-1,1 1 1,25 3 3,-20-4 4,0-1 0,-1 0-1,1 0 1,0-1-1,0 0 1,6-3-1,-2-1-37,0-1-1,-1 0 1,0 0-1,0-1 1,17-17-1,38-52-278,-35 39 249,-30 38 25,1-1 0,-1 1 1,0-1-1,1 1 0,-1-1 0,0 1 0,1-1 0,-1 1 0,0-1 0,1 1 1,-1 0-1,1-1 0,-1 1 0,1-1 0,-1 1 0,1 0 0,-1 0 0,1-1 0,-1 1 1,1 0-1,-1 0 0,1 0 0,-1-1 0,2 1 0,-1 14-1613,-2 1 889,1 13-811,1 42-8057,2-52 3326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07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96 9476,'0'0'8938,"18"5"-8223,-13-4-680,23 7 196,1-1 0,-1-1 1,55 2-1,-81-8-225,0 0-1,-1 0 1,1 0-1,-1 0 0,1-1 1,0 1-1,-1-1 1,1 1-1,-1-1 1,1 1-1,-1-1 1,0 0-1,1 0 1,-1 0-1,0 0 0,1 0 1,-1 0-1,0 0 1,0 0-1,0-1 1,0 1-1,0 0 1,0-1-1,0 1 1,-1 0-1,1-1 0,0 1 1,-1-1-1,1 1 1,-1-1-1,1 0 1,-1-2-1,1-6-13,0 0-1,0 0 0,-1 0 1,-2-12-1,1 14 11,1 7 80,0 0 1,0 0-1,0-1 1,-1 1-1,1 0 1,-1 0-1,1 0 1,-1 0-1,1 0 1,-1 0-1,1-1 1,-1 1-1,0 1 1,0-1-1,1 0 1,-1 0-1,0 0 1,0 0-1,0 0 1,0 1-1,0-1 1,0 0-1,0 1 1,0-1-1,0 1 1,-1-1-1,1 1 1,0 0-1,0-1 1,0 1-1,0 0 1,-1 0-1,1 0 1,0 0-1,0 0 1,-1 0-1,1 0 1,0 0-1,0 1 1,0-1-1,-1 0 1,1 1-1,0-1 1,0 1-1,0-1 1,0 1-1,0 0 1,0-1-1,0 1 1,0 0-1,-1 1 1,-2 4 167,0 0 0,0 0-1,1 1 1,-1-1 0,2 1 0,-1 0 0,1 0 0,0 0 0,-2 12-1,1 5 226,1 41-1,2-61-515,0 0 0,0-1 0,1 1 0,-1 0 0,1-1 0,0 1 0,0 0 1,1-1-1,-1 1 0,1-1 0,-1 0 0,1 1 0,0-1 0,0 0 0,1 0 0,-1 0 0,0-1 1,1 1-1,0 0 0,0-1 0,0 0 0,0 0 0,0 0 0,0 0 0,0 0 0,1 0 0,6 2 1,2-1-857,0 0 0,0 0 1,0-1-1,0-1 0,0 0 1,0-1-1,21-1 0,40-8-7000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08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0 5731,'0'0'9793,"4"22"-6727,-1-3-2438,1 1 36,-1 1 0,0-1 0,-2 1 0,0 0 1,-4 37-1,-45 140 2970,31-142-3321,3 1 0,-10 83-1,25-144-7408,6-25 3073,-1 3 1056,4-28-3054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08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52 6675,'0'0'3818,"20"-9"-910,-9 5-2437,4-3 244,0 1-1,0 0 1,0 2 0,1 0 0,0 0 0,0 1-1,30 0 1,-30 3-147,5-1 128,-1 1 1,0 1-1,0 1 0,38 9 1,-52-10-635,-1 1 1,0 0-1,0 1 1,1-1-1,-1 1 1,-1 0 0,1 0-1,0 1 1,-1-1-1,0 1 1,1 0-1,-2 0 1,1 1-1,0-1 1,-1 1-1,0 0 1,0 0-1,0 0 1,-1 0 0,1 0-1,-1 1 1,1 7-1,-1-8-46,0 1 0,0 0 0,-1-1 0,0 1 0,0 0 0,-1 0 0,0 0-1,0 0 1,0 0 0,-1 0 0,0 0 0,0 0 0,0 0 0,-1-1 0,1 1 0,-2 0 0,1-1 0,0 0 0,-1 1 0,0-1-1,-1 0 1,1 0 0,-1-1 0,0 1 0,0-1 0,0 0 0,0 0 0,-1 0 0,-6 4 0,-8 3 74,-1-1 1,-1-1-1,0-1 1,0 0-1,-1-2 1,0 0-1,-23 2 1,-11-1-104,-91-1 1,146-7-104,1 1 1,0 0 0,-1-1-1,1 1 1,0 0 0,-1-1-1,1 1 1,0-1-1,0 1 1,-1 0 0,1-1-1,0 1 1,0-1 0,0 1-1,0-1 1,0 1 0,-1-1-1,1 1 1,0-1 0,0 1-1,0-1 1,0 1-1,1-1 1,-1 1 0,0-1-1,0 1 1,0-1 0,0 1-1,0 0 1,1-1 0,-1 1-1,0-1 1,0 1 0,1-1-1,-1 1 1,0 0-1,0-1 1,1 1 0,-1 0-1,1-1 1,-1 1 0,0 0-1,1-1 1,-1 1 0,1 0-1,28-13-4665,13 1-2630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09.2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0 118 5651,'0'0'13974,"5"22"-11245,1 0-2052,24 90 2368,-28-102-2446,0 0-1,-1 0 1,0 1-1,-1-1 1,0 12 0,-1-2 472,1-19-521,1-20-227,2 4-325,1 1 0,0-1 0,1 1 1,0 0-1,1 0 0,8-13 0,51-78-47,-56 91 24,1 1 0,0 0 0,1 0 0,1 1 0,15-13-1,-20 20-265,-1 1 0,0-1 0,1 2-1,0-1 1,0 1 0,0-1 0,0 2-1,1-1 1,-1 1 0,1 0 0,-1 1-1,1 0 1,11 0 0,-6 1-1153,1 2 1,-1-1-1,0 2 1,0 0-1,0 0 1,-1 1-1,1 1 0,-1 0 1,0 1-1,0 0 1,16 12-1,11 5-4569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09.5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 21 2897,'0'0'16272,"-21"14"-13404,-66 43-542,83-54-2108,0 0 0,-1 0 0,2 0 0,-1 0 0,0 1 1,1 0-1,-1 0 0,1 0 0,0 0 0,1 0 0,-5 8 0,6-8-136,0-1 1,0 1-1,0-1 1,1 1 0,0 0-1,0-1 1,0 1-1,0 0 1,0-1-1,1 1 1,0 3-1,0-4-77,0-1 0,-1 0 1,1 0-1,0 1 0,0-1 0,0 0 0,1 0 0,-1 0 1,0 0-1,1 0 0,0-1 0,-1 1 0,1 0 1,0-1-1,0 1 0,0-1 0,0 1 0,0-1 0,0 0 1,0 0-1,0 0 0,0 0 0,1 0 0,-1-1 0,0 1 1,3 0-1,8 1-21,-1-1 0,1 0 0,22-1 0,-19 0 7,-10 0 18,-1-1 0,1 1 0,-1-1 0,0 0 0,1 0 0,-1 0 0,0-1 0,1 0 0,-1 0 1,0 0-1,-1 0 0,1-1 0,0 0 0,-1 0 0,1 0 0,-1-1 0,0 0 0,0 1 0,0-1 0,-1-1 0,1 1 0,-1 0 0,0-1 1,0 0-1,-1 0 0,1 0 0,-1 0 0,0 0 0,-1 0 0,1 0 0,-1-1 0,0 1 0,0 0 0,-1-1 0,0 1 0,1-1 0,-2 1 0,1-1 1,-2-6-1,1 8 20,0 0 0,0 0 0,0 1 0,-1-1 0,1 0 0,-1 1 0,0-1-1,0 1 1,0 0 0,-1 0 0,1 0 0,-1 0 0,0 0 0,0 0 0,0 1 0,0-1 0,0 1 0,0 0 0,-1 0 0,-4-2 0,0 0-44,0 1 0,0 0 1,-1 0-1,1 1 0,-1 1 0,1-1 0,-1 1 0,-11 0 1,19 1-67,0 0 1,0 0 0,0 0 0,0 1-1,1-1 1,-1 0 0,0 0 0,0 0 0,0 1-1,0-1 1,0 0 0,0 1 0,0-1 0,0 1-1,1-1 1,-1 1 0,0 0 0,0-1 0,1 1-1,-1 0 1,0-1 0,1 1 0,-1 0-1,1 0 1,-1-1 0,1 1 0,-1 0 0,1 0-1,0 0 1,-1 0 0,1 0 0,0 0 0,0 0-1,-1 0 1,1 0 0,0-1 0,0 2 0,0 0-239,1 0 0,-1 0 0,0 0 1,1-1-1,-1 1 0,1 0 0,-1-1 0,1 1 1,0 0-1,-1-1 0,1 1 0,0-1 1,0 1-1,1-1 0,-1 1 0,0-1 1,0 0-1,1 1 0,-1-1 0,0 0 1,4 2-1,39 13-6882,16-3-2027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09.9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536 1 10965,'0'0'8054,"-12"29"-3820,0-2-3198,3-7-454,0 0 0,1 1 0,2 0-1,0 0 1,1 1 0,1 0 0,-2 34 0,4 17 11,3 0 0,3 0 0,20 104 0,-14-132-584,18 110-108,-24-127-56,-2-1-1,-1 1 0,-4 45 0,3-70 156,-1 0 0,1 0 0,-1-1-1,0 1 1,0-1 0,0 1 0,0 0-1,0-1 1,0 0 0,-1 1-1,1-1 1,-1 0 0,0 1 0,1-1-1,-1 0 1,0 0 0,-4 2 0,1-1 10,1-1 1,0 1-1,-1-1 1,1 0-1,-1-1 1,1 1 0,-1-1-1,0 0 1,-7 1-1,1-2 6,0 1-1,0-1 1,0-1-1,0 0 1,0-1-1,0 0 1,0 0-1,-15-7 0,9 1-1,0-1 0,1-1-1,0 0 1,1-1-1,0-1 1,1 0 0,0-1-1,1-1 1,0 0-1,-11-18 1,2 1-18,2 0 0,1-2 1,2 0-1,-15-41 0,20 43-223,2 0 1,1-1-1,-6-39 0,13 58-137,1 1 1,0-1-1,0 0 0,1 1 0,1-1 1,0 1-1,1-1 0,1 1 1,0-1-1,0 1 0,9-19 0,7-3-2480,3 1-1,0 1 0,32-33 0,-40 47 869,42-49-6513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10.1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13238,'0'0'15095,"46"14"-15847,-25 14-1409,2 1-1361,-5 0-2785,1-6-4338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10.4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53 5683,'0'0'15361,"23"15"-12864,79 44-746,-93-54-1556,0 0 0,0-1 1,1-1-1,-1 0 1,1 0-1,0-1 1,0 0-1,0 0 1,0-1-1,0-1 0,0 0 1,11-1-1,5 0-129,-24 2-95,0-1-1,-1 0 1,1 0 0,-1 0-1,1 0 1,0-1-1,-1 1 1,1 0 0,-1-1-1,1 1 1,-1-1-1,1 1 1,-1-1 0,1 0-1,-1 0 1,0 0 0,1 1-1,-1-1 1,0-1-1,0 1 1,1 0 0,0-1-1,-2 0-16,1 0-1,0 0 0,-1 0 1,0 0-1,1 0 1,-1 0-1,0 1 1,0-1-1,0 0 1,0 0-1,-1 0 0,1 0 1,0 0-1,-1 0 1,1 0-1,-1 0 1,0 0-1,-1-3 0,-2-1-17,1 0 0,-1 0-1,0 0 1,0 1-1,-1-1 1,0 1-1,0 0 1,0 0 0,0 1-1,-1-1 1,0 1-1,-11-6 1,8 6 129,0-1 0,1 2 0,-2-1 0,1 1 0,0 1 0,0-1 0,-1 2 0,1-1 1,-11 1-1,16 0-16,0 1 1,-1 0 0,1 1-1,0-1 1,1 1 0,-1-1-1,0 1 1,0 0 0,0 1-1,0-1 1,1 1 0,-1-1-1,-5 5 1,6-4-30,1 1-1,0-1 1,0 1-1,0 0 1,1-1 0,-1 1-1,1 0 1,-1 0 0,1 0-1,0 0 1,0 1-1,0-1 1,1 0 0,-1 0-1,1 0 1,0 1-1,0 5 1,-1 3-94,1 1 0,1 0-1,0-1 1,1 1 0,1-1-1,0 1 1,0-1 0,1 0 0,1 0-1,0 0 1,0-1 0,1 0-1,8 12 1,-7-14-417,0 0 1,1-1-1,0 0 0,0 0 1,0-1-1,1 0 0,1 0 1,-1-1-1,15 8 0,-11-9-747,0 0 1,0-1-1,0-1 0,0 0 0,1 0 0,-1-1 0,20-1 0,37 0-5693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10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179 5 5491,'0'0'18891,"-20"-1"-17427,-61-3-162,78 4-1243,0 1 0,0-1-1,0 0 1,0 1-1,0 0 1,0-1-1,0 1 1,0 0-1,0 0 1,1 1 0,-1-1-1,0 1 1,1-1-1,-1 1 1,1 0-1,0 0 1,-1 0-1,1 0 1,0 0 0,0 1-1,0-1 1,1 1-1,-1-1 1,0 1-1,1 0 1,-2 5-1,0 0-57,1 1 0,0-1 0,1 1 0,0 0 0,0-1-1,1 12 1,0-20 0,0 8-12,0-1-56,0 1 0,0-1 0,1 0 0,0 1 0,0-1 0,2 8 0,-2-13-47,0 0-1,0 0 1,1 0 0,-1 0-1,0 0 1,1 0-1,-1 0 1,1 0 0,-1-1-1,1 1 1,0 0-1,0-1 1,0 0-1,0 1 1,0-1 0,0 0-1,0 0 1,0 0-1,0 0 1,1-1 0,-1 1-1,0-1 1,4 1-1,2 1-719,0-1 0,1-1 1,-1 1-1,0-1 0,1-1 0,-1 0 0,0 0 0,1 0 0,-1-1 0,0 0 0,0-1 0,0 0 0,-1 0 0,1-1 0,-1 0 0,11-7 0,47-36-9106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10.9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0 12486,'0'0'8366,"-18"6"-4313,8-2-3441,3-3-349,1 1 1,-1 0-1,1 1 0,0-1 0,0 1 0,0 1 1,0-1-1,1 1 0,-1 0 0,1 0 0,0 0 1,0 1-1,0 0 0,1 0 0,0 0 0,0 0 1,0 1-1,-4 9 0,-1 7 117,1 0 1,2 1-1,0 0 1,2 0-1,-4 39 1,6-5-398,6 68 0,-3-106 59,1 0 1,1 1-1,1-1 1,0 0-1,9 20 1,-10-32-172,0 0 0,0-1 1,1 1-1,0-1 0,0 0 0,1 0 1,5 6-1,-7-9-196,1 0 0,-1 0 1,0-1-1,1 1 0,-1-1 0,1 0 0,0 0 0,0 0 1,0-1-1,0 1 0,0-1 0,0 0 0,7 1 1,2-1-2331,1 0 0,-1-1 1,18-2-1,4-5-6936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11.1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13270,'0'0'8324,"164"7"-8324,-83 1-176,7-2-3106,4-6-5218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11.8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225 170 17128,'0'0'7099,"-21"0"-5079,-70 1-1073,87-1-905,0 1 0,1-1 0,-1 1 0,0-1 0,0 1 1,1 0-1,-1 0 0,1 1 0,-1-1 0,1 1 0,0 0 0,-1 0 0,1 0 1,0 0-1,0 0 0,0 1 0,1-1 0,-1 1 0,1 0 0,-1 0 0,1 0 1,0 0-1,0 0 0,0 0 0,0 1 0,-2 6 0,2-1-91,0 0-1,0 0 1,1 1-1,0-1 1,0 1-1,1-1 1,2 18-1,-1-25-8,-1-1 0,1 1 0,-1-1 0,1 1 0,0-1 0,0 1 0,0-1 0,0 1 0,0-1 0,0 0 0,0 0 0,0 1 0,0-1 0,0 0 0,1 0 0,-1 0 0,1 0-1,-1 0 1,0-1 0,1 1 0,0 0 0,-1-1 0,1 1 0,-1-1 0,1 0 0,0 1 0,-1-1 0,1 0 0,0 0 0,-1 0 0,1 0 0,0 0 0,-1 0 0,3-1 0,1 1-107,1-1 0,0 0 0,0 0 0,-1 0 0,1 0 0,-1-1 0,1 0 0,9-5 0,-10 3 151,0 0-1,0-1 1,0 1 0,-1-1-1,0 0 1,0 0 0,0-1-1,0 1 1,-1-1 0,0 1-1,0-1 1,-1 0 0,1 0-1,-1-1 1,-1 1 0,1 0-1,-1-1 1,0 1 0,-1 0-1,1-1 1,-1 0 0,0 1-1,-1 0 1,0-1 0,0 1-1,0-1 1,-1 1 0,0 0-1,0 0 1,-1 0 0,1 0-1,-1 0 1,0 0 0,-1 1-1,0-1 1,0 1 0,0 0-1,0 0 1,-7-5 0,-12-8 601,-46-29-1,29 22-375,32 18-312,13 4-578,17 3-525,-20 0 1211,14 3-115,0 0 1,-1 1-1,1 0 0,-1 2 0,0 0 0,28 15 0,81 58 183,-112-70-40,0 0 0,0 1 0,-1 1-1,15 16 1,-22-21 77,0-1 0,0 0 0,-1 1 0,0 0 0,0 0 0,0 0 0,-1 0 0,0 0 0,0 1 0,-1-1 0,0 1 0,1 10 0,-1-10 71,-1-1-1,-1 1 1,1-1-1,-1 1 1,0-1-1,0 0 1,-1 1-1,0-1 1,0 0-1,-1 0 1,1 0-1,-1 0 1,-1-1-1,1 1 1,-1-1-1,-6 8 1,5-3-149,8-5-649,18-12-103,17-19 229,0-2-1,43-41 1,-36 29 281,-34 28 1246,0 2 1668,-11 10-2672,0 0-1,1 0 1,-1 0-1,0 0 1,0 0-1,1 0 1,-1 1-1,0-1 1,0 0-1,1 0 1,-1 0-1,0 0 1,0 0-1,1 0 1,-1 1-1,0-1 1,0 0-1,0 0 1,1 0-1,-1 1 1,0-1-1,0 0 1,0 0-1,0 1 1,0-1-1,0 0 1,1 0-1,-1 1 1,0-1-1,0 0 1,0 0-1,0 1 1,0-1-1,0 0 1,0 0-1,0 1 1,0-1-1,0 0 1,0 0-1,0 1 1,0-1-1,0 0 1,0 0-1,-1 1 1,1-1-1,0 5-194,1-1-1,0 1 1,-1-1-1,1 1 1,1-1 0,-1 0-1,1 0 1,0 0-1,-1 1 1,2-2-1,-1 1 1,0 0-1,1 0 1,0-1 0,0 1-1,0-1 1,0 0-1,6 4 1,-5-4-815,0 0 0,1-1 0,-1 0 0,1 0 0,0 0 0,-1 0 0,1-1 0,0 1 0,0-1 0,9 0 0,32 0-10979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12.3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8 11029,'0'0'13315,"-24"-1"-11909,-80-5-325,95 6-959,1-1 1,0 2-1,-1-1 0,1 1 1,0 0-1,0 1 1,0 0-1,0 0 0,0 1 1,0 0-1,0 0 0,1 1 1,-1 0-1,1 0 1,0 0-1,1 1 0,-1 1 1,1-1-1,0 1 0,0 0 1,0 0-1,-8 13 1,-2 9-69,15-27-79,1 1 0,-1-1 0,1 1-1,-1-1 1,1 0 0,0 1 0,-1-1 0,1 1-1,0-1 1,0 1 0,0-1 0,0 1 0,0-1-1,1 1 1,-1-1 0,0 0 0,1 1 0,0 2-1,6-3-422,2-1 287,-1 0 0,1-1 0,-1 0-1,0-1 1,1 0 0,-1 0 0,0 0-1,0-1 1,-1 0 0,1-1 0,0 0 0,-1 0-1,11-9 1,11-10-60,30-32-1,-56 60 4681,3 15-4769,-3-10 587,6 16-255,1-1 1,24 42-1,-27-55-480,0 0 1,1 0-1,1-1 1,-1 0-1,2-1 1,0 0-1,14 11 1,-20-18-319,0-1 1,0 1 0,1-1 0,-1 0 0,1 0-1,9 3 1,31 0-9339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13.4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1 851 3249,'0'0'15813,"4"-2"-13185,2-2-2189,0 0 1,-1 0-1,1 0 0,-1-1 0,0 0 1,0 0-1,0-1 0,-1 1 1,8-13-1,7-7 378,385-439 242,-220 277-1744,-183 198 594,-3 11 122,-1 0 0,0-1 0,-8 27 0,4-20 215,-5 43 0,8-41-169,3 0 0,0 1 0,2-1 0,7 52 0,-7-79-105,-1-1 0,1 0 0,-1 1 0,1-1 0,0 0 0,0 0 0,0 0 0,0 0 0,0 0 0,1 0 0,-1 0 0,1 0 1,-1-1-1,1 1 0,0 0 0,-1-1 0,1 1 0,0-1 0,0 0 0,0 0 0,0 1 0,0-1 0,0-1 0,1 1 0,-1 0 1,0 0-1,0-1 0,1 1 0,-1-1 0,0 0 0,1 0 0,-1 0 0,0 0 0,1 0 0,-1 0 0,0-1 0,1 1 0,-1-1 1,0 0-1,4-1 0,6-2-62,0-1 0,0-1 0,0 0 1,-1 0-1,20-15 0,42-37-1200,74-76-1,53-77-1303,-92 95 2689,-95 104 1499,-13 12-1540,0 0 1,0 0-1,0 0 1,0 0 0,0 0-1,0 0 1,0 0-1,0 0 1,0 0 0,0 1-1,0-1 1,0 0-1,0 0 1,0 0 0,0 0-1,0 0 1,0 0-1,0 0 1,0 0 0,0 0-1,0 0 1,0 0-1,0 0 1,0 0 0,0 0-1,0 0 1,0 0-1,0 1 1,0-1 0,0 0-1,0 0 1,0 0-1,0 0 1,0 0 0,0 0-1,0 0 1,0 0-1,0 0 1,1 0 0,-1 0-1,0 0 1,0 0-1,0 0 1,0 0 0,0 0-1,0 0 1,0 0-1,0 0 1,0 0 0,0 0-1,0 0 1,0 0-1,0 0 1,0 0 0,1 0-1,-16 27 1728,-17 24-1207,3 2 1,2 1 0,2 1 0,-17 59-1,0 44-386,29-77-1479,11-2-3427,3-78 4523,-1 0 0,0 0 0,1-1 1,-1 1-1,1 0 0,-1 0 1,1 0-1,-1-1 0,1 1 0,-1 0 1,1-1-1,0 1 0,-1 0 0,1-1 1,0 1-1,-1-1 0,1 1 0,0-1 1,0 0-1,0 1 0,0-1 0,-1 0 1,1 1-1,0-1 0,0 0 0,0 0 1,0 0-1,0 0 0,0 0 0,0 0 1,0 0-1,0 0 0,-1 0 0,1 0 1,0 0-1,0-1 0,2 0 0,4 1-1589,33 0-6284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14.1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203 111 5939,'0'0'18811,"-22"2"-16506,-70 10-752,89-12-1492,-1 1 1,1 0 0,0 0-1,0 0 1,1 0 0,-1 0-1,0 0 1,0 1-1,0-1 1,1 1 0,-1 0-1,1 0 1,0 0 0,-1 0-1,1 0 1,0 1-1,0-1 1,0 1 0,0-1-1,1 1 1,-1 0 0,1 0-1,-2 3 1,-1 3 81,-1 3-101,1 0 0,0 1 0,0-1 0,1 1 0,1 0 0,0 0 0,1-1 0,1 1 0,0 0 0,0 0 0,4 19 0,-4-31-48,0 0 0,0 0 0,1 0 0,-1 0 0,0 0 0,0 0 0,1 0 0,-1 0 0,1 0 1,-1 0-1,1 0 0,-1 0 0,1 0 0,0 0 0,-1-1 0,1 1 0,0 0 0,0 0 0,-1-1 0,1 1 0,0 0 0,0-1 0,0 1 0,0-1 0,0 1 0,0-1 0,0 1 0,0-1 0,0 0 0,0 0 0,0 1 0,0-1 0,0 0 1,0 0-1,0 0 0,0 0 0,1 0 0,-1 0 0,0-1 0,0 1 0,2-1 0,1 0-18,1-1 1,-1 1-1,1-1 1,-1 0-1,0-1 1,0 1-1,0-1 1,5-4 0,11-10-148,-1-2 0,-1 0 0,-1-2 1,-1 1-1,0-2 0,-2 0 0,-1-1 1,21-47-1,-23 40 67,-8 19 58,1 1 0,0-1 0,1 1 0,11-19 0,-13 27-9,0 0 0,-1 0-1,1 0 1,0 1-1,0-1 1,0 1 0,1 0-1,-1 0 1,0 0-1,0 0 1,1 1 0,-1-1-1,0 1 1,1 0 0,-1 0-1,0 0 1,5 1-1,2 0 19,0 0-1,1 0 1,-1 1-1,13 4 1,-15-2 49,-1-1 1,0 2-1,0-1 1,-1 1-1,1 0 0,-1 0 1,0 1-1,0 0 1,-1 0-1,0 0 1,0 1-1,0-1 1,-1 1-1,0 0 0,0 1 1,-1-1-1,4 10 1,-1 1 221,0 1 0,-1-1 0,-1 1 0,-1 0 0,-1 0 0,1 24 0,-3-42-183,16-3-206,1-7-271,-1-1 0,0 0 0,20-17-1,13-8-763,-17 14 501,-11 6 664,1 1 1,0 2 0,44-19 4174,-66 61-3880,0-13-81,-1-9-462,1 1 0,0-1 1,1 1-1,2 9 1,-3-15 31,1-1 1,0 0-1,0 0 1,0 1-1,0-1 1,0 0-1,0 0 1,0 0-1,1 0 1,-1 0-1,1 0 1,0 0-1,-1-1 1,1 1-1,0 0 1,0-1-1,0 0 1,0 1-1,3 0 1,34 9-5742,11-5-4268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14.6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213 653 14535,'0'0'16143,"-18"-6"-15569,-60-19-329,75 24-246,0 0 1,0 0-1,0 1 0,-1-1 0,1 1 1,0 0-1,0 0 0,-1 0 0,1 0 1,0 1-1,0-1 0,0 1 0,-1 0 1,1 0-1,0 0 0,0 0 0,0 0 1,0 1-1,1 0 0,-1-1 0,0 1 1,1 0-1,-1 0 0,1 0 0,-4 5 0,1-1-19,1-1-1,1 1 0,-1 0 1,1 0-1,0 0 0,0 0 0,1 1 1,0-1-1,-2 8 0,4-13-11,-1 1 0,1-1 0,0 0 0,-1 0 0,1 1 0,0-1-1,0 0 1,0 0 0,0 1 0,0-1 0,0 0 0,0 1 0,0-1 0,1 0 0,-1 0-1,0 0 1,1 1 0,-1-1 0,1 0 0,-1 0 0,1 0 0,0 0 0,-1 0-1,1 0 1,0 0 0,0 0 0,0 0 0,0 0 0,0 0 0,0 0 0,0-1 0,0 1-1,0 0 1,0-1 0,0 1 0,0-1 0,1 1 0,1 0 0,2-1-49,0 1 0,0-1 0,0 0 0,0 0 0,0 0 0,0-1 0,0 0 0,0 0 0,6-2 0,6-3-81,0-1-1,0 0 1,-1-1-1,0-1 0,-1-1 1,17-13-1,8-9-678,35-38 0,0-5 141,-4-4 1,-3-3-1,68-106 0,-127 174 908,0-1 0,-1 1 0,9-27 0,-15 33 383,0 0 0,0-1 0,0 1 0,-2-1 0,1-10 0,-1 18-544,0 1-1,0 0 0,0 0 0,0-1 1,0 1-1,0 0 0,0-1 0,0 1 1,0 0-1,0 0 0,0-1 0,-1 1 1,1 0-1,0 0 0,0-1 0,0 1 0,0 0 1,-1 0-1,1 0 0,0-1 0,0 1 1,-1 0-1,1 0 0,0 0 0,0-1 1,-1 1-1,1 0 0,0 0 0,0 0 1,-1 0-1,1 0 0,0 0 0,-1 0 0,1 0 1,0 0-1,-1 0 0,-16 3 655,-15 12-205,19-5-372,1 1 0,0 0-1,0 1 1,2 0-1,-1 0 1,1 2 0,-11 19-1,-51 108 308,36-48-712,3 0 0,5 3 0,-18 113 1,43-194-640,2 0 1,-1 26-1,2-40 722,0 0 0,0 0 1,0 0-1,0 0 0,0 0 0,0 0 0,0 0 0,0 0 1,1 0-1,-1 0 0,0 0 0,1 0 0,-1 0 1,1-1-1,-1 1 0,1 0 0,-1 0 0,1 0 1,0 0-1,-1-1 0,1 1 0,0 0 0,0-1 0,0 1 1,-1 0-1,1-1 0,0 1 0,1 0 0,29 1-6012,-22-2 4412,39 0-8052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15.0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0 4194,'0'0'22242,"-16"0"-21068,-52 3-139,63-2-971,0 1 0,1 0 1,-1 0-1,0 0 0,0 0 0,1 1 0,-1-1 0,1 1 1,0 0-1,0 1 0,0-1 0,0 1 0,1-1 1,-1 1-1,1 0 0,0 1 0,0-1 0,0 1 0,1-1 1,-4 10-1,2-7-38,1 0-84,0 0 0,0 0 0,0 0 0,1 0 0,0 1 0,0-1 0,1 1 0,0-1 0,0 1 0,1 8 0,1-16-12,0 1 0,0-1 0,0 1 0,0-1-1,0 1 1,-1-1 0,1 0 0,0 0-1,0 1 1,0-1 0,1 0 0,-1 0-1,0 0 1,0 0 0,0 0 0,0 0-1,1-1 1,1 1-146,6-1 94,-1 0 0,1-1 1,-1 0-1,1 0 0,-1-1 1,0 0-1,0-1 1,-1 0-1,1 0 0,-1 0 1,1-1-1,-1 0 0,-1-1 1,1 1-1,-1-1 0,0 0 1,0-1-1,-1 0 0,5-8 1,-1-2 493,-4 7 4010,-3 24-2755,-2 2-1665,0 1-1,1-1 0,1 0 0,0 1 1,6 17-1,-7-30-189,1 1 0,0-1-1,0 0 1,0 0 0,0 0 0,1 0 0,-1-1 0,1 1 0,0-1-1,4 4 1,-4-4-259,0-1 0,0 0 0,0 0-1,1-1 1,-1 1 0,0 0 0,1-1 0,-1 0-1,1 0 1,0 0 0,-1 0 0,1-1 0,0 1 0,3-1-1,31-2-6875,3-12-3407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15.3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2305,'0'0'21615,"3"6"-19851,6 8-635,1 1 1,14 15 0,-14-19-1099,1-1 1,0 0-1,0 0 1,1-1-1,0 0 1,14 6-1,-23-13-416,0-1 1,0 1-1,0-1 0,0 0 0,1-1 0,-1 1 0,0 0 0,1-1 0,-1 0 0,5 0 0,-3 0-819,0-1-1,0 0 1,0 0-1,0 0 1,0-1-1,0 0 1,0 0-1,-1 0 0,7-4 1,18-11-8144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15.7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1023 0 7283,'0'0'19905,"0"8"-19067,0 14-434,-1 0 0,-1 0 0,-1 0 0,-8 32-1,-34 94 491,35-117-853,-33 92-805,-5-2 0,-6-2 0,-136 222 1,171-312 208,-1 0 0,-1-2 1,-32 33-1,45-52 467,1-2 0,-1 1 0,0-1 0,0 0 0,-1-1 0,0 1 0,0-2 0,0 1 1,0-2-1,-1 1 0,0-1 0,1 0 0,-1-1 0,0 0 0,-18 0 0,19-2 99,1 0 0,0-1-1,0 0 1,-1 0 0,1-1 0,0 0-1,0-1 1,-14-6 0,8 1 28,0-1 0,1 0 0,-20-18 1,7 5 2,-6-4 109,0-2-1,-45-54 0,65 66-129,12 15-26,0 1-1,0 0 0,-1 0 0,1 0 1,0 0-1,0 0 0,0-1 0,0 1 0,0 0 1,0 0-1,0 0 0,0 0 0,0-1 1,0 1-1,0 0 0,0 0 0,0 0 0,0 0 1,0-1-1,0 1 0,0 0 0,0 0 1,0 0-1,1 0 0,-1-1 0,0 1 0,0 0 1,0 0-1,0 0 0,0 0 0,0 0 1,0 0-1,1-1 0,-1 1 0,0 0 0,0 0 1,0 0-1,0 0 0,0 0 0,1 0 1,-1 0-1,0 0 0,0 0 0,0 0 0,0 0 1,0 0-1,1 0 0,-1 0 0,0 0 1,0 0-1,0 0 0,1 0 0,10-1-352,-10 1 233,76 0-5961,-28 0-2021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17.3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 0 4866,'0'0'9797,"4"15"-3872,-5-8-5820,0 0-1,0 0 0,-1 0 1,0-1-1,0 1 1,-1-1-1,0 1 1,0-1-1,0 0 1,-1 0-1,1-1 1,-7 7-1,-10 14-103,-31 27 1,35-36-280,-12 10-2005,5-11-2666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18.2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423 7 5186,'0'0'18363,"-22"-1"-17311,2-1-777,7 0-67,0 1-1,1 0 1,-1 1-1,0 1 1,0 0-1,1 0 1,-1 1-1,1 1 1,-24 8-1,17-3 12,0 1 1,1 1-1,0 1 0,1 1 0,0 0 1,1 1-1,0 0 0,1 2 0,1 0 1,-24 32-1,34-41-221,0 1 0,0 0-1,1 0 1,-4 12 0,6 5-198,1-24 177,0 1 0,0 0 0,1-1 0,-1 1-1,0 0 1,1-1 0,-1 1 0,1-1 0,-1 1 0,0-1-1,1 1 1,-1-1 0,1 1 0,-1-1 0,1 1 0,0-1 0,-1 0-1,1 1 1,-1-1 0,1 0 0,0 1 0,-1-1 0,1 0-1,0 0 1,-1 0 0,1 0 0,1 1 0,12-1-96,0 1 0,0-2 0,-1 0-1,1 0 1,0-2 0,-1 1 0,0-2 0,1 0 0,-1 0 0,18-10 0,-10 3-29,0-1 0,0-1 0,-2-1 0,1-1-1,20-20 1,-37 32 161,0 0 1,0 1-1,-1-1 0,1 0 0,-1 0 0,0-1 0,0 1 0,2-4 0,-1-11 3885,-4 21-3925,1 1 1,0-1 0,-1 0-1,1 0 1,0 0 0,0 0 0,1 6-1,0-1 13,-1 1-17,0 0 0,1 1-1,0-1 1,1 0-1,-1 0 1,2 0 0,6 17-1,-8-23-57,0 0-1,1-1 1,0 1-1,0 0 1,0-1-1,0 1 1,0-1 0,0 1-1,1-1 1,-1 0-1,1 0 1,-1 0-1,1 0 1,0-1-1,0 1 1,0-1-1,0 1 1,0-1-1,0 0 1,0 0 0,0-1-1,1 1 1,-1 0-1,0-1 1,6 0-1,-3-1-17,0 0-1,1 0 0,-1 0 1,0-1-1,0 0 1,0 0-1,0-1 0,0 1 1,0-1-1,0-1 1,-1 1-1,0-1 0,6-4 1,11-12-171,33-35 1,-27 25 447,-21 22-424,7-6 2847,-13 14-2545,-1 0 0,1 0-1,-1-1 1,1 1 0,-1 0 0,1 0 0,0 0 0,-1 0 0,1 0 0,-1 0 0,1 0 0,0 0 0,-1 0 0,1 0 0,-1 0 0,1 0 0,0 0 0,-1 1 0,1-1 0,-1 0 0,1 0 0,-1 1 0,1-1 0,-1 0 0,1 1 0,-1-1 0,1 0 0,-1 1 0,1-1 0,0 1-1,4 4 14,4 5 47,1-1 0,20 16 1,-25-23-128,-1 1 0,0-1 0,1 0 1,0 0-1,-1 0 0,1-1 0,0 1 1,0-1-1,0 0 0,0-1 0,8 1 1,3-1-57,0 0 1,0-1-1,0-1 1,0 0-1,0-1 1,0-1-1,0 0 1,-1-1-1,0-1 1,15-8 0,-29 14 187,0 0 1,-1 0 0,1 0-1,0 1 1,0-1 0,-1 0-1,1 0 1,0 1 0,-1-1-1,1 1 1,-1-1 0,1 0-1,0 1 1,-1-1 0,1 1-1,-1-1 1,1 1 0,-1 0-1,0-1 1,1 1 0,-1-1-1,1 1 1,-1 0 0,0-1 0,0 1-1,1 1 1,16 31-415,-3-5-74,-9-22-22,-1 0 0,1 0 0,0-1 0,1 0 0,-1 0 0,1 0 1,0 0-1,9 4 0,-8-5-691,1-1-1,-1 0 1,1 0 0,0-1 0,-1 1-1,1-2 1,14 2 0,27-1-7209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18.6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193 574 13430,'0'0'15178,"-22"0"-14175,-68 6-363,86-5-614,1-1 0,-1 1 0,1 0 0,-1 0-1,1 0 1,0 0 0,-1 1 0,1-1 0,0 1-1,0 0 1,0 0 0,0 0 0,0 0 0,0 0 0,1 1-1,-1 0 1,1-1 0,0 1 0,-1 0 0,1 0 0,1 0-1,-1 0 1,-2 5 0,2 0-84,-1 0 1,1 1-1,1-1 0,0 1 1,0-1-1,1 17 0,0-24 6,0 0-1,0 0 1,0 0-1,1 0 1,-1 0-1,0 0 1,1 0-1,-1 0 1,1 0-1,-1-1 1,1 1-1,-1 0 1,1 0-1,0 0 1,-1-1-1,1 1 1,0 0-1,0 0 1,-1-1-1,1 1 1,0-1-1,0 1 1,0-1-1,0 1 0,0-1 1,0 0-1,0 1 1,0-1-1,0 0 1,0 0-1,0 1 1,0-1-1,0 0 1,0 0-1,0 0 1,2-1-1,3 1-66,1 0 1,0-1-1,-1 0 0,12-3 0,-7 0 0,0 0 0,0-1-1,-1 0 1,1-1 0,-1 0-1,15-12 1,54-53-782,-74 66 842,42-44-190,-2-1 0,46-69 0,58-121 366,-138 221 73,-5 11 152,0-1 0,-1 0 0,-1-1 1,1 1-1,-1-1 0,-1 0 1,0 0-1,0 0 0,1-15 0,-4 24-282,0 1-1,0 0 0,0-1 0,0 1 0,0-1 0,0 1 1,-1-1-1,1 1 0,0 0 0,0-1 0,0 1 0,0 0 1,-1-1-1,1 1 0,0-1 0,0 1 0,-1 0 0,1-1 1,0 1-1,-1 0 0,1 0 0,0-1 0,-1 1 1,1 0-1,0 0 0,-1-1 0,1 1 0,-1 0 0,1 0 1,0 0-1,-1 0 0,1 0 0,-1 0 0,1 0 0,-1 0 1,-19 1 412,16 0-217,-7 1-184,0 1 0,1 0 0,0 1 0,0 0 0,0 1 0,0 0 0,0 0 0,1 1 0,0 1 0,1-1 0,-14 14 0,5-3-83,1 0 0,1 0 0,0 2 0,-18 31 0,21-27 19,0 0-1,2 1 1,1 0-1,1 1 1,1 0 0,-5 30-1,5-1-298,-1 104-1,8-153 99,0 7-669,0 1-1,1-1 1,4 22 0,-4-31 369,-1 0 0,1 0 0,0 0 0,0 0 1,1-1-1,-1 1 0,1 0 0,-1-1 0,1 1 1,0-1-1,0 1 0,0-1 0,0 0 1,0 0-1,1 0 0,-1 0 0,1 0 0,-1-1 1,1 1-1,4 1 0,33 5-11458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19.3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60 124 16440,'0'0'12605,"0"-1"-12471,0 0 0,0 0 0,0 0 1,0 0-1,0 1 0,0-1 0,0 0 0,0 0 0,-1 0 0,1 0 0,0 0 0,-1 0 0,1 1 0,-1-1 0,0-1 0,-2 6-142,0 1-1,0-1 0,1 1 0,-1 0 1,1 0-1,0 0 0,1 0 0,-1 1 0,1-1 1,0 0-1,0 9 0,-2 5 29,-6 19-156,1 2 0,2-1 0,2 1 0,3 77 0,1-115 61,0 0 1,0 0 0,1 0 0,-1-1-1,1 1 1,-1 0 0,1-1 0,0 1-1,0 0 1,0-1 0,0 1 0,0-1-1,0 1 1,0-1 0,0 0 0,0 1-1,1-1 1,-1 0 0,1 0 0,1 1-1,0 0-67,1 0-1,-1-1 0,1 0 1,-1 0-1,1 0 1,-1 0-1,1 0 0,0-1 1,5 1-1,0-1-104,1-1 0,-1 0 0,1 0 0,-1-1 0,0 0-1,0-1 1,10-3 0,-3-3-67,0 0-1,-1-1 1,0 0-1,-1-1 1,0-1-1,-1 0 1,22-26-1,-10 7 745,-2-1-1,30-53 1,-51 82-139,6-19 5242,-8 33-5434,-1 19-323,0-9 225,1 1 0,3 25 0,-2-42-48,-1 0 1,1 0-1,0-1 0,0 1 1,1-1-1,0 1 1,-1-1-1,1 0 1,1 1-1,-1-1 1,1 0-1,-1 0 1,1-1-1,0 1 1,7 6-1,-6-8-59,0 0 0,0-1 0,1 1 0,-1-1-1,0 0 1,0 0 0,1 0 0,-1 0 0,1-1 0,-1 0 0,6 0 0,1 0-37,1-1-1,-1 0 1,15-3 0,-17 0 81,0 1-1,1-1 1,-1-1 0,-1 0 0,1 0-1,-1-1 1,0 0 0,0 0 0,0-1-1,-1 0 1,0-1 0,-1 1 0,9-13-1,-3 3 161,-1-1 1,0-1-1,-1 0 0,-1 0 0,8-28 0,-12 26 524,-1-1-1,0 0 1,-2 0-1,-1 0 1,-1-26-1,-1 25 17,2 23-661,-1-1 0,0 1 0,0-1 0,-1 1 0,1-1-1,0 0 1,0 1 0,0-1 0,0 1 0,0-1 0,0 1 0,-1-1-1,1 1 1,0-1 0,-1 1 0,1-1 0,0 1 0,-1-1-1,1 1 1,0 0 0,-1-1 0,1 1 0,-1-1 0,1 1 0,-1 0-1,1-1 1,-1 1 0,1 0 0,-1 0 0,1 0 0,-1-1-1,0 1-149,1 0 0,-1 0-1,1 0 1,-1 0-1,1 0 1,-1 0-1,1 0 1,-1 1 0,1-1-1,-1 0 1,1 0-1,-1 0 1,1 1-1,-1-1 1,1 0-1,-1 0 1,1 1 0,0-1-1,-1 0 1,1 1-1,0-1 1,-1 1-1,1-1 1,0 0 0,-1 1-1,1-1 1,0 1-1,0-1 1,-1 1-1,1-1 1,0 1 0,0 0-1,-2 13-4481,1 0-2114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19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6 104 4914,'0'0'18539,"13"10"-17535,43 34-284,-53-41-642,1-1 1,-1 0 0,1 0-1,-1-1 1,1 1-1,0-1 1,0 1 0,0-1-1,0 0 1,0-1-1,0 1 1,0-1-1,0 1 1,0-1 0,0-1-1,0 1 1,7-2-1,9 0 103,-17 3-168,0-2-1,0 1 1,0 0 0,0-1-1,0 1 1,-1-1-1,1 0 1,0 0 0,0 0-1,-1 0 1,1 0-1,-1-1 1,1 1 0,-1-1-1,0 1 1,1-1-1,-1 0 1,0 0 0,0 0-1,0-1 1,0 1-1,2-4 1,-2 1 41,0 1 0,1-1 0,-2 0 0,1-1 0,0 1-1,-1 0 1,0 0 0,0-1 0,-1 1 0,0 0 0,0-9 0,0 12-5,0 0 0,-1 0 0,1 0 0,-1 0 0,1 0 0,-1 0 0,0 0 0,0 0 0,0 1 0,0-1 0,0 0 0,0 0 1,0 1-1,-1-1 0,1 1 0,-1-1 0,-1-1 0,-1 0 46,-1 0 1,0 0-1,1 0 1,-1 1-1,0 0 1,-8-3-1,0 1 114,0 1-1,0 1 0,0 0 1,-24-1-1,32 3-105,-1 0 0,1 0 1,-1 0-1,1 1 0,-1 0 0,1 0 1,-1 0-1,-5 3 0,8-2-63,1-1 1,0 1-1,0 0 0,-1-1 0,1 1 0,1 0 0,-1 0 0,0 1 0,0-1 0,1 0 0,-1 0 1,1 1-1,0-1 0,0 1 0,0 0 0,0-1 0,0 1 0,0 4 0,-4 19 112,2 0-1,0 0 0,2 0 1,3 34-1,-2-40-147,1-2 13,1-1 1,0 0-1,1-1 1,1 1-1,0 0 1,1-1-1,13 28 1,-15-38-172,1 1 0,-1 0 0,1-1-1,1 0 1,-1 0 0,1 0 0,0 0 0,0-1 0,1 0-1,0 0 1,0 0 0,0-1 0,0 0 0,1 0 0,0 0 0,-1-1-1,1 0 1,0-1 0,15 4 0,-7-4-1095,-1-1-1,23-1 1,39-3-4453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21.1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1 7283,'0'0'4674,"-46"146"-1408,34-68-257,1 9-1872,3 5-737,0-6 96,3-7-320,-3-10-112,-5-12-64,-1-15 16,-1-13-16,1-10-256,1-11-720,5-8-369,8-19-5714,0-18 912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21.4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67 4530,'0'0'1457,"21"-11"688,70-32 1286,-85 41-2951,0 0 0,0 0 1,0 0-1,0 1 1,0 0-1,0 0 1,1 0-1,-1 1 0,0 0 1,1 0-1,8 2 1,-11-1-221,0 0 0,0 0 0,-1 1 0,1-1 0,0 1 0,0 0 0,-1 0 0,1 1 0,-1-1 0,0 1 1,1 0-1,-1-1 0,4 6 0,-3-1-13,1 0-1,-1 0 1,0 0 0,-1 1-1,0-1 1,0 1 0,-1 0 0,0 0-1,0 0 1,0 0 0,-1 0 0,-1 0-1,1 0 1,-2 12 0,1-16-133,-1 0 1,1 0-1,-1 0 1,0 0-1,0 0 1,-1 0-1,1 0 1,-1 0-1,0 0 1,0-1-1,0 1 0,0-1 1,-1 1-1,1-1 1,-6 5-1,2-3 52,0 0-1,0-1 0,0 0 1,-1 0-1,1-1 0,-1 0 1,0 0-1,-10 3 1,0-1-27,0-2 0,-1 0 0,1-1 0,-1 0 0,1-2 0,-34-2 0,49 1-202,1 1 0,0 0 1,0 0-1,-1-1 1,1 1-1,0-1 0,0 1 1,-1-1-1,1 1 0,0-1 1,0 0-1,0 1 1,0-1-1,0 0 0,0 0 1,0 0-1,0 0 0,0 0 1,1 0-1,-1 0 1,0 0-1,0 0 0,1 0 1,-1-1-1,1 1 1,-1 0-1,1 0 0,0-1 1,-1 1-1,1 0 0,0-1 1,0 1-1,0 0 1,0-1-1,0 1 0,0-2 1,1 0-315,-1 1 0,0-1 0,1 0 0,0 1 1,-1-1-1,1 0 0,0 1 0,1-1 0,-1 1 0,0 0 0,1-1 1,-1 1-1,1 0 0,0 0 0,0 0 0,0 0 0,2-2 0,36-17-6135,8 0-2132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21.8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333 1 8724,'0'0'12515,"-25"3"-10004,2-1-1968,11-2-274,-1 1 0,1 1-1,0 0 1,-1 0 0,1 1 0,0 1 0,0 0-1,1 1 1,-1 0 0,-16 11 0,14-7 103,0 2 1,1 0-1,0 0 1,1 1 0,1 1-1,-12 15 1,19-23-329,0 1 0,1-1 0,-1 1 1,1 0-1,0 0 0,0 1 0,1-1 1,0 0-1,0 1 0,0 0 0,1-1 1,0 1-1,0 0 0,1 0 0,0 0 1,0-1-1,2 13 0,-2-18-47,0-1 1,1 0-1,-1 0 0,0 1 0,0-1 1,0 0-1,0 0 0,1 1 0,-1-1 1,0 0-1,0 0 0,0 1 0,1-1 1,-1 0-1,0 0 0,0 0 0,1 0 0,-1 1 1,0-1-1,0 0 0,1 0 0,-1 0 1,0 0-1,1 0 0,-1 0 0,0 0 1,1 0-1,-1 0 0,0 0 0,0 0 1,1 0-1,15 1-118,1-1 0,-1-1-1,0-1 1,0 0 0,0-1 0,-1 0-1,1-1 1,-1-1 0,0-1 0,0 0 0,0-1-1,-1-1 1,0 0 0,0 0 0,22-20-1,-35 27 172,0 0 0,1 0 0,-1 0 0,0 0 0,0 0-1,0-1 1,0 1 0,0 0 0,0 0 0,-1-1 0,1 1 0,0-1-1,0 1 1,-1 0 0,1-1 0,-1 1 0,0-1 0,1 0-1,-1 1 1,0-1 0,0-3 1475,6 16-1327,-1-2-326,5 8 96,1 0 0,1-1-1,15 17 1,-22-28-405,0-1 1,0 0 0,0 0-1,1 0 1,8 5-1,-9-7-339,-1 0-1,0-1 1,1 1 0,-1-1-1,1 0 1,0 0-1,-1 0 1,10 0 0,11-1-5390,0 0-2286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22.0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 5282,'0'0'21034,"94"-10"-19977,-54 20-785,6 1-224,0-3-48,-2-2-769,-7-2-1168,1-4-960,-4 0-2641,-1 0-4067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22.2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521 1 5955,'0'0'12934,"-111"79"-9045,61-16-1263,-11 17-145,5 7-512,1 7-497,5-4-623,10-10-641,11-7-208,2-13-160,4-5-977,10-13-1120,7-13-1665,6-14-1776,11-15-5699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22.7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494 1 5346,'0'0'17043,"-20"0"-13610,19 0-3395,-21-1 934,1 2-1,-1 1 1,1 0-1,0 2 0,0 0 1,-32 11-1,40-10-955,0 1-1,0 0 0,1 0 0,0 2 1,0-1-1,-20 18 0,31-24-15,0 0 0,0 0 1,0 0-1,0 0 0,0 1 0,1-1 0,-1 0 0,0 1 1,1-1-1,-1 1 0,1-1 0,0 0 0,-1 1 0,1-1 1,0 1-1,0-1 0,0 1 0,0-1 0,0 1 0,0-1 1,0 1-1,0-1 0,1 1 0,-1-1 0,0 1 0,1-1 1,0 1-1,-1-1 0,1 0 0,0 1 0,0 0 0,4 4-6,-1 0 0,1-1-1,1 1 1,-1-1-1,7 4 1,-2 1-60,-8-9-53,0 1-1,0-1 1,0 1-1,-1 0 1,1 0-1,-1 0 1,0 0-1,1 0 1,-1 0-1,0 0 1,0 1-1,0-1 1,0 0-1,-1 1 0,1-1 1,-1 0-1,1 1 1,-1 2-1,0-3 112,-1 0 0,1 0 0,-1-1 0,1 1-1,-1 0 1,0 0 0,0-1 0,0 1 0,0 0-1,0-1 1,0 1 0,0-1 0,0 1 0,-1-1-1,1 0 1,-1 0 0,1 1 0,-1-1 0,1 0-1,-1 0 1,0-1 0,1 1 0,-4 1-1,-193 73 1680,182-71-1182,10-4-4197,49-16-21630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23.0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354 1 14839,'0'0'7750,"-21"21"-3473,0 0-3229,8-9-548,1 0-1,0 1 1,0 1-1,1 0 1,1 0-1,0 1 1,1 0-1,-12 30 1,7-2-310,-16 82 1,-4 13-215,32-134 53,1 0 0,-1 0 0,0 0-1,0 0 1,0 0 0,-1-1 0,1 1 0,-1-1 0,0 1 0,-5 4 0,7-7-129,0 0 1,-1 0 0,0 0-1,1-1 1,-1 1 0,1 0 0,-1 0-1,0-1 1,0 1 0,1-1-1,-1 0 1,-2 1 0,2-1-307,0 0 0,0 0 0,0-1 0,0 1 0,1 0 0,-1-1 0,0 1 0,0-1 0,0 0 0,0 0 0,1 0 1,-1 0-1,-2-1 0,-16-18-6702,-3-6-4115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23.5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9092,'0'0'4077,"27"0"186,176 0 2855,-135 1-4876,-1 2 0,67 14 0,-139-12-2114,-1 0 0,0 0 0,-1 0 1,1-1-1,-1 0 0,-8 4 0,-6 4-134,3 0-60,0 1 1,1 0-1,-26 26 1,38-34-25,0 0 0,0 1 0,1-1 0,0 1 0,0 0 1,0 0-1,1 0 0,0 1 0,0-1 0,0 1 0,1 0 1,0 0-1,1 0 0,-1 0 0,1 8 0,1-14 69,0 0 1,1 0-1,-1 0 0,1 0 0,-1-1 0,1 1 0,0 0 0,-1 0 0,1-1 0,0 1 1,-1 0-1,1-1 0,0 1 0,0-1 0,0 1 0,-1-1 0,1 1 0,0-1 0,0 1 1,0-1-1,0 0 0,0 0 0,0 1 0,0-1 0,0 0 0,0 0 0,0 0 1,0 0-1,0 0 0,2-1 0,37 0 20,-34 1-31,2-1 15,1-1 1,-1 0-1,0 0 1,0-1-1,0 1 1,-1-2-1,1 1 1,-1-1-1,1 0 0,-1-1 1,10-9-1,8-7 3,35-39-1,-49 48 62,-6 7 42,-3 3 22,0 1 0,0-1 0,0 0 0,-1 0 0,1 0 0,0 0 0,-1-1 0,0 1 0,1 0 0,-1-1 1,1-3-1,-2 6 483,0 2-615,0 7-14,-1 0-1,-1 0 1,0 0-1,-3 9 1,2-9-375,1 1 0,0-1 0,0 0 0,0 13-1,2-11-496,3 23-3953,-3-33 4491,1 1 0,0-1-1,-1 1 1,1-1 0,0 1 0,0-1-1,0 0 1,0 0 0,0 1 0,0-1-1,0 0 1,0 0 0,0 0-1,1 0 1,-1 0 0,0 0 0,1-1-1,-1 1 1,3 1 0,33 6-8649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23.8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471 65 7764,'0'0'18747,"-20"-13"-15975,1 0-2258,0 1 0,-27-12 0,45 24-479,-1-1 1,1 1 0,-1-1-1,0 1 1,1 0 0,-1 0-1,0 0 1,1 0 0,-1 0-1,0 0 1,1 0 0,-1 0-1,1 1 1,-1-1 0,0 0-1,1 1 1,-1 0 0,1-1-1,-1 1 1,1 0 0,-1 0-1,1 0 1,0 0 0,-3 1-1,0 3 55,1-1 0,-1 1 0,1-1 0,-1 1 0,-2 6 0,-2 2 90,-14 21-89,1 1 0,1 2 0,-28 73-1,-25 124-148,59-184 84,-15 51-425,5 0-1,-18 177 1,41-234-144,1-28-2709,0-44-19736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23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 7395,'0'0'7156,"135"-8"-4899,-93 8-929,4 0-1328,2 0-976,7-4-3570,1-9-3954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24.3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454 42 11125,'0'0'11264,"-20"-7"-8353,-68-21-708,81 26-2029,-1 1 0,1-1-1,-1 1 1,0 1 0,1 0 0,-1 0-1,0 0 1,1 1 0,-1 0-1,1 0 1,-1 1 0,1 0 0,-1 0-1,1 1 1,0 0 0,0 0-1,0 0 1,1 1 0,-1 0 0,1 1-1,0 0 1,0 0 0,1 0-1,-1 0 1,1 1 0,-7 10 0,-1 2-103,1 2 1,1-1 0,1 1-1,1 1 1,1 0 0,0 0-1,-5 30 1,-1 16-73,-10 136 1,17 71 6,-3 47-70,3-276 102,2-17-1442,3-11-3091,2-86-5179,0 15-88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24.5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6323,'0'0'9476,"118"5"-5970,-70 7-881,0 1-1392,0-1-1233,-2-8-112,-4 3-1281,-3-7-2417,1 0-5522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25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648 379 2897,'0'0'2951,"20"-23"-88,61-73 111,-76 91-2654,-1-1-1,1 0 0,-1 1 0,0-2 1,-1 1-1,1 0 0,-1-1 0,0 0 1,-1 1-1,0-1 0,0 0 1,0 0-1,-1-1 0,0 1 0,0 0 1,-1 0-1,-1-9 0,1 7 78,0 4-180,0 1-1,-1-1 0,1 0 1,-1 1-1,-1-1 0,1 1 1,0-1-1,-1 1 0,0 0 0,0 0 1,0-1-1,-1 1 0,0 1 1,1-1-1,-1 0 0,0 1 1,-1-1-1,1 1 0,-1 0 0,1 0 1,-1 0-1,0 1 0,0 0 1,0-1-1,0 1 0,-1 0 0,-7-2 1,-5-1 222,-1 0 0,1 2 1,-1 0-1,0 0 0,-36 1 0,53 2-432,-22 0 421,-40 5 0,55-4-382,0 1 1,0 0-1,0 0 0,0 1 0,1 0 0,0 0 0,-1 1 0,-10 7 0,1 3 60,1 0 0,0 2 0,1-1 1,0 2-1,2 0 0,0 1 0,1 0 0,0 1 0,2 0 0,0 1 0,1 0 0,-7 26 0,-7 29 260,-24 155 0,20-64-78,-38 201-179,62-348-370,3-16-55,0 1 0,0-1 0,0 0 0,-1 1 0,0-1 0,1 0 0,-1 0 0,-1 0 0,1 0-1,0 0 1,-1 0 0,-2 4 0,4-7 95,-1 0-1,1 0 0,-1 0 1,1 1-1,-1-1 1,1 0-1,-1 0 0,1 0 1,-1 0-1,1 0 1,-1 0-1,0 0 0,1 0 1,-1 0-1,1 0 0,-1-1 1,1 1-1,-1 0 1,1 0-1,-1 0 0,1-1 1,-1 1-1,1 0 1,-1-1-1,1 1 0,0 0 1,-1-1-1,1 1 1,0 0-1,-1-1 0,1 1 1,0-1-1,-1 1 1,1-2-1,-14-19-3679,12 17 2205,-20-32-7286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26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0 323 6451,'0'0'4202,"23"-6"-662,-10 3-2936,155-32 5038,-91 24-3828,341-61 1057,-414 71-2831,16-4-48,-20 5 23,1 0 0,-1 0 0,0 0 0,1 0 0,-1 0 0,1 0 0,-1 0 0,0-1-1,1 1 1,-1 0 0,0 0 0,1 0 0,-1-1 0,0 1 0,0 0 0,1 0 0,-1 0 0,0-1 0,1 1 0,-1 0 0,0-1-1,0 1 1,0 0 0,1-1 0,-1 1 0,0 0 0,0-1 0,0 1 0,0 0 0,0-1 0,1 1 0,-1 0 0,0-1 0,0 0-1,-6 0 717,-5 1-607,-1 1 0,1 0-1,0 0 1,0 1 0,0 0 0,1 1-1,-17 6 1,23-7-115,0 0 0,0 0 1,1 0-1,-1 0 0,1 1 0,-1-1 0,1 1 0,0 0 1,0 0-1,0 0 0,1 1 0,-1-1 0,1 1 1,-1-1-1,1 1 0,0 0 0,1 0 0,-1 0 1,1 0-1,0 0 0,0 0 0,0 0 0,0 0 0,0 5 1,1-4-15,-1 0 0,1-1 1,0 1-1,0 0 1,0 0-1,0 0 1,1 0-1,0 0 0,0-1 1,1 1-1,-1 0 1,1-1-1,0 1 1,0-1-1,0 0 0,1 0 1,-1 0-1,1 0 1,0 0-1,1 0 1,-1-1-1,0 1 0,1-1 1,0 0-1,0 0 1,0 0-1,8 3 1,0 1-94,2-1-1,-1-1 1,1 0 0,-1-1 0,1 0 0,0-1 0,1-1 0,-1 0 0,0-1 0,1 0 0,24-3 0,-34 2 63,-1 0 0,1-1 0,-1 0-1,1 0 1,-1 0 0,0 0 0,1-1 0,-1 1 0,0-1-1,0 0 1,0-1 0,0 1 0,-1-1 0,1 1 0,0-1 0,-1 0-1,0 0 1,0-1 0,0 1 0,0-1 0,0 1 0,-1-1-1,0 0 1,0 0 0,0 0 0,3-9 0,-1 0-31,-1-1 0,0 0 0,-1 0 1,0-1-1,-1 1 0,-1 0 0,-1-19 1,0 27 59,0 1 0,-1 0 0,1 0 0,-1 0 1,0 0-1,0 0 0,-4-6 0,4 7 33,-1 0 0,1-1 0,0 1-1,1 0 1,-1-1 0,1 1 0,0-1 0,-1-8-1,26 13-12,-17 0-1,-1 1 1,1 0-1,0 1 1,-1 0-1,1 0 1,-1 0-1,0 1 0,1 0 1,-1 0-1,-1 0 1,1 1-1,0 0 1,-1 0-1,0 0 1,0 1-1,7 7 1,5 8 42,-1-1 1,-2 2 0,14 23 0,-20-26-95,-3-10 1088,-5-22-125,-6-64 352,2 33-215,2-56 0,3 99-1083,-1 0 0,1 0 0,-1 0 0,1 0 0,0 0 0,-1 0 0,1 0 0,0 0 0,0 1 0,0-1 0,1 0 0,-1 1-1,0-1 1,1 1 0,-1-1 0,1 1 0,-1 0 0,1 0 0,0-1 0,-1 1 0,1 0 0,0 1 0,0-1 0,0 0 0,0 0-1,0 1 1,0-1 0,2 1 0,10-3-694,-1 0 0,1 2-1,16-1 1,-7 1-924,51-8-3999,1-6-3787,-22 0 797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31.9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390 702 5475,'0'0'14822,"-8"-15"-13133,-29-46-155,33 56-1324,0 1-1,0 0 1,0 0-1,0 0 1,-1 0-1,0 1 1,0 0-1,0 0 1,0 0-1,0 0 1,-1 1-1,1 0 1,-1 0-1,0 0 1,-9-1 0,3 1 103,3-1-155,0 1 1,-1 0-1,1 1 1,-1 0-1,0 1 1,1 0 0,-1 0-1,0 1 1,1 0-1,-1 1 1,1 0-1,-15 5 1,17-4-134,0 0 0,1 1 1,0 0-1,0 0 0,0 0 0,0 1 1,1-1-1,0 1 0,0 1 0,0-1 1,0 1-1,1 0 0,0 0 1,0 0-1,1 0 0,0 1 0,-4 9 1,5-8-17,-1 0 1,1 1-1,0 0 1,0 9 0,1-16-16,1 0 0,0 0-1,0 0 1,0-1 0,-1 1 0,2 0 0,-1 0 0,0-1 0,0 1 0,0 0 0,1 0 0,-1-1 0,1 1 0,0 0 0,-1-1 0,1 1 0,0 0 0,0-1 0,0 1 0,0-1 0,0 0 0,0 1 0,1-1 0,-1 0 0,0 1 0,3 0 0,2 0-57,0-1 0,0 1 0,0-1 0,0-1 0,0 1 0,1-1 0,-1-1 0,0 1 0,0-1 0,0 0 0,0 0 0,0 0 0,0-1 0,0 0 0,0-1 0,10-5 0,7-5-260,0-1 0,32-26-1,-49 36 249,281-240-3228,-234 191 2761,-2-3-1,85-122 1,-110 141 577,-16 24 171,-1 0 0,0-1 0,0 0 0,-2-1 1,1 0-1,6-21 0,-17 35 2529,-14 13-2204,-2 11-200,2 1 0,1 0 0,-16 31 0,-38 89 469,44-87-651,3-11-82,-33 77 151,52-112-271,1 0 0,0 0 0,0 0 0,1 0 0,0 1 0,1-1 0,1 1-1,0-1 1,1 14 0,0-25-16,-1 1 1,1 0-1,-1 0 0,1-1 1,0 1-1,0 0 0,-1-1 1,1 1-1,0 0 0,0-1 1,-1 0-1,1 1 0,0-1 1,0 1-1,0-1 0,0 0 1,0 1-1,0-1 0,0 0 1,0 0-1,0 0 0,0 0 1,0 0-1,0 0 0,-1 0 1,1 0-1,0 0 0,0-1 1,0 1-1,0 0 0,0 0 1,1-1-1,3 0-303,8-1-296,0-1 1,0-1-1,-1 0 1,1 0 0,22-12-1,61-41-3323,-58 33 1889,95-63-5743,-113 71 7321,-2 0-1,22-23 1,-36 35 736,0-1 0,-1 1 1,1-1-1,-1 0 0,4-10 0,-6 13 219,0 0 0,0 0 0,-1 0-1,1 0 1,-1 0 0,0 0 0,1 0 0,-1 0-1,0 0 1,0 0 0,-1-4 0,1 5-264,-1 1 0,1-1 1,0 1-1,0 0 0,0-1 1,-1 1-1,1 0 0,0-1 1,0 1-1,-1 0 0,1-1 0,0 1 1,-1 0-1,1-1 0,0 1 1,-1 0-1,1 0 0,-1 0 1,1-1-1,0 1 0,-1 0 0,1 0 1,-1 0-1,0 0 0,-21-1 1307,16 1-642,-5 1-411,1 1 0,-1-1 0,1 2 0,-1-1 0,1 1 0,0 1 0,0 0 0,0 0 0,1 1 0,0 1 0,0-1 0,0 1 0,0 1 0,-11 11 0,8-7-163,0 1 1,1 0-1,0 1 0,1 1 0,1-1 0,0 2 0,1-1 1,-12 28-1,17-33-227,1 0 0,-1-1 0,1 1 1,1 0-1,0 0 0,0 18 0,1-25-34,0 0 0,0 0-1,0 1 1,0-1 0,1 0 0,-1 0-1,1 0 1,-1 0 0,1 0-1,0 0 1,0 0 0,0 0-1,0 0 1,0 0 0,0 0-1,1 0 1,-1-1 0,1 1 0,-1 0-1,1-1 1,-1 0 0,1 1-1,0-1 1,0 0 0,0 0-1,0 0 1,0 0 0,0 0-1,0 0 1,0 0 0,0-1 0,4 1-1,5 0-70,1-1-1,0 0 0,-1-1 1,1 0-1,-1 0 1,0-2-1,1 1 0,-1-1 1,0-1-1,0 0 1,-1-1-1,1 0 0,-1 0 1,0-1-1,-1-1 1,1 1-1,8-10 0,-9 9-117,-1-1 0,0 0 0,0-1 0,-1 1 0,-1-1-1,1-1 1,-1 1 0,-1-1 0,1 0 0,-2-1-1,0 1 1,0-1 0,-1 0 0,0 0 0,0 0-1,-2 0 1,2-16 0,-3 24 144,-1 0 1,1 0-1,-1 0 0,1 0 1,-1 0-1,0 0 0,0 0 1,0 0-1,0 1 0,-1-1 1,1 0-1,-1 1 0,0-1 1,0 1-1,0 0 0,0-1 0,0 1 1,0 0-1,0 0 0,-1 0 1,1 1-1,-1-1 0,1 1 1,-1-1-1,0 1 0,-4-2 1,-3 0-16,1 0 0,-1 0 1,0 1-1,0 0 0,0 1 1,-19 0-1,29 1 37,-1 1-1,1-1 1,0 1 0,-1-1-1,1 1 1,0-1-1,0 1 1,-1-1 0,1 1-1,0 0 1,0-1 0,0 1-1,0-1 1,0 1 0,0 0-1,0-1 1,0 1 0,0-1-1,0 1 1,0 0 0,0-1-1,0 1 1,0-1 0,0 1-1,1-1 1,-1 1 0,0 0-1,0-1 1,1 1 0,-1-1-1,1 1 1,3 3-29,0-1 1,1 0-1,-1 0 1,1-1-1,0 1 1,0-1 0,0 0-1,0 0 1,0-1-1,0 1 1,11 0-1,3 3 7,9 2 51,-14-4 13,0 1 1,-1 0 0,1 1 0,22 12-1,-32-15 54,-1 0-1,1 1 0,-1 0 1,0 0-1,0 0 0,0 0 1,0 0-1,0 0 0,0 1 1,-1-1-1,0 1 0,0 0 1,0 0-1,0 0 0,0 0 1,-1 0-1,0 0 0,0 0 1,0 1-1,0 5 0,0 55 270,10-66-1513,2-4 862,0-1 0,-1 0 1,1-1-1,-1 0 0,17-14 0,18-11-858,67-27-28,-110 60 5806,-2 13-2774,-4 14-1404,-12 16 372,10-30-828,0-1 0,0 1 0,1 0 0,1-1 0,-1 20 0,3-32-97,1 0 1,-1 0-1,1 0 1,-1-1-1,1 1 0,-1 0 1,1 0-1,0 0 1,-1 0-1,1 0 0,0-1 1,0 1-1,-1 0 1,1-1-1,0 1 0,0-1 1,0 1-1,0-1 1,0 1-1,0-1 0,0 1 1,0-1-1,0 0 1,0 0-1,0 1 0,0-1 1,0 0-1,0 0 1,0 0-1,1 0 0,-1 0 1,1-1-1,43-3-5846,-8-6-730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32.3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36 1969,'0'0'13812,"11"13"-12340,38 45-359,-45-54-1021,0 0 0,1 0 0,0-1 0,0 1 1,0-1-1,0 0 0,0 0 0,1 0 0,-1-1 0,1 0 0,9 2 1,-3-2-50,1 0 1,-1-1 0,21-1 0,-16 0-37,-16 0-6,-1-1 0,1 1 0,0 0 0,-1 0 0,1-1 0,0 1 0,-1 0 0,1-1 0,0 1 0,-1-1 0,1 1 0,0-1-1,-1 1 1,1-1 0,-1 1 0,1-1 0,-1 0 0,0 1 0,1-1 0,-1 1 0,1-1 0,-1 0 0,0 0 0,0 1 0,1-1 0,-1 0 0,0 0 0,0 1-1,0-1 1,0 0 0,0 0 0,0 0 0,0-34 167,-1 24-84,1 7-3,0 1-1,0 0 0,-1-1 1,1 1-1,-1 0 1,0 0-1,0-1 1,0 1-1,0 0 1,-1 0-1,1 0 1,-1 0-1,0 1 1,0-1-1,0 0 0,0 1 1,0-1-1,0 1 1,-1 0-1,0 0 1,1 0-1,-1 0 1,0 0-1,0 0 1,0 1-1,0-1 0,0 1 1,0 0-1,-6-1 1,-2-1 424,-1 1 0,0 0 0,1 1 0,-1 0 0,0 1 0,0 0 0,-14 3 0,22-3-380,1 1 0,-1-1 0,1 1 0,-1 0 0,1 1 0,-1-1 0,1 0 0,0 1 0,0 0 0,-1 0 0,1 0 0,0 0 0,1 0 0,-1 1 0,0-1 0,1 1 0,-4 4 0,3-3-14,1 1 0,-1 0 0,1-1 0,0 1 0,0 1-1,0-1 1,1 0 0,0 0 0,0 0 0,0 1 0,0 5 0,1-3-75,0 1 1,1 0-1,-1 0 1,2 0 0,-1-1-1,1 1 1,1-1-1,-1 1 1,2-1 0,-1 0-1,1 0 1,0 0-1,0 0 1,9 10 0,-6-12-164,-1 1 0,1-1 0,1 0 1,-1-1-1,1 1 0,0-2 0,0 1 1,1-1-1,-1 0 0,1-1 0,0 0 1,16 3-1,-4-2-1003,0-2-1,1 0 1,-1-1 0,37-4-1,61-13-5987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33.3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90 181 6979,'0'0'11718,"20"5"-10457,61 14-313,-70-16-788,1-1 0,-1 0 0,1-1 0,0-1 0,-1 0 0,17-2 0,-14 1-83,-13 1-64,0-1-1,0 1 1,0 0-1,-1 0 1,1-1-1,0 1 0,0-1 1,0 1-1,-1 0 1,1-1-1,0 0 0,-1 1 1,1-1-1,-1 1 1,1-1-1,0 0 1,-1 1-1,1-1 0,-1 0 1,0 0-1,1 1 1,-1-1-1,0 0 0,1 0 1,-1 0-1,0 0 1,0 1-1,0-1 1,1 0-1,-1 0 0,0 0 1,0 0-1,0 0 1,-1 1-1,1-1 0,0 0 1,0 0-1,0 0 1,-1 0-1,1-1 0,-1-1 28,0-1 0,0 0 0,0 1 0,-1-1-1,1 1 1,-1-1 0,0 1 0,-3-5 0,-4-2 26,-1 1 1,0 0 0,-1 0 0,1 1 0,-2 1 0,1 0-1,-1 0 1,0 1 0,0 0 0,-1 1 0,0 1 0,0 0 0,0 1-1,0 0 1,0 1 0,-25-1 0,35 3-25,0 1-1,0-1 1,1 1 0,-1-1-1,0 1 1,0 0 0,0 0-1,0 1 1,1-1 0,-1 1-1,0-1 1,1 1 0,-1 0-1,1 0 1,0 0 0,0 0-1,0 0 1,0 0 0,0 1-1,0-1 1,0 1 0,1-1-1,-1 1 1,1 0 0,0-1-1,0 1 1,0 0 0,0 0-1,0 3 1,-3 9 269,1-1 0,1 1-1,1 0 1,0 22 0,1-31-279,0 1 0,0-1 0,1 0 0,0 0 0,0 0 0,1 0 0,0 0 0,0-1 0,0 1 0,1 0 0,-1-1 0,1 0 0,1 1 0,-1-1 0,1 0 0,6 6 0,-5-6-35,1-1 1,0 1 0,0-1-1,0 0 1,1 0-1,-1-1 1,1 0-1,0 0 1,0 0-1,0-1 1,1 0-1,-1-1 1,9 2 0,11-1-225,1 0 1,-1-2 0,1-1 0,-1-2 0,1 0 0,-1-2 0,28-8 0,-18 2-90,-1-2 0,-1-1 0,0-2 0,50-32 0,-51 24 168,-33 22 248,1 1 0,-1-1 0,1 1 0,-1-1 0,0 1 0,0-1 0,0 0 0,0 0 0,0 0 0,0 0 1,0 0-1,-1 0 0,1 0 0,-1 0 0,1 0 0,-1-4 1926,0 13-1465,-4 19-385,1 0 1,2 0 0,1 28 0,0-53-185,0 0 0,1 1 0,-1-1 0,0 0 0,0 0 1,0 0-1,1 0 0,-1 0 0,0 0 0,1 0 1,-1 0-1,1 0 0,0 0 0,-1 0 0,1-1 1,0 1-1,-1 0 0,1 0 0,0 0 0,0-1 1,0 1-1,-1 0 0,1-1 0,0 1 0,0-1 0,0 1 1,0-1-1,0 1 0,0-1 0,0 0 0,0 0 1,0 1-1,1-1 0,-1 0 0,0 0 0,0 0 1,0 0-1,0 0 0,0 0 0,0 0 0,0-1 1,0 1-1,0 0 0,2-1 0,1 0-35,1-1 1,-1 1-1,1-1 0,-1 0 0,0 0 1,0 0-1,0-1 0,0 1 0,4-5 0,17-16-863,-1-2 0,36-46 0,-54 61 688,0 1 1,0-1-1,-1 0 1,0-1-1,-1 1 1,0-1-1,-1 0 1,0 0-1,0 0 1,-1-1-1,-1 1 0,0-13 1,13 30-7,9 10 257,6 5 238,43 21 1,-60-36-228,-1-1 1,1 0-1,0-1 0,1 0 1,-1-1-1,0-1 1,21 2-1,-22-3-30,0-1 0,-1-1 1,1 1-1,0-2 0,-1 1 0,1-1 0,-1-1 1,0 0-1,19-9 0,-24 10 8,-1 0 0,0-1 1,0 1-1,0-1 0,-1 0 0,1-1 0,-1 1 0,1-1 1,-1 1-1,0-1 0,0 0 0,-1 0 0,1 0 0,-1 0 1,0-1-1,0 1 0,0-1 0,-1 1 0,0-1 0,0 0 1,0 1-1,0-1 0,-1 0 0,1-7 0,-2 11 47,1 0 0,0-1 0,-1 1 0,1 0 0,-1 0 0,1 0 0,-1 0 0,1 0 0,-1 0 0,0 0 0,1 0 0,-1 0 0,0 0 0,0 1 0,0-1 0,0 0 0,0 0 0,0 1 0,0-1 0,0 1 0,0-1 0,0 1 0,0-1 0,0 1 0,0 0 0,0-1 0,0 1 0,-1 0 0,1 0 0,0 0 0,-2 0 0,-44-2 1463,38 2-1158,5 0-294,0 1-1,0 0 0,0-1 1,0 1-1,0 0 0,1 1 1,-1-1-1,0 1 0,1-1 1,0 1-1,-1 0 0,1 1 1,0-1-1,0 0 1,0 1-1,0 0 0,0 0 1,1 0-1,-1 0 0,1 0 1,0 0-1,0 1 0,0-1 1,0 1-1,1-1 1,-1 1-1,-1 6 0,-1 5 55,0 1 0,1-1 0,0 1 0,1 0 0,0 25 0,2-35-176,0 0 1,1 0-1,-1 0 1,1 0 0,0 0-1,1 0 1,-1 0 0,1 0-1,1 0 1,-1 0-1,1-1 1,0 1 0,6 8-1,-6-10-293,1-1-1,0 1 1,0-1-1,0 1 1,0-1-1,1-1 1,-1 1-1,1-1 1,0 1-1,0-1 1,0-1-1,0 1 1,0-1-1,0 0 1,0 0-1,10 1 1,0-1-1747,0 0 1,0-1-1,1-1 1,-1 0 0,16-4-1,25-16-9070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33.6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86 212 7363,'0'0'8607,"-10"19"-4989,-29 63-596,36-75-2591,0 0-1,0 1 0,1-1 0,0 1 1,1-1-1,-2 16 0,0 2 1507,3-25-1917,0 0-1,0 0 1,0 0 0,0 0-1,0 0 1,0-1-1,0 1 1,0 0-1,0 0 1,0 0-1,0 0 1,0 0 0,0 0-1,-1 0 1,1 0-1,0 0 1,0-1-1,0 1 1,0 0 0,0 0-1,0 0 1,0 0-1,0 0 1,-1 0-1,1 0 1,0 0-1,0 0 1,0 0 0,0 0-1,0 0 1,0 0-1,0 0 1,-1 0-1,1 0 1,0 0 0,0 0-1,0 0 1,0 0-1,0 0 1,0 0-1,0 0 1,-1 0-1,1 0 1,0 0 0,0 0-1,0 1 1,0-1-1,0 0 1,0 0-1,0 0 1,-1 0-1,-2-13 373,-1-17-108,1 0 0,2-1 0,4-54 0,-1 75-272,0 0 0,1 0 0,1 0 0,-1 0 0,1 1 0,1-1 0,0 1 0,0 0-1,1 1 1,0-1 0,0 1 0,1 0 0,11-10 0,-9 10-354,0 0 0,0 1 1,1-1-1,0 2 0,0-1 0,0 2 0,1-1 1,0 1-1,0 1 0,0 0 0,17-3 0,-27 6-13,24 0-3763,-11 8-2939,-5 8 182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34.1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597 45 2689,'0'0'20842,"7"18"-19159,23 55-677,-29-69-943,1-1 0,-1 1-1,1-1 1,0 0 0,0 1 0,1-1 0,-1 0-1,1 0 1,-1-1 0,1 1 0,0 0 0,0-1-1,0 0 1,6 3 0,-7-3-55,1-1 0,0 0 0,0-1 0,0 1-1,0-1 1,0 1 0,0-1 0,0 0 0,0 0 0,0 0 0,0 0 0,0-1 0,0 1 0,4-2-1,4-2-119,-1 0 0,0-1 0,0-1 0,-1 1-1,0-1 1,0-1 0,10-8 0,18-15-543,-20 18 341,-1-1-1,0-1 0,-1 0 1,14-18-1,-29 32 365,1 0 1,-1-1-1,0 1 0,1 0 0,-1-1 0,0 1 1,1 0-1,-1-1 0,0 1 0,1 0 1,-1-1-1,0 1 0,0-1 0,0 1 0,1-1 1,-1 1-1,0 0 0,0-1 0,0 1 1,0-1-1,0 1 0,0-1 0,0 1 1,0-1-1,0 1 0,0-1 0,0 1 0,0 0 1,0-1-1,0 1 0,0-1 0,0 1 1,-1-1-1,1 1 0,0 0 0,0-1 0,-1 1 1,1-1-1,0 1 0,0 0 0,-1-1 1,1 1-1,-1-1 0,0 1-2,0 0-1,0 0 0,0-1 1,0 1-1,0 0 1,0 0-1,0 0 1,0 1-1,0-1 1,0 0-1,0 0 1,0 0-1,1 1 1,-1-1-1,0 1 1,0-1-1,0 0 0,0 1 1,0-1-1,-1 2 1,-4 5-6,1 0 1,-1 1-1,1-1 0,0 1 1,1 0-1,0 1 0,-6 15 0,9-21-33,-23 62 97,2 2 0,-22 111-1,1 141-83,32-169-24,-9 84-159,13-184 107,-2-1 0,-25 77-1,28-106 115,-2 0 1,0-1-1,-21 34 0,26-48 55,-1 0-1,1 0 0,-1 0 0,0 0 1,0-1-1,-1 0 0,1 0 0,-1 0 0,0 0 1,0-1-1,0 0 0,0 0 0,-1 0 1,1-1-1,-1 0 0,0 0 0,0 0 1,-6 1-1,5-3-21,-1 1 0,0-1 0,0-1-1,0 1 1,1-1 0,-1-1 0,0 1 0,1-1 0,-1-1 0,1 1 0,-11-7 0,-4-3-66,0-1 0,-24-20 0,5 3-55,-114-62-2603,84 53-2114,41 19-287,8-2-3137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35.4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 4402,'0'0'14481,"-4"29"-11973,-27 209 2497,12 64-1008,18-98-4576,1-175 106,1-33-6160,-2-3 4385,1-1-6,0-25-5419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35.6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90 9812,'0'0'5267,"184"-44"-1233,-92 30-1473,0 5-1937,-4 1-320,-11 0-144,-18 4-160,-15 1-96,-21 3-592,-15 0-1153,-22 3-7251,-22 11 3634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35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42 5811,'0'0'6675,"134"4"-4322,-84-4-1793,9-2-400,-9-11-160,4-1-1953,-5-3-3505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36.1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1 147 9748,'0'0'15493,"10"21"-14482,3 5-729,-4-10-91,-1 0 1,-1 1 0,11 33 0,-15-38-104,1 0 1,-2 1 0,0-1 0,0 1 0,-1 17 0,-1-30 28,1-14 121,3-12-211,2-1 0,1 1 0,1 1 1,1-1-1,1 1 0,1 1 0,1-1 0,1 2 0,2 0 1,18-23-1,-28 39-128,1 1 1,0 0-1,0 0 1,0 1 0,1-1-1,-1 1 1,1 1-1,1-1 1,-1 1 0,1 1-1,-1-1 1,1 1-1,0 1 1,0-1-1,9 0 1,-10 2-848,0 0 1,1 1-1,-1 0 0,11 1 0,-11 0-949,0 1 0,0 0 0,0 0 0,12 5-1,10 9-7044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36.3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34 2417,'0'0'18697,"-38"136"-13655,32-113-2529,6-9-1745,0-7-527,4-7-482,11-7-1439,12-28-994,-2-13 33,4-11-3970,-1-6-3089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36.4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8100,'0'0'15271,"54"56"-15303,-14-22-1985,0-1-2097,8-2-4210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36.9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222 593 11397,'0'0'14129,"-20"-3"-12416,-1-2-1276,5 2-81,1-1 1,0 2-1,-1 0 1,1 1-1,-1 1 1,-26 2-1,39-1-342,0 0 0,1 0 0,0 0 0,-1 1-1,1-1 1,0 0 0,0 1 0,-1 0 0,1-1 0,0 1 0,1 0 0,-1 0-1,0 0 1,1 0 0,-1 1 0,1-1 0,-1 0 0,1 1 0,0-1-1,0 1 1,0-1 0,0 1 0,1-1 0,-1 1 0,1 0 0,-1 4 0,1-5-22,-1 0 0,1 0 0,0 0 0,0 0 0,0 0 0,0 0 0,0 0 0,0 0 0,1 0 0,-1 0 0,1 0 0,-1 0 0,1 0 0,0 0 0,-1 0 0,1-1 0,0 1 0,0 0 0,1 0 0,-1-1 1,0 1-1,1-1 0,-1 1 0,0-1 0,1 1 0,0-1 0,-1 0 0,1 0 0,0 0 0,0 0 0,-1 0 0,1 0 0,0 0 0,3 0 0,3 0-57,-1-1 0,1 0 0,0 0 0,0-1 0,0 0 0,-1 0 0,1-1 0,0 0 0,-1 0 0,0-1 0,1 0 0,7-4 0,10-7-189,-1-1 0,22-19-1,-24 19-31,26-24-119,-1-2 0,-1-3-1,-3-1 1,-2-1 0,-2-3 0,-1-1 0,47-88 0,-75 120 487,-4 9 163,0-1 0,0 0-1,-1 0 1,-1-1-1,0 1 1,0-1 0,-1 0-1,0 0 1,1-17 0,-9 29 1315,-1 2-1350,0 0-1,0 1 0,0-1 1,0 1-1,0 1 0,1-1 1,0 1-1,-8 8 1,-35 51 422,43-56-505,-15 22-77,3 1 0,0 1-1,2 1 1,2 0 0,1 1 0,1 0-1,2 1 1,1 0 0,2 0 0,2 0-1,1 1 1,1 0 0,8 71 0,-5-98-302,0 1 1,1-1-1,0 0 1,0 0-1,1 0 1,1 0 0,-1-1-1,2 1 1,4 8-1,-6-13-146,0 0 0,0 0 0,0-1 0,1 1 0,-1-1 0,1 1 0,0-1 0,0 0 0,0-1 0,0 1 0,1-1 0,-1 1 0,1-1 0,-1-1 0,1 1 0,0-1 0,-1 1 0,8 0 0,35-2-5679,10-5-2503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37.3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208 0 7603,'0'0'16400,"-22"1"-14399,-71 6-336,89-7-1543,0 1 0,-1 0 0,1-1 0,0 1 0,0 1 0,0-1 0,0 1 0,0-1 1,0 1-1,0 0 0,1 1 0,-1-1 0,1 1 0,-1-1 0,1 1 0,0 0 0,0 0 0,0 0 1,-4 8-1,4-5-74,1 0 1,0 0 0,0 0 0,0 0-1,1 1 1,0-1 0,0 1 0,1-1-1,0 11 1,0-16-56,0 0 0,0 0 0,0 0 0,1-1 0,-1 1 0,0 0 0,1 0 0,-1-1 0,1 1 0,-1 0 0,1-1 0,-1 1 0,1 0 0,-1-1 0,1 1 0,-1-1 0,1 1 0,0-1 0,0 1 0,-1-1 0,1 1 0,0-1 0,0 0 0,-1 1 0,1-1 0,0 0 0,0 0-1,0 0 1,-1 1 0,1-1 0,2 0 0,32 1-278,-26-2 195,-1 1-32,-1 0 0,0-1-1,0 0 1,0 0 0,0-1 0,0 0 0,-1 0 0,10-5 0,-13 6 169,-1 0 0,1 0-1,-1-1 1,1 0 0,-1 1 0,0-1 0,0 0 0,0 0-1,0 0 1,0 0 0,0 0 0,-1-1 0,1 1 0,-1 0-1,0-1 1,1 1 0,-1-1 0,0 0 0,0 1 0,-1-1-1,1 0 1,-1 0 0,1 1 0,-1-6 2550,10 32-2709,-5-12-375,2 0 1,-1 0-1,1-1 0,1 1 0,13 14 0,-17-22-220,0 0-1,1 0 0,-1-1 1,1 0-1,0 0 1,7 4-1,-7-5-390,1 0 1,-1 0-1,1-1 0,0 1 1,-1-1-1,1-1 0,7 1 1,25 0-8929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37.5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7443,'0'0'20522,"54"92"-19722,-24-61-752,3-8-48,-2-8-832,5-9-1569,4-6-1105,8-4-2641,2-24-4434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37.6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676 1 8340,'0'0'9892,"-155"100"-5089,93-35-1170,-1 16-1536,-4 11-512,0 9-289,0-5-495,11-4-785,3-9-16,14-7-1505,9-14-1392,14-16-2081,16-18-4099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38.1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261 1 10261,'0'0'15908,"-22"5"-14115,-71 19-566,84-22-1020,0 1-1,0 1 1,1-1-1,0 1 1,0 1-1,0 0 1,0 0-1,1 0 1,-1 1-1,2 0 1,-1 1-1,0-1 1,-6 10-1,9-10-195,1 0-1,-1-1 1,1 2-1,0-1 0,1 0 1,-1 1-1,1-1 1,0 1-1,1-1 0,0 1 1,0 0-1,0 0 1,1 0-1,0 0 0,1 11 1,-1-17-33,1-1 0,-1 1 1,0 0-1,1 0 0,-1 0 1,0 0-1,1-1 0,-1 1 1,1 0-1,0 0 0,-1-1 1,1 1-1,0 0 0,-1-1 1,1 1-1,0-1 0,0 1 1,-1-1-1,1 1 0,0-1 1,0 1-1,0-1 0,0 0 1,-1 1-1,1-1 0,0 0 1,0 0-1,1 0 0,31 1-749,-23-1 501,1 1-67,1-1 1,-1-1-1,0 0 0,0 0 1,0-1-1,0 0 1,0-1-1,0 0 1,-1-1-1,1 0 0,-1-1 1,13-8-1,-17 10 217,6-4-33,0 0-1,-1-1 1,0 0 0,-1 0-1,12-13 1,-22 44 3908,2 29-9580,2-28 801,0-2-2014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38.5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1 13286,'0'0'13628,"-18"18"-11379,-1 1-1695,5-7-190,1 1 0,1 1-1,0 0 1,1 0 0,0 1-1,-15 31 1,16-23-257,0 0 0,2 0 1,1 1-1,1 0 0,-3 30 0,3 2-731,2 66-1,4-121 440,0 0 0,0 0 1,0 0-1,0 0 0,1 0 0,-1 0 0,0 0 1,1-1-1,-1 1 0,1 0 0,-1 0 0,1 0 0,-1-1 1,1 1-1,-1 0 0,1-1 0,0 1 0,-1 0 0,1-1 1,0 1-1,0-1 0,-1 1 0,1-1 0,0 1 0,0-1 1,0 0-1,0 1 0,-1-1 0,1 0 0,0 0 0,0 0 1,0 1-1,0-1 0,0 0 0,0 0 0,1-1 0,37-2-4571,-37 2 4303,37-11-6670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38.6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7267,'0'0'11237,"140"14"-8996,-98-14-2241,0 0-1008,-2 0-5395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39.8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85 5410,'0'0'15509,"12"12"-14004,46 37-534,-51-45-842,0 0 0,0 0 0,0-1 0,0 0 0,0-1 0,1 0 0,-1 0 0,1 0 1,-1-1-1,1 0 0,0 0 0,0-1 0,-1 0 0,11-2 0,9 2 184,-3 0-167,4 1 5,0-1-1,37-5 0,-58 4-190,0 0-1,0-1 0,0 1 0,0-2 0,-1 1 0,1-1 0,-1 0 0,0 0 0,1 0 0,-2-1 0,1 0 0,0-1 1,-1 1-1,8-9 0,-11 11 4,0 1 1,-1-1 0,1 0 0,-1 0-1,1 0 1,-1 0 0,0 0-1,0 0 1,0-1 0,0 1-1,0 0 1,-1-1 0,1 1-1,-1 0 1,1-1 0,-1 1 0,0-1-1,0 1 1,0 0 0,0-1-1,0 1 1,-1-1 0,1 1-1,-1 0 1,0-1 0,-1-3-1,0 3 15,0 0-1,0 0 1,-1 1-1,1-1 1,-1 1-1,0-1 1,0 1-1,1 0 1,-1 0-1,-1 0 1,1 0-1,0 1 1,0-1-1,-1 1 1,1 0-1,-6-1 0,-21-4 320,0 1 0,0 2-1,-1 1 1,-58 3 0,88-1-277,0 1 0,0-1 1,0 0-1,0 1 0,0-1 1,0 1-1,0-1 0,0 1 1,0-1-1,0 1 0,0 0 1,1-1-1,-1 1 0,0 0 1,0 0-1,1 0 0,-1 0 0,0 0 1,1 0-1,-1 0 0,1 0 1,-1 0-1,1 0 0,-1 0 1,1 0-1,0 0 0,0 0 1,0 0-1,-1 0 0,1 0 1,0 2-1,0 43 182,1-32-72,0-3-101,1 1 1,0 0-1,0-1 0,1 0 1,1 1-1,-1-1 1,2-1-1,0 1 1,0-1-1,1 1 1,0-2-1,10 13 1,-10-14-213,0-1-1,1 0 1,-1 0 0,1-1 0,0 0 0,1 0-1,0-1 1,0 1 0,0-2 0,0 1 0,1-1-1,0-1 1,0 0 0,0 0 0,18 3 0,-13-5-374,0 0 0,0-1 0,28-3 0,-26 0-428,0-1 0,-1 0 0,1-1 0,-1-1 0,0 0 1,-1-1-1,1 0 0,-1-1 0,-1-1 0,14-11 0,-13 9 759,-1-1-1,0-1 0,-1 0 0,18-26 0,-25 33 821,4-8 1186,-7 5 9812,-2 19-9572,0-7-1887,0 0 0,0 1-1,1-1 1,-1 0 0,1 0 0,0 1 0,-1-1 0,2 0 0,-1 0 0,0 0-1,0 0 1,1 0 0,0 0 0,0-1 0,2 5 0,0-3-93,1-1 0,-1 1 1,0-1-1,1 0 1,0 0-1,-1 0 0,1-1 1,11 4-1,-1-1-70,-1-1 0,1-1-1,1 0 1,-1-1 0,0-1 0,1 0-1,-1-1 1,20-2 0,-23 1 1,0-1 0,0 0 0,0-1-1,-1 0 1,1-1 0,-1 0 0,0-1 0,0 0 0,0-1 0,19-13 0,-19 11 1003,-6 15 635,0 5-1159,-1-6-773,0 0 0,0 0-1,0 0 1,1-1 0,-1 0 0,2 0-1,-1 0 1,0 0 0,1-1-1,0 1 1,0-2 0,0 1 0,1-1-1,7 4 1,0-2-1320,0-1 0,0 0-1,0-1 1,0-1 0,1 0 0,15 0 0,31-2-7017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40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171 576 7091,'0'0'8999,"-18"0"-5400,-61 1-648,76-1-2817,0-1 0,0 1 1,0 1-1,0-1 1,0 0-1,0 1 0,0-1 1,0 1-1,0 0 1,0 0-1,1 0 0,-1 1 1,0-1-1,0 0 0,1 1 1,-1 0-1,1 0 1,0 0-1,-1 0 0,1 0 1,0 0-1,-3 5 0,3-3-103,1 1-1,-1 0 1,1 0-1,0 0 1,0 0-1,1 0 1,0 0-1,0 0 0,1 10 1,-1 3-75,0-17 35,0 0 0,0 0 0,0 1 0,0-1 0,1 0 0,-1 0 0,0 0 0,1 0 0,-1 0 0,1 0 0,-1 0 0,1 0 0,-1 0 0,1 0 0,0 0 0,0 0 0,-1 0 0,1 0 0,0 0 0,0-1 0,0 1 0,0 0 0,0-1 0,1 2 0,1-1-33,1 0 0,-1 1 1,0-1-1,1-1 1,-1 1-1,1 0 0,-1-1 1,6 0-1,0 0-48,1 0 0,-1-1 0,0-1 0,0 1 0,18-7 0,-13 2-73,-1-2 0,0 1-1,0-1 1,-1-1-1,0-1 1,17-15-1,59-74-797,-55 56 874,-1-1-1,-3-1 0,-2-2 1,-2-1-1,-2-1 0,34-102 1,-45 89 1168,-10 22 2907,-4 38-1207,-12 9-1883,-12 18-629,2 1 1,0 1-1,2 1 1,1 1-1,1 1 1,-30 63-1,38-64-485,0 0 1,2 1-1,1 0 1,1 0-1,2 1 1,1 0-1,1 0 0,2 1 1,3 46-1,-1-71-204,1 0 1,-1-1-1,2 1 0,-1 0 0,1-1 0,0 1 0,0-1 0,1 1 0,0-1 0,5 10 0,-5-13-137,0 1-1,0-1 0,1 1 0,-1-1 1,1 0-1,-1 0 0,1-1 1,0 1-1,0-1 0,0 0 1,0 0-1,1 0 0,-1 0 1,0-1-1,1 0 0,5 1 1,54 2-10785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40.6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0 7716,'0'0'13232,"-16"20"-11655,-47 64-1102,60-79-437,-1-1 1,1 1-1,0 0 1,1 0-1,-1 0 0,1 0 1,0 0-1,0 0 1,0 1-1,1-1 1,0 1-1,0-1 1,0 1-1,1-1 0,0 1 1,0 0-1,1 8 1,0 0-59,0-12 22,-1-1-1,1 1 0,0-1 1,-1 0-1,1 1 1,0-1-1,0 1 0,0-1 1,0 0-1,0 0 1,0 1-1,0-1 0,0 0 1,1 0-1,-1 0 1,0 0-1,1-1 0,-1 1 1,0 0-1,1-1 1,-1 1-1,1 0 1,0-1-1,-1 0 0,1 1 1,-1-1-1,1 0 1,-1 0-1,1 0 0,0 0 1,1 0-1,57-2 477,-59 2-443,6-2 43,-1 1 1,0-2 0,0 1-1,0 0 1,0-1 0,0 0-1,0-1 1,-1 1 0,1-1-1,-1 0 1,0 0 0,-1-1-1,1 1 1,-1-1 0,1 0-1,-1 0 1,-1-1 0,1 1-1,-1-1 1,0 0 0,0 0-1,-1 0 1,0 0 0,0 0-1,0-1 1,-1 1-1,0-1 1,1-8 0,-2 14-60,-1-1 1,1 1 0,0 0-1,0-1 1,0 1 0,-1 0 0,1-1-1,-1 1 1,1 0 0,-1 0-1,1 0 1,-1-1 0,0 1-1,0 0 1,0 0 0,1 0-1,-1 0 1,0 0 0,0 0-1,0 1 1,0-1 0,-3-1-1,1 0-34,-1 0 0,0 1 0,1-1 1,-1 1-1,0 0 0,0 1 0,0-1 0,-4 0 0,1 0-506,0 1-1,-1 0 1,1 1-1,0-1 1,0 1 0,0 1-1,0-1 1,0 1 0,-6 3-1,-2 7-5833,11-2-5047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41.0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687 159 768,'0'0'19657,"-17"-20"-16517,-55-60-1035,66 74-1998,1 1 1,-1-1-1,0 1 0,0 1 0,-1 0 0,0 0 0,1 0 0,-1 0 0,-1 1 0,1 0 0,0 1 0,-1 0 0,1 0 0,-1 0 0,0 1 0,1 0 1,-1 1-1,0 0 0,0 0 0,-13 2 0,-8-1 59,18-2-115,0 2 0,0-1 1,0 1-1,1 1 0,-1 0 0,0 0 1,1 1-1,0 0 0,-1 1 1,1 1-1,1-1 0,-1 1 0,1 1 1,0 0-1,0 0 0,0 1 0,1 0 1,0 0-1,0 1 0,1 0 1,0 0-1,-7 13 0,-3 6-20,1 1 0,2 1 0,1 1-1,1 0 1,2 0 0,-8 37 0,-25 193-119,4 131-1529,38-383 1269,1-26-11517,0-20 1890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41.2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1185,'0'0'11653,"151"5"-7427,-89 7-849,-1 5-1696,0-3-1185,-5 1-496,-4-7-880,-4-3-2386,-6-5-3665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42.5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383 568 8340,'0'0'10447,"-22"-3"-9697,-5-1-430,-37-2 0,59 6-271,0 0-1,1 1 1,-1 0 0,0 0-1,1 0 1,-1 0-1,0 1 1,1 0 0,0 0-1,-1 0 1,1 1 0,0-1-1,0 1 1,0 0-1,1 0 1,-1 0 0,-3 4-1,-6 5 128,-12 8 192,-58 51 503,74-62-802,0 1-1,1 0 1,-1 0-1,2 1 1,0 0-1,-6 12 1,12-22-73,0 0 0,1 0 1,-1 1-1,1-1 0,-1 0 1,1 1-1,-1-1 1,1 0-1,0 1 0,0-1 1,0 1-1,0-1 0,0 1 1,0-1-1,0 0 1,1 3-1,-1-3-4,0-1 0,1 1 0,-1-1 1,1 1-1,-1 0 0,1-1 0,-1 1 0,1-1 1,-1 1-1,1-1 0,-1 0 0,1 1 0,0-1 1,-1 0-1,1 1 0,0-1 0,-1 0 0,1 0 0,0 1 1,-1-1-1,1 0 0,0 0 0,0 0 0,4 0-3,-1 0-1,1-1 0,-1 1 0,1-1 0,-1 0 0,0 0 0,0 0 0,1-1 0,6-4 0,34-21-52,-1-3 0,-2-1 1,43-41-1,-49 41-188,27-24-110,-3-3-1,-2-3 0,-2-3 0,-4-1 0,57-92 0,-105 149 525,7-9-136,-2 0 1,13-30 0,-20 40 718,1-1 1,-2 1-1,1-1 1,-1 0-1,1-14 1,-16 42 1001,-9 11-1506,2 1 0,2 1 0,1 1-1,1 1 1,2 0 0,-19 66 0,23-54-220,1-1 1,3 1-1,1 1 0,3-1 1,3 55-1,0-98-145,0 0 0,0 0-1,1 0 1,-1 0 0,1 0-1,0 0 1,0 0-1,1 0 1,-1 0 0,1-1-1,0 1 1,0 0 0,0-1-1,0 0 1,1 1 0,-1-1-1,1 0 1,0 0 0,0-1-1,0 1 1,0 0 0,1-1-1,-1 0 1,8 4 0,-5-4-399,1 0 0,0 0 0,-1-1 0,1 0 0,0 0 0,0 0 1,0-1-1,0 0 0,0 0 0,0-1 0,0 0 0,0 0 0,-1-1 0,9-3 1,37-19-4387,6-10-1670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43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272 1 8724,'0'0'11997,"-22"8"-10801,-73 27-70,86-30-911,-1 0 1,1 1-1,0 0 1,0 0-1,1 0 1,0 1 0,0 1-1,0 0 1,1 0-1,-9 12 1,6-6 78,3-6-78,2 0-1,-1 0 1,1 1 0,-7 15 0,11-20-195,-1 0 1,1 0-1,0-1 1,0 1-1,0 0 0,0 0 1,1 0-1,0 0 1,-1 0-1,2 0 1,-1 1-1,0-1 1,1 0-1,1 5 0,-1-7-34,0-1 0,1 0 0,-1 0 0,0 0 0,0 0 0,1 0 0,-1 0 1,0-1-1,1 1 0,-1 0 0,1-1 0,-1 1 0,1-1 0,0 1 0,-1-1 0,1 0 0,-1 1 0,1-1 0,0 0 0,-1 0 0,4-1 0,36-2-497,-35 1 452,0 0 0,0-1 0,0 0 0,-1 0-1,1 0 1,-1 0 0,0-1 0,8-6 0,37-41-586,-41 42 469,-6 7 151,9-10-58,0-1 1,-1 0-1,0-1 0,-1 0 1,-1 0-1,0-1 0,12-27 1,-23 61 3200,3 20-2971,0-9 26,-1-25-208,1 1 1,-1-1-1,1 1 0,0-1 0,0 0 0,0 1 0,1-1 0,0 0 1,0 0-1,0 0 0,1 0 0,-1 0 0,1 0 0,0-1 0,1 0 0,-1 1 1,1-1-1,0 0 0,0-1 0,0 1 0,0-1 0,1 1 0,-1-2 0,1 1 1,10 4-1,-4-2-824,1-1-1,-1 0 1,1-1 0,17 3 0,49 0-9215,-30-6 1056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43.2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6355,'0'0'18296,"59"119"-17463,-39-100-641,-3-3-192,2-5-64,0-7-817,-3-4-863,12 0-1266,5-2-896,5-19-2304,4-8-1330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43.5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749 1 4786,'0'0'6323,"-24"13"-2334,4-2-3033,6-4-295,0 1 1,0 0-1,1 0 1,1 1-1,-1 1 1,2 0-1,-1 1 1,1 0 0,-16 22-1,11-6-29,1 1-1,1 0 1,1 0-1,2 2 1,0-1-1,3 2 1,-7 37-1,1 20-131,-2 114-1,11 160-376,6-272-121,-1-81 9,0 0-1,0 0 0,0-1 1,-1 1-1,-1 0 1,0-1-1,0 1 0,0-1 1,-6 12-1,7-18-2,-1 0-1,1-1 0,-1 1 0,1-1 1,-1 1-1,0-1 0,0 0 1,0 0-1,0 1 0,0-1 1,0-1-1,0 1 0,0 0 1,0 0-1,0-1 0,-1 0 0,1 1 1,0-1-1,0 0 0,-1 0 1,1 0-1,0 0 0,0 0 1,0-1-1,-5 0 0,-1 0 10,-1-1 0,0 0 0,1-1-1,-1 0 1,-10-5 0,0-3-12,1-1 0,0 0 0,2-2 0,-1 0 0,2-1 0,-1 0 0,-16-23 0,6 3-299,1-2 1,-31-61 0,52 90 137,0 2-59,0-1 0,0 0 0,1 0 0,0 0 0,1 0 0,-1-1 1,2 1-1,-1-1 0,1 0 0,0 1 0,0-10 0,1 15 29,1 1 1,-1-1-1,1 0 0,0 0 1,-1 0-1,1 1 0,0-1 0,0 0 1,0 1-1,0-1 0,0 0 1,1 1-1,-1 0 0,0-1 0,1 1 1,-1 0-1,1-1 0,-1 1 1,1 0-1,2-1 0,42-16-4085,-28 12 1888,41-16-6997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43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19353,'0'0'13414,"11"-10"-13414,-1 10 0,-2 0 0,3 0 0,6 0 0,1 0 0,3 0 0,-2 0-3041,-2-17-5299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44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404 1 3602,'0'0'12867,"-14"16"-10906,0 1-1358,2 0 0,0 0 0,0 1 0,2 1-1,0 0 1,-13 39 0,0 20 573,-60 183 1345,61-203-2166,-2-2 0,-47 78 1,50-98-841,-31 36 1,51-70-962,7-8-3375,-2 1 3378,65-72-9085,-16 18 3523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44.8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289 1 9764,'0'0'8602,"1"20"-4576,-2 33-2411,-2-1 0,-3 0 1,-14 61-1,-113 320 796,112-371-3450,21-62 875,-1 1 0,1-1 0,0 1 0,-1-1 0,1 1 0,0-1 1,-1 1-1,1-1 0,0 1 0,-1-1 0,1 1 0,-1-1 1,1 0-1,-1 1 0,1-1 0,-1 0 0,1 0 0,-1 1 1,0-1-1,1 0 0,-1 0 0,1 0 0,-1 0 0,1 0 1,-1 0-1,0 0 0,1 0 0,-1 0 0,1 0 0,-1 0 1,0 0-1,1 0 0,-1 0 0,1 0 0,-2-1 0,-21-11-5412,-4-19-763,-9-12-1670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44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97 6755,'0'0'8644,"167"-27"-4370,-68 16-1105,-1 5-1616,-2-2-768,-4-3-481,-8 5-304,-5-4-272,-6 3-1249,-6 1-1617,-6 2-2160,-9 4-3698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45.3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3 5955,'0'0'4957,"-21"8"-1174,-3 0-2506,12-4-657,1 0 0,-1 0 0,0 2 0,1-1 0,0 1 0,1 1 0,-1 0 1,1 0-1,-9 9 0,12-9-369,0-1 0,1 1 0,0 0-1,1 0 1,-1 0 0,1 1 0,1 0 0,-1 0 0,1 0 0,1 1 0,-1-1 0,2 1-1,-1 0 1,1 0 0,0 0 0,1 0 0,0 0 0,1 0 0,0 0 0,0 1 0,1-1 0,2 11-1,-2-16-245,1 0 0,-1-1-1,1 1 1,0 0-1,0-1 1,0 0 0,1 1-1,-1-1 1,1 0-1,0 0 1,0 0 0,0-1-1,0 1 1,0-1-1,1 1 1,-1-1-1,1 0 1,0-1 0,-1 1-1,1-1 1,0 1-1,0-1 1,0 0 0,6 0-1,5 2 3,1-1 0,0-1 0,0 0 0,30-3 0,-40 1-25,0 0 0,0-1 0,-1 1 0,1-1 0,-1 0 0,1 0 0,-1-1 0,0 0 0,0 0 0,0 0 1,0 0-1,-1-1 0,1 0 0,-1 0 0,0 0 0,0 0 0,0-1 0,-1 0 0,0 1 0,1-1 0,-2-1 0,1 1 0,-1 0 0,1-1 0,-1 1 0,-1-1 0,1 1 1,-1-1-1,0-6 0,1 4-5,-1-1-1,0 1 1,-1 0 0,0 0 0,0-1 0,-1 1 0,0 0 0,0-1 0,-1 1 0,0 0-1,0 0 1,-1 0 0,0 1 0,-1-1 0,1 1 0,-1-1 0,-1 1 0,0 1 0,-10-14-1,5 12 120,1 1 0,-1-1-1,0 1 1,-1 1-1,-15-8 1,21 12-51,-1 0 0,1 0 0,0 0 1,-1 0-1,0 1 0,1 0 0,-1 0 0,0 1 0,1 0 1,-1 0-1,0 0 0,0 1 0,-10 2 0,14-3-61,1 1-1,0 0 0,-1 0 0,1 0 0,0 1 1,0-1-1,-1 0 0,1 0 0,0 1 0,0-1 1,0 1-1,1-1 0,-1 1 0,0-1 0,1 1 1,-1-1-1,0 1 0,1-1 0,0 1 0,-1 0 1,1-1-1,0 1 0,0 0 0,0 2 0,0 2-392,0 1 0,0-1-1,0 1 1,1-1 0,2 8-1,-2-11 93,0-1-1,0 1 0,0-1 1,0 1-1,1-1 0,-1 1 0,1-1 1,-1 0-1,1 0 0,0 0 1,0 0-1,0 0 0,0 0 1,1-1-1,-1 1 0,0-1 1,5 3-1,-1-2-919,0 1 0,0-1 0,1 0 0,-1-1 0,1 1 0,9-1 0,35 1-7711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45.8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40 159 6963,'0'0'20121,"-6"8"-18640,3-3-1244,0-1-97,0 0 1,0 0 0,1 0-1,0 1 1,0-1 0,0 1-1,0-1 1,1 1 0,-1-1-1,1 1 1,1 0-1,-2 9 1,0 33 805,0-34-863,1 1 1,1 0 0,0-1 0,1 1 0,2 13 0,-2-26-95,0 1 1,0-1 0,0 0 0,0 0 0,0 0 0,0 0-1,0 0 1,0 0 0,0-1 0,0 1 0,0 0-1,1 0 1,-1-1 0,0 1 0,1-1 0,-1 1 0,0-1-1,1 0 1,-1 1 0,1-1 0,-1 0 0,0 0 0,1 0-1,-1 0 1,3-1 0,37-3-552,-30 1 375,-1-2 1,1 1 0,-1-1-1,0-1 1,-1 0-1,1 0 1,10-10 0,-1-1-495,-1 0 1,20-23-1,-32 33 541,-3 4 153,-1 0 0,1 1 1,-1-1-1,0 0 0,0 0 0,0 0 0,0 0 0,0 0 0,-1-1 0,1 1 0,-1-1 0,1-4 1203,-1 15-1053,1 2-161,1 0-1,0-1 1,1 1 0,0-1 0,0 0 0,1 0 0,0 0 0,1 0-1,9 10 1,-7-9-43,0 0 0,1-1 0,0 0 0,0 0 0,1-1 0,0-1 0,12 7 0,-17-10-45,1-1 0,0 0-1,0 0 1,1 0-1,-1-1 1,0 0 0,0 0-1,1 0 1,-1-1 0,1 0-1,-1 0 1,0-1 0,1 0-1,-1 0 1,0 0 0,8-3-1,-5 0 58,-1 0-1,0 0 0,0 0 0,0-1 0,0-1 1,-1 1-1,0-1 0,0 0 0,-1-1 0,10-11 1,-9 9 53,-1-1-1,0 0 1,0 0 0,-1 0 0,0-1 0,-1 0 0,0 0-1,-1 0 1,4-17 0,-6 22 71,0-1 0,0 1 0,-1-1 0,0 1 0,0-1-1,-1 1 1,1-1 0,-1 1 0,-1 0 0,1-1 0,-1 1 0,0 0-1,0 0 1,-1 0 0,0 0 0,0 0 0,0 1 0,-5-6 0,-2 1 167,1 0 0,-1 1 1,-17-12-1,22 17-309,0 1 0,0 0 1,0 1-1,0-1 0,0 1 0,-1 0 1,1 0-1,-1 0 0,1 1 0,-1 0 1,-6-1-1,26 13-6500,22 2-1169,14-1-4359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46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62 2273,'0'0'14452,"20"1"-12267,59 5-24,-76-5-2011,0 0 0,0 0 0,0 0 0,0 0 0,0 0 0,0 0-1,-1 1 1,1-1 0,0 1 0,-1 0 0,1 0 0,-1 0 0,0 0 0,0 0 0,0 1 0,0-1 0,0 0 0,0 1 0,-1 0-1,3 4 1,0 0 216,1 2-58,-1 1 0,1 0 1,-2 1-1,0-1 0,0 1 1,-1 0-1,0 0 1,0-1-1,-2 1 0,1 0 1,-3 22-1,2-29-254,-1 1 0,1-1-1,-1 0 1,0 0 0,0 0 0,0 0 0,-1 0 0,1 0-1,-1-1 1,0 1 0,0 0 0,-4 3 0,-35 36 745,18-22-257,307-278-2925,-274 250 2302,42-34-283,-47 38 387,-1 1 0,0 0 1,1-1-1,-1 1 0,1 1 1,0-1-1,0 1 0,-1-1 0,1 1 1,8 0-1,-12 1 15,-1 0 0,1 0 0,-1 0 1,1 0-1,-1 1 0,0-1 0,1 0 0,-1 0 0,1 0 1,-1 1-1,0-1 0,1 0 0,-1 0 0,0 1 0,1-1 0,-1 0 1,0 1-1,1-1 0,-1 0 0,0 1 0,0-1 0,1 0 1,-1 1-1,0-1 0,0 1 0,0-1 0,0 1 0,1-1 0,-1 0 1,0 1-1,0-1 0,0 2 0,0 17 489,0-12-309,0 148 2180,32-157-2534,-16-4-36,-1-1 0,-1 0 0,0-1 0,0-1 0,0 0 1,16-16-1,10-4-402,189-121-1851,-228 151 2576,-1-1 0,0 1 0,1 0 1,-1-1-1,0 1 0,0 0 0,1-1 0,-1 1 0,0 0 0,0 0 0,0-1 0,0 1 1,0 0-1,0 0 0,0-1 0,0 1 0,0 0 0,0-1 0,0 1 0,-1 0 0,1 0 1,0-1-1,-1 1 0,1 0 0,-1 0 0,-6 26 322,2-11-405,1-1 1,1 0-1,0 1 1,1 0-1,1 0 0,0 0 1,2 27-1,0-40-226,-1-1 1,1 0-1,0 1 0,0-1 0,0 1 1,0-1-1,0 0 0,0 0 0,1 0 1,-1 1-1,1-1 0,0-1 0,-1 1 1,1 0-1,0 0 0,0-1 0,0 1 1,0-1-1,0 1 0,0-1 0,1 0 1,-1 0-1,0 0 0,1 0 0,-1 0 1,1-1-1,-1 1 0,1-1 0,-1 1 1,4-1-1,3 1-1683,0-1 1,0 1-1,0-2 1,1 1-1,-1-1 1,0-1-1,13-3 1,16-13-7999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47.1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6739,'0'0'19017,"4"13"-16830,5 21-1104,-5-11-445,1-2 0,2 1-1,0-1 1,16 32 0,-21-50-656,0 0 0,0 0 0,1 0 0,-1 0 0,1-1 0,0 1 0,0-1 0,0 0 0,0 0 0,0 0 0,0 0 0,1 0 0,-1-1 1,1 0-1,-1 1 0,1-1 0,-1-1 0,1 1 0,0 0 0,0-1 0,-1 0 0,1 0 0,0 0 0,-1 0 0,1 0 0,0-1 0,0 0 0,6-2 0,0 0-184,-1 0-1,0-1 1,1 0-1,-1 0 1,-1-1 0,1-1-1,-1 1 1,0-1-1,11-11 1,45-58-1442,-23 25 1009,-40 54 4856,2 17-2833,2 15-1632,-5-32 159,1-1 1,0 1-1,0-1 0,0 1 0,0-1 0,1 0 0,-1 1 0,1-1 1,0 0-1,0 0 0,0 0 0,0-1 0,1 1 0,-1 0 0,1-1 0,0 1 1,0-1-1,5 4 0,-1-4-989,0 1 0,0-1-1,0 0 1,0-1 0,0 0 0,0 0 0,0 0 0,13-2-1,26 1-7771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47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251 698 10373,'0'0'16877,"-23"2"-15004,-78 8-302,95-10-1462,0 1 1,0 0-1,0 1 1,1-1-1,-1 1 1,0 0-1,1 1 0,0-1 1,-1 1-1,1 0 1,0 0-1,0 1 0,1-1 1,-1 1-1,1 0 1,-1 1-1,1-1 1,-6 9-1,7-5-110,-1-1 1,1 1-1,0 0 1,1 0-1,0 0 1,0 0-1,0 0 1,1 1-1,1-1 1,0 13-1,-1-18 3,2 0 0,-1-1 0,0 1-1,0 0 1,1 0 0,0-1 0,-1 1 0,1 0 0,0-1 0,1 1 0,-1-1-1,0 1 1,1-1 0,-1 1 0,1-1 0,-1 0 0,1 0 0,0 0-1,4 3 1,-2-2-60,1 0 0,-1-1 0,1 1 0,0-1 1,0 0-1,0-1 0,0 1 0,0-1 0,0 0 0,6 1 0,3-1-373,0-1 1,0 0 0,1-1 0,-1 0 0,0-1 0,0-1-1,20-6 1,-13 0-603,0 0 1,-1-1-1,0-2 0,-1 0 0,0-1 0,-1-1 0,29-27 1,-8 0-1675,-1-1 0,31-47 0,91-154-2689,-127 184 6178,-3-2 0,29-79 0,-38 66 4468,-16 25 3058,-6 48-8125,1 0 0,0 1 0,0-1 0,0 1 0,-1-1 0,1 0 0,0 1-1,-1-1 1,1 1 0,-1-1 0,1 1 0,0-1 0,-1 1 0,1-1-1,-1 1 1,1-1 0,-1 1 0,0 0 0,1-1 0,-1 1 0,1 0-1,-1-1 1,0 1 0,1 0 0,-1 0 0,0 0 0,1 0 0,-1-1 0,1 1-1,-1 0 1,0 0 0,1 0 0,-1 0 0,0 1 0,1-1 0,-1 0-1,0 0 1,-30 7 1219,21-2-1255,0 1-1,0 0 1,1 0-1,0 1 1,0 0 0,0 1-1,1 0 1,0 1 0,1-1-1,-12 18 1,7-8-157,1 1 1,1 1 0,0 0-1,-12 40 1,9-13 9,3 0 0,2 0 0,-3 67 0,8 149 0,4-154 0,2-92 0,1-17 0,-2-1 0,3-1-13,0 1 0,0-1 0,-1 0 0,1 0 0,-1-1 0,1 1 0,-1-1 0,0 0 0,0 0 0,7-7 0,41-46-959,-36 37 361,5-3 110,-3 3 169,-2 0 0,22-33 0,-34 135 2624,-4-70-2561,3 59-5,5-37-2223,-7-32 1701,0 0-1,1 0 0,-1 0 0,1 0 0,0-1 0,0 1 0,3 4 0,10 0-9907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48.9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99 4834,'0'0'17133,"9"8"-15388,18 18-560,0 2 1,-3 0-1,23 33 0,-46-59-1153,1 1 1,-1-1-1,0 0 0,1 1 1,-1-1-1,0 1 0,0 0 1,-1-1-1,1 1 0,0 0 1,-1 0-1,0-1 0,0 1 1,0 0-1,0 3 0,0-5-20,-1 0-1,1 0 0,-1 0 0,1 1 0,-1-1 0,0 0 1,0 0-1,1 0 0,-1 0 0,0-1 0,0 1 1,0 0-1,0 0 0,0 0 0,0-1 0,0 1 0,0 0 1,0-1-1,0 1 0,0-1 0,-1 0 0,1 1 1,0-1-1,0 0 0,0 0 0,-1 1 0,1-1 0,0 0 1,0 0-1,-1 0 0,0-1 0,1 0-32,0 1 1,0-1-1,1 0 1,-1 0-1,0 0 0,1 0 1,-1 0-1,1 0 1,-1 0-1,1 0 0,-1 0 1,1 0-1,0-1 0,0 1 1,-1 0-1,1 0 1,0 0-1,0 0 0,0 0 1,0-1-1,0 1 0,1 0 1,-1 0-1,1-2 1,-1-2-84,0-1 24,1-1 0,1 0 0,-1 0 1,1 0-1,0 1 0,1-1 0,-1 1 0,1 0 0,1 0 0,-1 0 0,1 0 0,0 0 0,5-5 1,12-12-323,37-34 1,-43 43 198,-12 11 154,15-13-291,37-28 0,-49 40 337,0 1-1,0-1 1,0 1 0,1 0 0,-1 1 0,1-1-1,0 1 1,-1 1 0,1-1 0,0 1-1,10 0 1,-16 1 50,1 0-1,0 1 1,-1-1 0,1 1-1,-1-1 1,1 1 0,0 0-1,-1 0 1,0-1-1,1 1 1,-1 0 0,1 0-1,-1 1 1,0-1 0,0 0-1,0 0 1,0 0-1,0 1 1,0-1 0,0 1-1,0-1 1,0 1 0,-1-1-1,1 1 1,0-1 0,-1 1-1,1 2 1,9 51 1305,-9-47-1142,-1 13 294,0-17-360,0-1-1,-1 1 1,1 0-1,1 0 1,-1 0-1,1-1 1,-1 1-1,2 4 1,0-7-153,-1 0 1,1 0 0,-1-1 0,1 1 0,0 0-1,-1-1 1,1 1 0,0-1 0,-1 0 0,1 1-1,0-1 1,-1 0 0,1 0 0,0 0 0,3-1-1,30-3-161,-1-5-67,-1-2 0,1-2 0,-2-1 1,33-19-1,-31 16 58,-14 3 163,-17 12 241,0 0-1,0-1 1,0 1-1,1 0 1,-1 1-1,0-1 1,1 1-1,-1-1 1,1 1-1,0 0 1,3 0-1,0 22 985,-5-11-1188,1 0 1,0 0-1,0-1 1,9 17-1,-10-23-128,0 0-1,0-1 1,0 1-1,0-1 1,0 1-1,1-1 1,-1 0 0,1 1-1,0-1 1,-1 0-1,1-1 1,0 1-1,0-1 1,0 1-1,0-1 1,0 0 0,1 0-1,4 1 1,6 0-1360,1 0 0,-1-1 0,0-1 0,22-2 0,-26 1-367,1-1 0,-1 0 0,0-1 0,1 0 1,-1 0-1,17-10 0,26-18-8187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49.5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249 51 4514,'0'0'6400,"-21"1"-1464,-6 0-2476,-38 7 0,60-7-2072,0 1 0,-1 0 0,1 0 0,0 0 0,0 0 0,1 1 1,-1 0-1,1 0 0,-1 0 0,1 1 0,0-1 0,0 1 0,-6 7 0,3-1 339,-1 1 0,2 0 0,-10 20 0,15-28-646,-4 8 148,0 0-1,2 0 1,-1 0-1,1 1 1,1 0-1,0-1 1,0 1-1,1 22 1,1-32-206,0 1 1,1-1-1,-1 1 1,0 0-1,1-1 0,0 1 1,-1-1-1,1 1 0,0-1 1,0 0-1,0 1 1,1-1-1,-1 0 0,1 0 1,-1 0-1,1 0 1,0 0-1,-1 0 0,5 3 1,-2-2-7,1 0 1,-1-1 0,1 1 0,0-1-1,0 0 1,0 0 0,0-1-1,0 1 1,8 0 0,0-1-18,0 1-1,1-2 1,-1 0 0,1-1 0,-1 0-1,0-1 1,19-5 0,-23 4-119,0 0 0,0 0 0,0-1 0,0-1 0,-1 0 0,0 0 0,0 0 0,0-1 0,-1 0 0,0-1 0,0 1 0,0-1 0,-1-1 1,0 1-1,0-1 0,-1 0 0,0-1 0,-1 1 0,1-1 0,-2 0 0,1 0 0,-1 0 0,-1 0 0,1-1 0,-2 1 0,1-1 0,-1 1 0,-1-1 0,0 0 0,0 1 0,-1-1 0,0 0 0,-5-16 0,4 21 103,0 0 0,0 1 0,-1-1-1,0 1 1,0-1 0,0 1 0,-1 0-1,1 0 1,-1 0 0,0 0 0,0 1-1,0 0 1,-1 0 0,1 0 0,-9-4-1,6 4 15,1-1-1,-2 1 0,1 1 0,0-1 0,-1 1 0,1 0 0,-13-1 1,33 3-30,0 1-1,-1 0 1,1 1 0,0 0 0,-1 1 0,20 6 0,-24-6 53,0 1 1,-1 0-1,1 0 0,-1 1 1,0 0-1,-1 0 1,1 1-1,-1-1 0,0 1 1,0 1-1,6 8 1,-4-2 151,-1 0 0,0 1 1,-1 0-1,0 0 1,-2 0-1,1 0 1,-2 1-1,0 0 0,0 0 1,-2 0-1,0 0 1,0 0-1,-2 0 0,-2 20 1,0-24 102,3-4-396,15-14-327,123-89-1956,-93 62 1334,2 1 0,55-27 4369,-102 64-2665,-9 208 32,9-211-792,0 0-1,0 0 1,0 0-1,0-1 0,1 1 1,-1 0-1,0 0 1,0 0-1,1-1 0,-1 1 1,0 0-1,1 0 1,-1-1-1,1 1 0,-1 0 1,1 0-1,-1-1 1,1 1-1,-1-1 1,1 1-1,0-1 0,-1 1 1,1-1-1,0 1 1,-1-1-1,1 1 0,0-1 1,0 0-1,0 1 1,-1-1-1,1 0 0,1 0 1,32 1-4536,-21-2 1661,24 1-5206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49.9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94 9556,'0'0'9325,"23"16"-7783,78 48-368,-91-59-1052,-1 0 1,2-1-1,-1 0 1,0-1-1,1 0 0,0 0 1,-1-1-1,1-1 1,0 0-1,0 0 1,0-1-1,16-2 1,6 1-35,-31 1-90,1 0 1,-1 0-1,0 0 0,0 0 0,0 0 0,0 0 0,0 0 0,1-1 0,-1 1 0,0-1 0,0 0 0,0 1 0,0-1 1,3-2-1,-4 1-2,0 0 0,0 0 0,0 0 0,-1 0 0,1 0 0,0 0 0,-1 0 0,0 0 0,1 0 0,-1 0 0,0 0 0,0-1 0,0 1 0,-1-3 0,1 1 0,-1 1 1,0-1-1,0 0 0,0 1 0,0-1 0,0 0 0,-1 1 0,0-1 1,0 1-1,0 0 0,0 0 0,0 0 0,-1 0 0,1 0 0,-1 0 1,0 0-1,-3-2 0,-9-7 13,0 1 1,-20-11 0,32 20-4,-11-6 293,0 0 1,0 2 0,0 0-1,-1 0 1,0 2 0,0-1-1,0 2 1,-1 0 0,1 1 0,-1 1-1,-27 0 1,41 1-240,1 1 0,0-1 0,-1 0 0,1 0 0,0 1 0,-1-1 0,1 0 0,0 1 0,0 0 0,0-1 0,-1 1 0,1 0 0,0-1 0,0 1 0,0 0 0,0 0 0,0 0 1,0 0-1,1 0 0,-1 0 0,-1 2 0,0 1 24,0-1 0,1 1 0,0-1 1,0 1-1,0 0 0,0-1 1,0 8-1,0 1 28,1-1 0,1 0 0,0 0 1,4 20-1,-1-20-71,-1-1 1,2 0-1,0 0 1,0 0-1,1-1 0,0 0 1,0 0-1,1 0 1,1-1-1,10 11 1,-6-8-92,1 0 0,0-1 0,0 0 0,1-1 0,0-1 0,21 9 0,-17-10-589,0-2 0,1 0-1,-1-1 1,1-1-1,0 0 1,19-1 0,62-3-6469,-48-5-648,-8-12-1406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50.1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11829,'0'0'15095,"74"109"-14278,-45-89-369,-2-5-400,-4-4-48,0-3-384,2-8-961,0 0-928,2 0-1745,5 0-2977,3-15-3026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50.4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1306 0 10181,'0'0'3124,"-20"8"840,12-5-3482,-4 1 182,-1 0 0,2 1 0,-1 1 0,0 0 0,1 1 0,0 0 0,1 1 0,0 0 0,0 0 0,0 1-1,-12 16 1,-18 32 1272,2 1-1,-30 65 1,-51 132-464,2-3-1862,84-189 470,-77 109 0,91-146-81,-2-1-1,0-1 1,-2-1 0,-42 33-1,53-47-23,1-1-1,-2 0 1,1-1-1,-1-1 1,0 0-1,0 0 0,-1-2 1,0 1-1,0-2 1,0 0-1,0 0 1,-25 0-1,36-3-44,-1-1 0,1 1-1,-1-1 1,1 1 0,0-1 0,-1 0-1,1 0 1,0-1 0,-1 1 0,1-1 0,0 0-1,0 1 1,0-1 0,1-1 0,-1 1-1,0 0 1,1-1 0,-1 1 0,1-1-1,-2-3 1,-4-6-285,0-1 1,1 0-1,-9-22 1,3 5-258,-37-67-1186,-28-62-916,74 150 1973,1-2 0,0 1-1,0 0 1,-2-20 0,5 23-371,-1 1 0,1 0 1,0 0-1,1-1 1,0 1-1,0 0 0,0 0 1,1 0-1,3-11 0,21-22-7676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51.2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524 404 6227,'0'0'15791,"-6"0"-14398,-16 1-899,-1 1 1,1 1 0,0 2-1,0 0 1,0 1-1,1 1 1,-23 10 0,4 2 187,1 1 0,-66 46-1,86-53-447,1 1-1,0 0 0,-22 25 1,36-34-209,0 0-1,0 0 1,0 0 0,1 0 0,-1 1-1,1-1 1,1 1 0,-1 0 0,1 0 0,0 0-1,0 0 1,1 0 0,0 0 0,0 1-1,0-1 1,1 0 0,0 9 0,1-13-27,-1 0 0,0-1 0,1 1 0,-1-1 0,1 1 0,-1-1 0,1 1 0,0-1 0,0 1 0,0-1 0,-1 1 0,1-1 0,1 0 1,-1 0-1,0 1 0,0-1 0,0 0 0,1 0 0,-1 0 0,3 1 0,0 0-2,0 0-1,0-1 1,0 1 0,0-1 0,0 0-1,1 0 1,7 0 0,0 0-10,-1-2 0,1 1 1,-1-1-1,0-1 0,21-5 0,-12-1-71,0-1 0,-1-1 0,0-1 0,29-22 0,-27 18-55,31-21-179,-2-3 0,-2-2 0,-2-2 1,-1-3-1,-3 0 0,-2-3 0,41-64 0,-47 61 494,-1-3 1,41-97-1,-69 132 1337,-21 36 300,-42 56-1094,-54 90 0,88-122-725,1 1-1,3 2 0,1 0 1,-16 55-1,29-71-231,0 1 1,2 0-1,1 0 1,1 36-1,2-63 47,0 0-1,0 0 0,0 0 0,0 0 0,0 0 0,1 0 0,-1 0 0,0 0 0,1-1 0,-1 1 0,0 0 0,1 0 0,-1 0 0,1 0 0,-1-1 0,1 1 0,0 0 0,-1-1 0,1 1 0,0 0 0,-1-1 0,1 1 0,0-1 0,0 1 0,0-1 1,0 1-1,-1-1 0,1 0 0,0 1 0,0-1 0,0 0 0,0 0 0,0 0 0,1 1 0,39-3-3855,-28 1 2326,41-7-3504,5-12-1652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51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189 30 2017,'0'0'19785,"-19"0"-16816,-64 5-826,79-4-1968,-1 0 0,1 1 0,-1-1 0,1 1 0,0 0 0,-1 0 0,1 1 0,0-1 0,1 1 0,-1 0 0,0 0 0,1 0 0,0 0 0,-1 1 0,1-1 0,0 1 0,1 0 0,-1 0 0,1 0 0,0 0 0,0 0 0,0 1 0,0-1 0,1 1 0,0-1 0,0 1 0,0-1 0,0 1 0,1 0 0,0-1 0,0 7 0,0-9-164,0 0 0,0 0 1,1 0-1,-1 0 0,0 0 1,1 0-1,-1-1 0,1 1 1,0 0-1,0 0 0,0 0 1,0 0-1,0-1 0,0 1 1,0 0-1,0-1 1,1 1-1,-1-1 0,1 0 1,1 2-1,1-1-7,0 1 0,0-1 0,0 0 1,0 0-1,0-1 0,0 1 0,1-1 0,7 1 0,2 0-7,0-1-1,-1 0 0,1-1 0,0-1 1,15-3-1,-24 3 4,-1 0 0,0 0 0,0 0 0,0-1 0,0 0 0,0 0 0,0 0 0,0 0 0,-1-1 0,1 1 0,-1-1 0,1 0 0,-1 0 0,0 0 0,-1-1 0,1 1 0,0-1 0,-1 1 0,0-1 0,0 0 0,0 0 0,0 0 0,0 0 0,-1 0 0,0-1 0,0 1 0,0 0 0,-1-1 0,1 1 0,-1 0 0,0-1 0,0 1 0,0 0 0,-1-1 0,0 1 0,0 0 0,0-1 0,0 1 0,0 0 0,-1 0 0,0 0 0,0 0 0,0 0 0,0 1 0,-6-8 0,5 8-94,1 0-1,-1 0 1,0 0-1,0 0 1,-1 0 0,1 0-1,-1 1 1,1 0-1,-1 0 1,0 0-1,0 0 1,1 0 0,-1 1-1,0 0 1,-1 0-1,1 0 1,-5 0 0,8 4-4616,8 12 309,22 0-5006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52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504 243 10421,'0'0'12056,"-25"2"-8508,-168 11 1137,-93-3-2628,318-34-2057,284-185-4215,-307 204 4171,-3 0 71,1 1 0,0 0 1,1 0-1,-1 1 0,0 0 0,16-3 0,-23 6 0,0 0-1,0 0 0,0 0 0,0 0 0,1 0 0,-1 0 0,0 0 0,0 0 0,0 0 0,0 0 0,1 0 0,-1 0 0,0 0 0,0 0 0,0 0 0,0 0 0,1 0 0,-1 1 0,0-1 0,0 0 0,0 0 0,0 0 0,0 0 0,0 0 0,0 0 0,1 1 0,-1-1 0,0 0 1,0 0-1,0 0 0,0 0 0,0 0 0,0 1 0,0-1 0,0 0 0,0 0 0,0 0 0,0 0 0,0 1 0,0-1 0,0 0 0,0 0 0,0 0 0,0 0 0,0 1 0,0-1 0,0 0 0,0 0 0,0 0 0,0 0 0,0 1 0,0-1 0,0 0 0,-1 0 0,1 6 263,-2 15-11,-1 0-1,-1 0 1,-1 0-1,-1 0 1,-1-1-1,-12 27 0,7-15-36,-155 458-76,145-410-169,-54 236-48,75-314-257,1 2 439,5-5-3982,22-18-3207,10-20-4269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52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 16456,'0'0'13179,"8"-2"-12694,28-5 148,-35 7-608,0 0 0,1-1 1,-1 1-1,0 0 1,0 0-1,0 0 0,1 0 1,-1 0-1,0 0 0,0 0 1,1 0-1,-1 1 0,0-1 1,0 1-1,0-1 1,0 0-1,0 1 0,0 0 1,0-1-1,1 1 0,-2 0 1,1-1-1,0 1 0,0 0 1,0 0-1,0 0 1,0 0-1,1 2 0,-1 0-6,0 0 0,0 1 0,0-1 0,0 1-1,0-1 1,-1 1 0,1 4 0,-1-2 18,3 21 58,-1 0 0,-2 0 0,0 0 0,-2 0 0,-1 0 0,-1 0 0,-13 43 0,13-63-73,4-6-21,-1 1 1,0-1-1,1 0 1,-1 1-1,1-1 1,-1 1-1,1-1 1,-1 1-1,1-1 1,0 1-1,0-1 1,0 1-1,0 2 1,5-3-109,9-1-43,0-2 0,0 0-1,-1 0 1,1-1 0,-1-1-1,0 0 1,0-1 0,0 0-1,14-9 1,15-11-721,50-39 1,-24 16 814,-61 44 93,5-8 3058,-12 17-2532,-1 43-563,-1-26 0,2-1 0,0 0 0,5 32 0,-5-52-87,1 1 1,-1 0-1,1 0 1,-1 0-1,1 0 1,0-1-1,0 1 0,0 0 1,0 0-1,0-1 1,1 1-1,-1-1 1,0 1-1,1-1 0,-1 0 1,1 0-1,-1 1 1,1-1-1,-1 0 1,1 0-1,0 0 0,0-1 1,0 1-1,3 1 1,-2-2-835,1 1 1,-1-1 0,1 1-1,0-1 1,-1 0-1,1-1 1,-1 1 0,1-1-1,-1 1 1,1-1 0,-1 0-1,1 0 1,4-3-1,26-17-9865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53.0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1 145 5699,'0'0'11087,"24"8"-7800,84 26-1441,-89-29-1494,1 0-1,0-1 0,0-1 0,0-1 1,1-1-1,34-2 0,-44 0-240,-9 1-98,0 0 1,1-1 0,-1 0 0,0 1 0,1-1 0,-1 0-1,0 0 1,0 0 0,0 0 0,0-1 0,0 1 0,0 0-1,0-1 1,0 0 0,-1 1 0,1-1 0,0 0-1,-1 0 1,0 0 0,1 0 0,-1 0 0,0 0 0,0 0-1,0-1 1,0 1 0,0 0 0,-1 0 0,1-1 0,-1 1-1,0-1 1,1 1 0,-1-3 0,0-2 40,1 0-1,-1 1 1,0-1-1,0 0 1,-1 0-1,0 0 1,-1 1 0,1-1-1,-1 1 1,-4-11-1,2 12 94,0 0-1,1 0 0,-2 1 1,1-1-1,0 1 0,-1 0 0,0 0 1,0 1-1,0 0 0,0 0 1,-1 0-1,1 0 0,-1 1 1,1 0-1,-1 0 0,0 0 0,0 1 1,0 0-1,-8-1 0,9 1-37,0 1-1,0-1 1,0 1-1,-1 0 0,1 0 1,0 1-1,0-1 1,0 1-1,0 0 0,1 1 1,-1-1-1,0 1 1,0 0-1,1 0 1,-1 0-1,1 1 0,0 0 1,-1-1-1,1 1 1,1 1-1,-1-1 0,0 1 1,-4 6-1,3-1-57,1 1 0,1-1 0,0 1-1,0 0 1,1 0 0,0 1 0,1-1-1,0 0 1,1 0 0,1 19 0,-1-11-50,0-12-90,1 0-1,-1 0 0,1 0 0,0-1 1,0 1-1,1 0 0,0-1 0,0 1 1,0-1-1,0 0 0,1 0 0,0 0 1,0 0-1,1 0 0,-1 0 0,1-1 1,0 0-1,0 0 0,0 0 0,1 0 1,-1 0-1,1-1 0,0 0 0,0 0 1,0 0-1,11 3 0,0 0-1414,1-1 0,0-1-1,0-1 1,0 0 0,1-1 0,-1-1-1,33-1 1,10-5-6457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53.4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1 168 6835,'0'0'14906,"11"2"-13863,32 7-125,0-2-1,54 2 1,-93-9-902,0 0-1,0 0 1,0 0 0,0-1-1,0 0 1,0 1 0,0-2-1,-1 1 1,1 0-1,0-1 1,0 1 0,-1-1-1,5-3 1,-6 3-8,1 0-1,-1-1 1,0 1-1,0-1 1,0 1-1,-1-1 1,1 0-1,-1 0 1,1 0-1,-1 0 1,0 0 0,0 0-1,0 0 1,0 0-1,-1 0 1,1-1-1,-1-4 1,1 2 29,-1-1-1,0 0 1,0 0-1,-1 0 1,1 1 0,-1-1-1,-1 0 1,1 1 0,-1-1-1,-5-10 1,6 15 65,-1-1 0,0 0-1,0 1 1,0-1 0,0 1 0,0-1 0,-1 1-1,1 0 1,-1 0 0,1 0 0,-1 0 0,0 1-1,1-1 1,-1 1 0,0 0 0,0-1 0,0 1-1,-1 1 1,1-1 0,0 0 0,0 1-1,0-1 1,0 1 0,-6 0 0,5 0 24,0 0 1,-1 0-1,1 1 1,0-1-1,0 1 1,-1 0-1,1 0 0,0 0 1,0 1-1,0-1 1,0 1-1,0 0 1,-3 3-1,1-1-46,1 1 0,1 0 0,-1 1 0,1-1-1,0 1 1,0-1 0,-6 13 0,3-3-83,1 0 1,0 0-1,1 1 0,0-1 1,2 1-1,-1 1 0,2-1 1,1 0-1,0 31 0,1-43-160,0 0-1,0 0 0,1 0 0,-1 1 0,1-1 1,0 0-1,0 0 0,1 0 0,-1 0 1,1 0-1,0-1 0,0 1 0,0 0 0,0-1 1,1 0-1,-1 1 0,1-1 0,6 5 1,-4-4-531,0-1 1,1 1 0,0-1-1,0 0 1,0-1-1,0 1 1,0-1 0,0 0-1,0-1 1,1 1 0,10 0-1,38-1-8067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53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321 673 12598,'0'0'16370,"-13"-10"-14956,-41-33-334,51 41-1014,0 0 0,-1 0 0,1 0 0,-1 1 0,0-1 0,0 1 0,1 0 0,-1 0 0,0 0 0,0 0 0,0 1 0,0-1 0,0 1 0,0 0 0,0 0-1,0 1 1,-8 1 0,0 0 12,4-1-72,1 1-1,0 0 1,0 0-1,0 1 1,0-1-1,0 2 1,0-1 0,0 1-1,1 0 1,0 1-1,0-1 1,0 1-1,1 0 1,-1 1 0,-6 8-1,6-7-56,0 1 1,0 0-1,1 1 0,0-1 0,1 1 0,-1 0 1,2 0-1,-1 1 0,1-1 0,1 1 1,-3 11-1,5-19 22,0-1 1,0 0 0,0 0-1,-1 0 1,1 0-1,0 0 1,0 0 0,0 0-1,1 0 1,-1 0 0,0 0-1,0 0 1,0 0-1,1 0 1,-1 0 0,1 0-1,-1 0 1,1 0-1,-1 0 1,1 0 0,-1 0-1,1-1 1,0 1 0,-1 0-1,1 0 1,1 0-1,1 0-25,0 0 0,-1 0 0,1-1 0,0 1 0,0-1 0,0 0 0,-1 0 0,6 0 0,1 0 66,6-1-226,0-1-1,0 0 1,-1-1-1,1 0 1,-1-2 0,1 1-1,-1-2 1,-1 0-1,1 0 1,-1-2 0,0 1-1,-1-2 1,0 0-1,21-19 1,9-13-752,-3-2 0,51-72 0,-69 88 981,35-46-233,76-104-91,-100 131 730,45-92 0,-74 133-286,-1 1 207,1-1 1,-1 0 0,0 0 0,0 0 0,-1-1 0,1 1 0,-1 0-1,1-10 1,-3 15-198,0 0 0,0-1 0,1 1-1,-1 0 1,0-1 0,0 1-1,0 0 1,0 0 0,1-1 0,-1 1-1,0 0 1,0 0 0,0 0 0,0 0-1,0 1 1,1-1 0,-1 0 0,0 0-1,0 0 1,0 1 0,0-1-1,1 0 1,-3 1 0,-9 5-49,0-1 0,0 2 0,0 0 0,0 0 1,1 1-1,0 0 0,1 1 0,0 0 0,-14 17 0,0 2-119,1 1-1,-27 47 1,30-39 108,2 1 1,1 1-1,3 0 1,0 1-1,3 1 0,2 0 1,-7 59-1,0 139-2093,15-83-4500,1-144 703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54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385 527 4274,'0'0'7689,"21"-18"-4928,65-57-186,-81 71-2284,-1-1 1,1 1-1,-1-1 1,0 0-1,-1 0 1,1 0-1,-1 0 1,0-1-1,0 1 1,-1-1-1,4-11 1,-1 1 433,4-9 167,-1-1 0,-1 0 0,-2-1 0,-1 0 0,-1 0 0,-1 0 0,-1 0 0,-3-28 0,2 51-853,-1 1 0,1-1 1,-1 1-1,0-1 1,0 1-1,0 0 1,-1-1-1,1 1 1,-1 0-1,0 0 0,0 0 1,0 0-1,0 0 1,0 0-1,-1 1 1,1-1-1,-1 1 1,0 0-1,0-1 1,0 1-1,0 0 0,0 1 1,0-1-1,0 1 1,0-1-1,-6 0 1,3 0-30,0 1 0,0 0 1,1 0-1,-1 0 0,0 1 1,0 0-1,0 1 0,0-1 1,0 1-1,1 0 0,-1 0 1,0 1-1,1-1 0,-1 2 0,1-1 1,-7 3-1,0 3 25,1 0-1,-1 1 0,1 0 1,1 1-1,0 0 1,-11 14-1,-1 4 68,-24 43 1,17-19-20,3 1 1,2 1 0,3 1 0,1 1 0,4 1-1,-13 75 1,-24 359-342,46-392 31,-3-6-269,4-55-873,4-28-3793,-5-105-4301,-3 27 971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55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1 214 5202,'18'0'4226,"151"0"3276,255 0 4523,-427 1-12063,1-1 1,-1 0-1,0 1 0,0 0 1,1 0-1,-1 0 1,0 0-1,1 0 1,-1 1-1,1-1 1,-1 1-1,1-1 1,0 1-1,0 0 0,0 0 1,0 0-1,0 0 1,0 0-1,0 1 1,1-1-1,-1 0 1,1 1-1,0-1 1,-1 1-1,1 0 0,0-1 1,1 1-1,-1 0 1,0 4-1,-1-2 5,1 0 0,0 1 0,1-1 0,-1 0 0,1 1 0,0-1 0,1 1 0,-1-1 0,1 0 0,0 1 0,0-1 0,1 0 0,-1 0 0,1 0 0,3 6 1,-1-6-18,-1-1 1,1 1 0,0-1 0,0 0-1,0 0 1,1 0 0,0 0 0,-1-1 0,1 0-1,0 0 1,1 0 0,-1 0 0,6 1 0,-2-1-46,1-1 1,-1 1 0,1-2-1,0 1 1,-1-1 0,1-1 0,16-1-1,-17 1 17,1-1-1,0 0 0,-1-1 0,0 0 0,1-1 1,-1 0-1,0 0 0,0-1 0,-1 0 0,1-1 1,-1 0-1,0 0 0,0-1 0,-1 0 0,1 0 1,12-14-1,-17 14 67,1 1 0,-1-1 0,0 0 1,-1 0-1,1 0 0,-1 0 0,0 0 0,-1-1 0,1 1 1,-1-1-1,-1 1 0,1-1 0,-1 1 0,0-1 0,-1 1 1,0-1-1,-1-8 0,-1 6 105,1 0-1,-1 1 1,0 0 0,-1-1-1,0 1 1,0 1 0,-1-1-1,0 1 1,0 0 0,0 0-1,-13-11 1,3 5 313,-10-11 1160,47 22-926,-11 3-613,0 1-1,0 1 1,-1-1 0,0 2-1,1-1 1,-1 1 0,0 1 0,-1 0-1,1 0 1,-1 1 0,0 0-1,0 1 1,-1 0 0,0 0 0,11 14-1,-5-6 29,-1 1 0,-1 0 0,0 1 0,-2 0 0,0 1 0,-1 0 0,11 29 0,-25-77 719,1 0 0,1-1 1,2 0-1,5-54 0,-3 79-775,0 0-1,1 0 1,0 0 0,0 0 0,0 0-1,1 1 1,0-1 0,0 1-1,0 0 1,1 0 0,-1 0-1,1 0 1,1 1 0,-1-1 0,0 1-1,1 0 1,0 1 0,0-1-1,0 1 1,1 0 0,-1 0-1,1 1 1,-1-1 0,1 1 0,6-1-1,3-1-675,-1 0-1,1 2 0,25-2 1,44 5-7296,-35 4-535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55.9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0 141 9556,'0'0'15656,"13"4"-14333,8 2-870,82 20 906,-89-23-1279,0 0 0,0-2 0,1 1 0,-1-2 0,24-2 0,-36 2-91,0-1 0,0 0 0,0 1 0,0-1 0,0 0 0,0 0 0,0 0 0,0-1 0,0 1 0,0 0 0,-1-1 1,1 1-1,-1-1 0,1 1 0,-1-1 0,0 0 0,1 0 0,-1 1 0,0-1 0,0 0 0,0 0 0,0 0 0,-1 0 0,1 0 1,-1-1-1,1 1 0,-1 0 0,0 0 0,1 0 0,-1 0 0,0-1 0,0 1 0,-1 0 0,1-2 0,-1-2-11,1 0 0,-1 0 0,0 0 0,-1 1-1,1-1 1,-1 0 0,0 1 0,-1-1 0,1 1 0,-1 0-1,-5-8 1,3 8 143,-1-1-1,0 1 0,0 0 1,-1 1-1,1 0 0,-10-5 1,14 7-43,-1 1 0,0-1 1,1 1-1,-1 0 1,0 0-1,0 0 1,0 1-1,0-1 1,0 1-1,0-1 1,0 1-1,0 0 1,0 0-1,0 0 1,0 1-1,0-1 1,0 1-1,0-1 1,-4 3-1,5-2-56,0 2 0,0-1-1,0 0 1,0 0 0,0 1 0,0-1-1,1 1 1,-1-1 0,1 1 0,0 0-1,-1 0 1,1-1 0,1 1 0,-1 0-1,0 0 1,0 4 0,-5 52 34,6-56-52,-1 10-15,0 2-22,1 0 0,0 0 1,0 0-1,4 16 0,-3-27-81,0 0 1,0-1-1,0 1 1,0 0-1,0-1 1,1 0-1,0 1 0,0-1 1,0 0-1,0 0 1,0 0-1,1 0 0,-1 0 1,1-1-1,0 1 1,-1-1-1,1 1 1,1-1-1,-1 0 0,0 0 1,6 2-1,3-1-490,0 0 0,0 0-1,1-2 1,-1 1 0,0-2-1,1 1 1,16-3 0,8 1-1106,38-1-3108,2-11-3218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56.3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292 14 10485,'0'0'16543,"-21"-3"-15091,-71-7-78,85 9-1298,0 1 1,0 0 0,0 1-1,0-1 1,0 1 0,0 0-1,0 1 1,0 0 0,1 0-1,-1 0 1,1 1 0,-1 0-1,1 0 1,0 1 0,0 0-1,0 0 1,1 0 0,-1 1-1,1-1 1,0 1 0,0 1-1,1-1 1,0 1 0,0 0-1,0-1 1,0 2 0,1-1-1,0 0 1,1 1 0,-1-1-1,1 1 1,0 0 0,1 0-1,0 0 1,0 0 0,0 0-1,1 7 1,0-13-79,0 1-1,1-1 1,-1 0 0,0 0 0,1 1-1,-1-1 1,1 0 0,-1 0 0,1 0-1,0 0 1,-1 0 0,1 0 0,0 0-1,0 0 1,0 0 0,0 0 0,0 0-1,0 0 1,0 0 0,0-1 0,0 1-1,0-1 1,0 1 0,0 0-1,1-1 1,-1 0 0,0 1 0,0-1-1,1 0 1,-1 0 0,2 1 0,49 2-468,-42-4 294,3 1-98,0-1 0,0-1 0,0 0 0,0-1 0,0 0 0,-1-1 0,23-10 0,-26 10 190,0 0-1,-1-1 1,1-1-1,-1 1 0,0-2 1,-1 1-1,1-1 1,-1 0-1,0 0 1,-1-1-1,6-8 1,-5 1 1327,-6 14 57,-1 4-281,0 10-1132,0-6-108,0 1 0,1-1-1,0 1 1,1-1 0,-1 1-1,1-1 1,1 0 0,-1 0-1,1 0 1,1 0 0,-1-1-1,1 1 1,0-1 0,1 0 0,6 8-1,-6-9-512,0-1 0,0 1-1,0-1 1,1 0 0,-1-1 0,1 1-1,0-1 1,0-1 0,0 1-1,1-1 1,8 3 0,38 0-7104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56.5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33 8420,'0'0'16157,"-21"-7"-14362,21 7-1795,-25-8 538,-42-9-1,64 16-473,0 1-1,1 0 1,-1 0-1,0 0 1,0 0-1,0 1 1,0-1-1,1 1 1,-1 0-1,0 0 0,1 0 1,-1 0-1,0 0 1,1 0-1,-1 1 1,1-1-1,0 1 1,-1 0-1,1-1 1,0 1-1,0 0 1,0 0-1,0 1 1,1-1-1,-1 0 1,1 1-1,-1-1 1,-1 4-1,-2 2 124,-2 4-142,0 1 0,1 0 0,0 0 0,1 0 1,1 1-1,0 0 0,1 0 0,0 0 0,1 0 0,1 0 1,0 1-1,1-1 0,2 21 0,-2-32-103,1-1 0,-1 1 0,1 0 0,-1-1 0,1 1 0,0-1-1,0 0 1,0 1 0,0-1 0,1 0 0,-1 1 0,1-1 0,-1 0 0,1 0 0,0 0 0,-1-1-1,1 1 1,0 0 0,0-1 0,1 1 0,-1-1 0,0 1 0,0-1 0,1 0 0,-1 0 0,1 0 0,4 1-1,5 0-521,1 0-1,-1 0 0,1-1 0,19-1 0,-22 0 230,5 0-489,0-2 1,-1 1 0,1-2-1,-1 1 1,0-2 0,0 0-1,0-1 1,19-10-1,-8 2-1952,-1-1-1,-1-1 0,34-30 0,14-16-3258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56.9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441 187 4898,'5'-23'6430,"4"-7"-4192,5-24 590,-7-3 3146,-7 56-5491,1 0 0,-1 0 0,0 0 1,0-1-1,0 1 0,0 0 0,0 0 1,0 0-1,0 0 0,-1 0 0,1 0 0,0 0 1,-1 0-1,1 0 0,0 0 0,-1 0 1,1 0-1,-2-1 0,2 2-396,-1 0-1,1-1 1,-1 1 0,1 0-1,-1 0 1,1 0 0,-1 0-1,0 0 1,1 0 0,-1 0-1,1 0 1,-1 0 0,1 0-1,-1 0 1,1 0-1,-1 0 1,0 0 0,1 0-1,-1 0 1,1 0 0,-1 1-1,1-1 1,-1 0 0,0 1-1,-33 26-1814,29-22 2508,-25 24-780,2 1 0,1 2 0,1 1 0,2 0 0,-33 63 0,14-12 0,-43 126 0,64-149 0,3 0 0,3 2 0,2-1 0,3 2 0,-5 114 0,16-177 0,0 0 0,0 0 0,1 0-1,-1 0 1,0 1 0,1-1 0,-1 0 0,0 0 0,1 0-1,-1 0 1,1 0 0,0 0 0,-1 0 0,1 0 0,0 0 0,0 0-1,-1 0 1,1-1 0,0 1 0,0 0 0,0 0 0,0-1 0,0 1-1,0-1 1,0 1 0,0-1 0,0 1 0,1-1 0,-1 0-1,0 1 1,0-1 0,0 0 0,0 0 0,1 0 0,-1 0 0,0 0-1,0 0 1,0 0 0,0 0 0,1-1 0,-1 1 0,2-1-1,5 0-52,0-1 0,0 0 0,0-1 0,0 0 0,10-5 0,5-5-277,0-1 1,-1-1 0,-1-1 0,-1 0 0,0-2 0,-1-1-1,20-24 1,-30 34 1834,-7 19 331,-1 6-2218,62 326-781,-63-339 518,5 13-194,-5-15 640,0-1 0,1 0 0,-1 1 0,0-1 0,0 0 0,0 0 0,0 1 0,0-1 0,1 0 0,-1 1 0,0-1 0,0 0 0,0 0 0,1 1 0,-1-1 0,0 0 0,0 0 0,1 0 1,-1 1-1,0-1 0,1 0 0,-1 0 0,0 0 0,0 0 0,1 0 0,-1 1 0,0-1 0,1 0 0,-1 0 0,0 0 0,1 0 0,-1 0 0,0 0 0,1 0 0,0 0 0,7-6-8319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58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0 7363,'0'0'10226,"-2"25"-8350,-47 359 3604,30-307-4836,-47 121 1,29-97-648,28-80-3226,9-41-4811,2-3 5035,0-29-7976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58.4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57 1553,'0'0'16567,"133"-19"-14454,-55 13-704,9-2-129,-1-1-559,0 3-609,-15 0-112,-19 4-256,-18 2-1009,-22 0-1568,-41 8-8644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58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32 7988,'0'0'8532,"161"0"-6628,-98 0-1247,-2 0-65,1-7-480,-5 3-112,-5-2-1345,-4 4-1568,-6-4-3986,-11-1-1729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58.9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4 216 6675,'0'0'6488,"0"18"-2510,-2 94 395,2-112-4353,0 1 36,0 0-1,-1 0 1,1 0-1,0 0 1,0-1-1,0 1 1,0 0-1,0 0 1,0 0-1,0 0 1,0 0 0,0 0-1,0 0 1,1-1-1,-1 1 1,0 0-1,1 0 1,-1 0-1,0-1 1,1 1-1,-1 0 1,1 0-1,-1-1 1,1 1-1,0 0 1,-1-1-1,1 1 1,0-1-1,-1 1 1,1 0-1,0-1 1,0 0-1,-1 1 1,2 0-1,-1-1 140,-1-7 109,0 0-1,1 0 1,0 0-1,4-13 1,1-1-133,-2-1-81,4-22 31,16-47-1,-20 79-138,0 1 0,0 0 0,1-1 0,1 2 1,0-1-1,1 1 0,0 0 0,0 0 0,11-10 0,-15 17-219,1 0 1,-1 0-1,1 1 1,0-1-1,0 1 1,0 0-1,0 0 1,0 1-1,1-1 0,-1 1 1,7-2-1,50 0-7648,-45 3 5104,28 0-5129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59.1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88 10997,'0'0'17784,"-9"90"-17720,9-92-1825,7-25-320,-3-11-688,0-12-2401,0-10-3570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59.2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7764,'0'0'10276,"101"103"-11044,-60-83-3826,10-1-2914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6:59.7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254 612 7764,'0'0'10191,"-21"-7"-7593,-69-18-1045,85 23-1328,0 1-1,-1-1 1,1 1-1,-1 0 1,0 1 0,1-1-1,-1 1 1,0 0-1,1 1 1,-1-1 0,0 1-1,1 0 1,-1 0-1,1 1 1,0 0 0,-1 0-1,-9 5 1,12-4-140,0 0 0,0 0 0,0 0-1,1 1 1,-1-1 0,1 1 0,0-1 0,0 1 0,0 0 0,1 0 0,-1 0 0,1 0 0,0 0 0,0 0 0,0 0 0,0 0 0,1 1 0,0-1-1,0 8 1,0-11-85,0 0-1,0 0 1,0 0-1,1 0 1,-1 0-1,0 0 1,0 0-1,0 0 1,1 0-1,-1 0 1,1 0-1,-1 0 1,1-1-1,-1 1 1,1 0-1,-1 0 1,1 0-1,0 0 1,-1-1-1,1 1 1,0 0-1,0-1 1,0 1-1,-1-1 1,1 1-1,0-1 1,1 1-1,1 0-12,0 0 1,0 0-1,0-1 1,0 1-1,0-1 0,0 0 1,0 0-1,0 0 1,4-1-1,2 0-63,-1-1 0,-1 0 0,1 0 0,0-1 0,0 0 0,11-6 0,42-36-1121,-2-3 0,57-59 0,-77 70 613,115-121-1062,-138 138 1484,0-1 0,-1 0-1,-1-1 1,-1-1-1,-1 0 1,11-32-1,-20 44 505,0 0-1,0 0 1,-1 0-1,-1-1 1,0 1-1,-1-14 1,0 24-278,0 1 1,0 0 0,0 0 0,-1-1-1,1 1 1,0 0 0,0 0 0,0 0-1,-1 0 1,1-1 0,0 1 0,0 0-1,0 0 1,-1 0 0,1 0-1,0 0 1,0 0 0,-1-1 0,1 1-1,0 0 1,-1 0 0,1 0 0,0 0-1,0 0 1,-1 0 0,1 0 0,0 0-1,0 0 1,-1 0 0,1 0-1,0 1 1,0-1 0,-1 0 0,1 0-1,0 0 1,0 0 0,-1 0 0,1 0-1,0 1 1,-1-1 0,-10 5 463,4 4-182,0-1 0,0 2 0,0-1 0,2 1-1,-7 12 1,3-6 45,-16 30 480,2 1 0,2 1 0,-16 53 0,30-76-764,1 0-1,1 0 1,0 1 0,2-1 0,2 1-1,0 0 1,1 0 0,5 32-1,-4-52-218,0 1-1,1-1 1,0 0 0,0 0-1,0-1 1,0 1-1,1 0 1,0-1-1,0 1 1,1-1-1,-1 0 1,1 0 0,0 0-1,0-1 1,1 1-1,0-1 1,-1 0-1,1-1 1,1 1-1,-1-1 1,0 0 0,7 3-1,-2-3-733,-1 0-1,1 0 1,0-1-1,0-1 1,0 1 0,-1-2-1,1 1 1,0-1-1,0-1 1,0 0 0,0 0-1,0-1 1,14-5-1,44-21-8213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0.2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271 3 9845,'0'0'11063,"-19"-1"-8424,-60-1-1073,71 3-1319,0 0 0,0 0 0,1 0 0,-1 1 0,0 0 0,1 1 0,0 0 0,0 0 0,0 1 0,0-1 0,0 1-1,1 1 1,-1-1 0,1 1 0,0 1 0,1-1 0,-1 1 0,1 0 0,0 0 0,-7 12 0,8-13-166,1 0 1,0 1-1,1-1 0,-1 1 0,1-1 0,0 1 1,0 0-1,1 0 0,0 0 0,0 0 0,0 0 1,1 0-1,-1 0 0,2 0 0,0 11 0,0-16-82,0 0-1,0 0 1,0 0-1,0 0 0,0 0 1,0 0-1,0-1 0,0 1 1,0 0-1,0-1 0,0 1 1,0-1-1,0 1 0,1-1 1,-1 0-1,0 1 1,0-1-1,1 0 0,-1 0 1,0 0-1,1 0 0,-1 0 1,0 0-1,0 0 0,1 0 1,-1 0-1,3-2 0,38-8-136,-30 4-23,0-1-1,-1 0 0,0-1 0,0-1 1,-1 0-1,0 0 0,0-1 0,-1 0 0,-1-1 1,14-20-1,-17 3 170,-5 25 826,1 6 1107,-2 15-1849,2 0 0,0 0 1,1 0-1,1 0 1,9 32-1,-10-45-275,-1 0 0,1-1-1,0 1 1,1-1 0,-1 1 0,1-1-1,0 0 1,0 0 0,0 0-1,1 0 1,-1-1 0,1 1 0,0-1-1,0 0 1,0 0 0,0-1-1,1 1 1,-1-1 0,1 0 0,-1 0-1,1 0 1,0-1 0,0 1-1,0-1 1,0 0 0,7 0-1,-6-1-815,0 1-1,0-1 0,0 0 0,0-1 0,0 1 0,0-1 0,0 0 1,10-4-1,15-15-7012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0.4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5202,'0'0'21786,"60"38"-20601,-26-23-753,1-3-432,3-6 0,2 3-1008,8-9-1185,-4 0-721,8 0-2144,-8-4-3282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0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846 1 1745,'0'0'12555,"-17"10"-7988,3-4-3564,8-3-659,-1 0 0,1 0-1,0 0 1,0 1 0,0 0-1,0 0 1,1 1 0,-1-1 0,1 1-1,0 0 1,1 0 0,-1 1 0,1 0-1,0 0 1,1 0 0,-1 0 0,-4 12-1,-58 218 4727,42-139-4599,-5 0 0,-46 104 0,67-184-504,0-2-1,-1 1 1,0-1-1,-2 0 1,0-1-1,0 0 1,-1-1-1,-1 0 1,0-1-1,-22 16 1,21-20 25,0 0 0,0 0 0,-1-2 1,0 1-1,0-2 0,0 0 0,-1-1 1,1-1-1,-1 0 0,0-1 0,-30 0 1,44-2-15,-1-1-1,1 1 1,0-1 0,-1 1 0,1-1 0,-1 0 0,1 0-1,0 0 1,0 0 0,-1 0 0,1-1 0,0 1 0,0-1-1,0 1 1,1-1 0,-1 0 0,0 0 0,1 0 0,-1 0-1,1 0 1,-1 0 0,1 0 0,0 0 0,-2-4 0,-3-9-376,1 0 1,-8-31-1,3 9-395,-31-60-1128,-2-4-664,42 100 2397,1-1 0,-1 1-1,0 0 1,1-1 0,-1 1 0,1 0 0,0-1 0,-1 1 0,1 0 0,0-1 0,0 1 0,0-1-1,0 1 1,0-1 0,0 1 0,0-1 0,0 1 0,1 0 0,-1-1 0,0 1 0,1-1-1,0 1 1,-1 0 0,1 0 0,1-3 0,1 3-543,0 0 0,-1 0 0,1 0 0,0 0 0,0 1 0,0-1 0,0 1 0,0-1 0,0 1 0,1 0 0,3 1 1,44-1-7119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1.3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340 23 6883,'0'0'9348,"-19"-4"-6117,-62-13-987,78 16-2080,-1 1 0,0-1 0,1 1 0,-1 0 1,0 0-1,1 1 0,-1-1 0,0 1 0,1-1 0,-1 1 0,1 0 0,-1 1 1,1-1-1,-1 1 0,1-1 0,0 1 0,0 0 0,0 0 0,-6 5 0,0 0 238,-9 6 185,1 1-1,1 1 0,0 1 0,1 0 1,-14 19-1,24-29-520,0 1-1,0 0 1,1 0 0,0 0-1,1 0 1,-1 1 0,1-1-1,1 1 1,-1 0 0,1 0-1,1 0 1,-1 1 0,2-1-1,-1 0 1,1 0 0,1 13-1,0-20-67,-1 1 0,1-1 0,0 0 0,0 0-1,0 1 1,0-1 0,0 0 0,0 0 0,0 0-1,0 0 1,1 0 0,-1 0 0,0-1-1,0 1 1,1 0 0,-1-1 0,1 1 0,-1-1-1,0 1 1,1-1 0,-1 0 0,1 1 0,-1-1-1,1 0 1,-1 0 0,1 0 0,2 0 0,3 0-11,1 0 0,-1-1 0,1 0 1,11-2-1,-9-1-69,0 0-1,0 0 1,0-1-1,0 0 1,-1-1-1,0 0 1,0-1-1,11-10 1,-2 0-146,-1-1 1,26-34-1,-40 47 325,0 0-1,0 0 1,-1 0-1,1-1 0,-1 1 1,0 0-1,0-1 1,-1 0-1,0 1 1,0-1-1,0 0 0,-1 0 1,0-10-1,0 15 598,-13 11 424,9 1-1146,-1-1 0,2 1 0,-1 0 0,1 0 0,1 0 0,0 0 0,1 0 0,0 1 1,0-1-1,3 21 0,-2-17-217,0-12 55,0 0 0,0 0 0,0 0 0,1 0 0,-1 0 1,1 0-1,0 0 0,0 0 0,0 0 0,0 0 0,1 0 0,-1 0 1,1-1-1,-1 1 0,1-1 0,0 1 0,0-1 0,1 0 1,-1 1-1,4 2 0,-1-2-622,1 0-1,-1 0 1,0-1-1,1 0 1,-1 0-1,1 0 1,-1-1 0,1 0-1,0 0 1,9 1-1,34-1-7070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1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242 1 8948,'0'0'6416,"-26"0"-2398,-85 0 328,103 0-3876,1 0 0,0 1-1,0 0 1,-1 0 0,1 1 0,0 0-1,0 0 1,0 0 0,-7 5 0,12-6-390,0 0 0,1 0 0,-1 0 0,0 1 0,1-1 0,-1 1-1,1-1 1,-1 1 0,1-1 0,0 1 0,0 0 0,0-1 0,0 1 0,0 0 0,0 0 0,0 0 0,0 0 0,1 0 0,-1 0 0,1 0 0,0 0 0,-1 0 0,1 0 0,0 0 0,0 1 0,1 3 0,0-3-75,0 0 0,0 0 0,0 0 0,1 0 0,-1 0 0,1 0 0,0 0 0,0-1 0,0 1 0,0 0 1,0-1-1,0 0 0,1 1 0,-1-1 0,1 0 0,0 0 0,0-1 0,3 3 0,11 5-93,1-1 0,18 7 0,-10-5-174,-13-4 80,41 20-619,-52-25 763,0 1 1,0-1 0,0 0 0,-1 1 0,1-1 0,0 1 0,-1 0-1,1 0 1,-1-1 0,1 1 0,-1 0 0,0 0 0,0 1 0,0-1-1,0 0 1,0 0 0,0 0 0,-1 1 0,1-1 0,0 4 0,-1-4 39,-1 0 1,0 0-1,1-1 1,-1 1 0,0 0-1,0-1 1,0 1-1,0 0 1,0-1 0,0 1-1,0-1 1,0 0-1,-1 1 1,1-1-1,0 0 1,-1 0 0,1 0-1,-1 0 1,0 0-1,1 0 1,-1 0 0,0 0-1,1-1 1,-1 1-1,-3 0 1,-52 12 366,51-12-298,-70 12 515,72-10-2062,15-3-10835,-6-1 10844,25-11-11163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1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529 1 5747,'0'0'16567,"-27"150"-14054,0-49 1585,-5 9-256,-1-5-3842,-1-5 0,-1-12 0,-3-9 0,-1-10 0,-3-12 0,0-17 0,-2-9-1409,-2-12-2096,0-19-2578,2 0-4930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2.4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0 448 4866,'293'-64'9120,"80"-22"-531,-285 61-7750,-1-4 0,95-45-1,-92 27-761,-80 41-65,0-1 0,-1 0 0,0 0 0,-1-1 0,1 0 0,10-14 0,-4-7 37,-15 28-25,0 0 1,1 1 0,-1-1 0,0 0 0,0 0 0,0 1 0,0-1 0,1 0 0,-1 1 0,0-1 0,0 0 0,-1 0 0,1 1 0,0-1 0,0 0 0,0 0 0,0 1 0,-1-1 0,1 0 0,0 1 0,0-1 0,-1 0 0,1 1 0,-1-1 0,1 1 0,-1-1-1,1 0 1,-1 1 0,1-1 0,-1 1 0,1-1 0,-1 1 0,1 0 0,-1-1 0,0 1 0,1 0 0,-1-1 0,0 1 0,0 0 0,1 0 0,-1-1 0,0 1 0,0 0 0,-13-2 238,0 1 1,0 0-1,0 1 0,0 1 1,0 0-1,0 0 1,0 2-1,0 0 0,1 0 1,-21 9-1,17-4-68,0 0 0,1 1 0,0 1 0,0 1 0,1 0 0,0 1 0,-14 15 0,0 6 5,2 1 1,1 1-1,1 1 1,2 1 0,2 1-1,-19 47 1,11-23-73,-29 71-59,52-116-69,1 0-1,0 0 1,1 0 0,1 1-1,-1 32 1,4-48-2,-1 0 0,1 0 1,0 0-1,1 0 0,-1 0 0,0 0 1,0 0-1,1 0 0,-1-1 1,1 1-1,0 0 0,-1 0 0,1 0 1,0-1-1,0 1 0,0 0 0,0-1 1,0 1-1,1-1 0,-1 1 1,0-1-1,1 0 0,-1 0 0,1 1 1,-1-1-1,1 0 0,3 1 0,1 0 7,0-1-1,0 0 0,0 0 0,1 0 0,-1-1 1,13 0-1,-3-1-17,-7 0-72,0 0 1,-1-1-1,1 0 1,0 0-1,-1-1 1,0 0-1,0-1 0,0 0 1,0 0-1,0 0 1,-1-1-1,0 0 1,9-8-1,5-6-192,0-1 0,31-40 1,-41 40 283,-6 10 2,-3 14-201,-3 28 76,-1 30 121,2-57-215,0-1 0,0 0 0,1 1 0,0-1-1,0 0 1,0 1 0,0-1 0,1 0-1,-1 0 1,4 5 0,-2-7-307,0 1 1,-1-1-1,1 0 1,1 0-1,-1 0 0,0 0 1,0 0-1,1-1 1,-1 0-1,1 1 0,-1-1 1,1-1-1,-1 1 0,1 0 1,0-1-1,0 0 1,-1 0-1,1 0 0,4-1 1,-5 2-88,38-1-7322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2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3025,'0'0'7612,"18"6"-4701,-9-2-2590,10 4 274,1-1-1,1-1 0,-1-1 0,1-1 0,41 4 1,-53-8-458,-6 0-47,0 0 1,0 0 0,0 0-1,0 0 1,0 0 0,0-1-1,0 1 1,3-2-1,-5 1-53,0 1-1,-1-1 0,1 0 0,0 1 0,0-1 0,0 0 0,-1 0 0,1 0 0,0 0 0,-1 1 1,1-1-1,-1 0 0,1 0 0,-1 0 0,1 0 0,-1 0 0,0-1 0,0 1 0,1 0 1,-1 0-1,0 0 0,0 0 0,0 0 0,0 0 0,0-2 0,0-7 197,0 6-106,0 1 0,0 0 0,0-1 0,0 1 0,-1-1 1,1 1-1,-2-5 0,1 7-65,0 0-1,1 0 1,-1 0 0,0 0-1,0 0 1,1 0-1,-1 1 1,0-1 0,0 0-1,0 0 1,0 1-1,0-1 1,0 0 0,0 1-1,0-1 1,0 1 0,0 0-1,-1-1 1,1 1-1,0 0 1,0 0 0,0-1-1,0 1 1,-1 0 0,0 1-1,-4-2 127,1 1 0,-1-1 0,1 2 0,0-1 0,-1 0 0,1 1-1,0 0 1,-1 1 0,1-1 0,0 1 0,0 0 0,0 0 0,0 0 0,0 1 0,1 0 0,-1 0 0,1 0-1,0 0 1,-1 1 0,2-1 0,-1 1 0,0 0 0,1 1 0,0-1 0,0 0 0,0 1 0,0 0 0,1 0-1,0 0 1,0 0 0,0 0 0,0 0 0,1 0 0,0 0 0,0 1 0,0 9 0,0-7-240,1 0 1,1 0-1,-1 0 0,1 0 1,0 0-1,1 0 1,0 0-1,0 0 1,1-1-1,0 1 1,7 12-1,-6-14-343,0-1 0,0 0 0,0 0 0,0 0 0,1-1 0,0 1 0,0-1 0,0 0 0,0-1 0,1 1 0,0-1 0,0 0 0,-1 0 0,1-1 0,10 3-1,41 5-6940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3.5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 1 1905,'0'0'11072,"6"0"-9509,-3 0-1490,-1 0 86,-1-1-1,1 1 0,0 0 0,-1 0 0,1 0 0,0 0 0,-1 0 0,1 1 0,0-1 0,-1 0 0,1 1 0,0 0 0,-1-1 0,1 1 0,-1 0 0,1-1 0,-1 1 0,1 0 0,-1 0 0,0 0 0,1 1 0,-1-1 0,0 0 0,0 0 0,0 1 0,0-1 0,0 0 0,0 1 0,0-1 0,0 1 0,-1-1 0,2 3 0,0 14 749,1 0 0,-2 0 1,-1 0-1,-2 27 1,1-1 291,-1 1-119,-3 1-1,-13 65 1,-33 87 23,39-155-1067,2-6-135,-2-1 0,-17 38 1,21-58-998,-1-1 1,0 0 0,-19 24 0,27-38 929,-14 13-3497,2-13-4522,5-6 1801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3.8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2961,'0'0'6921,"18"-11"-3397,59-28-242,-76 39-3182,1-1 0,-1 0 0,1 1 0,-1-1 0,1 0 0,-1 1 0,1 0 0,-1-1 0,1 1 0,0 0 0,-1 0 0,1 0 0,0 0 0,-1 0 0,1 0 0,-1 0 0,1 1 0,0-1 0,-1 1 0,1-1 0,-1 1 0,1-1 0,-1 1 0,1 0 0,-1 0 0,0 0 0,1 0 0,-1 0 0,0 0 0,0 0 0,0 0 0,0 0 0,0 1 0,0-1 0,0 0 0,0 1 0,0-1 0,0 1 1,-1-1-1,1 1 0,0 1 0,2 4 311,4 8 254,-1 0-1,-1 0 0,-1 1 1,0-1-1,-1 1 0,-1 0 1,0 0-1,-1 0 0,-1 0 0,-3 27 1,3-40-530,0-1 1,0 1-1,-1-1 1,1 1 0,-1-1-1,0 1 1,0-1-1,0 0 1,0 1-1,0-1 1,0 0-1,-1 0 1,1 0 0,-1 0-1,-3 4 1,4-5-159,-1 0 0,1 0 0,0-1 1,-1 1-1,1 0 0,-1 0 1,0-1-1,1 1 0,-1-1 0,1 1 1,-1-1-1,0 0 0,1 0 1,-1 0-1,0 0 0,1 0 0,-1 0 1,0 0-1,1 0 0,-1-1 0,0 1 1,1 0-1,-1-1 0,-1 0 1,2 1-75,1-1 0,0 1 0,-1 0 0,1 0 0,0-1 0,-1 1 0,1 0 1,0 0-1,-1-1 0,1 1 0,0 0 0,0-1 0,-1 1 0,1 0 1,0-1-1,0 1 0,0 0 0,-1-1 0,1 1 0,0 0 0,0-1 0,0 1 1,0-1-1,0 1 0,0-1 0,0 1 0,0 0 0,0-1 0,0 1 1,0-1-1,0 1 0,0 0 0,0-1 0,0 1 0,0-1 0,1 1 1,-1 0-1,0-1 0,0 1 0,0 0 0,1-1 0,-1 0 0,17-15-4467,24-3-1148,15-7-2820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4.1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39 242 7587,'0'0'14661,"-4"20"-11108,-13 66-1328,15-42-623,2-43-1510,0 1 0,1-1 0,-1 1 0,0-1 0,0 0 0,0 1 0,-1-1 0,1 1 0,0-1 0,0 0 0,-1 1 1,1-1-1,-1 0 0,1 1 0,-1-1 0,1 0 0,-1 0 0,-1 2 0,1-6-71,-1 0 0,1 0-1,0 0 1,0 0 0,0-1 0,1 1-1,-1 0 1,1-5 0,-1-20-420,1 0 0,7-56 1,-4 69 223,1 1 0,0 0 1,0 0-1,2 0 1,0 0-1,0 1 0,14-20 1,-14 23-77,1 0 0,1 1 0,0 0 0,0 0 0,1 1 0,0 0 0,17-12 0,-19 16-226,1 0-1,0 0 1,0 0-1,0 1 1,1 0 0,-1 1-1,1 0 1,-1 0-1,1 1 1,0 0-1,10 0 1,-7 1-367,2 0-1403,1 0 0,-1 1 0,0 0-1,1 1 1,27 7 0,-3 6-3572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4.4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94 105 1345,'0'0'16420,"-13"18"-13466,-42 57-484,52-72-2273,1 0 0,-1 1 1,1-1-1,0 1 0,0 0 0,0-1 0,0 1 0,1 0 0,-1 0 0,1 0 0,0 0 0,0 0 0,1 1 1,-1-1-1,1 0 0,0 0 0,0 0 0,1 7 0,0-3 1,-1-6-166,0-1 0,1 1 0,-1-1 0,1 1 0,-1 0 0,1-1 0,-1 1 0,1-1 0,0 0 0,0 1 0,0-1 0,0 1 0,0-1-1,0 0 1,0 0 0,0 0 0,0 0 0,1 0 0,-1 0 0,3 2 0,0-1 12,1 0-1,-1 0 1,1-1-1,0 1 1,-1-1 0,1 0-1,5 0 1,6 1 10,0-2 1,0 0 0,24-4-1,-30 3-67,0-1-1,0-1 0,0 0 0,-1 0 0,1-1 0,-1 0 1,1 0-1,-1-1 0,-1-1 0,1 0 0,-1 0 1,10-9-1,-14 11 7,0 0 1,0 0-1,0-1 1,-1 1-1,0-1 1,0 0-1,-1 0 1,1 0 0,-1 0-1,0 0 1,0-1-1,0 1 1,-1 0-1,0-1 1,0 1-1,-1-1 1,1 0-1,-1 1 1,0-1-1,-1 1 1,1-1-1,-1 1 1,0-1-1,-3-8 1,1 6 24,-1 1 0,0-1 0,0 0-1,-1 1 1,0 0 0,0 0 0,0 0 0,-1 1 0,0 0 0,0 0 0,-1 0 0,0 1 0,0 0-1,0 0 1,-1 1 0,1 0 0,-1 0 0,0 1 0,0 0 0,0 0 0,-1 1 0,1 0-1,-15-2 1,22 4-69,0 0 0,0 0 0,1 0 0,-1 0 0,0 0-1,0 0 1,1 0 0,-1 1 0,0-1 0,0 0 0,1 0 0,-1 1-1,0-1 1,0 0 0,1 1 0,-1-1 0,0 0 0,1 1 0,-1-1-1,1 1 1,-1 0 0,0-1 0,1 1 0,-1-1 0,1 1 0,0 0-1,-1 0 1,0 1-96,1-1 0,0 1 0,0-1 0,0 1 1,-1 0-1,2-1 0,-1 1 0,0-1 0,0 1 0,0-1 0,1 1 0,-1-1 0,1 3 0,1 0-358,0 1 0,0-1 0,1 1-1,-1-1 1,1 0 0,0 0 0,0 0 0,6 6 0,5 0-1591,1-1 0,-1-1 0,2 0 0,21 9 0,26 6-4838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4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512 0 8244,'0'0'16471,"-2"18"-13984,-30 299 2990,-14-8-5381,-1 15-104,43-284 8,3-16 0,-2 1 0,-10 45 0,12-69 0,1 0 0,0 0 0,0 0 0,0 0 0,-1 0 0,1 1 0,0-1 0,-1 0 0,1 0 0,-1 0 0,1 0 0,-1 0 0,0 0 0,1 0 0,-1 0 0,0-1 0,0 1 0,0 0 0,0 0 0,1 0 0,-1-1 0,0 1 0,0-1 0,0 1 0,-1-1 0,1 1 0,0-1 0,0 1 0,0-1 0,0 0 0,0 0 0,0 0 0,-1 1 0,1-1 0,0 0 0,0 0 0,0-1 0,0 1 0,-1 0 0,1 0 0,0-1 0,0 1 0,-2-1 0,-1-1 0,0-1 0,-1 0 0,1 0 0,0 0 0,0 0 0,1 0 0,-1-1 0,1 0 0,-4-4 0,-19-30 0,1 0 1,2-2-1,-28-67 1,-38-136-14,58 155-13,24 67-342,0 1 0,0-1 0,2 0 0,1-1 0,1 1 1,0-1-1,2-32 0,2 48-330,0 0 1,1 0-1,0 0 1,0 0-1,0 0 1,1 1-1,0-1 0,0 1 1,1 0-1,-1 0 1,1 0-1,0 0 1,9-7-1,-2-1-2059,24-24-8600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5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15463,'0'0'9412,"94"15"-10644,-66 1-2258,1-1-3393,-2-3-4802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5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59 9845,'0'0'9220,"20"10"-6459,66 32-1099,-77-38-1425,0-1 0,0-1-1,1 0 1,0 0 0,-1-1-1,1 0 1,0 0 0,0-1 0,16-2-1,6 0 278,-21 3-343,-1-1-102,1 0-1,-1 0 0,18-4 0,-27 4-60,0 0 0,0 0 0,0 0 0,1 0 0,-1 0-1,0-1 1,0 1 0,0 0 0,0-1 0,0 1 0,0-1 0,0 1-1,0-1 1,0 1 0,-1-1 0,1 0 0,0 0 0,0 1 0,0-1-1,-1 0 1,1 0 0,0 0 0,-1 0 0,1 0 0,-1 0 0,1 0-1,-1 0 1,1 0 0,-1 0 0,0 0 0,0 0 0,1 0 0,-1 0 0,0 0-1,0 0 1,0 0 0,0 0 0,0-1 0,0 1 0,-1 0 0,1 0-1,0 0 1,-1-2 0,0 2 1,0-1 0,0 0-1,0 1 1,0-1 0,-1 1-1,1-1 1,0 1 0,-1 0 0,1-1-1,-1 1 1,1 0 0,-1 0-1,0 0 1,1 0 0,-1 0 0,-3-1-1,-34-9 40,26 8 4,-35-11 408,0 3-1,-1 2 1,-92-5-1,141 14-451,-1 0 0,1 0 0,-1 0-1,1 1 1,-1-1 0,1 0-1,-1 0 1,1 0 0,-1 1-1,1-1 1,-1 0 0,1 1 0,-1-1-1,1 0 1,0 1 0,-1-1-1,1 1 1,-1-1 0,1 1 0,0-1-1,0 0 1,-1 1 0,1-1-1,0 1 1,0-1 0,-1 1-1,1 0 1,0-1 0,0 1 0,0-1-1,0 1 1,0-1 0,0 1-1,0-1 1,0 2 0,2 22 20,-2-20-11,2 3-12,0 1-1,1 0 1,0-1-1,0 1 1,0-1-1,1 0 0,0 0 1,1 0-1,0-1 1,10 12-1,-7-9-198,1 0 0,0-1 0,0 0 0,1-1 0,0 0-1,18 10 1,-14-12-509,-1 0 0,1 0 0,0-1 0,1-1 0,-1 0 0,20 0-1,88-2-8841,-119-1 9214,68-3-8935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5.6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259 0 9973,'0'0'12520,"-23"1"-9505,-73 6-1049,89-6-1818,1 0 0,-1 0 0,1 1 0,-1-1 1,1 2-1,0-1 0,0 0 0,0 1 0,0 0 0,1 1 1,-1-1-1,1 1 0,0 0 0,0 1 0,0-1 0,0 1 0,1 0 1,0 0-1,0 0 0,0 1 0,0-1 0,1 1 0,0 0 0,1 0 1,-1 0-1,1 0 0,0 1 0,0-1 0,1 1 0,0-1 0,0 1 1,1-1-1,0 10 0,0-12-188,1 0 1,0 0-1,0 0 0,1 0 0,-1 0 1,1 0-1,0-1 0,-1 1 1,2-1-1,-1 1 0,0-1 1,1 0-1,-1 0 0,1 0 1,0 0-1,0-1 0,0 1 1,1-1-1,-1 1 0,0-1 1,1 0-1,0-1 0,-1 1 0,1-1 1,6 2-1,4 2-285,1-2 1,0 0-1,1 0 0,-1-2 1,24 1-1,-19-3-760,-1 0 0,1-1-1,-1-1 1,28-8 0,-25 4-2199,37-17-1,18-17-6872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5.9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1 1249,'0'0'18920,"-23"28"-14651,-75 98-49,82-104-3763,2 0-1,0 2 1,2 0-1,0 0 1,2 1-1,0 0 1,2 1 0,-7 36-1,9-34-456,0 1 0,2 0 0,1 0 0,1 0 0,1 0 0,4 31 0,-2-57 4,-1 0 0,1 0 1,0 1-1,0-1 0,0 0 0,1 0 0,-1-1 0,1 1 1,-1 0-1,1 0 0,0-1 0,0 1 0,0-1 0,0 1 1,1-1-1,-1 0 0,1 0 0,-1 0 0,1 0 0,0-1 1,0 1-1,-1-1 0,1 0 0,0 1 0,0-1 0,1 0 1,-1-1-1,5 2 0,3-1-406,0 0 0,0 0-1,1-1 1,-1-1 0,0 0 0,22-4-1,-26 3-474,0 0-1,0-1 1,-1 0-1,1 0 0,0 0 1,9-7-1,17-18-6358,4-20-8112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6.0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11301,'0'0'10037,"167"52"-7780,-73-41-2145,11-7-112,5-4-2369,-1 0-4562,0-10-7476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6.3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271 1 5378,'0'0'15074,"-2"19"-10432,2-18-4567,-3 26 1297,0-1 0,-2 1 1,-1-1-1,-10 27 1,-138 470-651,89-278-708,63-240-141,-9 40 284,8-16-3055,11-31-9201,9-23 1150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6.7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11701,'0'0'1745,"21"-4"1072,-2 1-1950,12-2 842,0 0 1,47 1-1,-64 4-1281,-2-1-27,1 1 0,-1 1 0,0 0 0,1 0 0,19 6 1,-29-6-335,0 1 0,0-1 1,0 1-1,0-1 1,0 1-1,0 0 1,0 0-1,-1 0 1,1 0-1,-1 1 1,1-1-1,-1 1 1,0-1-1,0 1 1,0 0-1,-1 0 1,1 0-1,0 0 1,-1 0-1,0 0 1,0 0-1,0 1 1,0-1-1,0 0 1,0 7-1,0-2-18,-1-1-1,1 1 1,-1-1-1,0 1 1,-1-1-1,1 1 1,-2-1 0,1 1-1,-1-1 1,0 0-1,-1 0 1,1 0 0,-5 8-1,3-9-2,0-1 0,0 0-1,-1 0 1,0 0 0,0 0-1,0-1 1,0 0 0,0 0-1,-1 0 1,0-1 0,0 0 0,0 0-1,0 0 1,0-1 0,-8 2-1,-9 2 172,0-2 0,-1-1 0,1-1 1,-47-1-1,47-1-361,22 0 43,0 0 0,0 0 0,1 0 0,-1 0 0,0 0 0,0-1-1,0 1 1,1 0 0,-1 0 0,0 0 0,0-1 0,1 1 0,-1 0 0,0-1 0,1 1 0,-1-1 0,0 1-1,1-1 1,-1 1 0,1-1 0,-1 1 0,1-1 0,-1 1 0,1-1 0,-1 0 0,1 1 0,-1-1 0,1 0-1,0 0 1,-1 1 0,1-1 0,0 0 0,0 0 0,0 1 0,0-1 0,0 0 0,-1 0 0,1 0 0,0 1-1,1-1 1,-1 0 0,0 0 0,0 1 0,0-1 0,0 0 0,1-1 0,0-2-888,1-1-1,-1 1 1,1 0 0,0 1 0,0-1-1,0 0 1,0 0 0,4-4 0,29-25-11452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7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0 239 6547,'0'0'6696,"8"21"-2093,-1 3-3158,0 0 493,1-1 0,1 0 0,1 0 0,16 27 0,-7-24 810,-19-25-1907,0-4-652,1-25-188,1-1 0,2 0 0,0 1 1,2 0-1,1 0 0,15-37 0,-16 48-13,32-76 39,-33 82-55,2-1-1,-1 1 1,1 0 0,1 1 0,13-16-1,-18 23-283,0 1 1,0 0-1,0 0 0,0 0 0,0 0 0,0 0 0,1 1 0,-1-1 1,1 1-1,-1 0 0,1 0 0,5-1 0,44 0-7768,-36 3 4749,20-1-4804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7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48 5106,'0'0'21250,"-18"21"-18809,-58 72-1040,69-83-1288,1-1-1,0 1 1,0 0 0,1 1 0,0 0 0,1 0-1,0 0 1,1 0 0,0 0 0,1 1-1,0-1 1,1 1 0,0-1 0,1 1 0,1 13-1,-1-22-115,0-2 3,0 0-1,0 0 1,0 0 0,0 0 0,0 0 0,1 0 0,-1 0 0,0 0 0,1 0-1,-1 0 1,1 0 0,-1 0 0,1 0 0,0 0 0,-1 0 0,1 0 0,0-1 0,0 1-1,-1 0 1,1 0 0,0-1 0,0 1 0,0-1 0,1 2 0,1-1 8,0 0-1,1 0 1,-1 1 0,0-2 0,1 1 0,-1 0-1,7 0 1,1-1-3,0 0 0,0-1-1,0 0 1,15-4-1,-15 1-74,0 0 0,0 0 0,0-1 0,0-1 0,-1 1 0,0-2 0,0 1 0,-1-2 0,0 1 0,0-1 0,-1 0 0,0-1 0,0 0 0,-1-1 0,0 1 0,-1-1 0,0 0 0,0-1 0,-1 1 0,-1-1 0,0 0 0,0-1 0,4-22 0,-7 26 46,-1 0 1,1 0 0,-1 0 0,-1-1-1,1 1 1,-1 0 0,-1 0 0,-3-12 0,3 16 1,0 0 0,0 0 0,0 0-1,-1 1 1,0-1 0,1 1 0,-1 0 0,0 0 0,-1 0 0,1 0 0,0 0 0,-1 1 0,0-1 0,0 1 0,1 0 0,-1 0 0,-7-2 0,-1 0-407,-1 0 0,0 1 0,0 1 0,0 0-1,0 1 1,-22 0 0,-42 4-5963,63-2 4348,-31 5-8756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7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445 0 12822,'0'0'15201,"-26"4"-13730,5-2-1144,-16 2 244,1 1 0,0 2 0,-36 12 0,50-12-454,0 1 0,1 1 0,0 1-1,0 0 1,-31 23 0,48-30-118,-1 0-1,1 0 1,0 1 0,0 0 0,0 0-1,1 0 1,-1 0 0,1 0 0,0 1-1,0 0 1,1-1 0,-1 1 0,1 0-1,0 0 1,0 0 0,1 1 0,-1-1-1,1 0 1,1 1 0,-1-1 0,1 1-1,0-1 1,0 0 0,0 1 0,1-1-1,-1 1 1,2-1 0,-1 0-1,0 1 1,4 5 0,-2-3 2,2-1 0,-1 1 0,1-1 0,0 0 0,0 0 0,1-1 0,0 0 0,0 0 0,14 10 0,-1-2-49,2-1 1,27 14-1,-36-21-363,0 0 0,1-2 0,0 1 0,19 3 0,-15-5-1293,0-1 0,0-1 0,16-1 0,-28 0 807,-1 0 1,0 0 0,0-1-1,1 1 1,-1-1-1,0 0 1,7-3 0,-5 1-1373,-1-1 0,0 1 0,0-1 0,8-8 0,-11 10 1488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8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96 1121,'0'0'16580,"17"10"-14848,55 34-342,-67-42-1241,0 0 0,-1 0 0,1 0 0,0 0-1,0-1 1,0 0 0,0 0 0,0 0 0,0-1 0,0 0 0,1 0 0,-1 0 0,9-2 0,8 0 148,-14 2-271,0 0 0,0-1-1,0 0 1,0-1 0,0 1 0,0-2-1,0 1 1,-1-1 0,1 0 0,7-5-1,-12 6-22,0 0-1,0 0 1,0 0 0,0-1-1,0 1 1,0-1-1,0 0 1,-1 0-1,1 0 1,-1 0-1,0 0 1,0-1-1,0 1 1,-1-1-1,1 1 1,-1-1 0,0 1-1,0-1 1,0 0-1,0 0 1,0 0-1,-1-5 1,0 6 7,-1 1 0,1 0 0,-1 0 1,1 0-1,-1-1 0,0 1 0,0 0 0,0 0 1,0 0-1,0 0 0,-1 1 0,1-1 1,-1 0-1,1 0 0,-1 1 0,0-1 0,1 1 1,-1-1-1,0 1 0,0 0 0,0 0 0,0 0 1,0 0-1,0 0 0,0 0 0,-1 0 0,-2 0 1,-5-2 164,-1 1 1,0 0-1,0 0 1,-15 0-1,15 1-22,4 1 188,0 0 1,0 0-1,0 0 0,0 1 0,-12 2 0,17-2-255,-1-1 0,1 1 0,0 1 1,0-1-1,0 0 0,0 0 0,0 1 0,0-1 1,0 1-1,0 0 0,1-1 0,-1 1 0,0 0 1,1 0-1,0 0 0,-1 0 0,1 0 0,0 1 0,0-1 1,-1 4-1,-2 7 109,0 0 0,1 0 1,1 0-1,0 0 1,0 1-1,2-1 0,0 1 1,0-1-1,1 1 0,1-1 1,5 21-1,-5-26-279,0-1 1,1 1 0,0-1-1,1 0 1,0 0-1,0 0 1,0-1 0,1 1-1,6 6 1,-7-9-273,1 1 1,0-1-1,0 0 0,0-1 1,0 1-1,1-1 0,-1 0 1,1-1-1,0 1 0,0-1 1,0 0-1,10 1 0,34 1-4865,5-4-2742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8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81 2849,'0'0'16442,"-2"9"-12952,3-5-3230,1 1 1,-1-1-1,1 0 1,-1 0-1,1-1 0,0 1 1,0 0-1,1 0 0,-1-1 1,1 0-1,0 1 0,0-1 1,0 0-1,0 0 0,0-1 1,1 1-1,-1-1 0,1 0 1,7 4-1,-2-1-146,1-1 0,-1 0 1,1 0-1,0-1 0,0 0 0,0-1 0,13 2 0,-14-4-133,-1 1 0,0-1 0,1 0 0,-1-1 0,0 0 0,0 0 0,1 0 0,13-6 0,-18 5-42,-1 0 1,0 0-1,0 0 1,0 0-1,0-1 0,0 1 1,0-1-1,-1 0 1,1 0-1,-1 0 0,0 0 1,0 0-1,0 0 0,0-1 1,0 1-1,-1-1 1,1 1-1,-1-1 0,0 0 1,0 1-1,0-6 1,1 1-7,-1-1 0,0 0 0,0 0 0,-1-12 0,0 19 83,0 0-1,0 0 1,-1 1 0,1-1-1,0 0 1,-1 0 0,1 0-1,-1 1 1,0-1 0,1 0-1,-1 1 1,0-1 0,0 0-1,0 1 1,0-1 0,0 1-1,0 0 1,-1-1 0,1 1-1,0 0 1,-1 0 0,1 0-1,-1 0 1,1 0 0,-1 0-1,0 0 1,-1 0 0,-9-3 274,0 2 1,0 0-1,0 0 0,-1 1 1,1 1-1,0 0 1,-1 0-1,1 2 1,-17 3-1,24-5-205,0 1-1,1 1 0,0-1 1,-1 1-1,1 0 0,0 0 1,0 0-1,0 0 0,0 1 1,0 0-1,0-1 0,1 1 1,-1 1-1,1-1 0,0 0 1,0 1-1,0 0 1,1 0-1,-1-1 0,1 2 1,0-1-1,0 0 0,0 0 1,1 1-1,-1-1 0,1 1 1,-1 8-1,1-5-169,1 0-1,0 1 1,1-1 0,-1 0-1,1 0 1,1 1 0,0-1-1,0 0 1,1 0 0,-1-1 0,2 1-1,-1-1 1,1 1 0,0-1-1,1 0 1,0 0 0,0-1-1,7 8 1,-5-8-741,-1 0 0,1 0-1,1-1 1,-1 0 0,1 0 0,0-1 0,0 1 0,0-2-1,0 1 1,15 3 0,18-1-7050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9.2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316 1029 10661,'0'0'17312,"-13"-6"-15829,10 5-1404,-10-5 254,-2 0 0,1 1 0,0 1 0,-1 0 0,0 1-1,-17-2 1,23 5-229,0 0-1,-1 0 1,1 0-1,-1 1 1,-9 3-1,14-3-100,1 1 0,-1 0-1,1 0 1,0 0 0,0 0 0,0 1-1,0 0 1,0 0 0,1 0-1,-1 0 1,-5 6 0,2 0-146,1 0 1,-1 0-1,1 0 0,1 0 1,0 1-1,0 0 0,1 0 1,0 1-1,1-1 0,0 1 1,1 0-1,0 0 1,1-1-1,0 22 0,1-31 98,0 0 0,0-1 0,0 1 0,0 0 0,0-1 0,0 1 0,1-1 0,-1 1 0,0-1 0,1 1 0,-1 0 0,0-1 0,1 1-1,-1-1 1,0 1 0,1-1 0,-1 0 0,1 1 0,-1-1 0,1 1 0,-1-1 0,1 0 0,-1 1 0,1-1 0,0 0 0,-1 0 0,1 1 0,-1-1 0,1 0 0,0 0 0,-1 0 0,2 0-1,23 1-660,-17-1 493,4-1-104,1-1 0,-1 0 0,0-1 0,0 0 0,0-1 0,0 0 0,0-1 0,-1 0 0,0-1 0,0 0-1,0-1 1,14-12 0,14-13-463,59-62 0,-97 92 771,47-49-96,-3-1 0,-2-3 0,-2-2 0,-3-1 0,45-93-1,-61 104 361,-3 0-1,-2-1 0,-2-1 0,-2 0 0,-2-1 0,-3 0 1,-1-1-1,-1-57 0,-6 101 150,0 0 0,-1 0 0,0 0 0,0 0-1,0 0 1,-1 0 0,-3-8 0,5 13-249,-1 0 0,0 0 1,0 0-1,-1 0 0,1 0 0,0 1 0,-1-1 0,1 0 0,-1 1 0,1-1 1,-1 1-1,0-1 0,0 1 0,1 0 0,-1 0 0,0 0 0,0 0 1,0 0-1,0 0 0,-1 1 0,1-1 0,0 1 0,0-1 0,0 1 0,-3 0 1,1-1-64,0 2 1,1-1 0,-1 0 0,0 1-1,0-1 1,1 1 0,-1 0-1,1 1 1,-1-1 0,1 1 0,-1-1-1,1 1 1,0 0 0,-5 3 0,2 0-53,0 1-1,1-1 1,-1 1 0,1 0 0,0 1 0,-6 9 0,-2 10-83,0 0-1,-16 50 1,28-72 66,-187 677-23,176-626-73,-7 86-1,16-55-2332,3-85 2240,0 0 0,0 0 0,0 0 0,0 0 0,0-1 0,0 1 1,0 0-1,1 0 0,-1 0 0,0 0 0,1 0 0,-1 0 0,1 0 0,-1 0 0,1 0 1,-1 0-1,1-1 0,-1 1 0,1 0 0,0 0 0,0-1 0,-1 1 0,1-1 0,0 1 1,0 0-1,0-1 0,0 1 0,0-1 0,-1 0 0,1 1 0,0-1 0,2 0 0,34 1-7362,-25-2 4790,26-3-8277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09.6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220 1 8660,'0'0'18014,"-3"0"-16251,-9 2-1105,1 0 0,-1-1 0,-17-1 0,21 0-526,-1-1-1,0 2 0,1-1 1,-1 1-1,1 0 0,0 1 1,-1 0-1,1 1 0,-13 5 1,19-7-137,0 0 1,0 1-1,0 0 0,1-1 1,-1 1-1,0 0 0,1 0 1,0 0-1,-1 0 1,1 0-1,0 0 0,0 1 1,0-1-1,0 0 0,0 1 1,1-1-1,-1 0 1,1 1-1,0-1 0,-1 1 1,1-1-1,0 0 0,0 1 1,1-1-1,-1 1 1,0-1-1,1 1 0,1 3 1,0 3-200,1-1 1,0 1-1,0 0 1,1-1 0,1 0-1,5 9 1,8 11-836,29 57 1,-41-73 1175,-1 0-1,0 1 1,-1 0-1,-1 0 1,0 0-1,-1 0 1,1 23-1,-3-35-57,0 1 0,0-1-1,-1 0 1,1 0-1,0 0 1,-1 0 0,1 0-1,-1 0 1,1 0 0,-1 0-1,0 0 1,1 0-1,-1 0 1,0 0 0,0 0-1,0-1 1,1 1-1,-1 0 1,0-1 0,0 1-1,0 0 1,0-1 0,0 1-1,0-1 1,0 1-1,-2-1 1,-36 9 659,22-5-672,5-2-286,1 0 0,-1-1 0,0 0 1,-13-1-1,25 0-61,-1 0 1,0 0-1,1 0 0,-1 0 1,1 0-1,-1 0 0,1-1 1,-1 1-1,1 0 0,-1 0 1,1-1-1,-1 1 0,1 0 1,0-1-1,-1 1 0,1-1 1,-1 1-1,1 0 0,0-1 1,-1 1-1,1-1 0,0 1 1,0-1-1,-1 1 0,1-1 1,0 1-1,0-1 0,0 1 1,-1-1-1,1 1 0,0-1 1,0 0-1,0 1 0,0-1 1,-1-19-10344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15.8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1 101 1681,'0'0'5290,"8"-5"-4577,9-4-109,0 0 1,1 1 0,0 0-1,1 2 1,20-5 0,278-32 2666,-181 42-1121,-135 1-2059,0 0-1,0 1 1,0-1-1,0 0 1,0 1-1,0-1 1,0 0-1,0 1 1,0-1-1,0 1 1,0 0-1,0-1 1,-1 1-1,1 0 1,0 0-1,0-1 1,-1 1-1,1 0 1,0 0-1,-1 0 1,1 0-1,-1 0 1,1 0-1,-1 0 1,1 0 0,-1 0-1,0 0 1,0 0-1,1 0 1,-1 0-1,0 2 1,2 41 1465,-3-33-1121,1-6-305,0 0 1,-1 1 0,0-1 0,0 0 0,0 1-1,0-1 1,-1 0 0,0 0 0,0 0 0,-1-1 0,1 1-1,-1 0 1,-5 6 0,2-4 99,-1 0-1,1 0 1,-2-1-1,1 0 1,-1 0 0,-16 9-1,-5 0 473,-1-2 0,-1-1 0,-42 10-1,64-19-533,-16 4 227,9-4-200,1 2 1,-1 0 0,1 0-1,0 2 1,-27 15 0,41-21-191,0-1 1,0 1-1,0 0 1,0 0-1,0-1 1,1 1-1,-1 0 1,0 0-1,1 0 1,-1 0-1,1 0 1,-1 0-1,1 0 1,-1 0-1,1 0 1,0 0-1,-1 1 1,1-1-1,0 0 0,0 0 1,0 0-1,0 0 1,0 0-1,0 1 1,0-1-1,0 0 1,1 0-1,-1 0 1,0 0-1,1 0 1,-1 0-1,1 0 1,-1 0-1,1 0 1,-1 0-1,2 1 1,1 2 53,0 0 0,0 0 0,0-1 0,0 0 0,1 1 0,-1-1 0,5 3 0,25 11 664,-26-15-580,-1 0-1,-1 1 1,1 0-1,0 0 1,-1 1-1,1-1 1,-1 1-1,0 0 1,0 1-1,-1-1 0,5 6 1,6 45-87,-8-39 254,5 7-3085,-11-21 2254,0-1 1,0 0-1,0 0 0,1 0 0,-1 0 1,0-1-1,0 1 0,1 0 1,-1 0-1,0-1 0,1 1 0,-1-1 1,1 1-1,-1-1 0,0 0 1,3 1-1,12 0-7371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7:17:16.6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 0 2369,'0'0'22448,"6"9"-21597,-3-8-790,-1 0 1,1 0-1,-1 0 1,1 1-1,-1-1 0,1 1 1,-1-1-1,0 1 1,0 0-1,0 0 1,0 0-1,0 0 1,-1 0-1,1 1 1,-1-1-1,1 0 1,-1 1-1,0-1 0,0 1 1,0 0-1,0-1 1,0 1-1,0 0 1,-1-1-1,0 1 1,1 0-1,-1 5 1,-1-7-13,1-1 0,0 1 0,-1-1 1,1 1-1,-1 0 0,1-1 0,-1 1 0,1-1 1,-1 1-1,0-1 0,1 1 0,-1-1 1,0 0-1,1 1 0,-1-1 0,0 0 1,1 1-1,-1-1 0,0 0 0,0 0 1,1 0-1,-1 0 0,0 0 0,0 0 1,0 0-1,1 0 0,-2 0 0,-30 0 503,24 0-463,-31 0 285,39-1-368,0 1 1,0 0-1,-1 0 1,1 0 0,0-1-1,0 1 1,0 0 0,0 0-1,0-1 1,0 1-1,0 0 1,0 0 0,0 0-1,0-1 1,0 1 0,0 0-1,0 0 1,0-1-1,0 1 1,0 0 0,0 0-1,0 0 1,0-1-1,1 1 1,-1 0 0,0 0-1,0 0 1,0-1 0,0 1-1,0 0 1,0 0-1,1 0 1,-1 0 0,0-1-1,0 1 1,0 0-1,1 0 1,-1 0 0,0 0-1,0 0 1,0 0 0,1 0-1,-1 0 1,0-1-1,10-8-77,-1 4-6,0 0 0,0 1-1,0-1 1,1 2 0,-1-1-1,1 1 1,0 1-1,0 0 1,0 0 0,13 0-1,-25 10 212,-1-3 46,0 0 0,0 0 1,-1-1-1,0 1 0,0-1 1,0 0-1,0 0 0,-1-1 0,0 1 1,1-1-1,-1 0 0,0 0 1,-1-1-1,1 1 0,0-1 0,-1 0 1,0-1-1,-9 2 0,11-3-140,6-2-1047,9-1-2550,-9 2 2001,9 0-4241,3-2-2636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316C6-E4E9-3021-0152-2E2E805F7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1C272-54EB-5FE4-C0EA-EDDFD0A7C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B888F-FD0E-AD64-F7B8-7DE78801D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C702-7D9C-467F-94BE-FEEA707ED2D0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46D40-5041-7EE6-727F-76AD8CFDA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80F31-4EE5-BBBA-670C-7406CC942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740B-F76A-4EC7-AFA2-4567F8FA41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8603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6716B-FA67-6E6F-04D6-E2F3C974C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E21A3-14B9-6A94-5CBE-93D39132F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37BA7-663C-FC34-2FDE-ED4E5BB6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C702-7D9C-467F-94BE-FEEA707ED2D0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DB719-A75F-D6FB-38C0-2D479FE95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E79D1-D37C-1EFB-3F3F-4F6DC2C8A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740B-F76A-4EC7-AFA2-4567F8FA41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68759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984A9-E707-CE62-20D9-328726D55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9AFAC-F2A9-F28D-AD79-7A72D726E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C05BF-F7F3-4233-0075-A83B8638A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C702-7D9C-467F-94BE-FEEA707ED2D0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FDF23-1243-12DC-D3CD-C3613459F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D9D56-C026-CDAD-6D3E-032351240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740B-F76A-4EC7-AFA2-4567F8FA41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19379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C8AE-046F-F58D-7718-75D650BC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C2F87-88E7-25B1-88C4-E44BF266EB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9F910-F484-F918-A520-ECDD51150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4300CC-8F4A-C2E3-B9BE-32169440E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C702-7D9C-467F-94BE-FEEA707ED2D0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29E0F-E64B-78BE-59B5-4A6FD6F31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1CCA3-8817-76FC-FFB7-96B33498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740B-F76A-4EC7-AFA2-4567F8FA41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5131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ACABD-5ACE-6EDE-BE51-CEF7EDEB4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FA1CA-9828-90DD-7C2E-EBFC82419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2F60E-6FE1-76FE-39E9-BF776C0DE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49DF45-C1CD-72B6-FFE3-B5FC478182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8B8469-4517-1DD3-6CA6-EA4B10E81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5E2F90-1C39-5EB2-4780-511261852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C702-7D9C-467F-94BE-FEEA707ED2D0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1D4205-4AE3-A6B2-84B3-56FCB5C5D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AD8CBF-1440-73CE-F2FB-5B6FEA6F4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740B-F76A-4EC7-AFA2-4567F8FA41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61800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18996-B181-3F0A-8266-F5A57AA75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7F1781-511F-A011-0F1D-44911403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C702-7D9C-467F-94BE-FEEA707ED2D0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595843-0F9A-A65B-7F66-E558B7559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C2F3B6-4E8F-66EA-CC11-639728AC4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740B-F76A-4EC7-AFA2-4567F8FA41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56839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816A04-B87E-A573-ED40-1201D70FE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C702-7D9C-467F-94BE-FEEA707ED2D0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8FC46B-A18B-E41C-1F8F-479FDF91F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8D435-549E-59FA-1658-BCC5FD03C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740B-F76A-4EC7-AFA2-4567F8FA41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81675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BA4D6-B780-BCC0-DE62-6FEEC6D93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05E9D-8B0C-93C2-79ED-A415A62E3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7BD27E-E906-51EF-96AE-9E24EEBF9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FA46CF-8EAB-E2AC-E3D6-73A55A7C5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C702-7D9C-467F-94BE-FEEA707ED2D0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249BD0-10E6-78CC-6366-265F12E1F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A5824-8DF3-88F3-F913-03ED7A4FA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740B-F76A-4EC7-AFA2-4567F8FA41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4378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7A1C9-68B2-0ADE-FD82-088D3032C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F6D81D-9A35-92BB-CAE9-5FDB346E64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9F887F-FC2F-0C00-E560-E1BAC0725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C68BBC-1436-3CEA-A44F-4F9E19A2A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C702-7D9C-467F-94BE-FEEA707ED2D0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DCC43-F4AB-8D58-A54F-4BCADEA13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01501-3498-0D34-AED4-39DD7185F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740B-F76A-4EC7-AFA2-4567F8FA41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38038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1D2B1-5A03-81EC-C5A4-95A572F86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FCA0F5-AB36-56D4-29D2-0C954EC0B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46A4E-C860-1758-16BF-5ABA9E770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C702-7D9C-467F-94BE-FEEA707ED2D0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E56B0-8F48-BBCB-1848-4793E0929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254C3-D4E3-6FC4-A011-19550AE9D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740B-F76A-4EC7-AFA2-4567F8FA41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12191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7E420-7D6D-E428-F1EB-E10B38ADBD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7ABDDA-BD32-243F-13DE-C71FE181E2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6C1D1-B6BF-97F6-377B-03E499070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C702-7D9C-467F-94BE-FEEA707ED2D0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4D3C9-54F8-1112-7644-D6BEB3E63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9747B-14C6-0D15-823E-FDE07FCE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740B-F76A-4EC7-AFA2-4567F8FA41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841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F9FE5D-7466-C6DC-95DA-83BDA0663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8475A-77C3-8908-7F16-BC2786BD6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29215-46C5-3E9D-8309-DC81CCBEEF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46C702-7D9C-467F-94BE-FEEA707ED2D0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9DC06-D9EB-7F4B-6B68-F45BF0A949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DABF9-EF34-C6CB-4E98-1202E6B2F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A740B-F76A-4EC7-AFA2-4567F8FA41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1428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26" Type="http://schemas.openxmlformats.org/officeDocument/2006/relationships/customXml" Target="../ink/ink113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181" Type="http://schemas.openxmlformats.org/officeDocument/2006/relationships/image" Target="../media/image90.png"/><Relationship Id="rId216" Type="http://schemas.openxmlformats.org/officeDocument/2006/relationships/customXml" Target="../ink/ink108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13.png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217" Type="http://schemas.openxmlformats.org/officeDocument/2006/relationships/image" Target="../media/image108.png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18" Type="http://schemas.openxmlformats.org/officeDocument/2006/relationships/customXml" Target="../ink/ink109.xml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image" Target="../media/image65.png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219" Type="http://schemas.openxmlformats.org/officeDocument/2006/relationships/image" Target="../media/image109.png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79" Type="http://schemas.openxmlformats.org/officeDocument/2006/relationships/image" Target="../media/image89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0" Type="http://schemas.openxmlformats.org/officeDocument/2006/relationships/customXml" Target="../ink/ink110.xml"/><Relationship Id="rId225" Type="http://schemas.openxmlformats.org/officeDocument/2006/relationships/image" Target="../media/image112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185" Type="http://schemas.openxmlformats.org/officeDocument/2006/relationships/image" Target="../media/image92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80" Type="http://schemas.openxmlformats.org/officeDocument/2006/relationships/customXml" Target="../ink/ink90.xml"/><Relationship Id="rId210" Type="http://schemas.openxmlformats.org/officeDocument/2006/relationships/customXml" Target="../ink/ink105.xml"/><Relationship Id="rId215" Type="http://schemas.openxmlformats.org/officeDocument/2006/relationships/image" Target="../media/image107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11" Type="http://schemas.openxmlformats.org/officeDocument/2006/relationships/image" Target="../media/image105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customXml" Target="../ink/ink111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1.png"/><Relationship Id="rId21" Type="http://schemas.openxmlformats.org/officeDocument/2006/relationships/image" Target="../media/image123.png"/><Relationship Id="rId324" Type="http://schemas.openxmlformats.org/officeDocument/2006/relationships/customXml" Target="../ink/ink275.xml"/><Relationship Id="rId531" Type="http://schemas.openxmlformats.org/officeDocument/2006/relationships/image" Target="../media/image377.png"/><Relationship Id="rId170" Type="http://schemas.openxmlformats.org/officeDocument/2006/relationships/customXml" Target="../ink/ink198.xml"/><Relationship Id="rId268" Type="http://schemas.openxmlformats.org/officeDocument/2006/relationships/customXml" Target="../ink/ink247.xml"/><Relationship Id="rId475" Type="http://schemas.openxmlformats.org/officeDocument/2006/relationships/image" Target="../media/image349.png"/><Relationship Id="rId32" Type="http://schemas.openxmlformats.org/officeDocument/2006/relationships/customXml" Target="../ink/ink129.xml"/><Relationship Id="rId128" Type="http://schemas.openxmlformats.org/officeDocument/2006/relationships/customXml" Target="../ink/ink177.xml"/><Relationship Id="rId335" Type="http://schemas.openxmlformats.org/officeDocument/2006/relationships/image" Target="../media/image280.png"/><Relationship Id="rId542" Type="http://schemas.openxmlformats.org/officeDocument/2006/relationships/customXml" Target="../ink/ink384.xml"/><Relationship Id="rId181" Type="http://schemas.openxmlformats.org/officeDocument/2006/relationships/image" Target="../media/image203.png"/><Relationship Id="rId402" Type="http://schemas.openxmlformats.org/officeDocument/2006/relationships/customXml" Target="../ink/ink314.xml"/><Relationship Id="rId279" Type="http://schemas.openxmlformats.org/officeDocument/2006/relationships/image" Target="../media/image252.png"/><Relationship Id="rId486" Type="http://schemas.openxmlformats.org/officeDocument/2006/relationships/customXml" Target="../ink/ink356.xml"/><Relationship Id="rId43" Type="http://schemas.openxmlformats.org/officeDocument/2006/relationships/image" Target="../media/image134.png"/><Relationship Id="rId139" Type="http://schemas.openxmlformats.org/officeDocument/2006/relationships/image" Target="../media/image182.png"/><Relationship Id="rId346" Type="http://schemas.openxmlformats.org/officeDocument/2006/relationships/customXml" Target="../ink/ink286.xml"/><Relationship Id="rId553" Type="http://schemas.openxmlformats.org/officeDocument/2006/relationships/image" Target="../media/image388.png"/><Relationship Id="rId192" Type="http://schemas.openxmlformats.org/officeDocument/2006/relationships/customXml" Target="../ink/ink209.xml"/><Relationship Id="rId206" Type="http://schemas.openxmlformats.org/officeDocument/2006/relationships/customXml" Target="../ink/ink216.xml"/><Relationship Id="rId413" Type="http://schemas.openxmlformats.org/officeDocument/2006/relationships/image" Target="../media/image319.png"/><Relationship Id="rId497" Type="http://schemas.openxmlformats.org/officeDocument/2006/relationships/image" Target="../media/image360.png"/><Relationship Id="rId357" Type="http://schemas.openxmlformats.org/officeDocument/2006/relationships/image" Target="../media/image291.png"/><Relationship Id="rId54" Type="http://schemas.openxmlformats.org/officeDocument/2006/relationships/customXml" Target="../ink/ink140.xml"/><Relationship Id="rId217" Type="http://schemas.openxmlformats.org/officeDocument/2006/relationships/image" Target="../media/image221.png"/><Relationship Id="rId564" Type="http://schemas.openxmlformats.org/officeDocument/2006/relationships/customXml" Target="../ink/ink395.xml"/><Relationship Id="rId424" Type="http://schemas.openxmlformats.org/officeDocument/2006/relationships/customXml" Target="../ink/ink325.xml"/><Relationship Id="rId270" Type="http://schemas.openxmlformats.org/officeDocument/2006/relationships/customXml" Target="../ink/ink248.xml"/><Relationship Id="rId65" Type="http://schemas.openxmlformats.org/officeDocument/2006/relationships/image" Target="../media/image145.png"/><Relationship Id="rId130" Type="http://schemas.openxmlformats.org/officeDocument/2006/relationships/customXml" Target="../ink/ink178.xml"/><Relationship Id="rId368" Type="http://schemas.openxmlformats.org/officeDocument/2006/relationships/customXml" Target="../ink/ink297.xml"/><Relationship Id="rId575" Type="http://schemas.openxmlformats.org/officeDocument/2006/relationships/image" Target="../media/image399.png"/><Relationship Id="rId228" Type="http://schemas.openxmlformats.org/officeDocument/2006/relationships/customXml" Target="../ink/ink227.xml"/><Relationship Id="rId435" Type="http://schemas.openxmlformats.org/officeDocument/2006/relationships/image" Target="../media/image330.png"/><Relationship Id="rId281" Type="http://schemas.openxmlformats.org/officeDocument/2006/relationships/image" Target="../media/image253.png"/><Relationship Id="rId502" Type="http://schemas.openxmlformats.org/officeDocument/2006/relationships/customXml" Target="../ink/ink364.xml"/><Relationship Id="rId76" Type="http://schemas.openxmlformats.org/officeDocument/2006/relationships/customXml" Target="../ink/ink151.xml"/><Relationship Id="rId141" Type="http://schemas.openxmlformats.org/officeDocument/2006/relationships/image" Target="../media/image183.png"/><Relationship Id="rId379" Type="http://schemas.openxmlformats.org/officeDocument/2006/relationships/image" Target="../media/image302.png"/><Relationship Id="rId586" Type="http://schemas.openxmlformats.org/officeDocument/2006/relationships/customXml" Target="../ink/ink406.xml"/><Relationship Id="rId7" Type="http://schemas.openxmlformats.org/officeDocument/2006/relationships/image" Target="../media/image116.png"/><Relationship Id="rId239" Type="http://schemas.openxmlformats.org/officeDocument/2006/relationships/image" Target="../media/image232.png"/><Relationship Id="rId446" Type="http://schemas.openxmlformats.org/officeDocument/2006/relationships/customXml" Target="../ink/ink336.xml"/><Relationship Id="rId250" Type="http://schemas.openxmlformats.org/officeDocument/2006/relationships/customXml" Target="../ink/ink238.xml"/><Relationship Id="rId292" Type="http://schemas.openxmlformats.org/officeDocument/2006/relationships/customXml" Target="../ink/ink259.xml"/><Relationship Id="rId306" Type="http://schemas.openxmlformats.org/officeDocument/2006/relationships/customXml" Target="../ink/ink266.xml"/><Relationship Id="rId488" Type="http://schemas.openxmlformats.org/officeDocument/2006/relationships/customXml" Target="../ink/ink357.xml"/><Relationship Id="rId45" Type="http://schemas.openxmlformats.org/officeDocument/2006/relationships/image" Target="../media/image135.png"/><Relationship Id="rId87" Type="http://schemas.openxmlformats.org/officeDocument/2006/relationships/image" Target="../media/image156.png"/><Relationship Id="rId110" Type="http://schemas.openxmlformats.org/officeDocument/2006/relationships/customXml" Target="../ink/ink168.xml"/><Relationship Id="rId348" Type="http://schemas.openxmlformats.org/officeDocument/2006/relationships/customXml" Target="../ink/ink287.xml"/><Relationship Id="rId513" Type="http://schemas.openxmlformats.org/officeDocument/2006/relationships/image" Target="../media/image368.png"/><Relationship Id="rId555" Type="http://schemas.openxmlformats.org/officeDocument/2006/relationships/image" Target="../media/image389.png"/><Relationship Id="rId152" Type="http://schemas.openxmlformats.org/officeDocument/2006/relationships/customXml" Target="../ink/ink189.xml"/><Relationship Id="rId194" Type="http://schemas.openxmlformats.org/officeDocument/2006/relationships/customXml" Target="../ink/ink210.xml"/><Relationship Id="rId208" Type="http://schemas.openxmlformats.org/officeDocument/2006/relationships/customXml" Target="../ink/ink217.xml"/><Relationship Id="rId415" Type="http://schemas.openxmlformats.org/officeDocument/2006/relationships/image" Target="../media/image320.png"/><Relationship Id="rId457" Type="http://schemas.openxmlformats.org/officeDocument/2006/relationships/image" Target="../media/image340.png"/><Relationship Id="rId261" Type="http://schemas.openxmlformats.org/officeDocument/2006/relationships/image" Target="../media/image243.png"/><Relationship Id="rId499" Type="http://schemas.openxmlformats.org/officeDocument/2006/relationships/image" Target="../media/image361.png"/><Relationship Id="rId14" Type="http://schemas.openxmlformats.org/officeDocument/2006/relationships/customXml" Target="../ink/ink120.xml"/><Relationship Id="rId56" Type="http://schemas.openxmlformats.org/officeDocument/2006/relationships/customXml" Target="../ink/ink141.xml"/><Relationship Id="rId317" Type="http://schemas.openxmlformats.org/officeDocument/2006/relationships/image" Target="../media/image271.png"/><Relationship Id="rId359" Type="http://schemas.openxmlformats.org/officeDocument/2006/relationships/image" Target="../media/image292.png"/><Relationship Id="rId524" Type="http://schemas.openxmlformats.org/officeDocument/2006/relationships/customXml" Target="../ink/ink375.xml"/><Relationship Id="rId566" Type="http://schemas.openxmlformats.org/officeDocument/2006/relationships/customXml" Target="../ink/ink396.xml"/><Relationship Id="rId98" Type="http://schemas.openxmlformats.org/officeDocument/2006/relationships/customXml" Target="../ink/ink162.xml"/><Relationship Id="rId121" Type="http://schemas.openxmlformats.org/officeDocument/2006/relationships/image" Target="../media/image173.png"/><Relationship Id="rId163" Type="http://schemas.openxmlformats.org/officeDocument/2006/relationships/image" Target="../media/image194.png"/><Relationship Id="rId219" Type="http://schemas.openxmlformats.org/officeDocument/2006/relationships/image" Target="../media/image222.png"/><Relationship Id="rId370" Type="http://schemas.openxmlformats.org/officeDocument/2006/relationships/customXml" Target="../ink/ink298.xml"/><Relationship Id="rId426" Type="http://schemas.openxmlformats.org/officeDocument/2006/relationships/customXml" Target="../ink/ink326.xml"/><Relationship Id="rId230" Type="http://schemas.openxmlformats.org/officeDocument/2006/relationships/customXml" Target="../ink/ink228.xml"/><Relationship Id="rId468" Type="http://schemas.openxmlformats.org/officeDocument/2006/relationships/customXml" Target="../ink/ink347.xml"/><Relationship Id="rId25" Type="http://schemas.openxmlformats.org/officeDocument/2006/relationships/image" Target="../media/image125.png"/><Relationship Id="rId67" Type="http://schemas.openxmlformats.org/officeDocument/2006/relationships/image" Target="../media/image146.png"/><Relationship Id="rId272" Type="http://schemas.openxmlformats.org/officeDocument/2006/relationships/customXml" Target="../ink/ink249.xml"/><Relationship Id="rId328" Type="http://schemas.openxmlformats.org/officeDocument/2006/relationships/customXml" Target="../ink/ink277.xml"/><Relationship Id="rId535" Type="http://schemas.openxmlformats.org/officeDocument/2006/relationships/image" Target="../media/image379.png"/><Relationship Id="rId577" Type="http://schemas.openxmlformats.org/officeDocument/2006/relationships/image" Target="../media/image400.png"/><Relationship Id="rId132" Type="http://schemas.openxmlformats.org/officeDocument/2006/relationships/customXml" Target="../ink/ink179.xml"/><Relationship Id="rId174" Type="http://schemas.openxmlformats.org/officeDocument/2006/relationships/customXml" Target="../ink/ink200.xml"/><Relationship Id="rId381" Type="http://schemas.openxmlformats.org/officeDocument/2006/relationships/image" Target="../media/image303.png"/><Relationship Id="rId241" Type="http://schemas.openxmlformats.org/officeDocument/2006/relationships/image" Target="../media/image233.png"/><Relationship Id="rId437" Type="http://schemas.openxmlformats.org/officeDocument/2006/relationships/image" Target="../media/image49.png"/><Relationship Id="rId479" Type="http://schemas.openxmlformats.org/officeDocument/2006/relationships/image" Target="../media/image351.png"/><Relationship Id="rId36" Type="http://schemas.openxmlformats.org/officeDocument/2006/relationships/customXml" Target="../ink/ink131.xml"/><Relationship Id="rId283" Type="http://schemas.openxmlformats.org/officeDocument/2006/relationships/image" Target="../media/image254.png"/><Relationship Id="rId339" Type="http://schemas.openxmlformats.org/officeDocument/2006/relationships/image" Target="../media/image282.png"/><Relationship Id="rId490" Type="http://schemas.openxmlformats.org/officeDocument/2006/relationships/customXml" Target="../ink/ink358.xml"/><Relationship Id="rId504" Type="http://schemas.openxmlformats.org/officeDocument/2006/relationships/customXml" Target="../ink/ink365.xml"/><Relationship Id="rId546" Type="http://schemas.openxmlformats.org/officeDocument/2006/relationships/customXml" Target="../ink/ink386.xml"/><Relationship Id="rId78" Type="http://schemas.openxmlformats.org/officeDocument/2006/relationships/customXml" Target="../ink/ink152.xml"/><Relationship Id="rId101" Type="http://schemas.openxmlformats.org/officeDocument/2006/relationships/image" Target="../media/image163.png"/><Relationship Id="rId143" Type="http://schemas.openxmlformats.org/officeDocument/2006/relationships/image" Target="../media/image184.png"/><Relationship Id="rId185" Type="http://schemas.openxmlformats.org/officeDocument/2006/relationships/image" Target="../media/image205.png"/><Relationship Id="rId350" Type="http://schemas.openxmlformats.org/officeDocument/2006/relationships/customXml" Target="../ink/ink288.xml"/><Relationship Id="rId406" Type="http://schemas.openxmlformats.org/officeDocument/2006/relationships/customXml" Target="../ink/ink316.xml"/><Relationship Id="rId9" Type="http://schemas.openxmlformats.org/officeDocument/2006/relationships/image" Target="../media/image117.png"/><Relationship Id="rId210" Type="http://schemas.openxmlformats.org/officeDocument/2006/relationships/customXml" Target="../ink/ink218.xml"/><Relationship Id="rId392" Type="http://schemas.openxmlformats.org/officeDocument/2006/relationships/customXml" Target="../ink/ink309.xml"/><Relationship Id="rId448" Type="http://schemas.openxmlformats.org/officeDocument/2006/relationships/customXml" Target="../ink/ink337.xml"/><Relationship Id="rId252" Type="http://schemas.openxmlformats.org/officeDocument/2006/relationships/customXml" Target="../ink/ink239.xml"/><Relationship Id="rId294" Type="http://schemas.openxmlformats.org/officeDocument/2006/relationships/customXml" Target="../ink/ink260.xml"/><Relationship Id="rId308" Type="http://schemas.openxmlformats.org/officeDocument/2006/relationships/customXml" Target="../ink/ink267.xml"/><Relationship Id="rId515" Type="http://schemas.openxmlformats.org/officeDocument/2006/relationships/image" Target="../media/image369.png"/><Relationship Id="rId47" Type="http://schemas.openxmlformats.org/officeDocument/2006/relationships/image" Target="../media/image136.png"/><Relationship Id="rId89" Type="http://schemas.openxmlformats.org/officeDocument/2006/relationships/image" Target="../media/image157.png"/><Relationship Id="rId112" Type="http://schemas.openxmlformats.org/officeDocument/2006/relationships/customXml" Target="../ink/ink169.xml"/><Relationship Id="rId154" Type="http://schemas.openxmlformats.org/officeDocument/2006/relationships/customXml" Target="../ink/ink190.xml"/><Relationship Id="rId361" Type="http://schemas.openxmlformats.org/officeDocument/2006/relationships/image" Target="../media/image293.png"/><Relationship Id="rId557" Type="http://schemas.openxmlformats.org/officeDocument/2006/relationships/image" Target="../media/image390.png"/><Relationship Id="rId196" Type="http://schemas.openxmlformats.org/officeDocument/2006/relationships/customXml" Target="../ink/ink211.xml"/><Relationship Id="rId417" Type="http://schemas.openxmlformats.org/officeDocument/2006/relationships/image" Target="../media/image321.png"/><Relationship Id="rId459" Type="http://schemas.openxmlformats.org/officeDocument/2006/relationships/image" Target="../media/image341.png"/><Relationship Id="rId16" Type="http://schemas.openxmlformats.org/officeDocument/2006/relationships/customXml" Target="../ink/ink121.xml"/><Relationship Id="rId221" Type="http://schemas.openxmlformats.org/officeDocument/2006/relationships/image" Target="../media/image223.png"/><Relationship Id="rId263" Type="http://schemas.openxmlformats.org/officeDocument/2006/relationships/image" Target="../media/image244.png"/><Relationship Id="rId319" Type="http://schemas.openxmlformats.org/officeDocument/2006/relationships/image" Target="../media/image272.png"/><Relationship Id="rId470" Type="http://schemas.openxmlformats.org/officeDocument/2006/relationships/customXml" Target="../ink/ink348.xml"/><Relationship Id="rId526" Type="http://schemas.openxmlformats.org/officeDocument/2006/relationships/customXml" Target="../ink/ink376.xml"/><Relationship Id="rId58" Type="http://schemas.openxmlformats.org/officeDocument/2006/relationships/customXml" Target="../ink/ink142.xml"/><Relationship Id="rId123" Type="http://schemas.openxmlformats.org/officeDocument/2006/relationships/image" Target="../media/image174.png"/><Relationship Id="rId330" Type="http://schemas.openxmlformats.org/officeDocument/2006/relationships/customXml" Target="../ink/ink278.xml"/><Relationship Id="rId568" Type="http://schemas.openxmlformats.org/officeDocument/2006/relationships/customXml" Target="../ink/ink397.xml"/><Relationship Id="rId165" Type="http://schemas.openxmlformats.org/officeDocument/2006/relationships/image" Target="../media/image195.png"/><Relationship Id="rId372" Type="http://schemas.openxmlformats.org/officeDocument/2006/relationships/customXml" Target="../ink/ink299.xml"/><Relationship Id="rId428" Type="http://schemas.openxmlformats.org/officeDocument/2006/relationships/customXml" Target="../ink/ink327.xml"/><Relationship Id="rId232" Type="http://schemas.openxmlformats.org/officeDocument/2006/relationships/customXml" Target="../ink/ink229.xml"/><Relationship Id="rId274" Type="http://schemas.openxmlformats.org/officeDocument/2006/relationships/customXml" Target="../ink/ink250.xml"/><Relationship Id="rId481" Type="http://schemas.openxmlformats.org/officeDocument/2006/relationships/image" Target="../media/image352.png"/><Relationship Id="rId27" Type="http://schemas.openxmlformats.org/officeDocument/2006/relationships/image" Target="../media/image126.png"/><Relationship Id="rId69" Type="http://schemas.openxmlformats.org/officeDocument/2006/relationships/image" Target="../media/image147.png"/><Relationship Id="rId134" Type="http://schemas.openxmlformats.org/officeDocument/2006/relationships/customXml" Target="../ink/ink180.xml"/><Relationship Id="rId537" Type="http://schemas.openxmlformats.org/officeDocument/2006/relationships/image" Target="../media/image380.png"/><Relationship Id="rId579" Type="http://schemas.openxmlformats.org/officeDocument/2006/relationships/image" Target="../media/image401.png"/><Relationship Id="rId80" Type="http://schemas.openxmlformats.org/officeDocument/2006/relationships/customXml" Target="../ink/ink153.xml"/><Relationship Id="rId176" Type="http://schemas.openxmlformats.org/officeDocument/2006/relationships/customXml" Target="../ink/ink201.xml"/><Relationship Id="rId341" Type="http://schemas.openxmlformats.org/officeDocument/2006/relationships/image" Target="../media/image283.png"/><Relationship Id="rId383" Type="http://schemas.openxmlformats.org/officeDocument/2006/relationships/image" Target="../media/image304.png"/><Relationship Id="rId439" Type="http://schemas.openxmlformats.org/officeDocument/2006/relationships/image" Target="../media/image331.png"/><Relationship Id="rId201" Type="http://schemas.openxmlformats.org/officeDocument/2006/relationships/image" Target="../media/image213.png"/><Relationship Id="rId243" Type="http://schemas.openxmlformats.org/officeDocument/2006/relationships/image" Target="../media/image234.png"/><Relationship Id="rId285" Type="http://schemas.openxmlformats.org/officeDocument/2006/relationships/image" Target="../media/image255.png"/><Relationship Id="rId450" Type="http://schemas.openxmlformats.org/officeDocument/2006/relationships/customXml" Target="../ink/ink338.xml"/><Relationship Id="rId506" Type="http://schemas.openxmlformats.org/officeDocument/2006/relationships/customXml" Target="../ink/ink366.xml"/><Relationship Id="rId38" Type="http://schemas.openxmlformats.org/officeDocument/2006/relationships/customXml" Target="../ink/ink132.xml"/><Relationship Id="rId103" Type="http://schemas.openxmlformats.org/officeDocument/2006/relationships/image" Target="../media/image164.png"/><Relationship Id="rId310" Type="http://schemas.openxmlformats.org/officeDocument/2006/relationships/customXml" Target="../ink/ink268.xml"/><Relationship Id="rId492" Type="http://schemas.openxmlformats.org/officeDocument/2006/relationships/customXml" Target="../ink/ink359.xml"/><Relationship Id="rId548" Type="http://schemas.openxmlformats.org/officeDocument/2006/relationships/customXml" Target="../ink/ink387.xml"/><Relationship Id="rId91" Type="http://schemas.openxmlformats.org/officeDocument/2006/relationships/image" Target="../media/image158.png"/><Relationship Id="rId145" Type="http://schemas.openxmlformats.org/officeDocument/2006/relationships/image" Target="../media/image185.png"/><Relationship Id="rId187" Type="http://schemas.openxmlformats.org/officeDocument/2006/relationships/image" Target="../media/image206.png"/><Relationship Id="rId352" Type="http://schemas.openxmlformats.org/officeDocument/2006/relationships/customXml" Target="../ink/ink289.xml"/><Relationship Id="rId394" Type="http://schemas.openxmlformats.org/officeDocument/2006/relationships/customXml" Target="../ink/ink310.xml"/><Relationship Id="rId408" Type="http://schemas.openxmlformats.org/officeDocument/2006/relationships/customXml" Target="../ink/ink317.xml"/><Relationship Id="rId212" Type="http://schemas.openxmlformats.org/officeDocument/2006/relationships/customXml" Target="../ink/ink219.xml"/><Relationship Id="rId254" Type="http://schemas.openxmlformats.org/officeDocument/2006/relationships/customXml" Target="../ink/ink240.xml"/><Relationship Id="rId49" Type="http://schemas.openxmlformats.org/officeDocument/2006/relationships/image" Target="../media/image137.png"/><Relationship Id="rId114" Type="http://schemas.openxmlformats.org/officeDocument/2006/relationships/customXml" Target="../ink/ink170.xml"/><Relationship Id="rId296" Type="http://schemas.openxmlformats.org/officeDocument/2006/relationships/customXml" Target="../ink/ink261.xml"/><Relationship Id="rId461" Type="http://schemas.openxmlformats.org/officeDocument/2006/relationships/image" Target="../media/image342.png"/><Relationship Id="rId517" Type="http://schemas.openxmlformats.org/officeDocument/2006/relationships/image" Target="../media/image370.png"/><Relationship Id="rId559" Type="http://schemas.openxmlformats.org/officeDocument/2006/relationships/image" Target="../media/image391.png"/><Relationship Id="rId60" Type="http://schemas.openxmlformats.org/officeDocument/2006/relationships/customXml" Target="../ink/ink143.xml"/><Relationship Id="rId156" Type="http://schemas.openxmlformats.org/officeDocument/2006/relationships/customXml" Target="../ink/ink191.xml"/><Relationship Id="rId198" Type="http://schemas.openxmlformats.org/officeDocument/2006/relationships/customXml" Target="../ink/ink212.xml"/><Relationship Id="rId321" Type="http://schemas.openxmlformats.org/officeDocument/2006/relationships/image" Target="../media/image273.png"/><Relationship Id="rId363" Type="http://schemas.openxmlformats.org/officeDocument/2006/relationships/image" Target="../media/image294.png"/><Relationship Id="rId419" Type="http://schemas.openxmlformats.org/officeDocument/2006/relationships/image" Target="../media/image322.png"/><Relationship Id="rId570" Type="http://schemas.openxmlformats.org/officeDocument/2006/relationships/customXml" Target="../ink/ink398.xml"/><Relationship Id="rId223" Type="http://schemas.openxmlformats.org/officeDocument/2006/relationships/image" Target="../media/image224.png"/><Relationship Id="rId430" Type="http://schemas.openxmlformats.org/officeDocument/2006/relationships/customXml" Target="../ink/ink328.xml"/><Relationship Id="rId18" Type="http://schemas.openxmlformats.org/officeDocument/2006/relationships/customXml" Target="../ink/ink122.xml"/><Relationship Id="rId265" Type="http://schemas.openxmlformats.org/officeDocument/2006/relationships/image" Target="../media/image245.png"/><Relationship Id="rId472" Type="http://schemas.openxmlformats.org/officeDocument/2006/relationships/customXml" Target="../ink/ink349.xml"/><Relationship Id="rId528" Type="http://schemas.openxmlformats.org/officeDocument/2006/relationships/customXml" Target="../ink/ink377.xml"/><Relationship Id="rId125" Type="http://schemas.openxmlformats.org/officeDocument/2006/relationships/image" Target="../media/image175.png"/><Relationship Id="rId167" Type="http://schemas.openxmlformats.org/officeDocument/2006/relationships/image" Target="../media/image196.png"/><Relationship Id="rId332" Type="http://schemas.openxmlformats.org/officeDocument/2006/relationships/customXml" Target="../ink/ink279.xml"/><Relationship Id="rId374" Type="http://schemas.openxmlformats.org/officeDocument/2006/relationships/customXml" Target="../ink/ink300.xml"/><Relationship Id="rId581" Type="http://schemas.openxmlformats.org/officeDocument/2006/relationships/image" Target="../media/image402.png"/><Relationship Id="rId71" Type="http://schemas.openxmlformats.org/officeDocument/2006/relationships/image" Target="../media/image148.png"/><Relationship Id="rId234" Type="http://schemas.openxmlformats.org/officeDocument/2006/relationships/customXml" Target="../ink/ink230.xml"/><Relationship Id="rId2" Type="http://schemas.openxmlformats.org/officeDocument/2006/relationships/customXml" Target="../ink/ink114.xml"/><Relationship Id="rId29" Type="http://schemas.openxmlformats.org/officeDocument/2006/relationships/image" Target="../media/image127.png"/><Relationship Id="rId276" Type="http://schemas.openxmlformats.org/officeDocument/2006/relationships/customXml" Target="../ink/ink251.xml"/><Relationship Id="rId441" Type="http://schemas.openxmlformats.org/officeDocument/2006/relationships/image" Target="../media/image332.png"/><Relationship Id="rId483" Type="http://schemas.openxmlformats.org/officeDocument/2006/relationships/image" Target="../media/image353.png"/><Relationship Id="rId539" Type="http://schemas.openxmlformats.org/officeDocument/2006/relationships/image" Target="../media/image381.png"/><Relationship Id="rId40" Type="http://schemas.openxmlformats.org/officeDocument/2006/relationships/customXml" Target="../ink/ink133.xml"/><Relationship Id="rId136" Type="http://schemas.openxmlformats.org/officeDocument/2006/relationships/customXml" Target="../ink/ink181.xml"/><Relationship Id="rId178" Type="http://schemas.openxmlformats.org/officeDocument/2006/relationships/customXml" Target="../ink/ink202.xml"/><Relationship Id="rId301" Type="http://schemas.openxmlformats.org/officeDocument/2006/relationships/image" Target="../media/image263.png"/><Relationship Id="rId343" Type="http://schemas.openxmlformats.org/officeDocument/2006/relationships/image" Target="../media/image284.png"/><Relationship Id="rId550" Type="http://schemas.openxmlformats.org/officeDocument/2006/relationships/customXml" Target="../ink/ink388.xml"/><Relationship Id="rId82" Type="http://schemas.openxmlformats.org/officeDocument/2006/relationships/customXml" Target="../ink/ink154.xml"/><Relationship Id="rId203" Type="http://schemas.openxmlformats.org/officeDocument/2006/relationships/image" Target="../media/image214.png"/><Relationship Id="rId385" Type="http://schemas.openxmlformats.org/officeDocument/2006/relationships/image" Target="../media/image305.png"/><Relationship Id="rId245" Type="http://schemas.openxmlformats.org/officeDocument/2006/relationships/image" Target="../media/image235.png"/><Relationship Id="rId287" Type="http://schemas.openxmlformats.org/officeDocument/2006/relationships/image" Target="../media/image256.png"/><Relationship Id="rId410" Type="http://schemas.openxmlformats.org/officeDocument/2006/relationships/customXml" Target="../ink/ink318.xml"/><Relationship Id="rId452" Type="http://schemas.openxmlformats.org/officeDocument/2006/relationships/customXml" Target="../ink/ink339.xml"/><Relationship Id="rId494" Type="http://schemas.openxmlformats.org/officeDocument/2006/relationships/customXml" Target="../ink/ink360.xml"/><Relationship Id="rId508" Type="http://schemas.openxmlformats.org/officeDocument/2006/relationships/customXml" Target="../ink/ink367.xml"/><Relationship Id="rId105" Type="http://schemas.openxmlformats.org/officeDocument/2006/relationships/image" Target="../media/image165.png"/><Relationship Id="rId147" Type="http://schemas.openxmlformats.org/officeDocument/2006/relationships/image" Target="../media/image186.png"/><Relationship Id="rId312" Type="http://schemas.openxmlformats.org/officeDocument/2006/relationships/customXml" Target="../ink/ink269.xml"/><Relationship Id="rId354" Type="http://schemas.openxmlformats.org/officeDocument/2006/relationships/customXml" Target="../ink/ink290.xml"/><Relationship Id="rId51" Type="http://schemas.openxmlformats.org/officeDocument/2006/relationships/image" Target="../media/image138.png"/><Relationship Id="rId93" Type="http://schemas.openxmlformats.org/officeDocument/2006/relationships/image" Target="../media/image159.png"/><Relationship Id="rId189" Type="http://schemas.openxmlformats.org/officeDocument/2006/relationships/image" Target="../media/image207.png"/><Relationship Id="rId396" Type="http://schemas.openxmlformats.org/officeDocument/2006/relationships/customXml" Target="../ink/ink311.xml"/><Relationship Id="rId561" Type="http://schemas.openxmlformats.org/officeDocument/2006/relationships/image" Target="../media/image392.png"/><Relationship Id="rId214" Type="http://schemas.openxmlformats.org/officeDocument/2006/relationships/customXml" Target="../ink/ink220.xml"/><Relationship Id="rId256" Type="http://schemas.openxmlformats.org/officeDocument/2006/relationships/customXml" Target="../ink/ink241.xml"/><Relationship Id="rId298" Type="http://schemas.openxmlformats.org/officeDocument/2006/relationships/customXml" Target="../ink/ink262.xml"/><Relationship Id="rId421" Type="http://schemas.openxmlformats.org/officeDocument/2006/relationships/image" Target="../media/image323.png"/><Relationship Id="rId463" Type="http://schemas.openxmlformats.org/officeDocument/2006/relationships/image" Target="../media/image343.png"/><Relationship Id="rId519" Type="http://schemas.openxmlformats.org/officeDocument/2006/relationships/image" Target="../media/image371.png"/><Relationship Id="rId116" Type="http://schemas.openxmlformats.org/officeDocument/2006/relationships/customXml" Target="../ink/ink171.xml"/><Relationship Id="rId158" Type="http://schemas.openxmlformats.org/officeDocument/2006/relationships/customXml" Target="../ink/ink192.xml"/><Relationship Id="rId323" Type="http://schemas.openxmlformats.org/officeDocument/2006/relationships/image" Target="../media/image274.png"/><Relationship Id="rId530" Type="http://schemas.openxmlformats.org/officeDocument/2006/relationships/customXml" Target="../ink/ink378.xml"/><Relationship Id="rId20" Type="http://schemas.openxmlformats.org/officeDocument/2006/relationships/customXml" Target="../ink/ink123.xml"/><Relationship Id="rId62" Type="http://schemas.openxmlformats.org/officeDocument/2006/relationships/customXml" Target="../ink/ink144.xml"/><Relationship Id="rId365" Type="http://schemas.openxmlformats.org/officeDocument/2006/relationships/image" Target="../media/image295.png"/><Relationship Id="rId572" Type="http://schemas.openxmlformats.org/officeDocument/2006/relationships/customXml" Target="../ink/ink399.xml"/><Relationship Id="rId225" Type="http://schemas.openxmlformats.org/officeDocument/2006/relationships/image" Target="../media/image225.png"/><Relationship Id="rId267" Type="http://schemas.openxmlformats.org/officeDocument/2006/relationships/image" Target="../media/image246.png"/><Relationship Id="rId432" Type="http://schemas.openxmlformats.org/officeDocument/2006/relationships/customXml" Target="../ink/ink329.xml"/><Relationship Id="rId474" Type="http://schemas.openxmlformats.org/officeDocument/2006/relationships/customXml" Target="../ink/ink350.xml"/><Relationship Id="rId127" Type="http://schemas.openxmlformats.org/officeDocument/2006/relationships/image" Target="../media/image176.png"/><Relationship Id="rId31" Type="http://schemas.openxmlformats.org/officeDocument/2006/relationships/image" Target="../media/image128.png"/><Relationship Id="rId73" Type="http://schemas.openxmlformats.org/officeDocument/2006/relationships/image" Target="../media/image149.png"/><Relationship Id="rId169" Type="http://schemas.openxmlformats.org/officeDocument/2006/relationships/image" Target="../media/image197.png"/><Relationship Id="rId334" Type="http://schemas.openxmlformats.org/officeDocument/2006/relationships/customXml" Target="../ink/ink280.xml"/><Relationship Id="rId376" Type="http://schemas.openxmlformats.org/officeDocument/2006/relationships/customXml" Target="../ink/ink301.xml"/><Relationship Id="rId541" Type="http://schemas.openxmlformats.org/officeDocument/2006/relationships/image" Target="../media/image382.png"/><Relationship Id="rId583" Type="http://schemas.openxmlformats.org/officeDocument/2006/relationships/image" Target="../media/image403.png"/><Relationship Id="rId4" Type="http://schemas.openxmlformats.org/officeDocument/2006/relationships/customXml" Target="../ink/ink115.xml"/><Relationship Id="rId180" Type="http://schemas.openxmlformats.org/officeDocument/2006/relationships/customXml" Target="../ink/ink203.xml"/><Relationship Id="rId236" Type="http://schemas.openxmlformats.org/officeDocument/2006/relationships/customXml" Target="../ink/ink231.xml"/><Relationship Id="rId278" Type="http://schemas.openxmlformats.org/officeDocument/2006/relationships/customXml" Target="../ink/ink252.xml"/><Relationship Id="rId401" Type="http://schemas.openxmlformats.org/officeDocument/2006/relationships/image" Target="../media/image313.png"/><Relationship Id="rId443" Type="http://schemas.openxmlformats.org/officeDocument/2006/relationships/image" Target="../media/image333.png"/><Relationship Id="rId303" Type="http://schemas.openxmlformats.org/officeDocument/2006/relationships/image" Target="../media/image264.png"/><Relationship Id="rId485" Type="http://schemas.openxmlformats.org/officeDocument/2006/relationships/image" Target="../media/image354.png"/><Relationship Id="rId42" Type="http://schemas.openxmlformats.org/officeDocument/2006/relationships/customXml" Target="../ink/ink134.xml"/><Relationship Id="rId84" Type="http://schemas.openxmlformats.org/officeDocument/2006/relationships/customXml" Target="../ink/ink155.xml"/><Relationship Id="rId138" Type="http://schemas.openxmlformats.org/officeDocument/2006/relationships/customXml" Target="../ink/ink182.xml"/><Relationship Id="rId345" Type="http://schemas.openxmlformats.org/officeDocument/2006/relationships/image" Target="../media/image285.png"/><Relationship Id="rId387" Type="http://schemas.openxmlformats.org/officeDocument/2006/relationships/image" Target="../media/image306.png"/><Relationship Id="rId510" Type="http://schemas.openxmlformats.org/officeDocument/2006/relationships/customXml" Target="../ink/ink368.xml"/><Relationship Id="rId552" Type="http://schemas.openxmlformats.org/officeDocument/2006/relationships/customXml" Target="../ink/ink389.xml"/><Relationship Id="rId191" Type="http://schemas.openxmlformats.org/officeDocument/2006/relationships/image" Target="../media/image208.png"/><Relationship Id="rId205" Type="http://schemas.openxmlformats.org/officeDocument/2006/relationships/image" Target="../media/image215.png"/><Relationship Id="rId247" Type="http://schemas.openxmlformats.org/officeDocument/2006/relationships/image" Target="../media/image236.png"/><Relationship Id="rId412" Type="http://schemas.openxmlformats.org/officeDocument/2006/relationships/customXml" Target="../ink/ink319.xml"/><Relationship Id="rId107" Type="http://schemas.openxmlformats.org/officeDocument/2006/relationships/image" Target="../media/image166.png"/><Relationship Id="rId289" Type="http://schemas.openxmlformats.org/officeDocument/2006/relationships/image" Target="../media/image257.png"/><Relationship Id="rId454" Type="http://schemas.openxmlformats.org/officeDocument/2006/relationships/customXml" Target="../ink/ink340.xml"/><Relationship Id="rId496" Type="http://schemas.openxmlformats.org/officeDocument/2006/relationships/customXml" Target="../ink/ink361.xml"/><Relationship Id="rId11" Type="http://schemas.openxmlformats.org/officeDocument/2006/relationships/image" Target="../media/image118.png"/><Relationship Id="rId53" Type="http://schemas.openxmlformats.org/officeDocument/2006/relationships/image" Target="../media/image139.png"/><Relationship Id="rId149" Type="http://schemas.openxmlformats.org/officeDocument/2006/relationships/image" Target="../media/image187.png"/><Relationship Id="rId314" Type="http://schemas.openxmlformats.org/officeDocument/2006/relationships/customXml" Target="../ink/ink270.xml"/><Relationship Id="rId356" Type="http://schemas.openxmlformats.org/officeDocument/2006/relationships/customXml" Target="../ink/ink291.xml"/><Relationship Id="rId398" Type="http://schemas.openxmlformats.org/officeDocument/2006/relationships/customXml" Target="../ink/ink312.xml"/><Relationship Id="rId521" Type="http://schemas.openxmlformats.org/officeDocument/2006/relationships/image" Target="../media/image372.png"/><Relationship Id="rId563" Type="http://schemas.openxmlformats.org/officeDocument/2006/relationships/image" Target="../media/image393.png"/><Relationship Id="rId95" Type="http://schemas.openxmlformats.org/officeDocument/2006/relationships/image" Target="../media/image160.png"/><Relationship Id="rId160" Type="http://schemas.openxmlformats.org/officeDocument/2006/relationships/customXml" Target="../ink/ink193.xml"/><Relationship Id="rId216" Type="http://schemas.openxmlformats.org/officeDocument/2006/relationships/customXml" Target="../ink/ink221.xml"/><Relationship Id="rId423" Type="http://schemas.openxmlformats.org/officeDocument/2006/relationships/image" Target="../media/image324.png"/><Relationship Id="rId258" Type="http://schemas.openxmlformats.org/officeDocument/2006/relationships/customXml" Target="../ink/ink242.xml"/><Relationship Id="rId465" Type="http://schemas.openxmlformats.org/officeDocument/2006/relationships/image" Target="../media/image344.png"/><Relationship Id="rId22" Type="http://schemas.openxmlformats.org/officeDocument/2006/relationships/customXml" Target="../ink/ink124.xml"/><Relationship Id="rId64" Type="http://schemas.openxmlformats.org/officeDocument/2006/relationships/customXml" Target="../ink/ink145.xml"/><Relationship Id="rId118" Type="http://schemas.openxmlformats.org/officeDocument/2006/relationships/customXml" Target="../ink/ink172.xml"/><Relationship Id="rId325" Type="http://schemas.openxmlformats.org/officeDocument/2006/relationships/image" Target="../media/image275.png"/><Relationship Id="rId367" Type="http://schemas.openxmlformats.org/officeDocument/2006/relationships/image" Target="../media/image296.png"/><Relationship Id="rId532" Type="http://schemas.openxmlformats.org/officeDocument/2006/relationships/customXml" Target="../ink/ink379.xml"/><Relationship Id="rId574" Type="http://schemas.openxmlformats.org/officeDocument/2006/relationships/customXml" Target="../ink/ink400.xml"/><Relationship Id="rId171" Type="http://schemas.openxmlformats.org/officeDocument/2006/relationships/image" Target="../media/image198.png"/><Relationship Id="rId227" Type="http://schemas.openxmlformats.org/officeDocument/2006/relationships/image" Target="../media/image226.png"/><Relationship Id="rId269" Type="http://schemas.openxmlformats.org/officeDocument/2006/relationships/image" Target="../media/image247.png"/><Relationship Id="rId434" Type="http://schemas.openxmlformats.org/officeDocument/2006/relationships/customXml" Target="../ink/ink330.xml"/><Relationship Id="rId476" Type="http://schemas.openxmlformats.org/officeDocument/2006/relationships/customXml" Target="../ink/ink351.xml"/><Relationship Id="rId33" Type="http://schemas.openxmlformats.org/officeDocument/2006/relationships/image" Target="../media/image129.png"/><Relationship Id="rId129" Type="http://schemas.openxmlformats.org/officeDocument/2006/relationships/image" Target="../media/image177.png"/><Relationship Id="rId280" Type="http://schemas.openxmlformats.org/officeDocument/2006/relationships/customXml" Target="../ink/ink253.xml"/><Relationship Id="rId336" Type="http://schemas.openxmlformats.org/officeDocument/2006/relationships/customXml" Target="../ink/ink281.xml"/><Relationship Id="rId501" Type="http://schemas.openxmlformats.org/officeDocument/2006/relationships/image" Target="../media/image362.png"/><Relationship Id="rId543" Type="http://schemas.openxmlformats.org/officeDocument/2006/relationships/image" Target="../media/image383.png"/><Relationship Id="rId75" Type="http://schemas.openxmlformats.org/officeDocument/2006/relationships/image" Target="../media/image150.png"/><Relationship Id="rId140" Type="http://schemas.openxmlformats.org/officeDocument/2006/relationships/customXml" Target="../ink/ink183.xml"/><Relationship Id="rId182" Type="http://schemas.openxmlformats.org/officeDocument/2006/relationships/customXml" Target="../ink/ink204.xml"/><Relationship Id="rId378" Type="http://schemas.openxmlformats.org/officeDocument/2006/relationships/customXml" Target="../ink/ink302.xml"/><Relationship Id="rId403" Type="http://schemas.openxmlformats.org/officeDocument/2006/relationships/image" Target="../media/image314.png"/><Relationship Id="rId585" Type="http://schemas.openxmlformats.org/officeDocument/2006/relationships/image" Target="../media/image404.png"/><Relationship Id="rId6" Type="http://schemas.openxmlformats.org/officeDocument/2006/relationships/customXml" Target="../ink/ink116.xml"/><Relationship Id="rId238" Type="http://schemas.openxmlformats.org/officeDocument/2006/relationships/customXml" Target="../ink/ink232.xml"/><Relationship Id="rId445" Type="http://schemas.openxmlformats.org/officeDocument/2006/relationships/image" Target="../media/image334.png"/><Relationship Id="rId487" Type="http://schemas.openxmlformats.org/officeDocument/2006/relationships/image" Target="../media/image355.png"/><Relationship Id="rId291" Type="http://schemas.openxmlformats.org/officeDocument/2006/relationships/image" Target="../media/image258.png"/><Relationship Id="rId305" Type="http://schemas.openxmlformats.org/officeDocument/2006/relationships/image" Target="../media/image265.png"/><Relationship Id="rId347" Type="http://schemas.openxmlformats.org/officeDocument/2006/relationships/image" Target="../media/image286.png"/><Relationship Id="rId512" Type="http://schemas.openxmlformats.org/officeDocument/2006/relationships/customXml" Target="../ink/ink369.xml"/><Relationship Id="rId44" Type="http://schemas.openxmlformats.org/officeDocument/2006/relationships/customXml" Target="../ink/ink135.xml"/><Relationship Id="rId86" Type="http://schemas.openxmlformats.org/officeDocument/2006/relationships/customXml" Target="../ink/ink156.xml"/><Relationship Id="rId151" Type="http://schemas.openxmlformats.org/officeDocument/2006/relationships/image" Target="../media/image188.png"/><Relationship Id="rId389" Type="http://schemas.openxmlformats.org/officeDocument/2006/relationships/image" Target="../media/image307.png"/><Relationship Id="rId554" Type="http://schemas.openxmlformats.org/officeDocument/2006/relationships/customXml" Target="../ink/ink390.xml"/><Relationship Id="rId193" Type="http://schemas.openxmlformats.org/officeDocument/2006/relationships/image" Target="../media/image209.png"/><Relationship Id="rId207" Type="http://schemas.openxmlformats.org/officeDocument/2006/relationships/image" Target="../media/image216.png"/><Relationship Id="rId249" Type="http://schemas.openxmlformats.org/officeDocument/2006/relationships/image" Target="../media/image237.png"/><Relationship Id="rId414" Type="http://schemas.openxmlformats.org/officeDocument/2006/relationships/customXml" Target="../ink/ink320.xml"/><Relationship Id="rId456" Type="http://schemas.openxmlformats.org/officeDocument/2006/relationships/customXml" Target="../ink/ink341.xml"/><Relationship Id="rId498" Type="http://schemas.openxmlformats.org/officeDocument/2006/relationships/customXml" Target="../ink/ink362.xml"/><Relationship Id="rId13" Type="http://schemas.openxmlformats.org/officeDocument/2006/relationships/image" Target="../media/image119.png"/><Relationship Id="rId109" Type="http://schemas.openxmlformats.org/officeDocument/2006/relationships/image" Target="../media/image167.png"/><Relationship Id="rId260" Type="http://schemas.openxmlformats.org/officeDocument/2006/relationships/customXml" Target="../ink/ink243.xml"/><Relationship Id="rId316" Type="http://schemas.openxmlformats.org/officeDocument/2006/relationships/customXml" Target="../ink/ink271.xml"/><Relationship Id="rId523" Type="http://schemas.openxmlformats.org/officeDocument/2006/relationships/image" Target="../media/image373.png"/><Relationship Id="rId55" Type="http://schemas.openxmlformats.org/officeDocument/2006/relationships/image" Target="../media/image140.png"/><Relationship Id="rId97" Type="http://schemas.openxmlformats.org/officeDocument/2006/relationships/image" Target="../media/image161.png"/><Relationship Id="rId120" Type="http://schemas.openxmlformats.org/officeDocument/2006/relationships/customXml" Target="../ink/ink173.xml"/><Relationship Id="rId358" Type="http://schemas.openxmlformats.org/officeDocument/2006/relationships/customXml" Target="../ink/ink292.xml"/><Relationship Id="rId565" Type="http://schemas.openxmlformats.org/officeDocument/2006/relationships/image" Target="../media/image394.png"/><Relationship Id="rId162" Type="http://schemas.openxmlformats.org/officeDocument/2006/relationships/customXml" Target="../ink/ink194.xml"/><Relationship Id="rId218" Type="http://schemas.openxmlformats.org/officeDocument/2006/relationships/customXml" Target="../ink/ink222.xml"/><Relationship Id="rId425" Type="http://schemas.openxmlformats.org/officeDocument/2006/relationships/image" Target="../media/image325.png"/><Relationship Id="rId467" Type="http://schemas.openxmlformats.org/officeDocument/2006/relationships/image" Target="../media/image345.png"/><Relationship Id="rId271" Type="http://schemas.openxmlformats.org/officeDocument/2006/relationships/image" Target="../media/image248.png"/><Relationship Id="rId24" Type="http://schemas.openxmlformats.org/officeDocument/2006/relationships/customXml" Target="../ink/ink125.xml"/><Relationship Id="rId66" Type="http://schemas.openxmlformats.org/officeDocument/2006/relationships/customXml" Target="../ink/ink146.xml"/><Relationship Id="rId131" Type="http://schemas.openxmlformats.org/officeDocument/2006/relationships/image" Target="../media/image178.png"/><Relationship Id="rId327" Type="http://schemas.openxmlformats.org/officeDocument/2006/relationships/image" Target="../media/image276.png"/><Relationship Id="rId369" Type="http://schemas.openxmlformats.org/officeDocument/2006/relationships/image" Target="../media/image297.png"/><Relationship Id="rId534" Type="http://schemas.openxmlformats.org/officeDocument/2006/relationships/customXml" Target="../ink/ink380.xml"/><Relationship Id="rId576" Type="http://schemas.openxmlformats.org/officeDocument/2006/relationships/customXml" Target="../ink/ink401.xml"/><Relationship Id="rId173" Type="http://schemas.openxmlformats.org/officeDocument/2006/relationships/image" Target="../media/image199.png"/><Relationship Id="rId229" Type="http://schemas.openxmlformats.org/officeDocument/2006/relationships/image" Target="../media/image227.png"/><Relationship Id="rId380" Type="http://schemas.openxmlformats.org/officeDocument/2006/relationships/customXml" Target="../ink/ink303.xml"/><Relationship Id="rId436" Type="http://schemas.openxmlformats.org/officeDocument/2006/relationships/customXml" Target="../ink/ink331.xml"/><Relationship Id="rId240" Type="http://schemas.openxmlformats.org/officeDocument/2006/relationships/customXml" Target="../ink/ink233.xml"/><Relationship Id="rId478" Type="http://schemas.openxmlformats.org/officeDocument/2006/relationships/customXml" Target="../ink/ink352.xml"/><Relationship Id="rId35" Type="http://schemas.openxmlformats.org/officeDocument/2006/relationships/image" Target="../media/image130.png"/><Relationship Id="rId77" Type="http://schemas.openxmlformats.org/officeDocument/2006/relationships/image" Target="../media/image151.png"/><Relationship Id="rId100" Type="http://schemas.openxmlformats.org/officeDocument/2006/relationships/customXml" Target="../ink/ink163.xml"/><Relationship Id="rId282" Type="http://schemas.openxmlformats.org/officeDocument/2006/relationships/customXml" Target="../ink/ink254.xml"/><Relationship Id="rId338" Type="http://schemas.openxmlformats.org/officeDocument/2006/relationships/customXml" Target="../ink/ink282.xml"/><Relationship Id="rId503" Type="http://schemas.openxmlformats.org/officeDocument/2006/relationships/image" Target="../media/image363.png"/><Relationship Id="rId545" Type="http://schemas.openxmlformats.org/officeDocument/2006/relationships/image" Target="../media/image384.png"/><Relationship Id="rId587" Type="http://schemas.openxmlformats.org/officeDocument/2006/relationships/image" Target="../media/image405.png"/><Relationship Id="rId8" Type="http://schemas.openxmlformats.org/officeDocument/2006/relationships/customXml" Target="../ink/ink117.xml"/><Relationship Id="rId142" Type="http://schemas.openxmlformats.org/officeDocument/2006/relationships/customXml" Target="../ink/ink184.xml"/><Relationship Id="rId184" Type="http://schemas.openxmlformats.org/officeDocument/2006/relationships/customXml" Target="../ink/ink205.xml"/><Relationship Id="rId391" Type="http://schemas.openxmlformats.org/officeDocument/2006/relationships/image" Target="../media/image308.png"/><Relationship Id="rId405" Type="http://schemas.openxmlformats.org/officeDocument/2006/relationships/image" Target="../media/image315.png"/><Relationship Id="rId447" Type="http://schemas.openxmlformats.org/officeDocument/2006/relationships/image" Target="../media/image335.png"/><Relationship Id="rId251" Type="http://schemas.openxmlformats.org/officeDocument/2006/relationships/image" Target="../media/image238.png"/><Relationship Id="rId489" Type="http://schemas.openxmlformats.org/officeDocument/2006/relationships/image" Target="../media/image356.png"/><Relationship Id="rId46" Type="http://schemas.openxmlformats.org/officeDocument/2006/relationships/customXml" Target="../ink/ink136.xml"/><Relationship Id="rId293" Type="http://schemas.openxmlformats.org/officeDocument/2006/relationships/image" Target="../media/image259.png"/><Relationship Id="rId307" Type="http://schemas.openxmlformats.org/officeDocument/2006/relationships/image" Target="../media/image266.png"/><Relationship Id="rId349" Type="http://schemas.openxmlformats.org/officeDocument/2006/relationships/image" Target="../media/image287.png"/><Relationship Id="rId514" Type="http://schemas.openxmlformats.org/officeDocument/2006/relationships/customXml" Target="../ink/ink370.xml"/><Relationship Id="rId556" Type="http://schemas.openxmlformats.org/officeDocument/2006/relationships/customXml" Target="../ink/ink391.xml"/><Relationship Id="rId88" Type="http://schemas.openxmlformats.org/officeDocument/2006/relationships/customXml" Target="../ink/ink157.xml"/><Relationship Id="rId111" Type="http://schemas.openxmlformats.org/officeDocument/2006/relationships/image" Target="../media/image168.png"/><Relationship Id="rId153" Type="http://schemas.openxmlformats.org/officeDocument/2006/relationships/image" Target="../media/image189.png"/><Relationship Id="rId195" Type="http://schemas.openxmlformats.org/officeDocument/2006/relationships/image" Target="../media/image210.png"/><Relationship Id="rId209" Type="http://schemas.openxmlformats.org/officeDocument/2006/relationships/image" Target="../media/image217.png"/><Relationship Id="rId360" Type="http://schemas.openxmlformats.org/officeDocument/2006/relationships/customXml" Target="../ink/ink293.xml"/><Relationship Id="rId416" Type="http://schemas.openxmlformats.org/officeDocument/2006/relationships/customXml" Target="../ink/ink321.xml"/><Relationship Id="rId220" Type="http://schemas.openxmlformats.org/officeDocument/2006/relationships/customXml" Target="../ink/ink223.xml"/><Relationship Id="rId458" Type="http://schemas.openxmlformats.org/officeDocument/2006/relationships/customXml" Target="../ink/ink342.xml"/><Relationship Id="rId15" Type="http://schemas.openxmlformats.org/officeDocument/2006/relationships/image" Target="../media/image120.png"/><Relationship Id="rId57" Type="http://schemas.openxmlformats.org/officeDocument/2006/relationships/image" Target="../media/image141.png"/><Relationship Id="rId262" Type="http://schemas.openxmlformats.org/officeDocument/2006/relationships/customXml" Target="../ink/ink244.xml"/><Relationship Id="rId318" Type="http://schemas.openxmlformats.org/officeDocument/2006/relationships/customXml" Target="../ink/ink272.xml"/><Relationship Id="rId525" Type="http://schemas.openxmlformats.org/officeDocument/2006/relationships/image" Target="../media/image374.png"/><Relationship Id="rId567" Type="http://schemas.openxmlformats.org/officeDocument/2006/relationships/image" Target="../media/image395.png"/><Relationship Id="rId99" Type="http://schemas.openxmlformats.org/officeDocument/2006/relationships/image" Target="../media/image162.png"/><Relationship Id="rId122" Type="http://schemas.openxmlformats.org/officeDocument/2006/relationships/customXml" Target="../ink/ink174.xml"/><Relationship Id="rId164" Type="http://schemas.openxmlformats.org/officeDocument/2006/relationships/customXml" Target="../ink/ink195.xml"/><Relationship Id="rId371" Type="http://schemas.openxmlformats.org/officeDocument/2006/relationships/image" Target="../media/image298.png"/><Relationship Id="rId427" Type="http://schemas.openxmlformats.org/officeDocument/2006/relationships/image" Target="../media/image326.png"/><Relationship Id="rId469" Type="http://schemas.openxmlformats.org/officeDocument/2006/relationships/image" Target="../media/image346.png"/><Relationship Id="rId26" Type="http://schemas.openxmlformats.org/officeDocument/2006/relationships/customXml" Target="../ink/ink126.xml"/><Relationship Id="rId231" Type="http://schemas.openxmlformats.org/officeDocument/2006/relationships/image" Target="../media/image228.png"/><Relationship Id="rId273" Type="http://schemas.openxmlformats.org/officeDocument/2006/relationships/image" Target="../media/image249.png"/><Relationship Id="rId329" Type="http://schemas.openxmlformats.org/officeDocument/2006/relationships/image" Target="../media/image277.png"/><Relationship Id="rId480" Type="http://schemas.openxmlformats.org/officeDocument/2006/relationships/customXml" Target="../ink/ink353.xml"/><Relationship Id="rId536" Type="http://schemas.openxmlformats.org/officeDocument/2006/relationships/customXml" Target="../ink/ink381.xml"/><Relationship Id="rId68" Type="http://schemas.openxmlformats.org/officeDocument/2006/relationships/customXml" Target="../ink/ink147.xml"/><Relationship Id="rId133" Type="http://schemas.openxmlformats.org/officeDocument/2006/relationships/image" Target="../media/image179.png"/><Relationship Id="rId175" Type="http://schemas.openxmlformats.org/officeDocument/2006/relationships/image" Target="../media/image200.png"/><Relationship Id="rId340" Type="http://schemas.openxmlformats.org/officeDocument/2006/relationships/customXml" Target="../ink/ink283.xml"/><Relationship Id="rId578" Type="http://schemas.openxmlformats.org/officeDocument/2006/relationships/customXml" Target="../ink/ink402.xml"/><Relationship Id="rId200" Type="http://schemas.openxmlformats.org/officeDocument/2006/relationships/customXml" Target="../ink/ink213.xml"/><Relationship Id="rId382" Type="http://schemas.openxmlformats.org/officeDocument/2006/relationships/customXml" Target="../ink/ink304.xml"/><Relationship Id="rId438" Type="http://schemas.openxmlformats.org/officeDocument/2006/relationships/customXml" Target="../ink/ink332.xml"/><Relationship Id="rId242" Type="http://schemas.openxmlformats.org/officeDocument/2006/relationships/customXml" Target="../ink/ink234.xml"/><Relationship Id="rId284" Type="http://schemas.openxmlformats.org/officeDocument/2006/relationships/customXml" Target="../ink/ink255.xml"/><Relationship Id="rId491" Type="http://schemas.openxmlformats.org/officeDocument/2006/relationships/image" Target="../media/image357.png"/><Relationship Id="rId505" Type="http://schemas.openxmlformats.org/officeDocument/2006/relationships/image" Target="../media/image364.png"/><Relationship Id="rId37" Type="http://schemas.openxmlformats.org/officeDocument/2006/relationships/image" Target="../media/image131.png"/><Relationship Id="rId79" Type="http://schemas.openxmlformats.org/officeDocument/2006/relationships/image" Target="../media/image152.png"/><Relationship Id="rId102" Type="http://schemas.openxmlformats.org/officeDocument/2006/relationships/customXml" Target="../ink/ink164.xml"/><Relationship Id="rId144" Type="http://schemas.openxmlformats.org/officeDocument/2006/relationships/customXml" Target="../ink/ink185.xml"/><Relationship Id="rId547" Type="http://schemas.openxmlformats.org/officeDocument/2006/relationships/image" Target="../media/image385.png"/><Relationship Id="rId90" Type="http://schemas.openxmlformats.org/officeDocument/2006/relationships/customXml" Target="../ink/ink158.xml"/><Relationship Id="rId186" Type="http://schemas.openxmlformats.org/officeDocument/2006/relationships/customXml" Target="../ink/ink206.xml"/><Relationship Id="rId351" Type="http://schemas.openxmlformats.org/officeDocument/2006/relationships/image" Target="../media/image288.png"/><Relationship Id="rId393" Type="http://schemas.openxmlformats.org/officeDocument/2006/relationships/image" Target="../media/image309.png"/><Relationship Id="rId407" Type="http://schemas.openxmlformats.org/officeDocument/2006/relationships/image" Target="../media/image316.png"/><Relationship Id="rId449" Type="http://schemas.openxmlformats.org/officeDocument/2006/relationships/image" Target="../media/image336.png"/><Relationship Id="rId211" Type="http://schemas.openxmlformats.org/officeDocument/2006/relationships/image" Target="../media/image218.png"/><Relationship Id="rId253" Type="http://schemas.openxmlformats.org/officeDocument/2006/relationships/image" Target="../media/image239.png"/><Relationship Id="rId295" Type="http://schemas.openxmlformats.org/officeDocument/2006/relationships/image" Target="../media/image260.png"/><Relationship Id="rId309" Type="http://schemas.openxmlformats.org/officeDocument/2006/relationships/image" Target="../media/image267.png"/><Relationship Id="rId460" Type="http://schemas.openxmlformats.org/officeDocument/2006/relationships/customXml" Target="../ink/ink343.xml"/><Relationship Id="rId516" Type="http://schemas.openxmlformats.org/officeDocument/2006/relationships/customXml" Target="../ink/ink371.xml"/><Relationship Id="rId48" Type="http://schemas.openxmlformats.org/officeDocument/2006/relationships/customXml" Target="../ink/ink137.xml"/><Relationship Id="rId113" Type="http://schemas.openxmlformats.org/officeDocument/2006/relationships/image" Target="../media/image169.png"/><Relationship Id="rId320" Type="http://schemas.openxmlformats.org/officeDocument/2006/relationships/customXml" Target="../ink/ink273.xml"/><Relationship Id="rId558" Type="http://schemas.openxmlformats.org/officeDocument/2006/relationships/customXml" Target="../ink/ink392.xml"/><Relationship Id="rId155" Type="http://schemas.openxmlformats.org/officeDocument/2006/relationships/image" Target="../media/image190.png"/><Relationship Id="rId197" Type="http://schemas.openxmlformats.org/officeDocument/2006/relationships/image" Target="../media/image211.png"/><Relationship Id="rId362" Type="http://schemas.openxmlformats.org/officeDocument/2006/relationships/customXml" Target="../ink/ink294.xml"/><Relationship Id="rId418" Type="http://schemas.openxmlformats.org/officeDocument/2006/relationships/customXml" Target="../ink/ink322.xml"/><Relationship Id="rId222" Type="http://schemas.openxmlformats.org/officeDocument/2006/relationships/customXml" Target="../ink/ink224.xml"/><Relationship Id="rId264" Type="http://schemas.openxmlformats.org/officeDocument/2006/relationships/customXml" Target="../ink/ink245.xml"/><Relationship Id="rId471" Type="http://schemas.openxmlformats.org/officeDocument/2006/relationships/image" Target="../media/image347.png"/><Relationship Id="rId17" Type="http://schemas.openxmlformats.org/officeDocument/2006/relationships/image" Target="../media/image121.png"/><Relationship Id="rId59" Type="http://schemas.openxmlformats.org/officeDocument/2006/relationships/image" Target="../media/image142.png"/><Relationship Id="rId124" Type="http://schemas.openxmlformats.org/officeDocument/2006/relationships/customXml" Target="../ink/ink175.xml"/><Relationship Id="rId527" Type="http://schemas.openxmlformats.org/officeDocument/2006/relationships/image" Target="../media/image375.png"/><Relationship Id="rId569" Type="http://schemas.openxmlformats.org/officeDocument/2006/relationships/image" Target="../media/image396.png"/><Relationship Id="rId70" Type="http://schemas.openxmlformats.org/officeDocument/2006/relationships/customXml" Target="../ink/ink148.xml"/><Relationship Id="rId166" Type="http://schemas.openxmlformats.org/officeDocument/2006/relationships/customXml" Target="../ink/ink196.xml"/><Relationship Id="rId331" Type="http://schemas.openxmlformats.org/officeDocument/2006/relationships/image" Target="../media/image278.png"/><Relationship Id="rId373" Type="http://schemas.openxmlformats.org/officeDocument/2006/relationships/image" Target="../media/image299.png"/><Relationship Id="rId429" Type="http://schemas.openxmlformats.org/officeDocument/2006/relationships/image" Target="../media/image327.png"/><Relationship Id="rId580" Type="http://schemas.openxmlformats.org/officeDocument/2006/relationships/customXml" Target="../ink/ink403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229.png"/><Relationship Id="rId440" Type="http://schemas.openxmlformats.org/officeDocument/2006/relationships/customXml" Target="../ink/ink333.xml"/><Relationship Id="rId28" Type="http://schemas.openxmlformats.org/officeDocument/2006/relationships/customXml" Target="../ink/ink127.xml"/><Relationship Id="rId275" Type="http://schemas.openxmlformats.org/officeDocument/2006/relationships/image" Target="../media/image250.png"/><Relationship Id="rId300" Type="http://schemas.openxmlformats.org/officeDocument/2006/relationships/customXml" Target="../ink/ink263.xml"/><Relationship Id="rId482" Type="http://schemas.openxmlformats.org/officeDocument/2006/relationships/customXml" Target="../ink/ink354.xml"/><Relationship Id="rId538" Type="http://schemas.openxmlformats.org/officeDocument/2006/relationships/customXml" Target="../ink/ink382.xml"/><Relationship Id="rId81" Type="http://schemas.openxmlformats.org/officeDocument/2006/relationships/image" Target="../media/image153.png"/><Relationship Id="rId135" Type="http://schemas.openxmlformats.org/officeDocument/2006/relationships/image" Target="../media/image180.png"/><Relationship Id="rId177" Type="http://schemas.openxmlformats.org/officeDocument/2006/relationships/image" Target="../media/image201.png"/><Relationship Id="rId342" Type="http://schemas.openxmlformats.org/officeDocument/2006/relationships/customXml" Target="../ink/ink284.xml"/><Relationship Id="rId384" Type="http://schemas.openxmlformats.org/officeDocument/2006/relationships/customXml" Target="../ink/ink305.xml"/><Relationship Id="rId202" Type="http://schemas.openxmlformats.org/officeDocument/2006/relationships/customXml" Target="../ink/ink214.xml"/><Relationship Id="rId244" Type="http://schemas.openxmlformats.org/officeDocument/2006/relationships/customXml" Target="../ink/ink235.xml"/><Relationship Id="rId39" Type="http://schemas.openxmlformats.org/officeDocument/2006/relationships/image" Target="../media/image132.png"/><Relationship Id="rId286" Type="http://schemas.openxmlformats.org/officeDocument/2006/relationships/customXml" Target="../ink/ink256.xml"/><Relationship Id="rId451" Type="http://schemas.openxmlformats.org/officeDocument/2006/relationships/image" Target="../media/image337.png"/><Relationship Id="rId493" Type="http://schemas.openxmlformats.org/officeDocument/2006/relationships/image" Target="../media/image358.png"/><Relationship Id="rId507" Type="http://schemas.openxmlformats.org/officeDocument/2006/relationships/image" Target="../media/image365.png"/><Relationship Id="rId549" Type="http://schemas.openxmlformats.org/officeDocument/2006/relationships/image" Target="../media/image386.png"/><Relationship Id="rId50" Type="http://schemas.openxmlformats.org/officeDocument/2006/relationships/customXml" Target="../ink/ink138.xml"/><Relationship Id="rId104" Type="http://schemas.openxmlformats.org/officeDocument/2006/relationships/customXml" Target="../ink/ink165.xml"/><Relationship Id="rId146" Type="http://schemas.openxmlformats.org/officeDocument/2006/relationships/customXml" Target="../ink/ink186.xml"/><Relationship Id="rId188" Type="http://schemas.openxmlformats.org/officeDocument/2006/relationships/customXml" Target="../ink/ink207.xml"/><Relationship Id="rId311" Type="http://schemas.openxmlformats.org/officeDocument/2006/relationships/image" Target="../media/image268.png"/><Relationship Id="rId353" Type="http://schemas.openxmlformats.org/officeDocument/2006/relationships/image" Target="../media/image289.png"/><Relationship Id="rId395" Type="http://schemas.openxmlformats.org/officeDocument/2006/relationships/image" Target="../media/image310.png"/><Relationship Id="rId409" Type="http://schemas.openxmlformats.org/officeDocument/2006/relationships/image" Target="../media/image317.png"/><Relationship Id="rId560" Type="http://schemas.openxmlformats.org/officeDocument/2006/relationships/customXml" Target="../ink/ink393.xml"/><Relationship Id="rId92" Type="http://schemas.openxmlformats.org/officeDocument/2006/relationships/customXml" Target="../ink/ink159.xml"/><Relationship Id="rId213" Type="http://schemas.openxmlformats.org/officeDocument/2006/relationships/image" Target="../media/image219.png"/><Relationship Id="rId420" Type="http://schemas.openxmlformats.org/officeDocument/2006/relationships/customXml" Target="../ink/ink323.xml"/><Relationship Id="rId255" Type="http://schemas.openxmlformats.org/officeDocument/2006/relationships/image" Target="../media/image240.png"/><Relationship Id="rId297" Type="http://schemas.openxmlformats.org/officeDocument/2006/relationships/image" Target="../media/image261.png"/><Relationship Id="rId462" Type="http://schemas.openxmlformats.org/officeDocument/2006/relationships/customXml" Target="../ink/ink344.xml"/><Relationship Id="rId518" Type="http://schemas.openxmlformats.org/officeDocument/2006/relationships/customXml" Target="../ink/ink372.xml"/><Relationship Id="rId115" Type="http://schemas.openxmlformats.org/officeDocument/2006/relationships/image" Target="../media/image170.png"/><Relationship Id="rId157" Type="http://schemas.openxmlformats.org/officeDocument/2006/relationships/image" Target="../media/image191.png"/><Relationship Id="rId322" Type="http://schemas.openxmlformats.org/officeDocument/2006/relationships/customXml" Target="../ink/ink274.xml"/><Relationship Id="rId364" Type="http://schemas.openxmlformats.org/officeDocument/2006/relationships/customXml" Target="../ink/ink295.xml"/><Relationship Id="rId61" Type="http://schemas.openxmlformats.org/officeDocument/2006/relationships/image" Target="../media/image143.png"/><Relationship Id="rId199" Type="http://schemas.openxmlformats.org/officeDocument/2006/relationships/image" Target="../media/image212.png"/><Relationship Id="rId571" Type="http://schemas.openxmlformats.org/officeDocument/2006/relationships/image" Target="../media/image397.png"/><Relationship Id="rId19" Type="http://schemas.openxmlformats.org/officeDocument/2006/relationships/image" Target="../media/image122.png"/><Relationship Id="rId224" Type="http://schemas.openxmlformats.org/officeDocument/2006/relationships/customXml" Target="../ink/ink225.xml"/><Relationship Id="rId266" Type="http://schemas.openxmlformats.org/officeDocument/2006/relationships/customXml" Target="../ink/ink246.xml"/><Relationship Id="rId431" Type="http://schemas.openxmlformats.org/officeDocument/2006/relationships/image" Target="../media/image328.png"/><Relationship Id="rId473" Type="http://schemas.openxmlformats.org/officeDocument/2006/relationships/image" Target="../media/image348.png"/><Relationship Id="rId529" Type="http://schemas.openxmlformats.org/officeDocument/2006/relationships/image" Target="../media/image376.png"/><Relationship Id="rId30" Type="http://schemas.openxmlformats.org/officeDocument/2006/relationships/customXml" Target="../ink/ink128.xml"/><Relationship Id="rId126" Type="http://schemas.openxmlformats.org/officeDocument/2006/relationships/customXml" Target="../ink/ink176.xml"/><Relationship Id="rId168" Type="http://schemas.openxmlformats.org/officeDocument/2006/relationships/customXml" Target="../ink/ink197.xml"/><Relationship Id="rId333" Type="http://schemas.openxmlformats.org/officeDocument/2006/relationships/image" Target="../media/image279.png"/><Relationship Id="rId540" Type="http://schemas.openxmlformats.org/officeDocument/2006/relationships/customXml" Target="../ink/ink383.xml"/><Relationship Id="rId72" Type="http://schemas.openxmlformats.org/officeDocument/2006/relationships/customXml" Target="../ink/ink149.xml"/><Relationship Id="rId375" Type="http://schemas.openxmlformats.org/officeDocument/2006/relationships/image" Target="../media/image300.png"/><Relationship Id="rId582" Type="http://schemas.openxmlformats.org/officeDocument/2006/relationships/customXml" Target="../ink/ink404.xml"/><Relationship Id="rId3" Type="http://schemas.openxmlformats.org/officeDocument/2006/relationships/image" Target="../media/image114.png"/><Relationship Id="rId235" Type="http://schemas.openxmlformats.org/officeDocument/2006/relationships/image" Target="../media/image230.png"/><Relationship Id="rId277" Type="http://schemas.openxmlformats.org/officeDocument/2006/relationships/image" Target="../media/image251.png"/><Relationship Id="rId400" Type="http://schemas.openxmlformats.org/officeDocument/2006/relationships/customXml" Target="../ink/ink313.xml"/><Relationship Id="rId442" Type="http://schemas.openxmlformats.org/officeDocument/2006/relationships/customXml" Target="../ink/ink334.xml"/><Relationship Id="rId484" Type="http://schemas.openxmlformats.org/officeDocument/2006/relationships/customXml" Target="../ink/ink355.xml"/><Relationship Id="rId137" Type="http://schemas.openxmlformats.org/officeDocument/2006/relationships/image" Target="../media/image181.png"/><Relationship Id="rId302" Type="http://schemas.openxmlformats.org/officeDocument/2006/relationships/customXml" Target="../ink/ink264.xml"/><Relationship Id="rId344" Type="http://schemas.openxmlformats.org/officeDocument/2006/relationships/customXml" Target="../ink/ink285.xml"/><Relationship Id="rId41" Type="http://schemas.openxmlformats.org/officeDocument/2006/relationships/image" Target="../media/image133.png"/><Relationship Id="rId83" Type="http://schemas.openxmlformats.org/officeDocument/2006/relationships/image" Target="../media/image154.png"/><Relationship Id="rId179" Type="http://schemas.openxmlformats.org/officeDocument/2006/relationships/image" Target="../media/image202.png"/><Relationship Id="rId386" Type="http://schemas.openxmlformats.org/officeDocument/2006/relationships/customXml" Target="../ink/ink306.xml"/><Relationship Id="rId551" Type="http://schemas.openxmlformats.org/officeDocument/2006/relationships/image" Target="../media/image387.png"/><Relationship Id="rId190" Type="http://schemas.openxmlformats.org/officeDocument/2006/relationships/customXml" Target="../ink/ink208.xml"/><Relationship Id="rId204" Type="http://schemas.openxmlformats.org/officeDocument/2006/relationships/customXml" Target="../ink/ink215.xml"/><Relationship Id="rId246" Type="http://schemas.openxmlformats.org/officeDocument/2006/relationships/customXml" Target="../ink/ink236.xml"/><Relationship Id="rId288" Type="http://schemas.openxmlformats.org/officeDocument/2006/relationships/customXml" Target="../ink/ink257.xml"/><Relationship Id="rId411" Type="http://schemas.openxmlformats.org/officeDocument/2006/relationships/image" Target="../media/image318.png"/><Relationship Id="rId453" Type="http://schemas.openxmlformats.org/officeDocument/2006/relationships/image" Target="../media/image338.png"/><Relationship Id="rId509" Type="http://schemas.openxmlformats.org/officeDocument/2006/relationships/image" Target="../media/image366.png"/><Relationship Id="rId106" Type="http://schemas.openxmlformats.org/officeDocument/2006/relationships/customXml" Target="../ink/ink166.xml"/><Relationship Id="rId313" Type="http://schemas.openxmlformats.org/officeDocument/2006/relationships/image" Target="../media/image269.png"/><Relationship Id="rId495" Type="http://schemas.openxmlformats.org/officeDocument/2006/relationships/image" Target="../media/image359.png"/><Relationship Id="rId10" Type="http://schemas.openxmlformats.org/officeDocument/2006/relationships/customXml" Target="../ink/ink118.xml"/><Relationship Id="rId52" Type="http://schemas.openxmlformats.org/officeDocument/2006/relationships/customXml" Target="../ink/ink139.xml"/><Relationship Id="rId94" Type="http://schemas.openxmlformats.org/officeDocument/2006/relationships/customXml" Target="../ink/ink160.xml"/><Relationship Id="rId148" Type="http://schemas.openxmlformats.org/officeDocument/2006/relationships/customXml" Target="../ink/ink187.xml"/><Relationship Id="rId355" Type="http://schemas.openxmlformats.org/officeDocument/2006/relationships/image" Target="../media/image290.png"/><Relationship Id="rId397" Type="http://schemas.openxmlformats.org/officeDocument/2006/relationships/image" Target="../media/image311.png"/><Relationship Id="rId520" Type="http://schemas.openxmlformats.org/officeDocument/2006/relationships/customXml" Target="../ink/ink373.xml"/><Relationship Id="rId562" Type="http://schemas.openxmlformats.org/officeDocument/2006/relationships/customXml" Target="../ink/ink394.xml"/><Relationship Id="rId215" Type="http://schemas.openxmlformats.org/officeDocument/2006/relationships/image" Target="../media/image220.png"/><Relationship Id="rId257" Type="http://schemas.openxmlformats.org/officeDocument/2006/relationships/image" Target="../media/image241.png"/><Relationship Id="rId422" Type="http://schemas.openxmlformats.org/officeDocument/2006/relationships/customXml" Target="../ink/ink324.xml"/><Relationship Id="rId464" Type="http://schemas.openxmlformats.org/officeDocument/2006/relationships/customXml" Target="../ink/ink345.xml"/><Relationship Id="rId299" Type="http://schemas.openxmlformats.org/officeDocument/2006/relationships/image" Target="../media/image262.png"/><Relationship Id="rId63" Type="http://schemas.openxmlformats.org/officeDocument/2006/relationships/image" Target="../media/image144.png"/><Relationship Id="rId159" Type="http://schemas.openxmlformats.org/officeDocument/2006/relationships/image" Target="../media/image192.png"/><Relationship Id="rId366" Type="http://schemas.openxmlformats.org/officeDocument/2006/relationships/customXml" Target="../ink/ink296.xml"/><Relationship Id="rId573" Type="http://schemas.openxmlformats.org/officeDocument/2006/relationships/image" Target="../media/image398.png"/><Relationship Id="rId226" Type="http://schemas.openxmlformats.org/officeDocument/2006/relationships/customXml" Target="../ink/ink226.xml"/><Relationship Id="rId433" Type="http://schemas.openxmlformats.org/officeDocument/2006/relationships/image" Target="../media/image329.png"/><Relationship Id="rId74" Type="http://schemas.openxmlformats.org/officeDocument/2006/relationships/customXml" Target="../ink/ink150.xml"/><Relationship Id="rId377" Type="http://schemas.openxmlformats.org/officeDocument/2006/relationships/image" Target="../media/image301.png"/><Relationship Id="rId500" Type="http://schemas.openxmlformats.org/officeDocument/2006/relationships/customXml" Target="../ink/ink363.xml"/><Relationship Id="rId584" Type="http://schemas.openxmlformats.org/officeDocument/2006/relationships/customXml" Target="../ink/ink405.xml"/><Relationship Id="rId5" Type="http://schemas.openxmlformats.org/officeDocument/2006/relationships/image" Target="../media/image115.png"/><Relationship Id="rId237" Type="http://schemas.openxmlformats.org/officeDocument/2006/relationships/image" Target="../media/image231.png"/><Relationship Id="rId444" Type="http://schemas.openxmlformats.org/officeDocument/2006/relationships/customXml" Target="../ink/ink335.xml"/><Relationship Id="rId290" Type="http://schemas.openxmlformats.org/officeDocument/2006/relationships/customXml" Target="../ink/ink258.xml"/><Relationship Id="rId304" Type="http://schemas.openxmlformats.org/officeDocument/2006/relationships/customXml" Target="../ink/ink265.xml"/><Relationship Id="rId388" Type="http://schemas.openxmlformats.org/officeDocument/2006/relationships/customXml" Target="../ink/ink307.xml"/><Relationship Id="rId511" Type="http://schemas.openxmlformats.org/officeDocument/2006/relationships/image" Target="../media/image367.png"/><Relationship Id="rId85" Type="http://schemas.openxmlformats.org/officeDocument/2006/relationships/image" Target="../media/image155.png"/><Relationship Id="rId150" Type="http://schemas.openxmlformats.org/officeDocument/2006/relationships/customXml" Target="../ink/ink188.xml"/><Relationship Id="rId248" Type="http://schemas.openxmlformats.org/officeDocument/2006/relationships/customXml" Target="../ink/ink237.xml"/><Relationship Id="rId455" Type="http://schemas.openxmlformats.org/officeDocument/2006/relationships/image" Target="../media/image339.png"/><Relationship Id="rId12" Type="http://schemas.openxmlformats.org/officeDocument/2006/relationships/customXml" Target="../ink/ink119.xml"/><Relationship Id="rId108" Type="http://schemas.openxmlformats.org/officeDocument/2006/relationships/customXml" Target="../ink/ink167.xml"/><Relationship Id="rId315" Type="http://schemas.openxmlformats.org/officeDocument/2006/relationships/image" Target="../media/image270.png"/><Relationship Id="rId522" Type="http://schemas.openxmlformats.org/officeDocument/2006/relationships/customXml" Target="../ink/ink374.xml"/><Relationship Id="rId96" Type="http://schemas.openxmlformats.org/officeDocument/2006/relationships/customXml" Target="../ink/ink161.xml"/><Relationship Id="rId161" Type="http://schemas.openxmlformats.org/officeDocument/2006/relationships/image" Target="../media/image193.png"/><Relationship Id="rId399" Type="http://schemas.openxmlformats.org/officeDocument/2006/relationships/image" Target="../media/image312.png"/><Relationship Id="rId259" Type="http://schemas.openxmlformats.org/officeDocument/2006/relationships/image" Target="../media/image242.png"/><Relationship Id="rId466" Type="http://schemas.openxmlformats.org/officeDocument/2006/relationships/customXml" Target="../ink/ink346.xml"/><Relationship Id="rId23" Type="http://schemas.openxmlformats.org/officeDocument/2006/relationships/image" Target="../media/image124.png"/><Relationship Id="rId119" Type="http://schemas.openxmlformats.org/officeDocument/2006/relationships/image" Target="../media/image172.png"/><Relationship Id="rId326" Type="http://schemas.openxmlformats.org/officeDocument/2006/relationships/customXml" Target="../ink/ink276.xml"/><Relationship Id="rId533" Type="http://schemas.openxmlformats.org/officeDocument/2006/relationships/image" Target="../media/image378.png"/><Relationship Id="rId172" Type="http://schemas.openxmlformats.org/officeDocument/2006/relationships/customXml" Target="../ink/ink199.xml"/><Relationship Id="rId477" Type="http://schemas.openxmlformats.org/officeDocument/2006/relationships/image" Target="../media/image350.png"/><Relationship Id="rId337" Type="http://schemas.openxmlformats.org/officeDocument/2006/relationships/image" Target="../media/image281.png"/><Relationship Id="rId34" Type="http://schemas.openxmlformats.org/officeDocument/2006/relationships/customXml" Target="../ink/ink130.xml"/><Relationship Id="rId544" Type="http://schemas.openxmlformats.org/officeDocument/2006/relationships/customXml" Target="../ink/ink385.xml"/><Relationship Id="rId183" Type="http://schemas.openxmlformats.org/officeDocument/2006/relationships/image" Target="../media/image204.png"/><Relationship Id="rId390" Type="http://schemas.openxmlformats.org/officeDocument/2006/relationships/customXml" Target="../ink/ink308.xml"/><Relationship Id="rId404" Type="http://schemas.openxmlformats.org/officeDocument/2006/relationships/customXml" Target="../ink/ink315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63.png"/><Relationship Id="rId21" Type="http://schemas.openxmlformats.org/officeDocument/2006/relationships/image" Target="../media/image415.png"/><Relationship Id="rId42" Type="http://schemas.openxmlformats.org/officeDocument/2006/relationships/customXml" Target="../ink/ink427.xml"/><Relationship Id="rId63" Type="http://schemas.openxmlformats.org/officeDocument/2006/relationships/image" Target="../media/image436.png"/><Relationship Id="rId84" Type="http://schemas.openxmlformats.org/officeDocument/2006/relationships/customXml" Target="../ink/ink448.xml"/><Relationship Id="rId138" Type="http://schemas.openxmlformats.org/officeDocument/2006/relationships/customXml" Target="../ink/ink475.xml"/><Relationship Id="rId159" Type="http://schemas.openxmlformats.org/officeDocument/2006/relationships/image" Target="../media/image484.png"/><Relationship Id="rId170" Type="http://schemas.openxmlformats.org/officeDocument/2006/relationships/customXml" Target="../ink/ink491.xml"/><Relationship Id="rId191" Type="http://schemas.openxmlformats.org/officeDocument/2006/relationships/image" Target="../media/image49.png"/><Relationship Id="rId205" Type="http://schemas.openxmlformats.org/officeDocument/2006/relationships/image" Target="../media/image506.png"/><Relationship Id="rId226" Type="http://schemas.openxmlformats.org/officeDocument/2006/relationships/customXml" Target="../ink/ink519.xml"/><Relationship Id="rId107" Type="http://schemas.openxmlformats.org/officeDocument/2006/relationships/image" Target="../media/image458.png"/><Relationship Id="rId11" Type="http://schemas.openxmlformats.org/officeDocument/2006/relationships/image" Target="../media/image410.png"/><Relationship Id="rId32" Type="http://schemas.openxmlformats.org/officeDocument/2006/relationships/customXml" Target="../ink/ink422.xml"/><Relationship Id="rId53" Type="http://schemas.openxmlformats.org/officeDocument/2006/relationships/image" Target="../media/image431.png"/><Relationship Id="rId74" Type="http://schemas.openxmlformats.org/officeDocument/2006/relationships/customXml" Target="../ink/ink443.xml"/><Relationship Id="rId128" Type="http://schemas.openxmlformats.org/officeDocument/2006/relationships/customXml" Target="../ink/ink470.xml"/><Relationship Id="rId149" Type="http://schemas.openxmlformats.org/officeDocument/2006/relationships/image" Target="../media/image479.png"/><Relationship Id="rId5" Type="http://schemas.openxmlformats.org/officeDocument/2006/relationships/image" Target="../media/image407.png"/><Relationship Id="rId95" Type="http://schemas.openxmlformats.org/officeDocument/2006/relationships/image" Target="../media/image452.png"/><Relationship Id="rId160" Type="http://schemas.openxmlformats.org/officeDocument/2006/relationships/customXml" Target="../ink/ink486.xml"/><Relationship Id="rId181" Type="http://schemas.openxmlformats.org/officeDocument/2006/relationships/image" Target="../media/image495.png"/><Relationship Id="rId216" Type="http://schemas.openxmlformats.org/officeDocument/2006/relationships/customXml" Target="../ink/ink514.xml"/><Relationship Id="rId237" Type="http://schemas.openxmlformats.org/officeDocument/2006/relationships/image" Target="../media/image522.png"/><Relationship Id="rId22" Type="http://schemas.openxmlformats.org/officeDocument/2006/relationships/customXml" Target="../ink/ink417.xml"/><Relationship Id="rId43" Type="http://schemas.openxmlformats.org/officeDocument/2006/relationships/image" Target="../media/image426.png"/><Relationship Id="rId64" Type="http://schemas.openxmlformats.org/officeDocument/2006/relationships/customXml" Target="../ink/ink438.xml"/><Relationship Id="rId118" Type="http://schemas.openxmlformats.org/officeDocument/2006/relationships/customXml" Target="../ink/ink465.xml"/><Relationship Id="rId139" Type="http://schemas.openxmlformats.org/officeDocument/2006/relationships/image" Target="../media/image474.png"/><Relationship Id="rId85" Type="http://schemas.openxmlformats.org/officeDocument/2006/relationships/image" Target="../media/image447.png"/><Relationship Id="rId150" Type="http://schemas.openxmlformats.org/officeDocument/2006/relationships/customXml" Target="../ink/ink481.xml"/><Relationship Id="rId171" Type="http://schemas.openxmlformats.org/officeDocument/2006/relationships/image" Target="../media/image490.png"/><Relationship Id="rId192" Type="http://schemas.openxmlformats.org/officeDocument/2006/relationships/customXml" Target="../ink/ink502.xml"/><Relationship Id="rId206" Type="http://schemas.openxmlformats.org/officeDocument/2006/relationships/customXml" Target="../ink/ink509.xml"/><Relationship Id="rId227" Type="http://schemas.openxmlformats.org/officeDocument/2006/relationships/image" Target="../media/image517.png"/><Relationship Id="rId12" Type="http://schemas.openxmlformats.org/officeDocument/2006/relationships/customXml" Target="../ink/ink412.xml"/><Relationship Id="rId33" Type="http://schemas.openxmlformats.org/officeDocument/2006/relationships/image" Target="../media/image421.png"/><Relationship Id="rId108" Type="http://schemas.openxmlformats.org/officeDocument/2006/relationships/customXml" Target="../ink/ink460.xml"/><Relationship Id="rId129" Type="http://schemas.openxmlformats.org/officeDocument/2006/relationships/image" Target="../media/image469.png"/><Relationship Id="rId54" Type="http://schemas.openxmlformats.org/officeDocument/2006/relationships/customXml" Target="../ink/ink433.xml"/><Relationship Id="rId75" Type="http://schemas.openxmlformats.org/officeDocument/2006/relationships/image" Target="../media/image442.png"/><Relationship Id="rId96" Type="http://schemas.openxmlformats.org/officeDocument/2006/relationships/customXml" Target="../ink/ink454.xml"/><Relationship Id="rId140" Type="http://schemas.openxmlformats.org/officeDocument/2006/relationships/customXml" Target="../ink/ink476.xml"/><Relationship Id="rId161" Type="http://schemas.openxmlformats.org/officeDocument/2006/relationships/image" Target="../media/image485.png"/><Relationship Id="rId182" Type="http://schemas.openxmlformats.org/officeDocument/2006/relationships/customXml" Target="../ink/ink497.xml"/><Relationship Id="rId217" Type="http://schemas.openxmlformats.org/officeDocument/2006/relationships/image" Target="../media/image512.png"/><Relationship Id="rId6" Type="http://schemas.openxmlformats.org/officeDocument/2006/relationships/customXml" Target="../ink/ink409.xml"/><Relationship Id="rId238" Type="http://schemas.openxmlformats.org/officeDocument/2006/relationships/customXml" Target="../ink/ink525.xml"/><Relationship Id="rId23" Type="http://schemas.openxmlformats.org/officeDocument/2006/relationships/image" Target="../media/image416.png"/><Relationship Id="rId119" Type="http://schemas.openxmlformats.org/officeDocument/2006/relationships/image" Target="../media/image464.png"/><Relationship Id="rId44" Type="http://schemas.openxmlformats.org/officeDocument/2006/relationships/customXml" Target="../ink/ink428.xml"/><Relationship Id="rId65" Type="http://schemas.openxmlformats.org/officeDocument/2006/relationships/image" Target="../media/image437.png"/><Relationship Id="rId86" Type="http://schemas.openxmlformats.org/officeDocument/2006/relationships/customXml" Target="../ink/ink449.xml"/><Relationship Id="rId130" Type="http://schemas.openxmlformats.org/officeDocument/2006/relationships/customXml" Target="../ink/ink471.xml"/><Relationship Id="rId151" Type="http://schemas.openxmlformats.org/officeDocument/2006/relationships/image" Target="../media/image480.png"/><Relationship Id="rId172" Type="http://schemas.openxmlformats.org/officeDocument/2006/relationships/customXml" Target="../ink/ink492.xml"/><Relationship Id="rId193" Type="http://schemas.openxmlformats.org/officeDocument/2006/relationships/image" Target="../media/image500.png"/><Relationship Id="rId207" Type="http://schemas.openxmlformats.org/officeDocument/2006/relationships/image" Target="../media/image507.png"/><Relationship Id="rId228" Type="http://schemas.openxmlformats.org/officeDocument/2006/relationships/customXml" Target="../ink/ink520.xml"/><Relationship Id="rId13" Type="http://schemas.openxmlformats.org/officeDocument/2006/relationships/image" Target="../media/image411.png"/><Relationship Id="rId109" Type="http://schemas.openxmlformats.org/officeDocument/2006/relationships/image" Target="../media/image459.png"/><Relationship Id="rId34" Type="http://schemas.openxmlformats.org/officeDocument/2006/relationships/customXml" Target="../ink/ink423.xml"/><Relationship Id="rId55" Type="http://schemas.openxmlformats.org/officeDocument/2006/relationships/image" Target="../media/image432.png"/><Relationship Id="rId76" Type="http://schemas.openxmlformats.org/officeDocument/2006/relationships/customXml" Target="../ink/ink444.xml"/><Relationship Id="rId97" Type="http://schemas.openxmlformats.org/officeDocument/2006/relationships/image" Target="../media/image453.png"/><Relationship Id="rId120" Type="http://schemas.openxmlformats.org/officeDocument/2006/relationships/customXml" Target="../ink/ink466.xml"/><Relationship Id="rId141" Type="http://schemas.openxmlformats.org/officeDocument/2006/relationships/image" Target="../media/image475.png"/><Relationship Id="rId7" Type="http://schemas.openxmlformats.org/officeDocument/2006/relationships/image" Target="../media/image408.png"/><Relationship Id="rId162" Type="http://schemas.openxmlformats.org/officeDocument/2006/relationships/customXml" Target="../ink/ink487.xml"/><Relationship Id="rId183" Type="http://schemas.openxmlformats.org/officeDocument/2006/relationships/image" Target="../media/image496.png"/><Relationship Id="rId218" Type="http://schemas.openxmlformats.org/officeDocument/2006/relationships/customXml" Target="../ink/ink515.xml"/><Relationship Id="rId239" Type="http://schemas.openxmlformats.org/officeDocument/2006/relationships/image" Target="../media/image523.png"/><Relationship Id="rId24" Type="http://schemas.openxmlformats.org/officeDocument/2006/relationships/customXml" Target="../ink/ink418.xml"/><Relationship Id="rId45" Type="http://schemas.openxmlformats.org/officeDocument/2006/relationships/image" Target="../media/image427.png"/><Relationship Id="rId66" Type="http://schemas.openxmlformats.org/officeDocument/2006/relationships/customXml" Target="../ink/ink439.xml"/><Relationship Id="rId87" Type="http://schemas.openxmlformats.org/officeDocument/2006/relationships/image" Target="../media/image448.png"/><Relationship Id="rId110" Type="http://schemas.openxmlformats.org/officeDocument/2006/relationships/customXml" Target="../ink/ink461.xml"/><Relationship Id="rId131" Type="http://schemas.openxmlformats.org/officeDocument/2006/relationships/image" Target="../media/image470.png"/><Relationship Id="rId152" Type="http://schemas.openxmlformats.org/officeDocument/2006/relationships/customXml" Target="../ink/ink482.xml"/><Relationship Id="rId173" Type="http://schemas.openxmlformats.org/officeDocument/2006/relationships/image" Target="../media/image491.png"/><Relationship Id="rId194" Type="http://schemas.openxmlformats.org/officeDocument/2006/relationships/customXml" Target="../ink/ink503.xml"/><Relationship Id="rId208" Type="http://schemas.openxmlformats.org/officeDocument/2006/relationships/customXml" Target="../ink/ink510.xml"/><Relationship Id="rId229" Type="http://schemas.openxmlformats.org/officeDocument/2006/relationships/image" Target="../media/image518.png"/><Relationship Id="rId14" Type="http://schemas.openxmlformats.org/officeDocument/2006/relationships/customXml" Target="../ink/ink413.xml"/><Relationship Id="rId35" Type="http://schemas.openxmlformats.org/officeDocument/2006/relationships/image" Target="../media/image422.png"/><Relationship Id="rId56" Type="http://schemas.openxmlformats.org/officeDocument/2006/relationships/customXml" Target="../ink/ink434.xml"/><Relationship Id="rId77" Type="http://schemas.openxmlformats.org/officeDocument/2006/relationships/image" Target="../media/image443.png"/><Relationship Id="rId100" Type="http://schemas.openxmlformats.org/officeDocument/2006/relationships/customXml" Target="../ink/ink456.xml"/><Relationship Id="rId8" Type="http://schemas.openxmlformats.org/officeDocument/2006/relationships/customXml" Target="../ink/ink410.xml"/><Relationship Id="rId98" Type="http://schemas.openxmlformats.org/officeDocument/2006/relationships/customXml" Target="../ink/ink455.xml"/><Relationship Id="rId121" Type="http://schemas.openxmlformats.org/officeDocument/2006/relationships/image" Target="../media/image465.png"/><Relationship Id="rId142" Type="http://schemas.openxmlformats.org/officeDocument/2006/relationships/customXml" Target="../ink/ink477.xml"/><Relationship Id="rId163" Type="http://schemas.openxmlformats.org/officeDocument/2006/relationships/image" Target="../media/image486.png"/><Relationship Id="rId184" Type="http://schemas.openxmlformats.org/officeDocument/2006/relationships/customXml" Target="../ink/ink498.xml"/><Relationship Id="rId219" Type="http://schemas.openxmlformats.org/officeDocument/2006/relationships/image" Target="../media/image513.png"/><Relationship Id="rId230" Type="http://schemas.openxmlformats.org/officeDocument/2006/relationships/customXml" Target="../ink/ink521.xml"/><Relationship Id="rId25" Type="http://schemas.openxmlformats.org/officeDocument/2006/relationships/image" Target="../media/image417.png"/><Relationship Id="rId46" Type="http://schemas.openxmlformats.org/officeDocument/2006/relationships/customXml" Target="../ink/ink429.xml"/><Relationship Id="rId67" Type="http://schemas.openxmlformats.org/officeDocument/2006/relationships/image" Target="../media/image438.png"/><Relationship Id="rId88" Type="http://schemas.openxmlformats.org/officeDocument/2006/relationships/customXml" Target="../ink/ink450.xml"/><Relationship Id="rId111" Type="http://schemas.openxmlformats.org/officeDocument/2006/relationships/image" Target="../media/image460.png"/><Relationship Id="rId132" Type="http://schemas.openxmlformats.org/officeDocument/2006/relationships/customXml" Target="../ink/ink472.xml"/><Relationship Id="rId153" Type="http://schemas.openxmlformats.org/officeDocument/2006/relationships/image" Target="../media/image481.png"/><Relationship Id="rId174" Type="http://schemas.openxmlformats.org/officeDocument/2006/relationships/customXml" Target="../ink/ink493.xml"/><Relationship Id="rId195" Type="http://schemas.openxmlformats.org/officeDocument/2006/relationships/image" Target="../media/image501.png"/><Relationship Id="rId209" Type="http://schemas.openxmlformats.org/officeDocument/2006/relationships/image" Target="../media/image508.png"/><Relationship Id="rId190" Type="http://schemas.openxmlformats.org/officeDocument/2006/relationships/customXml" Target="../ink/ink501.xml"/><Relationship Id="rId204" Type="http://schemas.openxmlformats.org/officeDocument/2006/relationships/customXml" Target="../ink/ink508.xml"/><Relationship Id="rId220" Type="http://schemas.openxmlformats.org/officeDocument/2006/relationships/customXml" Target="../ink/ink516.xml"/><Relationship Id="rId225" Type="http://schemas.openxmlformats.org/officeDocument/2006/relationships/image" Target="../media/image516.png"/><Relationship Id="rId15" Type="http://schemas.openxmlformats.org/officeDocument/2006/relationships/image" Target="../media/image412.png"/><Relationship Id="rId36" Type="http://schemas.openxmlformats.org/officeDocument/2006/relationships/customXml" Target="../ink/ink424.xml"/><Relationship Id="rId57" Type="http://schemas.openxmlformats.org/officeDocument/2006/relationships/image" Target="../media/image433.png"/><Relationship Id="rId106" Type="http://schemas.openxmlformats.org/officeDocument/2006/relationships/customXml" Target="../ink/ink459.xml"/><Relationship Id="rId127" Type="http://schemas.openxmlformats.org/officeDocument/2006/relationships/image" Target="../media/image468.png"/><Relationship Id="rId10" Type="http://schemas.openxmlformats.org/officeDocument/2006/relationships/customXml" Target="../ink/ink411.xml"/><Relationship Id="rId31" Type="http://schemas.openxmlformats.org/officeDocument/2006/relationships/image" Target="../media/image420.png"/><Relationship Id="rId52" Type="http://schemas.openxmlformats.org/officeDocument/2006/relationships/customXml" Target="../ink/ink432.xml"/><Relationship Id="rId73" Type="http://schemas.openxmlformats.org/officeDocument/2006/relationships/image" Target="../media/image441.png"/><Relationship Id="rId78" Type="http://schemas.openxmlformats.org/officeDocument/2006/relationships/customXml" Target="../ink/ink445.xml"/><Relationship Id="rId94" Type="http://schemas.openxmlformats.org/officeDocument/2006/relationships/customXml" Target="../ink/ink453.xml"/><Relationship Id="rId99" Type="http://schemas.openxmlformats.org/officeDocument/2006/relationships/image" Target="../media/image454.png"/><Relationship Id="rId101" Type="http://schemas.openxmlformats.org/officeDocument/2006/relationships/image" Target="../media/image455.png"/><Relationship Id="rId122" Type="http://schemas.openxmlformats.org/officeDocument/2006/relationships/customXml" Target="../ink/ink467.xml"/><Relationship Id="rId143" Type="http://schemas.openxmlformats.org/officeDocument/2006/relationships/image" Target="../media/image476.png"/><Relationship Id="rId148" Type="http://schemas.openxmlformats.org/officeDocument/2006/relationships/customXml" Target="../ink/ink480.xml"/><Relationship Id="rId164" Type="http://schemas.openxmlformats.org/officeDocument/2006/relationships/customXml" Target="../ink/ink488.xml"/><Relationship Id="rId169" Type="http://schemas.openxmlformats.org/officeDocument/2006/relationships/image" Target="../media/image489.png"/><Relationship Id="rId185" Type="http://schemas.openxmlformats.org/officeDocument/2006/relationships/image" Target="../media/image497.png"/><Relationship Id="rId4" Type="http://schemas.openxmlformats.org/officeDocument/2006/relationships/customXml" Target="../ink/ink408.xml"/><Relationship Id="rId9" Type="http://schemas.openxmlformats.org/officeDocument/2006/relationships/image" Target="../media/image409.png"/><Relationship Id="rId180" Type="http://schemas.openxmlformats.org/officeDocument/2006/relationships/customXml" Target="../ink/ink496.xml"/><Relationship Id="rId210" Type="http://schemas.openxmlformats.org/officeDocument/2006/relationships/customXml" Target="../ink/ink511.xml"/><Relationship Id="rId215" Type="http://schemas.openxmlformats.org/officeDocument/2006/relationships/image" Target="../media/image511.png"/><Relationship Id="rId236" Type="http://schemas.openxmlformats.org/officeDocument/2006/relationships/customXml" Target="../ink/ink524.xml"/><Relationship Id="rId26" Type="http://schemas.openxmlformats.org/officeDocument/2006/relationships/customXml" Target="../ink/ink419.xml"/><Relationship Id="rId231" Type="http://schemas.openxmlformats.org/officeDocument/2006/relationships/image" Target="../media/image519.png"/><Relationship Id="rId47" Type="http://schemas.openxmlformats.org/officeDocument/2006/relationships/image" Target="../media/image428.png"/><Relationship Id="rId68" Type="http://schemas.openxmlformats.org/officeDocument/2006/relationships/customXml" Target="../ink/ink440.xml"/><Relationship Id="rId89" Type="http://schemas.openxmlformats.org/officeDocument/2006/relationships/image" Target="../media/image449.png"/><Relationship Id="rId112" Type="http://schemas.openxmlformats.org/officeDocument/2006/relationships/customXml" Target="../ink/ink462.xml"/><Relationship Id="rId133" Type="http://schemas.openxmlformats.org/officeDocument/2006/relationships/image" Target="../media/image471.png"/><Relationship Id="rId154" Type="http://schemas.openxmlformats.org/officeDocument/2006/relationships/customXml" Target="../ink/ink483.xml"/><Relationship Id="rId175" Type="http://schemas.openxmlformats.org/officeDocument/2006/relationships/image" Target="../media/image492.png"/><Relationship Id="rId196" Type="http://schemas.openxmlformats.org/officeDocument/2006/relationships/customXml" Target="../ink/ink504.xml"/><Relationship Id="rId200" Type="http://schemas.openxmlformats.org/officeDocument/2006/relationships/customXml" Target="../ink/ink506.xml"/><Relationship Id="rId16" Type="http://schemas.openxmlformats.org/officeDocument/2006/relationships/customXml" Target="../ink/ink414.xml"/><Relationship Id="rId221" Type="http://schemas.openxmlformats.org/officeDocument/2006/relationships/image" Target="../media/image514.png"/><Relationship Id="rId37" Type="http://schemas.openxmlformats.org/officeDocument/2006/relationships/image" Target="../media/image423.png"/><Relationship Id="rId58" Type="http://schemas.openxmlformats.org/officeDocument/2006/relationships/customXml" Target="../ink/ink435.xml"/><Relationship Id="rId79" Type="http://schemas.openxmlformats.org/officeDocument/2006/relationships/image" Target="../media/image444.png"/><Relationship Id="rId102" Type="http://schemas.openxmlformats.org/officeDocument/2006/relationships/customXml" Target="../ink/ink457.xml"/><Relationship Id="rId123" Type="http://schemas.openxmlformats.org/officeDocument/2006/relationships/image" Target="../media/image466.png"/><Relationship Id="rId144" Type="http://schemas.openxmlformats.org/officeDocument/2006/relationships/customXml" Target="../ink/ink478.xml"/><Relationship Id="rId90" Type="http://schemas.openxmlformats.org/officeDocument/2006/relationships/customXml" Target="../ink/ink451.xml"/><Relationship Id="rId165" Type="http://schemas.openxmlformats.org/officeDocument/2006/relationships/image" Target="../media/image487.png"/><Relationship Id="rId186" Type="http://schemas.openxmlformats.org/officeDocument/2006/relationships/customXml" Target="../ink/ink499.xml"/><Relationship Id="rId211" Type="http://schemas.openxmlformats.org/officeDocument/2006/relationships/image" Target="../media/image509.png"/><Relationship Id="rId232" Type="http://schemas.openxmlformats.org/officeDocument/2006/relationships/customXml" Target="../ink/ink522.xml"/><Relationship Id="rId27" Type="http://schemas.openxmlformats.org/officeDocument/2006/relationships/image" Target="../media/image418.png"/><Relationship Id="rId48" Type="http://schemas.openxmlformats.org/officeDocument/2006/relationships/customXml" Target="../ink/ink430.xml"/><Relationship Id="rId69" Type="http://schemas.openxmlformats.org/officeDocument/2006/relationships/image" Target="../media/image439.png"/><Relationship Id="rId113" Type="http://schemas.openxmlformats.org/officeDocument/2006/relationships/image" Target="../media/image461.png"/><Relationship Id="rId134" Type="http://schemas.openxmlformats.org/officeDocument/2006/relationships/customXml" Target="../ink/ink473.xml"/><Relationship Id="rId80" Type="http://schemas.openxmlformats.org/officeDocument/2006/relationships/customXml" Target="../ink/ink446.xml"/><Relationship Id="rId155" Type="http://schemas.openxmlformats.org/officeDocument/2006/relationships/image" Target="../media/image482.png"/><Relationship Id="rId176" Type="http://schemas.openxmlformats.org/officeDocument/2006/relationships/customXml" Target="../ink/ink494.xml"/><Relationship Id="rId197" Type="http://schemas.openxmlformats.org/officeDocument/2006/relationships/image" Target="../media/image502.png"/><Relationship Id="rId201" Type="http://schemas.openxmlformats.org/officeDocument/2006/relationships/image" Target="../media/image504.png"/><Relationship Id="rId222" Type="http://schemas.openxmlformats.org/officeDocument/2006/relationships/customXml" Target="../ink/ink517.xml"/><Relationship Id="rId17" Type="http://schemas.openxmlformats.org/officeDocument/2006/relationships/image" Target="../media/image413.png"/><Relationship Id="rId38" Type="http://schemas.openxmlformats.org/officeDocument/2006/relationships/customXml" Target="../ink/ink425.xml"/><Relationship Id="rId59" Type="http://schemas.openxmlformats.org/officeDocument/2006/relationships/image" Target="../media/image434.png"/><Relationship Id="rId103" Type="http://schemas.openxmlformats.org/officeDocument/2006/relationships/image" Target="../media/image456.png"/><Relationship Id="rId124" Type="http://schemas.openxmlformats.org/officeDocument/2006/relationships/customXml" Target="../ink/ink468.xml"/><Relationship Id="rId70" Type="http://schemas.openxmlformats.org/officeDocument/2006/relationships/customXml" Target="../ink/ink441.xml"/><Relationship Id="rId91" Type="http://schemas.openxmlformats.org/officeDocument/2006/relationships/image" Target="../media/image450.png"/><Relationship Id="rId145" Type="http://schemas.openxmlformats.org/officeDocument/2006/relationships/image" Target="../media/image477.png"/><Relationship Id="rId166" Type="http://schemas.openxmlformats.org/officeDocument/2006/relationships/customXml" Target="../ink/ink489.xml"/><Relationship Id="rId187" Type="http://schemas.openxmlformats.org/officeDocument/2006/relationships/image" Target="../media/image498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512.xml"/><Relationship Id="rId233" Type="http://schemas.openxmlformats.org/officeDocument/2006/relationships/image" Target="../media/image520.png"/><Relationship Id="rId28" Type="http://schemas.openxmlformats.org/officeDocument/2006/relationships/customXml" Target="../ink/ink420.xml"/><Relationship Id="rId49" Type="http://schemas.openxmlformats.org/officeDocument/2006/relationships/image" Target="../media/image429.png"/><Relationship Id="rId114" Type="http://schemas.openxmlformats.org/officeDocument/2006/relationships/customXml" Target="../ink/ink463.xml"/><Relationship Id="rId60" Type="http://schemas.openxmlformats.org/officeDocument/2006/relationships/customXml" Target="../ink/ink436.xml"/><Relationship Id="rId81" Type="http://schemas.openxmlformats.org/officeDocument/2006/relationships/image" Target="../media/image445.png"/><Relationship Id="rId135" Type="http://schemas.openxmlformats.org/officeDocument/2006/relationships/image" Target="../media/image472.png"/><Relationship Id="rId156" Type="http://schemas.openxmlformats.org/officeDocument/2006/relationships/customXml" Target="../ink/ink484.xml"/><Relationship Id="rId177" Type="http://schemas.openxmlformats.org/officeDocument/2006/relationships/image" Target="../media/image493.png"/><Relationship Id="rId198" Type="http://schemas.openxmlformats.org/officeDocument/2006/relationships/customXml" Target="../ink/ink505.xml"/><Relationship Id="rId202" Type="http://schemas.openxmlformats.org/officeDocument/2006/relationships/customXml" Target="../ink/ink507.xml"/><Relationship Id="rId223" Type="http://schemas.openxmlformats.org/officeDocument/2006/relationships/image" Target="../media/image515.png"/><Relationship Id="rId18" Type="http://schemas.openxmlformats.org/officeDocument/2006/relationships/customXml" Target="../ink/ink415.xml"/><Relationship Id="rId39" Type="http://schemas.openxmlformats.org/officeDocument/2006/relationships/image" Target="../media/image424.png"/><Relationship Id="rId50" Type="http://schemas.openxmlformats.org/officeDocument/2006/relationships/customXml" Target="../ink/ink431.xml"/><Relationship Id="rId104" Type="http://schemas.openxmlformats.org/officeDocument/2006/relationships/customXml" Target="../ink/ink458.xml"/><Relationship Id="rId125" Type="http://schemas.openxmlformats.org/officeDocument/2006/relationships/image" Target="../media/image467.png"/><Relationship Id="rId146" Type="http://schemas.openxmlformats.org/officeDocument/2006/relationships/customXml" Target="../ink/ink479.xml"/><Relationship Id="rId167" Type="http://schemas.openxmlformats.org/officeDocument/2006/relationships/image" Target="../media/image488.png"/><Relationship Id="rId188" Type="http://schemas.openxmlformats.org/officeDocument/2006/relationships/customXml" Target="../ink/ink500.xml"/><Relationship Id="rId71" Type="http://schemas.openxmlformats.org/officeDocument/2006/relationships/image" Target="../media/image440.png"/><Relationship Id="rId92" Type="http://schemas.openxmlformats.org/officeDocument/2006/relationships/customXml" Target="../ink/ink452.xml"/><Relationship Id="rId213" Type="http://schemas.openxmlformats.org/officeDocument/2006/relationships/image" Target="../media/image510.png"/><Relationship Id="rId234" Type="http://schemas.openxmlformats.org/officeDocument/2006/relationships/customXml" Target="../ink/ink523.xml"/><Relationship Id="rId2" Type="http://schemas.openxmlformats.org/officeDocument/2006/relationships/customXml" Target="../ink/ink407.xml"/><Relationship Id="rId29" Type="http://schemas.openxmlformats.org/officeDocument/2006/relationships/image" Target="../media/image419.png"/><Relationship Id="rId40" Type="http://schemas.openxmlformats.org/officeDocument/2006/relationships/customXml" Target="../ink/ink426.xml"/><Relationship Id="rId115" Type="http://schemas.openxmlformats.org/officeDocument/2006/relationships/image" Target="../media/image462.png"/><Relationship Id="rId136" Type="http://schemas.openxmlformats.org/officeDocument/2006/relationships/customXml" Target="../ink/ink474.xml"/><Relationship Id="rId157" Type="http://schemas.openxmlformats.org/officeDocument/2006/relationships/image" Target="../media/image483.png"/><Relationship Id="rId178" Type="http://schemas.openxmlformats.org/officeDocument/2006/relationships/customXml" Target="../ink/ink495.xml"/><Relationship Id="rId61" Type="http://schemas.openxmlformats.org/officeDocument/2006/relationships/image" Target="../media/image435.png"/><Relationship Id="rId82" Type="http://schemas.openxmlformats.org/officeDocument/2006/relationships/customXml" Target="../ink/ink447.xml"/><Relationship Id="rId199" Type="http://schemas.openxmlformats.org/officeDocument/2006/relationships/image" Target="../media/image503.png"/><Relationship Id="rId203" Type="http://schemas.openxmlformats.org/officeDocument/2006/relationships/image" Target="../media/image505.png"/><Relationship Id="rId19" Type="http://schemas.openxmlformats.org/officeDocument/2006/relationships/image" Target="../media/image414.png"/><Relationship Id="rId224" Type="http://schemas.openxmlformats.org/officeDocument/2006/relationships/customXml" Target="../ink/ink518.xml"/><Relationship Id="rId30" Type="http://schemas.openxmlformats.org/officeDocument/2006/relationships/customXml" Target="../ink/ink421.xml"/><Relationship Id="rId105" Type="http://schemas.openxmlformats.org/officeDocument/2006/relationships/image" Target="../media/image457.png"/><Relationship Id="rId126" Type="http://schemas.openxmlformats.org/officeDocument/2006/relationships/customXml" Target="../ink/ink469.xml"/><Relationship Id="rId147" Type="http://schemas.openxmlformats.org/officeDocument/2006/relationships/image" Target="../media/image478.png"/><Relationship Id="rId168" Type="http://schemas.openxmlformats.org/officeDocument/2006/relationships/customXml" Target="../ink/ink490.xml"/><Relationship Id="rId51" Type="http://schemas.openxmlformats.org/officeDocument/2006/relationships/image" Target="../media/image430.png"/><Relationship Id="rId72" Type="http://schemas.openxmlformats.org/officeDocument/2006/relationships/customXml" Target="../ink/ink442.xml"/><Relationship Id="rId93" Type="http://schemas.openxmlformats.org/officeDocument/2006/relationships/image" Target="../media/image451.png"/><Relationship Id="rId189" Type="http://schemas.openxmlformats.org/officeDocument/2006/relationships/image" Target="../media/image499.png"/><Relationship Id="rId3" Type="http://schemas.openxmlformats.org/officeDocument/2006/relationships/image" Target="../media/image406.png"/><Relationship Id="rId214" Type="http://schemas.openxmlformats.org/officeDocument/2006/relationships/customXml" Target="../ink/ink513.xml"/><Relationship Id="rId235" Type="http://schemas.openxmlformats.org/officeDocument/2006/relationships/image" Target="../media/image521.png"/><Relationship Id="rId116" Type="http://schemas.openxmlformats.org/officeDocument/2006/relationships/customXml" Target="../ink/ink464.xml"/><Relationship Id="rId137" Type="http://schemas.openxmlformats.org/officeDocument/2006/relationships/image" Target="../media/image473.png"/><Relationship Id="rId158" Type="http://schemas.openxmlformats.org/officeDocument/2006/relationships/customXml" Target="../ink/ink485.xml"/><Relationship Id="rId20" Type="http://schemas.openxmlformats.org/officeDocument/2006/relationships/customXml" Target="../ink/ink416.xml"/><Relationship Id="rId41" Type="http://schemas.openxmlformats.org/officeDocument/2006/relationships/image" Target="../media/image425.png"/><Relationship Id="rId62" Type="http://schemas.openxmlformats.org/officeDocument/2006/relationships/customXml" Target="../ink/ink437.xml"/><Relationship Id="rId83" Type="http://schemas.openxmlformats.org/officeDocument/2006/relationships/image" Target="../media/image446.png"/><Relationship Id="rId179" Type="http://schemas.openxmlformats.org/officeDocument/2006/relationships/image" Target="../media/image494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1.png"/><Relationship Id="rId299" Type="http://schemas.openxmlformats.org/officeDocument/2006/relationships/image" Target="../media/image671.png"/><Relationship Id="rId21" Type="http://schemas.openxmlformats.org/officeDocument/2006/relationships/image" Target="../media/image533.png"/><Relationship Id="rId63" Type="http://schemas.openxmlformats.org/officeDocument/2006/relationships/image" Target="../media/image554.png"/><Relationship Id="rId159" Type="http://schemas.openxmlformats.org/officeDocument/2006/relationships/image" Target="../media/image602.png"/><Relationship Id="rId324" Type="http://schemas.openxmlformats.org/officeDocument/2006/relationships/customXml" Target="../ink/ink687.xml"/><Relationship Id="rId170" Type="http://schemas.openxmlformats.org/officeDocument/2006/relationships/customXml" Target="../ink/ink610.xml"/><Relationship Id="rId226" Type="http://schemas.openxmlformats.org/officeDocument/2006/relationships/customXml" Target="../ink/ink638.xml"/><Relationship Id="rId268" Type="http://schemas.openxmlformats.org/officeDocument/2006/relationships/customXml" Target="../ink/ink659.xml"/><Relationship Id="rId32" Type="http://schemas.openxmlformats.org/officeDocument/2006/relationships/customXml" Target="../ink/ink541.xml"/><Relationship Id="rId74" Type="http://schemas.openxmlformats.org/officeDocument/2006/relationships/customXml" Target="../ink/ink562.xml"/><Relationship Id="rId128" Type="http://schemas.openxmlformats.org/officeDocument/2006/relationships/customXml" Target="../ink/ink589.xml"/><Relationship Id="rId335" Type="http://schemas.openxmlformats.org/officeDocument/2006/relationships/image" Target="../media/image689.png"/><Relationship Id="rId5" Type="http://schemas.openxmlformats.org/officeDocument/2006/relationships/image" Target="../media/image525.png"/><Relationship Id="rId181" Type="http://schemas.openxmlformats.org/officeDocument/2006/relationships/image" Target="../media/image612.png"/><Relationship Id="rId237" Type="http://schemas.openxmlformats.org/officeDocument/2006/relationships/image" Target="../media/image640.png"/><Relationship Id="rId279" Type="http://schemas.openxmlformats.org/officeDocument/2006/relationships/image" Target="../media/image661.png"/><Relationship Id="rId43" Type="http://schemas.openxmlformats.org/officeDocument/2006/relationships/image" Target="../media/image544.png"/><Relationship Id="rId139" Type="http://schemas.openxmlformats.org/officeDocument/2006/relationships/image" Target="../media/image592.png"/><Relationship Id="rId290" Type="http://schemas.openxmlformats.org/officeDocument/2006/relationships/customXml" Target="../ink/ink670.xml"/><Relationship Id="rId304" Type="http://schemas.openxmlformats.org/officeDocument/2006/relationships/customXml" Target="../ink/ink677.xml"/><Relationship Id="rId85" Type="http://schemas.openxmlformats.org/officeDocument/2006/relationships/image" Target="../media/image565.png"/><Relationship Id="rId150" Type="http://schemas.openxmlformats.org/officeDocument/2006/relationships/customXml" Target="../ink/ink600.xml"/><Relationship Id="rId192" Type="http://schemas.openxmlformats.org/officeDocument/2006/relationships/customXml" Target="../ink/ink621.xml"/><Relationship Id="rId206" Type="http://schemas.openxmlformats.org/officeDocument/2006/relationships/customXml" Target="../ink/ink628.xml"/><Relationship Id="rId248" Type="http://schemas.openxmlformats.org/officeDocument/2006/relationships/customXml" Target="../ink/ink649.xml"/><Relationship Id="rId12" Type="http://schemas.openxmlformats.org/officeDocument/2006/relationships/customXml" Target="../ink/ink531.xml"/><Relationship Id="rId108" Type="http://schemas.openxmlformats.org/officeDocument/2006/relationships/customXml" Target="../ink/ink579.xml"/><Relationship Id="rId315" Type="http://schemas.openxmlformats.org/officeDocument/2006/relationships/image" Target="../media/image679.png"/><Relationship Id="rId54" Type="http://schemas.openxmlformats.org/officeDocument/2006/relationships/customXml" Target="../ink/ink552.xml"/><Relationship Id="rId96" Type="http://schemas.openxmlformats.org/officeDocument/2006/relationships/customXml" Target="../ink/ink573.xml"/><Relationship Id="rId161" Type="http://schemas.openxmlformats.org/officeDocument/2006/relationships/image" Target="../media/image603.png"/><Relationship Id="rId217" Type="http://schemas.openxmlformats.org/officeDocument/2006/relationships/image" Target="../media/image630.png"/><Relationship Id="rId259" Type="http://schemas.openxmlformats.org/officeDocument/2006/relationships/image" Target="../media/image651.png"/><Relationship Id="rId23" Type="http://schemas.openxmlformats.org/officeDocument/2006/relationships/image" Target="../media/image534.png"/><Relationship Id="rId119" Type="http://schemas.openxmlformats.org/officeDocument/2006/relationships/image" Target="../media/image582.png"/><Relationship Id="rId270" Type="http://schemas.openxmlformats.org/officeDocument/2006/relationships/customXml" Target="../ink/ink660.xml"/><Relationship Id="rId326" Type="http://schemas.openxmlformats.org/officeDocument/2006/relationships/customXml" Target="../ink/ink688.xml"/><Relationship Id="rId65" Type="http://schemas.openxmlformats.org/officeDocument/2006/relationships/image" Target="../media/image555.png"/><Relationship Id="rId130" Type="http://schemas.openxmlformats.org/officeDocument/2006/relationships/customXml" Target="../ink/ink590.xml"/><Relationship Id="rId172" Type="http://schemas.openxmlformats.org/officeDocument/2006/relationships/customXml" Target="../ink/ink611.xml"/><Relationship Id="rId228" Type="http://schemas.openxmlformats.org/officeDocument/2006/relationships/customXml" Target="../ink/ink639.xml"/><Relationship Id="rId281" Type="http://schemas.openxmlformats.org/officeDocument/2006/relationships/image" Target="../media/image662.png"/><Relationship Id="rId337" Type="http://schemas.openxmlformats.org/officeDocument/2006/relationships/image" Target="../media/image690.png"/><Relationship Id="rId34" Type="http://schemas.openxmlformats.org/officeDocument/2006/relationships/customXml" Target="../ink/ink542.xml"/><Relationship Id="rId76" Type="http://schemas.openxmlformats.org/officeDocument/2006/relationships/customXml" Target="../ink/ink563.xml"/><Relationship Id="rId141" Type="http://schemas.openxmlformats.org/officeDocument/2006/relationships/image" Target="../media/image593.png"/><Relationship Id="rId7" Type="http://schemas.openxmlformats.org/officeDocument/2006/relationships/image" Target="../media/image526.png"/><Relationship Id="rId183" Type="http://schemas.openxmlformats.org/officeDocument/2006/relationships/image" Target="../media/image613.png"/><Relationship Id="rId239" Type="http://schemas.openxmlformats.org/officeDocument/2006/relationships/image" Target="../media/image641.png"/><Relationship Id="rId250" Type="http://schemas.openxmlformats.org/officeDocument/2006/relationships/customXml" Target="../ink/ink650.xml"/><Relationship Id="rId292" Type="http://schemas.openxmlformats.org/officeDocument/2006/relationships/customXml" Target="../ink/ink671.xml"/><Relationship Id="rId306" Type="http://schemas.openxmlformats.org/officeDocument/2006/relationships/customXml" Target="../ink/ink678.xml"/><Relationship Id="rId45" Type="http://schemas.openxmlformats.org/officeDocument/2006/relationships/image" Target="../media/image545.png"/><Relationship Id="rId87" Type="http://schemas.openxmlformats.org/officeDocument/2006/relationships/image" Target="../media/image566.png"/><Relationship Id="rId110" Type="http://schemas.openxmlformats.org/officeDocument/2006/relationships/customXml" Target="../ink/ink580.xml"/><Relationship Id="rId152" Type="http://schemas.openxmlformats.org/officeDocument/2006/relationships/customXml" Target="../ink/ink601.xml"/><Relationship Id="rId173" Type="http://schemas.openxmlformats.org/officeDocument/2006/relationships/image" Target="../media/image49.png"/><Relationship Id="rId194" Type="http://schemas.openxmlformats.org/officeDocument/2006/relationships/customXml" Target="../ink/ink622.xml"/><Relationship Id="rId208" Type="http://schemas.openxmlformats.org/officeDocument/2006/relationships/customXml" Target="../ink/ink629.xml"/><Relationship Id="rId229" Type="http://schemas.openxmlformats.org/officeDocument/2006/relationships/image" Target="../media/image636.png"/><Relationship Id="rId240" Type="http://schemas.openxmlformats.org/officeDocument/2006/relationships/customXml" Target="../ink/ink645.xml"/><Relationship Id="rId261" Type="http://schemas.openxmlformats.org/officeDocument/2006/relationships/image" Target="../media/image652.png"/><Relationship Id="rId14" Type="http://schemas.openxmlformats.org/officeDocument/2006/relationships/customXml" Target="../ink/ink532.xml"/><Relationship Id="rId35" Type="http://schemas.openxmlformats.org/officeDocument/2006/relationships/image" Target="../media/image540.png"/><Relationship Id="rId56" Type="http://schemas.openxmlformats.org/officeDocument/2006/relationships/customXml" Target="../ink/ink553.xml"/><Relationship Id="rId77" Type="http://schemas.openxmlformats.org/officeDocument/2006/relationships/image" Target="../media/image561.png"/><Relationship Id="rId100" Type="http://schemas.openxmlformats.org/officeDocument/2006/relationships/customXml" Target="../ink/ink575.xml"/><Relationship Id="rId282" Type="http://schemas.openxmlformats.org/officeDocument/2006/relationships/customXml" Target="../ink/ink666.xml"/><Relationship Id="rId317" Type="http://schemas.openxmlformats.org/officeDocument/2006/relationships/image" Target="../media/image680.png"/><Relationship Id="rId8" Type="http://schemas.openxmlformats.org/officeDocument/2006/relationships/customXml" Target="../ink/ink529.xml"/><Relationship Id="rId98" Type="http://schemas.openxmlformats.org/officeDocument/2006/relationships/customXml" Target="../ink/ink574.xml"/><Relationship Id="rId121" Type="http://schemas.openxmlformats.org/officeDocument/2006/relationships/image" Target="../media/image583.png"/><Relationship Id="rId142" Type="http://schemas.openxmlformats.org/officeDocument/2006/relationships/customXml" Target="../ink/ink596.xml"/><Relationship Id="rId163" Type="http://schemas.openxmlformats.org/officeDocument/2006/relationships/image" Target="../media/image604.png"/><Relationship Id="rId184" Type="http://schemas.openxmlformats.org/officeDocument/2006/relationships/customXml" Target="../ink/ink617.xml"/><Relationship Id="rId219" Type="http://schemas.openxmlformats.org/officeDocument/2006/relationships/image" Target="../media/image631.png"/><Relationship Id="rId230" Type="http://schemas.openxmlformats.org/officeDocument/2006/relationships/customXml" Target="../ink/ink640.xml"/><Relationship Id="rId251" Type="http://schemas.openxmlformats.org/officeDocument/2006/relationships/image" Target="../media/image647.png"/><Relationship Id="rId25" Type="http://schemas.openxmlformats.org/officeDocument/2006/relationships/image" Target="../media/image535.png"/><Relationship Id="rId46" Type="http://schemas.openxmlformats.org/officeDocument/2006/relationships/customXml" Target="../ink/ink548.xml"/><Relationship Id="rId67" Type="http://schemas.openxmlformats.org/officeDocument/2006/relationships/image" Target="../media/image556.png"/><Relationship Id="rId272" Type="http://schemas.openxmlformats.org/officeDocument/2006/relationships/customXml" Target="../ink/ink661.xml"/><Relationship Id="rId293" Type="http://schemas.openxmlformats.org/officeDocument/2006/relationships/image" Target="../media/image668.png"/><Relationship Id="rId307" Type="http://schemas.openxmlformats.org/officeDocument/2006/relationships/image" Target="../media/image675.png"/><Relationship Id="rId328" Type="http://schemas.openxmlformats.org/officeDocument/2006/relationships/customXml" Target="../ink/ink689.xml"/><Relationship Id="rId88" Type="http://schemas.openxmlformats.org/officeDocument/2006/relationships/customXml" Target="../ink/ink569.xml"/><Relationship Id="rId111" Type="http://schemas.openxmlformats.org/officeDocument/2006/relationships/image" Target="../media/image578.png"/><Relationship Id="rId132" Type="http://schemas.openxmlformats.org/officeDocument/2006/relationships/customXml" Target="../ink/ink591.xml"/><Relationship Id="rId153" Type="http://schemas.openxmlformats.org/officeDocument/2006/relationships/image" Target="../media/image599.png"/><Relationship Id="rId174" Type="http://schemas.openxmlformats.org/officeDocument/2006/relationships/customXml" Target="../ink/ink612.xml"/><Relationship Id="rId195" Type="http://schemas.openxmlformats.org/officeDocument/2006/relationships/image" Target="../media/image619.png"/><Relationship Id="rId209" Type="http://schemas.openxmlformats.org/officeDocument/2006/relationships/image" Target="../media/image626.png"/><Relationship Id="rId220" Type="http://schemas.openxmlformats.org/officeDocument/2006/relationships/customXml" Target="../ink/ink635.xml"/><Relationship Id="rId241" Type="http://schemas.openxmlformats.org/officeDocument/2006/relationships/image" Target="../media/image642.png"/><Relationship Id="rId15" Type="http://schemas.openxmlformats.org/officeDocument/2006/relationships/image" Target="../media/image530.png"/><Relationship Id="rId36" Type="http://schemas.openxmlformats.org/officeDocument/2006/relationships/customXml" Target="../ink/ink543.xml"/><Relationship Id="rId57" Type="http://schemas.openxmlformats.org/officeDocument/2006/relationships/image" Target="../media/image551.png"/><Relationship Id="rId262" Type="http://schemas.openxmlformats.org/officeDocument/2006/relationships/customXml" Target="../ink/ink656.xml"/><Relationship Id="rId283" Type="http://schemas.openxmlformats.org/officeDocument/2006/relationships/image" Target="../media/image663.png"/><Relationship Id="rId318" Type="http://schemas.openxmlformats.org/officeDocument/2006/relationships/customXml" Target="../ink/ink684.xml"/><Relationship Id="rId78" Type="http://schemas.openxmlformats.org/officeDocument/2006/relationships/customXml" Target="../ink/ink564.xml"/><Relationship Id="rId99" Type="http://schemas.openxmlformats.org/officeDocument/2006/relationships/image" Target="../media/image572.png"/><Relationship Id="rId101" Type="http://schemas.openxmlformats.org/officeDocument/2006/relationships/image" Target="../media/image573.png"/><Relationship Id="rId122" Type="http://schemas.openxmlformats.org/officeDocument/2006/relationships/customXml" Target="../ink/ink586.xml"/><Relationship Id="rId143" Type="http://schemas.openxmlformats.org/officeDocument/2006/relationships/image" Target="../media/image594.png"/><Relationship Id="rId164" Type="http://schemas.openxmlformats.org/officeDocument/2006/relationships/customXml" Target="../ink/ink607.xml"/><Relationship Id="rId185" Type="http://schemas.openxmlformats.org/officeDocument/2006/relationships/image" Target="../media/image614.png"/><Relationship Id="rId9" Type="http://schemas.openxmlformats.org/officeDocument/2006/relationships/image" Target="../media/image527.png"/><Relationship Id="rId210" Type="http://schemas.openxmlformats.org/officeDocument/2006/relationships/customXml" Target="../ink/ink630.xml"/><Relationship Id="rId26" Type="http://schemas.openxmlformats.org/officeDocument/2006/relationships/customXml" Target="../ink/ink538.xml"/><Relationship Id="rId231" Type="http://schemas.openxmlformats.org/officeDocument/2006/relationships/image" Target="../media/image637.png"/><Relationship Id="rId252" Type="http://schemas.openxmlformats.org/officeDocument/2006/relationships/customXml" Target="../ink/ink651.xml"/><Relationship Id="rId273" Type="http://schemas.openxmlformats.org/officeDocument/2006/relationships/image" Target="../media/image658.png"/><Relationship Id="rId294" Type="http://schemas.openxmlformats.org/officeDocument/2006/relationships/customXml" Target="../ink/ink672.xml"/><Relationship Id="rId308" Type="http://schemas.openxmlformats.org/officeDocument/2006/relationships/customXml" Target="../ink/ink679.xml"/><Relationship Id="rId329" Type="http://schemas.openxmlformats.org/officeDocument/2006/relationships/image" Target="../media/image686.png"/><Relationship Id="rId47" Type="http://schemas.openxmlformats.org/officeDocument/2006/relationships/image" Target="../media/image546.png"/><Relationship Id="rId68" Type="http://schemas.openxmlformats.org/officeDocument/2006/relationships/customXml" Target="../ink/ink559.xml"/><Relationship Id="rId89" Type="http://schemas.openxmlformats.org/officeDocument/2006/relationships/image" Target="../media/image567.png"/><Relationship Id="rId112" Type="http://schemas.openxmlformats.org/officeDocument/2006/relationships/customXml" Target="../ink/ink581.xml"/><Relationship Id="rId133" Type="http://schemas.openxmlformats.org/officeDocument/2006/relationships/image" Target="../media/image589.png"/><Relationship Id="rId154" Type="http://schemas.openxmlformats.org/officeDocument/2006/relationships/customXml" Target="../ink/ink602.xml"/><Relationship Id="rId175" Type="http://schemas.openxmlformats.org/officeDocument/2006/relationships/image" Target="../media/image609.png"/><Relationship Id="rId196" Type="http://schemas.openxmlformats.org/officeDocument/2006/relationships/customXml" Target="../ink/ink623.xml"/><Relationship Id="rId200" Type="http://schemas.openxmlformats.org/officeDocument/2006/relationships/customXml" Target="../ink/ink625.xml"/><Relationship Id="rId16" Type="http://schemas.openxmlformats.org/officeDocument/2006/relationships/customXml" Target="../ink/ink533.xml"/><Relationship Id="rId221" Type="http://schemas.openxmlformats.org/officeDocument/2006/relationships/image" Target="../media/image632.png"/><Relationship Id="rId242" Type="http://schemas.openxmlformats.org/officeDocument/2006/relationships/customXml" Target="../ink/ink646.xml"/><Relationship Id="rId263" Type="http://schemas.openxmlformats.org/officeDocument/2006/relationships/image" Target="../media/image653.png"/><Relationship Id="rId284" Type="http://schemas.openxmlformats.org/officeDocument/2006/relationships/customXml" Target="../ink/ink667.xml"/><Relationship Id="rId319" Type="http://schemas.openxmlformats.org/officeDocument/2006/relationships/image" Target="../media/image681.png"/><Relationship Id="rId37" Type="http://schemas.openxmlformats.org/officeDocument/2006/relationships/image" Target="../media/image541.png"/><Relationship Id="rId58" Type="http://schemas.openxmlformats.org/officeDocument/2006/relationships/customXml" Target="../ink/ink554.xml"/><Relationship Id="rId79" Type="http://schemas.openxmlformats.org/officeDocument/2006/relationships/image" Target="../media/image562.png"/><Relationship Id="rId102" Type="http://schemas.openxmlformats.org/officeDocument/2006/relationships/customXml" Target="../ink/ink576.xml"/><Relationship Id="rId123" Type="http://schemas.openxmlformats.org/officeDocument/2006/relationships/image" Target="../media/image584.png"/><Relationship Id="rId144" Type="http://schemas.openxmlformats.org/officeDocument/2006/relationships/customXml" Target="../ink/ink597.xml"/><Relationship Id="rId330" Type="http://schemas.openxmlformats.org/officeDocument/2006/relationships/customXml" Target="../ink/ink690.xml"/><Relationship Id="rId90" Type="http://schemas.openxmlformats.org/officeDocument/2006/relationships/customXml" Target="../ink/ink570.xml"/><Relationship Id="rId165" Type="http://schemas.openxmlformats.org/officeDocument/2006/relationships/image" Target="../media/image605.png"/><Relationship Id="rId186" Type="http://schemas.openxmlformats.org/officeDocument/2006/relationships/customXml" Target="../ink/ink618.xml"/><Relationship Id="rId211" Type="http://schemas.openxmlformats.org/officeDocument/2006/relationships/image" Target="../media/image627.png"/><Relationship Id="rId232" Type="http://schemas.openxmlformats.org/officeDocument/2006/relationships/customXml" Target="../ink/ink641.xml"/><Relationship Id="rId253" Type="http://schemas.openxmlformats.org/officeDocument/2006/relationships/image" Target="../media/image648.png"/><Relationship Id="rId274" Type="http://schemas.openxmlformats.org/officeDocument/2006/relationships/customXml" Target="../ink/ink662.xml"/><Relationship Id="rId295" Type="http://schemas.openxmlformats.org/officeDocument/2006/relationships/image" Target="../media/image669.png"/><Relationship Id="rId309" Type="http://schemas.openxmlformats.org/officeDocument/2006/relationships/image" Target="../media/image676.png"/><Relationship Id="rId27" Type="http://schemas.openxmlformats.org/officeDocument/2006/relationships/image" Target="../media/image536.png"/><Relationship Id="rId48" Type="http://schemas.openxmlformats.org/officeDocument/2006/relationships/customXml" Target="../ink/ink549.xml"/><Relationship Id="rId69" Type="http://schemas.openxmlformats.org/officeDocument/2006/relationships/image" Target="../media/image557.png"/><Relationship Id="rId113" Type="http://schemas.openxmlformats.org/officeDocument/2006/relationships/image" Target="../media/image579.png"/><Relationship Id="rId134" Type="http://schemas.openxmlformats.org/officeDocument/2006/relationships/customXml" Target="../ink/ink592.xml"/><Relationship Id="rId320" Type="http://schemas.openxmlformats.org/officeDocument/2006/relationships/customXml" Target="../ink/ink685.xml"/><Relationship Id="rId80" Type="http://schemas.openxmlformats.org/officeDocument/2006/relationships/customXml" Target="../ink/ink565.xml"/><Relationship Id="rId155" Type="http://schemas.openxmlformats.org/officeDocument/2006/relationships/image" Target="../media/image600.png"/><Relationship Id="rId176" Type="http://schemas.openxmlformats.org/officeDocument/2006/relationships/customXml" Target="../ink/ink613.xml"/><Relationship Id="rId197" Type="http://schemas.openxmlformats.org/officeDocument/2006/relationships/image" Target="../media/image620.png"/><Relationship Id="rId201" Type="http://schemas.openxmlformats.org/officeDocument/2006/relationships/image" Target="../media/image622.png"/><Relationship Id="rId222" Type="http://schemas.openxmlformats.org/officeDocument/2006/relationships/customXml" Target="../ink/ink636.xml"/><Relationship Id="rId243" Type="http://schemas.openxmlformats.org/officeDocument/2006/relationships/image" Target="../media/image643.png"/><Relationship Id="rId264" Type="http://schemas.openxmlformats.org/officeDocument/2006/relationships/customXml" Target="../ink/ink657.xml"/><Relationship Id="rId285" Type="http://schemas.openxmlformats.org/officeDocument/2006/relationships/image" Target="../media/image664.png"/><Relationship Id="rId17" Type="http://schemas.openxmlformats.org/officeDocument/2006/relationships/image" Target="../media/image531.png"/><Relationship Id="rId38" Type="http://schemas.openxmlformats.org/officeDocument/2006/relationships/customXml" Target="../ink/ink544.xml"/><Relationship Id="rId59" Type="http://schemas.openxmlformats.org/officeDocument/2006/relationships/image" Target="../media/image552.png"/><Relationship Id="rId103" Type="http://schemas.openxmlformats.org/officeDocument/2006/relationships/image" Target="../media/image574.png"/><Relationship Id="rId124" Type="http://schemas.openxmlformats.org/officeDocument/2006/relationships/customXml" Target="../ink/ink587.xml"/><Relationship Id="rId310" Type="http://schemas.openxmlformats.org/officeDocument/2006/relationships/customXml" Target="../ink/ink680.xml"/><Relationship Id="rId70" Type="http://schemas.openxmlformats.org/officeDocument/2006/relationships/customXml" Target="../ink/ink560.xml"/><Relationship Id="rId91" Type="http://schemas.openxmlformats.org/officeDocument/2006/relationships/image" Target="../media/image568.png"/><Relationship Id="rId145" Type="http://schemas.openxmlformats.org/officeDocument/2006/relationships/image" Target="../media/image595.png"/><Relationship Id="rId166" Type="http://schemas.openxmlformats.org/officeDocument/2006/relationships/customXml" Target="../ink/ink608.xml"/><Relationship Id="rId187" Type="http://schemas.openxmlformats.org/officeDocument/2006/relationships/image" Target="../media/image615.png"/><Relationship Id="rId331" Type="http://schemas.openxmlformats.org/officeDocument/2006/relationships/image" Target="../media/image68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631.xml"/><Relationship Id="rId233" Type="http://schemas.openxmlformats.org/officeDocument/2006/relationships/image" Target="../media/image638.png"/><Relationship Id="rId254" Type="http://schemas.openxmlformats.org/officeDocument/2006/relationships/customXml" Target="../ink/ink652.xml"/><Relationship Id="rId28" Type="http://schemas.openxmlformats.org/officeDocument/2006/relationships/customXml" Target="../ink/ink539.xml"/><Relationship Id="rId49" Type="http://schemas.openxmlformats.org/officeDocument/2006/relationships/image" Target="../media/image547.png"/><Relationship Id="rId114" Type="http://schemas.openxmlformats.org/officeDocument/2006/relationships/customXml" Target="../ink/ink582.xml"/><Relationship Id="rId275" Type="http://schemas.openxmlformats.org/officeDocument/2006/relationships/image" Target="../media/image659.png"/><Relationship Id="rId296" Type="http://schemas.openxmlformats.org/officeDocument/2006/relationships/customXml" Target="../ink/ink673.xml"/><Relationship Id="rId300" Type="http://schemas.openxmlformats.org/officeDocument/2006/relationships/customXml" Target="../ink/ink675.xml"/><Relationship Id="rId60" Type="http://schemas.openxmlformats.org/officeDocument/2006/relationships/customXml" Target="../ink/ink555.xml"/><Relationship Id="rId81" Type="http://schemas.openxmlformats.org/officeDocument/2006/relationships/image" Target="../media/image563.png"/><Relationship Id="rId135" Type="http://schemas.openxmlformats.org/officeDocument/2006/relationships/image" Target="../media/image590.png"/><Relationship Id="rId156" Type="http://schemas.openxmlformats.org/officeDocument/2006/relationships/customXml" Target="../ink/ink603.xml"/><Relationship Id="rId177" Type="http://schemas.openxmlformats.org/officeDocument/2006/relationships/image" Target="../media/image610.png"/><Relationship Id="rId198" Type="http://schemas.openxmlformats.org/officeDocument/2006/relationships/customXml" Target="../ink/ink624.xml"/><Relationship Id="rId321" Type="http://schemas.openxmlformats.org/officeDocument/2006/relationships/image" Target="../media/image682.png"/><Relationship Id="rId202" Type="http://schemas.openxmlformats.org/officeDocument/2006/relationships/customXml" Target="../ink/ink626.xml"/><Relationship Id="rId223" Type="http://schemas.openxmlformats.org/officeDocument/2006/relationships/image" Target="../media/image633.png"/><Relationship Id="rId244" Type="http://schemas.openxmlformats.org/officeDocument/2006/relationships/customXml" Target="../ink/ink647.xml"/><Relationship Id="rId18" Type="http://schemas.openxmlformats.org/officeDocument/2006/relationships/customXml" Target="../ink/ink534.xml"/><Relationship Id="rId39" Type="http://schemas.openxmlformats.org/officeDocument/2006/relationships/image" Target="../media/image542.png"/><Relationship Id="rId265" Type="http://schemas.openxmlformats.org/officeDocument/2006/relationships/image" Target="../media/image654.png"/><Relationship Id="rId286" Type="http://schemas.openxmlformats.org/officeDocument/2006/relationships/customXml" Target="../ink/ink668.xml"/><Relationship Id="rId50" Type="http://schemas.openxmlformats.org/officeDocument/2006/relationships/customXml" Target="../ink/ink550.xml"/><Relationship Id="rId104" Type="http://schemas.openxmlformats.org/officeDocument/2006/relationships/customXml" Target="../ink/ink577.xml"/><Relationship Id="rId125" Type="http://schemas.openxmlformats.org/officeDocument/2006/relationships/image" Target="../media/image585.png"/><Relationship Id="rId146" Type="http://schemas.openxmlformats.org/officeDocument/2006/relationships/customXml" Target="../ink/ink598.xml"/><Relationship Id="rId167" Type="http://schemas.openxmlformats.org/officeDocument/2006/relationships/image" Target="../media/image606.png"/><Relationship Id="rId188" Type="http://schemas.openxmlformats.org/officeDocument/2006/relationships/customXml" Target="../ink/ink619.xml"/><Relationship Id="rId311" Type="http://schemas.openxmlformats.org/officeDocument/2006/relationships/image" Target="../media/image677.png"/><Relationship Id="rId332" Type="http://schemas.openxmlformats.org/officeDocument/2006/relationships/customXml" Target="../ink/ink691.xml"/><Relationship Id="rId71" Type="http://schemas.openxmlformats.org/officeDocument/2006/relationships/image" Target="../media/image558.png"/><Relationship Id="rId92" Type="http://schemas.openxmlformats.org/officeDocument/2006/relationships/customXml" Target="../ink/ink571.xml"/><Relationship Id="rId213" Type="http://schemas.openxmlformats.org/officeDocument/2006/relationships/image" Target="../media/image628.png"/><Relationship Id="rId234" Type="http://schemas.openxmlformats.org/officeDocument/2006/relationships/customXml" Target="../ink/ink642.xml"/><Relationship Id="rId2" Type="http://schemas.openxmlformats.org/officeDocument/2006/relationships/customXml" Target="../ink/ink526.xml"/><Relationship Id="rId29" Type="http://schemas.openxmlformats.org/officeDocument/2006/relationships/image" Target="../media/image537.png"/><Relationship Id="rId255" Type="http://schemas.openxmlformats.org/officeDocument/2006/relationships/image" Target="../media/image649.png"/><Relationship Id="rId276" Type="http://schemas.openxmlformats.org/officeDocument/2006/relationships/customXml" Target="../ink/ink663.xml"/><Relationship Id="rId297" Type="http://schemas.openxmlformats.org/officeDocument/2006/relationships/image" Target="../media/image670.png"/><Relationship Id="rId40" Type="http://schemas.openxmlformats.org/officeDocument/2006/relationships/customXml" Target="../ink/ink545.xml"/><Relationship Id="rId115" Type="http://schemas.openxmlformats.org/officeDocument/2006/relationships/image" Target="../media/image580.png"/><Relationship Id="rId136" Type="http://schemas.openxmlformats.org/officeDocument/2006/relationships/customXml" Target="../ink/ink593.xml"/><Relationship Id="rId157" Type="http://schemas.openxmlformats.org/officeDocument/2006/relationships/image" Target="../media/image601.png"/><Relationship Id="rId178" Type="http://schemas.openxmlformats.org/officeDocument/2006/relationships/customXml" Target="../ink/ink614.xml"/><Relationship Id="rId301" Type="http://schemas.openxmlformats.org/officeDocument/2006/relationships/image" Target="../media/image672.png"/><Relationship Id="rId322" Type="http://schemas.openxmlformats.org/officeDocument/2006/relationships/customXml" Target="../ink/ink686.xml"/><Relationship Id="rId61" Type="http://schemas.openxmlformats.org/officeDocument/2006/relationships/image" Target="../media/image553.png"/><Relationship Id="rId82" Type="http://schemas.openxmlformats.org/officeDocument/2006/relationships/customXml" Target="../ink/ink566.xml"/><Relationship Id="rId199" Type="http://schemas.openxmlformats.org/officeDocument/2006/relationships/image" Target="../media/image621.png"/><Relationship Id="rId203" Type="http://schemas.openxmlformats.org/officeDocument/2006/relationships/image" Target="../media/image623.png"/><Relationship Id="rId19" Type="http://schemas.openxmlformats.org/officeDocument/2006/relationships/image" Target="../media/image532.png"/><Relationship Id="rId224" Type="http://schemas.openxmlformats.org/officeDocument/2006/relationships/customXml" Target="../ink/ink637.xml"/><Relationship Id="rId245" Type="http://schemas.openxmlformats.org/officeDocument/2006/relationships/image" Target="../media/image644.png"/><Relationship Id="rId266" Type="http://schemas.openxmlformats.org/officeDocument/2006/relationships/customXml" Target="../ink/ink658.xml"/><Relationship Id="rId287" Type="http://schemas.openxmlformats.org/officeDocument/2006/relationships/image" Target="../media/image665.png"/><Relationship Id="rId30" Type="http://schemas.openxmlformats.org/officeDocument/2006/relationships/customXml" Target="../ink/ink540.xml"/><Relationship Id="rId105" Type="http://schemas.openxmlformats.org/officeDocument/2006/relationships/image" Target="../media/image575.png"/><Relationship Id="rId126" Type="http://schemas.openxmlformats.org/officeDocument/2006/relationships/customXml" Target="../ink/ink588.xml"/><Relationship Id="rId147" Type="http://schemas.openxmlformats.org/officeDocument/2006/relationships/image" Target="../media/image596.png"/><Relationship Id="rId168" Type="http://schemas.openxmlformats.org/officeDocument/2006/relationships/customXml" Target="../ink/ink609.xml"/><Relationship Id="rId312" Type="http://schemas.openxmlformats.org/officeDocument/2006/relationships/customXml" Target="../ink/ink681.xml"/><Relationship Id="rId333" Type="http://schemas.openxmlformats.org/officeDocument/2006/relationships/image" Target="../media/image688.png"/><Relationship Id="rId51" Type="http://schemas.openxmlformats.org/officeDocument/2006/relationships/image" Target="../media/image548.png"/><Relationship Id="rId72" Type="http://schemas.openxmlformats.org/officeDocument/2006/relationships/customXml" Target="../ink/ink561.xml"/><Relationship Id="rId93" Type="http://schemas.openxmlformats.org/officeDocument/2006/relationships/image" Target="../media/image569.png"/><Relationship Id="rId189" Type="http://schemas.openxmlformats.org/officeDocument/2006/relationships/image" Target="../media/image616.png"/><Relationship Id="rId3" Type="http://schemas.openxmlformats.org/officeDocument/2006/relationships/image" Target="../media/image524.png"/><Relationship Id="rId214" Type="http://schemas.openxmlformats.org/officeDocument/2006/relationships/customXml" Target="../ink/ink632.xml"/><Relationship Id="rId235" Type="http://schemas.openxmlformats.org/officeDocument/2006/relationships/image" Target="../media/image639.png"/><Relationship Id="rId256" Type="http://schemas.openxmlformats.org/officeDocument/2006/relationships/customXml" Target="../ink/ink653.xml"/><Relationship Id="rId277" Type="http://schemas.openxmlformats.org/officeDocument/2006/relationships/image" Target="../media/image660.png"/><Relationship Id="rId298" Type="http://schemas.openxmlformats.org/officeDocument/2006/relationships/customXml" Target="../ink/ink674.xml"/><Relationship Id="rId116" Type="http://schemas.openxmlformats.org/officeDocument/2006/relationships/customXml" Target="../ink/ink583.xml"/><Relationship Id="rId137" Type="http://schemas.openxmlformats.org/officeDocument/2006/relationships/image" Target="../media/image591.png"/><Relationship Id="rId158" Type="http://schemas.openxmlformats.org/officeDocument/2006/relationships/customXml" Target="../ink/ink604.xml"/><Relationship Id="rId302" Type="http://schemas.openxmlformats.org/officeDocument/2006/relationships/customXml" Target="../ink/ink676.xml"/><Relationship Id="rId323" Type="http://schemas.openxmlformats.org/officeDocument/2006/relationships/image" Target="../media/image683.png"/><Relationship Id="rId20" Type="http://schemas.openxmlformats.org/officeDocument/2006/relationships/customXml" Target="../ink/ink535.xml"/><Relationship Id="rId41" Type="http://schemas.openxmlformats.org/officeDocument/2006/relationships/image" Target="../media/image543.png"/><Relationship Id="rId62" Type="http://schemas.openxmlformats.org/officeDocument/2006/relationships/customXml" Target="../ink/ink556.xml"/><Relationship Id="rId83" Type="http://schemas.openxmlformats.org/officeDocument/2006/relationships/image" Target="../media/image564.png"/><Relationship Id="rId179" Type="http://schemas.openxmlformats.org/officeDocument/2006/relationships/image" Target="../media/image611.png"/><Relationship Id="rId190" Type="http://schemas.openxmlformats.org/officeDocument/2006/relationships/customXml" Target="../ink/ink620.xml"/><Relationship Id="rId204" Type="http://schemas.openxmlformats.org/officeDocument/2006/relationships/customXml" Target="../ink/ink627.xml"/><Relationship Id="rId225" Type="http://schemas.openxmlformats.org/officeDocument/2006/relationships/image" Target="../media/image634.png"/><Relationship Id="rId246" Type="http://schemas.openxmlformats.org/officeDocument/2006/relationships/customXml" Target="../ink/ink648.xml"/><Relationship Id="rId267" Type="http://schemas.openxmlformats.org/officeDocument/2006/relationships/image" Target="../media/image655.png"/><Relationship Id="rId288" Type="http://schemas.openxmlformats.org/officeDocument/2006/relationships/customXml" Target="../ink/ink669.xml"/><Relationship Id="rId106" Type="http://schemas.openxmlformats.org/officeDocument/2006/relationships/customXml" Target="../ink/ink578.xml"/><Relationship Id="rId127" Type="http://schemas.openxmlformats.org/officeDocument/2006/relationships/image" Target="../media/image586.png"/><Relationship Id="rId313" Type="http://schemas.openxmlformats.org/officeDocument/2006/relationships/image" Target="../media/image678.png"/><Relationship Id="rId10" Type="http://schemas.openxmlformats.org/officeDocument/2006/relationships/customXml" Target="../ink/ink530.xml"/><Relationship Id="rId31" Type="http://schemas.openxmlformats.org/officeDocument/2006/relationships/image" Target="../media/image538.png"/><Relationship Id="rId52" Type="http://schemas.openxmlformats.org/officeDocument/2006/relationships/customXml" Target="../ink/ink551.xml"/><Relationship Id="rId73" Type="http://schemas.openxmlformats.org/officeDocument/2006/relationships/image" Target="../media/image559.png"/><Relationship Id="rId94" Type="http://schemas.openxmlformats.org/officeDocument/2006/relationships/customXml" Target="../ink/ink572.xml"/><Relationship Id="rId148" Type="http://schemas.openxmlformats.org/officeDocument/2006/relationships/customXml" Target="../ink/ink599.xml"/><Relationship Id="rId169" Type="http://schemas.openxmlformats.org/officeDocument/2006/relationships/image" Target="../media/image607.png"/><Relationship Id="rId334" Type="http://schemas.openxmlformats.org/officeDocument/2006/relationships/customXml" Target="../ink/ink692.xml"/><Relationship Id="rId4" Type="http://schemas.openxmlformats.org/officeDocument/2006/relationships/customXml" Target="../ink/ink527.xml"/><Relationship Id="rId180" Type="http://schemas.openxmlformats.org/officeDocument/2006/relationships/customXml" Target="../ink/ink615.xml"/><Relationship Id="rId215" Type="http://schemas.openxmlformats.org/officeDocument/2006/relationships/image" Target="../media/image629.png"/><Relationship Id="rId236" Type="http://schemas.openxmlformats.org/officeDocument/2006/relationships/customXml" Target="../ink/ink643.xml"/><Relationship Id="rId257" Type="http://schemas.openxmlformats.org/officeDocument/2006/relationships/image" Target="../media/image650.png"/><Relationship Id="rId278" Type="http://schemas.openxmlformats.org/officeDocument/2006/relationships/customXml" Target="../ink/ink664.xml"/><Relationship Id="rId303" Type="http://schemas.openxmlformats.org/officeDocument/2006/relationships/image" Target="../media/image673.png"/><Relationship Id="rId42" Type="http://schemas.openxmlformats.org/officeDocument/2006/relationships/customXml" Target="../ink/ink546.xml"/><Relationship Id="rId84" Type="http://schemas.openxmlformats.org/officeDocument/2006/relationships/customXml" Target="../ink/ink567.xml"/><Relationship Id="rId138" Type="http://schemas.openxmlformats.org/officeDocument/2006/relationships/customXml" Target="../ink/ink594.xml"/><Relationship Id="rId191" Type="http://schemas.openxmlformats.org/officeDocument/2006/relationships/image" Target="../media/image617.png"/><Relationship Id="rId205" Type="http://schemas.openxmlformats.org/officeDocument/2006/relationships/image" Target="../media/image624.png"/><Relationship Id="rId247" Type="http://schemas.openxmlformats.org/officeDocument/2006/relationships/image" Target="../media/image645.png"/><Relationship Id="rId107" Type="http://schemas.openxmlformats.org/officeDocument/2006/relationships/image" Target="../media/image576.png"/><Relationship Id="rId289" Type="http://schemas.openxmlformats.org/officeDocument/2006/relationships/image" Target="../media/image666.png"/><Relationship Id="rId11" Type="http://schemas.openxmlformats.org/officeDocument/2006/relationships/image" Target="../media/image528.png"/><Relationship Id="rId53" Type="http://schemas.openxmlformats.org/officeDocument/2006/relationships/image" Target="../media/image549.png"/><Relationship Id="rId149" Type="http://schemas.openxmlformats.org/officeDocument/2006/relationships/image" Target="../media/image597.png"/><Relationship Id="rId314" Type="http://schemas.openxmlformats.org/officeDocument/2006/relationships/customXml" Target="../ink/ink682.xml"/><Relationship Id="rId95" Type="http://schemas.openxmlformats.org/officeDocument/2006/relationships/image" Target="../media/image570.png"/><Relationship Id="rId160" Type="http://schemas.openxmlformats.org/officeDocument/2006/relationships/customXml" Target="../ink/ink605.xml"/><Relationship Id="rId216" Type="http://schemas.openxmlformats.org/officeDocument/2006/relationships/customXml" Target="../ink/ink633.xml"/><Relationship Id="rId258" Type="http://schemas.openxmlformats.org/officeDocument/2006/relationships/customXml" Target="../ink/ink654.xml"/><Relationship Id="rId22" Type="http://schemas.openxmlformats.org/officeDocument/2006/relationships/customXml" Target="../ink/ink536.xml"/><Relationship Id="rId64" Type="http://schemas.openxmlformats.org/officeDocument/2006/relationships/customXml" Target="../ink/ink557.xml"/><Relationship Id="rId118" Type="http://schemas.openxmlformats.org/officeDocument/2006/relationships/customXml" Target="../ink/ink584.xml"/><Relationship Id="rId325" Type="http://schemas.openxmlformats.org/officeDocument/2006/relationships/image" Target="../media/image684.png"/><Relationship Id="rId171" Type="http://schemas.openxmlformats.org/officeDocument/2006/relationships/image" Target="../media/image608.png"/><Relationship Id="rId227" Type="http://schemas.openxmlformats.org/officeDocument/2006/relationships/image" Target="../media/image635.png"/><Relationship Id="rId269" Type="http://schemas.openxmlformats.org/officeDocument/2006/relationships/image" Target="../media/image656.png"/><Relationship Id="rId33" Type="http://schemas.openxmlformats.org/officeDocument/2006/relationships/image" Target="../media/image539.png"/><Relationship Id="rId129" Type="http://schemas.openxmlformats.org/officeDocument/2006/relationships/image" Target="../media/image587.png"/><Relationship Id="rId280" Type="http://schemas.openxmlformats.org/officeDocument/2006/relationships/customXml" Target="../ink/ink665.xml"/><Relationship Id="rId336" Type="http://schemas.openxmlformats.org/officeDocument/2006/relationships/customXml" Target="../ink/ink693.xml"/><Relationship Id="rId75" Type="http://schemas.openxmlformats.org/officeDocument/2006/relationships/image" Target="../media/image560.png"/><Relationship Id="rId140" Type="http://schemas.openxmlformats.org/officeDocument/2006/relationships/customXml" Target="../ink/ink595.xml"/><Relationship Id="rId182" Type="http://schemas.openxmlformats.org/officeDocument/2006/relationships/customXml" Target="../ink/ink616.xml"/><Relationship Id="rId6" Type="http://schemas.openxmlformats.org/officeDocument/2006/relationships/customXml" Target="../ink/ink528.xml"/><Relationship Id="rId238" Type="http://schemas.openxmlformats.org/officeDocument/2006/relationships/customXml" Target="../ink/ink644.xml"/><Relationship Id="rId291" Type="http://schemas.openxmlformats.org/officeDocument/2006/relationships/image" Target="../media/image667.png"/><Relationship Id="rId305" Type="http://schemas.openxmlformats.org/officeDocument/2006/relationships/image" Target="../media/image674.png"/><Relationship Id="rId44" Type="http://schemas.openxmlformats.org/officeDocument/2006/relationships/customXml" Target="../ink/ink547.xml"/><Relationship Id="rId86" Type="http://schemas.openxmlformats.org/officeDocument/2006/relationships/customXml" Target="../ink/ink568.xml"/><Relationship Id="rId151" Type="http://schemas.openxmlformats.org/officeDocument/2006/relationships/image" Target="../media/image598.png"/><Relationship Id="rId193" Type="http://schemas.openxmlformats.org/officeDocument/2006/relationships/image" Target="../media/image618.png"/><Relationship Id="rId207" Type="http://schemas.openxmlformats.org/officeDocument/2006/relationships/image" Target="../media/image625.png"/><Relationship Id="rId249" Type="http://schemas.openxmlformats.org/officeDocument/2006/relationships/image" Target="../media/image646.png"/><Relationship Id="rId13" Type="http://schemas.openxmlformats.org/officeDocument/2006/relationships/image" Target="../media/image529.png"/><Relationship Id="rId109" Type="http://schemas.openxmlformats.org/officeDocument/2006/relationships/image" Target="../media/image577.png"/><Relationship Id="rId260" Type="http://schemas.openxmlformats.org/officeDocument/2006/relationships/customXml" Target="../ink/ink655.xml"/><Relationship Id="rId316" Type="http://schemas.openxmlformats.org/officeDocument/2006/relationships/customXml" Target="../ink/ink683.xml"/><Relationship Id="rId55" Type="http://schemas.openxmlformats.org/officeDocument/2006/relationships/image" Target="../media/image550.png"/><Relationship Id="rId97" Type="http://schemas.openxmlformats.org/officeDocument/2006/relationships/image" Target="../media/image571.png"/><Relationship Id="rId120" Type="http://schemas.openxmlformats.org/officeDocument/2006/relationships/customXml" Target="../ink/ink585.xml"/><Relationship Id="rId162" Type="http://schemas.openxmlformats.org/officeDocument/2006/relationships/customXml" Target="../ink/ink606.xml"/><Relationship Id="rId218" Type="http://schemas.openxmlformats.org/officeDocument/2006/relationships/customXml" Target="../ink/ink634.xml"/><Relationship Id="rId271" Type="http://schemas.openxmlformats.org/officeDocument/2006/relationships/image" Target="../media/image657.png"/><Relationship Id="rId24" Type="http://schemas.openxmlformats.org/officeDocument/2006/relationships/customXml" Target="../ink/ink537.xml"/><Relationship Id="rId66" Type="http://schemas.openxmlformats.org/officeDocument/2006/relationships/customXml" Target="../ink/ink558.xml"/><Relationship Id="rId131" Type="http://schemas.openxmlformats.org/officeDocument/2006/relationships/image" Target="../media/image588.png"/><Relationship Id="rId327" Type="http://schemas.openxmlformats.org/officeDocument/2006/relationships/image" Target="../media/image685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47.png"/><Relationship Id="rId299" Type="http://schemas.openxmlformats.org/officeDocument/2006/relationships/image" Target="../media/image838.png"/><Relationship Id="rId21" Type="http://schemas.openxmlformats.org/officeDocument/2006/relationships/image" Target="../media/image700.png"/><Relationship Id="rId63" Type="http://schemas.openxmlformats.org/officeDocument/2006/relationships/image" Target="../media/image720.png"/><Relationship Id="rId159" Type="http://schemas.openxmlformats.org/officeDocument/2006/relationships/image" Target="../media/image768.png"/><Relationship Id="rId324" Type="http://schemas.openxmlformats.org/officeDocument/2006/relationships/customXml" Target="../ink/ink855.xml"/><Relationship Id="rId366" Type="http://schemas.openxmlformats.org/officeDocument/2006/relationships/customXml" Target="../ink/ink876.xml"/><Relationship Id="rId170" Type="http://schemas.openxmlformats.org/officeDocument/2006/relationships/customXml" Target="../ink/ink778.xml"/><Relationship Id="rId226" Type="http://schemas.openxmlformats.org/officeDocument/2006/relationships/customXml" Target="../ink/ink806.xml"/><Relationship Id="rId433" Type="http://schemas.openxmlformats.org/officeDocument/2006/relationships/image" Target="../media/image905.png"/><Relationship Id="rId268" Type="http://schemas.openxmlformats.org/officeDocument/2006/relationships/customXml" Target="../ink/ink827.xml"/><Relationship Id="rId32" Type="http://schemas.openxmlformats.org/officeDocument/2006/relationships/customXml" Target="../ink/ink709.xml"/><Relationship Id="rId74" Type="http://schemas.openxmlformats.org/officeDocument/2006/relationships/customXml" Target="../ink/ink730.xml"/><Relationship Id="rId128" Type="http://schemas.openxmlformats.org/officeDocument/2006/relationships/customXml" Target="../ink/ink757.xml"/><Relationship Id="rId335" Type="http://schemas.openxmlformats.org/officeDocument/2006/relationships/image" Target="../media/image856.png"/><Relationship Id="rId377" Type="http://schemas.openxmlformats.org/officeDocument/2006/relationships/image" Target="../media/image877.png"/><Relationship Id="rId5" Type="http://schemas.openxmlformats.org/officeDocument/2006/relationships/image" Target="../media/image692.png"/><Relationship Id="rId181" Type="http://schemas.openxmlformats.org/officeDocument/2006/relationships/image" Target="../media/image779.png"/><Relationship Id="rId237" Type="http://schemas.openxmlformats.org/officeDocument/2006/relationships/image" Target="../media/image807.png"/><Relationship Id="rId402" Type="http://schemas.openxmlformats.org/officeDocument/2006/relationships/customXml" Target="../ink/ink894.xml"/><Relationship Id="rId279" Type="http://schemas.openxmlformats.org/officeDocument/2006/relationships/image" Target="../media/image828.png"/><Relationship Id="rId43" Type="http://schemas.openxmlformats.org/officeDocument/2006/relationships/image" Target="../media/image711.png"/><Relationship Id="rId139" Type="http://schemas.openxmlformats.org/officeDocument/2006/relationships/image" Target="../media/image758.png"/><Relationship Id="rId290" Type="http://schemas.openxmlformats.org/officeDocument/2006/relationships/customXml" Target="../ink/ink838.xml"/><Relationship Id="rId304" Type="http://schemas.openxmlformats.org/officeDocument/2006/relationships/customXml" Target="../ink/ink845.xml"/><Relationship Id="rId346" Type="http://schemas.openxmlformats.org/officeDocument/2006/relationships/customXml" Target="../ink/ink866.xml"/><Relationship Id="rId388" Type="http://schemas.openxmlformats.org/officeDocument/2006/relationships/customXml" Target="../ink/ink887.xml"/><Relationship Id="rId85" Type="http://schemas.openxmlformats.org/officeDocument/2006/relationships/image" Target="../media/image731.png"/><Relationship Id="rId150" Type="http://schemas.openxmlformats.org/officeDocument/2006/relationships/customXml" Target="../ink/ink768.xml"/><Relationship Id="rId192" Type="http://schemas.openxmlformats.org/officeDocument/2006/relationships/customXml" Target="../ink/ink789.xml"/><Relationship Id="rId206" Type="http://schemas.openxmlformats.org/officeDocument/2006/relationships/customXml" Target="../ink/ink796.xml"/><Relationship Id="rId413" Type="http://schemas.openxmlformats.org/officeDocument/2006/relationships/image" Target="../media/image895.png"/><Relationship Id="rId248" Type="http://schemas.openxmlformats.org/officeDocument/2006/relationships/customXml" Target="../ink/ink817.xml"/><Relationship Id="rId12" Type="http://schemas.openxmlformats.org/officeDocument/2006/relationships/customXml" Target="../ink/ink699.xml"/><Relationship Id="rId108" Type="http://schemas.openxmlformats.org/officeDocument/2006/relationships/customXml" Target="../ink/ink747.xml"/><Relationship Id="rId315" Type="http://schemas.openxmlformats.org/officeDocument/2006/relationships/image" Target="../media/image846.png"/><Relationship Id="rId357" Type="http://schemas.openxmlformats.org/officeDocument/2006/relationships/image" Target="../media/image867.png"/><Relationship Id="rId54" Type="http://schemas.openxmlformats.org/officeDocument/2006/relationships/customXml" Target="../ink/ink720.xml"/><Relationship Id="rId96" Type="http://schemas.openxmlformats.org/officeDocument/2006/relationships/customXml" Target="../ink/ink741.xml"/><Relationship Id="rId161" Type="http://schemas.openxmlformats.org/officeDocument/2006/relationships/image" Target="../media/image769.png"/><Relationship Id="rId217" Type="http://schemas.openxmlformats.org/officeDocument/2006/relationships/image" Target="../media/image797.png"/><Relationship Id="rId399" Type="http://schemas.openxmlformats.org/officeDocument/2006/relationships/image" Target="../media/image888.png"/><Relationship Id="rId259" Type="http://schemas.openxmlformats.org/officeDocument/2006/relationships/image" Target="../media/image818.png"/><Relationship Id="rId424" Type="http://schemas.openxmlformats.org/officeDocument/2006/relationships/customXml" Target="../ink/ink905.xml"/><Relationship Id="rId23" Type="http://schemas.openxmlformats.org/officeDocument/2006/relationships/image" Target="../media/image701.png"/><Relationship Id="rId119" Type="http://schemas.openxmlformats.org/officeDocument/2006/relationships/image" Target="../media/image748.png"/><Relationship Id="rId270" Type="http://schemas.openxmlformats.org/officeDocument/2006/relationships/customXml" Target="../ink/ink828.xml"/><Relationship Id="rId326" Type="http://schemas.openxmlformats.org/officeDocument/2006/relationships/customXml" Target="../ink/ink856.xml"/><Relationship Id="rId65" Type="http://schemas.openxmlformats.org/officeDocument/2006/relationships/image" Target="../media/image721.png"/><Relationship Id="rId130" Type="http://schemas.openxmlformats.org/officeDocument/2006/relationships/customXml" Target="../ink/ink758.xml"/><Relationship Id="rId368" Type="http://schemas.openxmlformats.org/officeDocument/2006/relationships/customXml" Target="../ink/ink877.xml"/><Relationship Id="rId172" Type="http://schemas.openxmlformats.org/officeDocument/2006/relationships/customXml" Target="../ink/ink779.xml"/><Relationship Id="rId228" Type="http://schemas.openxmlformats.org/officeDocument/2006/relationships/customXml" Target="../ink/ink807.xml"/><Relationship Id="rId435" Type="http://schemas.openxmlformats.org/officeDocument/2006/relationships/image" Target="../media/image906.png"/><Relationship Id="rId281" Type="http://schemas.openxmlformats.org/officeDocument/2006/relationships/image" Target="../media/image829.png"/><Relationship Id="rId337" Type="http://schemas.openxmlformats.org/officeDocument/2006/relationships/image" Target="../media/image857.png"/><Relationship Id="rId34" Type="http://schemas.openxmlformats.org/officeDocument/2006/relationships/customXml" Target="../ink/ink710.xml"/><Relationship Id="rId76" Type="http://schemas.openxmlformats.org/officeDocument/2006/relationships/customXml" Target="../ink/ink731.xml"/><Relationship Id="rId141" Type="http://schemas.openxmlformats.org/officeDocument/2006/relationships/image" Target="../media/image759.png"/><Relationship Id="rId379" Type="http://schemas.openxmlformats.org/officeDocument/2006/relationships/image" Target="../media/image878.png"/><Relationship Id="rId7" Type="http://schemas.openxmlformats.org/officeDocument/2006/relationships/image" Target="../media/image693.png"/><Relationship Id="rId183" Type="http://schemas.openxmlformats.org/officeDocument/2006/relationships/image" Target="../media/image780.png"/><Relationship Id="rId239" Type="http://schemas.openxmlformats.org/officeDocument/2006/relationships/image" Target="../media/image808.png"/><Relationship Id="rId390" Type="http://schemas.openxmlformats.org/officeDocument/2006/relationships/customXml" Target="../ink/ink888.xml"/><Relationship Id="rId404" Type="http://schemas.openxmlformats.org/officeDocument/2006/relationships/customXml" Target="../ink/ink895.xml"/><Relationship Id="rId250" Type="http://schemas.openxmlformats.org/officeDocument/2006/relationships/customXml" Target="../ink/ink818.xml"/><Relationship Id="rId292" Type="http://schemas.openxmlformats.org/officeDocument/2006/relationships/customXml" Target="../ink/ink839.xml"/><Relationship Id="rId306" Type="http://schemas.openxmlformats.org/officeDocument/2006/relationships/customXml" Target="../ink/ink846.xml"/><Relationship Id="rId45" Type="http://schemas.openxmlformats.org/officeDocument/2006/relationships/image" Target="../media/image712.png"/><Relationship Id="rId87" Type="http://schemas.openxmlformats.org/officeDocument/2006/relationships/image" Target="../media/image732.png"/><Relationship Id="rId110" Type="http://schemas.openxmlformats.org/officeDocument/2006/relationships/customXml" Target="../ink/ink748.xml"/><Relationship Id="rId348" Type="http://schemas.openxmlformats.org/officeDocument/2006/relationships/customXml" Target="../ink/ink867.xml"/><Relationship Id="rId152" Type="http://schemas.openxmlformats.org/officeDocument/2006/relationships/customXml" Target="../ink/ink769.xml"/><Relationship Id="rId194" Type="http://schemas.openxmlformats.org/officeDocument/2006/relationships/customXml" Target="../ink/ink790.xml"/><Relationship Id="rId208" Type="http://schemas.openxmlformats.org/officeDocument/2006/relationships/customXml" Target="../ink/ink797.xml"/><Relationship Id="rId415" Type="http://schemas.openxmlformats.org/officeDocument/2006/relationships/image" Target="../media/image896.png"/><Relationship Id="rId261" Type="http://schemas.openxmlformats.org/officeDocument/2006/relationships/image" Target="../media/image819.png"/><Relationship Id="rId14" Type="http://schemas.openxmlformats.org/officeDocument/2006/relationships/customXml" Target="../ink/ink700.xml"/><Relationship Id="rId56" Type="http://schemas.openxmlformats.org/officeDocument/2006/relationships/customXml" Target="../ink/ink721.xml"/><Relationship Id="rId317" Type="http://schemas.openxmlformats.org/officeDocument/2006/relationships/image" Target="../media/image847.png"/><Relationship Id="rId359" Type="http://schemas.openxmlformats.org/officeDocument/2006/relationships/image" Target="../media/image868.png"/><Relationship Id="rId98" Type="http://schemas.openxmlformats.org/officeDocument/2006/relationships/customXml" Target="../ink/ink742.xml"/><Relationship Id="rId121" Type="http://schemas.openxmlformats.org/officeDocument/2006/relationships/image" Target="../media/image749.png"/><Relationship Id="rId163" Type="http://schemas.openxmlformats.org/officeDocument/2006/relationships/image" Target="../media/image770.png"/><Relationship Id="rId219" Type="http://schemas.openxmlformats.org/officeDocument/2006/relationships/image" Target="../media/image798.png"/><Relationship Id="rId370" Type="http://schemas.openxmlformats.org/officeDocument/2006/relationships/customXml" Target="../ink/ink878.xml"/><Relationship Id="rId426" Type="http://schemas.openxmlformats.org/officeDocument/2006/relationships/customXml" Target="../ink/ink906.xml"/><Relationship Id="rId230" Type="http://schemas.openxmlformats.org/officeDocument/2006/relationships/customXml" Target="../ink/ink808.xml"/><Relationship Id="rId25" Type="http://schemas.openxmlformats.org/officeDocument/2006/relationships/image" Target="../media/image702.png"/><Relationship Id="rId67" Type="http://schemas.openxmlformats.org/officeDocument/2006/relationships/image" Target="../media/image722.png"/><Relationship Id="rId272" Type="http://schemas.openxmlformats.org/officeDocument/2006/relationships/customXml" Target="../ink/ink829.xml"/><Relationship Id="rId328" Type="http://schemas.openxmlformats.org/officeDocument/2006/relationships/customXml" Target="../ink/ink857.xml"/><Relationship Id="rId132" Type="http://schemas.openxmlformats.org/officeDocument/2006/relationships/customXml" Target="../ink/ink759.xml"/><Relationship Id="rId174" Type="http://schemas.openxmlformats.org/officeDocument/2006/relationships/customXml" Target="../ink/ink780.xml"/><Relationship Id="rId381" Type="http://schemas.openxmlformats.org/officeDocument/2006/relationships/image" Target="../media/image879.png"/><Relationship Id="rId241" Type="http://schemas.openxmlformats.org/officeDocument/2006/relationships/image" Target="../media/image809.png"/><Relationship Id="rId437" Type="http://schemas.openxmlformats.org/officeDocument/2006/relationships/image" Target="../media/image907.png"/><Relationship Id="rId36" Type="http://schemas.openxmlformats.org/officeDocument/2006/relationships/customXml" Target="../ink/ink711.xml"/><Relationship Id="rId283" Type="http://schemas.openxmlformats.org/officeDocument/2006/relationships/image" Target="../media/image830.png"/><Relationship Id="rId339" Type="http://schemas.openxmlformats.org/officeDocument/2006/relationships/image" Target="../media/image858.png"/><Relationship Id="rId78" Type="http://schemas.openxmlformats.org/officeDocument/2006/relationships/customXml" Target="../ink/ink732.xml"/><Relationship Id="rId101" Type="http://schemas.openxmlformats.org/officeDocument/2006/relationships/image" Target="../media/image739.png"/><Relationship Id="rId143" Type="http://schemas.openxmlformats.org/officeDocument/2006/relationships/image" Target="../media/image760.png"/><Relationship Id="rId185" Type="http://schemas.openxmlformats.org/officeDocument/2006/relationships/image" Target="../media/image781.png"/><Relationship Id="rId350" Type="http://schemas.openxmlformats.org/officeDocument/2006/relationships/customXml" Target="../ink/ink868.xml"/><Relationship Id="rId406" Type="http://schemas.openxmlformats.org/officeDocument/2006/relationships/customXml" Target="../ink/ink896.xml"/><Relationship Id="rId9" Type="http://schemas.openxmlformats.org/officeDocument/2006/relationships/image" Target="../media/image694.png"/><Relationship Id="rId210" Type="http://schemas.openxmlformats.org/officeDocument/2006/relationships/customXml" Target="../ink/ink798.xml"/><Relationship Id="rId392" Type="http://schemas.openxmlformats.org/officeDocument/2006/relationships/customXml" Target="../ink/ink889.xml"/><Relationship Id="rId252" Type="http://schemas.openxmlformats.org/officeDocument/2006/relationships/customXml" Target="../ink/ink819.xml"/><Relationship Id="rId294" Type="http://schemas.openxmlformats.org/officeDocument/2006/relationships/customXml" Target="../ink/ink840.xml"/><Relationship Id="rId308" Type="http://schemas.openxmlformats.org/officeDocument/2006/relationships/customXml" Target="../ink/ink847.xml"/><Relationship Id="rId47" Type="http://schemas.openxmlformats.org/officeDocument/2006/relationships/image" Target="../media/image713.png"/><Relationship Id="rId89" Type="http://schemas.openxmlformats.org/officeDocument/2006/relationships/image" Target="../media/image733.png"/><Relationship Id="rId112" Type="http://schemas.openxmlformats.org/officeDocument/2006/relationships/customXml" Target="../ink/ink749.xml"/><Relationship Id="rId154" Type="http://schemas.openxmlformats.org/officeDocument/2006/relationships/customXml" Target="../ink/ink770.xml"/><Relationship Id="rId361" Type="http://schemas.openxmlformats.org/officeDocument/2006/relationships/image" Target="../media/image869.png"/><Relationship Id="rId196" Type="http://schemas.openxmlformats.org/officeDocument/2006/relationships/customXml" Target="../ink/ink791.xml"/><Relationship Id="rId417" Type="http://schemas.openxmlformats.org/officeDocument/2006/relationships/image" Target="../media/image897.png"/><Relationship Id="rId16" Type="http://schemas.openxmlformats.org/officeDocument/2006/relationships/customXml" Target="../ink/ink701.xml"/><Relationship Id="rId221" Type="http://schemas.openxmlformats.org/officeDocument/2006/relationships/image" Target="../media/image799.png"/><Relationship Id="rId263" Type="http://schemas.openxmlformats.org/officeDocument/2006/relationships/image" Target="../media/image820.png"/><Relationship Id="rId319" Type="http://schemas.openxmlformats.org/officeDocument/2006/relationships/image" Target="../media/image848.png"/><Relationship Id="rId58" Type="http://schemas.openxmlformats.org/officeDocument/2006/relationships/customXml" Target="../ink/ink722.xml"/><Relationship Id="rId123" Type="http://schemas.openxmlformats.org/officeDocument/2006/relationships/image" Target="../media/image750.png"/><Relationship Id="rId330" Type="http://schemas.openxmlformats.org/officeDocument/2006/relationships/customXml" Target="../ink/ink858.xml"/><Relationship Id="rId165" Type="http://schemas.openxmlformats.org/officeDocument/2006/relationships/image" Target="../media/image771.png"/><Relationship Id="rId372" Type="http://schemas.openxmlformats.org/officeDocument/2006/relationships/customXml" Target="../ink/ink879.xml"/><Relationship Id="rId428" Type="http://schemas.openxmlformats.org/officeDocument/2006/relationships/customXml" Target="../ink/ink907.xml"/><Relationship Id="rId232" Type="http://schemas.openxmlformats.org/officeDocument/2006/relationships/customXml" Target="../ink/ink809.xml"/><Relationship Id="rId274" Type="http://schemas.openxmlformats.org/officeDocument/2006/relationships/customXml" Target="../ink/ink830.xml"/><Relationship Id="rId27" Type="http://schemas.openxmlformats.org/officeDocument/2006/relationships/image" Target="../media/image703.png"/><Relationship Id="rId69" Type="http://schemas.openxmlformats.org/officeDocument/2006/relationships/image" Target="../media/image723.png"/><Relationship Id="rId134" Type="http://schemas.openxmlformats.org/officeDocument/2006/relationships/customXml" Target="../ink/ink760.xml"/><Relationship Id="rId80" Type="http://schemas.openxmlformats.org/officeDocument/2006/relationships/customXml" Target="../ink/ink733.xml"/><Relationship Id="rId176" Type="http://schemas.openxmlformats.org/officeDocument/2006/relationships/customXml" Target="../ink/ink781.xml"/><Relationship Id="rId341" Type="http://schemas.openxmlformats.org/officeDocument/2006/relationships/image" Target="../media/image859.png"/><Relationship Id="rId383" Type="http://schemas.openxmlformats.org/officeDocument/2006/relationships/image" Target="../media/image880.png"/><Relationship Id="rId439" Type="http://schemas.openxmlformats.org/officeDocument/2006/relationships/image" Target="../media/image908.png"/><Relationship Id="rId201" Type="http://schemas.openxmlformats.org/officeDocument/2006/relationships/image" Target="../media/image789.png"/><Relationship Id="rId243" Type="http://schemas.openxmlformats.org/officeDocument/2006/relationships/image" Target="../media/image810.png"/><Relationship Id="rId285" Type="http://schemas.openxmlformats.org/officeDocument/2006/relationships/image" Target="../media/image831.png"/><Relationship Id="rId38" Type="http://schemas.openxmlformats.org/officeDocument/2006/relationships/customXml" Target="../ink/ink712.xml"/><Relationship Id="rId103" Type="http://schemas.openxmlformats.org/officeDocument/2006/relationships/image" Target="../media/image740.png"/><Relationship Id="rId310" Type="http://schemas.openxmlformats.org/officeDocument/2006/relationships/customXml" Target="../ink/ink848.xml"/><Relationship Id="rId91" Type="http://schemas.openxmlformats.org/officeDocument/2006/relationships/image" Target="../media/image734.png"/><Relationship Id="rId145" Type="http://schemas.openxmlformats.org/officeDocument/2006/relationships/image" Target="../media/image761.png"/><Relationship Id="rId187" Type="http://schemas.openxmlformats.org/officeDocument/2006/relationships/image" Target="../media/image782.png"/><Relationship Id="rId352" Type="http://schemas.openxmlformats.org/officeDocument/2006/relationships/customXml" Target="../ink/ink869.xml"/><Relationship Id="rId394" Type="http://schemas.openxmlformats.org/officeDocument/2006/relationships/customXml" Target="../ink/ink890.xml"/><Relationship Id="rId408" Type="http://schemas.openxmlformats.org/officeDocument/2006/relationships/customXml" Target="../ink/ink897.xml"/><Relationship Id="rId212" Type="http://schemas.openxmlformats.org/officeDocument/2006/relationships/customXml" Target="../ink/ink799.xml"/><Relationship Id="rId254" Type="http://schemas.openxmlformats.org/officeDocument/2006/relationships/customXml" Target="../ink/ink820.xml"/><Relationship Id="rId49" Type="http://schemas.openxmlformats.org/officeDocument/2006/relationships/image" Target="../media/image49.png"/><Relationship Id="rId114" Type="http://schemas.openxmlformats.org/officeDocument/2006/relationships/customXml" Target="../ink/ink750.xml"/><Relationship Id="rId296" Type="http://schemas.openxmlformats.org/officeDocument/2006/relationships/customXml" Target="../ink/ink841.xml"/><Relationship Id="rId60" Type="http://schemas.openxmlformats.org/officeDocument/2006/relationships/customXml" Target="../ink/ink723.xml"/><Relationship Id="rId156" Type="http://schemas.openxmlformats.org/officeDocument/2006/relationships/customXml" Target="../ink/ink771.xml"/><Relationship Id="rId198" Type="http://schemas.openxmlformats.org/officeDocument/2006/relationships/customXml" Target="../ink/ink792.xml"/><Relationship Id="rId321" Type="http://schemas.openxmlformats.org/officeDocument/2006/relationships/image" Target="../media/image849.png"/><Relationship Id="rId363" Type="http://schemas.openxmlformats.org/officeDocument/2006/relationships/image" Target="../media/image870.png"/><Relationship Id="rId419" Type="http://schemas.openxmlformats.org/officeDocument/2006/relationships/image" Target="../media/image898.png"/><Relationship Id="rId202" Type="http://schemas.openxmlformats.org/officeDocument/2006/relationships/customXml" Target="../ink/ink794.xml"/><Relationship Id="rId223" Type="http://schemas.openxmlformats.org/officeDocument/2006/relationships/image" Target="../media/image800.png"/><Relationship Id="rId244" Type="http://schemas.openxmlformats.org/officeDocument/2006/relationships/customXml" Target="../ink/ink815.xml"/><Relationship Id="rId430" Type="http://schemas.openxmlformats.org/officeDocument/2006/relationships/customXml" Target="../ink/ink908.xml"/><Relationship Id="rId18" Type="http://schemas.openxmlformats.org/officeDocument/2006/relationships/customXml" Target="../ink/ink702.xml"/><Relationship Id="rId39" Type="http://schemas.openxmlformats.org/officeDocument/2006/relationships/image" Target="../media/image709.png"/><Relationship Id="rId265" Type="http://schemas.openxmlformats.org/officeDocument/2006/relationships/image" Target="../media/image821.png"/><Relationship Id="rId286" Type="http://schemas.openxmlformats.org/officeDocument/2006/relationships/customXml" Target="../ink/ink836.xml"/><Relationship Id="rId50" Type="http://schemas.openxmlformats.org/officeDocument/2006/relationships/customXml" Target="../ink/ink718.xml"/><Relationship Id="rId104" Type="http://schemas.openxmlformats.org/officeDocument/2006/relationships/customXml" Target="../ink/ink745.xml"/><Relationship Id="rId125" Type="http://schemas.openxmlformats.org/officeDocument/2006/relationships/image" Target="../media/image751.png"/><Relationship Id="rId146" Type="http://schemas.openxmlformats.org/officeDocument/2006/relationships/customXml" Target="../ink/ink766.xml"/><Relationship Id="rId167" Type="http://schemas.openxmlformats.org/officeDocument/2006/relationships/image" Target="../media/image772.png"/><Relationship Id="rId188" Type="http://schemas.openxmlformats.org/officeDocument/2006/relationships/customXml" Target="../ink/ink787.xml"/><Relationship Id="rId311" Type="http://schemas.openxmlformats.org/officeDocument/2006/relationships/image" Target="../media/image844.png"/><Relationship Id="rId332" Type="http://schemas.openxmlformats.org/officeDocument/2006/relationships/customXml" Target="../ink/ink859.xml"/><Relationship Id="rId353" Type="http://schemas.openxmlformats.org/officeDocument/2006/relationships/image" Target="../media/image865.png"/><Relationship Id="rId374" Type="http://schemas.openxmlformats.org/officeDocument/2006/relationships/customXml" Target="../ink/ink880.xml"/><Relationship Id="rId395" Type="http://schemas.openxmlformats.org/officeDocument/2006/relationships/image" Target="../media/image886.png"/><Relationship Id="rId409" Type="http://schemas.openxmlformats.org/officeDocument/2006/relationships/image" Target="../media/image893.png"/><Relationship Id="rId71" Type="http://schemas.openxmlformats.org/officeDocument/2006/relationships/image" Target="../media/image724.png"/><Relationship Id="rId92" Type="http://schemas.openxmlformats.org/officeDocument/2006/relationships/customXml" Target="../ink/ink739.xml"/><Relationship Id="rId213" Type="http://schemas.openxmlformats.org/officeDocument/2006/relationships/image" Target="../media/image795.png"/><Relationship Id="rId234" Type="http://schemas.openxmlformats.org/officeDocument/2006/relationships/customXml" Target="../ink/ink810.xml"/><Relationship Id="rId420" Type="http://schemas.openxmlformats.org/officeDocument/2006/relationships/customXml" Target="../ink/ink903.xml"/><Relationship Id="rId2" Type="http://schemas.openxmlformats.org/officeDocument/2006/relationships/customXml" Target="../ink/ink694.xml"/><Relationship Id="rId29" Type="http://schemas.openxmlformats.org/officeDocument/2006/relationships/image" Target="../media/image704.png"/><Relationship Id="rId255" Type="http://schemas.openxmlformats.org/officeDocument/2006/relationships/image" Target="../media/image816.png"/><Relationship Id="rId276" Type="http://schemas.openxmlformats.org/officeDocument/2006/relationships/customXml" Target="../ink/ink831.xml"/><Relationship Id="rId297" Type="http://schemas.openxmlformats.org/officeDocument/2006/relationships/image" Target="../media/image837.png"/><Relationship Id="rId441" Type="http://schemas.openxmlformats.org/officeDocument/2006/relationships/image" Target="../media/image909.png"/><Relationship Id="rId40" Type="http://schemas.openxmlformats.org/officeDocument/2006/relationships/customXml" Target="../ink/ink713.xml"/><Relationship Id="rId115" Type="http://schemas.openxmlformats.org/officeDocument/2006/relationships/image" Target="../media/image746.png"/><Relationship Id="rId136" Type="http://schemas.openxmlformats.org/officeDocument/2006/relationships/customXml" Target="../ink/ink761.xml"/><Relationship Id="rId157" Type="http://schemas.openxmlformats.org/officeDocument/2006/relationships/image" Target="../media/image767.png"/><Relationship Id="rId178" Type="http://schemas.openxmlformats.org/officeDocument/2006/relationships/customXml" Target="../ink/ink782.xml"/><Relationship Id="rId301" Type="http://schemas.openxmlformats.org/officeDocument/2006/relationships/image" Target="../media/image839.png"/><Relationship Id="rId322" Type="http://schemas.openxmlformats.org/officeDocument/2006/relationships/customXml" Target="../ink/ink854.xml"/><Relationship Id="rId343" Type="http://schemas.openxmlformats.org/officeDocument/2006/relationships/image" Target="../media/image860.png"/><Relationship Id="rId364" Type="http://schemas.openxmlformats.org/officeDocument/2006/relationships/customXml" Target="../ink/ink875.xml"/><Relationship Id="rId61" Type="http://schemas.openxmlformats.org/officeDocument/2006/relationships/image" Target="../media/image719.png"/><Relationship Id="rId82" Type="http://schemas.openxmlformats.org/officeDocument/2006/relationships/customXml" Target="../ink/ink734.xml"/><Relationship Id="rId199" Type="http://schemas.openxmlformats.org/officeDocument/2006/relationships/image" Target="../media/image788.png"/><Relationship Id="rId203" Type="http://schemas.openxmlformats.org/officeDocument/2006/relationships/image" Target="../media/image790.png"/><Relationship Id="rId385" Type="http://schemas.openxmlformats.org/officeDocument/2006/relationships/image" Target="../media/image881.png"/><Relationship Id="rId19" Type="http://schemas.openxmlformats.org/officeDocument/2006/relationships/image" Target="../media/image699.png"/><Relationship Id="rId224" Type="http://schemas.openxmlformats.org/officeDocument/2006/relationships/customXml" Target="../ink/ink805.xml"/><Relationship Id="rId245" Type="http://schemas.openxmlformats.org/officeDocument/2006/relationships/image" Target="../media/image811.png"/><Relationship Id="rId266" Type="http://schemas.openxmlformats.org/officeDocument/2006/relationships/customXml" Target="../ink/ink826.xml"/><Relationship Id="rId287" Type="http://schemas.openxmlformats.org/officeDocument/2006/relationships/image" Target="../media/image832.png"/><Relationship Id="rId410" Type="http://schemas.openxmlformats.org/officeDocument/2006/relationships/customXml" Target="../ink/ink898.xml"/><Relationship Id="rId431" Type="http://schemas.openxmlformats.org/officeDocument/2006/relationships/image" Target="../media/image904.png"/><Relationship Id="rId30" Type="http://schemas.openxmlformats.org/officeDocument/2006/relationships/customXml" Target="../ink/ink708.xml"/><Relationship Id="rId105" Type="http://schemas.openxmlformats.org/officeDocument/2006/relationships/image" Target="../media/image741.png"/><Relationship Id="rId126" Type="http://schemas.openxmlformats.org/officeDocument/2006/relationships/customXml" Target="../ink/ink756.xml"/><Relationship Id="rId147" Type="http://schemas.openxmlformats.org/officeDocument/2006/relationships/image" Target="../media/image762.png"/><Relationship Id="rId168" Type="http://schemas.openxmlformats.org/officeDocument/2006/relationships/customXml" Target="../ink/ink777.xml"/><Relationship Id="rId312" Type="http://schemas.openxmlformats.org/officeDocument/2006/relationships/customXml" Target="../ink/ink849.xml"/><Relationship Id="rId333" Type="http://schemas.openxmlformats.org/officeDocument/2006/relationships/image" Target="../media/image855.png"/><Relationship Id="rId354" Type="http://schemas.openxmlformats.org/officeDocument/2006/relationships/customXml" Target="../ink/ink870.xml"/><Relationship Id="rId51" Type="http://schemas.openxmlformats.org/officeDocument/2006/relationships/image" Target="../media/image714.png"/><Relationship Id="rId72" Type="http://schemas.openxmlformats.org/officeDocument/2006/relationships/customXml" Target="../ink/ink729.xml"/><Relationship Id="rId93" Type="http://schemas.openxmlformats.org/officeDocument/2006/relationships/image" Target="../media/image735.png"/><Relationship Id="rId189" Type="http://schemas.openxmlformats.org/officeDocument/2006/relationships/image" Target="../media/image783.png"/><Relationship Id="rId375" Type="http://schemas.openxmlformats.org/officeDocument/2006/relationships/image" Target="../media/image876.png"/><Relationship Id="rId396" Type="http://schemas.openxmlformats.org/officeDocument/2006/relationships/customXml" Target="../ink/ink891.xml"/><Relationship Id="rId3" Type="http://schemas.openxmlformats.org/officeDocument/2006/relationships/image" Target="../media/image691.png"/><Relationship Id="rId214" Type="http://schemas.openxmlformats.org/officeDocument/2006/relationships/customXml" Target="../ink/ink800.xml"/><Relationship Id="rId235" Type="http://schemas.openxmlformats.org/officeDocument/2006/relationships/image" Target="../media/image806.png"/><Relationship Id="rId256" Type="http://schemas.openxmlformats.org/officeDocument/2006/relationships/customXml" Target="../ink/ink821.xml"/><Relationship Id="rId277" Type="http://schemas.openxmlformats.org/officeDocument/2006/relationships/image" Target="../media/image827.png"/><Relationship Id="rId298" Type="http://schemas.openxmlformats.org/officeDocument/2006/relationships/customXml" Target="../ink/ink842.xml"/><Relationship Id="rId400" Type="http://schemas.openxmlformats.org/officeDocument/2006/relationships/customXml" Target="../ink/ink893.xml"/><Relationship Id="rId421" Type="http://schemas.openxmlformats.org/officeDocument/2006/relationships/image" Target="../media/image899.png"/><Relationship Id="rId442" Type="http://schemas.openxmlformats.org/officeDocument/2006/relationships/customXml" Target="../ink/ink914.xml"/><Relationship Id="rId116" Type="http://schemas.openxmlformats.org/officeDocument/2006/relationships/customXml" Target="../ink/ink751.xml"/><Relationship Id="rId137" Type="http://schemas.openxmlformats.org/officeDocument/2006/relationships/image" Target="../media/image757.png"/><Relationship Id="rId158" Type="http://schemas.openxmlformats.org/officeDocument/2006/relationships/customXml" Target="../ink/ink772.xml"/><Relationship Id="rId302" Type="http://schemas.openxmlformats.org/officeDocument/2006/relationships/customXml" Target="../ink/ink844.xml"/><Relationship Id="rId323" Type="http://schemas.openxmlformats.org/officeDocument/2006/relationships/image" Target="../media/image850.png"/><Relationship Id="rId344" Type="http://schemas.openxmlformats.org/officeDocument/2006/relationships/customXml" Target="../ink/ink865.xml"/><Relationship Id="rId20" Type="http://schemas.openxmlformats.org/officeDocument/2006/relationships/customXml" Target="../ink/ink703.xml"/><Relationship Id="rId41" Type="http://schemas.openxmlformats.org/officeDocument/2006/relationships/image" Target="../media/image710.png"/><Relationship Id="rId62" Type="http://schemas.openxmlformats.org/officeDocument/2006/relationships/customXml" Target="../ink/ink724.xml"/><Relationship Id="rId83" Type="http://schemas.openxmlformats.org/officeDocument/2006/relationships/image" Target="../media/image730.png"/><Relationship Id="rId179" Type="http://schemas.openxmlformats.org/officeDocument/2006/relationships/image" Target="../media/image778.png"/><Relationship Id="rId365" Type="http://schemas.openxmlformats.org/officeDocument/2006/relationships/image" Target="../media/image871.png"/><Relationship Id="rId386" Type="http://schemas.openxmlformats.org/officeDocument/2006/relationships/customXml" Target="../ink/ink886.xml"/><Relationship Id="rId190" Type="http://schemas.openxmlformats.org/officeDocument/2006/relationships/customXml" Target="../ink/ink788.xml"/><Relationship Id="rId204" Type="http://schemas.openxmlformats.org/officeDocument/2006/relationships/customXml" Target="../ink/ink795.xml"/><Relationship Id="rId225" Type="http://schemas.openxmlformats.org/officeDocument/2006/relationships/image" Target="../media/image801.png"/><Relationship Id="rId246" Type="http://schemas.openxmlformats.org/officeDocument/2006/relationships/customXml" Target="../ink/ink816.xml"/><Relationship Id="rId267" Type="http://schemas.openxmlformats.org/officeDocument/2006/relationships/image" Target="../media/image822.png"/><Relationship Id="rId288" Type="http://schemas.openxmlformats.org/officeDocument/2006/relationships/customXml" Target="../ink/ink837.xml"/><Relationship Id="rId411" Type="http://schemas.openxmlformats.org/officeDocument/2006/relationships/image" Target="../media/image894.png"/><Relationship Id="rId432" Type="http://schemas.openxmlformats.org/officeDocument/2006/relationships/customXml" Target="../ink/ink909.xml"/><Relationship Id="rId106" Type="http://schemas.openxmlformats.org/officeDocument/2006/relationships/customXml" Target="../ink/ink746.xml"/><Relationship Id="rId127" Type="http://schemas.openxmlformats.org/officeDocument/2006/relationships/image" Target="../media/image752.png"/><Relationship Id="rId313" Type="http://schemas.openxmlformats.org/officeDocument/2006/relationships/image" Target="../media/image845.png"/><Relationship Id="rId10" Type="http://schemas.openxmlformats.org/officeDocument/2006/relationships/customXml" Target="../ink/ink698.xml"/><Relationship Id="rId31" Type="http://schemas.openxmlformats.org/officeDocument/2006/relationships/image" Target="../media/image705.png"/><Relationship Id="rId52" Type="http://schemas.openxmlformats.org/officeDocument/2006/relationships/customXml" Target="../ink/ink719.xml"/><Relationship Id="rId73" Type="http://schemas.openxmlformats.org/officeDocument/2006/relationships/image" Target="../media/image725.png"/><Relationship Id="rId94" Type="http://schemas.openxmlformats.org/officeDocument/2006/relationships/customXml" Target="../ink/ink740.xml"/><Relationship Id="rId148" Type="http://schemas.openxmlformats.org/officeDocument/2006/relationships/customXml" Target="../ink/ink767.xml"/><Relationship Id="rId169" Type="http://schemas.openxmlformats.org/officeDocument/2006/relationships/image" Target="../media/image773.png"/><Relationship Id="rId334" Type="http://schemas.openxmlformats.org/officeDocument/2006/relationships/customXml" Target="../ink/ink860.xml"/><Relationship Id="rId355" Type="http://schemas.openxmlformats.org/officeDocument/2006/relationships/image" Target="../media/image866.png"/><Relationship Id="rId376" Type="http://schemas.openxmlformats.org/officeDocument/2006/relationships/customXml" Target="../ink/ink881.xml"/><Relationship Id="rId397" Type="http://schemas.openxmlformats.org/officeDocument/2006/relationships/image" Target="../media/image887.png"/><Relationship Id="rId4" Type="http://schemas.openxmlformats.org/officeDocument/2006/relationships/customXml" Target="../ink/ink695.xml"/><Relationship Id="rId180" Type="http://schemas.openxmlformats.org/officeDocument/2006/relationships/customXml" Target="../ink/ink783.xml"/><Relationship Id="rId215" Type="http://schemas.openxmlformats.org/officeDocument/2006/relationships/image" Target="../media/image796.png"/><Relationship Id="rId236" Type="http://schemas.openxmlformats.org/officeDocument/2006/relationships/customXml" Target="../ink/ink811.xml"/><Relationship Id="rId257" Type="http://schemas.openxmlformats.org/officeDocument/2006/relationships/image" Target="../media/image817.png"/><Relationship Id="rId278" Type="http://schemas.openxmlformats.org/officeDocument/2006/relationships/customXml" Target="../ink/ink832.xml"/><Relationship Id="rId401" Type="http://schemas.openxmlformats.org/officeDocument/2006/relationships/image" Target="../media/image889.png"/><Relationship Id="rId422" Type="http://schemas.openxmlformats.org/officeDocument/2006/relationships/customXml" Target="../ink/ink904.xml"/><Relationship Id="rId443" Type="http://schemas.openxmlformats.org/officeDocument/2006/relationships/image" Target="../media/image910.png"/><Relationship Id="rId303" Type="http://schemas.openxmlformats.org/officeDocument/2006/relationships/image" Target="../media/image840.png"/><Relationship Id="rId42" Type="http://schemas.openxmlformats.org/officeDocument/2006/relationships/customXml" Target="../ink/ink714.xml"/><Relationship Id="rId84" Type="http://schemas.openxmlformats.org/officeDocument/2006/relationships/customXml" Target="../ink/ink735.xml"/><Relationship Id="rId138" Type="http://schemas.openxmlformats.org/officeDocument/2006/relationships/customXml" Target="../ink/ink762.xml"/><Relationship Id="rId345" Type="http://schemas.openxmlformats.org/officeDocument/2006/relationships/image" Target="../media/image861.png"/><Relationship Id="rId387" Type="http://schemas.openxmlformats.org/officeDocument/2006/relationships/image" Target="../media/image882.png"/><Relationship Id="rId191" Type="http://schemas.openxmlformats.org/officeDocument/2006/relationships/image" Target="../media/image784.png"/><Relationship Id="rId205" Type="http://schemas.openxmlformats.org/officeDocument/2006/relationships/image" Target="../media/image791.png"/><Relationship Id="rId247" Type="http://schemas.openxmlformats.org/officeDocument/2006/relationships/image" Target="../media/image812.png"/><Relationship Id="rId412" Type="http://schemas.openxmlformats.org/officeDocument/2006/relationships/customXml" Target="../ink/ink899.xml"/><Relationship Id="rId107" Type="http://schemas.openxmlformats.org/officeDocument/2006/relationships/image" Target="../media/image742.png"/><Relationship Id="rId289" Type="http://schemas.openxmlformats.org/officeDocument/2006/relationships/image" Target="../media/image833.png"/><Relationship Id="rId11" Type="http://schemas.openxmlformats.org/officeDocument/2006/relationships/image" Target="../media/image695.png"/><Relationship Id="rId53" Type="http://schemas.openxmlformats.org/officeDocument/2006/relationships/image" Target="../media/image715.png"/><Relationship Id="rId149" Type="http://schemas.openxmlformats.org/officeDocument/2006/relationships/image" Target="../media/image763.png"/><Relationship Id="rId314" Type="http://schemas.openxmlformats.org/officeDocument/2006/relationships/customXml" Target="../ink/ink850.xml"/><Relationship Id="rId356" Type="http://schemas.openxmlformats.org/officeDocument/2006/relationships/customXml" Target="../ink/ink871.xml"/><Relationship Id="rId398" Type="http://schemas.openxmlformats.org/officeDocument/2006/relationships/customXml" Target="../ink/ink892.xml"/><Relationship Id="rId95" Type="http://schemas.openxmlformats.org/officeDocument/2006/relationships/image" Target="../media/image736.png"/><Relationship Id="rId160" Type="http://schemas.openxmlformats.org/officeDocument/2006/relationships/customXml" Target="../ink/ink773.xml"/><Relationship Id="rId216" Type="http://schemas.openxmlformats.org/officeDocument/2006/relationships/customXml" Target="../ink/ink801.xml"/><Relationship Id="rId423" Type="http://schemas.openxmlformats.org/officeDocument/2006/relationships/image" Target="../media/image900.png"/><Relationship Id="rId258" Type="http://schemas.openxmlformats.org/officeDocument/2006/relationships/customXml" Target="../ink/ink822.xml"/><Relationship Id="rId22" Type="http://schemas.openxmlformats.org/officeDocument/2006/relationships/customXml" Target="../ink/ink704.xml"/><Relationship Id="rId64" Type="http://schemas.openxmlformats.org/officeDocument/2006/relationships/customXml" Target="../ink/ink725.xml"/><Relationship Id="rId118" Type="http://schemas.openxmlformats.org/officeDocument/2006/relationships/customXml" Target="../ink/ink752.xml"/><Relationship Id="rId325" Type="http://schemas.openxmlformats.org/officeDocument/2006/relationships/image" Target="../media/image851.png"/><Relationship Id="rId367" Type="http://schemas.openxmlformats.org/officeDocument/2006/relationships/image" Target="../media/image872.png"/><Relationship Id="rId171" Type="http://schemas.openxmlformats.org/officeDocument/2006/relationships/image" Target="../media/image774.png"/><Relationship Id="rId227" Type="http://schemas.openxmlformats.org/officeDocument/2006/relationships/image" Target="../media/image802.png"/><Relationship Id="rId269" Type="http://schemas.openxmlformats.org/officeDocument/2006/relationships/image" Target="../media/image823.png"/><Relationship Id="rId434" Type="http://schemas.openxmlformats.org/officeDocument/2006/relationships/customXml" Target="../ink/ink910.xml"/><Relationship Id="rId33" Type="http://schemas.openxmlformats.org/officeDocument/2006/relationships/image" Target="../media/image706.png"/><Relationship Id="rId129" Type="http://schemas.openxmlformats.org/officeDocument/2006/relationships/image" Target="../media/image753.png"/><Relationship Id="rId280" Type="http://schemas.openxmlformats.org/officeDocument/2006/relationships/customXml" Target="../ink/ink833.xml"/><Relationship Id="rId336" Type="http://schemas.openxmlformats.org/officeDocument/2006/relationships/customXml" Target="../ink/ink861.xml"/><Relationship Id="rId75" Type="http://schemas.openxmlformats.org/officeDocument/2006/relationships/image" Target="../media/image726.png"/><Relationship Id="rId140" Type="http://schemas.openxmlformats.org/officeDocument/2006/relationships/customXml" Target="../ink/ink763.xml"/><Relationship Id="rId182" Type="http://schemas.openxmlformats.org/officeDocument/2006/relationships/customXml" Target="../ink/ink784.xml"/><Relationship Id="rId378" Type="http://schemas.openxmlformats.org/officeDocument/2006/relationships/customXml" Target="../ink/ink882.xml"/><Relationship Id="rId403" Type="http://schemas.openxmlformats.org/officeDocument/2006/relationships/image" Target="../media/image890.png"/><Relationship Id="rId6" Type="http://schemas.openxmlformats.org/officeDocument/2006/relationships/customXml" Target="../ink/ink696.xml"/><Relationship Id="rId238" Type="http://schemas.openxmlformats.org/officeDocument/2006/relationships/customXml" Target="../ink/ink812.xml"/><Relationship Id="rId291" Type="http://schemas.openxmlformats.org/officeDocument/2006/relationships/image" Target="../media/image834.png"/><Relationship Id="rId305" Type="http://schemas.openxmlformats.org/officeDocument/2006/relationships/image" Target="../media/image841.png"/><Relationship Id="rId347" Type="http://schemas.openxmlformats.org/officeDocument/2006/relationships/image" Target="../media/image862.png"/><Relationship Id="rId44" Type="http://schemas.openxmlformats.org/officeDocument/2006/relationships/customXml" Target="../ink/ink715.xml"/><Relationship Id="rId86" Type="http://schemas.openxmlformats.org/officeDocument/2006/relationships/customXml" Target="../ink/ink736.xml"/><Relationship Id="rId151" Type="http://schemas.openxmlformats.org/officeDocument/2006/relationships/image" Target="../media/image764.png"/><Relationship Id="rId389" Type="http://schemas.openxmlformats.org/officeDocument/2006/relationships/image" Target="../media/image883.png"/><Relationship Id="rId193" Type="http://schemas.openxmlformats.org/officeDocument/2006/relationships/image" Target="../media/image785.png"/><Relationship Id="rId207" Type="http://schemas.openxmlformats.org/officeDocument/2006/relationships/image" Target="../media/image792.png"/><Relationship Id="rId249" Type="http://schemas.openxmlformats.org/officeDocument/2006/relationships/image" Target="../media/image813.png"/><Relationship Id="rId414" Type="http://schemas.openxmlformats.org/officeDocument/2006/relationships/customXml" Target="../ink/ink900.xml"/><Relationship Id="rId13" Type="http://schemas.openxmlformats.org/officeDocument/2006/relationships/image" Target="../media/image696.png"/><Relationship Id="rId109" Type="http://schemas.openxmlformats.org/officeDocument/2006/relationships/image" Target="../media/image743.png"/><Relationship Id="rId260" Type="http://schemas.openxmlformats.org/officeDocument/2006/relationships/customXml" Target="../ink/ink823.xml"/><Relationship Id="rId316" Type="http://schemas.openxmlformats.org/officeDocument/2006/relationships/customXml" Target="../ink/ink851.xml"/><Relationship Id="rId55" Type="http://schemas.openxmlformats.org/officeDocument/2006/relationships/image" Target="../media/image716.png"/><Relationship Id="rId97" Type="http://schemas.openxmlformats.org/officeDocument/2006/relationships/image" Target="../media/image737.png"/><Relationship Id="rId120" Type="http://schemas.openxmlformats.org/officeDocument/2006/relationships/customXml" Target="../ink/ink753.xml"/><Relationship Id="rId358" Type="http://schemas.openxmlformats.org/officeDocument/2006/relationships/customXml" Target="../ink/ink872.xml"/><Relationship Id="rId162" Type="http://schemas.openxmlformats.org/officeDocument/2006/relationships/customXml" Target="../ink/ink774.xml"/><Relationship Id="rId218" Type="http://schemas.openxmlformats.org/officeDocument/2006/relationships/customXml" Target="../ink/ink802.xml"/><Relationship Id="rId425" Type="http://schemas.openxmlformats.org/officeDocument/2006/relationships/image" Target="../media/image901.png"/><Relationship Id="rId271" Type="http://schemas.openxmlformats.org/officeDocument/2006/relationships/image" Target="../media/image824.png"/><Relationship Id="rId24" Type="http://schemas.openxmlformats.org/officeDocument/2006/relationships/customXml" Target="../ink/ink705.xml"/><Relationship Id="rId66" Type="http://schemas.openxmlformats.org/officeDocument/2006/relationships/customXml" Target="../ink/ink726.xml"/><Relationship Id="rId131" Type="http://schemas.openxmlformats.org/officeDocument/2006/relationships/image" Target="../media/image754.png"/><Relationship Id="rId327" Type="http://schemas.openxmlformats.org/officeDocument/2006/relationships/image" Target="../media/image852.png"/><Relationship Id="rId369" Type="http://schemas.openxmlformats.org/officeDocument/2006/relationships/image" Target="../media/image873.png"/><Relationship Id="rId173" Type="http://schemas.openxmlformats.org/officeDocument/2006/relationships/image" Target="../media/image775.png"/><Relationship Id="rId229" Type="http://schemas.openxmlformats.org/officeDocument/2006/relationships/image" Target="../media/image803.png"/><Relationship Id="rId380" Type="http://schemas.openxmlformats.org/officeDocument/2006/relationships/customXml" Target="../ink/ink883.xml"/><Relationship Id="rId436" Type="http://schemas.openxmlformats.org/officeDocument/2006/relationships/customXml" Target="../ink/ink911.xml"/><Relationship Id="rId240" Type="http://schemas.openxmlformats.org/officeDocument/2006/relationships/customXml" Target="../ink/ink813.xml"/><Relationship Id="rId35" Type="http://schemas.openxmlformats.org/officeDocument/2006/relationships/image" Target="../media/image707.png"/><Relationship Id="rId77" Type="http://schemas.openxmlformats.org/officeDocument/2006/relationships/image" Target="../media/image727.png"/><Relationship Id="rId100" Type="http://schemas.openxmlformats.org/officeDocument/2006/relationships/customXml" Target="../ink/ink743.xml"/><Relationship Id="rId282" Type="http://schemas.openxmlformats.org/officeDocument/2006/relationships/customXml" Target="../ink/ink834.xml"/><Relationship Id="rId338" Type="http://schemas.openxmlformats.org/officeDocument/2006/relationships/customXml" Target="../ink/ink862.xml"/><Relationship Id="rId8" Type="http://schemas.openxmlformats.org/officeDocument/2006/relationships/customXml" Target="../ink/ink697.xml"/><Relationship Id="rId142" Type="http://schemas.openxmlformats.org/officeDocument/2006/relationships/customXml" Target="../ink/ink764.xml"/><Relationship Id="rId184" Type="http://schemas.openxmlformats.org/officeDocument/2006/relationships/customXml" Target="../ink/ink785.xml"/><Relationship Id="rId391" Type="http://schemas.openxmlformats.org/officeDocument/2006/relationships/image" Target="../media/image884.png"/><Relationship Id="rId405" Type="http://schemas.openxmlformats.org/officeDocument/2006/relationships/image" Target="../media/image891.png"/><Relationship Id="rId251" Type="http://schemas.openxmlformats.org/officeDocument/2006/relationships/image" Target="../media/image814.png"/><Relationship Id="rId46" Type="http://schemas.openxmlformats.org/officeDocument/2006/relationships/customXml" Target="../ink/ink716.xml"/><Relationship Id="rId293" Type="http://schemas.openxmlformats.org/officeDocument/2006/relationships/image" Target="../media/image835.png"/><Relationship Id="rId307" Type="http://schemas.openxmlformats.org/officeDocument/2006/relationships/image" Target="../media/image842.png"/><Relationship Id="rId349" Type="http://schemas.openxmlformats.org/officeDocument/2006/relationships/image" Target="../media/image863.png"/><Relationship Id="rId88" Type="http://schemas.openxmlformats.org/officeDocument/2006/relationships/customXml" Target="../ink/ink737.xml"/><Relationship Id="rId111" Type="http://schemas.openxmlformats.org/officeDocument/2006/relationships/image" Target="../media/image744.png"/><Relationship Id="rId153" Type="http://schemas.openxmlformats.org/officeDocument/2006/relationships/image" Target="../media/image765.png"/><Relationship Id="rId195" Type="http://schemas.openxmlformats.org/officeDocument/2006/relationships/image" Target="../media/image786.png"/><Relationship Id="rId209" Type="http://schemas.openxmlformats.org/officeDocument/2006/relationships/image" Target="../media/image793.png"/><Relationship Id="rId360" Type="http://schemas.openxmlformats.org/officeDocument/2006/relationships/customXml" Target="../ink/ink873.xml"/><Relationship Id="rId416" Type="http://schemas.openxmlformats.org/officeDocument/2006/relationships/customXml" Target="../ink/ink901.xml"/><Relationship Id="rId220" Type="http://schemas.openxmlformats.org/officeDocument/2006/relationships/customXml" Target="../ink/ink803.xml"/><Relationship Id="rId15" Type="http://schemas.openxmlformats.org/officeDocument/2006/relationships/image" Target="../media/image697.png"/><Relationship Id="rId57" Type="http://schemas.openxmlformats.org/officeDocument/2006/relationships/image" Target="../media/image717.png"/><Relationship Id="rId262" Type="http://schemas.openxmlformats.org/officeDocument/2006/relationships/customXml" Target="../ink/ink824.xml"/><Relationship Id="rId318" Type="http://schemas.openxmlformats.org/officeDocument/2006/relationships/customXml" Target="../ink/ink852.xml"/><Relationship Id="rId99" Type="http://schemas.openxmlformats.org/officeDocument/2006/relationships/image" Target="../media/image738.png"/><Relationship Id="rId122" Type="http://schemas.openxmlformats.org/officeDocument/2006/relationships/customXml" Target="../ink/ink754.xml"/><Relationship Id="rId164" Type="http://schemas.openxmlformats.org/officeDocument/2006/relationships/customXml" Target="../ink/ink775.xml"/><Relationship Id="rId371" Type="http://schemas.openxmlformats.org/officeDocument/2006/relationships/image" Target="../media/image874.png"/><Relationship Id="rId427" Type="http://schemas.openxmlformats.org/officeDocument/2006/relationships/image" Target="../media/image902.png"/><Relationship Id="rId26" Type="http://schemas.openxmlformats.org/officeDocument/2006/relationships/customXml" Target="../ink/ink706.xml"/><Relationship Id="rId231" Type="http://schemas.openxmlformats.org/officeDocument/2006/relationships/image" Target="../media/image804.png"/><Relationship Id="rId273" Type="http://schemas.openxmlformats.org/officeDocument/2006/relationships/image" Target="../media/image825.png"/><Relationship Id="rId329" Type="http://schemas.openxmlformats.org/officeDocument/2006/relationships/image" Target="../media/image853.png"/><Relationship Id="rId68" Type="http://schemas.openxmlformats.org/officeDocument/2006/relationships/customXml" Target="../ink/ink727.xml"/><Relationship Id="rId133" Type="http://schemas.openxmlformats.org/officeDocument/2006/relationships/image" Target="../media/image755.png"/><Relationship Id="rId175" Type="http://schemas.openxmlformats.org/officeDocument/2006/relationships/image" Target="../media/image776.png"/><Relationship Id="rId340" Type="http://schemas.openxmlformats.org/officeDocument/2006/relationships/customXml" Target="../ink/ink863.xml"/><Relationship Id="rId200" Type="http://schemas.openxmlformats.org/officeDocument/2006/relationships/customXml" Target="../ink/ink793.xml"/><Relationship Id="rId382" Type="http://schemas.openxmlformats.org/officeDocument/2006/relationships/customXml" Target="../ink/ink884.xml"/><Relationship Id="rId438" Type="http://schemas.openxmlformats.org/officeDocument/2006/relationships/customXml" Target="../ink/ink912.xml"/><Relationship Id="rId242" Type="http://schemas.openxmlformats.org/officeDocument/2006/relationships/customXml" Target="../ink/ink814.xml"/><Relationship Id="rId284" Type="http://schemas.openxmlformats.org/officeDocument/2006/relationships/customXml" Target="../ink/ink835.xml"/><Relationship Id="rId37" Type="http://schemas.openxmlformats.org/officeDocument/2006/relationships/image" Target="../media/image708.png"/><Relationship Id="rId79" Type="http://schemas.openxmlformats.org/officeDocument/2006/relationships/image" Target="../media/image728.png"/><Relationship Id="rId102" Type="http://schemas.openxmlformats.org/officeDocument/2006/relationships/customXml" Target="../ink/ink744.xml"/><Relationship Id="rId144" Type="http://schemas.openxmlformats.org/officeDocument/2006/relationships/customXml" Target="../ink/ink765.xml"/><Relationship Id="rId90" Type="http://schemas.openxmlformats.org/officeDocument/2006/relationships/customXml" Target="../ink/ink738.xml"/><Relationship Id="rId186" Type="http://schemas.openxmlformats.org/officeDocument/2006/relationships/customXml" Target="../ink/ink786.xml"/><Relationship Id="rId351" Type="http://schemas.openxmlformats.org/officeDocument/2006/relationships/image" Target="../media/image864.png"/><Relationship Id="rId393" Type="http://schemas.openxmlformats.org/officeDocument/2006/relationships/image" Target="../media/image885.png"/><Relationship Id="rId407" Type="http://schemas.openxmlformats.org/officeDocument/2006/relationships/image" Target="../media/image892.png"/><Relationship Id="rId211" Type="http://schemas.openxmlformats.org/officeDocument/2006/relationships/image" Target="../media/image794.png"/><Relationship Id="rId253" Type="http://schemas.openxmlformats.org/officeDocument/2006/relationships/image" Target="../media/image815.png"/><Relationship Id="rId295" Type="http://schemas.openxmlformats.org/officeDocument/2006/relationships/image" Target="../media/image836.png"/><Relationship Id="rId309" Type="http://schemas.openxmlformats.org/officeDocument/2006/relationships/image" Target="../media/image843.png"/><Relationship Id="rId48" Type="http://schemas.openxmlformats.org/officeDocument/2006/relationships/customXml" Target="../ink/ink717.xml"/><Relationship Id="rId113" Type="http://schemas.openxmlformats.org/officeDocument/2006/relationships/image" Target="../media/image745.png"/><Relationship Id="rId320" Type="http://schemas.openxmlformats.org/officeDocument/2006/relationships/customXml" Target="../ink/ink853.xml"/><Relationship Id="rId155" Type="http://schemas.openxmlformats.org/officeDocument/2006/relationships/image" Target="../media/image766.png"/><Relationship Id="rId197" Type="http://schemas.openxmlformats.org/officeDocument/2006/relationships/image" Target="../media/image787.png"/><Relationship Id="rId362" Type="http://schemas.openxmlformats.org/officeDocument/2006/relationships/customXml" Target="../ink/ink874.xml"/><Relationship Id="rId418" Type="http://schemas.openxmlformats.org/officeDocument/2006/relationships/customXml" Target="../ink/ink902.xml"/><Relationship Id="rId222" Type="http://schemas.openxmlformats.org/officeDocument/2006/relationships/customXml" Target="../ink/ink804.xml"/><Relationship Id="rId264" Type="http://schemas.openxmlformats.org/officeDocument/2006/relationships/customXml" Target="../ink/ink825.xml"/><Relationship Id="rId17" Type="http://schemas.openxmlformats.org/officeDocument/2006/relationships/image" Target="../media/image698.png"/><Relationship Id="rId59" Type="http://schemas.openxmlformats.org/officeDocument/2006/relationships/image" Target="../media/image718.png"/><Relationship Id="rId124" Type="http://schemas.openxmlformats.org/officeDocument/2006/relationships/customXml" Target="../ink/ink755.xml"/><Relationship Id="rId70" Type="http://schemas.openxmlformats.org/officeDocument/2006/relationships/customXml" Target="../ink/ink728.xml"/><Relationship Id="rId166" Type="http://schemas.openxmlformats.org/officeDocument/2006/relationships/customXml" Target="../ink/ink776.xml"/><Relationship Id="rId331" Type="http://schemas.openxmlformats.org/officeDocument/2006/relationships/image" Target="../media/image854.png"/><Relationship Id="rId373" Type="http://schemas.openxmlformats.org/officeDocument/2006/relationships/image" Target="../media/image875.png"/><Relationship Id="rId429" Type="http://schemas.openxmlformats.org/officeDocument/2006/relationships/image" Target="../media/image903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805.png"/><Relationship Id="rId440" Type="http://schemas.openxmlformats.org/officeDocument/2006/relationships/customXml" Target="../ink/ink913.xml"/><Relationship Id="rId28" Type="http://schemas.openxmlformats.org/officeDocument/2006/relationships/customXml" Target="../ink/ink707.xml"/><Relationship Id="rId275" Type="http://schemas.openxmlformats.org/officeDocument/2006/relationships/image" Target="../media/image826.png"/><Relationship Id="rId300" Type="http://schemas.openxmlformats.org/officeDocument/2006/relationships/customXml" Target="../ink/ink843.xml"/><Relationship Id="rId81" Type="http://schemas.openxmlformats.org/officeDocument/2006/relationships/image" Target="../media/image729.png"/><Relationship Id="rId135" Type="http://schemas.openxmlformats.org/officeDocument/2006/relationships/image" Target="../media/image756.png"/><Relationship Id="rId177" Type="http://schemas.openxmlformats.org/officeDocument/2006/relationships/image" Target="../media/image777.png"/><Relationship Id="rId342" Type="http://schemas.openxmlformats.org/officeDocument/2006/relationships/customXml" Target="../ink/ink864.xml"/><Relationship Id="rId384" Type="http://schemas.openxmlformats.org/officeDocument/2006/relationships/customXml" Target="../ink/ink885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040.png"/><Relationship Id="rId21" Type="http://schemas.openxmlformats.org/officeDocument/2006/relationships/image" Target="../media/image8560.png"/><Relationship Id="rId42" Type="http://schemas.openxmlformats.org/officeDocument/2006/relationships/customXml" Target="../ink/ink935.xml"/><Relationship Id="rId63" Type="http://schemas.openxmlformats.org/officeDocument/2006/relationships/image" Target="../media/image8770.png"/><Relationship Id="rId84" Type="http://schemas.openxmlformats.org/officeDocument/2006/relationships/customXml" Target="../ink/ink956.xml"/><Relationship Id="rId138" Type="http://schemas.openxmlformats.org/officeDocument/2006/relationships/customXml" Target="../ink/ink983.xml"/><Relationship Id="rId159" Type="http://schemas.openxmlformats.org/officeDocument/2006/relationships/image" Target="../media/image925.png"/><Relationship Id="rId170" Type="http://schemas.openxmlformats.org/officeDocument/2006/relationships/customXml" Target="../ink/ink999.xml"/><Relationship Id="rId191" Type="http://schemas.openxmlformats.org/officeDocument/2006/relationships/image" Target="../media/image941.png"/><Relationship Id="rId205" Type="http://schemas.openxmlformats.org/officeDocument/2006/relationships/image" Target="../media/image948.png"/><Relationship Id="rId107" Type="http://schemas.openxmlformats.org/officeDocument/2006/relationships/image" Target="../media/image8990.png"/><Relationship Id="rId11" Type="http://schemas.openxmlformats.org/officeDocument/2006/relationships/image" Target="../media/image8510.png"/><Relationship Id="rId32" Type="http://schemas.openxmlformats.org/officeDocument/2006/relationships/customXml" Target="../ink/ink930.xml"/><Relationship Id="rId53" Type="http://schemas.openxmlformats.org/officeDocument/2006/relationships/image" Target="../media/image8720.png"/><Relationship Id="rId74" Type="http://schemas.openxmlformats.org/officeDocument/2006/relationships/customXml" Target="../ink/ink951.xml"/><Relationship Id="rId128" Type="http://schemas.openxmlformats.org/officeDocument/2006/relationships/customXml" Target="../ink/ink978.xml"/><Relationship Id="rId149" Type="http://schemas.openxmlformats.org/officeDocument/2006/relationships/image" Target="../media/image920.png"/><Relationship Id="rId5" Type="http://schemas.openxmlformats.org/officeDocument/2006/relationships/image" Target="../media/image8480.png"/><Relationship Id="rId95" Type="http://schemas.openxmlformats.org/officeDocument/2006/relationships/image" Target="../media/image8930.png"/><Relationship Id="rId160" Type="http://schemas.openxmlformats.org/officeDocument/2006/relationships/customXml" Target="../ink/ink994.xml"/><Relationship Id="rId181" Type="http://schemas.openxmlformats.org/officeDocument/2006/relationships/image" Target="../media/image936.png"/><Relationship Id="rId216" Type="http://schemas.openxmlformats.org/officeDocument/2006/relationships/customXml" Target="../ink/ink1022.xml"/><Relationship Id="rId22" Type="http://schemas.openxmlformats.org/officeDocument/2006/relationships/customXml" Target="../ink/ink925.xml"/><Relationship Id="rId43" Type="http://schemas.openxmlformats.org/officeDocument/2006/relationships/image" Target="../media/image8670.png"/><Relationship Id="rId64" Type="http://schemas.openxmlformats.org/officeDocument/2006/relationships/customXml" Target="../ink/ink946.xml"/><Relationship Id="rId118" Type="http://schemas.openxmlformats.org/officeDocument/2006/relationships/customXml" Target="../ink/ink973.xml"/><Relationship Id="rId139" Type="http://schemas.openxmlformats.org/officeDocument/2006/relationships/image" Target="../media/image915.png"/><Relationship Id="rId85" Type="http://schemas.openxmlformats.org/officeDocument/2006/relationships/image" Target="../media/image8880.png"/><Relationship Id="rId150" Type="http://schemas.openxmlformats.org/officeDocument/2006/relationships/customXml" Target="../ink/ink989.xml"/><Relationship Id="rId171" Type="http://schemas.openxmlformats.org/officeDocument/2006/relationships/image" Target="../media/image931.png"/><Relationship Id="rId192" Type="http://schemas.openxmlformats.org/officeDocument/2006/relationships/customXml" Target="../ink/ink1010.xml"/><Relationship Id="rId206" Type="http://schemas.openxmlformats.org/officeDocument/2006/relationships/customXml" Target="../ink/ink1017.xml"/><Relationship Id="rId12" Type="http://schemas.openxmlformats.org/officeDocument/2006/relationships/customXml" Target="../ink/ink920.xml"/><Relationship Id="rId33" Type="http://schemas.openxmlformats.org/officeDocument/2006/relationships/image" Target="../media/image8620.png"/><Relationship Id="rId108" Type="http://schemas.openxmlformats.org/officeDocument/2006/relationships/customXml" Target="../ink/ink968.xml"/><Relationship Id="rId129" Type="http://schemas.openxmlformats.org/officeDocument/2006/relationships/image" Target="../media/image9100.png"/><Relationship Id="rId54" Type="http://schemas.openxmlformats.org/officeDocument/2006/relationships/customXml" Target="../ink/ink941.xml"/><Relationship Id="rId75" Type="http://schemas.openxmlformats.org/officeDocument/2006/relationships/image" Target="../media/image8830.png"/><Relationship Id="rId96" Type="http://schemas.openxmlformats.org/officeDocument/2006/relationships/customXml" Target="../ink/ink962.xml"/><Relationship Id="rId140" Type="http://schemas.openxmlformats.org/officeDocument/2006/relationships/customXml" Target="../ink/ink984.xml"/><Relationship Id="rId161" Type="http://schemas.openxmlformats.org/officeDocument/2006/relationships/image" Target="../media/image926.png"/><Relationship Id="rId182" Type="http://schemas.openxmlformats.org/officeDocument/2006/relationships/customXml" Target="../ink/ink1005.xml"/><Relationship Id="rId217" Type="http://schemas.openxmlformats.org/officeDocument/2006/relationships/image" Target="../media/image954.png"/><Relationship Id="rId6" Type="http://schemas.openxmlformats.org/officeDocument/2006/relationships/customXml" Target="../ink/ink917.xml"/><Relationship Id="rId23" Type="http://schemas.openxmlformats.org/officeDocument/2006/relationships/image" Target="../media/image8570.png"/><Relationship Id="rId119" Type="http://schemas.openxmlformats.org/officeDocument/2006/relationships/image" Target="../media/image9050.png"/><Relationship Id="rId44" Type="http://schemas.openxmlformats.org/officeDocument/2006/relationships/customXml" Target="../ink/ink936.xml"/><Relationship Id="rId65" Type="http://schemas.openxmlformats.org/officeDocument/2006/relationships/image" Target="../media/image8780.png"/><Relationship Id="rId86" Type="http://schemas.openxmlformats.org/officeDocument/2006/relationships/customXml" Target="../ink/ink957.xml"/><Relationship Id="rId130" Type="http://schemas.openxmlformats.org/officeDocument/2006/relationships/customXml" Target="../ink/ink979.xml"/><Relationship Id="rId151" Type="http://schemas.openxmlformats.org/officeDocument/2006/relationships/image" Target="../media/image921.png"/><Relationship Id="rId172" Type="http://schemas.openxmlformats.org/officeDocument/2006/relationships/customXml" Target="../ink/ink1000.xml"/><Relationship Id="rId193" Type="http://schemas.openxmlformats.org/officeDocument/2006/relationships/image" Target="../media/image942.png"/><Relationship Id="rId207" Type="http://schemas.openxmlformats.org/officeDocument/2006/relationships/image" Target="../media/image949.png"/><Relationship Id="rId13" Type="http://schemas.openxmlformats.org/officeDocument/2006/relationships/image" Target="../media/image8520.png"/><Relationship Id="rId109" Type="http://schemas.openxmlformats.org/officeDocument/2006/relationships/image" Target="../media/image9000.png"/><Relationship Id="rId34" Type="http://schemas.openxmlformats.org/officeDocument/2006/relationships/customXml" Target="../ink/ink931.xml"/><Relationship Id="rId55" Type="http://schemas.openxmlformats.org/officeDocument/2006/relationships/image" Target="../media/image8730.png"/><Relationship Id="rId76" Type="http://schemas.openxmlformats.org/officeDocument/2006/relationships/customXml" Target="../ink/ink952.xml"/><Relationship Id="rId97" Type="http://schemas.openxmlformats.org/officeDocument/2006/relationships/image" Target="../media/image8940.png"/><Relationship Id="rId120" Type="http://schemas.openxmlformats.org/officeDocument/2006/relationships/customXml" Target="../ink/ink974.xml"/><Relationship Id="rId141" Type="http://schemas.openxmlformats.org/officeDocument/2006/relationships/image" Target="../media/image916.png"/><Relationship Id="rId7" Type="http://schemas.openxmlformats.org/officeDocument/2006/relationships/image" Target="../media/image8490.png"/><Relationship Id="rId162" Type="http://schemas.openxmlformats.org/officeDocument/2006/relationships/customXml" Target="../ink/ink995.xml"/><Relationship Id="rId183" Type="http://schemas.openxmlformats.org/officeDocument/2006/relationships/image" Target="../media/image937.png"/><Relationship Id="rId218" Type="http://schemas.openxmlformats.org/officeDocument/2006/relationships/customXml" Target="../ink/ink1023.xml"/><Relationship Id="rId24" Type="http://schemas.openxmlformats.org/officeDocument/2006/relationships/customXml" Target="../ink/ink926.xml"/><Relationship Id="rId45" Type="http://schemas.openxmlformats.org/officeDocument/2006/relationships/image" Target="../media/image8680.png"/><Relationship Id="rId66" Type="http://schemas.openxmlformats.org/officeDocument/2006/relationships/customXml" Target="../ink/ink947.xml"/><Relationship Id="rId87" Type="http://schemas.openxmlformats.org/officeDocument/2006/relationships/image" Target="../media/image8890.png"/><Relationship Id="rId110" Type="http://schemas.openxmlformats.org/officeDocument/2006/relationships/customXml" Target="../ink/ink969.xml"/><Relationship Id="rId131" Type="http://schemas.openxmlformats.org/officeDocument/2006/relationships/image" Target="../media/image911.png"/><Relationship Id="rId152" Type="http://schemas.openxmlformats.org/officeDocument/2006/relationships/customXml" Target="../ink/ink990.xml"/><Relationship Id="rId173" Type="http://schemas.openxmlformats.org/officeDocument/2006/relationships/image" Target="../media/image932.png"/><Relationship Id="rId194" Type="http://schemas.openxmlformats.org/officeDocument/2006/relationships/customXml" Target="../ink/ink1011.xml"/><Relationship Id="rId208" Type="http://schemas.openxmlformats.org/officeDocument/2006/relationships/customXml" Target="../ink/ink1018.xml"/><Relationship Id="rId14" Type="http://schemas.openxmlformats.org/officeDocument/2006/relationships/customXml" Target="../ink/ink921.xml"/><Relationship Id="rId35" Type="http://schemas.openxmlformats.org/officeDocument/2006/relationships/image" Target="../media/image8630.png"/><Relationship Id="rId56" Type="http://schemas.openxmlformats.org/officeDocument/2006/relationships/customXml" Target="../ink/ink942.xml"/><Relationship Id="rId77" Type="http://schemas.openxmlformats.org/officeDocument/2006/relationships/image" Target="../media/image8840.png"/><Relationship Id="rId100" Type="http://schemas.openxmlformats.org/officeDocument/2006/relationships/customXml" Target="../ink/ink964.xml"/><Relationship Id="rId8" Type="http://schemas.openxmlformats.org/officeDocument/2006/relationships/customXml" Target="../ink/ink918.xml"/><Relationship Id="rId51" Type="http://schemas.openxmlformats.org/officeDocument/2006/relationships/image" Target="../media/image8710.png"/><Relationship Id="rId72" Type="http://schemas.openxmlformats.org/officeDocument/2006/relationships/customXml" Target="../ink/ink950.xml"/><Relationship Id="rId93" Type="http://schemas.openxmlformats.org/officeDocument/2006/relationships/image" Target="../media/image8920.png"/><Relationship Id="rId98" Type="http://schemas.openxmlformats.org/officeDocument/2006/relationships/customXml" Target="../ink/ink963.xml"/><Relationship Id="rId121" Type="http://schemas.openxmlformats.org/officeDocument/2006/relationships/image" Target="../media/image9060.png"/><Relationship Id="rId142" Type="http://schemas.openxmlformats.org/officeDocument/2006/relationships/customXml" Target="../ink/ink985.xml"/><Relationship Id="rId163" Type="http://schemas.openxmlformats.org/officeDocument/2006/relationships/image" Target="../media/image927.png"/><Relationship Id="rId184" Type="http://schemas.openxmlformats.org/officeDocument/2006/relationships/customXml" Target="../ink/ink1006.xml"/><Relationship Id="rId189" Type="http://schemas.openxmlformats.org/officeDocument/2006/relationships/image" Target="../media/image940.png"/><Relationship Id="rId219" Type="http://schemas.openxmlformats.org/officeDocument/2006/relationships/image" Target="../media/image955.png"/><Relationship Id="rId3" Type="http://schemas.openxmlformats.org/officeDocument/2006/relationships/image" Target="../media/image8470.png"/><Relationship Id="rId214" Type="http://schemas.openxmlformats.org/officeDocument/2006/relationships/customXml" Target="../ink/ink1021.xml"/><Relationship Id="rId25" Type="http://schemas.openxmlformats.org/officeDocument/2006/relationships/image" Target="../media/image8580.png"/><Relationship Id="rId46" Type="http://schemas.openxmlformats.org/officeDocument/2006/relationships/customXml" Target="../ink/ink937.xml"/><Relationship Id="rId67" Type="http://schemas.openxmlformats.org/officeDocument/2006/relationships/image" Target="../media/image8790.png"/><Relationship Id="rId116" Type="http://schemas.openxmlformats.org/officeDocument/2006/relationships/customXml" Target="../ink/ink972.xml"/><Relationship Id="rId137" Type="http://schemas.openxmlformats.org/officeDocument/2006/relationships/image" Target="../media/image914.png"/><Relationship Id="rId158" Type="http://schemas.openxmlformats.org/officeDocument/2006/relationships/customXml" Target="../ink/ink993.xml"/><Relationship Id="rId20" Type="http://schemas.openxmlformats.org/officeDocument/2006/relationships/customXml" Target="../ink/ink924.xml"/><Relationship Id="rId41" Type="http://schemas.openxmlformats.org/officeDocument/2006/relationships/image" Target="../media/image8660.png"/><Relationship Id="rId62" Type="http://schemas.openxmlformats.org/officeDocument/2006/relationships/customXml" Target="../ink/ink945.xml"/><Relationship Id="rId83" Type="http://schemas.openxmlformats.org/officeDocument/2006/relationships/image" Target="../media/image8870.png"/><Relationship Id="rId88" Type="http://schemas.openxmlformats.org/officeDocument/2006/relationships/customXml" Target="../ink/ink958.xml"/><Relationship Id="rId111" Type="http://schemas.openxmlformats.org/officeDocument/2006/relationships/image" Target="../media/image9010.png"/><Relationship Id="rId132" Type="http://schemas.openxmlformats.org/officeDocument/2006/relationships/customXml" Target="../ink/ink980.xml"/><Relationship Id="rId153" Type="http://schemas.openxmlformats.org/officeDocument/2006/relationships/image" Target="../media/image922.png"/><Relationship Id="rId174" Type="http://schemas.openxmlformats.org/officeDocument/2006/relationships/customXml" Target="../ink/ink1001.xml"/><Relationship Id="rId179" Type="http://schemas.openxmlformats.org/officeDocument/2006/relationships/image" Target="../media/image935.png"/><Relationship Id="rId195" Type="http://schemas.openxmlformats.org/officeDocument/2006/relationships/image" Target="../media/image943.png"/><Relationship Id="rId209" Type="http://schemas.openxmlformats.org/officeDocument/2006/relationships/image" Target="../media/image950.png"/><Relationship Id="rId190" Type="http://schemas.openxmlformats.org/officeDocument/2006/relationships/customXml" Target="../ink/ink1009.xml"/><Relationship Id="rId204" Type="http://schemas.openxmlformats.org/officeDocument/2006/relationships/customXml" Target="../ink/ink1016.xml"/><Relationship Id="rId220" Type="http://schemas.openxmlformats.org/officeDocument/2006/relationships/customXml" Target="../ink/ink1024.xml"/><Relationship Id="rId15" Type="http://schemas.openxmlformats.org/officeDocument/2006/relationships/image" Target="../media/image8530.png"/><Relationship Id="rId36" Type="http://schemas.openxmlformats.org/officeDocument/2006/relationships/customXml" Target="../ink/ink932.xml"/><Relationship Id="rId57" Type="http://schemas.openxmlformats.org/officeDocument/2006/relationships/image" Target="../media/image8740.png"/><Relationship Id="rId106" Type="http://schemas.openxmlformats.org/officeDocument/2006/relationships/customXml" Target="../ink/ink967.xml"/><Relationship Id="rId127" Type="http://schemas.openxmlformats.org/officeDocument/2006/relationships/image" Target="../media/image9090.png"/><Relationship Id="rId10" Type="http://schemas.openxmlformats.org/officeDocument/2006/relationships/customXml" Target="../ink/ink919.xml"/><Relationship Id="rId31" Type="http://schemas.openxmlformats.org/officeDocument/2006/relationships/image" Target="../media/image8610.png"/><Relationship Id="rId52" Type="http://schemas.openxmlformats.org/officeDocument/2006/relationships/customXml" Target="../ink/ink940.xml"/><Relationship Id="rId73" Type="http://schemas.openxmlformats.org/officeDocument/2006/relationships/image" Target="../media/image8820.png"/><Relationship Id="rId78" Type="http://schemas.openxmlformats.org/officeDocument/2006/relationships/customXml" Target="../ink/ink953.xml"/><Relationship Id="rId94" Type="http://schemas.openxmlformats.org/officeDocument/2006/relationships/customXml" Target="../ink/ink961.xml"/><Relationship Id="rId99" Type="http://schemas.openxmlformats.org/officeDocument/2006/relationships/image" Target="../media/image8950.png"/><Relationship Id="rId101" Type="http://schemas.openxmlformats.org/officeDocument/2006/relationships/image" Target="../media/image8960.png"/><Relationship Id="rId122" Type="http://schemas.openxmlformats.org/officeDocument/2006/relationships/customXml" Target="../ink/ink975.xml"/><Relationship Id="rId143" Type="http://schemas.openxmlformats.org/officeDocument/2006/relationships/image" Target="../media/image917.png"/><Relationship Id="rId148" Type="http://schemas.openxmlformats.org/officeDocument/2006/relationships/customXml" Target="../ink/ink988.xml"/><Relationship Id="rId164" Type="http://schemas.openxmlformats.org/officeDocument/2006/relationships/customXml" Target="../ink/ink996.xml"/><Relationship Id="rId169" Type="http://schemas.openxmlformats.org/officeDocument/2006/relationships/image" Target="../media/image930.png"/><Relationship Id="rId185" Type="http://schemas.openxmlformats.org/officeDocument/2006/relationships/image" Target="../media/image938.png"/><Relationship Id="rId4" Type="http://schemas.openxmlformats.org/officeDocument/2006/relationships/customXml" Target="../ink/ink916.xml"/><Relationship Id="rId9" Type="http://schemas.openxmlformats.org/officeDocument/2006/relationships/image" Target="../media/image8500.png"/><Relationship Id="rId180" Type="http://schemas.openxmlformats.org/officeDocument/2006/relationships/customXml" Target="../ink/ink1004.xml"/><Relationship Id="rId210" Type="http://schemas.openxmlformats.org/officeDocument/2006/relationships/customXml" Target="../ink/ink1019.xml"/><Relationship Id="rId215" Type="http://schemas.openxmlformats.org/officeDocument/2006/relationships/image" Target="../media/image953.png"/><Relationship Id="rId26" Type="http://schemas.openxmlformats.org/officeDocument/2006/relationships/customXml" Target="../ink/ink927.xml"/><Relationship Id="rId47" Type="http://schemas.openxmlformats.org/officeDocument/2006/relationships/image" Target="../media/image8690.png"/><Relationship Id="rId68" Type="http://schemas.openxmlformats.org/officeDocument/2006/relationships/customXml" Target="../ink/ink948.xml"/><Relationship Id="rId89" Type="http://schemas.openxmlformats.org/officeDocument/2006/relationships/image" Target="../media/image8900.png"/><Relationship Id="rId112" Type="http://schemas.openxmlformats.org/officeDocument/2006/relationships/customXml" Target="../ink/ink970.xml"/><Relationship Id="rId133" Type="http://schemas.openxmlformats.org/officeDocument/2006/relationships/image" Target="../media/image912.png"/><Relationship Id="rId154" Type="http://schemas.openxmlformats.org/officeDocument/2006/relationships/customXml" Target="../ink/ink991.xml"/><Relationship Id="rId175" Type="http://schemas.openxmlformats.org/officeDocument/2006/relationships/image" Target="../media/image933.png"/><Relationship Id="rId196" Type="http://schemas.openxmlformats.org/officeDocument/2006/relationships/customXml" Target="../ink/ink1012.xml"/><Relationship Id="rId200" Type="http://schemas.openxmlformats.org/officeDocument/2006/relationships/customXml" Target="../ink/ink1014.xml"/><Relationship Id="rId16" Type="http://schemas.openxmlformats.org/officeDocument/2006/relationships/customXml" Target="../ink/ink922.xml"/><Relationship Id="rId221" Type="http://schemas.openxmlformats.org/officeDocument/2006/relationships/image" Target="../media/image956.png"/><Relationship Id="rId37" Type="http://schemas.openxmlformats.org/officeDocument/2006/relationships/image" Target="../media/image8640.png"/><Relationship Id="rId58" Type="http://schemas.openxmlformats.org/officeDocument/2006/relationships/customXml" Target="../ink/ink943.xml"/><Relationship Id="rId79" Type="http://schemas.openxmlformats.org/officeDocument/2006/relationships/image" Target="../media/image8850.png"/><Relationship Id="rId102" Type="http://schemas.openxmlformats.org/officeDocument/2006/relationships/customXml" Target="../ink/ink965.xml"/><Relationship Id="rId123" Type="http://schemas.openxmlformats.org/officeDocument/2006/relationships/image" Target="../media/image9070.png"/><Relationship Id="rId144" Type="http://schemas.openxmlformats.org/officeDocument/2006/relationships/customXml" Target="../ink/ink986.xml"/><Relationship Id="rId90" Type="http://schemas.openxmlformats.org/officeDocument/2006/relationships/customXml" Target="../ink/ink959.xml"/><Relationship Id="rId165" Type="http://schemas.openxmlformats.org/officeDocument/2006/relationships/image" Target="../media/image928.png"/><Relationship Id="rId186" Type="http://schemas.openxmlformats.org/officeDocument/2006/relationships/customXml" Target="../ink/ink1007.xml"/><Relationship Id="rId211" Type="http://schemas.openxmlformats.org/officeDocument/2006/relationships/image" Target="../media/image951.png"/><Relationship Id="rId27" Type="http://schemas.openxmlformats.org/officeDocument/2006/relationships/image" Target="../media/image8590.png"/><Relationship Id="rId48" Type="http://schemas.openxmlformats.org/officeDocument/2006/relationships/customXml" Target="../ink/ink938.xml"/><Relationship Id="rId69" Type="http://schemas.openxmlformats.org/officeDocument/2006/relationships/image" Target="../media/image8800.png"/><Relationship Id="rId113" Type="http://schemas.openxmlformats.org/officeDocument/2006/relationships/image" Target="../media/image9020.png"/><Relationship Id="rId134" Type="http://schemas.openxmlformats.org/officeDocument/2006/relationships/customXml" Target="../ink/ink981.xml"/><Relationship Id="rId80" Type="http://schemas.openxmlformats.org/officeDocument/2006/relationships/customXml" Target="../ink/ink954.xml"/><Relationship Id="rId155" Type="http://schemas.openxmlformats.org/officeDocument/2006/relationships/image" Target="../media/image923.png"/><Relationship Id="rId176" Type="http://schemas.openxmlformats.org/officeDocument/2006/relationships/customXml" Target="../ink/ink1002.xml"/><Relationship Id="rId197" Type="http://schemas.openxmlformats.org/officeDocument/2006/relationships/image" Target="../media/image944.png"/><Relationship Id="rId201" Type="http://schemas.openxmlformats.org/officeDocument/2006/relationships/image" Target="../media/image946.png"/><Relationship Id="rId222" Type="http://schemas.openxmlformats.org/officeDocument/2006/relationships/customXml" Target="../ink/ink1025.xml"/><Relationship Id="rId17" Type="http://schemas.openxmlformats.org/officeDocument/2006/relationships/image" Target="../media/image8540.png"/><Relationship Id="rId38" Type="http://schemas.openxmlformats.org/officeDocument/2006/relationships/customXml" Target="../ink/ink933.xml"/><Relationship Id="rId59" Type="http://schemas.openxmlformats.org/officeDocument/2006/relationships/image" Target="../media/image8750.png"/><Relationship Id="rId103" Type="http://schemas.openxmlformats.org/officeDocument/2006/relationships/image" Target="../media/image8970.png"/><Relationship Id="rId124" Type="http://schemas.openxmlformats.org/officeDocument/2006/relationships/customXml" Target="../ink/ink976.xml"/><Relationship Id="rId70" Type="http://schemas.openxmlformats.org/officeDocument/2006/relationships/customXml" Target="../ink/ink949.xml"/><Relationship Id="rId91" Type="http://schemas.openxmlformats.org/officeDocument/2006/relationships/image" Target="../media/image8910.png"/><Relationship Id="rId145" Type="http://schemas.openxmlformats.org/officeDocument/2006/relationships/image" Target="../media/image918.png"/><Relationship Id="rId166" Type="http://schemas.openxmlformats.org/officeDocument/2006/relationships/customXml" Target="../ink/ink997.xml"/><Relationship Id="rId187" Type="http://schemas.openxmlformats.org/officeDocument/2006/relationships/image" Target="../media/image93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20.xml"/><Relationship Id="rId28" Type="http://schemas.openxmlformats.org/officeDocument/2006/relationships/customXml" Target="../ink/ink928.xml"/><Relationship Id="rId49" Type="http://schemas.openxmlformats.org/officeDocument/2006/relationships/image" Target="../media/image8700.png"/><Relationship Id="rId114" Type="http://schemas.openxmlformats.org/officeDocument/2006/relationships/customXml" Target="../ink/ink971.xml"/><Relationship Id="rId60" Type="http://schemas.openxmlformats.org/officeDocument/2006/relationships/customXml" Target="../ink/ink944.xml"/><Relationship Id="rId81" Type="http://schemas.openxmlformats.org/officeDocument/2006/relationships/image" Target="../media/image8860.png"/><Relationship Id="rId135" Type="http://schemas.openxmlformats.org/officeDocument/2006/relationships/image" Target="../media/image913.png"/><Relationship Id="rId156" Type="http://schemas.openxmlformats.org/officeDocument/2006/relationships/customXml" Target="../ink/ink992.xml"/><Relationship Id="rId177" Type="http://schemas.openxmlformats.org/officeDocument/2006/relationships/image" Target="../media/image934.png"/><Relationship Id="rId198" Type="http://schemas.openxmlformats.org/officeDocument/2006/relationships/customXml" Target="../ink/ink1013.xml"/><Relationship Id="rId202" Type="http://schemas.openxmlformats.org/officeDocument/2006/relationships/customXml" Target="../ink/ink1015.xml"/><Relationship Id="rId223" Type="http://schemas.openxmlformats.org/officeDocument/2006/relationships/image" Target="../media/image957.png"/><Relationship Id="rId18" Type="http://schemas.openxmlformats.org/officeDocument/2006/relationships/customXml" Target="../ink/ink923.xml"/><Relationship Id="rId39" Type="http://schemas.openxmlformats.org/officeDocument/2006/relationships/image" Target="../media/image8650.png"/><Relationship Id="rId50" Type="http://schemas.openxmlformats.org/officeDocument/2006/relationships/customXml" Target="../ink/ink939.xml"/><Relationship Id="rId104" Type="http://schemas.openxmlformats.org/officeDocument/2006/relationships/customXml" Target="../ink/ink966.xml"/><Relationship Id="rId125" Type="http://schemas.openxmlformats.org/officeDocument/2006/relationships/image" Target="../media/image9080.png"/><Relationship Id="rId146" Type="http://schemas.openxmlformats.org/officeDocument/2006/relationships/customXml" Target="../ink/ink987.xml"/><Relationship Id="rId167" Type="http://schemas.openxmlformats.org/officeDocument/2006/relationships/image" Target="../media/image929.png"/><Relationship Id="rId188" Type="http://schemas.openxmlformats.org/officeDocument/2006/relationships/customXml" Target="../ink/ink1008.xml"/><Relationship Id="rId71" Type="http://schemas.openxmlformats.org/officeDocument/2006/relationships/image" Target="../media/image8810.png"/><Relationship Id="rId92" Type="http://schemas.openxmlformats.org/officeDocument/2006/relationships/customXml" Target="../ink/ink960.xml"/><Relationship Id="rId213" Type="http://schemas.openxmlformats.org/officeDocument/2006/relationships/image" Target="../media/image952.png"/><Relationship Id="rId2" Type="http://schemas.openxmlformats.org/officeDocument/2006/relationships/customXml" Target="../ink/ink915.xml"/><Relationship Id="rId29" Type="http://schemas.openxmlformats.org/officeDocument/2006/relationships/image" Target="../media/image8600.png"/><Relationship Id="rId40" Type="http://schemas.openxmlformats.org/officeDocument/2006/relationships/customXml" Target="../ink/ink934.xml"/><Relationship Id="rId115" Type="http://schemas.openxmlformats.org/officeDocument/2006/relationships/image" Target="../media/image9030.png"/><Relationship Id="rId136" Type="http://schemas.openxmlformats.org/officeDocument/2006/relationships/customXml" Target="../ink/ink982.xml"/><Relationship Id="rId157" Type="http://schemas.openxmlformats.org/officeDocument/2006/relationships/image" Target="../media/image924.png"/><Relationship Id="rId178" Type="http://schemas.openxmlformats.org/officeDocument/2006/relationships/customXml" Target="../ink/ink1003.xml"/><Relationship Id="rId61" Type="http://schemas.openxmlformats.org/officeDocument/2006/relationships/image" Target="../media/image8760.png"/><Relationship Id="rId82" Type="http://schemas.openxmlformats.org/officeDocument/2006/relationships/customXml" Target="../ink/ink955.xml"/><Relationship Id="rId199" Type="http://schemas.openxmlformats.org/officeDocument/2006/relationships/image" Target="../media/image945.png"/><Relationship Id="rId203" Type="http://schemas.openxmlformats.org/officeDocument/2006/relationships/image" Target="../media/image947.png"/><Relationship Id="rId19" Type="http://schemas.openxmlformats.org/officeDocument/2006/relationships/image" Target="../media/image8550.png"/><Relationship Id="rId30" Type="http://schemas.openxmlformats.org/officeDocument/2006/relationships/customXml" Target="../ink/ink929.xml"/><Relationship Id="rId105" Type="http://schemas.openxmlformats.org/officeDocument/2006/relationships/image" Target="../media/image8980.png"/><Relationship Id="rId126" Type="http://schemas.openxmlformats.org/officeDocument/2006/relationships/customXml" Target="../ink/ink977.xml"/><Relationship Id="rId147" Type="http://schemas.openxmlformats.org/officeDocument/2006/relationships/image" Target="../media/image919.png"/><Relationship Id="rId168" Type="http://schemas.openxmlformats.org/officeDocument/2006/relationships/customXml" Target="../ink/ink998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93.png"/><Relationship Id="rId21" Type="http://schemas.openxmlformats.org/officeDocument/2006/relationships/image" Target="../media/image947.png"/><Relationship Id="rId42" Type="http://schemas.openxmlformats.org/officeDocument/2006/relationships/customXml" Target="../ink/ink1055.xml"/><Relationship Id="rId63" Type="http://schemas.openxmlformats.org/officeDocument/2006/relationships/image" Target="../media/image966.png"/><Relationship Id="rId84" Type="http://schemas.openxmlformats.org/officeDocument/2006/relationships/customXml" Target="../ink/ink1079.xml"/><Relationship Id="rId138" Type="http://schemas.openxmlformats.org/officeDocument/2006/relationships/customXml" Target="../ink/ink1106.xml"/><Relationship Id="rId159" Type="http://schemas.openxmlformats.org/officeDocument/2006/relationships/image" Target="../media/image1014.png"/><Relationship Id="rId170" Type="http://schemas.openxmlformats.org/officeDocument/2006/relationships/customXml" Target="../ink/ink1122.xml"/><Relationship Id="rId191" Type="http://schemas.openxmlformats.org/officeDocument/2006/relationships/image" Target="../media/image1030.png"/><Relationship Id="rId107" Type="http://schemas.openxmlformats.org/officeDocument/2006/relationships/image" Target="../media/image988.png"/><Relationship Id="rId11" Type="http://schemas.openxmlformats.org/officeDocument/2006/relationships/image" Target="../media/image8560.png"/><Relationship Id="rId32" Type="http://schemas.openxmlformats.org/officeDocument/2006/relationships/customXml" Target="../ink/ink1045.xml"/><Relationship Id="rId53" Type="http://schemas.openxmlformats.org/officeDocument/2006/relationships/image" Target="../media/image961.png"/><Relationship Id="rId74" Type="http://schemas.openxmlformats.org/officeDocument/2006/relationships/customXml" Target="../ink/ink1074.xml"/><Relationship Id="rId128" Type="http://schemas.openxmlformats.org/officeDocument/2006/relationships/customXml" Target="../ink/ink1101.xml"/><Relationship Id="rId149" Type="http://schemas.openxmlformats.org/officeDocument/2006/relationships/image" Target="../media/image1009.png"/><Relationship Id="rId5" Type="http://schemas.openxmlformats.org/officeDocument/2006/relationships/image" Target="../media/image8530.png"/><Relationship Id="rId95" Type="http://schemas.openxmlformats.org/officeDocument/2006/relationships/image" Target="../media/image982.png"/><Relationship Id="rId160" Type="http://schemas.openxmlformats.org/officeDocument/2006/relationships/customXml" Target="../ink/ink1117.xml"/><Relationship Id="rId181" Type="http://schemas.openxmlformats.org/officeDocument/2006/relationships/image" Target="../media/image1025.png"/><Relationship Id="rId22" Type="http://schemas.openxmlformats.org/officeDocument/2006/relationships/customXml" Target="../ink/ink1036.xml"/><Relationship Id="rId43" Type="http://schemas.openxmlformats.org/officeDocument/2006/relationships/customXml" Target="../ink/ink1056.xml"/><Relationship Id="rId64" Type="http://schemas.openxmlformats.org/officeDocument/2006/relationships/customXml" Target="../ink/ink1069.xml"/><Relationship Id="rId118" Type="http://schemas.openxmlformats.org/officeDocument/2006/relationships/customXml" Target="../ink/ink1096.xml"/><Relationship Id="rId139" Type="http://schemas.openxmlformats.org/officeDocument/2006/relationships/image" Target="../media/image1004.png"/><Relationship Id="rId85" Type="http://schemas.openxmlformats.org/officeDocument/2006/relationships/image" Target="../media/image977.png"/><Relationship Id="rId150" Type="http://schemas.openxmlformats.org/officeDocument/2006/relationships/customXml" Target="../ink/ink1112.xml"/><Relationship Id="rId171" Type="http://schemas.openxmlformats.org/officeDocument/2006/relationships/image" Target="../media/image1020.png"/><Relationship Id="rId192" Type="http://schemas.openxmlformats.org/officeDocument/2006/relationships/customXml" Target="../ink/ink1133.xml"/><Relationship Id="rId12" Type="http://schemas.openxmlformats.org/officeDocument/2006/relationships/customXml" Target="../ink/ink1031.xml"/><Relationship Id="rId33" Type="http://schemas.openxmlformats.org/officeDocument/2006/relationships/customXml" Target="../ink/ink1046.xml"/><Relationship Id="rId108" Type="http://schemas.openxmlformats.org/officeDocument/2006/relationships/customXml" Target="../ink/ink1091.xml"/><Relationship Id="rId129" Type="http://schemas.openxmlformats.org/officeDocument/2006/relationships/image" Target="../media/image999.png"/><Relationship Id="rId54" Type="http://schemas.openxmlformats.org/officeDocument/2006/relationships/customXml" Target="../ink/ink1064.xml"/><Relationship Id="rId75" Type="http://schemas.openxmlformats.org/officeDocument/2006/relationships/image" Target="../media/image972.png"/><Relationship Id="rId96" Type="http://schemas.openxmlformats.org/officeDocument/2006/relationships/customXml" Target="../ink/ink1085.xml"/><Relationship Id="rId140" Type="http://schemas.openxmlformats.org/officeDocument/2006/relationships/customXml" Target="../ink/ink1107.xml"/><Relationship Id="rId161" Type="http://schemas.openxmlformats.org/officeDocument/2006/relationships/image" Target="../media/image1015.png"/><Relationship Id="rId182" Type="http://schemas.openxmlformats.org/officeDocument/2006/relationships/customXml" Target="../ink/ink1128.xml"/><Relationship Id="rId6" Type="http://schemas.openxmlformats.org/officeDocument/2006/relationships/customXml" Target="../ink/ink1028.xml"/><Relationship Id="rId23" Type="http://schemas.openxmlformats.org/officeDocument/2006/relationships/image" Target="../media/image958.png"/><Relationship Id="rId119" Type="http://schemas.openxmlformats.org/officeDocument/2006/relationships/image" Target="../media/image994.png"/><Relationship Id="rId44" Type="http://schemas.openxmlformats.org/officeDocument/2006/relationships/customXml" Target="../ink/ink1057.xml"/><Relationship Id="rId65" Type="http://schemas.openxmlformats.org/officeDocument/2006/relationships/image" Target="../media/image967.png"/><Relationship Id="rId86" Type="http://schemas.openxmlformats.org/officeDocument/2006/relationships/customXml" Target="../ink/ink1080.xml"/><Relationship Id="rId130" Type="http://schemas.openxmlformats.org/officeDocument/2006/relationships/customXml" Target="../ink/ink1102.xml"/><Relationship Id="rId151" Type="http://schemas.openxmlformats.org/officeDocument/2006/relationships/image" Target="../media/image1010.png"/><Relationship Id="rId172" Type="http://schemas.openxmlformats.org/officeDocument/2006/relationships/customXml" Target="../ink/ink1123.xml"/><Relationship Id="rId193" Type="http://schemas.openxmlformats.org/officeDocument/2006/relationships/image" Target="../media/image1031.png"/><Relationship Id="rId13" Type="http://schemas.openxmlformats.org/officeDocument/2006/relationships/image" Target="../media/image8570.png"/><Relationship Id="rId109" Type="http://schemas.openxmlformats.org/officeDocument/2006/relationships/image" Target="../media/image989.png"/><Relationship Id="rId34" Type="http://schemas.openxmlformats.org/officeDocument/2006/relationships/customXml" Target="../ink/ink1047.xml"/><Relationship Id="rId55" Type="http://schemas.openxmlformats.org/officeDocument/2006/relationships/image" Target="../media/image962.png"/><Relationship Id="rId76" Type="http://schemas.openxmlformats.org/officeDocument/2006/relationships/customXml" Target="../ink/ink1075.xml"/><Relationship Id="rId97" Type="http://schemas.openxmlformats.org/officeDocument/2006/relationships/image" Target="../media/image983.png"/><Relationship Id="rId120" Type="http://schemas.openxmlformats.org/officeDocument/2006/relationships/customXml" Target="../ink/ink1097.xml"/><Relationship Id="rId141" Type="http://schemas.openxmlformats.org/officeDocument/2006/relationships/image" Target="../media/image1005.png"/><Relationship Id="rId7" Type="http://schemas.openxmlformats.org/officeDocument/2006/relationships/image" Target="../media/image8540.png"/><Relationship Id="rId71" Type="http://schemas.openxmlformats.org/officeDocument/2006/relationships/image" Target="../media/image970.png"/><Relationship Id="rId92" Type="http://schemas.openxmlformats.org/officeDocument/2006/relationships/customXml" Target="../ink/ink1083.xml"/><Relationship Id="rId162" Type="http://schemas.openxmlformats.org/officeDocument/2006/relationships/customXml" Target="../ink/ink1118.xml"/><Relationship Id="rId183" Type="http://schemas.openxmlformats.org/officeDocument/2006/relationships/image" Target="../media/image1026.png"/><Relationship Id="rId2" Type="http://schemas.openxmlformats.org/officeDocument/2006/relationships/customXml" Target="../ink/ink1026.xml"/><Relationship Id="rId29" Type="http://schemas.openxmlformats.org/officeDocument/2006/relationships/customXml" Target="../ink/ink1042.xml"/><Relationship Id="rId24" Type="http://schemas.openxmlformats.org/officeDocument/2006/relationships/customXml" Target="../ink/ink1037.xml"/><Relationship Id="rId40" Type="http://schemas.openxmlformats.org/officeDocument/2006/relationships/customXml" Target="../ink/ink1053.xml"/><Relationship Id="rId45" Type="http://schemas.openxmlformats.org/officeDocument/2006/relationships/customXml" Target="../ink/ink1058.xml"/><Relationship Id="rId66" Type="http://schemas.openxmlformats.org/officeDocument/2006/relationships/customXml" Target="../ink/ink1070.xml"/><Relationship Id="rId87" Type="http://schemas.openxmlformats.org/officeDocument/2006/relationships/image" Target="../media/image978.png"/><Relationship Id="rId110" Type="http://schemas.openxmlformats.org/officeDocument/2006/relationships/customXml" Target="../ink/ink1092.xml"/><Relationship Id="rId115" Type="http://schemas.openxmlformats.org/officeDocument/2006/relationships/image" Target="../media/image992.png"/><Relationship Id="rId131" Type="http://schemas.openxmlformats.org/officeDocument/2006/relationships/image" Target="../media/image1000.png"/><Relationship Id="rId136" Type="http://schemas.openxmlformats.org/officeDocument/2006/relationships/customXml" Target="../ink/ink1105.xml"/><Relationship Id="rId157" Type="http://schemas.openxmlformats.org/officeDocument/2006/relationships/image" Target="../media/image1013.png"/><Relationship Id="rId178" Type="http://schemas.openxmlformats.org/officeDocument/2006/relationships/customXml" Target="../ink/ink1126.xml"/><Relationship Id="rId61" Type="http://schemas.openxmlformats.org/officeDocument/2006/relationships/image" Target="../media/image965.png"/><Relationship Id="rId82" Type="http://schemas.openxmlformats.org/officeDocument/2006/relationships/customXml" Target="../ink/ink1078.xml"/><Relationship Id="rId152" Type="http://schemas.openxmlformats.org/officeDocument/2006/relationships/customXml" Target="../ink/ink1113.xml"/><Relationship Id="rId173" Type="http://schemas.openxmlformats.org/officeDocument/2006/relationships/image" Target="../media/image1021.png"/><Relationship Id="rId194" Type="http://schemas.openxmlformats.org/officeDocument/2006/relationships/customXml" Target="../ink/ink1134.xml"/><Relationship Id="rId19" Type="http://schemas.openxmlformats.org/officeDocument/2006/relationships/image" Target="../media/image946.png"/><Relationship Id="rId14" Type="http://schemas.openxmlformats.org/officeDocument/2006/relationships/customXml" Target="../ink/ink1032.xml"/><Relationship Id="rId30" Type="http://schemas.openxmlformats.org/officeDocument/2006/relationships/customXml" Target="../ink/ink1043.xml"/><Relationship Id="rId35" Type="http://schemas.openxmlformats.org/officeDocument/2006/relationships/customXml" Target="../ink/ink1048.xml"/><Relationship Id="rId56" Type="http://schemas.openxmlformats.org/officeDocument/2006/relationships/customXml" Target="../ink/ink1065.xml"/><Relationship Id="rId77" Type="http://schemas.openxmlformats.org/officeDocument/2006/relationships/image" Target="../media/image973.png"/><Relationship Id="rId100" Type="http://schemas.openxmlformats.org/officeDocument/2006/relationships/customXml" Target="../ink/ink1087.xml"/><Relationship Id="rId105" Type="http://schemas.openxmlformats.org/officeDocument/2006/relationships/image" Target="../media/image987.png"/><Relationship Id="rId126" Type="http://schemas.openxmlformats.org/officeDocument/2006/relationships/customXml" Target="../ink/ink1100.xml"/><Relationship Id="rId147" Type="http://schemas.openxmlformats.org/officeDocument/2006/relationships/image" Target="../media/image1008.png"/><Relationship Id="rId168" Type="http://schemas.openxmlformats.org/officeDocument/2006/relationships/customXml" Target="../ink/ink1121.xml"/><Relationship Id="rId8" Type="http://schemas.openxmlformats.org/officeDocument/2006/relationships/customXml" Target="../ink/ink1029.xml"/><Relationship Id="rId51" Type="http://schemas.openxmlformats.org/officeDocument/2006/relationships/image" Target="../media/image960.png"/><Relationship Id="rId72" Type="http://schemas.openxmlformats.org/officeDocument/2006/relationships/customXml" Target="../ink/ink1073.xml"/><Relationship Id="rId93" Type="http://schemas.openxmlformats.org/officeDocument/2006/relationships/image" Target="../media/image981.png"/><Relationship Id="rId98" Type="http://schemas.openxmlformats.org/officeDocument/2006/relationships/customXml" Target="../ink/ink1086.xml"/><Relationship Id="rId121" Type="http://schemas.openxmlformats.org/officeDocument/2006/relationships/image" Target="../media/image995.png"/><Relationship Id="rId142" Type="http://schemas.openxmlformats.org/officeDocument/2006/relationships/customXml" Target="../ink/ink1108.xml"/><Relationship Id="rId163" Type="http://schemas.openxmlformats.org/officeDocument/2006/relationships/image" Target="../media/image1016.png"/><Relationship Id="rId184" Type="http://schemas.openxmlformats.org/officeDocument/2006/relationships/customXml" Target="../ink/ink1129.xml"/><Relationship Id="rId189" Type="http://schemas.openxmlformats.org/officeDocument/2006/relationships/image" Target="../media/image1029.png"/><Relationship Id="rId3" Type="http://schemas.openxmlformats.org/officeDocument/2006/relationships/image" Target="../media/image8520.png"/><Relationship Id="rId25" Type="http://schemas.openxmlformats.org/officeDocument/2006/relationships/customXml" Target="../ink/ink1038.xml"/><Relationship Id="rId46" Type="http://schemas.openxmlformats.org/officeDocument/2006/relationships/customXml" Target="../ink/ink1059.xml"/><Relationship Id="rId67" Type="http://schemas.openxmlformats.org/officeDocument/2006/relationships/image" Target="../media/image968.png"/><Relationship Id="rId116" Type="http://schemas.openxmlformats.org/officeDocument/2006/relationships/customXml" Target="../ink/ink1095.xml"/><Relationship Id="rId137" Type="http://schemas.openxmlformats.org/officeDocument/2006/relationships/image" Target="../media/image1003.png"/><Relationship Id="rId158" Type="http://schemas.openxmlformats.org/officeDocument/2006/relationships/customXml" Target="../ink/ink1116.xml"/><Relationship Id="rId20" Type="http://schemas.openxmlformats.org/officeDocument/2006/relationships/customXml" Target="../ink/ink1035.xml"/><Relationship Id="rId41" Type="http://schemas.openxmlformats.org/officeDocument/2006/relationships/customXml" Target="../ink/ink1054.xml"/><Relationship Id="rId62" Type="http://schemas.openxmlformats.org/officeDocument/2006/relationships/customXml" Target="../ink/ink1068.xml"/><Relationship Id="rId83" Type="http://schemas.openxmlformats.org/officeDocument/2006/relationships/image" Target="../media/image976.png"/><Relationship Id="rId88" Type="http://schemas.openxmlformats.org/officeDocument/2006/relationships/customXml" Target="../ink/ink1081.xml"/><Relationship Id="rId111" Type="http://schemas.openxmlformats.org/officeDocument/2006/relationships/image" Target="../media/image990.png"/><Relationship Id="rId132" Type="http://schemas.openxmlformats.org/officeDocument/2006/relationships/customXml" Target="../ink/ink1103.xml"/><Relationship Id="rId153" Type="http://schemas.openxmlformats.org/officeDocument/2006/relationships/image" Target="../media/image1011.png"/><Relationship Id="rId174" Type="http://schemas.openxmlformats.org/officeDocument/2006/relationships/customXml" Target="../ink/ink1124.xml"/><Relationship Id="rId179" Type="http://schemas.openxmlformats.org/officeDocument/2006/relationships/image" Target="../media/image1024.png"/><Relationship Id="rId195" Type="http://schemas.openxmlformats.org/officeDocument/2006/relationships/image" Target="../media/image1032.png"/><Relationship Id="rId190" Type="http://schemas.openxmlformats.org/officeDocument/2006/relationships/customXml" Target="../ink/ink1132.xml"/><Relationship Id="rId15" Type="http://schemas.openxmlformats.org/officeDocument/2006/relationships/image" Target="../media/image8580.png"/><Relationship Id="rId36" Type="http://schemas.openxmlformats.org/officeDocument/2006/relationships/customXml" Target="../ink/ink1049.xml"/><Relationship Id="rId57" Type="http://schemas.openxmlformats.org/officeDocument/2006/relationships/image" Target="../media/image963.png"/><Relationship Id="rId106" Type="http://schemas.openxmlformats.org/officeDocument/2006/relationships/customXml" Target="../ink/ink1090.xml"/><Relationship Id="rId127" Type="http://schemas.openxmlformats.org/officeDocument/2006/relationships/image" Target="../media/image998.png"/><Relationship Id="rId10" Type="http://schemas.openxmlformats.org/officeDocument/2006/relationships/customXml" Target="../ink/ink1030.xml"/><Relationship Id="rId31" Type="http://schemas.openxmlformats.org/officeDocument/2006/relationships/customXml" Target="../ink/ink1044.xml"/><Relationship Id="rId52" Type="http://schemas.openxmlformats.org/officeDocument/2006/relationships/customXml" Target="../ink/ink1063.xml"/><Relationship Id="rId73" Type="http://schemas.openxmlformats.org/officeDocument/2006/relationships/image" Target="../media/image971.png"/><Relationship Id="rId78" Type="http://schemas.openxmlformats.org/officeDocument/2006/relationships/customXml" Target="../ink/ink1076.xml"/><Relationship Id="rId94" Type="http://schemas.openxmlformats.org/officeDocument/2006/relationships/customXml" Target="../ink/ink1084.xml"/><Relationship Id="rId99" Type="http://schemas.openxmlformats.org/officeDocument/2006/relationships/image" Target="../media/image984.png"/><Relationship Id="rId101" Type="http://schemas.openxmlformats.org/officeDocument/2006/relationships/image" Target="../media/image985.png"/><Relationship Id="rId122" Type="http://schemas.openxmlformats.org/officeDocument/2006/relationships/customXml" Target="../ink/ink1098.xml"/><Relationship Id="rId143" Type="http://schemas.openxmlformats.org/officeDocument/2006/relationships/image" Target="../media/image1006.png"/><Relationship Id="rId148" Type="http://schemas.openxmlformats.org/officeDocument/2006/relationships/customXml" Target="../ink/ink1111.xml"/><Relationship Id="rId164" Type="http://schemas.openxmlformats.org/officeDocument/2006/relationships/customXml" Target="../ink/ink1119.xml"/><Relationship Id="rId169" Type="http://schemas.openxmlformats.org/officeDocument/2006/relationships/image" Target="../media/image1019.png"/><Relationship Id="rId185" Type="http://schemas.openxmlformats.org/officeDocument/2006/relationships/image" Target="../media/image1027.png"/><Relationship Id="rId4" Type="http://schemas.openxmlformats.org/officeDocument/2006/relationships/customXml" Target="../ink/ink1027.xml"/><Relationship Id="rId9" Type="http://schemas.openxmlformats.org/officeDocument/2006/relationships/image" Target="../media/image8550.png"/><Relationship Id="rId180" Type="http://schemas.openxmlformats.org/officeDocument/2006/relationships/customXml" Target="../ink/ink1127.xml"/><Relationship Id="rId26" Type="http://schemas.openxmlformats.org/officeDocument/2006/relationships/customXml" Target="../ink/ink1039.xml"/><Relationship Id="rId47" Type="http://schemas.openxmlformats.org/officeDocument/2006/relationships/customXml" Target="../ink/ink1060.xml"/><Relationship Id="rId68" Type="http://schemas.openxmlformats.org/officeDocument/2006/relationships/customXml" Target="../ink/ink1071.xml"/><Relationship Id="rId89" Type="http://schemas.openxmlformats.org/officeDocument/2006/relationships/image" Target="../media/image979.png"/><Relationship Id="rId112" Type="http://schemas.openxmlformats.org/officeDocument/2006/relationships/customXml" Target="../ink/ink1093.xml"/><Relationship Id="rId133" Type="http://schemas.openxmlformats.org/officeDocument/2006/relationships/image" Target="../media/image1001.png"/><Relationship Id="rId154" Type="http://schemas.openxmlformats.org/officeDocument/2006/relationships/customXml" Target="../ink/ink1114.xml"/><Relationship Id="rId175" Type="http://schemas.openxmlformats.org/officeDocument/2006/relationships/image" Target="../media/image1022.png"/><Relationship Id="rId196" Type="http://schemas.openxmlformats.org/officeDocument/2006/relationships/customXml" Target="../ink/ink1135.xml"/><Relationship Id="rId16" Type="http://schemas.openxmlformats.org/officeDocument/2006/relationships/customXml" Target="../ink/ink1033.xml"/><Relationship Id="rId37" Type="http://schemas.openxmlformats.org/officeDocument/2006/relationships/customXml" Target="../ink/ink1050.xml"/><Relationship Id="rId58" Type="http://schemas.openxmlformats.org/officeDocument/2006/relationships/customXml" Target="../ink/ink1066.xml"/><Relationship Id="rId79" Type="http://schemas.openxmlformats.org/officeDocument/2006/relationships/image" Target="../media/image974.png"/><Relationship Id="rId102" Type="http://schemas.openxmlformats.org/officeDocument/2006/relationships/customXml" Target="../ink/ink1088.xml"/><Relationship Id="rId123" Type="http://schemas.openxmlformats.org/officeDocument/2006/relationships/image" Target="../media/image996.png"/><Relationship Id="rId144" Type="http://schemas.openxmlformats.org/officeDocument/2006/relationships/customXml" Target="../ink/ink1109.xml"/><Relationship Id="rId90" Type="http://schemas.openxmlformats.org/officeDocument/2006/relationships/customXml" Target="../ink/ink1082.xml"/><Relationship Id="rId165" Type="http://schemas.openxmlformats.org/officeDocument/2006/relationships/image" Target="../media/image1017.png"/><Relationship Id="rId186" Type="http://schemas.openxmlformats.org/officeDocument/2006/relationships/customXml" Target="../ink/ink1130.xml"/><Relationship Id="rId27" Type="http://schemas.openxmlformats.org/officeDocument/2006/relationships/customXml" Target="../ink/ink1040.xml"/><Relationship Id="rId48" Type="http://schemas.openxmlformats.org/officeDocument/2006/relationships/customXml" Target="../ink/ink1061.xml"/><Relationship Id="rId69" Type="http://schemas.openxmlformats.org/officeDocument/2006/relationships/image" Target="../media/image969.png"/><Relationship Id="rId113" Type="http://schemas.openxmlformats.org/officeDocument/2006/relationships/image" Target="../media/image991.png"/><Relationship Id="rId134" Type="http://schemas.openxmlformats.org/officeDocument/2006/relationships/customXml" Target="../ink/ink1104.xml"/><Relationship Id="rId80" Type="http://schemas.openxmlformats.org/officeDocument/2006/relationships/customXml" Target="../ink/ink1077.xml"/><Relationship Id="rId155" Type="http://schemas.openxmlformats.org/officeDocument/2006/relationships/image" Target="../media/image1012.png"/><Relationship Id="rId176" Type="http://schemas.openxmlformats.org/officeDocument/2006/relationships/customXml" Target="../ink/ink1125.xml"/><Relationship Id="rId197" Type="http://schemas.openxmlformats.org/officeDocument/2006/relationships/image" Target="../media/image1033.png"/><Relationship Id="rId17" Type="http://schemas.openxmlformats.org/officeDocument/2006/relationships/image" Target="../media/image945.png"/><Relationship Id="rId38" Type="http://schemas.openxmlformats.org/officeDocument/2006/relationships/customXml" Target="../ink/ink1051.xml"/><Relationship Id="rId59" Type="http://schemas.openxmlformats.org/officeDocument/2006/relationships/image" Target="../media/image964.png"/><Relationship Id="rId103" Type="http://schemas.openxmlformats.org/officeDocument/2006/relationships/image" Target="../media/image986.png"/><Relationship Id="rId124" Type="http://schemas.openxmlformats.org/officeDocument/2006/relationships/customXml" Target="../ink/ink1099.xml"/><Relationship Id="rId70" Type="http://schemas.openxmlformats.org/officeDocument/2006/relationships/customXml" Target="../ink/ink1072.xml"/><Relationship Id="rId91" Type="http://schemas.openxmlformats.org/officeDocument/2006/relationships/image" Target="../media/image980.png"/><Relationship Id="rId145" Type="http://schemas.openxmlformats.org/officeDocument/2006/relationships/image" Target="../media/image1007.png"/><Relationship Id="rId166" Type="http://schemas.openxmlformats.org/officeDocument/2006/relationships/customXml" Target="../ink/ink1120.xml"/><Relationship Id="rId187" Type="http://schemas.openxmlformats.org/officeDocument/2006/relationships/image" Target="../media/image1028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041.xml"/><Relationship Id="rId49" Type="http://schemas.openxmlformats.org/officeDocument/2006/relationships/image" Target="../media/image959.png"/><Relationship Id="rId114" Type="http://schemas.openxmlformats.org/officeDocument/2006/relationships/customXml" Target="../ink/ink1094.xml"/><Relationship Id="rId60" Type="http://schemas.openxmlformats.org/officeDocument/2006/relationships/customXml" Target="../ink/ink1067.xml"/><Relationship Id="rId81" Type="http://schemas.openxmlformats.org/officeDocument/2006/relationships/image" Target="../media/image975.png"/><Relationship Id="rId135" Type="http://schemas.openxmlformats.org/officeDocument/2006/relationships/image" Target="../media/image1002.png"/><Relationship Id="rId156" Type="http://schemas.openxmlformats.org/officeDocument/2006/relationships/customXml" Target="../ink/ink1115.xml"/><Relationship Id="rId177" Type="http://schemas.openxmlformats.org/officeDocument/2006/relationships/image" Target="../media/image1023.png"/><Relationship Id="rId18" Type="http://schemas.openxmlformats.org/officeDocument/2006/relationships/customXml" Target="../ink/ink1034.xml"/><Relationship Id="rId39" Type="http://schemas.openxmlformats.org/officeDocument/2006/relationships/customXml" Target="../ink/ink1052.xml"/><Relationship Id="rId50" Type="http://schemas.openxmlformats.org/officeDocument/2006/relationships/customXml" Target="../ink/ink1062.xml"/><Relationship Id="rId104" Type="http://schemas.openxmlformats.org/officeDocument/2006/relationships/customXml" Target="../ink/ink1089.xml"/><Relationship Id="rId125" Type="http://schemas.openxmlformats.org/officeDocument/2006/relationships/image" Target="../media/image997.png"/><Relationship Id="rId146" Type="http://schemas.openxmlformats.org/officeDocument/2006/relationships/customXml" Target="../ink/ink1110.xml"/><Relationship Id="rId167" Type="http://schemas.openxmlformats.org/officeDocument/2006/relationships/image" Target="../media/image1018.png"/><Relationship Id="rId188" Type="http://schemas.openxmlformats.org/officeDocument/2006/relationships/customXml" Target="../ink/ink1131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91.png"/><Relationship Id="rId21" Type="http://schemas.openxmlformats.org/officeDocument/2006/relationships/image" Target="../media/image1043.png"/><Relationship Id="rId63" Type="http://schemas.openxmlformats.org/officeDocument/2006/relationships/image" Target="../media/image1064.png"/><Relationship Id="rId159" Type="http://schemas.openxmlformats.org/officeDocument/2006/relationships/image" Target="../media/image1112.png"/><Relationship Id="rId170" Type="http://schemas.openxmlformats.org/officeDocument/2006/relationships/customXml" Target="../ink/ink1220.xml"/><Relationship Id="rId226" Type="http://schemas.openxmlformats.org/officeDocument/2006/relationships/customXml" Target="../ink/ink1248.xml"/><Relationship Id="rId268" Type="http://schemas.openxmlformats.org/officeDocument/2006/relationships/customXml" Target="../ink/ink1269.xml"/><Relationship Id="rId32" Type="http://schemas.openxmlformats.org/officeDocument/2006/relationships/customXml" Target="../ink/ink1151.xml"/><Relationship Id="rId74" Type="http://schemas.openxmlformats.org/officeDocument/2006/relationships/customXml" Target="../ink/ink1172.xml"/><Relationship Id="rId128" Type="http://schemas.openxmlformats.org/officeDocument/2006/relationships/customXml" Target="../ink/ink1199.xml"/><Relationship Id="rId5" Type="http://schemas.openxmlformats.org/officeDocument/2006/relationships/image" Target="../media/image1035.png"/><Relationship Id="rId181" Type="http://schemas.openxmlformats.org/officeDocument/2006/relationships/image" Target="../media/image1123.png"/><Relationship Id="rId237" Type="http://schemas.openxmlformats.org/officeDocument/2006/relationships/image" Target="../media/image1151.png"/><Relationship Id="rId279" Type="http://schemas.openxmlformats.org/officeDocument/2006/relationships/image" Target="../media/image1172.png"/><Relationship Id="rId22" Type="http://schemas.openxmlformats.org/officeDocument/2006/relationships/customXml" Target="../ink/ink1146.xml"/><Relationship Id="rId43" Type="http://schemas.openxmlformats.org/officeDocument/2006/relationships/image" Target="../media/image1054.png"/><Relationship Id="rId64" Type="http://schemas.openxmlformats.org/officeDocument/2006/relationships/customXml" Target="../ink/ink1167.xml"/><Relationship Id="rId118" Type="http://schemas.openxmlformats.org/officeDocument/2006/relationships/customXml" Target="../ink/ink1194.xml"/><Relationship Id="rId139" Type="http://schemas.openxmlformats.org/officeDocument/2006/relationships/image" Target="../media/image1102.png"/><Relationship Id="rId85" Type="http://schemas.openxmlformats.org/officeDocument/2006/relationships/image" Target="../media/image1075.png"/><Relationship Id="rId150" Type="http://schemas.openxmlformats.org/officeDocument/2006/relationships/customXml" Target="../ink/ink1210.xml"/><Relationship Id="rId171" Type="http://schemas.openxmlformats.org/officeDocument/2006/relationships/image" Target="../media/image1118.png"/><Relationship Id="rId192" Type="http://schemas.openxmlformats.org/officeDocument/2006/relationships/customXml" Target="../ink/ink1231.xml"/><Relationship Id="rId206" Type="http://schemas.openxmlformats.org/officeDocument/2006/relationships/customXml" Target="../ink/ink1238.xml"/><Relationship Id="rId227" Type="http://schemas.openxmlformats.org/officeDocument/2006/relationships/image" Target="../media/image1146.png"/><Relationship Id="rId248" Type="http://schemas.openxmlformats.org/officeDocument/2006/relationships/customXml" Target="../ink/ink1259.xml"/><Relationship Id="rId269" Type="http://schemas.openxmlformats.org/officeDocument/2006/relationships/image" Target="../media/image1167.png"/><Relationship Id="rId12" Type="http://schemas.openxmlformats.org/officeDocument/2006/relationships/customXml" Target="../ink/ink1141.xml"/><Relationship Id="rId33" Type="http://schemas.openxmlformats.org/officeDocument/2006/relationships/image" Target="../media/image1049.png"/><Relationship Id="rId108" Type="http://schemas.openxmlformats.org/officeDocument/2006/relationships/customXml" Target="../ink/ink1189.xml"/><Relationship Id="rId129" Type="http://schemas.openxmlformats.org/officeDocument/2006/relationships/image" Target="../media/image1097.png"/><Relationship Id="rId280" Type="http://schemas.openxmlformats.org/officeDocument/2006/relationships/customXml" Target="../ink/ink1275.xml"/><Relationship Id="rId54" Type="http://schemas.openxmlformats.org/officeDocument/2006/relationships/customXml" Target="../ink/ink1162.xml"/><Relationship Id="rId75" Type="http://schemas.openxmlformats.org/officeDocument/2006/relationships/image" Target="../media/image1070.png"/><Relationship Id="rId96" Type="http://schemas.openxmlformats.org/officeDocument/2006/relationships/customXml" Target="../ink/ink1183.xml"/><Relationship Id="rId140" Type="http://schemas.openxmlformats.org/officeDocument/2006/relationships/customXml" Target="../ink/ink1205.xml"/><Relationship Id="rId161" Type="http://schemas.openxmlformats.org/officeDocument/2006/relationships/image" Target="../media/image1113.png"/><Relationship Id="rId182" Type="http://schemas.openxmlformats.org/officeDocument/2006/relationships/customXml" Target="../ink/ink1226.xml"/><Relationship Id="rId217" Type="http://schemas.openxmlformats.org/officeDocument/2006/relationships/image" Target="../media/image1141.png"/><Relationship Id="rId6" Type="http://schemas.openxmlformats.org/officeDocument/2006/relationships/customXml" Target="../ink/ink1138.xml"/><Relationship Id="rId238" Type="http://schemas.openxmlformats.org/officeDocument/2006/relationships/customXml" Target="../ink/ink1254.xml"/><Relationship Id="rId259" Type="http://schemas.openxmlformats.org/officeDocument/2006/relationships/image" Target="../media/image1162.png"/><Relationship Id="rId23" Type="http://schemas.openxmlformats.org/officeDocument/2006/relationships/image" Target="../media/image1044.png"/><Relationship Id="rId119" Type="http://schemas.openxmlformats.org/officeDocument/2006/relationships/image" Target="../media/image1092.png"/><Relationship Id="rId270" Type="http://schemas.openxmlformats.org/officeDocument/2006/relationships/customXml" Target="../ink/ink1270.xml"/><Relationship Id="rId44" Type="http://schemas.openxmlformats.org/officeDocument/2006/relationships/customXml" Target="../ink/ink1157.xml"/><Relationship Id="rId65" Type="http://schemas.openxmlformats.org/officeDocument/2006/relationships/image" Target="../media/image1065.png"/><Relationship Id="rId86" Type="http://schemas.openxmlformats.org/officeDocument/2006/relationships/customXml" Target="../ink/ink1178.xml"/><Relationship Id="rId130" Type="http://schemas.openxmlformats.org/officeDocument/2006/relationships/customXml" Target="../ink/ink1200.xml"/><Relationship Id="rId151" Type="http://schemas.openxmlformats.org/officeDocument/2006/relationships/image" Target="../media/image1108.png"/><Relationship Id="rId172" Type="http://schemas.openxmlformats.org/officeDocument/2006/relationships/customXml" Target="../ink/ink1221.xml"/><Relationship Id="rId193" Type="http://schemas.openxmlformats.org/officeDocument/2006/relationships/image" Target="../media/image1129.png"/><Relationship Id="rId207" Type="http://schemas.openxmlformats.org/officeDocument/2006/relationships/image" Target="../media/image1136.png"/><Relationship Id="rId228" Type="http://schemas.openxmlformats.org/officeDocument/2006/relationships/customXml" Target="../ink/ink1249.xml"/><Relationship Id="rId249" Type="http://schemas.openxmlformats.org/officeDocument/2006/relationships/image" Target="../media/image1157.png"/><Relationship Id="rId13" Type="http://schemas.openxmlformats.org/officeDocument/2006/relationships/image" Target="../media/image1039.png"/><Relationship Id="rId109" Type="http://schemas.openxmlformats.org/officeDocument/2006/relationships/image" Target="../media/image1087.png"/><Relationship Id="rId260" Type="http://schemas.openxmlformats.org/officeDocument/2006/relationships/customXml" Target="../ink/ink1265.xml"/><Relationship Id="rId281" Type="http://schemas.openxmlformats.org/officeDocument/2006/relationships/image" Target="../media/image1173.png"/><Relationship Id="rId34" Type="http://schemas.openxmlformats.org/officeDocument/2006/relationships/customXml" Target="../ink/ink1152.xml"/><Relationship Id="rId55" Type="http://schemas.openxmlformats.org/officeDocument/2006/relationships/image" Target="../media/image1060.png"/><Relationship Id="rId76" Type="http://schemas.openxmlformats.org/officeDocument/2006/relationships/customXml" Target="../ink/ink1173.xml"/><Relationship Id="rId97" Type="http://schemas.openxmlformats.org/officeDocument/2006/relationships/image" Target="../media/image1081.png"/><Relationship Id="rId120" Type="http://schemas.openxmlformats.org/officeDocument/2006/relationships/customXml" Target="../ink/ink1195.xml"/><Relationship Id="rId141" Type="http://schemas.openxmlformats.org/officeDocument/2006/relationships/image" Target="../media/image1103.png"/><Relationship Id="rId7" Type="http://schemas.openxmlformats.org/officeDocument/2006/relationships/image" Target="../media/image1036.png"/><Relationship Id="rId162" Type="http://schemas.openxmlformats.org/officeDocument/2006/relationships/customXml" Target="../ink/ink1216.xml"/><Relationship Id="rId183" Type="http://schemas.openxmlformats.org/officeDocument/2006/relationships/image" Target="../media/image1124.png"/><Relationship Id="rId218" Type="http://schemas.openxmlformats.org/officeDocument/2006/relationships/customXml" Target="../ink/ink1244.xml"/><Relationship Id="rId239" Type="http://schemas.openxmlformats.org/officeDocument/2006/relationships/image" Target="../media/image1152.png"/><Relationship Id="rId250" Type="http://schemas.openxmlformats.org/officeDocument/2006/relationships/customXml" Target="../ink/ink1260.xml"/><Relationship Id="rId271" Type="http://schemas.openxmlformats.org/officeDocument/2006/relationships/image" Target="../media/image1168.png"/><Relationship Id="rId24" Type="http://schemas.openxmlformats.org/officeDocument/2006/relationships/customXml" Target="../ink/ink1147.xml"/><Relationship Id="rId45" Type="http://schemas.openxmlformats.org/officeDocument/2006/relationships/image" Target="../media/image1055.png"/><Relationship Id="rId66" Type="http://schemas.openxmlformats.org/officeDocument/2006/relationships/customXml" Target="../ink/ink1168.xml"/><Relationship Id="rId87" Type="http://schemas.openxmlformats.org/officeDocument/2006/relationships/image" Target="../media/image1076.png"/><Relationship Id="rId110" Type="http://schemas.openxmlformats.org/officeDocument/2006/relationships/customXml" Target="../ink/ink1190.xml"/><Relationship Id="rId131" Type="http://schemas.openxmlformats.org/officeDocument/2006/relationships/image" Target="../media/image1098.png"/><Relationship Id="rId152" Type="http://schemas.openxmlformats.org/officeDocument/2006/relationships/customXml" Target="../ink/ink1211.xml"/><Relationship Id="rId173" Type="http://schemas.openxmlformats.org/officeDocument/2006/relationships/image" Target="../media/image1119.png"/><Relationship Id="rId194" Type="http://schemas.openxmlformats.org/officeDocument/2006/relationships/customXml" Target="../ink/ink1232.xml"/><Relationship Id="rId208" Type="http://schemas.openxmlformats.org/officeDocument/2006/relationships/customXml" Target="../ink/ink1239.xml"/><Relationship Id="rId229" Type="http://schemas.openxmlformats.org/officeDocument/2006/relationships/image" Target="../media/image1147.png"/><Relationship Id="rId240" Type="http://schemas.openxmlformats.org/officeDocument/2006/relationships/customXml" Target="../ink/ink1255.xml"/><Relationship Id="rId261" Type="http://schemas.openxmlformats.org/officeDocument/2006/relationships/image" Target="../media/image1163.png"/><Relationship Id="rId14" Type="http://schemas.openxmlformats.org/officeDocument/2006/relationships/customXml" Target="../ink/ink1142.xml"/><Relationship Id="rId35" Type="http://schemas.openxmlformats.org/officeDocument/2006/relationships/image" Target="../media/image1050.png"/><Relationship Id="rId56" Type="http://schemas.openxmlformats.org/officeDocument/2006/relationships/customXml" Target="../ink/ink1163.xml"/><Relationship Id="rId77" Type="http://schemas.openxmlformats.org/officeDocument/2006/relationships/image" Target="../media/image1071.png"/><Relationship Id="rId100" Type="http://schemas.openxmlformats.org/officeDocument/2006/relationships/customXml" Target="../ink/ink1185.xml"/><Relationship Id="rId8" Type="http://schemas.openxmlformats.org/officeDocument/2006/relationships/customXml" Target="../ink/ink1139.xml"/><Relationship Id="rId98" Type="http://schemas.openxmlformats.org/officeDocument/2006/relationships/customXml" Target="../ink/ink1184.xml"/><Relationship Id="rId121" Type="http://schemas.openxmlformats.org/officeDocument/2006/relationships/image" Target="../media/image1093.png"/><Relationship Id="rId142" Type="http://schemas.openxmlformats.org/officeDocument/2006/relationships/customXml" Target="../ink/ink1206.xml"/><Relationship Id="rId163" Type="http://schemas.openxmlformats.org/officeDocument/2006/relationships/image" Target="../media/image1114.png"/><Relationship Id="rId184" Type="http://schemas.openxmlformats.org/officeDocument/2006/relationships/customXml" Target="../ink/ink1227.xml"/><Relationship Id="rId219" Type="http://schemas.openxmlformats.org/officeDocument/2006/relationships/image" Target="../media/image1142.png"/><Relationship Id="rId230" Type="http://schemas.openxmlformats.org/officeDocument/2006/relationships/customXml" Target="../ink/ink1250.xml"/><Relationship Id="rId251" Type="http://schemas.openxmlformats.org/officeDocument/2006/relationships/image" Target="../media/image1158.png"/><Relationship Id="rId25" Type="http://schemas.openxmlformats.org/officeDocument/2006/relationships/image" Target="../media/image1045.png"/><Relationship Id="rId46" Type="http://schemas.openxmlformats.org/officeDocument/2006/relationships/customXml" Target="../ink/ink1158.xml"/><Relationship Id="rId67" Type="http://schemas.openxmlformats.org/officeDocument/2006/relationships/image" Target="../media/image1066.png"/><Relationship Id="rId272" Type="http://schemas.openxmlformats.org/officeDocument/2006/relationships/customXml" Target="../ink/ink1271.xml"/><Relationship Id="rId88" Type="http://schemas.openxmlformats.org/officeDocument/2006/relationships/customXml" Target="../ink/ink1179.xml"/><Relationship Id="rId111" Type="http://schemas.openxmlformats.org/officeDocument/2006/relationships/image" Target="../media/image1088.png"/><Relationship Id="rId132" Type="http://schemas.openxmlformats.org/officeDocument/2006/relationships/customXml" Target="../ink/ink1201.xml"/><Relationship Id="rId153" Type="http://schemas.openxmlformats.org/officeDocument/2006/relationships/image" Target="../media/image1109.png"/><Relationship Id="rId174" Type="http://schemas.openxmlformats.org/officeDocument/2006/relationships/customXml" Target="../ink/ink1222.xml"/><Relationship Id="rId195" Type="http://schemas.openxmlformats.org/officeDocument/2006/relationships/image" Target="../media/image1130.png"/><Relationship Id="rId209" Type="http://schemas.openxmlformats.org/officeDocument/2006/relationships/image" Target="../media/image1137.png"/><Relationship Id="rId220" Type="http://schemas.openxmlformats.org/officeDocument/2006/relationships/customXml" Target="../ink/ink1245.xml"/><Relationship Id="rId241" Type="http://schemas.openxmlformats.org/officeDocument/2006/relationships/image" Target="../media/image1153.png"/><Relationship Id="rId15" Type="http://schemas.openxmlformats.org/officeDocument/2006/relationships/image" Target="../media/image1040.png"/><Relationship Id="rId36" Type="http://schemas.openxmlformats.org/officeDocument/2006/relationships/customXml" Target="../ink/ink1153.xml"/><Relationship Id="rId57" Type="http://schemas.openxmlformats.org/officeDocument/2006/relationships/image" Target="../media/image1061.png"/><Relationship Id="rId262" Type="http://schemas.openxmlformats.org/officeDocument/2006/relationships/customXml" Target="../ink/ink1266.xml"/><Relationship Id="rId78" Type="http://schemas.openxmlformats.org/officeDocument/2006/relationships/customXml" Target="../ink/ink1174.xml"/><Relationship Id="rId99" Type="http://schemas.openxmlformats.org/officeDocument/2006/relationships/image" Target="../media/image1082.png"/><Relationship Id="rId101" Type="http://schemas.openxmlformats.org/officeDocument/2006/relationships/image" Target="../media/image1083.png"/><Relationship Id="rId122" Type="http://schemas.openxmlformats.org/officeDocument/2006/relationships/customXml" Target="../ink/ink1196.xml"/><Relationship Id="rId143" Type="http://schemas.openxmlformats.org/officeDocument/2006/relationships/image" Target="../media/image1104.png"/><Relationship Id="rId164" Type="http://schemas.openxmlformats.org/officeDocument/2006/relationships/customXml" Target="../ink/ink1217.xml"/><Relationship Id="rId185" Type="http://schemas.openxmlformats.org/officeDocument/2006/relationships/image" Target="../media/image1125.png"/><Relationship Id="rId9" Type="http://schemas.openxmlformats.org/officeDocument/2006/relationships/image" Target="../media/image1037.png"/><Relationship Id="rId210" Type="http://schemas.openxmlformats.org/officeDocument/2006/relationships/customXml" Target="../ink/ink1240.xml"/><Relationship Id="rId26" Type="http://schemas.openxmlformats.org/officeDocument/2006/relationships/customXml" Target="../ink/ink1148.xml"/><Relationship Id="rId231" Type="http://schemas.openxmlformats.org/officeDocument/2006/relationships/image" Target="../media/image1148.png"/><Relationship Id="rId252" Type="http://schemas.openxmlformats.org/officeDocument/2006/relationships/customXml" Target="../ink/ink1261.xml"/><Relationship Id="rId273" Type="http://schemas.openxmlformats.org/officeDocument/2006/relationships/image" Target="../media/image1169.png"/><Relationship Id="rId47" Type="http://schemas.openxmlformats.org/officeDocument/2006/relationships/image" Target="../media/image1056.png"/><Relationship Id="rId68" Type="http://schemas.openxmlformats.org/officeDocument/2006/relationships/customXml" Target="../ink/ink1169.xml"/><Relationship Id="rId89" Type="http://schemas.openxmlformats.org/officeDocument/2006/relationships/image" Target="../media/image1077.png"/><Relationship Id="rId112" Type="http://schemas.openxmlformats.org/officeDocument/2006/relationships/customXml" Target="../ink/ink1191.xml"/><Relationship Id="rId133" Type="http://schemas.openxmlformats.org/officeDocument/2006/relationships/image" Target="../media/image1099.png"/><Relationship Id="rId154" Type="http://schemas.openxmlformats.org/officeDocument/2006/relationships/customXml" Target="../ink/ink1212.xml"/><Relationship Id="rId175" Type="http://schemas.openxmlformats.org/officeDocument/2006/relationships/image" Target="../media/image1120.png"/><Relationship Id="rId196" Type="http://schemas.openxmlformats.org/officeDocument/2006/relationships/customXml" Target="../ink/ink1233.xml"/><Relationship Id="rId200" Type="http://schemas.openxmlformats.org/officeDocument/2006/relationships/customXml" Target="../ink/ink1235.xml"/><Relationship Id="rId16" Type="http://schemas.openxmlformats.org/officeDocument/2006/relationships/customXml" Target="../ink/ink1143.xml"/><Relationship Id="rId221" Type="http://schemas.openxmlformats.org/officeDocument/2006/relationships/image" Target="../media/image1143.png"/><Relationship Id="rId242" Type="http://schemas.openxmlformats.org/officeDocument/2006/relationships/customXml" Target="../ink/ink1256.xml"/><Relationship Id="rId263" Type="http://schemas.openxmlformats.org/officeDocument/2006/relationships/image" Target="../media/image1164.png"/><Relationship Id="rId37" Type="http://schemas.openxmlformats.org/officeDocument/2006/relationships/image" Target="../media/image1051.png"/><Relationship Id="rId58" Type="http://schemas.openxmlformats.org/officeDocument/2006/relationships/customXml" Target="../ink/ink1164.xml"/><Relationship Id="rId79" Type="http://schemas.openxmlformats.org/officeDocument/2006/relationships/image" Target="../media/image1072.png"/><Relationship Id="rId102" Type="http://schemas.openxmlformats.org/officeDocument/2006/relationships/customXml" Target="../ink/ink1186.xml"/><Relationship Id="rId123" Type="http://schemas.openxmlformats.org/officeDocument/2006/relationships/image" Target="../media/image1094.png"/><Relationship Id="rId144" Type="http://schemas.openxmlformats.org/officeDocument/2006/relationships/customXml" Target="../ink/ink1207.xml"/><Relationship Id="rId90" Type="http://schemas.openxmlformats.org/officeDocument/2006/relationships/customXml" Target="../ink/ink1180.xml"/><Relationship Id="rId165" Type="http://schemas.openxmlformats.org/officeDocument/2006/relationships/image" Target="../media/image1115.png"/><Relationship Id="rId186" Type="http://schemas.openxmlformats.org/officeDocument/2006/relationships/customXml" Target="../ink/ink1228.xml"/><Relationship Id="rId211" Type="http://schemas.openxmlformats.org/officeDocument/2006/relationships/image" Target="../media/image1138.png"/><Relationship Id="rId232" Type="http://schemas.openxmlformats.org/officeDocument/2006/relationships/customXml" Target="../ink/ink1251.xml"/><Relationship Id="rId253" Type="http://schemas.openxmlformats.org/officeDocument/2006/relationships/image" Target="../media/image1159.png"/><Relationship Id="rId274" Type="http://schemas.openxmlformats.org/officeDocument/2006/relationships/customXml" Target="../ink/ink1272.xml"/><Relationship Id="rId27" Type="http://schemas.openxmlformats.org/officeDocument/2006/relationships/image" Target="../media/image1046.png"/><Relationship Id="rId48" Type="http://schemas.openxmlformats.org/officeDocument/2006/relationships/customXml" Target="../ink/ink1159.xml"/><Relationship Id="rId69" Type="http://schemas.openxmlformats.org/officeDocument/2006/relationships/image" Target="../media/image1067.png"/><Relationship Id="rId113" Type="http://schemas.openxmlformats.org/officeDocument/2006/relationships/image" Target="../media/image1089.png"/><Relationship Id="rId134" Type="http://schemas.openxmlformats.org/officeDocument/2006/relationships/customXml" Target="../ink/ink1202.xml"/><Relationship Id="rId80" Type="http://schemas.openxmlformats.org/officeDocument/2006/relationships/customXml" Target="../ink/ink1175.xml"/><Relationship Id="rId155" Type="http://schemas.openxmlformats.org/officeDocument/2006/relationships/image" Target="../media/image1110.png"/><Relationship Id="rId176" Type="http://schemas.openxmlformats.org/officeDocument/2006/relationships/customXml" Target="../ink/ink1223.xml"/><Relationship Id="rId197" Type="http://schemas.openxmlformats.org/officeDocument/2006/relationships/image" Target="../media/image1131.png"/><Relationship Id="rId201" Type="http://schemas.openxmlformats.org/officeDocument/2006/relationships/image" Target="../media/image1133.png"/><Relationship Id="rId222" Type="http://schemas.openxmlformats.org/officeDocument/2006/relationships/customXml" Target="../ink/ink1246.xml"/><Relationship Id="rId243" Type="http://schemas.openxmlformats.org/officeDocument/2006/relationships/image" Target="../media/image1154.png"/><Relationship Id="rId264" Type="http://schemas.openxmlformats.org/officeDocument/2006/relationships/customXml" Target="../ink/ink1267.xml"/><Relationship Id="rId17" Type="http://schemas.openxmlformats.org/officeDocument/2006/relationships/image" Target="../media/image1041.png"/><Relationship Id="rId38" Type="http://schemas.openxmlformats.org/officeDocument/2006/relationships/customXml" Target="../ink/ink1154.xml"/><Relationship Id="rId59" Type="http://schemas.openxmlformats.org/officeDocument/2006/relationships/image" Target="../media/image1062.png"/><Relationship Id="rId103" Type="http://schemas.openxmlformats.org/officeDocument/2006/relationships/image" Target="../media/image1084.png"/><Relationship Id="rId124" Type="http://schemas.openxmlformats.org/officeDocument/2006/relationships/customXml" Target="../ink/ink1197.xml"/><Relationship Id="rId70" Type="http://schemas.openxmlformats.org/officeDocument/2006/relationships/customXml" Target="../ink/ink1170.xml"/><Relationship Id="rId91" Type="http://schemas.openxmlformats.org/officeDocument/2006/relationships/image" Target="../media/image1078.png"/><Relationship Id="rId145" Type="http://schemas.openxmlformats.org/officeDocument/2006/relationships/image" Target="../media/image1105.png"/><Relationship Id="rId166" Type="http://schemas.openxmlformats.org/officeDocument/2006/relationships/customXml" Target="../ink/ink1218.xml"/><Relationship Id="rId187" Type="http://schemas.openxmlformats.org/officeDocument/2006/relationships/image" Target="../media/image112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241.xml"/><Relationship Id="rId233" Type="http://schemas.openxmlformats.org/officeDocument/2006/relationships/image" Target="../media/image1149.png"/><Relationship Id="rId254" Type="http://schemas.openxmlformats.org/officeDocument/2006/relationships/customXml" Target="../ink/ink1262.xml"/><Relationship Id="rId28" Type="http://schemas.openxmlformats.org/officeDocument/2006/relationships/customXml" Target="../ink/ink1149.xml"/><Relationship Id="rId49" Type="http://schemas.openxmlformats.org/officeDocument/2006/relationships/image" Target="../media/image1057.png"/><Relationship Id="rId114" Type="http://schemas.openxmlformats.org/officeDocument/2006/relationships/customXml" Target="../ink/ink1192.xml"/><Relationship Id="rId275" Type="http://schemas.openxmlformats.org/officeDocument/2006/relationships/image" Target="../media/image1170.png"/><Relationship Id="rId60" Type="http://schemas.openxmlformats.org/officeDocument/2006/relationships/customXml" Target="../ink/ink1165.xml"/><Relationship Id="rId81" Type="http://schemas.openxmlformats.org/officeDocument/2006/relationships/image" Target="../media/image1073.png"/><Relationship Id="rId135" Type="http://schemas.openxmlformats.org/officeDocument/2006/relationships/image" Target="../media/image1100.png"/><Relationship Id="rId156" Type="http://schemas.openxmlformats.org/officeDocument/2006/relationships/customXml" Target="../ink/ink1213.xml"/><Relationship Id="rId177" Type="http://schemas.openxmlformats.org/officeDocument/2006/relationships/image" Target="../media/image1121.png"/><Relationship Id="rId198" Type="http://schemas.openxmlformats.org/officeDocument/2006/relationships/customXml" Target="../ink/ink1234.xml"/><Relationship Id="rId202" Type="http://schemas.openxmlformats.org/officeDocument/2006/relationships/customXml" Target="../ink/ink1236.xml"/><Relationship Id="rId223" Type="http://schemas.openxmlformats.org/officeDocument/2006/relationships/image" Target="../media/image1144.png"/><Relationship Id="rId244" Type="http://schemas.openxmlformats.org/officeDocument/2006/relationships/customXml" Target="../ink/ink1257.xml"/><Relationship Id="rId18" Type="http://schemas.openxmlformats.org/officeDocument/2006/relationships/customXml" Target="../ink/ink1144.xml"/><Relationship Id="rId39" Type="http://schemas.openxmlformats.org/officeDocument/2006/relationships/image" Target="../media/image1052.png"/><Relationship Id="rId265" Type="http://schemas.openxmlformats.org/officeDocument/2006/relationships/image" Target="../media/image1165.png"/><Relationship Id="rId50" Type="http://schemas.openxmlformats.org/officeDocument/2006/relationships/customXml" Target="../ink/ink1160.xml"/><Relationship Id="rId104" Type="http://schemas.openxmlformats.org/officeDocument/2006/relationships/customXml" Target="../ink/ink1187.xml"/><Relationship Id="rId125" Type="http://schemas.openxmlformats.org/officeDocument/2006/relationships/image" Target="../media/image1095.png"/><Relationship Id="rId146" Type="http://schemas.openxmlformats.org/officeDocument/2006/relationships/customXml" Target="../ink/ink1208.xml"/><Relationship Id="rId167" Type="http://schemas.openxmlformats.org/officeDocument/2006/relationships/image" Target="../media/image1116.png"/><Relationship Id="rId188" Type="http://schemas.openxmlformats.org/officeDocument/2006/relationships/customXml" Target="../ink/ink1229.xml"/><Relationship Id="rId71" Type="http://schemas.openxmlformats.org/officeDocument/2006/relationships/image" Target="../media/image1068.png"/><Relationship Id="rId92" Type="http://schemas.openxmlformats.org/officeDocument/2006/relationships/customXml" Target="../ink/ink1181.xml"/><Relationship Id="rId213" Type="http://schemas.openxmlformats.org/officeDocument/2006/relationships/image" Target="../media/image1139.png"/><Relationship Id="rId234" Type="http://schemas.openxmlformats.org/officeDocument/2006/relationships/customXml" Target="../ink/ink1252.xml"/><Relationship Id="rId2" Type="http://schemas.openxmlformats.org/officeDocument/2006/relationships/customXml" Target="../ink/ink1136.xml"/><Relationship Id="rId29" Type="http://schemas.openxmlformats.org/officeDocument/2006/relationships/image" Target="../media/image1047.png"/><Relationship Id="rId255" Type="http://schemas.openxmlformats.org/officeDocument/2006/relationships/image" Target="../media/image1160.png"/><Relationship Id="rId276" Type="http://schemas.openxmlformats.org/officeDocument/2006/relationships/customXml" Target="../ink/ink1273.xml"/><Relationship Id="rId40" Type="http://schemas.openxmlformats.org/officeDocument/2006/relationships/customXml" Target="../ink/ink1155.xml"/><Relationship Id="rId115" Type="http://schemas.openxmlformats.org/officeDocument/2006/relationships/image" Target="../media/image1090.png"/><Relationship Id="rId136" Type="http://schemas.openxmlformats.org/officeDocument/2006/relationships/customXml" Target="../ink/ink1203.xml"/><Relationship Id="rId157" Type="http://schemas.openxmlformats.org/officeDocument/2006/relationships/image" Target="../media/image1111.png"/><Relationship Id="rId178" Type="http://schemas.openxmlformats.org/officeDocument/2006/relationships/customXml" Target="../ink/ink1224.xml"/><Relationship Id="rId61" Type="http://schemas.openxmlformats.org/officeDocument/2006/relationships/image" Target="../media/image1063.png"/><Relationship Id="rId82" Type="http://schemas.openxmlformats.org/officeDocument/2006/relationships/customXml" Target="../ink/ink1176.xml"/><Relationship Id="rId199" Type="http://schemas.openxmlformats.org/officeDocument/2006/relationships/image" Target="../media/image1132.png"/><Relationship Id="rId203" Type="http://schemas.openxmlformats.org/officeDocument/2006/relationships/image" Target="../media/image1134.png"/><Relationship Id="rId19" Type="http://schemas.openxmlformats.org/officeDocument/2006/relationships/image" Target="../media/image1042.png"/><Relationship Id="rId224" Type="http://schemas.openxmlformats.org/officeDocument/2006/relationships/customXml" Target="../ink/ink1247.xml"/><Relationship Id="rId245" Type="http://schemas.openxmlformats.org/officeDocument/2006/relationships/image" Target="../media/image1155.png"/><Relationship Id="rId266" Type="http://schemas.openxmlformats.org/officeDocument/2006/relationships/customXml" Target="../ink/ink1268.xml"/><Relationship Id="rId30" Type="http://schemas.openxmlformats.org/officeDocument/2006/relationships/customXml" Target="../ink/ink1150.xml"/><Relationship Id="rId105" Type="http://schemas.openxmlformats.org/officeDocument/2006/relationships/image" Target="../media/image1085.png"/><Relationship Id="rId126" Type="http://schemas.openxmlformats.org/officeDocument/2006/relationships/customXml" Target="../ink/ink1198.xml"/><Relationship Id="rId147" Type="http://schemas.openxmlformats.org/officeDocument/2006/relationships/image" Target="../media/image1106.png"/><Relationship Id="rId168" Type="http://schemas.openxmlformats.org/officeDocument/2006/relationships/customXml" Target="../ink/ink1219.xml"/><Relationship Id="rId51" Type="http://schemas.openxmlformats.org/officeDocument/2006/relationships/image" Target="../media/image1058.png"/><Relationship Id="rId72" Type="http://schemas.openxmlformats.org/officeDocument/2006/relationships/customXml" Target="../ink/ink1171.xml"/><Relationship Id="rId93" Type="http://schemas.openxmlformats.org/officeDocument/2006/relationships/image" Target="../media/image1079.png"/><Relationship Id="rId189" Type="http://schemas.openxmlformats.org/officeDocument/2006/relationships/image" Target="../media/image1127.png"/><Relationship Id="rId3" Type="http://schemas.openxmlformats.org/officeDocument/2006/relationships/image" Target="../media/image1034.png"/><Relationship Id="rId214" Type="http://schemas.openxmlformats.org/officeDocument/2006/relationships/customXml" Target="../ink/ink1242.xml"/><Relationship Id="rId235" Type="http://schemas.openxmlformats.org/officeDocument/2006/relationships/image" Target="../media/image1150.png"/><Relationship Id="rId256" Type="http://schemas.openxmlformats.org/officeDocument/2006/relationships/customXml" Target="../ink/ink1263.xml"/><Relationship Id="rId277" Type="http://schemas.openxmlformats.org/officeDocument/2006/relationships/image" Target="../media/image1171.png"/><Relationship Id="rId116" Type="http://schemas.openxmlformats.org/officeDocument/2006/relationships/customXml" Target="../ink/ink1193.xml"/><Relationship Id="rId137" Type="http://schemas.openxmlformats.org/officeDocument/2006/relationships/image" Target="../media/image1101.png"/><Relationship Id="rId158" Type="http://schemas.openxmlformats.org/officeDocument/2006/relationships/customXml" Target="../ink/ink1214.xml"/><Relationship Id="rId20" Type="http://schemas.openxmlformats.org/officeDocument/2006/relationships/customXml" Target="../ink/ink1145.xml"/><Relationship Id="rId41" Type="http://schemas.openxmlformats.org/officeDocument/2006/relationships/image" Target="../media/image1053.png"/><Relationship Id="rId62" Type="http://schemas.openxmlformats.org/officeDocument/2006/relationships/customXml" Target="../ink/ink1166.xml"/><Relationship Id="rId83" Type="http://schemas.openxmlformats.org/officeDocument/2006/relationships/image" Target="../media/image1074.png"/><Relationship Id="rId179" Type="http://schemas.openxmlformats.org/officeDocument/2006/relationships/image" Target="../media/image1122.png"/><Relationship Id="rId190" Type="http://schemas.openxmlformats.org/officeDocument/2006/relationships/customXml" Target="../ink/ink1230.xml"/><Relationship Id="rId204" Type="http://schemas.openxmlformats.org/officeDocument/2006/relationships/customXml" Target="../ink/ink1237.xml"/><Relationship Id="rId225" Type="http://schemas.openxmlformats.org/officeDocument/2006/relationships/image" Target="../media/image1145.png"/><Relationship Id="rId246" Type="http://schemas.openxmlformats.org/officeDocument/2006/relationships/customXml" Target="../ink/ink1258.xml"/><Relationship Id="rId267" Type="http://schemas.openxmlformats.org/officeDocument/2006/relationships/image" Target="../media/image1166.png"/><Relationship Id="rId106" Type="http://schemas.openxmlformats.org/officeDocument/2006/relationships/customXml" Target="../ink/ink1188.xml"/><Relationship Id="rId127" Type="http://schemas.openxmlformats.org/officeDocument/2006/relationships/image" Target="../media/image1096.png"/><Relationship Id="rId10" Type="http://schemas.openxmlformats.org/officeDocument/2006/relationships/customXml" Target="../ink/ink1140.xml"/><Relationship Id="rId31" Type="http://schemas.openxmlformats.org/officeDocument/2006/relationships/image" Target="../media/image1048.png"/><Relationship Id="rId52" Type="http://schemas.openxmlformats.org/officeDocument/2006/relationships/customXml" Target="../ink/ink1161.xml"/><Relationship Id="rId73" Type="http://schemas.openxmlformats.org/officeDocument/2006/relationships/image" Target="../media/image1069.png"/><Relationship Id="rId94" Type="http://schemas.openxmlformats.org/officeDocument/2006/relationships/customXml" Target="../ink/ink1182.xml"/><Relationship Id="rId148" Type="http://schemas.openxmlformats.org/officeDocument/2006/relationships/customXml" Target="../ink/ink1209.xml"/><Relationship Id="rId169" Type="http://schemas.openxmlformats.org/officeDocument/2006/relationships/image" Target="../media/image1117.png"/><Relationship Id="rId4" Type="http://schemas.openxmlformats.org/officeDocument/2006/relationships/customXml" Target="../ink/ink1137.xml"/><Relationship Id="rId180" Type="http://schemas.openxmlformats.org/officeDocument/2006/relationships/customXml" Target="../ink/ink1225.xml"/><Relationship Id="rId215" Type="http://schemas.openxmlformats.org/officeDocument/2006/relationships/image" Target="../media/image1140.png"/><Relationship Id="rId236" Type="http://schemas.openxmlformats.org/officeDocument/2006/relationships/customXml" Target="../ink/ink1253.xml"/><Relationship Id="rId257" Type="http://schemas.openxmlformats.org/officeDocument/2006/relationships/image" Target="../media/image1161.png"/><Relationship Id="rId278" Type="http://schemas.openxmlformats.org/officeDocument/2006/relationships/customXml" Target="../ink/ink1274.xml"/><Relationship Id="rId42" Type="http://schemas.openxmlformats.org/officeDocument/2006/relationships/customXml" Target="../ink/ink1156.xml"/><Relationship Id="rId84" Type="http://schemas.openxmlformats.org/officeDocument/2006/relationships/customXml" Target="../ink/ink1177.xml"/><Relationship Id="rId138" Type="http://schemas.openxmlformats.org/officeDocument/2006/relationships/customXml" Target="../ink/ink1204.xml"/><Relationship Id="rId191" Type="http://schemas.openxmlformats.org/officeDocument/2006/relationships/image" Target="../media/image1128.png"/><Relationship Id="rId205" Type="http://schemas.openxmlformats.org/officeDocument/2006/relationships/image" Target="../media/image1135.png"/><Relationship Id="rId247" Type="http://schemas.openxmlformats.org/officeDocument/2006/relationships/image" Target="../media/image1156.png"/><Relationship Id="rId107" Type="http://schemas.openxmlformats.org/officeDocument/2006/relationships/image" Target="../media/image1086.png"/><Relationship Id="rId11" Type="http://schemas.openxmlformats.org/officeDocument/2006/relationships/image" Target="../media/image1038.png"/><Relationship Id="rId53" Type="http://schemas.openxmlformats.org/officeDocument/2006/relationships/image" Target="../media/image1059.png"/><Relationship Id="rId149" Type="http://schemas.openxmlformats.org/officeDocument/2006/relationships/image" Target="../media/image1107.png"/><Relationship Id="rId95" Type="http://schemas.openxmlformats.org/officeDocument/2006/relationships/image" Target="../media/image1080.png"/><Relationship Id="rId160" Type="http://schemas.openxmlformats.org/officeDocument/2006/relationships/customXml" Target="../ink/ink1215.xml"/><Relationship Id="rId216" Type="http://schemas.openxmlformats.org/officeDocument/2006/relationships/customXml" Target="../ink/ink1243.xml"/><Relationship Id="rId258" Type="http://schemas.openxmlformats.org/officeDocument/2006/relationships/customXml" Target="../ink/ink1264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1.png"/><Relationship Id="rId671" Type="http://schemas.openxmlformats.org/officeDocument/2006/relationships/image" Target="../media/image1215.png"/><Relationship Id="rId21" Type="http://schemas.openxmlformats.org/officeDocument/2006/relationships/image" Target="../media/image123.png"/><Relationship Id="rId324" Type="http://schemas.openxmlformats.org/officeDocument/2006/relationships/customXml" Target="../ink/ink1380.xml"/><Relationship Id="rId531" Type="http://schemas.openxmlformats.org/officeDocument/2006/relationships/image" Target="../media/image377.png"/><Relationship Id="rId629" Type="http://schemas.openxmlformats.org/officeDocument/2006/relationships/image" Target="../media/image1194.png"/><Relationship Id="rId170" Type="http://schemas.openxmlformats.org/officeDocument/2006/relationships/customXml" Target="../ink/ink1360.xml"/><Relationship Id="rId475" Type="http://schemas.openxmlformats.org/officeDocument/2006/relationships/image" Target="../media/image349.png"/><Relationship Id="rId32" Type="http://schemas.openxmlformats.org/officeDocument/2006/relationships/customXml" Target="../ink/ink1291.xml"/><Relationship Id="rId128" Type="http://schemas.openxmlformats.org/officeDocument/2006/relationships/customXml" Target="../ink/ink1339.xml"/><Relationship Id="rId335" Type="http://schemas.openxmlformats.org/officeDocument/2006/relationships/image" Target="../media/image280.png"/><Relationship Id="rId542" Type="http://schemas.openxmlformats.org/officeDocument/2006/relationships/customXml" Target="../ink/ink1489.xml"/><Relationship Id="rId181" Type="http://schemas.openxmlformats.org/officeDocument/2006/relationships/image" Target="../media/image203.png"/><Relationship Id="rId402" Type="http://schemas.openxmlformats.org/officeDocument/2006/relationships/customXml" Target="../ink/ink1419.xml"/><Relationship Id="rId486" Type="http://schemas.openxmlformats.org/officeDocument/2006/relationships/customXml" Target="../ink/ink1461.xml"/><Relationship Id="rId43" Type="http://schemas.openxmlformats.org/officeDocument/2006/relationships/image" Target="../media/image134.png"/><Relationship Id="rId139" Type="http://schemas.openxmlformats.org/officeDocument/2006/relationships/image" Target="../media/image182.png"/><Relationship Id="rId346" Type="http://schemas.openxmlformats.org/officeDocument/2006/relationships/customXml" Target="../ink/ink1391.xml"/><Relationship Id="rId553" Type="http://schemas.openxmlformats.org/officeDocument/2006/relationships/image" Target="../media/image388.png"/><Relationship Id="rId192" Type="http://schemas.openxmlformats.org/officeDocument/2006/relationships/customXml" Target="../ink/ink1371.xml"/><Relationship Id="rId413" Type="http://schemas.openxmlformats.org/officeDocument/2006/relationships/image" Target="../media/image319.png"/><Relationship Id="rId497" Type="http://schemas.openxmlformats.org/officeDocument/2006/relationships/image" Target="../media/image360.png"/><Relationship Id="rId620" Type="http://schemas.openxmlformats.org/officeDocument/2006/relationships/customXml" Target="../ink/ink1528.xml"/><Relationship Id="rId357" Type="http://schemas.openxmlformats.org/officeDocument/2006/relationships/image" Target="../media/image291.png"/><Relationship Id="rId54" Type="http://schemas.openxmlformats.org/officeDocument/2006/relationships/customXml" Target="../ink/ink1302.xml"/><Relationship Id="rId564" Type="http://schemas.openxmlformats.org/officeDocument/2006/relationships/customXml" Target="../ink/ink1500.xml"/><Relationship Id="rId424" Type="http://schemas.openxmlformats.org/officeDocument/2006/relationships/customXml" Target="../ink/ink1430.xml"/><Relationship Id="rId631" Type="http://schemas.openxmlformats.org/officeDocument/2006/relationships/image" Target="../media/image1195.png"/><Relationship Id="rId65" Type="http://schemas.openxmlformats.org/officeDocument/2006/relationships/image" Target="../media/image145.png"/><Relationship Id="rId130" Type="http://schemas.openxmlformats.org/officeDocument/2006/relationships/customXml" Target="../ink/ink1340.xml"/><Relationship Id="rId368" Type="http://schemas.openxmlformats.org/officeDocument/2006/relationships/customXml" Target="../ink/ink1402.xml"/><Relationship Id="rId575" Type="http://schemas.openxmlformats.org/officeDocument/2006/relationships/image" Target="../media/image399.png"/><Relationship Id="rId172" Type="http://schemas.openxmlformats.org/officeDocument/2006/relationships/customXml" Target="../ink/ink1361.xml"/><Relationship Id="rId435" Type="http://schemas.openxmlformats.org/officeDocument/2006/relationships/image" Target="../media/image330.png"/><Relationship Id="rId477" Type="http://schemas.openxmlformats.org/officeDocument/2006/relationships/image" Target="../media/image350.png"/><Relationship Id="rId600" Type="http://schemas.openxmlformats.org/officeDocument/2006/relationships/customXml" Target="../ink/ink1518.xml"/><Relationship Id="rId642" Type="http://schemas.openxmlformats.org/officeDocument/2006/relationships/customXml" Target="../ink/ink1539.xml"/><Relationship Id="rId337" Type="http://schemas.openxmlformats.org/officeDocument/2006/relationships/image" Target="../media/image281.png"/><Relationship Id="rId502" Type="http://schemas.openxmlformats.org/officeDocument/2006/relationships/customXml" Target="../ink/ink1469.xml"/><Relationship Id="rId34" Type="http://schemas.openxmlformats.org/officeDocument/2006/relationships/customXml" Target="../ink/ink1292.xml"/><Relationship Id="rId76" Type="http://schemas.openxmlformats.org/officeDocument/2006/relationships/customXml" Target="../ink/ink1313.xml"/><Relationship Id="rId141" Type="http://schemas.openxmlformats.org/officeDocument/2006/relationships/image" Target="../media/image183.png"/><Relationship Id="rId379" Type="http://schemas.openxmlformats.org/officeDocument/2006/relationships/image" Target="../media/image302.png"/><Relationship Id="rId544" Type="http://schemas.openxmlformats.org/officeDocument/2006/relationships/customXml" Target="../ink/ink1490.xml"/><Relationship Id="rId586" Type="http://schemas.openxmlformats.org/officeDocument/2006/relationships/customXml" Target="../ink/ink1511.xml"/><Relationship Id="rId7" Type="http://schemas.openxmlformats.org/officeDocument/2006/relationships/image" Target="../media/image116.png"/><Relationship Id="rId183" Type="http://schemas.openxmlformats.org/officeDocument/2006/relationships/image" Target="../media/image204.png"/><Relationship Id="rId390" Type="http://schemas.openxmlformats.org/officeDocument/2006/relationships/customXml" Target="../ink/ink1413.xml"/><Relationship Id="rId404" Type="http://schemas.openxmlformats.org/officeDocument/2006/relationships/customXml" Target="../ink/ink1420.xml"/><Relationship Id="rId446" Type="http://schemas.openxmlformats.org/officeDocument/2006/relationships/customXml" Target="../ink/ink1441.xml"/><Relationship Id="rId611" Type="http://schemas.openxmlformats.org/officeDocument/2006/relationships/image" Target="../media/image1185.png"/><Relationship Id="rId653" Type="http://schemas.openxmlformats.org/officeDocument/2006/relationships/image" Target="../media/image1206.png"/><Relationship Id="rId488" Type="http://schemas.openxmlformats.org/officeDocument/2006/relationships/customXml" Target="../ink/ink1462.xml"/><Relationship Id="rId45" Type="http://schemas.openxmlformats.org/officeDocument/2006/relationships/image" Target="../media/image135.png"/><Relationship Id="rId87" Type="http://schemas.openxmlformats.org/officeDocument/2006/relationships/image" Target="../media/image156.png"/><Relationship Id="rId110" Type="http://schemas.openxmlformats.org/officeDocument/2006/relationships/customXml" Target="../ink/ink1330.xml"/><Relationship Id="rId348" Type="http://schemas.openxmlformats.org/officeDocument/2006/relationships/customXml" Target="../ink/ink1392.xml"/><Relationship Id="rId513" Type="http://schemas.openxmlformats.org/officeDocument/2006/relationships/image" Target="../media/image368.png"/><Relationship Id="rId555" Type="http://schemas.openxmlformats.org/officeDocument/2006/relationships/image" Target="../media/image389.png"/><Relationship Id="rId597" Type="http://schemas.openxmlformats.org/officeDocument/2006/relationships/image" Target="../media/image1178.png"/><Relationship Id="rId152" Type="http://schemas.openxmlformats.org/officeDocument/2006/relationships/customXml" Target="../ink/ink1351.xml"/><Relationship Id="rId194" Type="http://schemas.openxmlformats.org/officeDocument/2006/relationships/customXml" Target="../ink/ink1372.xml"/><Relationship Id="rId415" Type="http://schemas.openxmlformats.org/officeDocument/2006/relationships/image" Target="../media/image320.png"/><Relationship Id="rId457" Type="http://schemas.openxmlformats.org/officeDocument/2006/relationships/image" Target="../media/image340.png"/><Relationship Id="rId622" Type="http://schemas.openxmlformats.org/officeDocument/2006/relationships/customXml" Target="../ink/ink1529.xml"/><Relationship Id="rId499" Type="http://schemas.openxmlformats.org/officeDocument/2006/relationships/image" Target="../media/image361.png"/><Relationship Id="rId664" Type="http://schemas.openxmlformats.org/officeDocument/2006/relationships/customXml" Target="../ink/ink1550.xml"/><Relationship Id="rId14" Type="http://schemas.openxmlformats.org/officeDocument/2006/relationships/customXml" Target="../ink/ink1282.xml"/><Relationship Id="rId56" Type="http://schemas.openxmlformats.org/officeDocument/2006/relationships/customXml" Target="../ink/ink1303.xml"/><Relationship Id="rId359" Type="http://schemas.openxmlformats.org/officeDocument/2006/relationships/image" Target="../media/image292.png"/><Relationship Id="rId524" Type="http://schemas.openxmlformats.org/officeDocument/2006/relationships/customXml" Target="../ink/ink1480.xml"/><Relationship Id="rId566" Type="http://schemas.openxmlformats.org/officeDocument/2006/relationships/customXml" Target="../ink/ink1501.xml"/><Relationship Id="rId98" Type="http://schemas.openxmlformats.org/officeDocument/2006/relationships/customXml" Target="../ink/ink1324.xml"/><Relationship Id="rId121" Type="http://schemas.openxmlformats.org/officeDocument/2006/relationships/image" Target="../media/image173.png"/><Relationship Id="rId163" Type="http://schemas.openxmlformats.org/officeDocument/2006/relationships/image" Target="../media/image194.png"/><Relationship Id="rId370" Type="http://schemas.openxmlformats.org/officeDocument/2006/relationships/customXml" Target="../ink/ink1403.xml"/><Relationship Id="rId426" Type="http://schemas.openxmlformats.org/officeDocument/2006/relationships/customXml" Target="../ink/ink1431.xml"/><Relationship Id="rId633" Type="http://schemas.openxmlformats.org/officeDocument/2006/relationships/image" Target="../media/image1196.png"/><Relationship Id="rId468" Type="http://schemas.openxmlformats.org/officeDocument/2006/relationships/customXml" Target="../ink/ink1452.xml"/><Relationship Id="rId675" Type="http://schemas.openxmlformats.org/officeDocument/2006/relationships/image" Target="../media/image1217.png"/><Relationship Id="rId25" Type="http://schemas.openxmlformats.org/officeDocument/2006/relationships/image" Target="../media/image125.png"/><Relationship Id="rId67" Type="http://schemas.openxmlformats.org/officeDocument/2006/relationships/image" Target="../media/image146.png"/><Relationship Id="rId328" Type="http://schemas.openxmlformats.org/officeDocument/2006/relationships/customXml" Target="../ink/ink1382.xml"/><Relationship Id="rId535" Type="http://schemas.openxmlformats.org/officeDocument/2006/relationships/image" Target="../media/image379.png"/><Relationship Id="rId577" Type="http://schemas.openxmlformats.org/officeDocument/2006/relationships/image" Target="../media/image400.png"/><Relationship Id="rId132" Type="http://schemas.openxmlformats.org/officeDocument/2006/relationships/customXml" Target="../ink/ink1341.xml"/><Relationship Id="rId174" Type="http://schemas.openxmlformats.org/officeDocument/2006/relationships/customXml" Target="../ink/ink1362.xml"/><Relationship Id="rId381" Type="http://schemas.openxmlformats.org/officeDocument/2006/relationships/image" Target="../media/image303.png"/><Relationship Id="rId602" Type="http://schemas.openxmlformats.org/officeDocument/2006/relationships/customXml" Target="../ink/ink1519.xml"/><Relationship Id="rId437" Type="http://schemas.openxmlformats.org/officeDocument/2006/relationships/image" Target="../media/image49.png"/><Relationship Id="rId479" Type="http://schemas.openxmlformats.org/officeDocument/2006/relationships/image" Target="../media/image351.png"/><Relationship Id="rId644" Type="http://schemas.openxmlformats.org/officeDocument/2006/relationships/customXml" Target="../ink/ink1540.xml"/><Relationship Id="rId36" Type="http://schemas.openxmlformats.org/officeDocument/2006/relationships/customXml" Target="../ink/ink1293.xml"/><Relationship Id="rId339" Type="http://schemas.openxmlformats.org/officeDocument/2006/relationships/image" Target="../media/image282.png"/><Relationship Id="rId490" Type="http://schemas.openxmlformats.org/officeDocument/2006/relationships/customXml" Target="../ink/ink1463.xml"/><Relationship Id="rId504" Type="http://schemas.openxmlformats.org/officeDocument/2006/relationships/customXml" Target="../ink/ink1470.xml"/><Relationship Id="rId546" Type="http://schemas.openxmlformats.org/officeDocument/2006/relationships/customXml" Target="../ink/ink1491.xml"/><Relationship Id="rId78" Type="http://schemas.openxmlformats.org/officeDocument/2006/relationships/customXml" Target="../ink/ink1314.xml"/><Relationship Id="rId101" Type="http://schemas.openxmlformats.org/officeDocument/2006/relationships/image" Target="../media/image163.png"/><Relationship Id="rId143" Type="http://schemas.openxmlformats.org/officeDocument/2006/relationships/image" Target="../media/image184.png"/><Relationship Id="rId185" Type="http://schemas.openxmlformats.org/officeDocument/2006/relationships/image" Target="../media/image205.png"/><Relationship Id="rId350" Type="http://schemas.openxmlformats.org/officeDocument/2006/relationships/customXml" Target="../ink/ink1393.xml"/><Relationship Id="rId406" Type="http://schemas.openxmlformats.org/officeDocument/2006/relationships/customXml" Target="../ink/ink1421.xml"/><Relationship Id="rId588" Type="http://schemas.openxmlformats.org/officeDocument/2006/relationships/customXml" Target="../ink/ink1512.xml"/><Relationship Id="rId9" Type="http://schemas.openxmlformats.org/officeDocument/2006/relationships/image" Target="../media/image117.png"/><Relationship Id="rId392" Type="http://schemas.openxmlformats.org/officeDocument/2006/relationships/customXml" Target="../ink/ink1414.xml"/><Relationship Id="rId448" Type="http://schemas.openxmlformats.org/officeDocument/2006/relationships/customXml" Target="../ink/ink1442.xml"/><Relationship Id="rId613" Type="http://schemas.openxmlformats.org/officeDocument/2006/relationships/image" Target="../media/image1186.png"/><Relationship Id="rId655" Type="http://schemas.openxmlformats.org/officeDocument/2006/relationships/image" Target="../media/image1207.png"/><Relationship Id="rId515" Type="http://schemas.openxmlformats.org/officeDocument/2006/relationships/image" Target="../media/image369.png"/><Relationship Id="rId47" Type="http://schemas.openxmlformats.org/officeDocument/2006/relationships/image" Target="../media/image136.png"/><Relationship Id="rId89" Type="http://schemas.openxmlformats.org/officeDocument/2006/relationships/image" Target="../media/image157.png"/><Relationship Id="rId112" Type="http://schemas.openxmlformats.org/officeDocument/2006/relationships/customXml" Target="../ink/ink1331.xml"/><Relationship Id="rId154" Type="http://schemas.openxmlformats.org/officeDocument/2006/relationships/customXml" Target="../ink/ink1352.xml"/><Relationship Id="rId361" Type="http://schemas.openxmlformats.org/officeDocument/2006/relationships/image" Target="../media/image293.png"/><Relationship Id="rId557" Type="http://schemas.openxmlformats.org/officeDocument/2006/relationships/image" Target="../media/image390.png"/><Relationship Id="rId599" Type="http://schemas.openxmlformats.org/officeDocument/2006/relationships/image" Target="../media/image1179.png"/><Relationship Id="rId196" Type="http://schemas.openxmlformats.org/officeDocument/2006/relationships/customXml" Target="../ink/ink1373.xml"/><Relationship Id="rId417" Type="http://schemas.openxmlformats.org/officeDocument/2006/relationships/image" Target="../media/image321.png"/><Relationship Id="rId459" Type="http://schemas.openxmlformats.org/officeDocument/2006/relationships/image" Target="../media/image341.png"/><Relationship Id="rId624" Type="http://schemas.openxmlformats.org/officeDocument/2006/relationships/customXml" Target="../ink/ink1530.xml"/><Relationship Id="rId666" Type="http://schemas.openxmlformats.org/officeDocument/2006/relationships/customXml" Target="../ink/ink1551.xml"/><Relationship Id="rId16" Type="http://schemas.openxmlformats.org/officeDocument/2006/relationships/customXml" Target="../ink/ink1283.xml"/><Relationship Id="rId470" Type="http://schemas.openxmlformats.org/officeDocument/2006/relationships/customXml" Target="../ink/ink1453.xml"/><Relationship Id="rId526" Type="http://schemas.openxmlformats.org/officeDocument/2006/relationships/customXml" Target="../ink/ink1481.xml"/><Relationship Id="rId58" Type="http://schemas.openxmlformats.org/officeDocument/2006/relationships/customXml" Target="../ink/ink1304.xml"/><Relationship Id="rId123" Type="http://schemas.openxmlformats.org/officeDocument/2006/relationships/image" Target="../media/image174.png"/><Relationship Id="rId330" Type="http://schemas.openxmlformats.org/officeDocument/2006/relationships/customXml" Target="../ink/ink1383.xml"/><Relationship Id="rId568" Type="http://schemas.openxmlformats.org/officeDocument/2006/relationships/customXml" Target="../ink/ink1502.xml"/><Relationship Id="rId165" Type="http://schemas.openxmlformats.org/officeDocument/2006/relationships/image" Target="../media/image195.png"/><Relationship Id="rId372" Type="http://schemas.openxmlformats.org/officeDocument/2006/relationships/customXml" Target="../ink/ink1404.xml"/><Relationship Id="rId428" Type="http://schemas.openxmlformats.org/officeDocument/2006/relationships/customXml" Target="../ink/ink1432.xml"/><Relationship Id="rId635" Type="http://schemas.openxmlformats.org/officeDocument/2006/relationships/image" Target="../media/image1197.png"/><Relationship Id="rId677" Type="http://schemas.openxmlformats.org/officeDocument/2006/relationships/image" Target="../media/image1218.png"/><Relationship Id="rId481" Type="http://schemas.openxmlformats.org/officeDocument/2006/relationships/image" Target="../media/image352.png"/><Relationship Id="rId27" Type="http://schemas.openxmlformats.org/officeDocument/2006/relationships/image" Target="../media/image126.png"/><Relationship Id="rId69" Type="http://schemas.openxmlformats.org/officeDocument/2006/relationships/image" Target="../media/image147.png"/><Relationship Id="rId134" Type="http://schemas.openxmlformats.org/officeDocument/2006/relationships/customXml" Target="../ink/ink1342.xml"/><Relationship Id="rId537" Type="http://schemas.openxmlformats.org/officeDocument/2006/relationships/image" Target="../media/image380.png"/><Relationship Id="rId579" Type="http://schemas.openxmlformats.org/officeDocument/2006/relationships/image" Target="../media/image401.png"/><Relationship Id="rId80" Type="http://schemas.openxmlformats.org/officeDocument/2006/relationships/customXml" Target="../ink/ink1315.xml"/><Relationship Id="rId176" Type="http://schemas.openxmlformats.org/officeDocument/2006/relationships/customXml" Target="../ink/ink1363.xml"/><Relationship Id="rId341" Type="http://schemas.openxmlformats.org/officeDocument/2006/relationships/image" Target="../media/image283.png"/><Relationship Id="rId383" Type="http://schemas.openxmlformats.org/officeDocument/2006/relationships/image" Target="../media/image304.png"/><Relationship Id="rId439" Type="http://schemas.openxmlformats.org/officeDocument/2006/relationships/image" Target="../media/image331.png"/><Relationship Id="rId590" Type="http://schemas.openxmlformats.org/officeDocument/2006/relationships/customXml" Target="../ink/ink1513.xml"/><Relationship Id="rId604" Type="http://schemas.openxmlformats.org/officeDocument/2006/relationships/customXml" Target="../ink/ink1520.xml"/><Relationship Id="rId646" Type="http://schemas.openxmlformats.org/officeDocument/2006/relationships/customXml" Target="../ink/ink1541.xml"/><Relationship Id="rId201" Type="http://schemas.openxmlformats.org/officeDocument/2006/relationships/image" Target="../media/image213.png"/><Relationship Id="rId450" Type="http://schemas.openxmlformats.org/officeDocument/2006/relationships/customXml" Target="../ink/ink1443.xml"/><Relationship Id="rId506" Type="http://schemas.openxmlformats.org/officeDocument/2006/relationships/customXml" Target="../ink/ink1471.xml"/><Relationship Id="rId38" Type="http://schemas.openxmlformats.org/officeDocument/2006/relationships/customXml" Target="../ink/ink1294.xml"/><Relationship Id="rId103" Type="http://schemas.openxmlformats.org/officeDocument/2006/relationships/image" Target="../media/image164.png"/><Relationship Id="rId492" Type="http://schemas.openxmlformats.org/officeDocument/2006/relationships/customXml" Target="../ink/ink1464.xml"/><Relationship Id="rId548" Type="http://schemas.openxmlformats.org/officeDocument/2006/relationships/customXml" Target="../ink/ink1492.xml"/><Relationship Id="rId91" Type="http://schemas.openxmlformats.org/officeDocument/2006/relationships/image" Target="../media/image158.png"/><Relationship Id="rId145" Type="http://schemas.openxmlformats.org/officeDocument/2006/relationships/image" Target="../media/image185.png"/><Relationship Id="rId187" Type="http://schemas.openxmlformats.org/officeDocument/2006/relationships/image" Target="../media/image206.png"/><Relationship Id="rId352" Type="http://schemas.openxmlformats.org/officeDocument/2006/relationships/customXml" Target="../ink/ink1394.xml"/><Relationship Id="rId394" Type="http://schemas.openxmlformats.org/officeDocument/2006/relationships/customXml" Target="../ink/ink1415.xml"/><Relationship Id="rId408" Type="http://schemas.openxmlformats.org/officeDocument/2006/relationships/customXml" Target="../ink/ink1422.xml"/><Relationship Id="rId615" Type="http://schemas.openxmlformats.org/officeDocument/2006/relationships/image" Target="../media/image1187.png"/><Relationship Id="rId212" Type="http://schemas.openxmlformats.org/officeDocument/2006/relationships/customXml" Target="../ink/ink1378.xml"/><Relationship Id="rId657" Type="http://schemas.openxmlformats.org/officeDocument/2006/relationships/image" Target="../media/image1208.png"/><Relationship Id="rId49" Type="http://schemas.openxmlformats.org/officeDocument/2006/relationships/image" Target="../media/image137.png"/><Relationship Id="rId114" Type="http://schemas.openxmlformats.org/officeDocument/2006/relationships/customXml" Target="../ink/ink1332.xml"/><Relationship Id="rId461" Type="http://schemas.openxmlformats.org/officeDocument/2006/relationships/image" Target="../media/image342.png"/><Relationship Id="rId517" Type="http://schemas.openxmlformats.org/officeDocument/2006/relationships/image" Target="../media/image370.png"/><Relationship Id="rId559" Type="http://schemas.openxmlformats.org/officeDocument/2006/relationships/image" Target="../media/image391.png"/><Relationship Id="rId60" Type="http://schemas.openxmlformats.org/officeDocument/2006/relationships/customXml" Target="../ink/ink1305.xml"/><Relationship Id="rId156" Type="http://schemas.openxmlformats.org/officeDocument/2006/relationships/customXml" Target="../ink/ink1353.xml"/><Relationship Id="rId198" Type="http://schemas.openxmlformats.org/officeDocument/2006/relationships/customXml" Target="../ink/ink1374.xml"/><Relationship Id="rId321" Type="http://schemas.openxmlformats.org/officeDocument/2006/relationships/image" Target="../media/image273.png"/><Relationship Id="rId363" Type="http://schemas.openxmlformats.org/officeDocument/2006/relationships/image" Target="../media/image294.png"/><Relationship Id="rId419" Type="http://schemas.openxmlformats.org/officeDocument/2006/relationships/image" Target="../media/image322.png"/><Relationship Id="rId570" Type="http://schemas.openxmlformats.org/officeDocument/2006/relationships/customXml" Target="../ink/ink1503.xml"/><Relationship Id="rId626" Type="http://schemas.openxmlformats.org/officeDocument/2006/relationships/customXml" Target="../ink/ink1531.xml"/><Relationship Id="rId430" Type="http://schemas.openxmlformats.org/officeDocument/2006/relationships/customXml" Target="../ink/ink1433.xml"/><Relationship Id="rId668" Type="http://schemas.openxmlformats.org/officeDocument/2006/relationships/customXml" Target="../ink/ink1552.xml"/><Relationship Id="rId18" Type="http://schemas.openxmlformats.org/officeDocument/2006/relationships/customXml" Target="../ink/ink1284.xml"/><Relationship Id="rId472" Type="http://schemas.openxmlformats.org/officeDocument/2006/relationships/customXml" Target="../ink/ink1454.xml"/><Relationship Id="rId528" Type="http://schemas.openxmlformats.org/officeDocument/2006/relationships/customXml" Target="../ink/ink1482.xml"/><Relationship Id="rId125" Type="http://schemas.openxmlformats.org/officeDocument/2006/relationships/image" Target="../media/image175.png"/><Relationship Id="rId167" Type="http://schemas.openxmlformats.org/officeDocument/2006/relationships/image" Target="../media/image196.png"/><Relationship Id="rId332" Type="http://schemas.openxmlformats.org/officeDocument/2006/relationships/customXml" Target="../ink/ink1384.xml"/><Relationship Id="rId374" Type="http://schemas.openxmlformats.org/officeDocument/2006/relationships/customXml" Target="../ink/ink1405.xml"/><Relationship Id="rId581" Type="http://schemas.openxmlformats.org/officeDocument/2006/relationships/image" Target="../media/image402.png"/><Relationship Id="rId71" Type="http://schemas.openxmlformats.org/officeDocument/2006/relationships/image" Target="../media/image148.png"/><Relationship Id="rId637" Type="http://schemas.openxmlformats.org/officeDocument/2006/relationships/image" Target="../media/image1198.png"/><Relationship Id="rId679" Type="http://schemas.openxmlformats.org/officeDocument/2006/relationships/image" Target="../media/image1219.png"/><Relationship Id="rId2" Type="http://schemas.openxmlformats.org/officeDocument/2006/relationships/customXml" Target="../ink/ink1276.xml"/><Relationship Id="rId29" Type="http://schemas.openxmlformats.org/officeDocument/2006/relationships/image" Target="../media/image127.png"/><Relationship Id="rId441" Type="http://schemas.openxmlformats.org/officeDocument/2006/relationships/image" Target="../media/image332.png"/><Relationship Id="rId483" Type="http://schemas.openxmlformats.org/officeDocument/2006/relationships/image" Target="../media/image353.png"/><Relationship Id="rId539" Type="http://schemas.openxmlformats.org/officeDocument/2006/relationships/image" Target="../media/image381.png"/><Relationship Id="rId40" Type="http://schemas.openxmlformats.org/officeDocument/2006/relationships/customXml" Target="../ink/ink1295.xml"/><Relationship Id="rId136" Type="http://schemas.openxmlformats.org/officeDocument/2006/relationships/customXml" Target="../ink/ink1343.xml"/><Relationship Id="rId178" Type="http://schemas.openxmlformats.org/officeDocument/2006/relationships/customXml" Target="../ink/ink1364.xml"/><Relationship Id="rId343" Type="http://schemas.openxmlformats.org/officeDocument/2006/relationships/image" Target="../media/image284.png"/><Relationship Id="rId550" Type="http://schemas.openxmlformats.org/officeDocument/2006/relationships/customXml" Target="../ink/ink1493.xml"/><Relationship Id="rId82" Type="http://schemas.openxmlformats.org/officeDocument/2006/relationships/customXml" Target="../ink/ink1316.xml"/><Relationship Id="rId203" Type="http://schemas.openxmlformats.org/officeDocument/2006/relationships/image" Target="../media/image214.png"/><Relationship Id="rId385" Type="http://schemas.openxmlformats.org/officeDocument/2006/relationships/image" Target="../media/image305.png"/><Relationship Id="rId592" Type="http://schemas.openxmlformats.org/officeDocument/2006/relationships/customXml" Target="../ink/ink1514.xml"/><Relationship Id="rId606" Type="http://schemas.openxmlformats.org/officeDocument/2006/relationships/customXml" Target="../ink/ink1521.xml"/><Relationship Id="rId648" Type="http://schemas.openxmlformats.org/officeDocument/2006/relationships/customXml" Target="../ink/ink1542.xml"/><Relationship Id="rId410" Type="http://schemas.openxmlformats.org/officeDocument/2006/relationships/customXml" Target="../ink/ink1423.xml"/><Relationship Id="rId452" Type="http://schemas.openxmlformats.org/officeDocument/2006/relationships/customXml" Target="../ink/ink1444.xml"/><Relationship Id="rId494" Type="http://schemas.openxmlformats.org/officeDocument/2006/relationships/customXml" Target="../ink/ink1465.xml"/><Relationship Id="rId508" Type="http://schemas.openxmlformats.org/officeDocument/2006/relationships/customXml" Target="../ink/ink1472.xml"/><Relationship Id="rId105" Type="http://schemas.openxmlformats.org/officeDocument/2006/relationships/image" Target="../media/image165.png"/><Relationship Id="rId147" Type="http://schemas.openxmlformats.org/officeDocument/2006/relationships/image" Target="../media/image186.png"/><Relationship Id="rId354" Type="http://schemas.openxmlformats.org/officeDocument/2006/relationships/customXml" Target="../ink/ink1395.xml"/><Relationship Id="rId51" Type="http://schemas.openxmlformats.org/officeDocument/2006/relationships/image" Target="../media/image138.png"/><Relationship Id="rId93" Type="http://schemas.openxmlformats.org/officeDocument/2006/relationships/image" Target="../media/image159.png"/><Relationship Id="rId189" Type="http://schemas.openxmlformats.org/officeDocument/2006/relationships/image" Target="../media/image207.png"/><Relationship Id="rId396" Type="http://schemas.openxmlformats.org/officeDocument/2006/relationships/customXml" Target="../ink/ink1416.xml"/><Relationship Id="rId561" Type="http://schemas.openxmlformats.org/officeDocument/2006/relationships/image" Target="../media/image392.png"/><Relationship Id="rId617" Type="http://schemas.openxmlformats.org/officeDocument/2006/relationships/image" Target="../media/image1188.png"/><Relationship Id="rId659" Type="http://schemas.openxmlformats.org/officeDocument/2006/relationships/image" Target="../media/image1209.png"/><Relationship Id="rId421" Type="http://schemas.openxmlformats.org/officeDocument/2006/relationships/image" Target="../media/image323.png"/><Relationship Id="rId463" Type="http://schemas.openxmlformats.org/officeDocument/2006/relationships/image" Target="../media/image343.png"/><Relationship Id="rId519" Type="http://schemas.openxmlformats.org/officeDocument/2006/relationships/image" Target="../media/image371.png"/><Relationship Id="rId670" Type="http://schemas.openxmlformats.org/officeDocument/2006/relationships/customXml" Target="../ink/ink1553.xml"/><Relationship Id="rId116" Type="http://schemas.openxmlformats.org/officeDocument/2006/relationships/customXml" Target="../ink/ink1333.xml"/><Relationship Id="rId158" Type="http://schemas.openxmlformats.org/officeDocument/2006/relationships/customXml" Target="../ink/ink1354.xml"/><Relationship Id="rId323" Type="http://schemas.openxmlformats.org/officeDocument/2006/relationships/image" Target="../media/image274.png"/><Relationship Id="rId530" Type="http://schemas.openxmlformats.org/officeDocument/2006/relationships/customXml" Target="../ink/ink1483.xml"/><Relationship Id="rId20" Type="http://schemas.openxmlformats.org/officeDocument/2006/relationships/customXml" Target="../ink/ink1285.xml"/><Relationship Id="rId62" Type="http://schemas.openxmlformats.org/officeDocument/2006/relationships/customXml" Target="../ink/ink1306.xml"/><Relationship Id="rId365" Type="http://schemas.openxmlformats.org/officeDocument/2006/relationships/image" Target="../media/image295.png"/><Relationship Id="rId572" Type="http://schemas.openxmlformats.org/officeDocument/2006/relationships/customXml" Target="../ink/ink1504.xml"/><Relationship Id="rId628" Type="http://schemas.openxmlformats.org/officeDocument/2006/relationships/customXml" Target="../ink/ink1532.xml"/><Relationship Id="rId432" Type="http://schemas.openxmlformats.org/officeDocument/2006/relationships/customXml" Target="../ink/ink1434.xml"/><Relationship Id="rId474" Type="http://schemas.openxmlformats.org/officeDocument/2006/relationships/customXml" Target="../ink/ink1455.xml"/><Relationship Id="rId127" Type="http://schemas.openxmlformats.org/officeDocument/2006/relationships/image" Target="../media/image176.png"/><Relationship Id="rId31" Type="http://schemas.openxmlformats.org/officeDocument/2006/relationships/image" Target="../media/image128.png"/><Relationship Id="rId73" Type="http://schemas.openxmlformats.org/officeDocument/2006/relationships/image" Target="../media/image149.png"/><Relationship Id="rId169" Type="http://schemas.openxmlformats.org/officeDocument/2006/relationships/image" Target="../media/image197.png"/><Relationship Id="rId334" Type="http://schemas.openxmlformats.org/officeDocument/2006/relationships/customXml" Target="../ink/ink1385.xml"/><Relationship Id="rId376" Type="http://schemas.openxmlformats.org/officeDocument/2006/relationships/customXml" Target="../ink/ink1406.xml"/><Relationship Id="rId541" Type="http://schemas.openxmlformats.org/officeDocument/2006/relationships/image" Target="../media/image382.png"/><Relationship Id="rId583" Type="http://schemas.openxmlformats.org/officeDocument/2006/relationships/image" Target="../media/image403.png"/><Relationship Id="rId639" Type="http://schemas.openxmlformats.org/officeDocument/2006/relationships/image" Target="../media/image1199.png"/><Relationship Id="rId4" Type="http://schemas.openxmlformats.org/officeDocument/2006/relationships/customXml" Target="../ink/ink1277.xml"/><Relationship Id="rId180" Type="http://schemas.openxmlformats.org/officeDocument/2006/relationships/customXml" Target="../ink/ink1365.xml"/><Relationship Id="rId401" Type="http://schemas.openxmlformats.org/officeDocument/2006/relationships/image" Target="../media/image313.png"/><Relationship Id="rId443" Type="http://schemas.openxmlformats.org/officeDocument/2006/relationships/image" Target="../media/image333.png"/><Relationship Id="rId650" Type="http://schemas.openxmlformats.org/officeDocument/2006/relationships/customXml" Target="../ink/ink1543.xml"/><Relationship Id="rId485" Type="http://schemas.openxmlformats.org/officeDocument/2006/relationships/image" Target="../media/image354.png"/><Relationship Id="rId42" Type="http://schemas.openxmlformats.org/officeDocument/2006/relationships/customXml" Target="../ink/ink1296.xml"/><Relationship Id="rId84" Type="http://schemas.openxmlformats.org/officeDocument/2006/relationships/customXml" Target="../ink/ink1317.xml"/><Relationship Id="rId138" Type="http://schemas.openxmlformats.org/officeDocument/2006/relationships/customXml" Target="../ink/ink1344.xml"/><Relationship Id="rId345" Type="http://schemas.openxmlformats.org/officeDocument/2006/relationships/image" Target="../media/image285.png"/><Relationship Id="rId387" Type="http://schemas.openxmlformats.org/officeDocument/2006/relationships/image" Target="../media/image306.png"/><Relationship Id="rId510" Type="http://schemas.openxmlformats.org/officeDocument/2006/relationships/customXml" Target="../ink/ink1473.xml"/><Relationship Id="rId552" Type="http://schemas.openxmlformats.org/officeDocument/2006/relationships/customXml" Target="../ink/ink1494.xml"/><Relationship Id="rId594" Type="http://schemas.openxmlformats.org/officeDocument/2006/relationships/customXml" Target="../ink/ink1515.xml"/><Relationship Id="rId608" Type="http://schemas.openxmlformats.org/officeDocument/2006/relationships/customXml" Target="../ink/ink1522.xml"/><Relationship Id="rId191" Type="http://schemas.openxmlformats.org/officeDocument/2006/relationships/image" Target="../media/image208.png"/><Relationship Id="rId412" Type="http://schemas.openxmlformats.org/officeDocument/2006/relationships/customXml" Target="../ink/ink1424.xml"/><Relationship Id="rId107" Type="http://schemas.openxmlformats.org/officeDocument/2006/relationships/image" Target="../media/image166.png"/><Relationship Id="rId454" Type="http://schemas.openxmlformats.org/officeDocument/2006/relationships/customXml" Target="../ink/ink1445.xml"/><Relationship Id="rId496" Type="http://schemas.openxmlformats.org/officeDocument/2006/relationships/customXml" Target="../ink/ink1466.xml"/><Relationship Id="rId661" Type="http://schemas.openxmlformats.org/officeDocument/2006/relationships/image" Target="../media/image1210.png"/><Relationship Id="rId11" Type="http://schemas.openxmlformats.org/officeDocument/2006/relationships/image" Target="../media/image118.png"/><Relationship Id="rId53" Type="http://schemas.openxmlformats.org/officeDocument/2006/relationships/image" Target="../media/image139.png"/><Relationship Id="rId149" Type="http://schemas.openxmlformats.org/officeDocument/2006/relationships/image" Target="../media/image187.png"/><Relationship Id="rId356" Type="http://schemas.openxmlformats.org/officeDocument/2006/relationships/customXml" Target="../ink/ink1396.xml"/><Relationship Id="rId398" Type="http://schemas.openxmlformats.org/officeDocument/2006/relationships/customXml" Target="../ink/ink1417.xml"/><Relationship Id="rId521" Type="http://schemas.openxmlformats.org/officeDocument/2006/relationships/image" Target="../media/image372.png"/><Relationship Id="rId563" Type="http://schemas.openxmlformats.org/officeDocument/2006/relationships/image" Target="../media/image393.png"/><Relationship Id="rId619" Type="http://schemas.openxmlformats.org/officeDocument/2006/relationships/image" Target="../media/image1189.png"/><Relationship Id="rId95" Type="http://schemas.openxmlformats.org/officeDocument/2006/relationships/image" Target="../media/image160.png"/><Relationship Id="rId160" Type="http://schemas.openxmlformats.org/officeDocument/2006/relationships/customXml" Target="../ink/ink1355.xml"/><Relationship Id="rId423" Type="http://schemas.openxmlformats.org/officeDocument/2006/relationships/image" Target="../media/image324.png"/><Relationship Id="rId465" Type="http://schemas.openxmlformats.org/officeDocument/2006/relationships/image" Target="../media/image344.png"/><Relationship Id="rId630" Type="http://schemas.openxmlformats.org/officeDocument/2006/relationships/customXml" Target="../ink/ink1533.xml"/><Relationship Id="rId672" Type="http://schemas.openxmlformats.org/officeDocument/2006/relationships/customXml" Target="../ink/ink1554.xml"/><Relationship Id="rId22" Type="http://schemas.openxmlformats.org/officeDocument/2006/relationships/customXml" Target="../ink/ink1286.xml"/><Relationship Id="rId64" Type="http://schemas.openxmlformats.org/officeDocument/2006/relationships/customXml" Target="../ink/ink1307.xml"/><Relationship Id="rId118" Type="http://schemas.openxmlformats.org/officeDocument/2006/relationships/customXml" Target="../ink/ink1334.xml"/><Relationship Id="rId325" Type="http://schemas.openxmlformats.org/officeDocument/2006/relationships/image" Target="../media/image275.png"/><Relationship Id="rId367" Type="http://schemas.openxmlformats.org/officeDocument/2006/relationships/image" Target="../media/image296.png"/><Relationship Id="rId532" Type="http://schemas.openxmlformats.org/officeDocument/2006/relationships/customXml" Target="../ink/ink1484.xml"/><Relationship Id="rId574" Type="http://schemas.openxmlformats.org/officeDocument/2006/relationships/customXml" Target="../ink/ink1505.xml"/><Relationship Id="rId171" Type="http://schemas.openxmlformats.org/officeDocument/2006/relationships/image" Target="../media/image198.png"/><Relationship Id="rId434" Type="http://schemas.openxmlformats.org/officeDocument/2006/relationships/customXml" Target="../ink/ink1435.xml"/><Relationship Id="rId476" Type="http://schemas.openxmlformats.org/officeDocument/2006/relationships/customXml" Target="../ink/ink1456.xml"/><Relationship Id="rId641" Type="http://schemas.openxmlformats.org/officeDocument/2006/relationships/image" Target="../media/image1200.png"/><Relationship Id="rId33" Type="http://schemas.openxmlformats.org/officeDocument/2006/relationships/image" Target="../media/image129.png"/><Relationship Id="rId129" Type="http://schemas.openxmlformats.org/officeDocument/2006/relationships/image" Target="../media/image177.png"/><Relationship Id="rId336" Type="http://schemas.openxmlformats.org/officeDocument/2006/relationships/customXml" Target="../ink/ink1386.xml"/><Relationship Id="rId501" Type="http://schemas.openxmlformats.org/officeDocument/2006/relationships/image" Target="../media/image362.png"/><Relationship Id="rId543" Type="http://schemas.openxmlformats.org/officeDocument/2006/relationships/image" Target="../media/image383.png"/><Relationship Id="rId75" Type="http://schemas.openxmlformats.org/officeDocument/2006/relationships/image" Target="../media/image150.png"/><Relationship Id="rId140" Type="http://schemas.openxmlformats.org/officeDocument/2006/relationships/customXml" Target="../ink/ink1345.xml"/><Relationship Id="rId182" Type="http://schemas.openxmlformats.org/officeDocument/2006/relationships/customXml" Target="../ink/ink1366.xml"/><Relationship Id="rId378" Type="http://schemas.openxmlformats.org/officeDocument/2006/relationships/customXml" Target="../ink/ink1407.xml"/><Relationship Id="rId403" Type="http://schemas.openxmlformats.org/officeDocument/2006/relationships/image" Target="../media/image314.png"/><Relationship Id="rId585" Type="http://schemas.openxmlformats.org/officeDocument/2006/relationships/image" Target="../media/image404.png"/><Relationship Id="rId6" Type="http://schemas.openxmlformats.org/officeDocument/2006/relationships/customXml" Target="../ink/ink1278.xml"/><Relationship Id="rId445" Type="http://schemas.openxmlformats.org/officeDocument/2006/relationships/image" Target="../media/image334.png"/><Relationship Id="rId487" Type="http://schemas.openxmlformats.org/officeDocument/2006/relationships/image" Target="../media/image355.png"/><Relationship Id="rId610" Type="http://schemas.openxmlformats.org/officeDocument/2006/relationships/customXml" Target="../ink/ink1523.xml"/><Relationship Id="rId652" Type="http://schemas.openxmlformats.org/officeDocument/2006/relationships/customXml" Target="../ink/ink1544.xml"/><Relationship Id="rId347" Type="http://schemas.openxmlformats.org/officeDocument/2006/relationships/image" Target="../media/image286.png"/><Relationship Id="rId512" Type="http://schemas.openxmlformats.org/officeDocument/2006/relationships/customXml" Target="../ink/ink1474.xml"/><Relationship Id="rId44" Type="http://schemas.openxmlformats.org/officeDocument/2006/relationships/customXml" Target="../ink/ink1297.xml"/><Relationship Id="rId86" Type="http://schemas.openxmlformats.org/officeDocument/2006/relationships/customXml" Target="../ink/ink1318.xml"/><Relationship Id="rId151" Type="http://schemas.openxmlformats.org/officeDocument/2006/relationships/image" Target="../media/image188.png"/><Relationship Id="rId389" Type="http://schemas.openxmlformats.org/officeDocument/2006/relationships/image" Target="../media/image307.png"/><Relationship Id="rId554" Type="http://schemas.openxmlformats.org/officeDocument/2006/relationships/customXml" Target="../ink/ink1495.xml"/><Relationship Id="rId596" Type="http://schemas.openxmlformats.org/officeDocument/2006/relationships/customXml" Target="../ink/ink1516.xml"/><Relationship Id="rId193" Type="http://schemas.openxmlformats.org/officeDocument/2006/relationships/image" Target="../media/image209.png"/><Relationship Id="rId414" Type="http://schemas.openxmlformats.org/officeDocument/2006/relationships/customXml" Target="../ink/ink1425.xml"/><Relationship Id="rId456" Type="http://schemas.openxmlformats.org/officeDocument/2006/relationships/customXml" Target="../ink/ink1446.xml"/><Relationship Id="rId498" Type="http://schemas.openxmlformats.org/officeDocument/2006/relationships/customXml" Target="../ink/ink1467.xml"/><Relationship Id="rId621" Type="http://schemas.openxmlformats.org/officeDocument/2006/relationships/image" Target="../media/image1190.png"/><Relationship Id="rId663" Type="http://schemas.openxmlformats.org/officeDocument/2006/relationships/image" Target="../media/image1211.png"/><Relationship Id="rId13" Type="http://schemas.openxmlformats.org/officeDocument/2006/relationships/image" Target="../media/image119.png"/><Relationship Id="rId109" Type="http://schemas.openxmlformats.org/officeDocument/2006/relationships/image" Target="../media/image167.png"/><Relationship Id="rId523" Type="http://schemas.openxmlformats.org/officeDocument/2006/relationships/image" Target="../media/image373.png"/><Relationship Id="rId55" Type="http://schemas.openxmlformats.org/officeDocument/2006/relationships/image" Target="../media/image140.png"/><Relationship Id="rId97" Type="http://schemas.openxmlformats.org/officeDocument/2006/relationships/image" Target="../media/image161.png"/><Relationship Id="rId120" Type="http://schemas.openxmlformats.org/officeDocument/2006/relationships/customXml" Target="../ink/ink1335.xml"/><Relationship Id="rId358" Type="http://schemas.openxmlformats.org/officeDocument/2006/relationships/customXml" Target="../ink/ink1397.xml"/><Relationship Id="rId565" Type="http://schemas.openxmlformats.org/officeDocument/2006/relationships/image" Target="../media/image394.png"/><Relationship Id="rId162" Type="http://schemas.openxmlformats.org/officeDocument/2006/relationships/customXml" Target="../ink/ink1356.xml"/><Relationship Id="rId425" Type="http://schemas.openxmlformats.org/officeDocument/2006/relationships/image" Target="../media/image325.png"/><Relationship Id="rId467" Type="http://schemas.openxmlformats.org/officeDocument/2006/relationships/image" Target="../media/image345.png"/><Relationship Id="rId632" Type="http://schemas.openxmlformats.org/officeDocument/2006/relationships/customXml" Target="../ink/ink1534.xml"/><Relationship Id="rId674" Type="http://schemas.openxmlformats.org/officeDocument/2006/relationships/customXml" Target="../ink/ink1555.xml"/><Relationship Id="rId24" Type="http://schemas.openxmlformats.org/officeDocument/2006/relationships/customXml" Target="../ink/ink1287.xml"/><Relationship Id="rId66" Type="http://schemas.openxmlformats.org/officeDocument/2006/relationships/customXml" Target="../ink/ink1308.xml"/><Relationship Id="rId131" Type="http://schemas.openxmlformats.org/officeDocument/2006/relationships/image" Target="../media/image178.png"/><Relationship Id="rId327" Type="http://schemas.openxmlformats.org/officeDocument/2006/relationships/image" Target="../media/image276.png"/><Relationship Id="rId369" Type="http://schemas.openxmlformats.org/officeDocument/2006/relationships/image" Target="../media/image297.png"/><Relationship Id="rId534" Type="http://schemas.openxmlformats.org/officeDocument/2006/relationships/customXml" Target="../ink/ink1485.xml"/><Relationship Id="rId576" Type="http://schemas.openxmlformats.org/officeDocument/2006/relationships/customXml" Target="../ink/ink1506.xml"/><Relationship Id="rId173" Type="http://schemas.openxmlformats.org/officeDocument/2006/relationships/image" Target="../media/image199.png"/><Relationship Id="rId380" Type="http://schemas.openxmlformats.org/officeDocument/2006/relationships/customXml" Target="../ink/ink1408.xml"/><Relationship Id="rId436" Type="http://schemas.openxmlformats.org/officeDocument/2006/relationships/customXml" Target="../ink/ink1436.xml"/><Relationship Id="rId601" Type="http://schemas.openxmlformats.org/officeDocument/2006/relationships/image" Target="../media/image1180.png"/><Relationship Id="rId643" Type="http://schemas.openxmlformats.org/officeDocument/2006/relationships/image" Target="../media/image1201.png"/><Relationship Id="rId478" Type="http://schemas.openxmlformats.org/officeDocument/2006/relationships/customXml" Target="../ink/ink1457.xml"/><Relationship Id="rId35" Type="http://schemas.openxmlformats.org/officeDocument/2006/relationships/image" Target="../media/image130.png"/><Relationship Id="rId77" Type="http://schemas.openxmlformats.org/officeDocument/2006/relationships/image" Target="../media/image151.png"/><Relationship Id="rId100" Type="http://schemas.openxmlformats.org/officeDocument/2006/relationships/customXml" Target="../ink/ink1325.xml"/><Relationship Id="rId338" Type="http://schemas.openxmlformats.org/officeDocument/2006/relationships/customXml" Target="../ink/ink1387.xml"/><Relationship Id="rId503" Type="http://schemas.openxmlformats.org/officeDocument/2006/relationships/image" Target="../media/image363.png"/><Relationship Id="rId545" Type="http://schemas.openxmlformats.org/officeDocument/2006/relationships/image" Target="../media/image384.png"/><Relationship Id="rId587" Type="http://schemas.openxmlformats.org/officeDocument/2006/relationships/image" Target="../media/image405.png"/><Relationship Id="rId8" Type="http://schemas.openxmlformats.org/officeDocument/2006/relationships/customXml" Target="../ink/ink1279.xml"/><Relationship Id="rId142" Type="http://schemas.openxmlformats.org/officeDocument/2006/relationships/customXml" Target="../ink/ink1346.xml"/><Relationship Id="rId184" Type="http://schemas.openxmlformats.org/officeDocument/2006/relationships/customXml" Target="../ink/ink1367.xml"/><Relationship Id="rId391" Type="http://schemas.openxmlformats.org/officeDocument/2006/relationships/image" Target="../media/image308.png"/><Relationship Id="rId405" Type="http://schemas.openxmlformats.org/officeDocument/2006/relationships/image" Target="../media/image315.png"/><Relationship Id="rId447" Type="http://schemas.openxmlformats.org/officeDocument/2006/relationships/image" Target="../media/image335.png"/><Relationship Id="rId612" Type="http://schemas.openxmlformats.org/officeDocument/2006/relationships/customXml" Target="../ink/ink1524.xml"/><Relationship Id="rId489" Type="http://schemas.openxmlformats.org/officeDocument/2006/relationships/image" Target="../media/image356.png"/><Relationship Id="rId654" Type="http://schemas.openxmlformats.org/officeDocument/2006/relationships/customXml" Target="../ink/ink1545.xml"/><Relationship Id="rId46" Type="http://schemas.openxmlformats.org/officeDocument/2006/relationships/customXml" Target="../ink/ink1298.xml"/><Relationship Id="rId349" Type="http://schemas.openxmlformats.org/officeDocument/2006/relationships/image" Target="../media/image287.png"/><Relationship Id="rId514" Type="http://schemas.openxmlformats.org/officeDocument/2006/relationships/customXml" Target="../ink/ink1475.xml"/><Relationship Id="rId556" Type="http://schemas.openxmlformats.org/officeDocument/2006/relationships/customXml" Target="../ink/ink1496.xml"/><Relationship Id="rId88" Type="http://schemas.openxmlformats.org/officeDocument/2006/relationships/customXml" Target="../ink/ink1319.xml"/><Relationship Id="rId111" Type="http://schemas.openxmlformats.org/officeDocument/2006/relationships/image" Target="../media/image168.png"/><Relationship Id="rId153" Type="http://schemas.openxmlformats.org/officeDocument/2006/relationships/image" Target="../media/image189.png"/><Relationship Id="rId195" Type="http://schemas.openxmlformats.org/officeDocument/2006/relationships/image" Target="../media/image210.png"/><Relationship Id="rId360" Type="http://schemas.openxmlformats.org/officeDocument/2006/relationships/customXml" Target="../ink/ink1398.xml"/><Relationship Id="rId416" Type="http://schemas.openxmlformats.org/officeDocument/2006/relationships/customXml" Target="../ink/ink1426.xml"/><Relationship Id="rId598" Type="http://schemas.openxmlformats.org/officeDocument/2006/relationships/customXml" Target="../ink/ink1517.xml"/><Relationship Id="rId458" Type="http://schemas.openxmlformats.org/officeDocument/2006/relationships/customXml" Target="../ink/ink1447.xml"/><Relationship Id="rId623" Type="http://schemas.openxmlformats.org/officeDocument/2006/relationships/image" Target="../media/image1191.png"/><Relationship Id="rId665" Type="http://schemas.openxmlformats.org/officeDocument/2006/relationships/image" Target="../media/image1212.png"/><Relationship Id="rId15" Type="http://schemas.openxmlformats.org/officeDocument/2006/relationships/image" Target="../media/image120.png"/><Relationship Id="rId57" Type="http://schemas.openxmlformats.org/officeDocument/2006/relationships/image" Target="../media/image141.png"/><Relationship Id="rId525" Type="http://schemas.openxmlformats.org/officeDocument/2006/relationships/image" Target="../media/image374.png"/><Relationship Id="rId567" Type="http://schemas.openxmlformats.org/officeDocument/2006/relationships/image" Target="../media/image395.png"/><Relationship Id="rId99" Type="http://schemas.openxmlformats.org/officeDocument/2006/relationships/image" Target="../media/image162.png"/><Relationship Id="rId122" Type="http://schemas.openxmlformats.org/officeDocument/2006/relationships/customXml" Target="../ink/ink1336.xml"/><Relationship Id="rId164" Type="http://schemas.openxmlformats.org/officeDocument/2006/relationships/customXml" Target="../ink/ink1357.xml"/><Relationship Id="rId371" Type="http://schemas.openxmlformats.org/officeDocument/2006/relationships/image" Target="../media/image298.png"/><Relationship Id="rId427" Type="http://schemas.openxmlformats.org/officeDocument/2006/relationships/image" Target="../media/image326.png"/><Relationship Id="rId469" Type="http://schemas.openxmlformats.org/officeDocument/2006/relationships/image" Target="../media/image346.png"/><Relationship Id="rId634" Type="http://schemas.openxmlformats.org/officeDocument/2006/relationships/customXml" Target="../ink/ink1535.xml"/><Relationship Id="rId676" Type="http://schemas.openxmlformats.org/officeDocument/2006/relationships/customXml" Target="../ink/ink1556.xml"/><Relationship Id="rId26" Type="http://schemas.openxmlformats.org/officeDocument/2006/relationships/customXml" Target="../ink/ink1288.xml"/><Relationship Id="rId329" Type="http://schemas.openxmlformats.org/officeDocument/2006/relationships/image" Target="../media/image277.png"/><Relationship Id="rId480" Type="http://schemas.openxmlformats.org/officeDocument/2006/relationships/customXml" Target="../ink/ink1458.xml"/><Relationship Id="rId536" Type="http://schemas.openxmlformats.org/officeDocument/2006/relationships/customXml" Target="../ink/ink1486.xml"/><Relationship Id="rId68" Type="http://schemas.openxmlformats.org/officeDocument/2006/relationships/customXml" Target="../ink/ink1309.xml"/><Relationship Id="rId133" Type="http://schemas.openxmlformats.org/officeDocument/2006/relationships/image" Target="../media/image179.png"/><Relationship Id="rId175" Type="http://schemas.openxmlformats.org/officeDocument/2006/relationships/image" Target="../media/image200.png"/><Relationship Id="rId340" Type="http://schemas.openxmlformats.org/officeDocument/2006/relationships/customXml" Target="../ink/ink1388.xml"/><Relationship Id="rId578" Type="http://schemas.openxmlformats.org/officeDocument/2006/relationships/customXml" Target="../ink/ink1507.xml"/><Relationship Id="rId200" Type="http://schemas.openxmlformats.org/officeDocument/2006/relationships/customXml" Target="../ink/ink1375.xml"/><Relationship Id="rId382" Type="http://schemas.openxmlformats.org/officeDocument/2006/relationships/customXml" Target="../ink/ink1409.xml"/><Relationship Id="rId438" Type="http://schemas.openxmlformats.org/officeDocument/2006/relationships/customXml" Target="../ink/ink1437.xml"/><Relationship Id="rId603" Type="http://schemas.openxmlformats.org/officeDocument/2006/relationships/image" Target="../media/image1181.png"/><Relationship Id="rId645" Type="http://schemas.openxmlformats.org/officeDocument/2006/relationships/image" Target="../media/image1202.png"/><Relationship Id="rId491" Type="http://schemas.openxmlformats.org/officeDocument/2006/relationships/image" Target="../media/image357.png"/><Relationship Id="rId505" Type="http://schemas.openxmlformats.org/officeDocument/2006/relationships/image" Target="../media/image364.png"/><Relationship Id="rId37" Type="http://schemas.openxmlformats.org/officeDocument/2006/relationships/image" Target="../media/image131.png"/><Relationship Id="rId79" Type="http://schemas.openxmlformats.org/officeDocument/2006/relationships/image" Target="../media/image152.png"/><Relationship Id="rId102" Type="http://schemas.openxmlformats.org/officeDocument/2006/relationships/customXml" Target="../ink/ink1326.xml"/><Relationship Id="rId144" Type="http://schemas.openxmlformats.org/officeDocument/2006/relationships/customXml" Target="../ink/ink1347.xml"/><Relationship Id="rId547" Type="http://schemas.openxmlformats.org/officeDocument/2006/relationships/image" Target="../media/image385.png"/><Relationship Id="rId589" Type="http://schemas.openxmlformats.org/officeDocument/2006/relationships/image" Target="../media/image1174.png"/><Relationship Id="rId90" Type="http://schemas.openxmlformats.org/officeDocument/2006/relationships/customXml" Target="../ink/ink1320.xml"/><Relationship Id="rId186" Type="http://schemas.openxmlformats.org/officeDocument/2006/relationships/customXml" Target="../ink/ink1368.xml"/><Relationship Id="rId351" Type="http://schemas.openxmlformats.org/officeDocument/2006/relationships/image" Target="../media/image288.png"/><Relationship Id="rId393" Type="http://schemas.openxmlformats.org/officeDocument/2006/relationships/image" Target="../media/image309.png"/><Relationship Id="rId407" Type="http://schemas.openxmlformats.org/officeDocument/2006/relationships/image" Target="../media/image316.png"/><Relationship Id="rId449" Type="http://schemas.openxmlformats.org/officeDocument/2006/relationships/image" Target="../media/image336.png"/><Relationship Id="rId614" Type="http://schemas.openxmlformats.org/officeDocument/2006/relationships/customXml" Target="../ink/ink1525.xml"/><Relationship Id="rId656" Type="http://schemas.openxmlformats.org/officeDocument/2006/relationships/customXml" Target="../ink/ink1546.xml"/><Relationship Id="rId211" Type="http://schemas.openxmlformats.org/officeDocument/2006/relationships/image" Target="../media/image218.png"/><Relationship Id="rId460" Type="http://schemas.openxmlformats.org/officeDocument/2006/relationships/customXml" Target="../ink/ink1448.xml"/><Relationship Id="rId516" Type="http://schemas.openxmlformats.org/officeDocument/2006/relationships/customXml" Target="../ink/ink1476.xml"/><Relationship Id="rId48" Type="http://schemas.openxmlformats.org/officeDocument/2006/relationships/customXml" Target="../ink/ink1299.xml"/><Relationship Id="rId113" Type="http://schemas.openxmlformats.org/officeDocument/2006/relationships/image" Target="../media/image169.png"/><Relationship Id="rId558" Type="http://schemas.openxmlformats.org/officeDocument/2006/relationships/customXml" Target="../ink/ink1497.xml"/><Relationship Id="rId155" Type="http://schemas.openxmlformats.org/officeDocument/2006/relationships/image" Target="../media/image190.png"/><Relationship Id="rId197" Type="http://schemas.openxmlformats.org/officeDocument/2006/relationships/image" Target="../media/image211.png"/><Relationship Id="rId362" Type="http://schemas.openxmlformats.org/officeDocument/2006/relationships/customXml" Target="../ink/ink1399.xml"/><Relationship Id="rId418" Type="http://schemas.openxmlformats.org/officeDocument/2006/relationships/customXml" Target="../ink/ink1427.xml"/><Relationship Id="rId625" Type="http://schemas.openxmlformats.org/officeDocument/2006/relationships/image" Target="../media/image1192.png"/><Relationship Id="rId471" Type="http://schemas.openxmlformats.org/officeDocument/2006/relationships/image" Target="../media/image347.png"/><Relationship Id="rId667" Type="http://schemas.openxmlformats.org/officeDocument/2006/relationships/image" Target="../media/image1213.png"/><Relationship Id="rId17" Type="http://schemas.openxmlformats.org/officeDocument/2006/relationships/image" Target="../media/image121.png"/><Relationship Id="rId59" Type="http://schemas.openxmlformats.org/officeDocument/2006/relationships/image" Target="../media/image142.png"/><Relationship Id="rId124" Type="http://schemas.openxmlformats.org/officeDocument/2006/relationships/customXml" Target="../ink/ink1337.xml"/><Relationship Id="rId527" Type="http://schemas.openxmlformats.org/officeDocument/2006/relationships/image" Target="../media/image375.png"/><Relationship Id="rId569" Type="http://schemas.openxmlformats.org/officeDocument/2006/relationships/image" Target="../media/image396.png"/><Relationship Id="rId70" Type="http://schemas.openxmlformats.org/officeDocument/2006/relationships/customXml" Target="../ink/ink1310.xml"/><Relationship Id="rId166" Type="http://schemas.openxmlformats.org/officeDocument/2006/relationships/customXml" Target="../ink/ink1358.xml"/><Relationship Id="rId331" Type="http://schemas.openxmlformats.org/officeDocument/2006/relationships/image" Target="../media/image278.png"/><Relationship Id="rId373" Type="http://schemas.openxmlformats.org/officeDocument/2006/relationships/image" Target="../media/image299.png"/><Relationship Id="rId429" Type="http://schemas.openxmlformats.org/officeDocument/2006/relationships/image" Target="../media/image327.png"/><Relationship Id="rId580" Type="http://schemas.openxmlformats.org/officeDocument/2006/relationships/customXml" Target="../ink/ink1508.xml"/><Relationship Id="rId636" Type="http://schemas.openxmlformats.org/officeDocument/2006/relationships/customXml" Target="../ink/ink1536.xml"/><Relationship Id="rId1" Type="http://schemas.openxmlformats.org/officeDocument/2006/relationships/slideLayout" Target="../slideLayouts/slideLayout7.xml"/><Relationship Id="rId440" Type="http://schemas.openxmlformats.org/officeDocument/2006/relationships/customXml" Target="../ink/ink1438.xml"/><Relationship Id="rId678" Type="http://schemas.openxmlformats.org/officeDocument/2006/relationships/customXml" Target="../ink/ink1557.xml"/><Relationship Id="rId28" Type="http://schemas.openxmlformats.org/officeDocument/2006/relationships/customXml" Target="../ink/ink1289.xml"/><Relationship Id="rId482" Type="http://schemas.openxmlformats.org/officeDocument/2006/relationships/customXml" Target="../ink/ink1459.xml"/><Relationship Id="rId538" Type="http://schemas.openxmlformats.org/officeDocument/2006/relationships/customXml" Target="../ink/ink1487.xml"/><Relationship Id="rId81" Type="http://schemas.openxmlformats.org/officeDocument/2006/relationships/image" Target="../media/image153.png"/><Relationship Id="rId135" Type="http://schemas.openxmlformats.org/officeDocument/2006/relationships/image" Target="../media/image180.png"/><Relationship Id="rId177" Type="http://schemas.openxmlformats.org/officeDocument/2006/relationships/image" Target="../media/image201.png"/><Relationship Id="rId342" Type="http://schemas.openxmlformats.org/officeDocument/2006/relationships/customXml" Target="../ink/ink1389.xml"/><Relationship Id="rId384" Type="http://schemas.openxmlformats.org/officeDocument/2006/relationships/customXml" Target="../ink/ink1410.xml"/><Relationship Id="rId591" Type="http://schemas.openxmlformats.org/officeDocument/2006/relationships/image" Target="../media/image1175.png"/><Relationship Id="rId605" Type="http://schemas.openxmlformats.org/officeDocument/2006/relationships/image" Target="../media/image1182.png"/><Relationship Id="rId202" Type="http://schemas.openxmlformats.org/officeDocument/2006/relationships/customXml" Target="../ink/ink1376.xml"/><Relationship Id="rId647" Type="http://schemas.openxmlformats.org/officeDocument/2006/relationships/image" Target="../media/image1203.png"/><Relationship Id="rId39" Type="http://schemas.openxmlformats.org/officeDocument/2006/relationships/image" Target="../media/image132.png"/><Relationship Id="rId451" Type="http://schemas.openxmlformats.org/officeDocument/2006/relationships/image" Target="../media/image337.png"/><Relationship Id="rId493" Type="http://schemas.openxmlformats.org/officeDocument/2006/relationships/image" Target="../media/image358.png"/><Relationship Id="rId507" Type="http://schemas.openxmlformats.org/officeDocument/2006/relationships/image" Target="../media/image365.png"/><Relationship Id="rId549" Type="http://schemas.openxmlformats.org/officeDocument/2006/relationships/image" Target="../media/image386.png"/><Relationship Id="rId50" Type="http://schemas.openxmlformats.org/officeDocument/2006/relationships/customXml" Target="../ink/ink1300.xml"/><Relationship Id="rId104" Type="http://schemas.openxmlformats.org/officeDocument/2006/relationships/customXml" Target="../ink/ink1327.xml"/><Relationship Id="rId146" Type="http://schemas.openxmlformats.org/officeDocument/2006/relationships/customXml" Target="../ink/ink1348.xml"/><Relationship Id="rId188" Type="http://schemas.openxmlformats.org/officeDocument/2006/relationships/customXml" Target="../ink/ink1369.xml"/><Relationship Id="rId353" Type="http://schemas.openxmlformats.org/officeDocument/2006/relationships/image" Target="../media/image289.png"/><Relationship Id="rId395" Type="http://schemas.openxmlformats.org/officeDocument/2006/relationships/image" Target="../media/image310.png"/><Relationship Id="rId409" Type="http://schemas.openxmlformats.org/officeDocument/2006/relationships/image" Target="../media/image317.png"/><Relationship Id="rId560" Type="http://schemas.openxmlformats.org/officeDocument/2006/relationships/customXml" Target="../ink/ink1498.xml"/><Relationship Id="rId92" Type="http://schemas.openxmlformats.org/officeDocument/2006/relationships/customXml" Target="../ink/ink1321.xml"/><Relationship Id="rId420" Type="http://schemas.openxmlformats.org/officeDocument/2006/relationships/customXml" Target="../ink/ink1428.xml"/><Relationship Id="rId616" Type="http://schemas.openxmlformats.org/officeDocument/2006/relationships/customXml" Target="../ink/ink1526.xml"/><Relationship Id="rId658" Type="http://schemas.openxmlformats.org/officeDocument/2006/relationships/customXml" Target="../ink/ink1547.xml"/><Relationship Id="rId462" Type="http://schemas.openxmlformats.org/officeDocument/2006/relationships/customXml" Target="../ink/ink1449.xml"/><Relationship Id="rId518" Type="http://schemas.openxmlformats.org/officeDocument/2006/relationships/customXml" Target="../ink/ink1477.xml"/><Relationship Id="rId115" Type="http://schemas.openxmlformats.org/officeDocument/2006/relationships/image" Target="../media/image170.png"/><Relationship Id="rId157" Type="http://schemas.openxmlformats.org/officeDocument/2006/relationships/image" Target="../media/image191.png"/><Relationship Id="rId322" Type="http://schemas.openxmlformats.org/officeDocument/2006/relationships/customXml" Target="../ink/ink1379.xml"/><Relationship Id="rId364" Type="http://schemas.openxmlformats.org/officeDocument/2006/relationships/customXml" Target="../ink/ink1400.xml"/><Relationship Id="rId61" Type="http://schemas.openxmlformats.org/officeDocument/2006/relationships/image" Target="../media/image143.png"/><Relationship Id="rId199" Type="http://schemas.openxmlformats.org/officeDocument/2006/relationships/image" Target="../media/image212.png"/><Relationship Id="rId571" Type="http://schemas.openxmlformats.org/officeDocument/2006/relationships/image" Target="../media/image397.png"/><Relationship Id="rId627" Type="http://schemas.openxmlformats.org/officeDocument/2006/relationships/image" Target="../media/image1193.png"/><Relationship Id="rId669" Type="http://schemas.openxmlformats.org/officeDocument/2006/relationships/image" Target="../media/image1214.png"/><Relationship Id="rId19" Type="http://schemas.openxmlformats.org/officeDocument/2006/relationships/image" Target="../media/image122.png"/><Relationship Id="rId431" Type="http://schemas.openxmlformats.org/officeDocument/2006/relationships/image" Target="../media/image328.png"/><Relationship Id="rId473" Type="http://schemas.openxmlformats.org/officeDocument/2006/relationships/image" Target="../media/image348.png"/><Relationship Id="rId529" Type="http://schemas.openxmlformats.org/officeDocument/2006/relationships/image" Target="../media/image376.png"/><Relationship Id="rId30" Type="http://schemas.openxmlformats.org/officeDocument/2006/relationships/customXml" Target="../ink/ink1290.xml"/><Relationship Id="rId126" Type="http://schemas.openxmlformats.org/officeDocument/2006/relationships/customXml" Target="../ink/ink1338.xml"/><Relationship Id="rId168" Type="http://schemas.openxmlformats.org/officeDocument/2006/relationships/customXml" Target="../ink/ink1359.xml"/><Relationship Id="rId333" Type="http://schemas.openxmlformats.org/officeDocument/2006/relationships/image" Target="../media/image279.png"/><Relationship Id="rId540" Type="http://schemas.openxmlformats.org/officeDocument/2006/relationships/customXml" Target="../ink/ink1488.xml"/><Relationship Id="rId72" Type="http://schemas.openxmlformats.org/officeDocument/2006/relationships/customXml" Target="../ink/ink1311.xml"/><Relationship Id="rId375" Type="http://schemas.openxmlformats.org/officeDocument/2006/relationships/image" Target="../media/image300.png"/><Relationship Id="rId582" Type="http://schemas.openxmlformats.org/officeDocument/2006/relationships/customXml" Target="../ink/ink1509.xml"/><Relationship Id="rId638" Type="http://schemas.openxmlformats.org/officeDocument/2006/relationships/customXml" Target="../ink/ink1537.xml"/><Relationship Id="rId3" Type="http://schemas.openxmlformats.org/officeDocument/2006/relationships/image" Target="../media/image114.png"/><Relationship Id="rId400" Type="http://schemas.openxmlformats.org/officeDocument/2006/relationships/customXml" Target="../ink/ink1418.xml"/><Relationship Id="rId442" Type="http://schemas.openxmlformats.org/officeDocument/2006/relationships/customXml" Target="../ink/ink1439.xml"/><Relationship Id="rId484" Type="http://schemas.openxmlformats.org/officeDocument/2006/relationships/customXml" Target="../ink/ink1460.xml"/><Relationship Id="rId137" Type="http://schemas.openxmlformats.org/officeDocument/2006/relationships/image" Target="../media/image181.png"/><Relationship Id="rId344" Type="http://schemas.openxmlformats.org/officeDocument/2006/relationships/customXml" Target="../ink/ink1390.xml"/><Relationship Id="rId41" Type="http://schemas.openxmlformats.org/officeDocument/2006/relationships/image" Target="../media/image133.png"/><Relationship Id="rId83" Type="http://schemas.openxmlformats.org/officeDocument/2006/relationships/image" Target="../media/image154.png"/><Relationship Id="rId179" Type="http://schemas.openxmlformats.org/officeDocument/2006/relationships/image" Target="../media/image202.png"/><Relationship Id="rId386" Type="http://schemas.openxmlformats.org/officeDocument/2006/relationships/customXml" Target="../ink/ink1411.xml"/><Relationship Id="rId551" Type="http://schemas.openxmlformats.org/officeDocument/2006/relationships/image" Target="../media/image387.png"/><Relationship Id="rId593" Type="http://schemas.openxmlformats.org/officeDocument/2006/relationships/image" Target="../media/image1176.png"/><Relationship Id="rId607" Type="http://schemas.openxmlformats.org/officeDocument/2006/relationships/image" Target="../media/image1183.png"/><Relationship Id="rId649" Type="http://schemas.openxmlformats.org/officeDocument/2006/relationships/image" Target="../media/image1204.png"/><Relationship Id="rId190" Type="http://schemas.openxmlformats.org/officeDocument/2006/relationships/customXml" Target="../ink/ink1370.xml"/><Relationship Id="rId204" Type="http://schemas.openxmlformats.org/officeDocument/2006/relationships/customXml" Target="../ink/ink1377.xml"/><Relationship Id="rId411" Type="http://schemas.openxmlformats.org/officeDocument/2006/relationships/image" Target="../media/image318.png"/><Relationship Id="rId453" Type="http://schemas.openxmlformats.org/officeDocument/2006/relationships/image" Target="../media/image338.png"/><Relationship Id="rId509" Type="http://schemas.openxmlformats.org/officeDocument/2006/relationships/image" Target="../media/image366.png"/><Relationship Id="rId660" Type="http://schemas.openxmlformats.org/officeDocument/2006/relationships/customXml" Target="../ink/ink1548.xml"/><Relationship Id="rId106" Type="http://schemas.openxmlformats.org/officeDocument/2006/relationships/customXml" Target="../ink/ink1328.xml"/><Relationship Id="rId495" Type="http://schemas.openxmlformats.org/officeDocument/2006/relationships/image" Target="../media/image359.png"/><Relationship Id="rId10" Type="http://schemas.openxmlformats.org/officeDocument/2006/relationships/customXml" Target="../ink/ink1280.xml"/><Relationship Id="rId52" Type="http://schemas.openxmlformats.org/officeDocument/2006/relationships/customXml" Target="../ink/ink1301.xml"/><Relationship Id="rId94" Type="http://schemas.openxmlformats.org/officeDocument/2006/relationships/customXml" Target="../ink/ink1322.xml"/><Relationship Id="rId148" Type="http://schemas.openxmlformats.org/officeDocument/2006/relationships/customXml" Target="../ink/ink1349.xml"/><Relationship Id="rId355" Type="http://schemas.openxmlformats.org/officeDocument/2006/relationships/image" Target="../media/image290.png"/><Relationship Id="rId397" Type="http://schemas.openxmlformats.org/officeDocument/2006/relationships/image" Target="../media/image311.png"/><Relationship Id="rId520" Type="http://schemas.openxmlformats.org/officeDocument/2006/relationships/customXml" Target="../ink/ink1478.xml"/><Relationship Id="rId562" Type="http://schemas.openxmlformats.org/officeDocument/2006/relationships/customXml" Target="../ink/ink1499.xml"/><Relationship Id="rId618" Type="http://schemas.openxmlformats.org/officeDocument/2006/relationships/customXml" Target="../ink/ink1527.xml"/><Relationship Id="rId422" Type="http://schemas.openxmlformats.org/officeDocument/2006/relationships/customXml" Target="../ink/ink1429.xml"/><Relationship Id="rId464" Type="http://schemas.openxmlformats.org/officeDocument/2006/relationships/customXml" Target="../ink/ink1450.xml"/><Relationship Id="rId63" Type="http://schemas.openxmlformats.org/officeDocument/2006/relationships/image" Target="../media/image144.png"/><Relationship Id="rId159" Type="http://schemas.openxmlformats.org/officeDocument/2006/relationships/image" Target="../media/image192.png"/><Relationship Id="rId366" Type="http://schemas.openxmlformats.org/officeDocument/2006/relationships/customXml" Target="../ink/ink1401.xml"/><Relationship Id="rId573" Type="http://schemas.openxmlformats.org/officeDocument/2006/relationships/image" Target="../media/image398.png"/><Relationship Id="rId433" Type="http://schemas.openxmlformats.org/officeDocument/2006/relationships/image" Target="../media/image329.png"/><Relationship Id="rId640" Type="http://schemas.openxmlformats.org/officeDocument/2006/relationships/customXml" Target="../ink/ink1538.xml"/><Relationship Id="rId74" Type="http://schemas.openxmlformats.org/officeDocument/2006/relationships/customXml" Target="../ink/ink1312.xml"/><Relationship Id="rId377" Type="http://schemas.openxmlformats.org/officeDocument/2006/relationships/image" Target="../media/image301.png"/><Relationship Id="rId500" Type="http://schemas.openxmlformats.org/officeDocument/2006/relationships/customXml" Target="../ink/ink1468.xml"/><Relationship Id="rId584" Type="http://schemas.openxmlformats.org/officeDocument/2006/relationships/customXml" Target="../ink/ink1510.xml"/><Relationship Id="rId5" Type="http://schemas.openxmlformats.org/officeDocument/2006/relationships/image" Target="../media/image115.png"/><Relationship Id="rId444" Type="http://schemas.openxmlformats.org/officeDocument/2006/relationships/customXml" Target="../ink/ink1440.xml"/><Relationship Id="rId651" Type="http://schemas.openxmlformats.org/officeDocument/2006/relationships/image" Target="../media/image1205.png"/><Relationship Id="rId388" Type="http://schemas.openxmlformats.org/officeDocument/2006/relationships/customXml" Target="../ink/ink1412.xml"/><Relationship Id="rId511" Type="http://schemas.openxmlformats.org/officeDocument/2006/relationships/image" Target="../media/image367.png"/><Relationship Id="rId609" Type="http://schemas.openxmlformats.org/officeDocument/2006/relationships/image" Target="../media/image1184.png"/><Relationship Id="rId85" Type="http://schemas.openxmlformats.org/officeDocument/2006/relationships/image" Target="../media/image155.png"/><Relationship Id="rId150" Type="http://schemas.openxmlformats.org/officeDocument/2006/relationships/customXml" Target="../ink/ink1350.xml"/><Relationship Id="rId595" Type="http://schemas.openxmlformats.org/officeDocument/2006/relationships/image" Target="../media/image1177.png"/><Relationship Id="rId455" Type="http://schemas.openxmlformats.org/officeDocument/2006/relationships/image" Target="../media/image339.png"/><Relationship Id="rId662" Type="http://schemas.openxmlformats.org/officeDocument/2006/relationships/customXml" Target="../ink/ink1549.xml"/><Relationship Id="rId12" Type="http://schemas.openxmlformats.org/officeDocument/2006/relationships/customXml" Target="../ink/ink1281.xml"/><Relationship Id="rId108" Type="http://schemas.openxmlformats.org/officeDocument/2006/relationships/customXml" Target="../ink/ink1329.xml"/><Relationship Id="rId522" Type="http://schemas.openxmlformats.org/officeDocument/2006/relationships/customXml" Target="../ink/ink1479.xml"/><Relationship Id="rId96" Type="http://schemas.openxmlformats.org/officeDocument/2006/relationships/customXml" Target="../ink/ink1323.xml"/><Relationship Id="rId161" Type="http://schemas.openxmlformats.org/officeDocument/2006/relationships/image" Target="../media/image193.png"/><Relationship Id="rId399" Type="http://schemas.openxmlformats.org/officeDocument/2006/relationships/image" Target="../media/image312.png"/><Relationship Id="rId466" Type="http://schemas.openxmlformats.org/officeDocument/2006/relationships/customXml" Target="../ink/ink1451.xml"/><Relationship Id="rId673" Type="http://schemas.openxmlformats.org/officeDocument/2006/relationships/image" Target="../media/image1216.png"/><Relationship Id="rId23" Type="http://schemas.openxmlformats.org/officeDocument/2006/relationships/image" Target="../media/image124.png"/><Relationship Id="rId119" Type="http://schemas.openxmlformats.org/officeDocument/2006/relationships/image" Target="../media/image172.png"/><Relationship Id="rId326" Type="http://schemas.openxmlformats.org/officeDocument/2006/relationships/customXml" Target="../ink/ink1381.xml"/><Relationship Id="rId533" Type="http://schemas.openxmlformats.org/officeDocument/2006/relationships/image" Target="../media/image378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47.png"/><Relationship Id="rId299" Type="http://schemas.openxmlformats.org/officeDocument/2006/relationships/image" Target="../media/image1338.png"/><Relationship Id="rId21" Type="http://schemas.openxmlformats.org/officeDocument/2006/relationships/image" Target="../media/image1199.png"/><Relationship Id="rId63" Type="http://schemas.openxmlformats.org/officeDocument/2006/relationships/image" Target="../media/image1220.png"/><Relationship Id="rId159" Type="http://schemas.openxmlformats.org/officeDocument/2006/relationships/image" Target="../media/image1268.png"/><Relationship Id="rId170" Type="http://schemas.openxmlformats.org/officeDocument/2006/relationships/customXml" Target="../ink/ink1642.xml"/><Relationship Id="rId226" Type="http://schemas.openxmlformats.org/officeDocument/2006/relationships/customXml" Target="../ink/ink1670.xml"/><Relationship Id="rId268" Type="http://schemas.openxmlformats.org/officeDocument/2006/relationships/customXml" Target="../ink/ink1691.xml"/><Relationship Id="rId32" Type="http://schemas.openxmlformats.org/officeDocument/2006/relationships/customXml" Target="../ink/ink1573.xml"/><Relationship Id="rId74" Type="http://schemas.openxmlformats.org/officeDocument/2006/relationships/customXml" Target="../ink/ink1594.xml"/><Relationship Id="rId128" Type="http://schemas.openxmlformats.org/officeDocument/2006/relationships/customXml" Target="../ink/ink1621.xml"/><Relationship Id="rId5" Type="http://schemas.openxmlformats.org/officeDocument/2006/relationships/image" Target="../media/image1191.png"/><Relationship Id="rId181" Type="http://schemas.openxmlformats.org/officeDocument/2006/relationships/image" Target="../media/image1279.png"/><Relationship Id="rId237" Type="http://schemas.openxmlformats.org/officeDocument/2006/relationships/image" Target="../media/image1307.png"/><Relationship Id="rId279" Type="http://schemas.openxmlformats.org/officeDocument/2006/relationships/image" Target="../media/image1328.png"/><Relationship Id="rId43" Type="http://schemas.openxmlformats.org/officeDocument/2006/relationships/image" Target="../media/image1210.png"/><Relationship Id="rId139" Type="http://schemas.openxmlformats.org/officeDocument/2006/relationships/image" Target="../media/image1258.png"/><Relationship Id="rId290" Type="http://schemas.openxmlformats.org/officeDocument/2006/relationships/customXml" Target="../ink/ink1702.xml"/><Relationship Id="rId304" Type="http://schemas.openxmlformats.org/officeDocument/2006/relationships/customXml" Target="../ink/ink1709.xml"/><Relationship Id="rId85" Type="http://schemas.openxmlformats.org/officeDocument/2006/relationships/image" Target="../media/image1231.png"/><Relationship Id="rId150" Type="http://schemas.openxmlformats.org/officeDocument/2006/relationships/customXml" Target="../ink/ink1632.xml"/><Relationship Id="rId192" Type="http://schemas.openxmlformats.org/officeDocument/2006/relationships/customXml" Target="../ink/ink1653.xml"/><Relationship Id="rId206" Type="http://schemas.openxmlformats.org/officeDocument/2006/relationships/customXml" Target="../ink/ink1660.xml"/><Relationship Id="rId248" Type="http://schemas.openxmlformats.org/officeDocument/2006/relationships/customXml" Target="../ink/ink1681.xml"/><Relationship Id="rId12" Type="http://schemas.openxmlformats.org/officeDocument/2006/relationships/customXml" Target="../ink/ink1563.xml"/><Relationship Id="rId108" Type="http://schemas.openxmlformats.org/officeDocument/2006/relationships/customXml" Target="../ink/ink1611.xml"/><Relationship Id="rId54" Type="http://schemas.openxmlformats.org/officeDocument/2006/relationships/customXml" Target="../ink/ink1584.xml"/><Relationship Id="rId96" Type="http://schemas.openxmlformats.org/officeDocument/2006/relationships/customXml" Target="../ink/ink1605.xml"/><Relationship Id="rId161" Type="http://schemas.openxmlformats.org/officeDocument/2006/relationships/image" Target="../media/image1269.png"/><Relationship Id="rId217" Type="http://schemas.openxmlformats.org/officeDocument/2006/relationships/image" Target="../media/image1297.png"/><Relationship Id="rId259" Type="http://schemas.openxmlformats.org/officeDocument/2006/relationships/image" Target="../media/image1318.png"/><Relationship Id="rId23" Type="http://schemas.openxmlformats.org/officeDocument/2006/relationships/image" Target="../media/image1200.png"/><Relationship Id="rId119" Type="http://schemas.openxmlformats.org/officeDocument/2006/relationships/image" Target="../media/image1248.png"/><Relationship Id="rId270" Type="http://schemas.openxmlformats.org/officeDocument/2006/relationships/customXml" Target="../ink/ink1692.xml"/><Relationship Id="rId44" Type="http://schemas.openxmlformats.org/officeDocument/2006/relationships/customXml" Target="../ink/ink1579.xml"/><Relationship Id="rId65" Type="http://schemas.openxmlformats.org/officeDocument/2006/relationships/image" Target="../media/image1221.png"/><Relationship Id="rId86" Type="http://schemas.openxmlformats.org/officeDocument/2006/relationships/customXml" Target="../ink/ink1600.xml"/><Relationship Id="rId130" Type="http://schemas.openxmlformats.org/officeDocument/2006/relationships/customXml" Target="../ink/ink1622.xml"/><Relationship Id="rId151" Type="http://schemas.openxmlformats.org/officeDocument/2006/relationships/image" Target="../media/image1264.png"/><Relationship Id="rId172" Type="http://schemas.openxmlformats.org/officeDocument/2006/relationships/customXml" Target="../ink/ink1643.xml"/><Relationship Id="rId193" Type="http://schemas.openxmlformats.org/officeDocument/2006/relationships/image" Target="../media/image1285.png"/><Relationship Id="rId207" Type="http://schemas.openxmlformats.org/officeDocument/2006/relationships/image" Target="../media/image1292.png"/><Relationship Id="rId228" Type="http://schemas.openxmlformats.org/officeDocument/2006/relationships/customXml" Target="../ink/ink1671.xml"/><Relationship Id="rId249" Type="http://schemas.openxmlformats.org/officeDocument/2006/relationships/image" Target="../media/image1313.png"/><Relationship Id="rId13" Type="http://schemas.openxmlformats.org/officeDocument/2006/relationships/image" Target="../media/image1195.png"/><Relationship Id="rId109" Type="http://schemas.openxmlformats.org/officeDocument/2006/relationships/image" Target="../media/image1243.png"/><Relationship Id="rId260" Type="http://schemas.openxmlformats.org/officeDocument/2006/relationships/customXml" Target="../ink/ink1687.xml"/><Relationship Id="rId281" Type="http://schemas.openxmlformats.org/officeDocument/2006/relationships/image" Target="../media/image1329.png"/><Relationship Id="rId34" Type="http://schemas.openxmlformats.org/officeDocument/2006/relationships/customXml" Target="../ink/ink1574.xml"/><Relationship Id="rId55" Type="http://schemas.openxmlformats.org/officeDocument/2006/relationships/image" Target="../media/image1216.png"/><Relationship Id="rId76" Type="http://schemas.openxmlformats.org/officeDocument/2006/relationships/customXml" Target="../ink/ink1595.xml"/><Relationship Id="rId97" Type="http://schemas.openxmlformats.org/officeDocument/2006/relationships/image" Target="../media/image1237.png"/><Relationship Id="rId120" Type="http://schemas.openxmlformats.org/officeDocument/2006/relationships/customXml" Target="../ink/ink1617.xml"/><Relationship Id="rId141" Type="http://schemas.openxmlformats.org/officeDocument/2006/relationships/image" Target="../media/image1259.png"/><Relationship Id="rId7" Type="http://schemas.openxmlformats.org/officeDocument/2006/relationships/image" Target="../media/image1192.png"/><Relationship Id="rId162" Type="http://schemas.openxmlformats.org/officeDocument/2006/relationships/customXml" Target="../ink/ink1638.xml"/><Relationship Id="rId183" Type="http://schemas.openxmlformats.org/officeDocument/2006/relationships/image" Target="../media/image1280.png"/><Relationship Id="rId218" Type="http://schemas.openxmlformats.org/officeDocument/2006/relationships/customXml" Target="../ink/ink1666.xml"/><Relationship Id="rId239" Type="http://schemas.openxmlformats.org/officeDocument/2006/relationships/image" Target="../media/image1308.png"/><Relationship Id="rId250" Type="http://schemas.openxmlformats.org/officeDocument/2006/relationships/customXml" Target="../ink/ink1682.xml"/><Relationship Id="rId271" Type="http://schemas.openxmlformats.org/officeDocument/2006/relationships/image" Target="../media/image1324.png"/><Relationship Id="rId292" Type="http://schemas.openxmlformats.org/officeDocument/2006/relationships/customXml" Target="../ink/ink1703.xml"/><Relationship Id="rId306" Type="http://schemas.openxmlformats.org/officeDocument/2006/relationships/customXml" Target="../ink/ink1710.xml"/><Relationship Id="rId24" Type="http://schemas.openxmlformats.org/officeDocument/2006/relationships/customXml" Target="../ink/ink1569.xml"/><Relationship Id="rId45" Type="http://schemas.openxmlformats.org/officeDocument/2006/relationships/image" Target="../media/image1211.png"/><Relationship Id="rId66" Type="http://schemas.openxmlformats.org/officeDocument/2006/relationships/customXml" Target="../ink/ink1590.xml"/><Relationship Id="rId87" Type="http://schemas.openxmlformats.org/officeDocument/2006/relationships/image" Target="../media/image1232.png"/><Relationship Id="rId110" Type="http://schemas.openxmlformats.org/officeDocument/2006/relationships/customXml" Target="../ink/ink1612.xml"/><Relationship Id="rId131" Type="http://schemas.openxmlformats.org/officeDocument/2006/relationships/image" Target="../media/image1254.png"/><Relationship Id="rId152" Type="http://schemas.openxmlformats.org/officeDocument/2006/relationships/customXml" Target="../ink/ink1633.xml"/><Relationship Id="rId173" Type="http://schemas.openxmlformats.org/officeDocument/2006/relationships/image" Target="../media/image1275.png"/><Relationship Id="rId194" Type="http://schemas.openxmlformats.org/officeDocument/2006/relationships/customXml" Target="../ink/ink1654.xml"/><Relationship Id="rId208" Type="http://schemas.openxmlformats.org/officeDocument/2006/relationships/customXml" Target="../ink/ink1661.xml"/><Relationship Id="rId229" Type="http://schemas.openxmlformats.org/officeDocument/2006/relationships/image" Target="../media/image1303.png"/><Relationship Id="rId240" Type="http://schemas.openxmlformats.org/officeDocument/2006/relationships/customXml" Target="../ink/ink1677.xml"/><Relationship Id="rId261" Type="http://schemas.openxmlformats.org/officeDocument/2006/relationships/image" Target="../media/image1319.png"/><Relationship Id="rId14" Type="http://schemas.openxmlformats.org/officeDocument/2006/relationships/customXml" Target="../ink/ink1564.xml"/><Relationship Id="rId35" Type="http://schemas.openxmlformats.org/officeDocument/2006/relationships/image" Target="../media/image1206.png"/><Relationship Id="rId56" Type="http://schemas.openxmlformats.org/officeDocument/2006/relationships/customXml" Target="../ink/ink1585.xml"/><Relationship Id="rId77" Type="http://schemas.openxmlformats.org/officeDocument/2006/relationships/image" Target="../media/image1227.png"/><Relationship Id="rId100" Type="http://schemas.openxmlformats.org/officeDocument/2006/relationships/customXml" Target="../ink/ink1607.xml"/><Relationship Id="rId282" Type="http://schemas.openxmlformats.org/officeDocument/2006/relationships/customXml" Target="../ink/ink1698.xml"/><Relationship Id="rId8" Type="http://schemas.openxmlformats.org/officeDocument/2006/relationships/customXml" Target="../ink/ink1561.xml"/><Relationship Id="rId98" Type="http://schemas.openxmlformats.org/officeDocument/2006/relationships/customXml" Target="../ink/ink1606.xml"/><Relationship Id="rId121" Type="http://schemas.openxmlformats.org/officeDocument/2006/relationships/image" Target="../media/image1249.png"/><Relationship Id="rId142" Type="http://schemas.openxmlformats.org/officeDocument/2006/relationships/customXml" Target="../ink/ink1628.xml"/><Relationship Id="rId163" Type="http://schemas.openxmlformats.org/officeDocument/2006/relationships/image" Target="../media/image1270.png"/><Relationship Id="rId184" Type="http://schemas.openxmlformats.org/officeDocument/2006/relationships/customXml" Target="../ink/ink1649.xml"/><Relationship Id="rId219" Type="http://schemas.openxmlformats.org/officeDocument/2006/relationships/image" Target="../media/image1298.png"/><Relationship Id="rId230" Type="http://schemas.openxmlformats.org/officeDocument/2006/relationships/customXml" Target="../ink/ink1672.xml"/><Relationship Id="rId251" Type="http://schemas.openxmlformats.org/officeDocument/2006/relationships/image" Target="../media/image1314.png"/><Relationship Id="rId25" Type="http://schemas.openxmlformats.org/officeDocument/2006/relationships/image" Target="../media/image1201.png"/><Relationship Id="rId46" Type="http://schemas.openxmlformats.org/officeDocument/2006/relationships/customXml" Target="../ink/ink1580.xml"/><Relationship Id="rId67" Type="http://schemas.openxmlformats.org/officeDocument/2006/relationships/image" Target="../media/image1222.png"/><Relationship Id="rId272" Type="http://schemas.openxmlformats.org/officeDocument/2006/relationships/customXml" Target="../ink/ink1693.xml"/><Relationship Id="rId293" Type="http://schemas.openxmlformats.org/officeDocument/2006/relationships/image" Target="../media/image1335.png"/><Relationship Id="rId307" Type="http://schemas.openxmlformats.org/officeDocument/2006/relationships/image" Target="../media/image1342.png"/><Relationship Id="rId88" Type="http://schemas.openxmlformats.org/officeDocument/2006/relationships/customXml" Target="../ink/ink1601.xml"/><Relationship Id="rId111" Type="http://schemas.openxmlformats.org/officeDocument/2006/relationships/image" Target="../media/image1244.png"/><Relationship Id="rId132" Type="http://schemas.openxmlformats.org/officeDocument/2006/relationships/customXml" Target="../ink/ink1623.xml"/><Relationship Id="rId153" Type="http://schemas.openxmlformats.org/officeDocument/2006/relationships/image" Target="../media/image1265.png"/><Relationship Id="rId174" Type="http://schemas.openxmlformats.org/officeDocument/2006/relationships/customXml" Target="../ink/ink1644.xml"/><Relationship Id="rId195" Type="http://schemas.openxmlformats.org/officeDocument/2006/relationships/image" Target="../media/image1286.png"/><Relationship Id="rId209" Type="http://schemas.openxmlformats.org/officeDocument/2006/relationships/image" Target="../media/image1293.png"/><Relationship Id="rId220" Type="http://schemas.openxmlformats.org/officeDocument/2006/relationships/customXml" Target="../ink/ink1667.xml"/><Relationship Id="rId241" Type="http://schemas.openxmlformats.org/officeDocument/2006/relationships/image" Target="../media/image1309.png"/><Relationship Id="rId15" Type="http://schemas.openxmlformats.org/officeDocument/2006/relationships/image" Target="../media/image1196.png"/><Relationship Id="rId36" Type="http://schemas.openxmlformats.org/officeDocument/2006/relationships/customXml" Target="../ink/ink1575.xml"/><Relationship Id="rId57" Type="http://schemas.openxmlformats.org/officeDocument/2006/relationships/image" Target="../media/image1217.png"/><Relationship Id="rId262" Type="http://schemas.openxmlformats.org/officeDocument/2006/relationships/customXml" Target="../ink/ink1688.xml"/><Relationship Id="rId283" Type="http://schemas.openxmlformats.org/officeDocument/2006/relationships/image" Target="../media/image1330.png"/><Relationship Id="rId78" Type="http://schemas.openxmlformats.org/officeDocument/2006/relationships/customXml" Target="../ink/ink1596.xml"/><Relationship Id="rId99" Type="http://schemas.openxmlformats.org/officeDocument/2006/relationships/image" Target="../media/image1238.png"/><Relationship Id="rId101" Type="http://schemas.openxmlformats.org/officeDocument/2006/relationships/image" Target="../media/image1239.png"/><Relationship Id="rId122" Type="http://schemas.openxmlformats.org/officeDocument/2006/relationships/customXml" Target="../ink/ink1618.xml"/><Relationship Id="rId143" Type="http://schemas.openxmlformats.org/officeDocument/2006/relationships/image" Target="../media/image1260.png"/><Relationship Id="rId164" Type="http://schemas.openxmlformats.org/officeDocument/2006/relationships/customXml" Target="../ink/ink1639.xml"/><Relationship Id="rId185" Type="http://schemas.openxmlformats.org/officeDocument/2006/relationships/image" Target="../media/image1281.png"/><Relationship Id="rId9" Type="http://schemas.openxmlformats.org/officeDocument/2006/relationships/image" Target="../media/image1193.png"/><Relationship Id="rId210" Type="http://schemas.openxmlformats.org/officeDocument/2006/relationships/customXml" Target="../ink/ink1662.xml"/><Relationship Id="rId26" Type="http://schemas.openxmlformats.org/officeDocument/2006/relationships/customXml" Target="../ink/ink1570.xml"/><Relationship Id="rId231" Type="http://schemas.openxmlformats.org/officeDocument/2006/relationships/image" Target="../media/image1304.png"/><Relationship Id="rId252" Type="http://schemas.openxmlformats.org/officeDocument/2006/relationships/customXml" Target="../ink/ink1683.xml"/><Relationship Id="rId273" Type="http://schemas.openxmlformats.org/officeDocument/2006/relationships/image" Target="../media/image1325.png"/><Relationship Id="rId294" Type="http://schemas.openxmlformats.org/officeDocument/2006/relationships/customXml" Target="../ink/ink1704.xml"/><Relationship Id="rId308" Type="http://schemas.openxmlformats.org/officeDocument/2006/relationships/customXml" Target="../ink/ink1711.xml"/><Relationship Id="rId47" Type="http://schemas.openxmlformats.org/officeDocument/2006/relationships/image" Target="../media/image1212.png"/><Relationship Id="rId68" Type="http://schemas.openxmlformats.org/officeDocument/2006/relationships/customXml" Target="../ink/ink1591.xml"/><Relationship Id="rId89" Type="http://schemas.openxmlformats.org/officeDocument/2006/relationships/image" Target="../media/image1233.png"/><Relationship Id="rId112" Type="http://schemas.openxmlformats.org/officeDocument/2006/relationships/customXml" Target="../ink/ink1613.xml"/><Relationship Id="rId133" Type="http://schemas.openxmlformats.org/officeDocument/2006/relationships/image" Target="../media/image1255.png"/><Relationship Id="rId154" Type="http://schemas.openxmlformats.org/officeDocument/2006/relationships/customXml" Target="../ink/ink1634.xml"/><Relationship Id="rId175" Type="http://schemas.openxmlformats.org/officeDocument/2006/relationships/image" Target="../media/image1276.png"/><Relationship Id="rId196" Type="http://schemas.openxmlformats.org/officeDocument/2006/relationships/customXml" Target="../ink/ink1655.xml"/><Relationship Id="rId200" Type="http://schemas.openxmlformats.org/officeDocument/2006/relationships/customXml" Target="../ink/ink1657.xml"/><Relationship Id="rId16" Type="http://schemas.openxmlformats.org/officeDocument/2006/relationships/customXml" Target="../ink/ink1565.xml"/><Relationship Id="rId221" Type="http://schemas.openxmlformats.org/officeDocument/2006/relationships/image" Target="../media/image1299.png"/><Relationship Id="rId242" Type="http://schemas.openxmlformats.org/officeDocument/2006/relationships/customXml" Target="../ink/ink1678.xml"/><Relationship Id="rId263" Type="http://schemas.openxmlformats.org/officeDocument/2006/relationships/image" Target="../media/image1320.png"/><Relationship Id="rId284" Type="http://schemas.openxmlformats.org/officeDocument/2006/relationships/customXml" Target="../ink/ink1699.xml"/><Relationship Id="rId37" Type="http://schemas.openxmlformats.org/officeDocument/2006/relationships/image" Target="../media/image1207.png"/><Relationship Id="rId58" Type="http://schemas.openxmlformats.org/officeDocument/2006/relationships/customXml" Target="../ink/ink1586.xml"/><Relationship Id="rId79" Type="http://schemas.openxmlformats.org/officeDocument/2006/relationships/image" Target="../media/image1228.png"/><Relationship Id="rId102" Type="http://schemas.openxmlformats.org/officeDocument/2006/relationships/customXml" Target="../ink/ink1608.xml"/><Relationship Id="rId123" Type="http://schemas.openxmlformats.org/officeDocument/2006/relationships/image" Target="../media/image1250.png"/><Relationship Id="rId144" Type="http://schemas.openxmlformats.org/officeDocument/2006/relationships/customXml" Target="../ink/ink1629.xml"/><Relationship Id="rId90" Type="http://schemas.openxmlformats.org/officeDocument/2006/relationships/customXml" Target="../ink/ink1602.xml"/><Relationship Id="rId165" Type="http://schemas.openxmlformats.org/officeDocument/2006/relationships/image" Target="../media/image1271.png"/><Relationship Id="rId186" Type="http://schemas.openxmlformats.org/officeDocument/2006/relationships/customXml" Target="../ink/ink1650.xml"/><Relationship Id="rId211" Type="http://schemas.openxmlformats.org/officeDocument/2006/relationships/image" Target="../media/image1294.png"/><Relationship Id="rId232" Type="http://schemas.openxmlformats.org/officeDocument/2006/relationships/customXml" Target="../ink/ink1673.xml"/><Relationship Id="rId253" Type="http://schemas.openxmlformats.org/officeDocument/2006/relationships/image" Target="../media/image1315.png"/><Relationship Id="rId274" Type="http://schemas.openxmlformats.org/officeDocument/2006/relationships/customXml" Target="../ink/ink1694.xml"/><Relationship Id="rId295" Type="http://schemas.openxmlformats.org/officeDocument/2006/relationships/image" Target="../media/image1336.png"/><Relationship Id="rId309" Type="http://schemas.openxmlformats.org/officeDocument/2006/relationships/image" Target="../media/image1343.png"/><Relationship Id="rId27" Type="http://schemas.openxmlformats.org/officeDocument/2006/relationships/image" Target="../media/image1202.png"/><Relationship Id="rId48" Type="http://schemas.openxmlformats.org/officeDocument/2006/relationships/customXml" Target="../ink/ink1581.xml"/><Relationship Id="rId69" Type="http://schemas.openxmlformats.org/officeDocument/2006/relationships/image" Target="../media/image1223.png"/><Relationship Id="rId113" Type="http://schemas.openxmlformats.org/officeDocument/2006/relationships/image" Target="../media/image1245.png"/><Relationship Id="rId134" Type="http://schemas.openxmlformats.org/officeDocument/2006/relationships/customXml" Target="../ink/ink1624.xml"/><Relationship Id="rId80" Type="http://schemas.openxmlformats.org/officeDocument/2006/relationships/customXml" Target="../ink/ink1597.xml"/><Relationship Id="rId155" Type="http://schemas.openxmlformats.org/officeDocument/2006/relationships/image" Target="../media/image1266.png"/><Relationship Id="rId176" Type="http://schemas.openxmlformats.org/officeDocument/2006/relationships/customXml" Target="../ink/ink1645.xml"/><Relationship Id="rId197" Type="http://schemas.openxmlformats.org/officeDocument/2006/relationships/image" Target="../media/image1287.png"/><Relationship Id="rId201" Type="http://schemas.openxmlformats.org/officeDocument/2006/relationships/image" Target="../media/image1289.png"/><Relationship Id="rId222" Type="http://schemas.openxmlformats.org/officeDocument/2006/relationships/customXml" Target="../ink/ink1668.xml"/><Relationship Id="rId243" Type="http://schemas.openxmlformats.org/officeDocument/2006/relationships/image" Target="../media/image1310.png"/><Relationship Id="rId264" Type="http://schemas.openxmlformats.org/officeDocument/2006/relationships/customXml" Target="../ink/ink1689.xml"/><Relationship Id="rId285" Type="http://schemas.openxmlformats.org/officeDocument/2006/relationships/image" Target="../media/image1331.png"/><Relationship Id="rId17" Type="http://schemas.openxmlformats.org/officeDocument/2006/relationships/image" Target="../media/image1197.png"/><Relationship Id="rId38" Type="http://schemas.openxmlformats.org/officeDocument/2006/relationships/customXml" Target="../ink/ink1576.xml"/><Relationship Id="rId59" Type="http://schemas.openxmlformats.org/officeDocument/2006/relationships/image" Target="../media/image1218.png"/><Relationship Id="rId103" Type="http://schemas.openxmlformats.org/officeDocument/2006/relationships/image" Target="../media/image1240.png"/><Relationship Id="rId124" Type="http://schemas.openxmlformats.org/officeDocument/2006/relationships/customXml" Target="../ink/ink1619.xml"/><Relationship Id="rId70" Type="http://schemas.openxmlformats.org/officeDocument/2006/relationships/customXml" Target="../ink/ink1592.xml"/><Relationship Id="rId91" Type="http://schemas.openxmlformats.org/officeDocument/2006/relationships/image" Target="../media/image1234.png"/><Relationship Id="rId145" Type="http://schemas.openxmlformats.org/officeDocument/2006/relationships/image" Target="../media/image1261.png"/><Relationship Id="rId166" Type="http://schemas.openxmlformats.org/officeDocument/2006/relationships/customXml" Target="../ink/ink1640.xml"/><Relationship Id="rId187" Type="http://schemas.openxmlformats.org/officeDocument/2006/relationships/image" Target="../media/image1282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663.xml"/><Relationship Id="rId233" Type="http://schemas.openxmlformats.org/officeDocument/2006/relationships/image" Target="../media/image1305.png"/><Relationship Id="rId254" Type="http://schemas.openxmlformats.org/officeDocument/2006/relationships/customXml" Target="../ink/ink1684.xml"/><Relationship Id="rId28" Type="http://schemas.openxmlformats.org/officeDocument/2006/relationships/customXml" Target="../ink/ink1571.xml"/><Relationship Id="rId49" Type="http://schemas.openxmlformats.org/officeDocument/2006/relationships/image" Target="../media/image1213.png"/><Relationship Id="rId114" Type="http://schemas.openxmlformats.org/officeDocument/2006/relationships/customXml" Target="../ink/ink1614.xml"/><Relationship Id="rId275" Type="http://schemas.openxmlformats.org/officeDocument/2006/relationships/image" Target="../media/image1326.png"/><Relationship Id="rId296" Type="http://schemas.openxmlformats.org/officeDocument/2006/relationships/customXml" Target="../ink/ink1705.xml"/><Relationship Id="rId300" Type="http://schemas.openxmlformats.org/officeDocument/2006/relationships/customXml" Target="../ink/ink1707.xml"/><Relationship Id="rId60" Type="http://schemas.openxmlformats.org/officeDocument/2006/relationships/customXml" Target="../ink/ink1587.xml"/><Relationship Id="rId81" Type="http://schemas.openxmlformats.org/officeDocument/2006/relationships/image" Target="../media/image1229.png"/><Relationship Id="rId135" Type="http://schemas.openxmlformats.org/officeDocument/2006/relationships/image" Target="../media/image1256.png"/><Relationship Id="rId156" Type="http://schemas.openxmlformats.org/officeDocument/2006/relationships/customXml" Target="../ink/ink1635.xml"/><Relationship Id="rId177" Type="http://schemas.openxmlformats.org/officeDocument/2006/relationships/image" Target="../media/image1277.png"/><Relationship Id="rId198" Type="http://schemas.openxmlformats.org/officeDocument/2006/relationships/customXml" Target="../ink/ink1656.xml"/><Relationship Id="rId202" Type="http://schemas.openxmlformats.org/officeDocument/2006/relationships/customXml" Target="../ink/ink1658.xml"/><Relationship Id="rId223" Type="http://schemas.openxmlformats.org/officeDocument/2006/relationships/image" Target="../media/image1300.png"/><Relationship Id="rId244" Type="http://schemas.openxmlformats.org/officeDocument/2006/relationships/customXml" Target="../ink/ink1679.xml"/><Relationship Id="rId18" Type="http://schemas.openxmlformats.org/officeDocument/2006/relationships/customXml" Target="../ink/ink1566.xml"/><Relationship Id="rId39" Type="http://schemas.openxmlformats.org/officeDocument/2006/relationships/image" Target="../media/image1208.png"/><Relationship Id="rId265" Type="http://schemas.openxmlformats.org/officeDocument/2006/relationships/image" Target="../media/image1321.png"/><Relationship Id="rId286" Type="http://schemas.openxmlformats.org/officeDocument/2006/relationships/customXml" Target="../ink/ink1700.xml"/><Relationship Id="rId50" Type="http://schemas.openxmlformats.org/officeDocument/2006/relationships/customXml" Target="../ink/ink1582.xml"/><Relationship Id="rId104" Type="http://schemas.openxmlformats.org/officeDocument/2006/relationships/customXml" Target="../ink/ink1609.xml"/><Relationship Id="rId125" Type="http://schemas.openxmlformats.org/officeDocument/2006/relationships/image" Target="../media/image1251.png"/><Relationship Id="rId146" Type="http://schemas.openxmlformats.org/officeDocument/2006/relationships/customXml" Target="../ink/ink1630.xml"/><Relationship Id="rId167" Type="http://schemas.openxmlformats.org/officeDocument/2006/relationships/image" Target="../media/image1272.png"/><Relationship Id="rId188" Type="http://schemas.openxmlformats.org/officeDocument/2006/relationships/customXml" Target="../ink/ink1651.xml"/><Relationship Id="rId71" Type="http://schemas.openxmlformats.org/officeDocument/2006/relationships/image" Target="../media/image1224.png"/><Relationship Id="rId92" Type="http://schemas.openxmlformats.org/officeDocument/2006/relationships/customXml" Target="../ink/ink1603.xml"/><Relationship Id="rId213" Type="http://schemas.openxmlformats.org/officeDocument/2006/relationships/image" Target="../media/image1295.png"/><Relationship Id="rId234" Type="http://schemas.openxmlformats.org/officeDocument/2006/relationships/customXml" Target="../ink/ink1674.xml"/><Relationship Id="rId2" Type="http://schemas.openxmlformats.org/officeDocument/2006/relationships/customXml" Target="../ink/ink1558.xml"/><Relationship Id="rId29" Type="http://schemas.openxmlformats.org/officeDocument/2006/relationships/image" Target="../media/image1203.png"/><Relationship Id="rId255" Type="http://schemas.openxmlformats.org/officeDocument/2006/relationships/image" Target="../media/image1316.png"/><Relationship Id="rId276" Type="http://schemas.openxmlformats.org/officeDocument/2006/relationships/customXml" Target="../ink/ink1695.xml"/><Relationship Id="rId297" Type="http://schemas.openxmlformats.org/officeDocument/2006/relationships/image" Target="../media/image1337.png"/><Relationship Id="rId40" Type="http://schemas.openxmlformats.org/officeDocument/2006/relationships/customXml" Target="../ink/ink1577.xml"/><Relationship Id="rId115" Type="http://schemas.openxmlformats.org/officeDocument/2006/relationships/image" Target="../media/image1246.png"/><Relationship Id="rId136" Type="http://schemas.openxmlformats.org/officeDocument/2006/relationships/customXml" Target="../ink/ink1625.xml"/><Relationship Id="rId157" Type="http://schemas.openxmlformats.org/officeDocument/2006/relationships/image" Target="../media/image1267.png"/><Relationship Id="rId178" Type="http://schemas.openxmlformats.org/officeDocument/2006/relationships/customXml" Target="../ink/ink1646.xml"/><Relationship Id="rId301" Type="http://schemas.openxmlformats.org/officeDocument/2006/relationships/image" Target="../media/image1339.png"/><Relationship Id="rId61" Type="http://schemas.openxmlformats.org/officeDocument/2006/relationships/image" Target="../media/image1219.png"/><Relationship Id="rId82" Type="http://schemas.openxmlformats.org/officeDocument/2006/relationships/customXml" Target="../ink/ink1598.xml"/><Relationship Id="rId199" Type="http://schemas.openxmlformats.org/officeDocument/2006/relationships/image" Target="../media/image1288.png"/><Relationship Id="rId203" Type="http://schemas.openxmlformats.org/officeDocument/2006/relationships/image" Target="../media/image1290.png"/><Relationship Id="rId19" Type="http://schemas.openxmlformats.org/officeDocument/2006/relationships/image" Target="../media/image1198.png"/><Relationship Id="rId224" Type="http://schemas.openxmlformats.org/officeDocument/2006/relationships/customXml" Target="../ink/ink1669.xml"/><Relationship Id="rId245" Type="http://schemas.openxmlformats.org/officeDocument/2006/relationships/image" Target="../media/image1311.png"/><Relationship Id="rId266" Type="http://schemas.openxmlformats.org/officeDocument/2006/relationships/customXml" Target="../ink/ink1690.xml"/><Relationship Id="rId287" Type="http://schemas.openxmlformats.org/officeDocument/2006/relationships/image" Target="../media/image1332.png"/><Relationship Id="rId30" Type="http://schemas.openxmlformats.org/officeDocument/2006/relationships/customXml" Target="../ink/ink1572.xml"/><Relationship Id="rId105" Type="http://schemas.openxmlformats.org/officeDocument/2006/relationships/image" Target="../media/image1241.png"/><Relationship Id="rId126" Type="http://schemas.openxmlformats.org/officeDocument/2006/relationships/customXml" Target="../ink/ink1620.xml"/><Relationship Id="rId147" Type="http://schemas.openxmlformats.org/officeDocument/2006/relationships/image" Target="../media/image1262.png"/><Relationship Id="rId168" Type="http://schemas.openxmlformats.org/officeDocument/2006/relationships/customXml" Target="../ink/ink1641.xml"/><Relationship Id="rId51" Type="http://schemas.openxmlformats.org/officeDocument/2006/relationships/image" Target="../media/image1214.png"/><Relationship Id="rId72" Type="http://schemas.openxmlformats.org/officeDocument/2006/relationships/customXml" Target="../ink/ink1593.xml"/><Relationship Id="rId93" Type="http://schemas.openxmlformats.org/officeDocument/2006/relationships/image" Target="../media/image1235.png"/><Relationship Id="rId189" Type="http://schemas.openxmlformats.org/officeDocument/2006/relationships/image" Target="../media/image1283.png"/><Relationship Id="rId3" Type="http://schemas.openxmlformats.org/officeDocument/2006/relationships/image" Target="../media/image1190.png"/><Relationship Id="rId214" Type="http://schemas.openxmlformats.org/officeDocument/2006/relationships/customXml" Target="../ink/ink1664.xml"/><Relationship Id="rId235" Type="http://schemas.openxmlformats.org/officeDocument/2006/relationships/image" Target="../media/image1306.png"/><Relationship Id="rId256" Type="http://schemas.openxmlformats.org/officeDocument/2006/relationships/customXml" Target="../ink/ink1685.xml"/><Relationship Id="rId277" Type="http://schemas.openxmlformats.org/officeDocument/2006/relationships/image" Target="../media/image1327.png"/><Relationship Id="rId298" Type="http://schemas.openxmlformats.org/officeDocument/2006/relationships/customXml" Target="../ink/ink1706.xml"/><Relationship Id="rId116" Type="http://schemas.openxmlformats.org/officeDocument/2006/relationships/customXml" Target="../ink/ink1615.xml"/><Relationship Id="rId137" Type="http://schemas.openxmlformats.org/officeDocument/2006/relationships/image" Target="../media/image1257.png"/><Relationship Id="rId158" Type="http://schemas.openxmlformats.org/officeDocument/2006/relationships/customXml" Target="../ink/ink1636.xml"/><Relationship Id="rId302" Type="http://schemas.openxmlformats.org/officeDocument/2006/relationships/customXml" Target="../ink/ink1708.xml"/><Relationship Id="rId20" Type="http://schemas.openxmlformats.org/officeDocument/2006/relationships/customXml" Target="../ink/ink1567.xml"/><Relationship Id="rId41" Type="http://schemas.openxmlformats.org/officeDocument/2006/relationships/image" Target="../media/image1209.png"/><Relationship Id="rId62" Type="http://schemas.openxmlformats.org/officeDocument/2006/relationships/customXml" Target="../ink/ink1588.xml"/><Relationship Id="rId83" Type="http://schemas.openxmlformats.org/officeDocument/2006/relationships/image" Target="../media/image1230.png"/><Relationship Id="rId179" Type="http://schemas.openxmlformats.org/officeDocument/2006/relationships/image" Target="../media/image1278.png"/><Relationship Id="rId190" Type="http://schemas.openxmlformats.org/officeDocument/2006/relationships/customXml" Target="../ink/ink1652.xml"/><Relationship Id="rId204" Type="http://schemas.openxmlformats.org/officeDocument/2006/relationships/customXml" Target="../ink/ink1659.xml"/><Relationship Id="rId225" Type="http://schemas.openxmlformats.org/officeDocument/2006/relationships/image" Target="../media/image1301.png"/><Relationship Id="rId246" Type="http://schemas.openxmlformats.org/officeDocument/2006/relationships/customXml" Target="../ink/ink1680.xml"/><Relationship Id="rId267" Type="http://schemas.openxmlformats.org/officeDocument/2006/relationships/image" Target="../media/image1322.png"/><Relationship Id="rId288" Type="http://schemas.openxmlformats.org/officeDocument/2006/relationships/customXml" Target="../ink/ink1701.xml"/><Relationship Id="rId106" Type="http://schemas.openxmlformats.org/officeDocument/2006/relationships/customXml" Target="../ink/ink1610.xml"/><Relationship Id="rId127" Type="http://schemas.openxmlformats.org/officeDocument/2006/relationships/image" Target="../media/image1252.png"/><Relationship Id="rId10" Type="http://schemas.openxmlformats.org/officeDocument/2006/relationships/customXml" Target="../ink/ink1562.xml"/><Relationship Id="rId31" Type="http://schemas.openxmlformats.org/officeDocument/2006/relationships/image" Target="../media/image1204.png"/><Relationship Id="rId52" Type="http://schemas.openxmlformats.org/officeDocument/2006/relationships/customXml" Target="../ink/ink1583.xml"/><Relationship Id="rId73" Type="http://schemas.openxmlformats.org/officeDocument/2006/relationships/image" Target="../media/image1225.png"/><Relationship Id="rId94" Type="http://schemas.openxmlformats.org/officeDocument/2006/relationships/customXml" Target="../ink/ink1604.xml"/><Relationship Id="rId148" Type="http://schemas.openxmlformats.org/officeDocument/2006/relationships/customXml" Target="../ink/ink1631.xml"/><Relationship Id="rId169" Type="http://schemas.openxmlformats.org/officeDocument/2006/relationships/image" Target="../media/image1273.png"/><Relationship Id="rId4" Type="http://schemas.openxmlformats.org/officeDocument/2006/relationships/customXml" Target="../ink/ink1559.xml"/><Relationship Id="rId180" Type="http://schemas.openxmlformats.org/officeDocument/2006/relationships/customXml" Target="../ink/ink1647.xml"/><Relationship Id="rId215" Type="http://schemas.openxmlformats.org/officeDocument/2006/relationships/image" Target="../media/image1296.png"/><Relationship Id="rId236" Type="http://schemas.openxmlformats.org/officeDocument/2006/relationships/customXml" Target="../ink/ink1675.xml"/><Relationship Id="rId257" Type="http://schemas.openxmlformats.org/officeDocument/2006/relationships/image" Target="../media/image1317.png"/><Relationship Id="rId278" Type="http://schemas.openxmlformats.org/officeDocument/2006/relationships/customXml" Target="../ink/ink1696.xml"/><Relationship Id="rId303" Type="http://schemas.openxmlformats.org/officeDocument/2006/relationships/image" Target="../media/image1340.png"/><Relationship Id="rId42" Type="http://schemas.openxmlformats.org/officeDocument/2006/relationships/customXml" Target="../ink/ink1578.xml"/><Relationship Id="rId84" Type="http://schemas.openxmlformats.org/officeDocument/2006/relationships/customXml" Target="../ink/ink1599.xml"/><Relationship Id="rId138" Type="http://schemas.openxmlformats.org/officeDocument/2006/relationships/customXml" Target="../ink/ink1626.xml"/><Relationship Id="rId191" Type="http://schemas.openxmlformats.org/officeDocument/2006/relationships/image" Target="../media/image1284.png"/><Relationship Id="rId205" Type="http://schemas.openxmlformats.org/officeDocument/2006/relationships/image" Target="../media/image1291.png"/><Relationship Id="rId247" Type="http://schemas.openxmlformats.org/officeDocument/2006/relationships/image" Target="../media/image1312.png"/><Relationship Id="rId107" Type="http://schemas.openxmlformats.org/officeDocument/2006/relationships/image" Target="../media/image1242.png"/><Relationship Id="rId289" Type="http://schemas.openxmlformats.org/officeDocument/2006/relationships/image" Target="../media/image1333.png"/><Relationship Id="rId11" Type="http://schemas.openxmlformats.org/officeDocument/2006/relationships/image" Target="../media/image1194.png"/><Relationship Id="rId53" Type="http://schemas.openxmlformats.org/officeDocument/2006/relationships/image" Target="../media/image1215.png"/><Relationship Id="rId149" Type="http://schemas.openxmlformats.org/officeDocument/2006/relationships/image" Target="../media/image1263.png"/><Relationship Id="rId95" Type="http://schemas.openxmlformats.org/officeDocument/2006/relationships/image" Target="../media/image1236.png"/><Relationship Id="rId160" Type="http://schemas.openxmlformats.org/officeDocument/2006/relationships/customXml" Target="../ink/ink1637.xml"/><Relationship Id="rId216" Type="http://schemas.openxmlformats.org/officeDocument/2006/relationships/customXml" Target="../ink/ink1665.xml"/><Relationship Id="rId258" Type="http://schemas.openxmlformats.org/officeDocument/2006/relationships/customXml" Target="../ink/ink1686.xml"/><Relationship Id="rId22" Type="http://schemas.openxmlformats.org/officeDocument/2006/relationships/customXml" Target="../ink/ink1568.xml"/><Relationship Id="rId64" Type="http://schemas.openxmlformats.org/officeDocument/2006/relationships/customXml" Target="../ink/ink1589.xml"/><Relationship Id="rId118" Type="http://schemas.openxmlformats.org/officeDocument/2006/relationships/customXml" Target="../ink/ink1616.xml"/><Relationship Id="rId171" Type="http://schemas.openxmlformats.org/officeDocument/2006/relationships/image" Target="../media/image1274.png"/><Relationship Id="rId227" Type="http://schemas.openxmlformats.org/officeDocument/2006/relationships/image" Target="../media/image1302.png"/><Relationship Id="rId269" Type="http://schemas.openxmlformats.org/officeDocument/2006/relationships/image" Target="../media/image1323.png"/><Relationship Id="rId33" Type="http://schemas.openxmlformats.org/officeDocument/2006/relationships/image" Target="../media/image1205.png"/><Relationship Id="rId129" Type="http://schemas.openxmlformats.org/officeDocument/2006/relationships/image" Target="../media/image1253.png"/><Relationship Id="rId280" Type="http://schemas.openxmlformats.org/officeDocument/2006/relationships/customXml" Target="../ink/ink1697.xml"/><Relationship Id="rId75" Type="http://schemas.openxmlformats.org/officeDocument/2006/relationships/image" Target="../media/image1226.png"/><Relationship Id="rId140" Type="http://schemas.openxmlformats.org/officeDocument/2006/relationships/customXml" Target="../ink/ink1627.xml"/><Relationship Id="rId182" Type="http://schemas.openxmlformats.org/officeDocument/2006/relationships/customXml" Target="../ink/ink1648.xml"/><Relationship Id="rId6" Type="http://schemas.openxmlformats.org/officeDocument/2006/relationships/customXml" Target="../ink/ink1560.xml"/><Relationship Id="rId238" Type="http://schemas.openxmlformats.org/officeDocument/2006/relationships/customXml" Target="../ink/ink1676.xml"/><Relationship Id="rId291" Type="http://schemas.openxmlformats.org/officeDocument/2006/relationships/image" Target="../media/image1334.png"/><Relationship Id="rId305" Type="http://schemas.openxmlformats.org/officeDocument/2006/relationships/image" Target="../media/image1341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01.png"/><Relationship Id="rId21" Type="http://schemas.openxmlformats.org/officeDocument/2006/relationships/image" Target="../media/image1353.png"/><Relationship Id="rId63" Type="http://schemas.openxmlformats.org/officeDocument/2006/relationships/image" Target="../media/image1374.png"/><Relationship Id="rId159" Type="http://schemas.openxmlformats.org/officeDocument/2006/relationships/image" Target="../media/image1422.png"/><Relationship Id="rId170" Type="http://schemas.openxmlformats.org/officeDocument/2006/relationships/customXml" Target="../ink/ink1796.xml"/><Relationship Id="rId226" Type="http://schemas.openxmlformats.org/officeDocument/2006/relationships/customXml" Target="../ink/ink1824.xml"/><Relationship Id="rId268" Type="http://schemas.openxmlformats.org/officeDocument/2006/relationships/customXml" Target="../ink/ink1845.xml"/><Relationship Id="rId32" Type="http://schemas.openxmlformats.org/officeDocument/2006/relationships/customXml" Target="../ink/ink1727.xml"/><Relationship Id="rId74" Type="http://schemas.openxmlformats.org/officeDocument/2006/relationships/customXml" Target="../ink/ink1748.xml"/><Relationship Id="rId128" Type="http://schemas.openxmlformats.org/officeDocument/2006/relationships/customXml" Target="../ink/ink1775.xml"/><Relationship Id="rId5" Type="http://schemas.openxmlformats.org/officeDocument/2006/relationships/image" Target="../media/image1345.png"/><Relationship Id="rId181" Type="http://schemas.openxmlformats.org/officeDocument/2006/relationships/image" Target="../media/image1433.png"/><Relationship Id="rId237" Type="http://schemas.openxmlformats.org/officeDocument/2006/relationships/image" Target="../media/image1461.png"/><Relationship Id="rId279" Type="http://schemas.openxmlformats.org/officeDocument/2006/relationships/image" Target="../media/image1482.png"/><Relationship Id="rId22" Type="http://schemas.openxmlformats.org/officeDocument/2006/relationships/customXml" Target="../ink/ink1722.xml"/><Relationship Id="rId43" Type="http://schemas.openxmlformats.org/officeDocument/2006/relationships/image" Target="../media/image1364.png"/><Relationship Id="rId64" Type="http://schemas.openxmlformats.org/officeDocument/2006/relationships/customXml" Target="../ink/ink1743.xml"/><Relationship Id="rId118" Type="http://schemas.openxmlformats.org/officeDocument/2006/relationships/customXml" Target="../ink/ink1770.xml"/><Relationship Id="rId139" Type="http://schemas.openxmlformats.org/officeDocument/2006/relationships/image" Target="../media/image1412.png"/><Relationship Id="rId85" Type="http://schemas.openxmlformats.org/officeDocument/2006/relationships/image" Target="../media/image1385.png"/><Relationship Id="rId150" Type="http://schemas.openxmlformats.org/officeDocument/2006/relationships/customXml" Target="../ink/ink1786.xml"/><Relationship Id="rId171" Type="http://schemas.openxmlformats.org/officeDocument/2006/relationships/image" Target="../media/image1428.png"/><Relationship Id="rId192" Type="http://schemas.openxmlformats.org/officeDocument/2006/relationships/customXml" Target="../ink/ink1807.xml"/><Relationship Id="rId206" Type="http://schemas.openxmlformats.org/officeDocument/2006/relationships/customXml" Target="../ink/ink1814.xml"/><Relationship Id="rId227" Type="http://schemas.openxmlformats.org/officeDocument/2006/relationships/image" Target="../media/image1456.png"/><Relationship Id="rId248" Type="http://schemas.openxmlformats.org/officeDocument/2006/relationships/customXml" Target="../ink/ink1835.xml"/><Relationship Id="rId269" Type="http://schemas.openxmlformats.org/officeDocument/2006/relationships/image" Target="../media/image1477.png"/><Relationship Id="rId12" Type="http://schemas.openxmlformats.org/officeDocument/2006/relationships/customXml" Target="../ink/ink1717.xml"/><Relationship Id="rId33" Type="http://schemas.openxmlformats.org/officeDocument/2006/relationships/image" Target="../media/image1359.png"/><Relationship Id="rId108" Type="http://schemas.openxmlformats.org/officeDocument/2006/relationships/customXml" Target="../ink/ink1765.xml"/><Relationship Id="rId129" Type="http://schemas.openxmlformats.org/officeDocument/2006/relationships/image" Target="../media/image1407.png"/><Relationship Id="rId280" Type="http://schemas.openxmlformats.org/officeDocument/2006/relationships/customXml" Target="../ink/ink1851.xml"/><Relationship Id="rId54" Type="http://schemas.openxmlformats.org/officeDocument/2006/relationships/customXml" Target="../ink/ink1738.xml"/><Relationship Id="rId75" Type="http://schemas.openxmlformats.org/officeDocument/2006/relationships/image" Target="../media/image1380.png"/><Relationship Id="rId96" Type="http://schemas.openxmlformats.org/officeDocument/2006/relationships/customXml" Target="../ink/ink1759.xml"/><Relationship Id="rId140" Type="http://schemas.openxmlformats.org/officeDocument/2006/relationships/customXml" Target="../ink/ink1781.xml"/><Relationship Id="rId161" Type="http://schemas.openxmlformats.org/officeDocument/2006/relationships/image" Target="../media/image1423.png"/><Relationship Id="rId182" Type="http://schemas.openxmlformats.org/officeDocument/2006/relationships/customXml" Target="../ink/ink1802.xml"/><Relationship Id="rId217" Type="http://schemas.openxmlformats.org/officeDocument/2006/relationships/image" Target="../media/image1451.png"/><Relationship Id="rId6" Type="http://schemas.openxmlformats.org/officeDocument/2006/relationships/customXml" Target="../ink/ink1714.xml"/><Relationship Id="rId238" Type="http://schemas.openxmlformats.org/officeDocument/2006/relationships/customXml" Target="../ink/ink1830.xml"/><Relationship Id="rId259" Type="http://schemas.openxmlformats.org/officeDocument/2006/relationships/image" Target="../media/image1472.png"/><Relationship Id="rId23" Type="http://schemas.openxmlformats.org/officeDocument/2006/relationships/image" Target="../media/image1354.png"/><Relationship Id="rId119" Type="http://schemas.openxmlformats.org/officeDocument/2006/relationships/image" Target="../media/image1402.png"/><Relationship Id="rId270" Type="http://schemas.openxmlformats.org/officeDocument/2006/relationships/customXml" Target="../ink/ink1846.xml"/><Relationship Id="rId44" Type="http://schemas.openxmlformats.org/officeDocument/2006/relationships/customXml" Target="../ink/ink1733.xml"/><Relationship Id="rId65" Type="http://schemas.openxmlformats.org/officeDocument/2006/relationships/image" Target="../media/image1375.png"/><Relationship Id="rId86" Type="http://schemas.openxmlformats.org/officeDocument/2006/relationships/customXml" Target="../ink/ink1754.xml"/><Relationship Id="rId130" Type="http://schemas.openxmlformats.org/officeDocument/2006/relationships/customXml" Target="../ink/ink1776.xml"/><Relationship Id="rId151" Type="http://schemas.openxmlformats.org/officeDocument/2006/relationships/image" Target="../media/image1418.png"/><Relationship Id="rId172" Type="http://schemas.openxmlformats.org/officeDocument/2006/relationships/customXml" Target="../ink/ink1797.xml"/><Relationship Id="rId193" Type="http://schemas.openxmlformats.org/officeDocument/2006/relationships/image" Target="../media/image1439.png"/><Relationship Id="rId207" Type="http://schemas.openxmlformats.org/officeDocument/2006/relationships/image" Target="../media/image1446.png"/><Relationship Id="rId228" Type="http://schemas.openxmlformats.org/officeDocument/2006/relationships/customXml" Target="../ink/ink1825.xml"/><Relationship Id="rId249" Type="http://schemas.openxmlformats.org/officeDocument/2006/relationships/image" Target="../media/image1467.png"/><Relationship Id="rId13" Type="http://schemas.openxmlformats.org/officeDocument/2006/relationships/image" Target="../media/image1349.png"/><Relationship Id="rId109" Type="http://schemas.openxmlformats.org/officeDocument/2006/relationships/image" Target="../media/image1397.png"/><Relationship Id="rId260" Type="http://schemas.openxmlformats.org/officeDocument/2006/relationships/customXml" Target="../ink/ink1841.xml"/><Relationship Id="rId281" Type="http://schemas.openxmlformats.org/officeDocument/2006/relationships/image" Target="../media/image1483.png"/><Relationship Id="rId34" Type="http://schemas.openxmlformats.org/officeDocument/2006/relationships/customXml" Target="../ink/ink1728.xml"/><Relationship Id="rId55" Type="http://schemas.openxmlformats.org/officeDocument/2006/relationships/image" Target="../media/image1370.png"/><Relationship Id="rId76" Type="http://schemas.openxmlformats.org/officeDocument/2006/relationships/customXml" Target="../ink/ink1749.xml"/><Relationship Id="rId97" Type="http://schemas.openxmlformats.org/officeDocument/2006/relationships/image" Target="../media/image1391.png"/><Relationship Id="rId120" Type="http://schemas.openxmlformats.org/officeDocument/2006/relationships/customXml" Target="../ink/ink1771.xml"/><Relationship Id="rId141" Type="http://schemas.openxmlformats.org/officeDocument/2006/relationships/image" Target="../media/image1413.png"/><Relationship Id="rId7" Type="http://schemas.openxmlformats.org/officeDocument/2006/relationships/image" Target="../media/image1346.png"/><Relationship Id="rId162" Type="http://schemas.openxmlformats.org/officeDocument/2006/relationships/customXml" Target="../ink/ink1792.xml"/><Relationship Id="rId183" Type="http://schemas.openxmlformats.org/officeDocument/2006/relationships/image" Target="../media/image1434.png"/><Relationship Id="rId218" Type="http://schemas.openxmlformats.org/officeDocument/2006/relationships/customXml" Target="../ink/ink1820.xml"/><Relationship Id="rId239" Type="http://schemas.openxmlformats.org/officeDocument/2006/relationships/image" Target="../media/image1462.png"/><Relationship Id="rId250" Type="http://schemas.openxmlformats.org/officeDocument/2006/relationships/customXml" Target="../ink/ink1836.xml"/><Relationship Id="rId271" Type="http://schemas.openxmlformats.org/officeDocument/2006/relationships/image" Target="../media/image1478.png"/><Relationship Id="rId24" Type="http://schemas.openxmlformats.org/officeDocument/2006/relationships/customXml" Target="../ink/ink1723.xml"/><Relationship Id="rId45" Type="http://schemas.openxmlformats.org/officeDocument/2006/relationships/image" Target="../media/image1365.png"/><Relationship Id="rId66" Type="http://schemas.openxmlformats.org/officeDocument/2006/relationships/customXml" Target="../ink/ink1744.xml"/><Relationship Id="rId87" Type="http://schemas.openxmlformats.org/officeDocument/2006/relationships/image" Target="../media/image1386.png"/><Relationship Id="rId110" Type="http://schemas.openxmlformats.org/officeDocument/2006/relationships/customXml" Target="../ink/ink1766.xml"/><Relationship Id="rId131" Type="http://schemas.openxmlformats.org/officeDocument/2006/relationships/image" Target="../media/image1408.png"/><Relationship Id="rId152" Type="http://schemas.openxmlformats.org/officeDocument/2006/relationships/customXml" Target="../ink/ink1787.xml"/><Relationship Id="rId173" Type="http://schemas.openxmlformats.org/officeDocument/2006/relationships/image" Target="../media/image1429.png"/><Relationship Id="rId194" Type="http://schemas.openxmlformats.org/officeDocument/2006/relationships/customXml" Target="../ink/ink1808.xml"/><Relationship Id="rId208" Type="http://schemas.openxmlformats.org/officeDocument/2006/relationships/customXml" Target="../ink/ink1815.xml"/><Relationship Id="rId229" Type="http://schemas.openxmlformats.org/officeDocument/2006/relationships/image" Target="../media/image1457.png"/><Relationship Id="rId240" Type="http://schemas.openxmlformats.org/officeDocument/2006/relationships/customXml" Target="../ink/ink1831.xml"/><Relationship Id="rId261" Type="http://schemas.openxmlformats.org/officeDocument/2006/relationships/image" Target="../media/image1473.png"/><Relationship Id="rId14" Type="http://schemas.openxmlformats.org/officeDocument/2006/relationships/customXml" Target="../ink/ink1718.xml"/><Relationship Id="rId35" Type="http://schemas.openxmlformats.org/officeDocument/2006/relationships/image" Target="../media/image1360.png"/><Relationship Id="rId56" Type="http://schemas.openxmlformats.org/officeDocument/2006/relationships/customXml" Target="../ink/ink1739.xml"/><Relationship Id="rId77" Type="http://schemas.openxmlformats.org/officeDocument/2006/relationships/image" Target="../media/image1381.png"/><Relationship Id="rId100" Type="http://schemas.openxmlformats.org/officeDocument/2006/relationships/customXml" Target="../ink/ink1761.xml"/><Relationship Id="rId282" Type="http://schemas.openxmlformats.org/officeDocument/2006/relationships/customXml" Target="../ink/ink1852.xml"/><Relationship Id="rId8" Type="http://schemas.openxmlformats.org/officeDocument/2006/relationships/customXml" Target="../ink/ink1715.xml"/><Relationship Id="rId98" Type="http://schemas.openxmlformats.org/officeDocument/2006/relationships/customXml" Target="../ink/ink1760.xml"/><Relationship Id="rId121" Type="http://schemas.openxmlformats.org/officeDocument/2006/relationships/image" Target="../media/image1403.png"/><Relationship Id="rId142" Type="http://schemas.openxmlformats.org/officeDocument/2006/relationships/customXml" Target="../ink/ink1782.xml"/><Relationship Id="rId163" Type="http://schemas.openxmlformats.org/officeDocument/2006/relationships/image" Target="../media/image1424.png"/><Relationship Id="rId184" Type="http://schemas.openxmlformats.org/officeDocument/2006/relationships/customXml" Target="../ink/ink1803.xml"/><Relationship Id="rId219" Type="http://schemas.openxmlformats.org/officeDocument/2006/relationships/image" Target="../media/image1452.png"/><Relationship Id="rId230" Type="http://schemas.openxmlformats.org/officeDocument/2006/relationships/customXml" Target="../ink/ink1826.xml"/><Relationship Id="rId251" Type="http://schemas.openxmlformats.org/officeDocument/2006/relationships/image" Target="../media/image1468.png"/><Relationship Id="rId25" Type="http://schemas.openxmlformats.org/officeDocument/2006/relationships/image" Target="../media/image1355.png"/><Relationship Id="rId46" Type="http://schemas.openxmlformats.org/officeDocument/2006/relationships/customXml" Target="../ink/ink1734.xml"/><Relationship Id="rId67" Type="http://schemas.openxmlformats.org/officeDocument/2006/relationships/image" Target="../media/image1376.png"/><Relationship Id="rId272" Type="http://schemas.openxmlformats.org/officeDocument/2006/relationships/customXml" Target="../ink/ink1847.xml"/><Relationship Id="rId88" Type="http://schemas.openxmlformats.org/officeDocument/2006/relationships/customXml" Target="../ink/ink1755.xml"/><Relationship Id="rId111" Type="http://schemas.openxmlformats.org/officeDocument/2006/relationships/image" Target="../media/image1398.png"/><Relationship Id="rId132" Type="http://schemas.openxmlformats.org/officeDocument/2006/relationships/customXml" Target="../ink/ink1777.xml"/><Relationship Id="rId153" Type="http://schemas.openxmlformats.org/officeDocument/2006/relationships/image" Target="../media/image1419.png"/><Relationship Id="rId174" Type="http://schemas.openxmlformats.org/officeDocument/2006/relationships/customXml" Target="../ink/ink1798.xml"/><Relationship Id="rId195" Type="http://schemas.openxmlformats.org/officeDocument/2006/relationships/image" Target="../media/image1440.png"/><Relationship Id="rId209" Type="http://schemas.openxmlformats.org/officeDocument/2006/relationships/image" Target="../media/image1447.png"/><Relationship Id="rId220" Type="http://schemas.openxmlformats.org/officeDocument/2006/relationships/customXml" Target="../ink/ink1821.xml"/><Relationship Id="rId241" Type="http://schemas.openxmlformats.org/officeDocument/2006/relationships/image" Target="../media/image1463.png"/><Relationship Id="rId15" Type="http://schemas.openxmlformats.org/officeDocument/2006/relationships/image" Target="../media/image1350.png"/><Relationship Id="rId36" Type="http://schemas.openxmlformats.org/officeDocument/2006/relationships/customXml" Target="../ink/ink1729.xml"/><Relationship Id="rId57" Type="http://schemas.openxmlformats.org/officeDocument/2006/relationships/image" Target="../media/image1371.png"/><Relationship Id="rId262" Type="http://schemas.openxmlformats.org/officeDocument/2006/relationships/customXml" Target="../ink/ink1842.xml"/><Relationship Id="rId283" Type="http://schemas.openxmlformats.org/officeDocument/2006/relationships/image" Target="../media/image1484.png"/><Relationship Id="rId78" Type="http://schemas.openxmlformats.org/officeDocument/2006/relationships/customXml" Target="../ink/ink1750.xml"/><Relationship Id="rId99" Type="http://schemas.openxmlformats.org/officeDocument/2006/relationships/image" Target="../media/image1392.png"/><Relationship Id="rId101" Type="http://schemas.openxmlformats.org/officeDocument/2006/relationships/image" Target="../media/image1393.png"/><Relationship Id="rId122" Type="http://schemas.openxmlformats.org/officeDocument/2006/relationships/customXml" Target="../ink/ink1772.xml"/><Relationship Id="rId143" Type="http://schemas.openxmlformats.org/officeDocument/2006/relationships/image" Target="../media/image1414.png"/><Relationship Id="rId164" Type="http://schemas.openxmlformats.org/officeDocument/2006/relationships/customXml" Target="../ink/ink1793.xml"/><Relationship Id="rId185" Type="http://schemas.openxmlformats.org/officeDocument/2006/relationships/image" Target="../media/image1435.png"/><Relationship Id="rId9" Type="http://schemas.openxmlformats.org/officeDocument/2006/relationships/image" Target="../media/image1347.png"/><Relationship Id="rId210" Type="http://schemas.openxmlformats.org/officeDocument/2006/relationships/customXml" Target="../ink/ink1816.xml"/><Relationship Id="rId26" Type="http://schemas.openxmlformats.org/officeDocument/2006/relationships/customXml" Target="../ink/ink1724.xml"/><Relationship Id="rId231" Type="http://schemas.openxmlformats.org/officeDocument/2006/relationships/image" Target="../media/image1458.png"/><Relationship Id="rId252" Type="http://schemas.openxmlformats.org/officeDocument/2006/relationships/customXml" Target="../ink/ink1837.xml"/><Relationship Id="rId273" Type="http://schemas.openxmlformats.org/officeDocument/2006/relationships/image" Target="../media/image1479.png"/><Relationship Id="rId47" Type="http://schemas.openxmlformats.org/officeDocument/2006/relationships/image" Target="../media/image1366.png"/><Relationship Id="rId68" Type="http://schemas.openxmlformats.org/officeDocument/2006/relationships/customXml" Target="../ink/ink1745.xml"/><Relationship Id="rId89" Type="http://schemas.openxmlformats.org/officeDocument/2006/relationships/image" Target="../media/image1387.png"/><Relationship Id="rId112" Type="http://schemas.openxmlformats.org/officeDocument/2006/relationships/customXml" Target="../ink/ink1767.xml"/><Relationship Id="rId133" Type="http://schemas.openxmlformats.org/officeDocument/2006/relationships/image" Target="../media/image1409.png"/><Relationship Id="rId154" Type="http://schemas.openxmlformats.org/officeDocument/2006/relationships/customXml" Target="../ink/ink1788.xml"/><Relationship Id="rId175" Type="http://schemas.openxmlformats.org/officeDocument/2006/relationships/image" Target="../media/image1430.png"/><Relationship Id="rId196" Type="http://schemas.openxmlformats.org/officeDocument/2006/relationships/customXml" Target="../ink/ink1809.xml"/><Relationship Id="rId200" Type="http://schemas.openxmlformats.org/officeDocument/2006/relationships/customXml" Target="../ink/ink1811.xml"/><Relationship Id="rId16" Type="http://schemas.openxmlformats.org/officeDocument/2006/relationships/customXml" Target="../ink/ink1719.xml"/><Relationship Id="rId221" Type="http://schemas.openxmlformats.org/officeDocument/2006/relationships/image" Target="../media/image1453.png"/><Relationship Id="rId242" Type="http://schemas.openxmlformats.org/officeDocument/2006/relationships/customXml" Target="../ink/ink1832.xml"/><Relationship Id="rId263" Type="http://schemas.openxmlformats.org/officeDocument/2006/relationships/image" Target="../media/image1474.png"/><Relationship Id="rId37" Type="http://schemas.openxmlformats.org/officeDocument/2006/relationships/image" Target="../media/image1361.png"/><Relationship Id="rId58" Type="http://schemas.openxmlformats.org/officeDocument/2006/relationships/customXml" Target="../ink/ink1740.xml"/><Relationship Id="rId79" Type="http://schemas.openxmlformats.org/officeDocument/2006/relationships/image" Target="../media/image1382.png"/><Relationship Id="rId102" Type="http://schemas.openxmlformats.org/officeDocument/2006/relationships/customXml" Target="../ink/ink1762.xml"/><Relationship Id="rId123" Type="http://schemas.openxmlformats.org/officeDocument/2006/relationships/image" Target="../media/image1404.png"/><Relationship Id="rId144" Type="http://schemas.openxmlformats.org/officeDocument/2006/relationships/customXml" Target="../ink/ink1783.xml"/><Relationship Id="rId90" Type="http://schemas.openxmlformats.org/officeDocument/2006/relationships/customXml" Target="../ink/ink1756.xml"/><Relationship Id="rId165" Type="http://schemas.openxmlformats.org/officeDocument/2006/relationships/image" Target="../media/image1425.png"/><Relationship Id="rId186" Type="http://schemas.openxmlformats.org/officeDocument/2006/relationships/customXml" Target="../ink/ink1804.xml"/><Relationship Id="rId211" Type="http://schemas.openxmlformats.org/officeDocument/2006/relationships/image" Target="../media/image1448.png"/><Relationship Id="rId232" Type="http://schemas.openxmlformats.org/officeDocument/2006/relationships/customXml" Target="../ink/ink1827.xml"/><Relationship Id="rId253" Type="http://schemas.openxmlformats.org/officeDocument/2006/relationships/image" Target="../media/image1469.png"/><Relationship Id="rId274" Type="http://schemas.openxmlformats.org/officeDocument/2006/relationships/customXml" Target="../ink/ink1848.xml"/><Relationship Id="rId27" Type="http://schemas.openxmlformats.org/officeDocument/2006/relationships/image" Target="../media/image1356.png"/><Relationship Id="rId48" Type="http://schemas.openxmlformats.org/officeDocument/2006/relationships/customXml" Target="../ink/ink1735.xml"/><Relationship Id="rId69" Type="http://schemas.openxmlformats.org/officeDocument/2006/relationships/image" Target="../media/image1377.png"/><Relationship Id="rId113" Type="http://schemas.openxmlformats.org/officeDocument/2006/relationships/image" Target="../media/image1399.png"/><Relationship Id="rId134" Type="http://schemas.openxmlformats.org/officeDocument/2006/relationships/customXml" Target="../ink/ink1778.xml"/><Relationship Id="rId80" Type="http://schemas.openxmlformats.org/officeDocument/2006/relationships/customXml" Target="../ink/ink1751.xml"/><Relationship Id="rId155" Type="http://schemas.openxmlformats.org/officeDocument/2006/relationships/image" Target="../media/image1420.png"/><Relationship Id="rId176" Type="http://schemas.openxmlformats.org/officeDocument/2006/relationships/customXml" Target="../ink/ink1799.xml"/><Relationship Id="rId197" Type="http://schemas.openxmlformats.org/officeDocument/2006/relationships/image" Target="../media/image1441.png"/><Relationship Id="rId201" Type="http://schemas.openxmlformats.org/officeDocument/2006/relationships/image" Target="../media/image1443.png"/><Relationship Id="rId222" Type="http://schemas.openxmlformats.org/officeDocument/2006/relationships/customXml" Target="../ink/ink1822.xml"/><Relationship Id="rId243" Type="http://schemas.openxmlformats.org/officeDocument/2006/relationships/image" Target="../media/image1464.png"/><Relationship Id="rId264" Type="http://schemas.openxmlformats.org/officeDocument/2006/relationships/customXml" Target="../ink/ink1843.xml"/><Relationship Id="rId17" Type="http://schemas.openxmlformats.org/officeDocument/2006/relationships/image" Target="../media/image1351.png"/><Relationship Id="rId38" Type="http://schemas.openxmlformats.org/officeDocument/2006/relationships/customXml" Target="../ink/ink1730.xml"/><Relationship Id="rId59" Type="http://schemas.openxmlformats.org/officeDocument/2006/relationships/image" Target="../media/image1372.png"/><Relationship Id="rId103" Type="http://schemas.openxmlformats.org/officeDocument/2006/relationships/image" Target="../media/image1394.png"/><Relationship Id="rId124" Type="http://schemas.openxmlformats.org/officeDocument/2006/relationships/customXml" Target="../ink/ink1773.xml"/><Relationship Id="rId70" Type="http://schemas.openxmlformats.org/officeDocument/2006/relationships/customXml" Target="../ink/ink1746.xml"/><Relationship Id="rId91" Type="http://schemas.openxmlformats.org/officeDocument/2006/relationships/image" Target="../media/image1388.png"/><Relationship Id="rId145" Type="http://schemas.openxmlformats.org/officeDocument/2006/relationships/image" Target="../media/image1415.png"/><Relationship Id="rId166" Type="http://schemas.openxmlformats.org/officeDocument/2006/relationships/customXml" Target="../ink/ink1794.xml"/><Relationship Id="rId187" Type="http://schemas.openxmlformats.org/officeDocument/2006/relationships/image" Target="../media/image143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817.xml"/><Relationship Id="rId233" Type="http://schemas.openxmlformats.org/officeDocument/2006/relationships/image" Target="../media/image1459.png"/><Relationship Id="rId254" Type="http://schemas.openxmlformats.org/officeDocument/2006/relationships/customXml" Target="../ink/ink1838.xml"/><Relationship Id="rId28" Type="http://schemas.openxmlformats.org/officeDocument/2006/relationships/customXml" Target="../ink/ink1725.xml"/><Relationship Id="rId49" Type="http://schemas.openxmlformats.org/officeDocument/2006/relationships/image" Target="../media/image1367.png"/><Relationship Id="rId114" Type="http://schemas.openxmlformats.org/officeDocument/2006/relationships/customXml" Target="../ink/ink1768.xml"/><Relationship Id="rId275" Type="http://schemas.openxmlformats.org/officeDocument/2006/relationships/image" Target="../media/image1480.png"/><Relationship Id="rId60" Type="http://schemas.openxmlformats.org/officeDocument/2006/relationships/customXml" Target="../ink/ink1741.xml"/><Relationship Id="rId81" Type="http://schemas.openxmlformats.org/officeDocument/2006/relationships/image" Target="../media/image1383.png"/><Relationship Id="rId135" Type="http://schemas.openxmlformats.org/officeDocument/2006/relationships/image" Target="../media/image1410.png"/><Relationship Id="rId156" Type="http://schemas.openxmlformats.org/officeDocument/2006/relationships/customXml" Target="../ink/ink1789.xml"/><Relationship Id="rId177" Type="http://schemas.openxmlformats.org/officeDocument/2006/relationships/image" Target="../media/image1431.png"/><Relationship Id="rId198" Type="http://schemas.openxmlformats.org/officeDocument/2006/relationships/customXml" Target="../ink/ink1810.xml"/><Relationship Id="rId202" Type="http://schemas.openxmlformats.org/officeDocument/2006/relationships/customXml" Target="../ink/ink1812.xml"/><Relationship Id="rId223" Type="http://schemas.openxmlformats.org/officeDocument/2006/relationships/image" Target="../media/image1454.png"/><Relationship Id="rId244" Type="http://schemas.openxmlformats.org/officeDocument/2006/relationships/customXml" Target="../ink/ink1833.xml"/><Relationship Id="rId18" Type="http://schemas.openxmlformats.org/officeDocument/2006/relationships/customXml" Target="../ink/ink1720.xml"/><Relationship Id="rId39" Type="http://schemas.openxmlformats.org/officeDocument/2006/relationships/image" Target="../media/image1362.png"/><Relationship Id="rId265" Type="http://schemas.openxmlformats.org/officeDocument/2006/relationships/image" Target="../media/image1475.png"/><Relationship Id="rId50" Type="http://schemas.openxmlformats.org/officeDocument/2006/relationships/customXml" Target="../ink/ink1736.xml"/><Relationship Id="rId104" Type="http://schemas.openxmlformats.org/officeDocument/2006/relationships/customXml" Target="../ink/ink1763.xml"/><Relationship Id="rId125" Type="http://schemas.openxmlformats.org/officeDocument/2006/relationships/image" Target="../media/image1405.png"/><Relationship Id="rId146" Type="http://schemas.openxmlformats.org/officeDocument/2006/relationships/customXml" Target="../ink/ink1784.xml"/><Relationship Id="rId167" Type="http://schemas.openxmlformats.org/officeDocument/2006/relationships/image" Target="../media/image1426.png"/><Relationship Id="rId188" Type="http://schemas.openxmlformats.org/officeDocument/2006/relationships/customXml" Target="../ink/ink1805.xml"/><Relationship Id="rId71" Type="http://schemas.openxmlformats.org/officeDocument/2006/relationships/image" Target="../media/image1378.png"/><Relationship Id="rId92" Type="http://schemas.openxmlformats.org/officeDocument/2006/relationships/customXml" Target="../ink/ink1757.xml"/><Relationship Id="rId213" Type="http://schemas.openxmlformats.org/officeDocument/2006/relationships/image" Target="../media/image1449.png"/><Relationship Id="rId234" Type="http://schemas.openxmlformats.org/officeDocument/2006/relationships/customXml" Target="../ink/ink1828.xml"/><Relationship Id="rId2" Type="http://schemas.openxmlformats.org/officeDocument/2006/relationships/customXml" Target="../ink/ink1712.xml"/><Relationship Id="rId29" Type="http://schemas.openxmlformats.org/officeDocument/2006/relationships/image" Target="../media/image1357.png"/><Relationship Id="rId255" Type="http://schemas.openxmlformats.org/officeDocument/2006/relationships/image" Target="../media/image1470.png"/><Relationship Id="rId276" Type="http://schemas.openxmlformats.org/officeDocument/2006/relationships/customXml" Target="../ink/ink1849.xml"/><Relationship Id="rId40" Type="http://schemas.openxmlformats.org/officeDocument/2006/relationships/customXml" Target="../ink/ink1731.xml"/><Relationship Id="rId115" Type="http://schemas.openxmlformats.org/officeDocument/2006/relationships/image" Target="../media/image1400.png"/><Relationship Id="rId136" Type="http://schemas.openxmlformats.org/officeDocument/2006/relationships/customXml" Target="../ink/ink1779.xml"/><Relationship Id="rId157" Type="http://schemas.openxmlformats.org/officeDocument/2006/relationships/image" Target="../media/image1421.png"/><Relationship Id="rId178" Type="http://schemas.openxmlformats.org/officeDocument/2006/relationships/customXml" Target="../ink/ink1800.xml"/><Relationship Id="rId61" Type="http://schemas.openxmlformats.org/officeDocument/2006/relationships/image" Target="../media/image1373.png"/><Relationship Id="rId82" Type="http://schemas.openxmlformats.org/officeDocument/2006/relationships/customXml" Target="../ink/ink1752.xml"/><Relationship Id="rId199" Type="http://schemas.openxmlformats.org/officeDocument/2006/relationships/image" Target="../media/image1442.png"/><Relationship Id="rId203" Type="http://schemas.openxmlformats.org/officeDocument/2006/relationships/image" Target="../media/image1444.png"/><Relationship Id="rId19" Type="http://schemas.openxmlformats.org/officeDocument/2006/relationships/image" Target="../media/image1352.png"/><Relationship Id="rId224" Type="http://schemas.openxmlformats.org/officeDocument/2006/relationships/customXml" Target="../ink/ink1823.xml"/><Relationship Id="rId245" Type="http://schemas.openxmlformats.org/officeDocument/2006/relationships/image" Target="../media/image1465.png"/><Relationship Id="rId266" Type="http://schemas.openxmlformats.org/officeDocument/2006/relationships/customXml" Target="../ink/ink1844.xml"/><Relationship Id="rId30" Type="http://schemas.openxmlformats.org/officeDocument/2006/relationships/customXml" Target="../ink/ink1726.xml"/><Relationship Id="rId105" Type="http://schemas.openxmlformats.org/officeDocument/2006/relationships/image" Target="../media/image1395.png"/><Relationship Id="rId126" Type="http://schemas.openxmlformats.org/officeDocument/2006/relationships/customXml" Target="../ink/ink1774.xml"/><Relationship Id="rId147" Type="http://schemas.openxmlformats.org/officeDocument/2006/relationships/image" Target="../media/image1416.png"/><Relationship Id="rId168" Type="http://schemas.openxmlformats.org/officeDocument/2006/relationships/customXml" Target="../ink/ink1795.xml"/><Relationship Id="rId51" Type="http://schemas.openxmlformats.org/officeDocument/2006/relationships/image" Target="../media/image1368.png"/><Relationship Id="rId72" Type="http://schemas.openxmlformats.org/officeDocument/2006/relationships/customXml" Target="../ink/ink1747.xml"/><Relationship Id="rId93" Type="http://schemas.openxmlformats.org/officeDocument/2006/relationships/image" Target="../media/image1389.png"/><Relationship Id="rId189" Type="http://schemas.openxmlformats.org/officeDocument/2006/relationships/image" Target="../media/image1437.png"/><Relationship Id="rId3" Type="http://schemas.openxmlformats.org/officeDocument/2006/relationships/image" Target="../media/image1344.png"/><Relationship Id="rId214" Type="http://schemas.openxmlformats.org/officeDocument/2006/relationships/customXml" Target="../ink/ink1818.xml"/><Relationship Id="rId235" Type="http://schemas.openxmlformats.org/officeDocument/2006/relationships/image" Target="../media/image1460.png"/><Relationship Id="rId256" Type="http://schemas.openxmlformats.org/officeDocument/2006/relationships/customXml" Target="../ink/ink1839.xml"/><Relationship Id="rId277" Type="http://schemas.openxmlformats.org/officeDocument/2006/relationships/image" Target="../media/image1481.png"/><Relationship Id="rId116" Type="http://schemas.openxmlformats.org/officeDocument/2006/relationships/customXml" Target="../ink/ink1769.xml"/><Relationship Id="rId137" Type="http://schemas.openxmlformats.org/officeDocument/2006/relationships/image" Target="../media/image1411.png"/><Relationship Id="rId158" Type="http://schemas.openxmlformats.org/officeDocument/2006/relationships/customXml" Target="../ink/ink1790.xml"/><Relationship Id="rId20" Type="http://schemas.openxmlformats.org/officeDocument/2006/relationships/customXml" Target="../ink/ink1721.xml"/><Relationship Id="rId41" Type="http://schemas.openxmlformats.org/officeDocument/2006/relationships/image" Target="../media/image1363.png"/><Relationship Id="rId62" Type="http://schemas.openxmlformats.org/officeDocument/2006/relationships/customXml" Target="../ink/ink1742.xml"/><Relationship Id="rId83" Type="http://schemas.openxmlformats.org/officeDocument/2006/relationships/image" Target="../media/image1384.png"/><Relationship Id="rId179" Type="http://schemas.openxmlformats.org/officeDocument/2006/relationships/image" Target="../media/image1432.png"/><Relationship Id="rId190" Type="http://schemas.openxmlformats.org/officeDocument/2006/relationships/customXml" Target="../ink/ink1806.xml"/><Relationship Id="rId204" Type="http://schemas.openxmlformats.org/officeDocument/2006/relationships/customXml" Target="../ink/ink1813.xml"/><Relationship Id="rId225" Type="http://schemas.openxmlformats.org/officeDocument/2006/relationships/image" Target="../media/image1455.png"/><Relationship Id="rId246" Type="http://schemas.openxmlformats.org/officeDocument/2006/relationships/customXml" Target="../ink/ink1834.xml"/><Relationship Id="rId267" Type="http://schemas.openxmlformats.org/officeDocument/2006/relationships/image" Target="../media/image1476.png"/><Relationship Id="rId106" Type="http://schemas.openxmlformats.org/officeDocument/2006/relationships/customXml" Target="../ink/ink1764.xml"/><Relationship Id="rId127" Type="http://schemas.openxmlformats.org/officeDocument/2006/relationships/image" Target="../media/image1406.png"/><Relationship Id="rId10" Type="http://schemas.openxmlformats.org/officeDocument/2006/relationships/customXml" Target="../ink/ink1716.xml"/><Relationship Id="rId31" Type="http://schemas.openxmlformats.org/officeDocument/2006/relationships/image" Target="../media/image1358.png"/><Relationship Id="rId52" Type="http://schemas.openxmlformats.org/officeDocument/2006/relationships/customXml" Target="../ink/ink1737.xml"/><Relationship Id="rId73" Type="http://schemas.openxmlformats.org/officeDocument/2006/relationships/image" Target="../media/image1379.png"/><Relationship Id="rId94" Type="http://schemas.openxmlformats.org/officeDocument/2006/relationships/customXml" Target="../ink/ink1758.xml"/><Relationship Id="rId148" Type="http://schemas.openxmlformats.org/officeDocument/2006/relationships/customXml" Target="../ink/ink1785.xml"/><Relationship Id="rId169" Type="http://schemas.openxmlformats.org/officeDocument/2006/relationships/image" Target="../media/image1427.png"/><Relationship Id="rId4" Type="http://schemas.openxmlformats.org/officeDocument/2006/relationships/customXml" Target="../ink/ink1713.xml"/><Relationship Id="rId180" Type="http://schemas.openxmlformats.org/officeDocument/2006/relationships/customXml" Target="../ink/ink1801.xml"/><Relationship Id="rId215" Type="http://schemas.openxmlformats.org/officeDocument/2006/relationships/image" Target="../media/image1450.png"/><Relationship Id="rId236" Type="http://schemas.openxmlformats.org/officeDocument/2006/relationships/customXml" Target="../ink/ink1829.xml"/><Relationship Id="rId257" Type="http://schemas.openxmlformats.org/officeDocument/2006/relationships/image" Target="../media/image1471.png"/><Relationship Id="rId278" Type="http://schemas.openxmlformats.org/officeDocument/2006/relationships/customXml" Target="../ink/ink1850.xml"/><Relationship Id="rId42" Type="http://schemas.openxmlformats.org/officeDocument/2006/relationships/customXml" Target="../ink/ink1732.xml"/><Relationship Id="rId84" Type="http://schemas.openxmlformats.org/officeDocument/2006/relationships/customXml" Target="../ink/ink1753.xml"/><Relationship Id="rId138" Type="http://schemas.openxmlformats.org/officeDocument/2006/relationships/customXml" Target="../ink/ink1780.xml"/><Relationship Id="rId191" Type="http://schemas.openxmlformats.org/officeDocument/2006/relationships/image" Target="../media/image1438.png"/><Relationship Id="rId205" Type="http://schemas.openxmlformats.org/officeDocument/2006/relationships/image" Target="../media/image1445.png"/><Relationship Id="rId247" Type="http://schemas.openxmlformats.org/officeDocument/2006/relationships/image" Target="../media/image1466.png"/><Relationship Id="rId107" Type="http://schemas.openxmlformats.org/officeDocument/2006/relationships/image" Target="../media/image1396.png"/><Relationship Id="rId11" Type="http://schemas.openxmlformats.org/officeDocument/2006/relationships/image" Target="../media/image1348.png"/><Relationship Id="rId53" Type="http://schemas.openxmlformats.org/officeDocument/2006/relationships/image" Target="../media/image1369.png"/><Relationship Id="rId149" Type="http://schemas.openxmlformats.org/officeDocument/2006/relationships/image" Target="../media/image1417.png"/><Relationship Id="rId95" Type="http://schemas.openxmlformats.org/officeDocument/2006/relationships/image" Target="../media/image1390.png"/><Relationship Id="rId160" Type="http://schemas.openxmlformats.org/officeDocument/2006/relationships/customXml" Target="../ink/ink1791.xml"/><Relationship Id="rId216" Type="http://schemas.openxmlformats.org/officeDocument/2006/relationships/customXml" Target="../ink/ink1819.xml"/><Relationship Id="rId258" Type="http://schemas.openxmlformats.org/officeDocument/2006/relationships/customXml" Target="../ink/ink18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41C0586-40D5-AC3A-14F2-E9B57F3FBCF8}"/>
              </a:ext>
            </a:extLst>
          </p:cNvPr>
          <p:cNvGrpSpPr/>
          <p:nvPr/>
        </p:nvGrpSpPr>
        <p:grpSpPr>
          <a:xfrm>
            <a:off x="2177147" y="244707"/>
            <a:ext cx="1430280" cy="306720"/>
            <a:chOff x="2177147" y="244707"/>
            <a:chExt cx="1430280" cy="30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C86C7D5-0CA5-DEE5-AA83-839E584BF52B}"/>
                    </a:ext>
                  </a:extLst>
                </p14:cNvPr>
                <p14:cNvContentPartPr/>
                <p14:nvPr/>
              </p14:nvContentPartPr>
              <p14:xfrm>
                <a:off x="3591947" y="381147"/>
                <a:ext cx="15480" cy="1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C86C7D5-0CA5-DEE5-AA83-839E584BF52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587627" y="376827"/>
                  <a:ext cx="24120" cy="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28F53D0-F282-386F-A763-2606690798E9}"/>
                    </a:ext>
                  </a:extLst>
                </p14:cNvPr>
                <p14:cNvContentPartPr/>
                <p14:nvPr/>
              </p14:nvContentPartPr>
              <p14:xfrm>
                <a:off x="2177147" y="329307"/>
                <a:ext cx="261000" cy="202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28F53D0-F282-386F-A763-2606690798E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72827" y="324987"/>
                  <a:ext cx="2696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BAEC339-CE63-53B3-1C42-3C20D4531BE7}"/>
                    </a:ext>
                  </a:extLst>
                </p14:cNvPr>
                <p14:cNvContentPartPr/>
                <p14:nvPr/>
              </p14:nvContentPartPr>
              <p14:xfrm>
                <a:off x="2487827" y="390867"/>
                <a:ext cx="98280" cy="160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BAEC339-CE63-53B3-1C42-3C20D4531BE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83507" y="386547"/>
                  <a:ext cx="1069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18BDFB0-79A3-933C-CBD7-69F676ED55F2}"/>
                    </a:ext>
                  </a:extLst>
                </p14:cNvPr>
                <p14:cNvContentPartPr/>
                <p14:nvPr/>
              </p14:nvContentPartPr>
              <p14:xfrm>
                <a:off x="2590427" y="298347"/>
                <a:ext cx="141480" cy="82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18BDFB0-79A3-933C-CBD7-69F676ED55F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86107" y="294027"/>
                  <a:ext cx="1501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F330803-C91D-8784-F33B-6F04794EA001}"/>
                    </a:ext>
                  </a:extLst>
                </p14:cNvPr>
                <p14:cNvContentPartPr/>
                <p14:nvPr/>
              </p14:nvContentPartPr>
              <p14:xfrm>
                <a:off x="2694107" y="244707"/>
                <a:ext cx="537480" cy="282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F330803-C91D-8784-F33B-6F04794EA00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89787" y="240387"/>
                  <a:ext cx="546120" cy="29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5F3B2EA-E3CB-2627-DDE0-B00AF6CD8D4B}"/>
                  </a:ext>
                </a:extLst>
              </p14:cNvPr>
              <p14:cNvContentPartPr/>
              <p14:nvPr/>
            </p14:nvContentPartPr>
            <p14:xfrm>
              <a:off x="1796987" y="719187"/>
              <a:ext cx="1439640" cy="24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5F3B2EA-E3CB-2627-DDE0-B00AF6CD8D4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92667" y="714867"/>
                <a:ext cx="144828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BF8CA7F-9C06-3AF0-FACB-63A5510B84CB}"/>
                  </a:ext>
                </a:extLst>
              </p14:cNvPr>
              <p14:cNvContentPartPr/>
              <p14:nvPr/>
            </p14:nvContentPartPr>
            <p14:xfrm>
              <a:off x="1896347" y="827187"/>
              <a:ext cx="1270080" cy="78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BF8CA7F-9C06-3AF0-FACB-63A5510B84C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92027" y="822867"/>
                <a:ext cx="1278720" cy="8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F3AC784F-C837-2A64-8CDD-FAE8702C8A89}"/>
              </a:ext>
            </a:extLst>
          </p:cNvPr>
          <p:cNvGrpSpPr/>
          <p:nvPr/>
        </p:nvGrpSpPr>
        <p:grpSpPr>
          <a:xfrm>
            <a:off x="5452427" y="187827"/>
            <a:ext cx="1772640" cy="691920"/>
            <a:chOff x="5452427" y="187827"/>
            <a:chExt cx="1772640" cy="69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391FAEB-19A7-0A8A-4D95-1FCFD96EC289}"/>
                    </a:ext>
                  </a:extLst>
                </p14:cNvPr>
                <p14:cNvContentPartPr/>
                <p14:nvPr/>
              </p14:nvContentPartPr>
              <p14:xfrm>
                <a:off x="5630267" y="308067"/>
                <a:ext cx="76680" cy="279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391FAEB-19A7-0A8A-4D95-1FCFD96EC28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25947" y="303747"/>
                  <a:ext cx="853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3CA4952-B65E-80B7-ABF1-659AFF83201D}"/>
                    </a:ext>
                  </a:extLst>
                </p14:cNvPr>
                <p14:cNvContentPartPr/>
                <p14:nvPr/>
              </p14:nvContentPartPr>
              <p14:xfrm>
                <a:off x="5707667" y="225267"/>
                <a:ext cx="140400" cy="124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3CA4952-B65E-80B7-ABF1-659AFF83201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03347" y="220947"/>
                  <a:ext cx="1490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2B9B9DB-3464-316E-6584-F3E6FEF1F35A}"/>
                    </a:ext>
                  </a:extLst>
                </p14:cNvPr>
                <p14:cNvContentPartPr/>
                <p14:nvPr/>
              </p14:nvContentPartPr>
              <p14:xfrm>
                <a:off x="5885147" y="329307"/>
                <a:ext cx="194760" cy="172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2B9B9DB-3464-316E-6584-F3E6FEF1F35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80827" y="324987"/>
                  <a:ext cx="2034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D1D3965-521D-7474-F82D-5FDDD8688A81}"/>
                    </a:ext>
                  </a:extLst>
                </p14:cNvPr>
                <p14:cNvContentPartPr/>
                <p14:nvPr/>
              </p14:nvContentPartPr>
              <p14:xfrm>
                <a:off x="5961827" y="256227"/>
                <a:ext cx="196920" cy="16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D1D3965-521D-7474-F82D-5FDDD8688A8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957507" y="251907"/>
                  <a:ext cx="2055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49E407F-62BD-2378-FADB-E02155AB4EF1}"/>
                    </a:ext>
                  </a:extLst>
                </p14:cNvPr>
                <p14:cNvContentPartPr/>
                <p14:nvPr/>
              </p14:nvContentPartPr>
              <p14:xfrm>
                <a:off x="5948867" y="350187"/>
                <a:ext cx="183960" cy="14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49E407F-62BD-2378-FADB-E02155AB4EF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44547" y="345867"/>
                  <a:ext cx="1926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B4317A8-0042-DD0C-7D60-22D9E059C57F}"/>
                    </a:ext>
                  </a:extLst>
                </p14:cNvPr>
                <p14:cNvContentPartPr/>
                <p14:nvPr/>
              </p14:nvContentPartPr>
              <p14:xfrm>
                <a:off x="6282587" y="207267"/>
                <a:ext cx="251640" cy="285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B4317A8-0042-DD0C-7D60-22D9E059C57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278267" y="202947"/>
                  <a:ext cx="2602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549D3B7-825B-8B43-73C7-3F6185B3531C}"/>
                    </a:ext>
                  </a:extLst>
                </p14:cNvPr>
                <p14:cNvContentPartPr/>
                <p14:nvPr/>
              </p14:nvContentPartPr>
              <p14:xfrm>
                <a:off x="6795587" y="289347"/>
                <a:ext cx="59760" cy="183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549D3B7-825B-8B43-73C7-3F6185B3531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91267" y="285027"/>
                  <a:ext cx="684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DEC57DA-09AA-32DE-CF83-A5C62BF3B49E}"/>
                    </a:ext>
                  </a:extLst>
                </p14:cNvPr>
                <p14:cNvContentPartPr/>
                <p14:nvPr/>
              </p14:nvContentPartPr>
              <p14:xfrm>
                <a:off x="6694787" y="187827"/>
                <a:ext cx="530280" cy="20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DEC57DA-09AA-32DE-CF83-A5C62BF3B49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90467" y="183507"/>
                  <a:ext cx="5389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47CFB82-6E27-7CA4-A94B-42E92B213582}"/>
                    </a:ext>
                  </a:extLst>
                </p14:cNvPr>
                <p14:cNvContentPartPr/>
                <p14:nvPr/>
              </p14:nvContentPartPr>
              <p14:xfrm>
                <a:off x="5463587" y="628107"/>
                <a:ext cx="1460160" cy="156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47CFB82-6E27-7CA4-A94B-42E92B21358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59267" y="623787"/>
                  <a:ext cx="14688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2A821C9-4F92-E04C-BC63-253A374003BC}"/>
                    </a:ext>
                  </a:extLst>
                </p14:cNvPr>
                <p14:cNvContentPartPr/>
                <p14:nvPr/>
              </p14:nvContentPartPr>
              <p14:xfrm>
                <a:off x="5452427" y="760587"/>
                <a:ext cx="1457280" cy="119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2A821C9-4F92-E04C-BC63-253A374003B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448107" y="756267"/>
                  <a:ext cx="146592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7874C16-C2C1-323A-3658-1188EF9748A3}"/>
              </a:ext>
            </a:extLst>
          </p:cNvPr>
          <p:cNvGrpSpPr/>
          <p:nvPr/>
        </p:nvGrpSpPr>
        <p:grpSpPr>
          <a:xfrm>
            <a:off x="1038827" y="1219587"/>
            <a:ext cx="2535480" cy="1071000"/>
            <a:chOff x="1038827" y="1219587"/>
            <a:chExt cx="2535480" cy="10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252FA50-171E-AC53-4F9C-A873BD68807D}"/>
                    </a:ext>
                  </a:extLst>
                </p14:cNvPr>
                <p14:cNvContentPartPr/>
                <p14:nvPr/>
              </p14:nvContentPartPr>
              <p14:xfrm>
                <a:off x="1038827" y="1408587"/>
                <a:ext cx="349200" cy="298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252FA50-171E-AC53-4F9C-A873BD68807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34507" y="1404267"/>
                  <a:ext cx="3578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371AC08-814E-88DE-E5B3-0FB7034D22F5}"/>
                    </a:ext>
                  </a:extLst>
                </p14:cNvPr>
                <p14:cNvContentPartPr/>
                <p14:nvPr/>
              </p14:nvContentPartPr>
              <p14:xfrm>
                <a:off x="1336547" y="1582107"/>
                <a:ext cx="116280" cy="136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371AC08-814E-88DE-E5B3-0FB7034D22F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32227" y="1577787"/>
                  <a:ext cx="1249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E00797F-8630-5664-C79F-B15739027295}"/>
                    </a:ext>
                  </a:extLst>
                </p14:cNvPr>
                <p14:cNvContentPartPr/>
                <p14:nvPr/>
              </p14:nvContentPartPr>
              <p14:xfrm>
                <a:off x="1500707" y="1617747"/>
                <a:ext cx="18360" cy="57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E00797F-8630-5664-C79F-B1573902729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496387" y="1613427"/>
                  <a:ext cx="270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8F34FF6-B02A-F489-4CB5-CB16DFB32C1F}"/>
                    </a:ext>
                  </a:extLst>
                </p14:cNvPr>
                <p14:cNvContentPartPr/>
                <p14:nvPr/>
              </p14:nvContentPartPr>
              <p14:xfrm>
                <a:off x="1529147" y="1521267"/>
                <a:ext cx="47160" cy="5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8F34FF6-B02A-F489-4CB5-CB16DFB32C1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24827" y="1516947"/>
                  <a:ext cx="558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A1F976A-0525-3492-B571-CEB77A2C610B}"/>
                    </a:ext>
                  </a:extLst>
                </p14:cNvPr>
                <p14:cNvContentPartPr/>
                <p14:nvPr/>
              </p14:nvContentPartPr>
              <p14:xfrm>
                <a:off x="1692587" y="1399227"/>
                <a:ext cx="81720" cy="284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A1F976A-0525-3492-B571-CEB77A2C610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88267" y="1394907"/>
                  <a:ext cx="9036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9A5858D-FCDC-B25E-BC12-73F77C0B4F3F}"/>
                    </a:ext>
                  </a:extLst>
                </p14:cNvPr>
                <p14:cNvContentPartPr/>
                <p14:nvPr/>
              </p14:nvContentPartPr>
              <p14:xfrm>
                <a:off x="1641467" y="1550787"/>
                <a:ext cx="240120" cy="76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9A5858D-FCDC-B25E-BC12-73F77C0B4F3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37147" y="1546467"/>
                  <a:ext cx="2487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A88B6FF-48E6-639A-DD22-7FAD29180122}"/>
                    </a:ext>
                  </a:extLst>
                </p14:cNvPr>
                <p14:cNvContentPartPr/>
                <p14:nvPr/>
              </p14:nvContentPartPr>
              <p14:xfrm>
                <a:off x="1921187" y="1439187"/>
                <a:ext cx="35640" cy="28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A88B6FF-48E6-639A-DD22-7FAD2918012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916867" y="1434867"/>
                  <a:ext cx="442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AD0DD54-1E7E-5818-9579-4CD85BE7A639}"/>
                    </a:ext>
                  </a:extLst>
                </p14:cNvPr>
                <p14:cNvContentPartPr/>
                <p14:nvPr/>
              </p14:nvContentPartPr>
              <p14:xfrm>
                <a:off x="1998227" y="1503987"/>
                <a:ext cx="169560" cy="109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AD0DD54-1E7E-5818-9579-4CD85BE7A63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993907" y="1499667"/>
                  <a:ext cx="1782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93DE0F8-3BDC-6DC1-8AE8-2259D20A8717}"/>
                    </a:ext>
                  </a:extLst>
                </p14:cNvPr>
                <p14:cNvContentPartPr/>
                <p14:nvPr/>
              </p14:nvContentPartPr>
              <p14:xfrm>
                <a:off x="2167787" y="1374027"/>
                <a:ext cx="351360" cy="243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93DE0F8-3BDC-6DC1-8AE8-2259D20A871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63467" y="1369707"/>
                  <a:ext cx="3600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9725E78-1F6E-ACE9-3EFA-6DE6A5936D72}"/>
                    </a:ext>
                  </a:extLst>
                </p14:cNvPr>
                <p14:cNvContentPartPr/>
                <p14:nvPr/>
              </p14:nvContentPartPr>
              <p14:xfrm>
                <a:off x="2725787" y="1390947"/>
                <a:ext cx="77040" cy="241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9725E78-1F6E-ACE9-3EFA-6DE6A5936D7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21467" y="1386627"/>
                  <a:ext cx="856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7F91A73-B29D-E695-78FD-DEA39718AA52}"/>
                    </a:ext>
                  </a:extLst>
                </p14:cNvPr>
                <p14:cNvContentPartPr/>
                <p14:nvPr/>
              </p14:nvContentPartPr>
              <p14:xfrm>
                <a:off x="2843147" y="1280787"/>
                <a:ext cx="139320" cy="142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7F91A73-B29D-E695-78FD-DEA39718AA5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38827" y="1276467"/>
                  <a:ext cx="1479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545B4A3-69AF-1508-B64B-F155E792AA98}"/>
                    </a:ext>
                  </a:extLst>
                </p14:cNvPr>
                <p14:cNvContentPartPr/>
                <p14:nvPr/>
              </p14:nvContentPartPr>
              <p14:xfrm>
                <a:off x="2892107" y="1482747"/>
                <a:ext cx="151200" cy="91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545B4A3-69AF-1508-B64B-F155E792AA9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87787" y="1478427"/>
                  <a:ext cx="1598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A5F4708-A98D-EDEB-C174-2FB8A00283A8}"/>
                    </a:ext>
                  </a:extLst>
                </p14:cNvPr>
                <p14:cNvContentPartPr/>
                <p14:nvPr/>
              </p14:nvContentPartPr>
              <p14:xfrm>
                <a:off x="3130067" y="1348107"/>
                <a:ext cx="123120" cy="239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A5F4708-A98D-EDEB-C174-2FB8A00283A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125747" y="1343787"/>
                  <a:ext cx="1317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5B3D86D-4E5D-85C1-3E53-B805842738C9}"/>
                    </a:ext>
                  </a:extLst>
                </p14:cNvPr>
                <p14:cNvContentPartPr/>
                <p14:nvPr/>
              </p14:nvContentPartPr>
              <p14:xfrm>
                <a:off x="3124667" y="1219587"/>
                <a:ext cx="449640" cy="373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5B3D86D-4E5D-85C1-3E53-B805842738C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120347" y="1215267"/>
                  <a:ext cx="45828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44C3F34-3E25-B5B9-B1E8-3C02E722716C}"/>
                    </a:ext>
                  </a:extLst>
                </p14:cNvPr>
                <p14:cNvContentPartPr/>
                <p14:nvPr/>
              </p14:nvContentPartPr>
              <p14:xfrm>
                <a:off x="1219187" y="1936707"/>
                <a:ext cx="622800" cy="353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44C3F34-3E25-B5B9-B1E8-3C02E722716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214867" y="1932387"/>
                  <a:ext cx="6314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3DBA49B-3E02-8D3D-CD39-06DEB95DB4A2}"/>
                    </a:ext>
                  </a:extLst>
                </p14:cNvPr>
                <p14:cNvContentPartPr/>
                <p14:nvPr/>
              </p14:nvContentPartPr>
              <p14:xfrm>
                <a:off x="1848467" y="2072067"/>
                <a:ext cx="217800" cy="89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3DBA49B-3E02-8D3D-CD39-06DEB95DB4A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844147" y="2067747"/>
                  <a:ext cx="2264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B090341-B92C-7EF9-58E4-286182E4F66E}"/>
                    </a:ext>
                  </a:extLst>
                </p14:cNvPr>
                <p14:cNvContentPartPr/>
                <p14:nvPr/>
              </p14:nvContentPartPr>
              <p14:xfrm>
                <a:off x="2054387" y="1883427"/>
                <a:ext cx="198360" cy="284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B090341-B92C-7EF9-58E4-286182E4F66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50067" y="1879107"/>
                  <a:ext cx="2070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F70CAF6-F520-EDB5-F06C-208CFF744ADD}"/>
                    </a:ext>
                  </a:extLst>
                </p14:cNvPr>
                <p14:cNvContentPartPr/>
                <p14:nvPr/>
              </p14:nvContentPartPr>
              <p14:xfrm>
                <a:off x="2070227" y="1789107"/>
                <a:ext cx="500040" cy="348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F70CAF6-F520-EDB5-F06C-208CFF744AD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065907" y="1784787"/>
                  <a:ext cx="5086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07D01F0-7936-34F1-35D7-13FE4801D851}"/>
                    </a:ext>
                  </a:extLst>
                </p14:cNvPr>
                <p14:cNvContentPartPr/>
                <p14:nvPr/>
              </p14:nvContentPartPr>
              <p14:xfrm>
                <a:off x="2484947" y="2076027"/>
                <a:ext cx="86040" cy="73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07D01F0-7936-34F1-35D7-13FE4801D85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480627" y="2071707"/>
                  <a:ext cx="946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BB23219-7F63-9D7F-F737-B42488E60AE4}"/>
                    </a:ext>
                  </a:extLst>
                </p14:cNvPr>
                <p14:cNvContentPartPr/>
                <p14:nvPr/>
              </p14:nvContentPartPr>
              <p14:xfrm>
                <a:off x="2684387" y="1839867"/>
                <a:ext cx="256320" cy="296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BB23219-7F63-9D7F-F737-B42488E60AE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680067" y="1835547"/>
                  <a:ext cx="264960" cy="30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C01977D-0D36-ABDB-9B41-69FB474CE98F}"/>
              </a:ext>
            </a:extLst>
          </p:cNvPr>
          <p:cNvGrpSpPr/>
          <p:nvPr/>
        </p:nvGrpSpPr>
        <p:grpSpPr>
          <a:xfrm>
            <a:off x="5298347" y="1287627"/>
            <a:ext cx="1419840" cy="507240"/>
            <a:chOff x="5298347" y="1287627"/>
            <a:chExt cx="1419840" cy="50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4F8BA9B-2683-55DA-5D20-4E51200DDC9E}"/>
                    </a:ext>
                  </a:extLst>
                </p14:cNvPr>
                <p14:cNvContentPartPr/>
                <p14:nvPr/>
              </p14:nvContentPartPr>
              <p14:xfrm>
                <a:off x="5298347" y="1379787"/>
                <a:ext cx="84240" cy="297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4F8BA9B-2683-55DA-5D20-4E51200DDC9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294027" y="1375467"/>
                  <a:ext cx="9288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6DBDFA0-EA41-3ABA-C20F-F7BF005BDA6E}"/>
                    </a:ext>
                  </a:extLst>
                </p14:cNvPr>
                <p14:cNvContentPartPr/>
                <p14:nvPr/>
              </p14:nvContentPartPr>
              <p14:xfrm>
                <a:off x="5368187" y="1287627"/>
                <a:ext cx="214200" cy="156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6DBDFA0-EA41-3ABA-C20F-F7BF005BDA6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363867" y="1283307"/>
                  <a:ext cx="2228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FD33F43-1DE7-39B0-FEDE-A4DE684FEC53}"/>
                    </a:ext>
                  </a:extLst>
                </p14:cNvPr>
                <p14:cNvContentPartPr/>
                <p14:nvPr/>
              </p14:nvContentPartPr>
              <p14:xfrm>
                <a:off x="5549987" y="1430187"/>
                <a:ext cx="322560" cy="167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FD33F43-1DE7-39B0-FEDE-A4DE684FEC5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545667" y="1425867"/>
                  <a:ext cx="3312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E50D188-9D64-714C-D949-2B74B0082FC7}"/>
                    </a:ext>
                  </a:extLst>
                </p14:cNvPr>
                <p14:cNvContentPartPr/>
                <p14:nvPr/>
              </p14:nvContentPartPr>
              <p14:xfrm>
                <a:off x="5749067" y="1439187"/>
                <a:ext cx="298080" cy="3556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E50D188-9D64-714C-D949-2B74B0082FC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44747" y="1434867"/>
                  <a:ext cx="30672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A20AE2D-405C-EAED-41C3-AE59757D6D2A}"/>
                    </a:ext>
                  </a:extLst>
                </p14:cNvPr>
                <p14:cNvContentPartPr/>
                <p14:nvPr/>
              </p14:nvContentPartPr>
              <p14:xfrm>
                <a:off x="6132827" y="1354227"/>
                <a:ext cx="204120" cy="198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A20AE2D-405C-EAED-41C3-AE59757D6D2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128507" y="1349907"/>
                  <a:ext cx="2127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D7A2966-A86F-E4C6-E23A-BB9B9EBFC09E}"/>
                    </a:ext>
                  </a:extLst>
                </p14:cNvPr>
                <p14:cNvContentPartPr/>
                <p14:nvPr/>
              </p14:nvContentPartPr>
              <p14:xfrm>
                <a:off x="6281147" y="1360347"/>
                <a:ext cx="127440" cy="156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D7A2966-A86F-E4C6-E23A-BB9B9EBFC09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276827" y="1356027"/>
                  <a:ext cx="1360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8BA1DA7-0838-01C0-D753-4A1172492942}"/>
                    </a:ext>
                  </a:extLst>
                </p14:cNvPr>
                <p14:cNvContentPartPr/>
                <p14:nvPr/>
              </p14:nvContentPartPr>
              <p14:xfrm>
                <a:off x="6481667" y="1436307"/>
                <a:ext cx="236520" cy="67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8BA1DA7-0838-01C0-D753-4A117249294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477347" y="1431987"/>
                  <a:ext cx="24516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D2D3BAB-BA32-BEEE-C3D8-67714914C638}"/>
              </a:ext>
            </a:extLst>
          </p:cNvPr>
          <p:cNvGrpSpPr/>
          <p:nvPr/>
        </p:nvGrpSpPr>
        <p:grpSpPr>
          <a:xfrm>
            <a:off x="7133987" y="992427"/>
            <a:ext cx="1851480" cy="464760"/>
            <a:chOff x="7133987" y="992427"/>
            <a:chExt cx="1851480" cy="46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89EDF8F-442B-B3C4-1853-78763E031EB6}"/>
                    </a:ext>
                  </a:extLst>
                </p14:cNvPr>
                <p14:cNvContentPartPr/>
                <p14:nvPr/>
              </p14:nvContentPartPr>
              <p14:xfrm>
                <a:off x="7133987" y="1058667"/>
                <a:ext cx="309960" cy="398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89EDF8F-442B-B3C4-1853-78763E031EB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129667" y="1054347"/>
                  <a:ext cx="31860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9586C4E-31F7-7F2D-AB78-E95830FB5480}"/>
                    </a:ext>
                  </a:extLst>
                </p14:cNvPr>
                <p14:cNvContentPartPr/>
                <p14:nvPr/>
              </p14:nvContentPartPr>
              <p14:xfrm>
                <a:off x="7397867" y="1315707"/>
                <a:ext cx="152280" cy="111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9586C4E-31F7-7F2D-AB78-E95830FB548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393547" y="1311387"/>
                  <a:ext cx="1609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83BA6E4-0D07-CCEA-A839-3C8DBDF5AFE3}"/>
                    </a:ext>
                  </a:extLst>
                </p14:cNvPr>
                <p14:cNvContentPartPr/>
                <p14:nvPr/>
              </p14:nvContentPartPr>
              <p14:xfrm>
                <a:off x="7602347" y="1314267"/>
                <a:ext cx="142560" cy="932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83BA6E4-0D07-CCEA-A839-3C8DBDF5AFE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598027" y="1309947"/>
                  <a:ext cx="1512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DD36E20-C2A3-0B4F-1438-BAFCC744AD2B}"/>
                    </a:ext>
                  </a:extLst>
                </p14:cNvPr>
                <p14:cNvContentPartPr/>
                <p14:nvPr/>
              </p14:nvContentPartPr>
              <p14:xfrm>
                <a:off x="7870187" y="992427"/>
                <a:ext cx="153720" cy="360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DD36E20-C2A3-0B4F-1438-BAFCC744AD2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865867" y="988107"/>
                  <a:ext cx="16236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E962207-529E-0449-71A3-60951FCEE6F4}"/>
                    </a:ext>
                  </a:extLst>
                </p14:cNvPr>
                <p14:cNvContentPartPr/>
                <p14:nvPr/>
              </p14:nvContentPartPr>
              <p14:xfrm>
                <a:off x="8031467" y="1281867"/>
                <a:ext cx="360" cy="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E962207-529E-0449-71A3-60951FCEE6F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027147" y="127754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0BA09DD-028F-70AE-5E04-1C92DEB039A6}"/>
                    </a:ext>
                  </a:extLst>
                </p14:cNvPr>
                <p14:cNvContentPartPr/>
                <p14:nvPr/>
              </p14:nvContentPartPr>
              <p14:xfrm>
                <a:off x="7999067" y="1281867"/>
                <a:ext cx="32760" cy="9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0BA09DD-028F-70AE-5E04-1C92DEB039A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994747" y="1277547"/>
                  <a:ext cx="414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E43F308-BE63-21B2-CF29-773A53FCD479}"/>
                    </a:ext>
                  </a:extLst>
                </p14:cNvPr>
                <p14:cNvContentPartPr/>
                <p14:nvPr/>
              </p14:nvContentPartPr>
              <p14:xfrm>
                <a:off x="7948667" y="1298787"/>
                <a:ext cx="169560" cy="54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E43F308-BE63-21B2-CF29-773A53FCD47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944347" y="1294467"/>
                  <a:ext cx="1782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F14F4EC-1CF1-D4BB-1757-C354293B9196}"/>
                    </a:ext>
                  </a:extLst>
                </p14:cNvPr>
                <p14:cNvContentPartPr/>
                <p14:nvPr/>
              </p14:nvContentPartPr>
              <p14:xfrm>
                <a:off x="8138027" y="1257027"/>
                <a:ext cx="122400" cy="117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F14F4EC-1CF1-D4BB-1757-C354293B919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133707" y="1252707"/>
                  <a:ext cx="1310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9A9F7D2-9B45-98EE-D394-78B061937F37}"/>
                    </a:ext>
                  </a:extLst>
                </p14:cNvPr>
                <p14:cNvContentPartPr/>
                <p14:nvPr/>
              </p14:nvContentPartPr>
              <p14:xfrm>
                <a:off x="8336747" y="1026267"/>
                <a:ext cx="190080" cy="315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9A9F7D2-9B45-98EE-D394-78B061937F3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332427" y="1021947"/>
                  <a:ext cx="1987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1159957-3426-3CB4-048A-62E43A8CB9BC}"/>
                    </a:ext>
                  </a:extLst>
                </p14:cNvPr>
                <p14:cNvContentPartPr/>
                <p14:nvPr/>
              </p14:nvContentPartPr>
              <p14:xfrm>
                <a:off x="8347547" y="1216347"/>
                <a:ext cx="192240" cy="1285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1159957-3426-3CB4-048A-62E43A8CB9B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343227" y="1212027"/>
                  <a:ext cx="2008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DBD1FDC-CEBF-45FE-ED72-4BBA7DBF4207}"/>
                    </a:ext>
                  </a:extLst>
                </p14:cNvPr>
                <p14:cNvContentPartPr/>
                <p14:nvPr/>
              </p14:nvContentPartPr>
              <p14:xfrm>
                <a:off x="8591987" y="1101507"/>
                <a:ext cx="5760" cy="25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DBD1FDC-CEBF-45FE-ED72-4BBA7DBF420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587667" y="1097187"/>
                  <a:ext cx="14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5CBCF04-7B54-52A6-A679-64A0AA5AD42C}"/>
                    </a:ext>
                  </a:extLst>
                </p14:cNvPr>
                <p14:cNvContentPartPr/>
                <p14:nvPr/>
              </p14:nvContentPartPr>
              <p14:xfrm>
                <a:off x="8600987" y="1160907"/>
                <a:ext cx="384480" cy="210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5CBCF04-7B54-52A6-A679-64A0AA5AD42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596667" y="1156587"/>
                  <a:ext cx="393120" cy="21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0FC364A6-731D-7E53-C057-21CC25C4FB2A}"/>
                  </a:ext>
                </a:extLst>
              </p14:cNvPr>
              <p14:cNvContentPartPr/>
              <p14:nvPr/>
            </p14:nvContentPartPr>
            <p14:xfrm>
              <a:off x="5144267" y="1871547"/>
              <a:ext cx="376200" cy="4190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0FC364A6-731D-7E53-C057-21CC25C4FB2A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139947" y="1867227"/>
                <a:ext cx="384840" cy="42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70EDAC3B-852D-DA5D-9B14-69B0520BAF2E}"/>
              </a:ext>
            </a:extLst>
          </p:cNvPr>
          <p:cNvGrpSpPr/>
          <p:nvPr/>
        </p:nvGrpSpPr>
        <p:grpSpPr>
          <a:xfrm>
            <a:off x="5845187" y="1744827"/>
            <a:ext cx="1177200" cy="397440"/>
            <a:chOff x="5845187" y="1744827"/>
            <a:chExt cx="1177200" cy="39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F29AF2C-9327-247A-C4C1-24859E56CC6F}"/>
                    </a:ext>
                  </a:extLst>
                </p14:cNvPr>
                <p14:cNvContentPartPr/>
                <p14:nvPr/>
              </p14:nvContentPartPr>
              <p14:xfrm>
                <a:off x="5845187" y="1744827"/>
                <a:ext cx="317520" cy="3974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F29AF2C-9327-247A-C4C1-24859E56CC6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840867" y="1740507"/>
                  <a:ext cx="32616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3BEB8DD-2D87-EC24-3DF5-290EAD106720}"/>
                    </a:ext>
                  </a:extLst>
                </p14:cNvPr>
                <p14:cNvContentPartPr/>
                <p14:nvPr/>
              </p14:nvContentPartPr>
              <p14:xfrm>
                <a:off x="6093947" y="1959387"/>
                <a:ext cx="188280" cy="113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3BEB8DD-2D87-EC24-3DF5-290EAD10672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089627" y="1955067"/>
                  <a:ext cx="1969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656BF6A-FF73-3D0B-748E-9777AB90A301}"/>
                    </a:ext>
                  </a:extLst>
                </p14:cNvPr>
                <p14:cNvContentPartPr/>
                <p14:nvPr/>
              </p14:nvContentPartPr>
              <p14:xfrm>
                <a:off x="6309947" y="1947507"/>
                <a:ext cx="238680" cy="1360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656BF6A-FF73-3D0B-748E-9777AB90A30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305627" y="1943187"/>
                  <a:ext cx="2473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C5E609B-27A6-A3E6-ACC7-06F1E71E4DEF}"/>
                    </a:ext>
                  </a:extLst>
                </p14:cNvPr>
                <p14:cNvContentPartPr/>
                <p14:nvPr/>
              </p14:nvContentPartPr>
              <p14:xfrm>
                <a:off x="6535307" y="1968387"/>
                <a:ext cx="30600" cy="97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C5E609B-27A6-A3E6-ACC7-06F1E71E4DE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30987" y="1964067"/>
                  <a:ext cx="392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0CD2D00-6910-BC23-3210-88F9A7022A28}"/>
                    </a:ext>
                  </a:extLst>
                </p14:cNvPr>
                <p14:cNvContentPartPr/>
                <p14:nvPr/>
              </p14:nvContentPartPr>
              <p14:xfrm>
                <a:off x="6621707" y="1794507"/>
                <a:ext cx="9360" cy="72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0CD2D00-6910-BC23-3210-88F9A7022A2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617387" y="1790187"/>
                  <a:ext cx="180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8D1C0F5-FD99-A6DF-ECD4-4F71A6C7BFF9}"/>
                    </a:ext>
                  </a:extLst>
                </p14:cNvPr>
                <p14:cNvContentPartPr/>
                <p14:nvPr/>
              </p14:nvContentPartPr>
              <p14:xfrm>
                <a:off x="6644027" y="1930947"/>
                <a:ext cx="138960" cy="1044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8D1C0F5-FD99-A6DF-ECD4-4F71A6C7BFF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639707" y="1926627"/>
                  <a:ext cx="1476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20759D8-9D66-0D66-C57E-88D13E74F280}"/>
                    </a:ext>
                  </a:extLst>
                </p14:cNvPr>
                <p14:cNvContentPartPr/>
                <p14:nvPr/>
              </p14:nvContentPartPr>
              <p14:xfrm>
                <a:off x="6855707" y="1894587"/>
                <a:ext cx="166680" cy="1285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20759D8-9D66-0D66-C57E-88D13E74F28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851387" y="1890267"/>
                  <a:ext cx="17532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9F3FCCD-5059-74DB-E844-4DAD3046271D}"/>
              </a:ext>
            </a:extLst>
          </p:cNvPr>
          <p:cNvGrpSpPr/>
          <p:nvPr/>
        </p:nvGrpSpPr>
        <p:grpSpPr>
          <a:xfrm>
            <a:off x="7385627" y="1628187"/>
            <a:ext cx="2179080" cy="484560"/>
            <a:chOff x="7385627" y="1628187"/>
            <a:chExt cx="2179080" cy="48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3D7E69F-A9B9-ABF5-9A3D-81F9D6DE6E28}"/>
                    </a:ext>
                  </a:extLst>
                </p14:cNvPr>
                <p14:cNvContentPartPr/>
                <p14:nvPr/>
              </p14:nvContentPartPr>
              <p14:xfrm>
                <a:off x="7587947" y="1800627"/>
                <a:ext cx="123840" cy="2142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3D7E69F-A9B9-ABF5-9A3D-81F9D6DE6E2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583627" y="1796307"/>
                  <a:ext cx="1324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963E911-9C05-9BDB-C2D0-9219F85D6C9E}"/>
                    </a:ext>
                  </a:extLst>
                </p14:cNvPr>
                <p14:cNvContentPartPr/>
                <p14:nvPr/>
              </p14:nvContentPartPr>
              <p14:xfrm>
                <a:off x="7385627" y="1704147"/>
                <a:ext cx="671760" cy="52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963E911-9C05-9BDB-C2D0-9219F85D6C9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381307" y="1699827"/>
                  <a:ext cx="6804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2FEFCF1-8DB8-CD55-7E95-2FACA515E9C5}"/>
                    </a:ext>
                  </a:extLst>
                </p14:cNvPr>
                <p14:cNvContentPartPr/>
                <p14:nvPr/>
              </p14:nvContentPartPr>
              <p14:xfrm>
                <a:off x="7903667" y="1840947"/>
                <a:ext cx="195840" cy="146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2FEFCF1-8DB8-CD55-7E95-2FACA515E9C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899347" y="1836627"/>
                  <a:ext cx="2044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F705728-94A3-5F69-030B-FB1E8527DBDD}"/>
                    </a:ext>
                  </a:extLst>
                </p14:cNvPr>
                <p14:cNvContentPartPr/>
                <p14:nvPr/>
              </p14:nvContentPartPr>
              <p14:xfrm>
                <a:off x="8107427" y="1839867"/>
                <a:ext cx="137160" cy="817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F705728-94A3-5F69-030B-FB1E8527DBD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03107" y="1835547"/>
                  <a:ext cx="1458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356B376-D8CF-5C2D-68E3-9C4C4925ABF3}"/>
                    </a:ext>
                  </a:extLst>
                </p14:cNvPr>
                <p14:cNvContentPartPr/>
                <p14:nvPr/>
              </p14:nvContentPartPr>
              <p14:xfrm>
                <a:off x="8247467" y="1647627"/>
                <a:ext cx="179640" cy="277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356B376-D8CF-5C2D-68E3-9C4C4925ABF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243147" y="1643307"/>
                  <a:ext cx="1882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7195B82-B326-8413-39F7-16DC12FDD51B}"/>
                    </a:ext>
                  </a:extLst>
                </p14:cNvPr>
                <p14:cNvContentPartPr/>
                <p14:nvPr/>
              </p14:nvContentPartPr>
              <p14:xfrm>
                <a:off x="8460227" y="1836987"/>
                <a:ext cx="228960" cy="831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7195B82-B326-8413-39F7-16DC12FDD51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455907" y="1832667"/>
                  <a:ext cx="2376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3BEB1BC-13F5-2E38-CDDB-9CE005D657AD}"/>
                    </a:ext>
                  </a:extLst>
                </p14:cNvPr>
                <p14:cNvContentPartPr/>
                <p14:nvPr/>
              </p14:nvContentPartPr>
              <p14:xfrm>
                <a:off x="8758307" y="1829787"/>
                <a:ext cx="25920" cy="522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3BEB1BC-13F5-2E38-CDDB-9CE005D657A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753987" y="1825467"/>
                  <a:ext cx="345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16CFBEC-ED30-C6D5-A871-CD59955BB948}"/>
                    </a:ext>
                  </a:extLst>
                </p14:cNvPr>
                <p14:cNvContentPartPr/>
                <p14:nvPr/>
              </p14:nvContentPartPr>
              <p14:xfrm>
                <a:off x="8805827" y="1628187"/>
                <a:ext cx="14760" cy="52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16CFBEC-ED30-C6D5-A871-CD59955BB94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801507" y="1623867"/>
                  <a:ext cx="234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73CB810-172F-F19F-2201-A61FF5E383C4}"/>
                    </a:ext>
                  </a:extLst>
                </p14:cNvPr>
                <p14:cNvContentPartPr/>
                <p14:nvPr/>
              </p14:nvContentPartPr>
              <p14:xfrm>
                <a:off x="8711147" y="1773987"/>
                <a:ext cx="273240" cy="338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73CB810-172F-F19F-2201-A61FF5E383C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706827" y="1769667"/>
                  <a:ext cx="28188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471E9E6-9C61-5F36-2DB9-42945599E615}"/>
                    </a:ext>
                  </a:extLst>
                </p14:cNvPr>
                <p14:cNvContentPartPr/>
                <p14:nvPr/>
              </p14:nvContentPartPr>
              <p14:xfrm>
                <a:off x="9097067" y="1796667"/>
                <a:ext cx="173520" cy="83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471E9E6-9C61-5F36-2DB9-42945599E61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092747" y="1792347"/>
                  <a:ext cx="1821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470C493-C4E8-2690-685F-774FC06C6D67}"/>
                    </a:ext>
                  </a:extLst>
                </p14:cNvPr>
                <p14:cNvContentPartPr/>
                <p14:nvPr/>
              </p14:nvContentPartPr>
              <p14:xfrm>
                <a:off x="9357347" y="1781547"/>
                <a:ext cx="207360" cy="1058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470C493-C4E8-2690-685F-774FC06C6D6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353027" y="1777227"/>
                  <a:ext cx="21600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0F4B2B2-A967-709B-5DF5-3CA9D127CC5E}"/>
              </a:ext>
            </a:extLst>
          </p:cNvPr>
          <p:cNvGrpSpPr/>
          <p:nvPr/>
        </p:nvGrpSpPr>
        <p:grpSpPr>
          <a:xfrm>
            <a:off x="5506067" y="2463387"/>
            <a:ext cx="1551240" cy="437400"/>
            <a:chOff x="5506067" y="2463387"/>
            <a:chExt cx="1551240" cy="43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6D5E6A7-D5D4-E970-E697-84F773D3DBE6}"/>
                    </a:ext>
                  </a:extLst>
                </p14:cNvPr>
                <p14:cNvContentPartPr/>
                <p14:nvPr/>
              </p14:nvContentPartPr>
              <p14:xfrm>
                <a:off x="5506067" y="2464827"/>
                <a:ext cx="282240" cy="4359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6D5E6A7-D5D4-E970-E697-84F773D3DBE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501747" y="2460507"/>
                  <a:ext cx="29088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9DC77B9-B88E-55D4-2450-8F0768A6EE2B}"/>
                    </a:ext>
                  </a:extLst>
                </p14:cNvPr>
                <p14:cNvContentPartPr/>
                <p14:nvPr/>
              </p14:nvContentPartPr>
              <p14:xfrm>
                <a:off x="5837627" y="2759307"/>
                <a:ext cx="26640" cy="108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9DC77B9-B88E-55D4-2450-8F0768A6EE2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833307" y="2754987"/>
                  <a:ext cx="352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E0D77F5-6E5F-6F47-DDDB-D81A7F3F9019}"/>
                    </a:ext>
                  </a:extLst>
                </p14:cNvPr>
                <p14:cNvContentPartPr/>
                <p14:nvPr/>
              </p14:nvContentPartPr>
              <p14:xfrm>
                <a:off x="5904587" y="2607387"/>
                <a:ext cx="23760" cy="64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E0D77F5-6E5F-6F47-DDDB-D81A7F3F901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900267" y="2603067"/>
                  <a:ext cx="324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2A4226D-0817-4E68-632F-EF6AF0BD7569}"/>
                    </a:ext>
                  </a:extLst>
                </p14:cNvPr>
                <p14:cNvContentPartPr/>
                <p14:nvPr/>
              </p14:nvContentPartPr>
              <p14:xfrm>
                <a:off x="5934827" y="2753547"/>
                <a:ext cx="176400" cy="828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2A4226D-0817-4E68-632F-EF6AF0BD756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930507" y="2749227"/>
                  <a:ext cx="1850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40FF12E-D23E-AEF9-2D6F-37EB73BBFFC2}"/>
                    </a:ext>
                  </a:extLst>
                </p14:cNvPr>
                <p14:cNvContentPartPr/>
                <p14:nvPr/>
              </p14:nvContentPartPr>
              <p14:xfrm>
                <a:off x="6163427" y="2709987"/>
                <a:ext cx="158400" cy="120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40FF12E-D23E-AEF9-2D6F-37EB73BBFFC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159107" y="2705667"/>
                  <a:ext cx="1670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659E9AF-DB75-0FA6-3F83-127B9757BE80}"/>
                    </a:ext>
                  </a:extLst>
                </p14:cNvPr>
                <p14:cNvContentPartPr/>
                <p14:nvPr/>
              </p14:nvContentPartPr>
              <p14:xfrm>
                <a:off x="6321827" y="2463387"/>
                <a:ext cx="345600" cy="361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659E9AF-DB75-0FA6-3F83-127B9757BE8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317507" y="2459067"/>
                  <a:ext cx="35424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B3DB459-3F1B-18AD-C611-21A58E03C1C6}"/>
                    </a:ext>
                  </a:extLst>
                </p14:cNvPr>
                <p14:cNvContentPartPr/>
                <p14:nvPr/>
              </p14:nvContentPartPr>
              <p14:xfrm>
                <a:off x="6666707" y="2667147"/>
                <a:ext cx="279000" cy="136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B3DB459-3F1B-18AD-C611-21A58E03C1C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662387" y="2662827"/>
                  <a:ext cx="287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5D21D9E-F9F9-96F9-2FC2-49944F5DA51F}"/>
                    </a:ext>
                  </a:extLst>
                </p14:cNvPr>
                <p14:cNvContentPartPr/>
                <p14:nvPr/>
              </p14:nvContentPartPr>
              <p14:xfrm>
                <a:off x="6985667" y="2656707"/>
                <a:ext cx="71640" cy="928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5D21D9E-F9F9-96F9-2FC2-49944F5DA51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981347" y="2652387"/>
                  <a:ext cx="8028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49A0DCC-01C7-3CB8-58D0-E412962581CC}"/>
              </a:ext>
            </a:extLst>
          </p:cNvPr>
          <p:cNvGrpSpPr/>
          <p:nvPr/>
        </p:nvGrpSpPr>
        <p:grpSpPr>
          <a:xfrm>
            <a:off x="7363307" y="2188707"/>
            <a:ext cx="2349360" cy="760320"/>
            <a:chOff x="7363307" y="2188707"/>
            <a:chExt cx="2349360" cy="76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C7E1646-41FF-64C7-8FE8-A2AFE95B8166}"/>
                    </a:ext>
                  </a:extLst>
                </p14:cNvPr>
                <p14:cNvContentPartPr/>
                <p14:nvPr/>
              </p14:nvContentPartPr>
              <p14:xfrm>
                <a:off x="7363307" y="2646987"/>
                <a:ext cx="29160" cy="3020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C7E1646-41FF-64C7-8FE8-A2AFE95B816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358987" y="2642667"/>
                  <a:ext cx="3780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654F2C1-3415-10FC-AB1F-FA5A0B654F15}"/>
                    </a:ext>
                  </a:extLst>
                </p14:cNvPr>
                <p14:cNvContentPartPr/>
                <p14:nvPr/>
              </p14:nvContentPartPr>
              <p14:xfrm>
                <a:off x="7429187" y="2594067"/>
                <a:ext cx="129240" cy="92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654F2C1-3415-10FC-AB1F-FA5A0B654F1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424867" y="2589747"/>
                  <a:ext cx="1378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8A67C38-46C0-0225-D931-50D5743FEF60}"/>
                    </a:ext>
                  </a:extLst>
                </p14:cNvPr>
                <p14:cNvContentPartPr/>
                <p14:nvPr/>
              </p14:nvContentPartPr>
              <p14:xfrm>
                <a:off x="7682627" y="2565627"/>
                <a:ext cx="118800" cy="153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8A67C38-46C0-0225-D931-50D5743FEF6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678307" y="2561307"/>
                  <a:ext cx="1274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4887FCA-C116-2AFA-1638-4CD1CCFEE246}"/>
                    </a:ext>
                  </a:extLst>
                </p14:cNvPr>
                <p14:cNvContentPartPr/>
                <p14:nvPr/>
              </p14:nvContentPartPr>
              <p14:xfrm>
                <a:off x="7849667" y="2604147"/>
                <a:ext cx="102600" cy="910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4887FCA-C116-2AFA-1638-4CD1CCFEE24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845347" y="2599827"/>
                  <a:ext cx="1112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177FCD4-1E83-17F1-9227-E3FF2EA8207B}"/>
                    </a:ext>
                  </a:extLst>
                </p14:cNvPr>
                <p14:cNvContentPartPr/>
                <p14:nvPr/>
              </p14:nvContentPartPr>
              <p14:xfrm>
                <a:off x="8011667" y="2403267"/>
                <a:ext cx="126720" cy="308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177FCD4-1E83-17F1-9227-E3FF2EA8207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007347" y="2398947"/>
                  <a:ext cx="13536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AFE024D-72FC-6A9B-F516-6B57524892D8}"/>
                    </a:ext>
                  </a:extLst>
                </p14:cNvPr>
                <p14:cNvContentPartPr/>
                <p14:nvPr/>
              </p14:nvContentPartPr>
              <p14:xfrm>
                <a:off x="8233787" y="2603067"/>
                <a:ext cx="94320" cy="882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AFE024D-72FC-6A9B-F516-6B57524892D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229467" y="2598747"/>
                  <a:ext cx="1029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0F5A281-F266-067E-4BA0-1A29250A781C}"/>
                    </a:ext>
                  </a:extLst>
                </p14:cNvPr>
                <p14:cNvContentPartPr/>
                <p14:nvPr/>
              </p14:nvContentPartPr>
              <p14:xfrm>
                <a:off x="8408027" y="2316147"/>
                <a:ext cx="128880" cy="318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0F5A281-F266-067E-4BA0-1A29250A781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403707" y="2311827"/>
                  <a:ext cx="1375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8DCB368-DF62-F085-CD37-4D59C2E2CCB7}"/>
                    </a:ext>
                  </a:extLst>
                </p14:cNvPr>
                <p14:cNvContentPartPr/>
                <p14:nvPr/>
              </p14:nvContentPartPr>
              <p14:xfrm>
                <a:off x="8624387" y="2568867"/>
                <a:ext cx="35640" cy="104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8DCB368-DF62-F085-CD37-4D59C2E2CCB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620067" y="2564547"/>
                  <a:ext cx="442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3A8A0E8-1D13-79F0-9D86-628183A0E403}"/>
                    </a:ext>
                  </a:extLst>
                </p14:cNvPr>
                <p14:cNvContentPartPr/>
                <p14:nvPr/>
              </p14:nvContentPartPr>
              <p14:xfrm>
                <a:off x="8679467" y="2467347"/>
                <a:ext cx="15480" cy="115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3A8A0E8-1D13-79F0-9D86-628183A0E40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675147" y="2463027"/>
                  <a:ext cx="241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CC601BB-D527-4122-ED2D-6070B3465524}"/>
                    </a:ext>
                  </a:extLst>
                </p14:cNvPr>
                <p14:cNvContentPartPr/>
                <p14:nvPr/>
              </p14:nvContentPartPr>
              <p14:xfrm>
                <a:off x="8876387" y="2368707"/>
                <a:ext cx="222480" cy="2962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CC601BB-D527-4122-ED2D-6070B346552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872067" y="2364387"/>
                  <a:ext cx="2311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E0E610F-63EE-7001-2ABE-FF23D4EE49C6}"/>
                    </a:ext>
                  </a:extLst>
                </p14:cNvPr>
                <p14:cNvContentPartPr/>
                <p14:nvPr/>
              </p14:nvContentPartPr>
              <p14:xfrm>
                <a:off x="9048827" y="2437107"/>
                <a:ext cx="13320" cy="16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E0E610F-63EE-7001-2ABE-FF23D4EE49C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044507" y="2432787"/>
                  <a:ext cx="219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998175B-9ACE-ED53-4E6F-61AC6BCCDDED}"/>
                    </a:ext>
                  </a:extLst>
                </p14:cNvPr>
                <p14:cNvContentPartPr/>
                <p14:nvPr/>
              </p14:nvContentPartPr>
              <p14:xfrm>
                <a:off x="9236027" y="2298507"/>
                <a:ext cx="65160" cy="3045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998175B-9ACE-ED53-4E6F-61AC6BCCDDE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231707" y="2294187"/>
                  <a:ext cx="7380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ECBD309-D936-1FC6-A1EE-DA2F0C3E9E6D}"/>
                    </a:ext>
                  </a:extLst>
                </p14:cNvPr>
                <p14:cNvContentPartPr/>
                <p14:nvPr/>
              </p14:nvContentPartPr>
              <p14:xfrm>
                <a:off x="9149627" y="2486787"/>
                <a:ext cx="147240" cy="169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ECBD309-D936-1FC6-A1EE-DA2F0C3E9E6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145307" y="2482467"/>
                  <a:ext cx="1558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6A521CE-38C8-A94F-BB32-91B3117746D8}"/>
                    </a:ext>
                  </a:extLst>
                </p14:cNvPr>
                <p14:cNvContentPartPr/>
                <p14:nvPr/>
              </p14:nvContentPartPr>
              <p14:xfrm>
                <a:off x="9381107" y="2508747"/>
                <a:ext cx="73440" cy="32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6A521CE-38C8-A94F-BB32-91B3117746D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376787" y="2504427"/>
                  <a:ext cx="820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C9F1BEB-641E-DBDB-D27A-9132206555C4}"/>
                    </a:ext>
                  </a:extLst>
                </p14:cNvPr>
                <p14:cNvContentPartPr/>
                <p14:nvPr/>
              </p14:nvContentPartPr>
              <p14:xfrm>
                <a:off x="9229187" y="2486787"/>
                <a:ext cx="266040" cy="3877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C9F1BEB-641E-DBDB-D27A-9132206555C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224867" y="2482467"/>
                  <a:ext cx="27468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B43B8CB-DEFF-52E3-C494-4CB733CEAABD}"/>
                    </a:ext>
                  </a:extLst>
                </p14:cNvPr>
                <p14:cNvContentPartPr/>
                <p14:nvPr/>
              </p14:nvContentPartPr>
              <p14:xfrm>
                <a:off x="9556787" y="2188707"/>
                <a:ext cx="155880" cy="5806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B43B8CB-DEFF-52E3-C494-4CB733CEAAB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552467" y="2184387"/>
                  <a:ext cx="164520" cy="58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296326B3-0394-ED23-014D-6BC771121108}"/>
              </a:ext>
            </a:extLst>
          </p:cNvPr>
          <p:cNvGrpSpPr/>
          <p:nvPr/>
        </p:nvGrpSpPr>
        <p:grpSpPr>
          <a:xfrm>
            <a:off x="930827" y="3595227"/>
            <a:ext cx="3239640" cy="943560"/>
            <a:chOff x="930827" y="3595227"/>
            <a:chExt cx="3239640" cy="94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501A285-9BB3-BE48-CB0F-14CD5A44C208}"/>
                    </a:ext>
                  </a:extLst>
                </p14:cNvPr>
                <p14:cNvContentPartPr/>
                <p14:nvPr/>
              </p14:nvContentPartPr>
              <p14:xfrm>
                <a:off x="1252667" y="3838227"/>
                <a:ext cx="252360" cy="3002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501A285-9BB3-BE48-CB0F-14CD5A44C20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248347" y="3833907"/>
                  <a:ext cx="26100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20C0AFC-70B8-6AF8-0273-4873BD9998CB}"/>
                    </a:ext>
                  </a:extLst>
                </p14:cNvPr>
                <p14:cNvContentPartPr/>
                <p14:nvPr/>
              </p14:nvContentPartPr>
              <p14:xfrm>
                <a:off x="1359947" y="3743187"/>
                <a:ext cx="247320" cy="849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20C0AFC-70B8-6AF8-0273-4873BD9998C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355627" y="3738867"/>
                  <a:ext cx="2559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CF048D8-DD6C-2457-73FB-F21E2C05738F}"/>
                    </a:ext>
                  </a:extLst>
                </p14:cNvPr>
                <p14:cNvContentPartPr/>
                <p14:nvPr/>
              </p14:nvContentPartPr>
              <p14:xfrm>
                <a:off x="1277867" y="3899427"/>
                <a:ext cx="263160" cy="507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CF048D8-DD6C-2457-73FB-F21E2C05738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273547" y="3895107"/>
                  <a:ext cx="2718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8C10109-F5DA-F4B8-1A33-598334AC0DEE}"/>
                    </a:ext>
                  </a:extLst>
                </p14:cNvPr>
                <p14:cNvContentPartPr/>
                <p14:nvPr/>
              </p14:nvContentPartPr>
              <p14:xfrm>
                <a:off x="1581707" y="3930747"/>
                <a:ext cx="134280" cy="120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8C10109-F5DA-F4B8-1A33-598334AC0DE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577387" y="3926427"/>
                  <a:ext cx="1429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9F07B82-433E-04D3-B31B-CB27FD89CB15}"/>
                    </a:ext>
                  </a:extLst>
                </p14:cNvPr>
                <p14:cNvContentPartPr/>
                <p14:nvPr/>
              </p14:nvContentPartPr>
              <p14:xfrm>
                <a:off x="1835867" y="3903027"/>
                <a:ext cx="132480" cy="1472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9F07B82-433E-04D3-B31B-CB27FD89CB1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831547" y="3898707"/>
                  <a:ext cx="1411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45D1748-F1A0-9AE0-72D7-BC83818BE939}"/>
                    </a:ext>
                  </a:extLst>
                </p14:cNvPr>
                <p14:cNvContentPartPr/>
                <p14:nvPr/>
              </p14:nvContentPartPr>
              <p14:xfrm>
                <a:off x="1983827" y="3942627"/>
                <a:ext cx="163080" cy="810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45D1748-F1A0-9AE0-72D7-BC83818BE93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979507" y="3938307"/>
                  <a:ext cx="1717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7AED6FE-1E41-F11A-AABC-647467B6FBA3}"/>
                    </a:ext>
                  </a:extLst>
                </p14:cNvPr>
                <p14:cNvContentPartPr/>
                <p14:nvPr/>
              </p14:nvContentPartPr>
              <p14:xfrm>
                <a:off x="2201987" y="3920307"/>
                <a:ext cx="106560" cy="957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7AED6FE-1E41-F11A-AABC-647467B6FBA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197667" y="3915987"/>
                  <a:ext cx="1152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552B5AC-9866-591A-1933-C109820D9079}"/>
                    </a:ext>
                  </a:extLst>
                </p14:cNvPr>
                <p14:cNvContentPartPr/>
                <p14:nvPr/>
              </p14:nvContentPartPr>
              <p14:xfrm>
                <a:off x="2378027" y="3703587"/>
                <a:ext cx="324720" cy="3006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552B5AC-9866-591A-1933-C109820D907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373707" y="3699267"/>
                  <a:ext cx="3333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D3F2C07-5284-4FE5-EB04-ABB509CDF3C7}"/>
                    </a:ext>
                  </a:extLst>
                </p14:cNvPr>
                <p14:cNvContentPartPr/>
                <p14:nvPr/>
              </p14:nvContentPartPr>
              <p14:xfrm>
                <a:off x="3000827" y="3660027"/>
                <a:ext cx="453960" cy="2696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D3F2C07-5284-4FE5-EB04-ABB509CDF3C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996507" y="3655707"/>
                  <a:ext cx="46260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FB218E7-BA85-B39E-4AFB-CCD99F81DB2E}"/>
                    </a:ext>
                  </a:extLst>
                </p14:cNvPr>
                <p14:cNvContentPartPr/>
                <p14:nvPr/>
              </p14:nvContentPartPr>
              <p14:xfrm>
                <a:off x="3331667" y="3820587"/>
                <a:ext cx="102600" cy="896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FB218E7-BA85-B39E-4AFB-CCD99F81DB2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327347" y="3816267"/>
                  <a:ext cx="1112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2B145F5-C351-E516-CC5B-0C66355FEF03}"/>
                    </a:ext>
                  </a:extLst>
                </p14:cNvPr>
                <p14:cNvContentPartPr/>
                <p14:nvPr/>
              </p14:nvContentPartPr>
              <p14:xfrm>
                <a:off x="3534347" y="3595227"/>
                <a:ext cx="253800" cy="3042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2B145F5-C351-E516-CC5B-0C66355FEF0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530027" y="3590907"/>
                  <a:ext cx="2624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300BCF3-1AFB-C6A1-BBB9-A4BFE02A6CAD}"/>
                    </a:ext>
                  </a:extLst>
                </p14:cNvPr>
                <p14:cNvContentPartPr/>
                <p14:nvPr/>
              </p14:nvContentPartPr>
              <p14:xfrm>
                <a:off x="3852227" y="3771987"/>
                <a:ext cx="111600" cy="1418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300BCF3-1AFB-C6A1-BBB9-A4BFE02A6CA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847907" y="3767667"/>
                  <a:ext cx="1202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8BA9167-B34F-0334-B143-2F25E2F0AE56}"/>
                    </a:ext>
                  </a:extLst>
                </p14:cNvPr>
                <p14:cNvContentPartPr/>
                <p14:nvPr/>
              </p14:nvContentPartPr>
              <p14:xfrm>
                <a:off x="984467" y="4032627"/>
                <a:ext cx="2882520" cy="357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8BA9167-B34F-0334-B143-2F25E2F0AE5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80147" y="4028307"/>
                  <a:ext cx="289116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1462CE6-33DA-7AD1-6CCD-D9372DF7282F}"/>
                    </a:ext>
                  </a:extLst>
                </p14:cNvPr>
                <p14:cNvContentPartPr/>
                <p14:nvPr/>
              </p14:nvContentPartPr>
              <p14:xfrm>
                <a:off x="930827" y="4251147"/>
                <a:ext cx="3239640" cy="2876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1462CE6-33DA-7AD1-6CCD-D9372DF7282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26507" y="4246827"/>
                  <a:ext cx="3248280" cy="296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47264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BB65A1B5-98AB-EFBA-88D8-1E6DF7967453}"/>
              </a:ext>
            </a:extLst>
          </p:cNvPr>
          <p:cNvGrpSpPr/>
          <p:nvPr/>
        </p:nvGrpSpPr>
        <p:grpSpPr>
          <a:xfrm>
            <a:off x="611867" y="166227"/>
            <a:ext cx="1639080" cy="568440"/>
            <a:chOff x="611867" y="166227"/>
            <a:chExt cx="1639080" cy="56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BE2362C-A4ED-8310-ADBB-7BF69874070B}"/>
                    </a:ext>
                  </a:extLst>
                </p14:cNvPr>
                <p14:cNvContentPartPr/>
                <p14:nvPr/>
              </p14:nvContentPartPr>
              <p14:xfrm>
                <a:off x="858467" y="225627"/>
                <a:ext cx="423000" cy="268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BE2362C-A4ED-8310-ADBB-7BF69874070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54147" y="221307"/>
                  <a:ext cx="4316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0376742-87E3-8147-8B55-1131B431C0B8}"/>
                    </a:ext>
                  </a:extLst>
                </p14:cNvPr>
                <p14:cNvContentPartPr/>
                <p14:nvPr/>
              </p14:nvContentPartPr>
              <p14:xfrm>
                <a:off x="1364987" y="166227"/>
                <a:ext cx="232200" cy="3207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0376742-87E3-8147-8B55-1131B431C0B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60667" y="161907"/>
                  <a:ext cx="24084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F1454B3-B976-1A25-F082-53D58F4D4A01}"/>
                    </a:ext>
                  </a:extLst>
                </p14:cNvPr>
                <p14:cNvContentPartPr/>
                <p14:nvPr/>
              </p14:nvContentPartPr>
              <p14:xfrm>
                <a:off x="1701587" y="212307"/>
                <a:ext cx="240840" cy="309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F1454B3-B976-1A25-F082-53D58F4D4A0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97267" y="207987"/>
                  <a:ext cx="2494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E307121-E171-A096-7771-A2A385603976}"/>
                    </a:ext>
                  </a:extLst>
                </p14:cNvPr>
                <p14:cNvContentPartPr/>
                <p14:nvPr/>
              </p14:nvContentPartPr>
              <p14:xfrm>
                <a:off x="611867" y="643227"/>
                <a:ext cx="1639080" cy="91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E307121-E171-A096-7771-A2A38560397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07547" y="638907"/>
                  <a:ext cx="1647720" cy="10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42756B5-E5CA-319B-8578-4FA3F95836B9}"/>
                  </a:ext>
                </a:extLst>
              </p14:cNvPr>
              <p14:cNvContentPartPr/>
              <p14:nvPr/>
            </p14:nvContentPartPr>
            <p14:xfrm>
              <a:off x="2898947" y="419667"/>
              <a:ext cx="111600" cy="11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42756B5-E5CA-319B-8578-4FA3F95836B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94627" y="415347"/>
                <a:ext cx="120240" cy="2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2337F055-0EA7-52A8-1D04-82A43099A011}"/>
              </a:ext>
            </a:extLst>
          </p:cNvPr>
          <p:cNvGrpSpPr/>
          <p:nvPr/>
        </p:nvGrpSpPr>
        <p:grpSpPr>
          <a:xfrm>
            <a:off x="3446147" y="160827"/>
            <a:ext cx="958320" cy="403560"/>
            <a:chOff x="3446147" y="160827"/>
            <a:chExt cx="95832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3F194BE-4FEC-9C7A-2D20-D5DAF69CA252}"/>
                    </a:ext>
                  </a:extLst>
                </p14:cNvPr>
                <p14:cNvContentPartPr/>
                <p14:nvPr/>
              </p14:nvContentPartPr>
              <p14:xfrm>
                <a:off x="3446147" y="251547"/>
                <a:ext cx="397800" cy="312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3F194BE-4FEC-9C7A-2D20-D5DAF69CA25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41827" y="247227"/>
                  <a:ext cx="40644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20D4A6E-568E-3AB1-5E1C-204DB8982E66}"/>
                    </a:ext>
                  </a:extLst>
                </p14:cNvPr>
                <p14:cNvContentPartPr/>
                <p14:nvPr/>
              </p14:nvContentPartPr>
              <p14:xfrm>
                <a:off x="3897587" y="387267"/>
                <a:ext cx="109800" cy="141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20D4A6E-568E-3AB1-5E1C-204DB8982E6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93267" y="382947"/>
                  <a:ext cx="1184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71FB1EF-EC90-F91A-23CF-38690D051B53}"/>
                    </a:ext>
                  </a:extLst>
                </p14:cNvPr>
                <p14:cNvContentPartPr/>
                <p14:nvPr/>
              </p14:nvContentPartPr>
              <p14:xfrm>
                <a:off x="4076507" y="390867"/>
                <a:ext cx="56160" cy="106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71FB1EF-EC90-F91A-23CF-38690D051B5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72187" y="386547"/>
                  <a:ext cx="648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9AB6BA9-0716-B08A-BF63-59228FDD53B1}"/>
                    </a:ext>
                  </a:extLst>
                </p14:cNvPr>
                <p14:cNvContentPartPr/>
                <p14:nvPr/>
              </p14:nvContentPartPr>
              <p14:xfrm>
                <a:off x="4187387" y="160827"/>
                <a:ext cx="217080" cy="349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9AB6BA9-0716-B08A-BF63-59228FDD53B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83067" y="156507"/>
                  <a:ext cx="225720" cy="35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3D937DB-36C9-FAE3-4D99-9025F0A566DD}"/>
              </a:ext>
            </a:extLst>
          </p:cNvPr>
          <p:cNvGrpSpPr/>
          <p:nvPr/>
        </p:nvGrpSpPr>
        <p:grpSpPr>
          <a:xfrm>
            <a:off x="4896947" y="125187"/>
            <a:ext cx="1876680" cy="369000"/>
            <a:chOff x="4896947" y="125187"/>
            <a:chExt cx="1876680" cy="36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9763921-1B7F-4B20-6DD1-9EA38188E4C7}"/>
                    </a:ext>
                  </a:extLst>
                </p14:cNvPr>
                <p14:cNvContentPartPr/>
                <p14:nvPr/>
              </p14:nvContentPartPr>
              <p14:xfrm>
                <a:off x="4931867" y="234267"/>
                <a:ext cx="50400" cy="259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9763921-1B7F-4B20-6DD1-9EA38188E4C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27547" y="229947"/>
                  <a:ext cx="590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6A526CD-EED0-8613-0C5F-2AA28DA34445}"/>
                    </a:ext>
                  </a:extLst>
                </p14:cNvPr>
                <p14:cNvContentPartPr/>
                <p14:nvPr/>
              </p14:nvContentPartPr>
              <p14:xfrm>
                <a:off x="4896947" y="216267"/>
                <a:ext cx="214560" cy="253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6A526CD-EED0-8613-0C5F-2AA28DA3444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92627" y="211947"/>
                  <a:ext cx="2232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2B55DD9-0887-7518-8504-2D76CD0B9A9E}"/>
                    </a:ext>
                  </a:extLst>
                </p14:cNvPr>
                <p14:cNvContentPartPr/>
                <p14:nvPr/>
              </p14:nvContentPartPr>
              <p14:xfrm>
                <a:off x="5164067" y="333267"/>
                <a:ext cx="86400" cy="155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2B55DD9-0887-7518-8504-2D76CD0B9A9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59747" y="328947"/>
                  <a:ext cx="950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799041C-A580-E47D-213B-1573F329D679}"/>
                    </a:ext>
                  </a:extLst>
                </p14:cNvPr>
                <p14:cNvContentPartPr/>
                <p14:nvPr/>
              </p14:nvContentPartPr>
              <p14:xfrm>
                <a:off x="5330387" y="353427"/>
                <a:ext cx="181080" cy="98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799041C-A580-E47D-213B-1573F329D67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326067" y="349107"/>
                  <a:ext cx="1897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CC1E76C-7489-DF3F-938D-0F82BEBAAAB0}"/>
                    </a:ext>
                  </a:extLst>
                </p14:cNvPr>
                <p14:cNvContentPartPr/>
                <p14:nvPr/>
              </p14:nvContentPartPr>
              <p14:xfrm>
                <a:off x="5492747" y="390867"/>
                <a:ext cx="110520" cy="89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CC1E76C-7489-DF3F-938D-0F82BEBAAAB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88427" y="386547"/>
                  <a:ext cx="1191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2EC0D21-CC44-E1D2-20DB-88FAD2BC2226}"/>
                    </a:ext>
                  </a:extLst>
                </p14:cNvPr>
                <p14:cNvContentPartPr/>
                <p14:nvPr/>
              </p14:nvContentPartPr>
              <p14:xfrm>
                <a:off x="5689307" y="125187"/>
                <a:ext cx="161280" cy="328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2EC0D21-CC44-E1D2-20DB-88FAD2BC222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84987" y="120867"/>
                  <a:ext cx="1699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F2F6001-4D60-CA1A-98AE-989133512D71}"/>
                    </a:ext>
                  </a:extLst>
                </p14:cNvPr>
                <p14:cNvContentPartPr/>
                <p14:nvPr/>
              </p14:nvContentPartPr>
              <p14:xfrm>
                <a:off x="5900627" y="151107"/>
                <a:ext cx="342000" cy="308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F2F6001-4D60-CA1A-98AE-989133512D7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96307" y="146787"/>
                  <a:ext cx="3506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7784BF1-2B5D-AD5C-6ADE-0DD769DF1AE7}"/>
                    </a:ext>
                  </a:extLst>
                </p14:cNvPr>
                <p14:cNvContentPartPr/>
                <p14:nvPr/>
              </p14:nvContentPartPr>
              <p14:xfrm>
                <a:off x="6187187" y="300507"/>
                <a:ext cx="369000" cy="174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7784BF1-2B5D-AD5C-6ADE-0DD769DF1AE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82867" y="296187"/>
                  <a:ext cx="3776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89D0B1C-7BD8-1BCD-2B60-C80541DABAD3}"/>
                    </a:ext>
                  </a:extLst>
                </p14:cNvPr>
                <p14:cNvContentPartPr/>
                <p14:nvPr/>
              </p14:nvContentPartPr>
              <p14:xfrm>
                <a:off x="6600107" y="380427"/>
                <a:ext cx="173520" cy="69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89D0B1C-7BD8-1BCD-2B60-C80541DABAD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595787" y="376107"/>
                  <a:ext cx="18216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0AD0A1E-9964-2DCB-606A-D716FD085D12}"/>
              </a:ext>
            </a:extLst>
          </p:cNvPr>
          <p:cNvGrpSpPr/>
          <p:nvPr/>
        </p:nvGrpSpPr>
        <p:grpSpPr>
          <a:xfrm>
            <a:off x="7217867" y="163707"/>
            <a:ext cx="1711800" cy="326880"/>
            <a:chOff x="7217867" y="163707"/>
            <a:chExt cx="1711800" cy="32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740DB2C-BC08-418D-7E93-CF29CC54C2B7}"/>
                    </a:ext>
                  </a:extLst>
                </p14:cNvPr>
                <p14:cNvContentPartPr/>
                <p14:nvPr/>
              </p14:nvContentPartPr>
              <p14:xfrm>
                <a:off x="7217867" y="253347"/>
                <a:ext cx="384120" cy="204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740DB2C-BC08-418D-7E93-CF29CC54C2B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213547" y="249027"/>
                  <a:ext cx="3927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CF2325B-C3C2-29DA-C784-0C432B19D7F2}"/>
                    </a:ext>
                  </a:extLst>
                </p14:cNvPr>
                <p14:cNvContentPartPr/>
                <p14:nvPr/>
              </p14:nvContentPartPr>
              <p14:xfrm>
                <a:off x="7566347" y="206547"/>
                <a:ext cx="110160" cy="284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CF2325B-C3C2-29DA-C784-0C432B19D7F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562027" y="202227"/>
                  <a:ext cx="1188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2BD74A5-B853-2165-389B-D14F93E9032B}"/>
                    </a:ext>
                  </a:extLst>
                </p14:cNvPr>
                <p14:cNvContentPartPr/>
                <p14:nvPr/>
              </p14:nvContentPartPr>
              <p14:xfrm>
                <a:off x="7585787" y="301947"/>
                <a:ext cx="221760" cy="125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2BD74A5-B853-2165-389B-D14F93E9032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581467" y="297627"/>
                  <a:ext cx="2304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CD1147E-8A1D-12F2-7BF3-812F08E34F7B}"/>
                    </a:ext>
                  </a:extLst>
                </p14:cNvPr>
                <p14:cNvContentPartPr/>
                <p14:nvPr/>
              </p14:nvContentPartPr>
              <p14:xfrm>
                <a:off x="7846787" y="355587"/>
                <a:ext cx="157680" cy="58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CD1147E-8A1D-12F2-7BF3-812F08E34F7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842467" y="351267"/>
                  <a:ext cx="1663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D1F2EBF-1E7E-CC1F-6E0E-55009ABB013C}"/>
                    </a:ext>
                  </a:extLst>
                </p14:cNvPr>
                <p14:cNvContentPartPr/>
                <p14:nvPr/>
              </p14:nvContentPartPr>
              <p14:xfrm>
                <a:off x="8050187" y="331107"/>
                <a:ext cx="132840" cy="66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D1F2EBF-1E7E-CC1F-6E0E-55009ABB013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045867" y="326787"/>
                  <a:ext cx="1414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C4CC65F-BA18-DB74-6122-3B1A9CD5601E}"/>
                    </a:ext>
                  </a:extLst>
                </p14:cNvPr>
                <p14:cNvContentPartPr/>
                <p14:nvPr/>
              </p14:nvContentPartPr>
              <p14:xfrm>
                <a:off x="8270507" y="163707"/>
                <a:ext cx="108000" cy="286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C4CC65F-BA18-DB74-6122-3B1A9CD5601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266187" y="159387"/>
                  <a:ext cx="116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ABDAED1-C940-986E-CF09-DAB74050C2E7}"/>
                    </a:ext>
                  </a:extLst>
                </p14:cNvPr>
                <p14:cNvContentPartPr/>
                <p14:nvPr/>
              </p14:nvContentPartPr>
              <p14:xfrm>
                <a:off x="8186267" y="319587"/>
                <a:ext cx="344160" cy="118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ABDAED1-C940-986E-CF09-DAB74050C2E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181947" y="315267"/>
                  <a:ext cx="3528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4DA5A68-A38B-69CB-05DD-B2E75927AA15}"/>
                    </a:ext>
                  </a:extLst>
                </p14:cNvPr>
                <p14:cNvContentPartPr/>
                <p14:nvPr/>
              </p14:nvContentPartPr>
              <p14:xfrm>
                <a:off x="8599907" y="270987"/>
                <a:ext cx="130320" cy="190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4DA5A68-A38B-69CB-05DD-B2E75927AA1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595587" y="266667"/>
                  <a:ext cx="1389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B286D87-D651-79FE-6FC7-18840920D1E8}"/>
                    </a:ext>
                  </a:extLst>
                </p14:cNvPr>
                <p14:cNvContentPartPr/>
                <p14:nvPr/>
              </p14:nvContentPartPr>
              <p14:xfrm>
                <a:off x="8764427" y="296187"/>
                <a:ext cx="165240" cy="179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B286D87-D651-79FE-6FC7-18840920D1E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60107" y="291867"/>
                  <a:ext cx="17388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EE8BA9B-2ECE-C41B-F51A-4DF05450A4CF}"/>
              </a:ext>
            </a:extLst>
          </p:cNvPr>
          <p:cNvGrpSpPr/>
          <p:nvPr/>
        </p:nvGrpSpPr>
        <p:grpSpPr>
          <a:xfrm>
            <a:off x="735347" y="993867"/>
            <a:ext cx="2487960" cy="518760"/>
            <a:chOff x="735347" y="993867"/>
            <a:chExt cx="2487960" cy="51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3F1D3EC-7CBC-8511-2B01-67B977B8CEB2}"/>
                    </a:ext>
                  </a:extLst>
                </p14:cNvPr>
                <p14:cNvContentPartPr/>
                <p14:nvPr/>
              </p14:nvContentPartPr>
              <p14:xfrm>
                <a:off x="735347" y="1169187"/>
                <a:ext cx="175680" cy="343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3F1D3EC-7CBC-8511-2B01-67B977B8CEB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1027" y="1164867"/>
                  <a:ext cx="1843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4CA9DC3-C5EA-6016-D085-D9D26B3CA8BE}"/>
                    </a:ext>
                  </a:extLst>
                </p14:cNvPr>
                <p14:cNvContentPartPr/>
                <p14:nvPr/>
              </p14:nvContentPartPr>
              <p14:xfrm>
                <a:off x="912107" y="1137507"/>
                <a:ext cx="150480" cy="329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4CA9DC3-C5EA-6016-D085-D9D26B3CA8B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07787" y="1133187"/>
                  <a:ext cx="15912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FA68E42-5501-ACD9-8B2B-E022F5876841}"/>
                    </a:ext>
                  </a:extLst>
                </p14:cNvPr>
                <p14:cNvContentPartPr/>
                <p14:nvPr/>
              </p14:nvContentPartPr>
              <p14:xfrm>
                <a:off x="774587" y="1306707"/>
                <a:ext cx="294480" cy="43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FA68E42-5501-ACD9-8B2B-E022F587684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70267" y="1302387"/>
                  <a:ext cx="3031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C21D8A3-BD75-960F-3BC2-0DF40BF498CF}"/>
                    </a:ext>
                  </a:extLst>
                </p14:cNvPr>
                <p14:cNvContentPartPr/>
                <p14:nvPr/>
              </p14:nvContentPartPr>
              <p14:xfrm>
                <a:off x="1165907" y="1363227"/>
                <a:ext cx="22320" cy="81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C21D8A3-BD75-960F-3BC2-0DF40BF498C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61587" y="1358907"/>
                  <a:ext cx="309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7FCF2D2-3EB5-23F9-15C1-22C90B837170}"/>
                    </a:ext>
                  </a:extLst>
                </p14:cNvPr>
                <p14:cNvContentPartPr/>
                <p14:nvPr/>
              </p14:nvContentPartPr>
              <p14:xfrm>
                <a:off x="1243307" y="1230747"/>
                <a:ext cx="18360" cy="50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7FCF2D2-3EB5-23F9-15C1-22C90B83717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238987" y="1226427"/>
                  <a:ext cx="270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963CFC4-EB63-EBF5-9446-D110B3564C85}"/>
                    </a:ext>
                  </a:extLst>
                </p14:cNvPr>
                <p14:cNvContentPartPr/>
                <p14:nvPr/>
              </p14:nvContentPartPr>
              <p14:xfrm>
                <a:off x="1274987" y="1331547"/>
                <a:ext cx="128880" cy="120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963CFC4-EB63-EBF5-9446-D110B3564C8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270667" y="1327227"/>
                  <a:ext cx="1375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CE7D720-5CB5-00FA-405E-7B628C2914E7}"/>
                    </a:ext>
                  </a:extLst>
                </p14:cNvPr>
                <p14:cNvContentPartPr/>
                <p14:nvPr/>
              </p14:nvContentPartPr>
              <p14:xfrm>
                <a:off x="1487387" y="1292667"/>
                <a:ext cx="120600" cy="141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CE7D720-5CB5-00FA-405E-7B628C2914E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483067" y="1288347"/>
                  <a:ext cx="1292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489E6AD-3796-277F-C686-41B797A60CFD}"/>
                    </a:ext>
                  </a:extLst>
                </p14:cNvPr>
                <p14:cNvContentPartPr/>
                <p14:nvPr/>
              </p14:nvContentPartPr>
              <p14:xfrm>
                <a:off x="1584227" y="1321107"/>
                <a:ext cx="147960" cy="114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489E6AD-3796-277F-C686-41B797A60CF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579907" y="1316787"/>
                  <a:ext cx="1566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4302079-EA8E-9CA5-4A4F-E318E2EECE96}"/>
                    </a:ext>
                  </a:extLst>
                </p14:cNvPr>
                <p14:cNvContentPartPr/>
                <p14:nvPr/>
              </p14:nvContentPartPr>
              <p14:xfrm>
                <a:off x="1831187" y="1294467"/>
                <a:ext cx="137880" cy="133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4302079-EA8E-9CA5-4A4F-E318E2EECE9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26867" y="1290147"/>
                  <a:ext cx="1465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D74EAF2-D9EB-F687-9113-3FCC3D804D5F}"/>
                    </a:ext>
                  </a:extLst>
                </p14:cNvPr>
                <p14:cNvContentPartPr/>
                <p14:nvPr/>
              </p14:nvContentPartPr>
              <p14:xfrm>
                <a:off x="1951787" y="1281867"/>
                <a:ext cx="158040" cy="118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D74EAF2-D9EB-F687-9113-3FCC3D804D5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947467" y="1277547"/>
                  <a:ext cx="1666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8744A37-BD48-FDCE-1715-784FFD23D802}"/>
                    </a:ext>
                  </a:extLst>
                </p14:cNvPr>
                <p14:cNvContentPartPr/>
                <p14:nvPr/>
              </p14:nvContentPartPr>
              <p14:xfrm>
                <a:off x="2190107" y="993867"/>
                <a:ext cx="177120" cy="374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8744A37-BD48-FDCE-1715-784FFD23D80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185787" y="989547"/>
                  <a:ext cx="18576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750C478-2896-C230-3503-1DA8D044A721}"/>
                    </a:ext>
                  </a:extLst>
                </p14:cNvPr>
                <p14:cNvContentPartPr/>
                <p14:nvPr/>
              </p14:nvContentPartPr>
              <p14:xfrm>
                <a:off x="2439227" y="1305987"/>
                <a:ext cx="12240" cy="70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750C478-2896-C230-3503-1DA8D044A72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434907" y="1301667"/>
                  <a:ext cx="208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6205341-197D-7115-97AB-BB505333FE35}"/>
                    </a:ext>
                  </a:extLst>
                </p14:cNvPr>
                <p14:cNvContentPartPr/>
                <p14:nvPr/>
              </p14:nvContentPartPr>
              <p14:xfrm>
                <a:off x="2509067" y="1152627"/>
                <a:ext cx="11520" cy="28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6205341-197D-7115-97AB-BB505333FE3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504747" y="1148307"/>
                  <a:ext cx="201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BF02AAD-02CF-CA8D-A9BE-2D420AC04979}"/>
                    </a:ext>
                  </a:extLst>
                </p14:cNvPr>
                <p14:cNvContentPartPr/>
                <p14:nvPr/>
              </p14:nvContentPartPr>
              <p14:xfrm>
                <a:off x="2555147" y="1263147"/>
                <a:ext cx="100440" cy="95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BF02AAD-02CF-CA8D-A9BE-2D420AC0497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550827" y="1258827"/>
                  <a:ext cx="109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63F6FA8-A128-1E8B-DB57-4AB5F8AEF89E}"/>
                    </a:ext>
                  </a:extLst>
                </p14:cNvPr>
                <p14:cNvContentPartPr/>
                <p14:nvPr/>
              </p14:nvContentPartPr>
              <p14:xfrm>
                <a:off x="2792747" y="1009347"/>
                <a:ext cx="430560" cy="352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63F6FA8-A128-1E8B-DB57-4AB5F8AEF89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788427" y="1005027"/>
                  <a:ext cx="439200" cy="36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21076CE-391D-834D-307E-AB359E7F9744}"/>
              </a:ext>
            </a:extLst>
          </p:cNvPr>
          <p:cNvGrpSpPr/>
          <p:nvPr/>
        </p:nvGrpSpPr>
        <p:grpSpPr>
          <a:xfrm>
            <a:off x="3533987" y="1005200"/>
            <a:ext cx="2732400" cy="484920"/>
            <a:chOff x="3533987" y="1005200"/>
            <a:chExt cx="2732400" cy="48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7B47EE7-B9B9-1A59-6689-56C2E91EA0E2}"/>
                    </a:ext>
                  </a:extLst>
                </p14:cNvPr>
                <p14:cNvContentPartPr/>
                <p14:nvPr/>
              </p14:nvContentPartPr>
              <p14:xfrm>
                <a:off x="3656027" y="1063880"/>
                <a:ext cx="49320" cy="259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7B47EE7-B9B9-1A59-6689-56C2E91EA0E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51707" y="1059560"/>
                  <a:ext cx="579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869D051-946F-C885-75B1-F6C6EA3E5CBB}"/>
                    </a:ext>
                  </a:extLst>
                </p14:cNvPr>
                <p14:cNvContentPartPr/>
                <p14:nvPr/>
              </p14:nvContentPartPr>
              <p14:xfrm>
                <a:off x="3533987" y="1028240"/>
                <a:ext cx="299880" cy="333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869D051-946F-C885-75B1-F6C6EA3E5CB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529667" y="1023920"/>
                  <a:ext cx="30852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6A80BFA-9F14-DD7D-1EDE-45E49CC1C513}"/>
                    </a:ext>
                  </a:extLst>
                </p14:cNvPr>
                <p14:cNvContentPartPr/>
                <p14:nvPr/>
              </p14:nvContentPartPr>
              <p14:xfrm>
                <a:off x="3882467" y="1212560"/>
                <a:ext cx="177840" cy="119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6A80BFA-9F14-DD7D-1EDE-45E49CC1C51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878147" y="1208240"/>
                  <a:ext cx="1864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A9AFB22-D0FA-A9F5-D43D-242D4A720536}"/>
                    </a:ext>
                  </a:extLst>
                </p14:cNvPr>
                <p14:cNvContentPartPr/>
                <p14:nvPr/>
              </p14:nvContentPartPr>
              <p14:xfrm>
                <a:off x="4076147" y="1208960"/>
                <a:ext cx="188280" cy="121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A9AFB22-D0FA-A9F5-D43D-242D4A72053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071827" y="1204640"/>
                  <a:ext cx="1969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D0EDFFB-F3A4-1B6F-DF3A-56283190B97B}"/>
                    </a:ext>
                  </a:extLst>
                </p14:cNvPr>
                <p14:cNvContentPartPr/>
                <p14:nvPr/>
              </p14:nvContentPartPr>
              <p14:xfrm>
                <a:off x="4259387" y="1221200"/>
                <a:ext cx="108000" cy="102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D0EDFFB-F3A4-1B6F-DF3A-56283190B97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255067" y="1216880"/>
                  <a:ext cx="1166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04E57BC-7714-F1E6-ABD0-B53076E1DBCA}"/>
                    </a:ext>
                  </a:extLst>
                </p14:cNvPr>
                <p14:cNvContentPartPr/>
                <p14:nvPr/>
              </p14:nvContentPartPr>
              <p14:xfrm>
                <a:off x="4417427" y="1242800"/>
                <a:ext cx="313560" cy="83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04E57BC-7714-F1E6-ABD0-B53076E1DBC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413107" y="1238480"/>
                  <a:ext cx="322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49FA42F-312C-2EE1-B16A-9F519FFBD632}"/>
                    </a:ext>
                  </a:extLst>
                </p14:cNvPr>
                <p14:cNvContentPartPr/>
                <p14:nvPr/>
              </p14:nvContentPartPr>
              <p14:xfrm>
                <a:off x="4728467" y="1206800"/>
                <a:ext cx="100440" cy="283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49FA42F-312C-2EE1-B16A-9F519FFBD63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724147" y="1202480"/>
                  <a:ext cx="1090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67B5921-0192-C0F5-5B24-2F479FE22267}"/>
                    </a:ext>
                  </a:extLst>
                </p14:cNvPr>
                <p14:cNvContentPartPr/>
                <p14:nvPr/>
              </p14:nvContentPartPr>
              <p14:xfrm>
                <a:off x="4864547" y="1147400"/>
                <a:ext cx="63360" cy="97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67B5921-0192-C0F5-5B24-2F479FE2226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860227" y="1143080"/>
                  <a:ext cx="720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AF4418D-7622-0E40-6D33-55FDD9249573}"/>
                    </a:ext>
                  </a:extLst>
                </p14:cNvPr>
                <p14:cNvContentPartPr/>
                <p14:nvPr/>
              </p14:nvContentPartPr>
              <p14:xfrm>
                <a:off x="4974707" y="1159280"/>
                <a:ext cx="98640" cy="112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AF4418D-7622-0E40-6D33-55FDD924957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970387" y="1154960"/>
                  <a:ext cx="1072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A78E5FC-8361-C96D-E529-62AEFC0EB372}"/>
                    </a:ext>
                  </a:extLst>
                </p14:cNvPr>
                <p14:cNvContentPartPr/>
                <p14:nvPr/>
              </p14:nvContentPartPr>
              <p14:xfrm>
                <a:off x="5133467" y="1156760"/>
                <a:ext cx="125640" cy="115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A78E5FC-8361-C96D-E529-62AEFC0EB37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29147" y="1152440"/>
                  <a:ext cx="1342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06955A6-6235-D94A-A028-49752CD4EBD7}"/>
                    </a:ext>
                  </a:extLst>
                </p14:cNvPr>
                <p14:cNvContentPartPr/>
                <p14:nvPr/>
              </p14:nvContentPartPr>
              <p14:xfrm>
                <a:off x="5332547" y="1169000"/>
                <a:ext cx="36360" cy="97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06955A6-6235-D94A-A028-49752CD4EBD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328227" y="1164680"/>
                  <a:ext cx="450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3D0829C-3BD1-013B-A064-3CDAD1E7B4DA}"/>
                    </a:ext>
                  </a:extLst>
                </p14:cNvPr>
                <p14:cNvContentPartPr/>
                <p14:nvPr/>
              </p14:nvContentPartPr>
              <p14:xfrm>
                <a:off x="5391227" y="1066760"/>
                <a:ext cx="19800" cy="12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3D0829C-3BD1-013B-A064-3CDAD1E7B4D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386907" y="1062440"/>
                  <a:ext cx="284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FA7C280-7AE1-9DA1-E2D7-DF78F27F8DF7}"/>
                    </a:ext>
                  </a:extLst>
                </p14:cNvPr>
                <p14:cNvContentPartPr/>
                <p14:nvPr/>
              </p14:nvContentPartPr>
              <p14:xfrm>
                <a:off x="5578787" y="1005200"/>
                <a:ext cx="141840" cy="272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FA7C280-7AE1-9DA1-E2D7-DF78F27F8DF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574467" y="1000880"/>
                  <a:ext cx="1504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4AE1431-A46A-D42A-E942-08F73C230502}"/>
                    </a:ext>
                  </a:extLst>
                </p14:cNvPr>
                <p14:cNvContentPartPr/>
                <p14:nvPr/>
              </p14:nvContentPartPr>
              <p14:xfrm>
                <a:off x="5527667" y="1115000"/>
                <a:ext cx="210960" cy="57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4AE1431-A46A-D42A-E942-08F73C23050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523347" y="1110680"/>
                  <a:ext cx="219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1284D1B-0849-47C2-15A5-E94E4C879E00}"/>
                    </a:ext>
                  </a:extLst>
                </p14:cNvPr>
                <p14:cNvContentPartPr/>
                <p14:nvPr/>
              </p14:nvContentPartPr>
              <p14:xfrm>
                <a:off x="5741147" y="1147400"/>
                <a:ext cx="61920" cy="86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1284D1B-0849-47C2-15A5-E94E4C879E0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736827" y="1143080"/>
                  <a:ext cx="705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330E4DC-9DE8-79AD-31F8-F9D813338787}"/>
                    </a:ext>
                  </a:extLst>
                </p14:cNvPr>
                <p14:cNvContentPartPr/>
                <p14:nvPr/>
              </p14:nvContentPartPr>
              <p14:xfrm>
                <a:off x="5825747" y="1040480"/>
                <a:ext cx="14760" cy="38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330E4DC-9DE8-79AD-31F8-F9D81333878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821427" y="1036160"/>
                  <a:ext cx="234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773C143-745D-474C-9F46-09232081AA2B}"/>
                    </a:ext>
                  </a:extLst>
                </p14:cNvPr>
                <p14:cNvContentPartPr/>
                <p14:nvPr/>
              </p14:nvContentPartPr>
              <p14:xfrm>
                <a:off x="5943107" y="1107440"/>
                <a:ext cx="323280" cy="168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773C143-745D-474C-9F46-09232081AA2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938787" y="1103120"/>
                  <a:ext cx="33192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BEF7AF2-91F6-3664-4FDE-93BA3CBF47F3}"/>
              </a:ext>
            </a:extLst>
          </p:cNvPr>
          <p:cNvGrpSpPr/>
          <p:nvPr/>
        </p:nvGrpSpPr>
        <p:grpSpPr>
          <a:xfrm>
            <a:off x="6767507" y="852920"/>
            <a:ext cx="437760" cy="428400"/>
            <a:chOff x="6767507" y="852920"/>
            <a:chExt cx="437760" cy="42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45A9EF6-AC36-CC74-8C4C-5B9E6799C456}"/>
                    </a:ext>
                  </a:extLst>
                </p14:cNvPr>
                <p14:cNvContentPartPr/>
                <p14:nvPr/>
              </p14:nvContentPartPr>
              <p14:xfrm>
                <a:off x="6767507" y="1105280"/>
                <a:ext cx="82800" cy="118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45A9EF6-AC36-CC74-8C4C-5B9E6799C45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763187" y="1100960"/>
                  <a:ext cx="914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BE682BE-A9F9-89DA-A7DC-D69C6762F3F1}"/>
                    </a:ext>
                  </a:extLst>
                </p14:cNvPr>
                <p14:cNvContentPartPr/>
                <p14:nvPr/>
              </p14:nvContentPartPr>
              <p14:xfrm>
                <a:off x="6966587" y="852920"/>
                <a:ext cx="238680" cy="4284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BE682BE-A9F9-89DA-A7DC-D69C6762F3F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962267" y="848600"/>
                  <a:ext cx="24732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E54653F-46D5-0029-7EEF-33AA64D3952C}"/>
                    </a:ext>
                  </a:extLst>
                </p14:cNvPr>
                <p14:cNvContentPartPr/>
                <p14:nvPr/>
              </p14:nvContentPartPr>
              <p14:xfrm>
                <a:off x="6906107" y="1085480"/>
                <a:ext cx="147960" cy="169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E54653F-46D5-0029-7EEF-33AA64D3952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01787" y="1081160"/>
                  <a:ext cx="15660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7F9EE9C-DFB5-6054-2DB6-230E410907A7}"/>
              </a:ext>
            </a:extLst>
          </p:cNvPr>
          <p:cNvGrpSpPr/>
          <p:nvPr/>
        </p:nvGrpSpPr>
        <p:grpSpPr>
          <a:xfrm>
            <a:off x="7616027" y="918800"/>
            <a:ext cx="919440" cy="341640"/>
            <a:chOff x="7616027" y="918800"/>
            <a:chExt cx="919440" cy="34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1948FAD-4710-9F0D-2CD2-0580AAC6430E}"/>
                    </a:ext>
                  </a:extLst>
                </p14:cNvPr>
                <p14:cNvContentPartPr/>
                <p14:nvPr/>
              </p14:nvContentPartPr>
              <p14:xfrm>
                <a:off x="7745267" y="998360"/>
                <a:ext cx="83880" cy="250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1948FAD-4710-9F0D-2CD2-0580AAC6430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740947" y="994040"/>
                  <a:ext cx="925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CC57F62-3F8E-5EEF-BA63-39C025D2C6B4}"/>
                    </a:ext>
                  </a:extLst>
                </p14:cNvPr>
                <p14:cNvContentPartPr/>
                <p14:nvPr/>
              </p14:nvContentPartPr>
              <p14:xfrm>
                <a:off x="7616027" y="965240"/>
                <a:ext cx="389520" cy="25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CC57F62-3F8E-5EEF-BA63-39C025D2C6B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611707" y="960920"/>
                  <a:ext cx="3981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B5F6EDD-85C1-8F43-2E89-6396BA64331A}"/>
                    </a:ext>
                  </a:extLst>
                </p14:cNvPr>
                <p14:cNvContentPartPr/>
                <p14:nvPr/>
              </p14:nvContentPartPr>
              <p14:xfrm>
                <a:off x="7899347" y="1129040"/>
                <a:ext cx="136800" cy="878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B5F6EDD-85C1-8F43-2E89-6396BA64331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895027" y="1124720"/>
                  <a:ext cx="1454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21937FF-B1C6-110D-416C-80EAE7BE700A}"/>
                    </a:ext>
                  </a:extLst>
                </p14:cNvPr>
                <p14:cNvContentPartPr/>
                <p14:nvPr/>
              </p14:nvContentPartPr>
              <p14:xfrm>
                <a:off x="8074667" y="1109600"/>
                <a:ext cx="115920" cy="1508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21937FF-B1C6-110D-416C-80EAE7BE700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070347" y="1105280"/>
                  <a:ext cx="1245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86A0263-5E19-99B1-5F29-37998E3D1155}"/>
                    </a:ext>
                  </a:extLst>
                </p14:cNvPr>
                <p14:cNvContentPartPr/>
                <p14:nvPr/>
              </p14:nvContentPartPr>
              <p14:xfrm>
                <a:off x="8209307" y="918800"/>
                <a:ext cx="165600" cy="315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86A0263-5E19-99B1-5F29-37998E3D115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204987" y="914480"/>
                  <a:ext cx="17424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4FD1663-FACA-B801-63ED-540ABF480DE1}"/>
                    </a:ext>
                  </a:extLst>
                </p14:cNvPr>
                <p14:cNvContentPartPr/>
                <p14:nvPr/>
              </p14:nvContentPartPr>
              <p14:xfrm>
                <a:off x="8426387" y="1136600"/>
                <a:ext cx="109080" cy="1126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4FD1663-FACA-B801-63ED-540ABF480DE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422067" y="1132280"/>
                  <a:ext cx="11772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87ACEAD-9147-469D-56AC-FE65EEE59C12}"/>
              </a:ext>
            </a:extLst>
          </p:cNvPr>
          <p:cNvGrpSpPr/>
          <p:nvPr/>
        </p:nvGrpSpPr>
        <p:grpSpPr>
          <a:xfrm>
            <a:off x="8728787" y="792080"/>
            <a:ext cx="2181600" cy="524880"/>
            <a:chOff x="8728787" y="792080"/>
            <a:chExt cx="2181600" cy="52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034FFFE-FB1A-2B3D-E197-4B35F2DBAE60}"/>
                    </a:ext>
                  </a:extLst>
                </p14:cNvPr>
                <p14:cNvContentPartPr/>
                <p14:nvPr/>
              </p14:nvContentPartPr>
              <p14:xfrm>
                <a:off x="8728787" y="941840"/>
                <a:ext cx="252360" cy="353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034FFFE-FB1A-2B3D-E197-4B35F2DBAE6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724467" y="937520"/>
                  <a:ext cx="2610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184FE64-4AA7-E2DA-C7A5-5A84A43D7BAE}"/>
                    </a:ext>
                  </a:extLst>
                </p14:cNvPr>
                <p14:cNvContentPartPr/>
                <p14:nvPr/>
              </p14:nvContentPartPr>
              <p14:xfrm>
                <a:off x="9076547" y="917000"/>
                <a:ext cx="234000" cy="3376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184FE64-4AA7-E2DA-C7A5-5A84A43D7BA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072227" y="912680"/>
                  <a:ext cx="2426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33B3D14-CE10-BDD7-AE32-145FF3923698}"/>
                    </a:ext>
                  </a:extLst>
                </p14:cNvPr>
                <p14:cNvContentPartPr/>
                <p14:nvPr/>
              </p14:nvContentPartPr>
              <p14:xfrm>
                <a:off x="9187427" y="1068560"/>
                <a:ext cx="297000" cy="88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33B3D14-CE10-BDD7-AE32-145FF392369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183107" y="1064240"/>
                  <a:ext cx="3056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935E759-D1F0-1F00-398A-FE27E6AD8E24}"/>
                    </a:ext>
                  </a:extLst>
                </p14:cNvPr>
                <p14:cNvContentPartPr/>
                <p14:nvPr/>
              </p14:nvContentPartPr>
              <p14:xfrm>
                <a:off x="9550667" y="955520"/>
                <a:ext cx="156960" cy="233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935E759-D1F0-1F00-398A-FE27E6AD8E2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546347" y="951200"/>
                  <a:ext cx="1656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2504A6D-128E-D6EA-07A8-6C35F0360790}"/>
                    </a:ext>
                  </a:extLst>
                </p14:cNvPr>
                <p14:cNvContentPartPr/>
                <p14:nvPr/>
              </p14:nvContentPartPr>
              <p14:xfrm>
                <a:off x="9516827" y="1084040"/>
                <a:ext cx="210600" cy="65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2504A6D-128E-D6EA-07A8-6C35F036079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512507" y="1079720"/>
                  <a:ext cx="2192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DAAEC4C-10DC-C658-0D24-600ABAE58994}"/>
                    </a:ext>
                  </a:extLst>
                </p14:cNvPr>
                <p14:cNvContentPartPr/>
                <p14:nvPr/>
              </p14:nvContentPartPr>
              <p14:xfrm>
                <a:off x="9787187" y="1016360"/>
                <a:ext cx="2520" cy="122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DAAEC4C-10DC-C658-0D24-600ABAE5899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782867" y="1012040"/>
                  <a:ext cx="11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BAD6729-FFA6-58DD-B2CC-7C8F024E7A69}"/>
                    </a:ext>
                  </a:extLst>
                </p14:cNvPr>
                <p14:cNvContentPartPr/>
                <p14:nvPr/>
              </p14:nvContentPartPr>
              <p14:xfrm>
                <a:off x="9813467" y="1026080"/>
                <a:ext cx="294120" cy="147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BAD6729-FFA6-58DD-B2CC-7C8F024E7A6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809147" y="1021760"/>
                  <a:ext cx="3027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D2A1F60-A7AE-84D7-BBC3-BCC4A00DB0DD}"/>
                    </a:ext>
                  </a:extLst>
                </p14:cNvPr>
                <p14:cNvContentPartPr/>
                <p14:nvPr/>
              </p14:nvContentPartPr>
              <p14:xfrm>
                <a:off x="10125587" y="932840"/>
                <a:ext cx="21600" cy="16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D2A1F60-A7AE-84D7-BBC3-BCC4A00DB0D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121267" y="928520"/>
                  <a:ext cx="302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3A879A8-15EA-A17D-2558-18CF5D2A3C49}"/>
                    </a:ext>
                  </a:extLst>
                </p14:cNvPr>
                <p14:cNvContentPartPr/>
                <p14:nvPr/>
              </p14:nvContentPartPr>
              <p14:xfrm>
                <a:off x="10201547" y="924560"/>
                <a:ext cx="101160" cy="210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3A879A8-15EA-A17D-2558-18CF5D2A3C4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197227" y="920240"/>
                  <a:ext cx="1098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3226B9D-6548-E080-93DA-B3CA1C0ECD5C}"/>
                    </a:ext>
                  </a:extLst>
                </p14:cNvPr>
                <p14:cNvContentPartPr/>
                <p14:nvPr/>
              </p14:nvContentPartPr>
              <p14:xfrm>
                <a:off x="10175987" y="1048760"/>
                <a:ext cx="220320" cy="65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3226B9D-6548-E080-93DA-B3CA1C0ECD5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171667" y="1044440"/>
                  <a:ext cx="2289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985A529-ABC6-5B76-62A2-363D36135FED}"/>
                    </a:ext>
                  </a:extLst>
                </p14:cNvPr>
                <p14:cNvContentPartPr/>
                <p14:nvPr/>
              </p14:nvContentPartPr>
              <p14:xfrm>
                <a:off x="10457507" y="945440"/>
                <a:ext cx="10800" cy="410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985A529-ABC6-5B76-62A2-363D36135FE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453187" y="941120"/>
                  <a:ext cx="19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73CB36C-03F0-7C73-73E4-B37313DFD291}"/>
                    </a:ext>
                  </a:extLst>
                </p14:cNvPr>
                <p14:cNvContentPartPr/>
                <p14:nvPr/>
              </p14:nvContentPartPr>
              <p14:xfrm>
                <a:off x="10496027" y="1019240"/>
                <a:ext cx="82440" cy="79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73CB36C-03F0-7C73-73E4-B37313DFD29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491707" y="1014920"/>
                  <a:ext cx="910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BCBE241-5C71-9291-F776-D55FB93B0C85}"/>
                    </a:ext>
                  </a:extLst>
                </p14:cNvPr>
                <p14:cNvContentPartPr/>
                <p14:nvPr/>
              </p14:nvContentPartPr>
              <p14:xfrm>
                <a:off x="10625267" y="1034360"/>
                <a:ext cx="70920" cy="1162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BCBE241-5C71-9291-F776-D55FB93B0C8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620947" y="1030040"/>
                  <a:ext cx="795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0BA6C81-644C-E854-EC93-B2693999EFFE}"/>
                    </a:ext>
                  </a:extLst>
                </p14:cNvPr>
                <p14:cNvContentPartPr/>
                <p14:nvPr/>
              </p14:nvContentPartPr>
              <p14:xfrm>
                <a:off x="10783307" y="792080"/>
                <a:ext cx="127080" cy="5248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0BA6C81-644C-E854-EC93-B2693999EFF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778987" y="787760"/>
                  <a:ext cx="135720" cy="53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31E0AA7-E162-B674-00DD-9B403C8D2E51}"/>
              </a:ext>
            </a:extLst>
          </p:cNvPr>
          <p:cNvGrpSpPr/>
          <p:nvPr/>
        </p:nvGrpSpPr>
        <p:grpSpPr>
          <a:xfrm>
            <a:off x="11158067" y="906920"/>
            <a:ext cx="409680" cy="270360"/>
            <a:chOff x="11158067" y="906920"/>
            <a:chExt cx="40968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B2F8B9A-C9FF-5C6A-CE77-D0FF3DB71003}"/>
                    </a:ext>
                  </a:extLst>
                </p14:cNvPr>
                <p14:cNvContentPartPr/>
                <p14:nvPr/>
              </p14:nvContentPartPr>
              <p14:xfrm>
                <a:off x="11172467" y="906920"/>
                <a:ext cx="187560" cy="270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B2F8B9A-C9FF-5C6A-CE77-D0FF3DB7100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168147" y="902600"/>
                  <a:ext cx="1962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CBC40F1-A032-16BD-CE00-E11B9D2C576E}"/>
                    </a:ext>
                  </a:extLst>
                </p14:cNvPr>
                <p14:cNvContentPartPr/>
                <p14:nvPr/>
              </p14:nvContentPartPr>
              <p14:xfrm>
                <a:off x="11158067" y="969560"/>
                <a:ext cx="409680" cy="38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CBC40F1-A032-16BD-CE00-E11B9D2C576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153747" y="965240"/>
                  <a:ext cx="418320" cy="4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C715D725-53F2-1412-4D4D-DE79F6DF7AEA}"/>
                  </a:ext>
                </a:extLst>
              </p14:cNvPr>
              <p14:cNvContentPartPr/>
              <p14:nvPr/>
            </p14:nvContentPartPr>
            <p14:xfrm>
              <a:off x="10933787" y="2207600"/>
              <a:ext cx="317520" cy="327420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C715D725-53F2-1412-4D4D-DE79F6DF7AEA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0929467" y="2203280"/>
                <a:ext cx="326160" cy="328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6" name="Group 335">
            <a:extLst>
              <a:ext uri="{FF2B5EF4-FFF2-40B4-BE49-F238E27FC236}">
                <a16:creationId xmlns:a16="http://schemas.microsoft.com/office/drawing/2014/main" id="{C75C7B02-40B7-68A3-9A53-1E3DA6733D74}"/>
              </a:ext>
            </a:extLst>
          </p:cNvPr>
          <p:cNvGrpSpPr/>
          <p:nvPr/>
        </p:nvGrpSpPr>
        <p:grpSpPr>
          <a:xfrm>
            <a:off x="494867" y="1628720"/>
            <a:ext cx="10863360" cy="4809600"/>
            <a:chOff x="494867" y="1628720"/>
            <a:chExt cx="10863360" cy="48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C40F73E-225A-7B86-465F-F73157292EAC}"/>
                    </a:ext>
                  </a:extLst>
                </p14:cNvPr>
                <p14:cNvContentPartPr/>
                <p14:nvPr/>
              </p14:nvContentPartPr>
              <p14:xfrm>
                <a:off x="4263347" y="4180040"/>
                <a:ext cx="195480" cy="3398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C40F73E-225A-7B86-465F-F73157292EA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259027" y="4175720"/>
                  <a:ext cx="20412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1596A82-0ADB-B066-A1FA-58F70425795E}"/>
                    </a:ext>
                  </a:extLst>
                </p14:cNvPr>
                <p14:cNvContentPartPr/>
                <p14:nvPr/>
              </p14:nvContentPartPr>
              <p14:xfrm>
                <a:off x="4295747" y="4361480"/>
                <a:ext cx="279720" cy="64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1596A82-0ADB-B066-A1FA-58F70425795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291427" y="4357160"/>
                  <a:ext cx="28836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1AD0CBE-7CF9-18BB-52A7-CFE1AAFCB35B}"/>
                    </a:ext>
                  </a:extLst>
                </p14:cNvPr>
                <p14:cNvContentPartPr/>
                <p14:nvPr/>
              </p14:nvContentPartPr>
              <p14:xfrm>
                <a:off x="4745027" y="4021280"/>
                <a:ext cx="282600" cy="3762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1AD0CBE-7CF9-18BB-52A7-CFE1AAFCB35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740707" y="4016960"/>
                  <a:ext cx="29124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AF987AE-5AD4-4BFB-8E65-98E2E4917FD0}"/>
                    </a:ext>
                  </a:extLst>
                </p14:cNvPr>
                <p14:cNvContentPartPr/>
                <p14:nvPr/>
              </p14:nvContentPartPr>
              <p14:xfrm>
                <a:off x="5026907" y="4219280"/>
                <a:ext cx="177480" cy="1231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AF987AE-5AD4-4BFB-8E65-98E2E4917FD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022587" y="4214960"/>
                  <a:ext cx="1861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83A966C-028D-35F4-B974-8BFFD90EFD60}"/>
                    </a:ext>
                  </a:extLst>
                </p14:cNvPr>
                <p14:cNvContentPartPr/>
                <p14:nvPr/>
              </p14:nvContentPartPr>
              <p14:xfrm>
                <a:off x="5207627" y="4222880"/>
                <a:ext cx="153000" cy="687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83A966C-028D-35F4-B974-8BFFD90EFD6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203307" y="4218560"/>
                  <a:ext cx="1616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99CF6FF-E418-3F01-D8C1-9B2BB3019E12}"/>
                    </a:ext>
                  </a:extLst>
                </p14:cNvPr>
                <p14:cNvContentPartPr/>
                <p14:nvPr/>
              </p14:nvContentPartPr>
              <p14:xfrm>
                <a:off x="5169107" y="4225760"/>
                <a:ext cx="224280" cy="3276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99CF6FF-E418-3F01-D8C1-9B2BB3019E1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164787" y="4221440"/>
                  <a:ext cx="2329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03C50FC-EBCD-902C-52CB-A511C6BAEE62}"/>
                    </a:ext>
                  </a:extLst>
                </p14:cNvPr>
                <p14:cNvContentPartPr/>
                <p14:nvPr/>
              </p14:nvContentPartPr>
              <p14:xfrm>
                <a:off x="5448467" y="4154120"/>
                <a:ext cx="117720" cy="1634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03C50FC-EBCD-902C-52CB-A511C6BAEE6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444147" y="4149800"/>
                  <a:ext cx="1263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3CC3EE82-E1A3-8994-0F0E-D10D73FE436A}"/>
                    </a:ext>
                  </a:extLst>
                </p14:cNvPr>
                <p14:cNvContentPartPr/>
                <p14:nvPr/>
              </p14:nvContentPartPr>
              <p14:xfrm>
                <a:off x="4301867" y="4901480"/>
                <a:ext cx="272160" cy="1515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3CC3EE82-E1A3-8994-0F0E-D10D73FE436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297547" y="4897160"/>
                  <a:ext cx="2808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8B51BA8-1FF9-3B29-ABF9-0ABB87EB9B4A}"/>
                    </a:ext>
                  </a:extLst>
                </p14:cNvPr>
                <p14:cNvContentPartPr/>
                <p14:nvPr/>
              </p14:nvContentPartPr>
              <p14:xfrm>
                <a:off x="4444427" y="4943960"/>
                <a:ext cx="57600" cy="2494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8B51BA8-1FF9-3B29-ABF9-0ABB87EB9B4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440107" y="4939640"/>
                  <a:ext cx="662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009821A-B9C2-F7C5-42BF-16EEE96842D7}"/>
                    </a:ext>
                  </a:extLst>
                </p14:cNvPr>
                <p14:cNvContentPartPr/>
                <p14:nvPr/>
              </p14:nvContentPartPr>
              <p14:xfrm>
                <a:off x="4891187" y="4714640"/>
                <a:ext cx="286920" cy="3139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009821A-B9C2-F7C5-42BF-16EEE96842D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886867" y="4710320"/>
                  <a:ext cx="2955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60CCB7C-0A00-E389-C70A-E68FE64FBAC8}"/>
                    </a:ext>
                  </a:extLst>
                </p14:cNvPr>
                <p14:cNvContentPartPr/>
                <p14:nvPr/>
              </p14:nvContentPartPr>
              <p14:xfrm>
                <a:off x="5162267" y="4903640"/>
                <a:ext cx="152640" cy="1011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60CCB7C-0A00-E389-C70A-E68FE64FBAC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157947" y="4899320"/>
                  <a:ext cx="1612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F90CD59-E1C2-752B-923B-30A72BB98327}"/>
                    </a:ext>
                  </a:extLst>
                </p14:cNvPr>
                <p14:cNvContentPartPr/>
                <p14:nvPr/>
              </p14:nvContentPartPr>
              <p14:xfrm>
                <a:off x="5339387" y="4934960"/>
                <a:ext cx="70920" cy="522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F90CD59-E1C2-752B-923B-30A72BB9832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335067" y="4930640"/>
                  <a:ext cx="795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1E0A8BA-B950-A56F-3FFB-9ABA314C5A9C}"/>
                    </a:ext>
                  </a:extLst>
                </p14:cNvPr>
                <p14:cNvContentPartPr/>
                <p14:nvPr/>
              </p14:nvContentPartPr>
              <p14:xfrm>
                <a:off x="5105387" y="4921280"/>
                <a:ext cx="346320" cy="3841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1E0A8BA-B950-A56F-3FFB-9ABA314C5A9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101067" y="4916960"/>
                  <a:ext cx="35496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60820E1-7D7A-8218-0CB2-7E1E441CE4E6}"/>
                    </a:ext>
                  </a:extLst>
                </p14:cNvPr>
                <p14:cNvContentPartPr/>
                <p14:nvPr/>
              </p14:nvContentPartPr>
              <p14:xfrm>
                <a:off x="5571227" y="4893560"/>
                <a:ext cx="170280" cy="1483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60820E1-7D7A-8218-0CB2-7E1E441CE4E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566907" y="4889240"/>
                  <a:ext cx="1789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1DF34F3-CD36-84B1-8DA5-F6D7495DC94D}"/>
                    </a:ext>
                  </a:extLst>
                </p14:cNvPr>
                <p14:cNvContentPartPr/>
                <p14:nvPr/>
              </p14:nvContentPartPr>
              <p14:xfrm>
                <a:off x="3506987" y="2300840"/>
                <a:ext cx="257040" cy="33958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1DF34F3-CD36-84B1-8DA5-F6D7495DC94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502667" y="2296520"/>
                  <a:ext cx="265680" cy="340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1FDCB1F-F601-F073-BD14-4A15AE04A1C9}"/>
                    </a:ext>
                  </a:extLst>
                </p14:cNvPr>
                <p14:cNvContentPartPr/>
                <p14:nvPr/>
              </p14:nvContentPartPr>
              <p14:xfrm>
                <a:off x="6211667" y="2326760"/>
                <a:ext cx="144000" cy="33555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1FDCB1F-F601-F073-BD14-4A15AE04A1C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207347" y="2322440"/>
                  <a:ext cx="152640" cy="336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388740A-AC42-9248-918D-A0ED877A37C5}"/>
                    </a:ext>
                  </a:extLst>
                </p14:cNvPr>
                <p14:cNvContentPartPr/>
                <p14:nvPr/>
              </p14:nvContentPartPr>
              <p14:xfrm>
                <a:off x="9251147" y="2394080"/>
                <a:ext cx="146520" cy="3020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388740A-AC42-9248-918D-A0ED877A37C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246827" y="2389760"/>
                  <a:ext cx="1551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07A5989-1598-4251-7879-A781D4486446}"/>
                    </a:ext>
                  </a:extLst>
                </p14:cNvPr>
                <p14:cNvContentPartPr/>
                <p14:nvPr/>
              </p14:nvContentPartPr>
              <p14:xfrm>
                <a:off x="9227747" y="2561480"/>
                <a:ext cx="292320" cy="975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07A5989-1598-4251-7879-A781D448644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223427" y="2557160"/>
                  <a:ext cx="3009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37B82B8-B328-88CE-1AB1-2380C772CB24}"/>
                    </a:ext>
                  </a:extLst>
                </p14:cNvPr>
                <p14:cNvContentPartPr/>
                <p14:nvPr/>
              </p14:nvContentPartPr>
              <p14:xfrm>
                <a:off x="9546347" y="2297240"/>
                <a:ext cx="419400" cy="3877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37B82B8-B328-88CE-1AB1-2380C772CB2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542027" y="2292920"/>
                  <a:ext cx="42804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DBD3B15-BA1C-22FD-E5CF-1DA4B811C5F3}"/>
                    </a:ext>
                  </a:extLst>
                </p14:cNvPr>
                <p14:cNvContentPartPr/>
                <p14:nvPr/>
              </p14:nvContentPartPr>
              <p14:xfrm>
                <a:off x="6802427" y="2648600"/>
                <a:ext cx="14760" cy="64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DBD3B15-BA1C-22FD-E5CF-1DA4B811C5F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798107" y="2644280"/>
                  <a:ext cx="2340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DAB39C5-DC7A-6E55-5E9D-0026C48028A4}"/>
                    </a:ext>
                  </a:extLst>
                </p14:cNvPr>
                <p14:cNvContentPartPr/>
                <p14:nvPr/>
              </p14:nvContentPartPr>
              <p14:xfrm>
                <a:off x="6646187" y="2605760"/>
                <a:ext cx="189000" cy="2192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DAB39C5-DC7A-6E55-5E9D-0026C48028A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641867" y="2601440"/>
                  <a:ext cx="1976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8B46171-55EB-819F-7DEF-5846825B2A7F}"/>
                    </a:ext>
                  </a:extLst>
                </p14:cNvPr>
                <p14:cNvContentPartPr/>
                <p14:nvPr/>
              </p14:nvContentPartPr>
              <p14:xfrm>
                <a:off x="6812867" y="2768840"/>
                <a:ext cx="110880" cy="896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8B46171-55EB-819F-7DEF-5846825B2A7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808547" y="2764520"/>
                  <a:ext cx="1195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C212974-3107-528D-D644-339E97ECAB71}"/>
                    </a:ext>
                  </a:extLst>
                </p14:cNvPr>
                <p14:cNvContentPartPr/>
                <p14:nvPr/>
              </p14:nvContentPartPr>
              <p14:xfrm>
                <a:off x="6975587" y="2764520"/>
                <a:ext cx="244080" cy="874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C212974-3107-528D-D644-339E97ECAB7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971267" y="2760200"/>
                  <a:ext cx="2527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74FB125-B2C5-D792-6CDA-95E17EDF878C}"/>
                    </a:ext>
                  </a:extLst>
                </p14:cNvPr>
                <p14:cNvContentPartPr/>
                <p14:nvPr/>
              </p14:nvContentPartPr>
              <p14:xfrm>
                <a:off x="7275467" y="2739680"/>
                <a:ext cx="83520" cy="748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74FB125-B2C5-D792-6CDA-95E17EDF878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271147" y="2735360"/>
                  <a:ext cx="921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40125E3-4DD9-788C-F547-88AC661D82A9}"/>
                    </a:ext>
                  </a:extLst>
                </p14:cNvPr>
                <p14:cNvContentPartPr/>
                <p14:nvPr/>
              </p14:nvContentPartPr>
              <p14:xfrm>
                <a:off x="7374827" y="2699720"/>
                <a:ext cx="124920" cy="1206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40125E3-4DD9-788C-F547-88AC661D82A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370507" y="2695400"/>
                  <a:ext cx="1335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51C170E-627F-4ED1-D1EB-09A34C918846}"/>
                    </a:ext>
                  </a:extLst>
                </p14:cNvPr>
                <p14:cNvContentPartPr/>
                <p14:nvPr/>
              </p14:nvContentPartPr>
              <p14:xfrm>
                <a:off x="7691987" y="2660480"/>
                <a:ext cx="117720" cy="961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51C170E-627F-4ED1-D1EB-09A34C91884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687667" y="2656160"/>
                  <a:ext cx="1263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9FB24AF-CC93-0C9E-3A0E-244ABC66BCEE}"/>
                    </a:ext>
                  </a:extLst>
                </p14:cNvPr>
                <p14:cNvContentPartPr/>
                <p14:nvPr/>
              </p14:nvContentPartPr>
              <p14:xfrm>
                <a:off x="7871627" y="2426120"/>
                <a:ext cx="240480" cy="3823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9FB24AF-CC93-0C9E-3A0E-244ABC66BCE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867307" y="2421800"/>
                  <a:ext cx="24912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C5EB13A-8B9D-2942-9DF2-590497180916}"/>
                    </a:ext>
                  </a:extLst>
                </p14:cNvPr>
                <p14:cNvContentPartPr/>
                <p14:nvPr/>
              </p14:nvContentPartPr>
              <p14:xfrm>
                <a:off x="7887467" y="2670560"/>
                <a:ext cx="154800" cy="64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C5EB13A-8B9D-2942-9DF2-59049718091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883147" y="2666240"/>
                  <a:ext cx="16344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2CF04CAA-5319-E991-9FC9-46DC9EFACB51}"/>
                    </a:ext>
                  </a:extLst>
                </p14:cNvPr>
                <p14:cNvContentPartPr/>
                <p14:nvPr/>
              </p14:nvContentPartPr>
              <p14:xfrm>
                <a:off x="8086907" y="2552120"/>
                <a:ext cx="121680" cy="2433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2CF04CAA-5319-E991-9FC9-46DC9EFACB5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082587" y="2547800"/>
                  <a:ext cx="1303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74E5D1C-F02C-4EAD-1F27-82381E236EB7}"/>
                    </a:ext>
                  </a:extLst>
                </p14:cNvPr>
                <p14:cNvContentPartPr/>
                <p14:nvPr/>
              </p14:nvContentPartPr>
              <p14:xfrm>
                <a:off x="8044787" y="2629160"/>
                <a:ext cx="211680" cy="1137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74E5D1C-F02C-4EAD-1F27-82381E236EB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040467" y="2624840"/>
                  <a:ext cx="2203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2DCDEA7-844E-C207-615D-AF0F49A69A5A}"/>
                    </a:ext>
                  </a:extLst>
                </p14:cNvPr>
                <p14:cNvContentPartPr/>
                <p14:nvPr/>
              </p14:nvContentPartPr>
              <p14:xfrm>
                <a:off x="8297147" y="2634200"/>
                <a:ext cx="99720" cy="964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2DCDEA7-844E-C207-615D-AF0F49A69A5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292827" y="2629880"/>
                  <a:ext cx="1083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2FB1242-440B-62A7-EB6A-1584F4531E61}"/>
                    </a:ext>
                  </a:extLst>
                </p14:cNvPr>
                <p14:cNvContentPartPr/>
                <p14:nvPr/>
              </p14:nvContentPartPr>
              <p14:xfrm>
                <a:off x="8679467" y="2598920"/>
                <a:ext cx="132120" cy="1054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2FB1242-440B-62A7-EB6A-1584F4531E6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675147" y="2594600"/>
                  <a:ext cx="1407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97DD1EC-785F-F511-7E46-E8E58D9E43AC}"/>
                    </a:ext>
                  </a:extLst>
                </p14:cNvPr>
                <p14:cNvContentPartPr/>
                <p14:nvPr/>
              </p14:nvContentPartPr>
              <p14:xfrm>
                <a:off x="8847587" y="2590640"/>
                <a:ext cx="73080" cy="846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97DD1EC-785F-F511-7E46-E8E58D9E43A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843267" y="2586320"/>
                  <a:ext cx="817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486E492-C0BC-E2E5-5E15-382986925F8B}"/>
                    </a:ext>
                  </a:extLst>
                </p14:cNvPr>
                <p14:cNvContentPartPr/>
                <p14:nvPr/>
              </p14:nvContentPartPr>
              <p14:xfrm>
                <a:off x="6721787" y="3249080"/>
                <a:ext cx="195480" cy="2577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486E492-C0BC-E2E5-5E15-382986925F8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717467" y="3244760"/>
                  <a:ext cx="2041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A261F39-6DB8-A5C1-8E69-B1F3D14D0DF4}"/>
                    </a:ext>
                  </a:extLst>
                </p14:cNvPr>
                <p14:cNvContentPartPr/>
                <p14:nvPr/>
              </p14:nvContentPartPr>
              <p14:xfrm>
                <a:off x="6907907" y="3421520"/>
                <a:ext cx="60480" cy="738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A261F39-6DB8-A5C1-8E69-B1F3D14D0DF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903587" y="341720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EF29171-6A00-E4E0-BD75-1093A4F4F0F5}"/>
                    </a:ext>
                  </a:extLst>
                </p14:cNvPr>
                <p14:cNvContentPartPr/>
                <p14:nvPr/>
              </p14:nvContentPartPr>
              <p14:xfrm>
                <a:off x="7028867" y="3416120"/>
                <a:ext cx="236520" cy="673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EF29171-6A00-E4E0-BD75-1093A4F4F0F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024547" y="3411800"/>
                  <a:ext cx="2451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29B8888-AA2F-32D5-E151-96A4F5007BAF}"/>
                    </a:ext>
                  </a:extLst>
                </p14:cNvPr>
                <p14:cNvContentPartPr/>
                <p14:nvPr/>
              </p14:nvContentPartPr>
              <p14:xfrm>
                <a:off x="7307507" y="3363200"/>
                <a:ext cx="117720" cy="961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29B8888-AA2F-32D5-E151-96A4F5007BA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303187" y="3358880"/>
                  <a:ext cx="1263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79363C1-A79C-A4B0-1438-3A1D2DB627D0}"/>
                    </a:ext>
                  </a:extLst>
                </p14:cNvPr>
                <p14:cNvContentPartPr/>
                <p14:nvPr/>
              </p14:nvContentPartPr>
              <p14:xfrm>
                <a:off x="7398947" y="3329720"/>
                <a:ext cx="160920" cy="1386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79363C1-A79C-A4B0-1438-3A1D2DB627D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394627" y="3325400"/>
                  <a:ext cx="1695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1CD04FE-C3C4-AB7C-D222-6E76D513A508}"/>
                    </a:ext>
                  </a:extLst>
                </p14:cNvPr>
                <p14:cNvContentPartPr/>
                <p14:nvPr/>
              </p14:nvContentPartPr>
              <p14:xfrm>
                <a:off x="7893947" y="3259520"/>
                <a:ext cx="181440" cy="1267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1CD04FE-C3C4-AB7C-D222-6E76D513A50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889627" y="3255200"/>
                  <a:ext cx="1900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C2142EA4-3196-9D22-E1C7-535ED3D7B450}"/>
                    </a:ext>
                  </a:extLst>
                </p14:cNvPr>
                <p14:cNvContentPartPr/>
                <p14:nvPr/>
              </p14:nvContentPartPr>
              <p14:xfrm>
                <a:off x="8131547" y="2967560"/>
                <a:ext cx="253800" cy="4453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C2142EA4-3196-9D22-E1C7-535ED3D7B45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127227" y="2963240"/>
                  <a:ext cx="26244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616CA37-571D-F72E-C71C-8A0A14B143CB}"/>
                    </a:ext>
                  </a:extLst>
                </p14:cNvPr>
                <p14:cNvContentPartPr/>
                <p14:nvPr/>
              </p14:nvContentPartPr>
              <p14:xfrm>
                <a:off x="8137307" y="3186800"/>
                <a:ext cx="233640" cy="453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616CA37-571D-F72E-C71C-8A0A14B143C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132987" y="3182480"/>
                  <a:ext cx="242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42D3D48-BEE3-5DD2-C754-C771D1A11FDA}"/>
                    </a:ext>
                  </a:extLst>
                </p14:cNvPr>
                <p14:cNvContentPartPr/>
                <p14:nvPr/>
              </p14:nvContentPartPr>
              <p14:xfrm>
                <a:off x="8375987" y="3033080"/>
                <a:ext cx="128880" cy="3211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42D3D48-BEE3-5DD2-C754-C771D1A11FD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371667" y="3028760"/>
                  <a:ext cx="13752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E2627976-23D4-7FFE-3123-C237334C16DD}"/>
                    </a:ext>
                  </a:extLst>
                </p14:cNvPr>
                <p14:cNvContentPartPr/>
                <p14:nvPr/>
              </p14:nvContentPartPr>
              <p14:xfrm>
                <a:off x="8364827" y="3176000"/>
                <a:ext cx="220320" cy="1638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E2627976-23D4-7FFE-3123-C237334C16D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360507" y="3171680"/>
                  <a:ext cx="2289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E90BAE79-744F-50FC-C0A2-E3CC5D75A3BB}"/>
                    </a:ext>
                  </a:extLst>
                </p14:cNvPr>
                <p14:cNvContentPartPr/>
                <p14:nvPr/>
              </p14:nvContentPartPr>
              <p14:xfrm>
                <a:off x="8650667" y="3227480"/>
                <a:ext cx="108720" cy="1191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E90BAE79-744F-50FC-C0A2-E3CC5D75A3B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646347" y="3223160"/>
                  <a:ext cx="1173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0F51CDE6-6BD8-91BD-C69F-D88B29B82FA6}"/>
                    </a:ext>
                  </a:extLst>
                </p14:cNvPr>
                <p14:cNvContentPartPr/>
                <p14:nvPr/>
              </p14:nvContentPartPr>
              <p14:xfrm>
                <a:off x="9163307" y="2976920"/>
                <a:ext cx="176760" cy="3222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0F51CDE6-6BD8-91BD-C69F-D88B29B82FA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158987" y="2972600"/>
                  <a:ext cx="1854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1F1C7F4-A03F-BCAA-9187-7253E3713107}"/>
                    </a:ext>
                  </a:extLst>
                </p14:cNvPr>
                <p14:cNvContentPartPr/>
                <p14:nvPr/>
              </p14:nvContentPartPr>
              <p14:xfrm>
                <a:off x="9171587" y="3170240"/>
                <a:ext cx="153720" cy="190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1F1C7F4-A03F-BCAA-9187-7253E371310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167267" y="3165920"/>
                  <a:ext cx="1623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6D54B2D-E594-85A2-8AA2-398C21BFEFF4}"/>
                    </a:ext>
                  </a:extLst>
                </p14:cNvPr>
                <p14:cNvContentPartPr/>
                <p14:nvPr/>
              </p14:nvContentPartPr>
              <p14:xfrm>
                <a:off x="6664907" y="4087160"/>
                <a:ext cx="226800" cy="2196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6D54B2D-E594-85A2-8AA2-398C21BFEFF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660587" y="4082840"/>
                  <a:ext cx="2354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F3A98D7-B4F7-B4E1-597D-6921AF421875}"/>
                    </a:ext>
                  </a:extLst>
                </p14:cNvPr>
                <p14:cNvContentPartPr/>
                <p14:nvPr/>
              </p14:nvContentPartPr>
              <p14:xfrm>
                <a:off x="6873347" y="4157000"/>
                <a:ext cx="72000" cy="1321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F3A98D7-B4F7-B4E1-597D-6921AF42187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869027" y="4152680"/>
                  <a:ext cx="806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45686666-124D-CDEF-F581-28E9D65BFF40}"/>
                    </a:ext>
                  </a:extLst>
                </p14:cNvPr>
                <p14:cNvContentPartPr/>
                <p14:nvPr/>
              </p14:nvContentPartPr>
              <p14:xfrm>
                <a:off x="7028867" y="4170680"/>
                <a:ext cx="257760" cy="597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45686666-124D-CDEF-F581-28E9D65BFF4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024547" y="4166360"/>
                  <a:ext cx="2664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43DF81F-108A-5100-E177-02BC24C9888F}"/>
                    </a:ext>
                  </a:extLst>
                </p14:cNvPr>
                <p14:cNvContentPartPr/>
                <p14:nvPr/>
              </p14:nvContentPartPr>
              <p14:xfrm>
                <a:off x="7314347" y="4115960"/>
                <a:ext cx="112680" cy="1072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43DF81F-108A-5100-E177-02BC24C9888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310027" y="4111640"/>
                  <a:ext cx="1213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AEEC88C-D1C6-131D-591B-9679A4C994CC}"/>
                    </a:ext>
                  </a:extLst>
                </p14:cNvPr>
                <p14:cNvContentPartPr/>
                <p14:nvPr/>
              </p14:nvContentPartPr>
              <p14:xfrm>
                <a:off x="7460507" y="4111640"/>
                <a:ext cx="51840" cy="1087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AEEC88C-D1C6-131D-591B-9679A4C994C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456187" y="4107320"/>
                  <a:ext cx="604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8C3CAFE-E97C-43F9-7377-C551C3D65594}"/>
                    </a:ext>
                  </a:extLst>
                </p14:cNvPr>
                <p14:cNvContentPartPr/>
                <p14:nvPr/>
              </p14:nvContentPartPr>
              <p14:xfrm>
                <a:off x="7904747" y="4028840"/>
                <a:ext cx="153000" cy="1245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8C3CAFE-E97C-43F9-7377-C551C3D6559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900427" y="4024520"/>
                  <a:ext cx="1616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CED0DDD5-7F7E-8E09-5E17-F8629C0C4526}"/>
                    </a:ext>
                  </a:extLst>
                </p14:cNvPr>
                <p14:cNvContentPartPr/>
                <p14:nvPr/>
              </p14:nvContentPartPr>
              <p14:xfrm>
                <a:off x="8168267" y="3765680"/>
                <a:ext cx="186840" cy="4334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CED0DDD5-7F7E-8E09-5E17-F8629C0C452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163947" y="3761360"/>
                  <a:ext cx="19548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E3A6C78A-9804-DA83-6B4D-7B33B0285369}"/>
                    </a:ext>
                  </a:extLst>
                </p14:cNvPr>
                <p14:cNvContentPartPr/>
                <p14:nvPr/>
              </p14:nvContentPartPr>
              <p14:xfrm>
                <a:off x="8156387" y="4015160"/>
                <a:ext cx="186120" cy="183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E3A6C78A-9804-DA83-6B4D-7B33B028536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152067" y="4010840"/>
                  <a:ext cx="1947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0244F69-D117-F3EC-B5E1-709F9DF9588E}"/>
                    </a:ext>
                  </a:extLst>
                </p14:cNvPr>
                <p14:cNvContentPartPr/>
                <p14:nvPr/>
              </p14:nvContentPartPr>
              <p14:xfrm>
                <a:off x="8340707" y="3886640"/>
                <a:ext cx="138960" cy="2584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0244F69-D117-F3EC-B5E1-709F9DF9588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336387" y="3882320"/>
                  <a:ext cx="1476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A1B80331-CE49-3301-9D61-B8E750DA584F}"/>
                    </a:ext>
                  </a:extLst>
                </p14:cNvPr>
                <p14:cNvContentPartPr/>
                <p14:nvPr/>
              </p14:nvContentPartPr>
              <p14:xfrm>
                <a:off x="8333867" y="3967640"/>
                <a:ext cx="203400" cy="1328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A1B80331-CE49-3301-9D61-B8E750DA584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329547" y="3963320"/>
                  <a:ext cx="2120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B521DCAC-FB7B-BF09-640B-7219F183CE9F}"/>
                    </a:ext>
                  </a:extLst>
                </p14:cNvPr>
                <p14:cNvContentPartPr/>
                <p14:nvPr/>
              </p14:nvContentPartPr>
              <p14:xfrm>
                <a:off x="8598107" y="3955760"/>
                <a:ext cx="118440" cy="1458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B521DCAC-FB7B-BF09-640B-7219F183CE9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593787" y="3951440"/>
                  <a:ext cx="1270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14EEFE5-8A6E-6563-CB4F-13EF1344122E}"/>
                    </a:ext>
                  </a:extLst>
                </p14:cNvPr>
                <p14:cNvContentPartPr/>
                <p14:nvPr/>
              </p14:nvContentPartPr>
              <p14:xfrm>
                <a:off x="9137747" y="3641480"/>
                <a:ext cx="264240" cy="4305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14EEFE5-8A6E-6563-CB4F-13EF1344122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133427" y="3637160"/>
                  <a:ext cx="27288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34024464-FF17-B937-FC64-94F2D0155698}"/>
                    </a:ext>
                  </a:extLst>
                </p14:cNvPr>
                <p14:cNvContentPartPr/>
                <p14:nvPr/>
              </p14:nvContentPartPr>
              <p14:xfrm>
                <a:off x="9256547" y="3879800"/>
                <a:ext cx="165240" cy="223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34024464-FF17-B937-FC64-94F2D015569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252227" y="3875480"/>
                  <a:ext cx="1738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80F8510-9E70-CD46-19BA-76DF12C19408}"/>
                    </a:ext>
                  </a:extLst>
                </p14:cNvPr>
                <p14:cNvContentPartPr/>
                <p14:nvPr/>
              </p14:nvContentPartPr>
              <p14:xfrm>
                <a:off x="6502187" y="4822640"/>
                <a:ext cx="288720" cy="2599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80F8510-9E70-CD46-19BA-76DF12C1940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497867" y="4818320"/>
                  <a:ext cx="2973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423F223-277D-795E-4924-02AEB90394F7}"/>
                    </a:ext>
                  </a:extLst>
                </p14:cNvPr>
                <p14:cNvContentPartPr/>
                <p14:nvPr/>
              </p14:nvContentPartPr>
              <p14:xfrm>
                <a:off x="6892067" y="4977800"/>
                <a:ext cx="293040" cy="608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423F223-277D-795E-4924-02AEB90394F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887747" y="4973480"/>
                  <a:ext cx="3016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8F9A5724-F0DE-BB67-ADA0-E18F9A074123}"/>
                    </a:ext>
                  </a:extLst>
                </p14:cNvPr>
                <p14:cNvContentPartPr/>
                <p14:nvPr/>
              </p14:nvContentPartPr>
              <p14:xfrm>
                <a:off x="7222907" y="4933160"/>
                <a:ext cx="127080" cy="990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8F9A5724-F0DE-BB67-ADA0-E18F9A07412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218587" y="4928840"/>
                  <a:ext cx="1357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A09B040F-F247-7E2B-5C69-2D8794E362DA}"/>
                    </a:ext>
                  </a:extLst>
                </p14:cNvPr>
                <p14:cNvContentPartPr/>
                <p14:nvPr/>
              </p14:nvContentPartPr>
              <p14:xfrm>
                <a:off x="7344227" y="4883480"/>
                <a:ext cx="120600" cy="1065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A09B040F-F247-7E2B-5C69-2D8794E362D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339907" y="4879160"/>
                  <a:ext cx="1292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BA99B2D-BCB6-1AD4-0A26-66BC18BD7068}"/>
                    </a:ext>
                  </a:extLst>
                </p14:cNvPr>
                <p14:cNvContentPartPr/>
                <p14:nvPr/>
              </p14:nvContentPartPr>
              <p14:xfrm>
                <a:off x="7806827" y="4865840"/>
                <a:ext cx="192240" cy="1353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BA99B2D-BCB6-1AD4-0A26-66BC18BD706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802507" y="4861520"/>
                  <a:ext cx="2008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770AD87A-496F-AEF2-83BA-A1EDEB7D9560}"/>
                    </a:ext>
                  </a:extLst>
                </p14:cNvPr>
                <p14:cNvContentPartPr/>
                <p14:nvPr/>
              </p14:nvContentPartPr>
              <p14:xfrm>
                <a:off x="8056307" y="4547240"/>
                <a:ext cx="248400" cy="4824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770AD87A-496F-AEF2-83BA-A1EDEB7D956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051987" y="4542920"/>
                  <a:ext cx="25704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E68E1EF4-E170-47BA-7E62-78BC2FFBB230}"/>
                    </a:ext>
                  </a:extLst>
                </p14:cNvPr>
                <p14:cNvContentPartPr/>
                <p14:nvPr/>
              </p14:nvContentPartPr>
              <p14:xfrm>
                <a:off x="8026067" y="4756400"/>
                <a:ext cx="247320" cy="313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E68E1EF4-E170-47BA-7E62-78BC2FFBB23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021747" y="4752080"/>
                  <a:ext cx="255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633A5CFE-8263-8391-5EE8-405BF74A85C8}"/>
                    </a:ext>
                  </a:extLst>
                </p14:cNvPr>
                <p14:cNvContentPartPr/>
                <p14:nvPr/>
              </p14:nvContentPartPr>
              <p14:xfrm>
                <a:off x="8278067" y="4627160"/>
                <a:ext cx="181800" cy="3207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633A5CFE-8263-8391-5EE8-405BF74A85C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273747" y="4622840"/>
                  <a:ext cx="19044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935E55A-D55F-58AB-AF09-58D0B5DF75FD}"/>
                    </a:ext>
                  </a:extLst>
                </p14:cNvPr>
                <p14:cNvContentPartPr/>
                <p14:nvPr/>
              </p14:nvContentPartPr>
              <p14:xfrm>
                <a:off x="8252507" y="4752080"/>
                <a:ext cx="244800" cy="1476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935E55A-D55F-58AB-AF09-58D0B5DF75FD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248187" y="4747760"/>
                  <a:ext cx="2534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6ED56ADD-FD1B-768B-96E5-D0B4BE905A77}"/>
                    </a:ext>
                  </a:extLst>
                </p14:cNvPr>
                <p14:cNvContentPartPr/>
                <p14:nvPr/>
              </p14:nvContentPartPr>
              <p14:xfrm>
                <a:off x="8538347" y="4775120"/>
                <a:ext cx="69120" cy="1105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6ED56ADD-FD1B-768B-96E5-D0B4BE905A77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534027" y="4770800"/>
                  <a:ext cx="777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A706F0D-5548-BA0C-69B6-C105E1BD4CF3}"/>
                    </a:ext>
                  </a:extLst>
                </p14:cNvPr>
                <p14:cNvContentPartPr/>
                <p14:nvPr/>
              </p14:nvContentPartPr>
              <p14:xfrm>
                <a:off x="9129467" y="4548680"/>
                <a:ext cx="52200" cy="2502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A706F0D-5548-BA0C-69B6-C105E1BD4CF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125147" y="4544360"/>
                  <a:ext cx="608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559E8E1-BDD3-30B4-4132-7AB90F04B3C8}"/>
                    </a:ext>
                  </a:extLst>
                </p14:cNvPr>
                <p14:cNvContentPartPr/>
                <p14:nvPr/>
              </p14:nvContentPartPr>
              <p14:xfrm>
                <a:off x="9082667" y="4539680"/>
                <a:ext cx="186840" cy="2613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559E8E1-BDD3-30B4-4132-7AB90F04B3C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078347" y="4535360"/>
                  <a:ext cx="1954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E0E293F4-0695-689A-666A-152D0FE8D43A}"/>
                    </a:ext>
                  </a:extLst>
                </p14:cNvPr>
                <p14:cNvContentPartPr/>
                <p14:nvPr/>
              </p14:nvContentPartPr>
              <p14:xfrm>
                <a:off x="9589907" y="4628600"/>
                <a:ext cx="456480" cy="882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E0E293F4-0695-689A-666A-152D0FE8D43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585587" y="4624280"/>
                  <a:ext cx="4651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5CDE7401-6C97-3E4F-6186-7DEBD8882492}"/>
                    </a:ext>
                  </a:extLst>
                </p14:cNvPr>
                <p14:cNvContentPartPr/>
                <p14:nvPr/>
              </p14:nvContentPartPr>
              <p14:xfrm>
                <a:off x="10074107" y="4357160"/>
                <a:ext cx="259560" cy="3636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5CDE7401-6C97-3E4F-6186-7DEBD888249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069787" y="4352840"/>
                  <a:ext cx="26820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C807AAAC-7B10-A490-A96A-6D1FDED610A0}"/>
                    </a:ext>
                  </a:extLst>
                </p14:cNvPr>
                <p14:cNvContentPartPr/>
                <p14:nvPr/>
              </p14:nvContentPartPr>
              <p14:xfrm>
                <a:off x="10623107" y="4430600"/>
                <a:ext cx="266400" cy="30492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C807AAAC-7B10-A490-A96A-6D1FDED610A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618787" y="4426280"/>
                  <a:ext cx="2750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C9FEF2C-F5AB-8746-38E3-B188039DC12F}"/>
                    </a:ext>
                  </a:extLst>
                </p14:cNvPr>
                <p14:cNvContentPartPr/>
                <p14:nvPr/>
              </p14:nvContentPartPr>
              <p14:xfrm>
                <a:off x="4173707" y="6025040"/>
                <a:ext cx="642600" cy="2397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C9FEF2C-F5AB-8746-38E3-B188039DC12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169387" y="6020720"/>
                  <a:ext cx="6512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4BB83D9E-A3E4-3BF8-F4F0-348D37756ED0}"/>
                    </a:ext>
                  </a:extLst>
                </p14:cNvPr>
                <p14:cNvContentPartPr/>
                <p14:nvPr/>
              </p14:nvContentPartPr>
              <p14:xfrm>
                <a:off x="4863107" y="6030080"/>
                <a:ext cx="132120" cy="2084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4BB83D9E-A3E4-3BF8-F4F0-348D37756ED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858787" y="6025760"/>
                  <a:ext cx="1407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F43DEA1F-E225-C717-1C0B-391207525119}"/>
                    </a:ext>
                  </a:extLst>
                </p14:cNvPr>
                <p14:cNvContentPartPr/>
                <p14:nvPr/>
              </p14:nvContentPartPr>
              <p14:xfrm>
                <a:off x="5056427" y="6070760"/>
                <a:ext cx="193680" cy="12312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F43DEA1F-E225-C717-1C0B-39120752511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052107" y="6066440"/>
                  <a:ext cx="2023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D03AA42E-DD0C-53AD-B520-ACE17D2F3973}"/>
                    </a:ext>
                  </a:extLst>
                </p14:cNvPr>
                <p14:cNvContentPartPr/>
                <p14:nvPr/>
              </p14:nvContentPartPr>
              <p14:xfrm>
                <a:off x="5303027" y="5913800"/>
                <a:ext cx="263160" cy="2714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D03AA42E-DD0C-53AD-B520-ACE17D2F3973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298707" y="5909480"/>
                  <a:ext cx="2718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63CDE03B-4996-3E78-14E6-439C2CE44E68}"/>
                    </a:ext>
                  </a:extLst>
                </p14:cNvPr>
                <p14:cNvContentPartPr/>
                <p14:nvPr/>
              </p14:nvContentPartPr>
              <p14:xfrm>
                <a:off x="6051467" y="5801480"/>
                <a:ext cx="551880" cy="3502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63CDE03B-4996-3E78-14E6-439C2CE44E6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047147" y="5797160"/>
                  <a:ext cx="5605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75598C5E-C87C-3A24-CE94-6C0ADE9908D7}"/>
                    </a:ext>
                  </a:extLst>
                </p14:cNvPr>
                <p14:cNvContentPartPr/>
                <p14:nvPr/>
              </p14:nvContentPartPr>
              <p14:xfrm>
                <a:off x="6689387" y="5980040"/>
                <a:ext cx="192960" cy="1591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75598C5E-C87C-3A24-CE94-6C0ADE9908D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685067" y="5975720"/>
                  <a:ext cx="2016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C15B2E65-CA1A-C6DB-7C1D-D739C6882E7F}"/>
                    </a:ext>
                  </a:extLst>
                </p14:cNvPr>
                <p14:cNvContentPartPr/>
                <p14:nvPr/>
              </p14:nvContentPartPr>
              <p14:xfrm>
                <a:off x="6853907" y="6011000"/>
                <a:ext cx="177480" cy="1206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C15B2E65-CA1A-C6DB-7C1D-D739C6882E7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849587" y="6006680"/>
                  <a:ext cx="1861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BDF3B9E9-6CD3-DC5B-CB51-D54C78E7B030}"/>
                    </a:ext>
                  </a:extLst>
                </p14:cNvPr>
                <p14:cNvContentPartPr/>
                <p14:nvPr/>
              </p14:nvContentPartPr>
              <p14:xfrm>
                <a:off x="7136507" y="5814440"/>
                <a:ext cx="135720" cy="3135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BDF3B9E9-6CD3-DC5B-CB51-D54C78E7B030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132187" y="5810120"/>
                  <a:ext cx="1443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5477740F-9330-D59F-D805-1DB0375A1A05}"/>
                    </a:ext>
                  </a:extLst>
                </p14:cNvPr>
                <p14:cNvContentPartPr/>
                <p14:nvPr/>
              </p14:nvContentPartPr>
              <p14:xfrm>
                <a:off x="7092947" y="6026840"/>
                <a:ext cx="222480" cy="990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5477740F-9330-D59F-D805-1DB0375A1A05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088627" y="6022520"/>
                  <a:ext cx="2311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744EFD5B-1F93-119C-E41C-F39A90550A7D}"/>
                    </a:ext>
                  </a:extLst>
                </p14:cNvPr>
                <p14:cNvContentPartPr/>
                <p14:nvPr/>
              </p14:nvContentPartPr>
              <p14:xfrm>
                <a:off x="7345667" y="5886080"/>
                <a:ext cx="23760" cy="982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744EFD5B-1F93-119C-E41C-F39A90550A7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341347" y="5881760"/>
                  <a:ext cx="32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C819E4EB-D66B-63CD-0024-8ADCBB3265FE}"/>
                    </a:ext>
                  </a:extLst>
                </p14:cNvPr>
                <p14:cNvContentPartPr/>
                <p14:nvPr/>
              </p14:nvContentPartPr>
              <p14:xfrm>
                <a:off x="7441067" y="5900480"/>
                <a:ext cx="312840" cy="1897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C819E4EB-D66B-63CD-0024-8ADCBB3265F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436747" y="5896160"/>
                  <a:ext cx="3214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3F94FECE-4159-68E2-D9C7-02F353E7CAD9}"/>
                    </a:ext>
                  </a:extLst>
                </p14:cNvPr>
                <p14:cNvContentPartPr/>
                <p14:nvPr/>
              </p14:nvContentPartPr>
              <p14:xfrm>
                <a:off x="8354027" y="5908760"/>
                <a:ext cx="132480" cy="1360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3F94FECE-4159-68E2-D9C7-02F353E7CAD9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349707" y="5904440"/>
                  <a:ext cx="1411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0F32DF8B-72C6-4410-3BA8-8B12E76D38F8}"/>
                    </a:ext>
                  </a:extLst>
                </p14:cNvPr>
                <p14:cNvContentPartPr/>
                <p14:nvPr/>
              </p14:nvContentPartPr>
              <p14:xfrm>
                <a:off x="8600987" y="5611040"/>
                <a:ext cx="239040" cy="5209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0F32DF8B-72C6-4410-3BA8-8B12E76D38F8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596667" y="5606720"/>
                  <a:ext cx="24768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EC975BC6-8E75-36C8-4E21-F138C3443802}"/>
                    </a:ext>
                  </a:extLst>
                </p14:cNvPr>
                <p14:cNvContentPartPr/>
                <p14:nvPr/>
              </p14:nvContentPartPr>
              <p14:xfrm>
                <a:off x="8565707" y="5925320"/>
                <a:ext cx="223200" cy="252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EC975BC6-8E75-36C8-4E21-F138C344380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561387" y="5921000"/>
                  <a:ext cx="2318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30ACB81-207C-C86C-981A-146148F9F3BD}"/>
                    </a:ext>
                  </a:extLst>
                </p14:cNvPr>
                <p14:cNvContentPartPr/>
                <p14:nvPr/>
              </p14:nvContentPartPr>
              <p14:xfrm>
                <a:off x="9134507" y="5785280"/>
                <a:ext cx="203400" cy="29376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30ACB81-207C-C86C-981A-146148F9F3B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130187" y="5780960"/>
                  <a:ext cx="2120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31C3E7EE-7BC8-3D42-181B-999BA63FA66A}"/>
                    </a:ext>
                  </a:extLst>
                </p14:cNvPr>
                <p14:cNvContentPartPr/>
                <p14:nvPr/>
              </p14:nvContentPartPr>
              <p14:xfrm>
                <a:off x="9069707" y="5719760"/>
                <a:ext cx="512280" cy="2916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31C3E7EE-7BC8-3D42-181B-999BA63FA66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065387" y="5715440"/>
                  <a:ext cx="5209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04C2370A-0CF8-B88B-D056-6F7A17D85833}"/>
                    </a:ext>
                  </a:extLst>
                </p14:cNvPr>
                <p14:cNvContentPartPr/>
                <p14:nvPr/>
              </p14:nvContentPartPr>
              <p14:xfrm>
                <a:off x="9540587" y="5900840"/>
                <a:ext cx="158760" cy="11484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04C2370A-0CF8-B88B-D056-6F7A17D8583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536267" y="5896520"/>
                  <a:ext cx="1674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46AD5542-85E7-F273-7A11-D78EC939703D}"/>
                    </a:ext>
                  </a:extLst>
                </p14:cNvPr>
                <p14:cNvContentPartPr/>
                <p14:nvPr/>
              </p14:nvContentPartPr>
              <p14:xfrm>
                <a:off x="10073027" y="5858000"/>
                <a:ext cx="88560" cy="4021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46AD5542-85E7-F273-7A11-D78EC939703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068707" y="5853680"/>
                  <a:ext cx="9720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A60892CC-1729-297D-078F-5C5C335C61A6}"/>
                    </a:ext>
                  </a:extLst>
                </p14:cNvPr>
                <p14:cNvContentPartPr/>
                <p14:nvPr/>
              </p14:nvContentPartPr>
              <p14:xfrm>
                <a:off x="10155107" y="5845760"/>
                <a:ext cx="112320" cy="1051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A60892CC-1729-297D-078F-5C5C335C61A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150787" y="5841440"/>
                  <a:ext cx="1209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3930AAC9-A1B2-F2E1-0E2F-C0810D4122C2}"/>
                    </a:ext>
                  </a:extLst>
                </p14:cNvPr>
                <p14:cNvContentPartPr/>
                <p14:nvPr/>
              </p14:nvContentPartPr>
              <p14:xfrm>
                <a:off x="10327187" y="5794280"/>
                <a:ext cx="234720" cy="19872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3930AAC9-A1B2-F2E1-0E2F-C0810D4122C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322867" y="5789960"/>
                  <a:ext cx="2433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986754A2-418A-C419-E487-8AC248338158}"/>
                    </a:ext>
                  </a:extLst>
                </p14:cNvPr>
                <p14:cNvContentPartPr/>
                <p14:nvPr/>
              </p14:nvContentPartPr>
              <p14:xfrm>
                <a:off x="10552547" y="5886080"/>
                <a:ext cx="147240" cy="3751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986754A2-418A-C419-E487-8AC248338158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548227" y="5881760"/>
                  <a:ext cx="15588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631F7F0E-96C8-20FA-9550-D49C2AF9E02C}"/>
                    </a:ext>
                  </a:extLst>
                </p14:cNvPr>
                <p14:cNvContentPartPr/>
                <p14:nvPr/>
              </p14:nvContentPartPr>
              <p14:xfrm>
                <a:off x="10714907" y="5765480"/>
                <a:ext cx="5760" cy="230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631F7F0E-96C8-20FA-9550-D49C2AF9E02C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710587" y="5761160"/>
                  <a:ext cx="144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A47EAB1C-C402-B509-43B8-937F4F670103}"/>
                    </a:ext>
                  </a:extLst>
                </p14:cNvPr>
                <p14:cNvContentPartPr/>
                <p14:nvPr/>
              </p14:nvContentPartPr>
              <p14:xfrm>
                <a:off x="10792307" y="5826680"/>
                <a:ext cx="112320" cy="11988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A47EAB1C-C402-B509-43B8-937F4F67010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787987" y="5822360"/>
                  <a:ext cx="1209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CF111EEC-8608-877A-A80B-6D79AD152016}"/>
                    </a:ext>
                  </a:extLst>
                </p14:cNvPr>
                <p14:cNvContentPartPr/>
                <p14:nvPr/>
              </p14:nvContentPartPr>
              <p14:xfrm>
                <a:off x="10951427" y="5833520"/>
                <a:ext cx="120600" cy="1051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CF111EEC-8608-877A-A80B-6D79AD152016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947107" y="5829200"/>
                  <a:ext cx="1292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E4B8DB5E-EC0F-734B-F594-07563A934997}"/>
                    </a:ext>
                  </a:extLst>
                </p14:cNvPr>
                <p14:cNvContentPartPr/>
                <p14:nvPr/>
              </p14:nvContentPartPr>
              <p14:xfrm>
                <a:off x="11107307" y="5654960"/>
                <a:ext cx="98640" cy="2674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E4B8DB5E-EC0F-734B-F594-07563A93499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1102987" y="5650640"/>
                  <a:ext cx="1072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FC763452-83C2-EECA-B985-B3FBEC26D129}"/>
                    </a:ext>
                  </a:extLst>
                </p14:cNvPr>
                <p14:cNvContentPartPr/>
                <p14:nvPr/>
              </p14:nvContentPartPr>
              <p14:xfrm>
                <a:off x="11083547" y="5798600"/>
                <a:ext cx="175680" cy="324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FC763452-83C2-EECA-B985-B3FBEC26D129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079227" y="5794280"/>
                  <a:ext cx="184320" cy="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FDD2F2B9-F5AC-2856-3BDC-041AFB36B238}"/>
                    </a:ext>
                  </a:extLst>
                </p14:cNvPr>
                <p14:cNvContentPartPr/>
                <p14:nvPr/>
              </p14:nvContentPartPr>
              <p14:xfrm>
                <a:off x="11351747" y="5895800"/>
                <a:ext cx="6480" cy="792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FDD2F2B9-F5AC-2856-3BDC-041AFB36B238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1347427" y="5891480"/>
                  <a:ext cx="151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29724605-7E9D-020E-689D-D6358139BD1A}"/>
                    </a:ext>
                  </a:extLst>
                </p14:cNvPr>
                <p14:cNvContentPartPr/>
                <p14:nvPr/>
              </p14:nvContentPartPr>
              <p14:xfrm>
                <a:off x="1128107" y="2347107"/>
                <a:ext cx="6244200" cy="2829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29724605-7E9D-020E-689D-D6358139BD1A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23787" y="2342787"/>
                  <a:ext cx="62528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F3F19D8F-C007-C050-C642-6F9C1E54A892}"/>
                    </a:ext>
                  </a:extLst>
                </p14:cNvPr>
                <p14:cNvContentPartPr/>
                <p14:nvPr/>
              </p14:nvContentPartPr>
              <p14:xfrm>
                <a:off x="7442147" y="2366547"/>
                <a:ext cx="36360" cy="612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F3F19D8F-C007-C050-C642-6F9C1E54A89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437827" y="2362227"/>
                  <a:ext cx="450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DF4525E0-011A-4CCA-2DE7-7C391BAA1F81}"/>
                    </a:ext>
                  </a:extLst>
                </p14:cNvPr>
                <p14:cNvContentPartPr/>
                <p14:nvPr/>
              </p14:nvContentPartPr>
              <p14:xfrm>
                <a:off x="7317947" y="2161707"/>
                <a:ext cx="3925080" cy="2012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DF4525E0-011A-4CCA-2DE7-7C391BAA1F81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313627" y="2157387"/>
                  <a:ext cx="39337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064EB1FD-C140-E815-1BE9-E9D8CD75CA00}"/>
                    </a:ext>
                  </a:extLst>
                </p14:cNvPr>
                <p14:cNvContentPartPr/>
                <p14:nvPr/>
              </p14:nvContentPartPr>
              <p14:xfrm>
                <a:off x="1092107" y="5393787"/>
                <a:ext cx="6554520" cy="3412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064EB1FD-C140-E815-1BE9-E9D8CD75CA00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87787" y="5389467"/>
                  <a:ext cx="656316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7B09ED65-CD90-42A7-1861-D0B5F45C925D}"/>
                    </a:ext>
                  </a:extLst>
                </p14:cNvPr>
                <p14:cNvContentPartPr/>
                <p14:nvPr/>
              </p14:nvContentPartPr>
              <p14:xfrm>
                <a:off x="7503707" y="5262747"/>
                <a:ext cx="51480" cy="3960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7B09ED65-CD90-42A7-1861-D0B5F45C925D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499387" y="5258427"/>
                  <a:ext cx="60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349DB7A2-7BBE-E2A0-86C7-EC8963E9FB63}"/>
                    </a:ext>
                  </a:extLst>
                </p14:cNvPr>
                <p14:cNvContentPartPr/>
                <p14:nvPr/>
              </p14:nvContentPartPr>
              <p14:xfrm>
                <a:off x="7487147" y="5391627"/>
                <a:ext cx="3456000" cy="9000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349DB7A2-7BBE-E2A0-86C7-EC8963E9FB63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482827" y="5387307"/>
                  <a:ext cx="34646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EBA9C3C5-C767-DD66-2D9B-0938E4FD841F}"/>
                    </a:ext>
                  </a:extLst>
                </p14:cNvPr>
                <p14:cNvContentPartPr/>
                <p14:nvPr/>
              </p14:nvContentPartPr>
              <p14:xfrm>
                <a:off x="611147" y="5881760"/>
                <a:ext cx="955080" cy="5565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EBA9C3C5-C767-DD66-2D9B-0938E4FD841F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06827" y="5877440"/>
                  <a:ext cx="96372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ED7ED96F-A6E2-3D8F-81AE-7CB24BBF2B2D}"/>
                    </a:ext>
                  </a:extLst>
                </p14:cNvPr>
                <p14:cNvContentPartPr/>
                <p14:nvPr/>
              </p14:nvContentPartPr>
              <p14:xfrm>
                <a:off x="1394507" y="6320960"/>
                <a:ext cx="141840" cy="846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ED7ED96F-A6E2-3D8F-81AE-7CB24BBF2B2D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390187" y="6316640"/>
                  <a:ext cx="1504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59187BB5-DE24-882B-238D-872D15C70C42}"/>
                    </a:ext>
                  </a:extLst>
                </p14:cNvPr>
                <p14:cNvContentPartPr/>
                <p14:nvPr/>
              </p14:nvContentPartPr>
              <p14:xfrm>
                <a:off x="1659467" y="6060680"/>
                <a:ext cx="117000" cy="3096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59187BB5-DE24-882B-238D-872D15C70C42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655147" y="6056360"/>
                  <a:ext cx="1256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791D605F-C972-0708-2F2A-A676A018ADCE}"/>
                    </a:ext>
                  </a:extLst>
                </p14:cNvPr>
                <p14:cNvContentPartPr/>
                <p14:nvPr/>
              </p14:nvContentPartPr>
              <p14:xfrm>
                <a:off x="1600067" y="6196760"/>
                <a:ext cx="241200" cy="1692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791D605F-C972-0708-2F2A-A676A018ADCE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595747" y="6192440"/>
                  <a:ext cx="2498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7ED97CA9-60FC-502A-39B2-EBAAC1CA3763}"/>
                    </a:ext>
                  </a:extLst>
                </p14:cNvPr>
                <p14:cNvContentPartPr/>
                <p14:nvPr/>
              </p14:nvContentPartPr>
              <p14:xfrm>
                <a:off x="2308907" y="6196040"/>
                <a:ext cx="37080" cy="824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7ED97CA9-60FC-502A-39B2-EBAAC1CA3763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304587" y="6191720"/>
                  <a:ext cx="457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BF33140-E740-D634-BF51-3FE40CF232A3}"/>
                    </a:ext>
                  </a:extLst>
                </p14:cNvPr>
                <p14:cNvContentPartPr/>
                <p14:nvPr/>
              </p14:nvContentPartPr>
              <p14:xfrm>
                <a:off x="2358587" y="6039440"/>
                <a:ext cx="34920" cy="860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BF33140-E740-D634-BF51-3FE40CF232A3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354267" y="6035120"/>
                  <a:ext cx="435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F9FD7F83-C344-1A15-172E-CC8FBACA9E81}"/>
                    </a:ext>
                  </a:extLst>
                </p14:cNvPr>
                <p14:cNvContentPartPr/>
                <p14:nvPr/>
              </p14:nvContentPartPr>
              <p14:xfrm>
                <a:off x="2411867" y="6168320"/>
                <a:ext cx="112680" cy="1310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F9FD7F83-C344-1A15-172E-CC8FBACA9E81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407547" y="6164000"/>
                  <a:ext cx="1213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7EAE6480-FB4D-2908-7147-C874634E0118}"/>
                    </a:ext>
                  </a:extLst>
                </p14:cNvPr>
                <p14:cNvContentPartPr/>
                <p14:nvPr/>
              </p14:nvContentPartPr>
              <p14:xfrm>
                <a:off x="2896787" y="6038000"/>
                <a:ext cx="262080" cy="3268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7EAE6480-FB4D-2908-7147-C874634E0118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892467" y="6033680"/>
                  <a:ext cx="27072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EAD82E3B-84F8-DBB2-27B1-1338EE0931A2}"/>
                    </a:ext>
                  </a:extLst>
                </p14:cNvPr>
                <p14:cNvContentPartPr/>
                <p14:nvPr/>
              </p14:nvContentPartPr>
              <p14:xfrm>
                <a:off x="2902547" y="5941520"/>
                <a:ext cx="559440" cy="3535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EAD82E3B-84F8-DBB2-27B1-1338EE0931A2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898227" y="5937200"/>
                  <a:ext cx="5680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95D4BE52-4E22-339B-1C72-430FE03A6522}"/>
                    </a:ext>
                  </a:extLst>
                </p14:cNvPr>
                <p14:cNvContentPartPr/>
                <p14:nvPr/>
              </p14:nvContentPartPr>
              <p14:xfrm>
                <a:off x="3339227" y="6200000"/>
                <a:ext cx="102600" cy="1220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95D4BE52-4E22-339B-1C72-430FE03A6522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3334907" y="6195680"/>
                  <a:ext cx="1112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98DD4A4-D41D-A807-2699-023C29DF3A7B}"/>
                    </a:ext>
                  </a:extLst>
                </p14:cNvPr>
                <p14:cNvContentPartPr/>
                <p14:nvPr/>
              </p14:nvContentPartPr>
              <p14:xfrm>
                <a:off x="1397387" y="4342400"/>
                <a:ext cx="114120" cy="2599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98DD4A4-D41D-A807-2699-023C29DF3A7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393067" y="4338080"/>
                  <a:ext cx="1227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77FA208-0475-984C-F67A-AD13C50C7AC6}"/>
                    </a:ext>
                  </a:extLst>
                </p14:cNvPr>
                <p14:cNvContentPartPr/>
                <p14:nvPr/>
              </p14:nvContentPartPr>
              <p14:xfrm>
                <a:off x="1245827" y="4256000"/>
                <a:ext cx="493200" cy="1357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77FA208-0475-984C-F67A-AD13C50C7AC6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241507" y="4251680"/>
                  <a:ext cx="5018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1C73B78-D705-AF31-A7EC-50FF52C2A231}"/>
                    </a:ext>
                  </a:extLst>
                </p14:cNvPr>
                <p14:cNvContentPartPr/>
                <p14:nvPr/>
              </p14:nvContentPartPr>
              <p14:xfrm>
                <a:off x="1597547" y="4471640"/>
                <a:ext cx="126360" cy="828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1C73B78-D705-AF31-A7EC-50FF52C2A231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593227" y="4467320"/>
                  <a:ext cx="1350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0E6A862-CC12-C78B-EB9B-8F2CC9DCA59B}"/>
                    </a:ext>
                  </a:extLst>
                </p14:cNvPr>
                <p14:cNvContentPartPr/>
                <p14:nvPr/>
              </p14:nvContentPartPr>
              <p14:xfrm>
                <a:off x="1787987" y="4164200"/>
                <a:ext cx="422640" cy="3848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0E6A862-CC12-C78B-EB9B-8F2CC9DCA59B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783667" y="4159880"/>
                  <a:ext cx="43128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9146987-B09D-8B67-566A-130C2ABF47E9}"/>
                    </a:ext>
                  </a:extLst>
                </p14:cNvPr>
                <p14:cNvContentPartPr/>
                <p14:nvPr/>
              </p14:nvContentPartPr>
              <p14:xfrm>
                <a:off x="2660267" y="4220720"/>
                <a:ext cx="230400" cy="2610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9146987-B09D-8B67-566A-130C2ABF47E9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2655947" y="4216400"/>
                  <a:ext cx="2390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571725B-B8BE-E695-C9B6-1F8C31380A18}"/>
                    </a:ext>
                  </a:extLst>
                </p14:cNvPr>
                <p14:cNvContentPartPr/>
                <p14:nvPr/>
              </p14:nvContentPartPr>
              <p14:xfrm>
                <a:off x="1187507" y="5186240"/>
                <a:ext cx="87840" cy="2455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571725B-B8BE-E695-C9B6-1F8C31380A1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183187" y="5181920"/>
                  <a:ext cx="964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C9DBF42-38D7-9CF2-4B5D-92CEC8ED8089}"/>
                    </a:ext>
                  </a:extLst>
                </p14:cNvPr>
                <p14:cNvContentPartPr/>
                <p14:nvPr/>
              </p14:nvContentPartPr>
              <p14:xfrm>
                <a:off x="1103987" y="5046920"/>
                <a:ext cx="475920" cy="831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C9DBF42-38D7-9CF2-4B5D-92CEC8ED8089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99667" y="5042600"/>
                  <a:ext cx="4845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8293E8F-EA7C-ADAC-60B4-9E8BD0C723AD}"/>
                    </a:ext>
                  </a:extLst>
                </p14:cNvPr>
                <p14:cNvContentPartPr/>
                <p14:nvPr/>
              </p14:nvContentPartPr>
              <p14:xfrm>
                <a:off x="1379027" y="5252480"/>
                <a:ext cx="189720" cy="943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8293E8F-EA7C-ADAC-60B4-9E8BD0C723AD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374707" y="5248160"/>
                  <a:ext cx="1983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9FFAA17-4911-53DF-E6B6-79354BCB507F}"/>
                    </a:ext>
                  </a:extLst>
                </p14:cNvPr>
                <p14:cNvContentPartPr/>
                <p14:nvPr/>
              </p14:nvContentPartPr>
              <p14:xfrm>
                <a:off x="1602947" y="4977080"/>
                <a:ext cx="351720" cy="3999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9FFAA17-4911-53DF-E6B6-79354BCB507F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598627" y="4972760"/>
                  <a:ext cx="36036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8341A22-0148-4020-BFA0-77D922431B02}"/>
                    </a:ext>
                  </a:extLst>
                </p14:cNvPr>
                <p14:cNvContentPartPr/>
                <p14:nvPr/>
              </p14:nvContentPartPr>
              <p14:xfrm>
                <a:off x="2538587" y="5079320"/>
                <a:ext cx="59760" cy="1620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8341A22-0148-4020-BFA0-77D922431B02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2534267" y="5075000"/>
                  <a:ext cx="684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E71C948-CFBA-243A-6C8A-33022C70EE32}"/>
                    </a:ext>
                  </a:extLst>
                </p14:cNvPr>
                <p14:cNvContentPartPr/>
                <p14:nvPr/>
              </p14:nvContentPartPr>
              <p14:xfrm>
                <a:off x="2424107" y="5031800"/>
                <a:ext cx="349200" cy="3301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E71C948-CFBA-243A-6C8A-33022C70EE32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2419787" y="5027480"/>
                  <a:ext cx="35784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56D09680-E42D-5A14-4FFE-CBA3012B0FA9}"/>
                    </a:ext>
                  </a:extLst>
                </p14:cNvPr>
                <p14:cNvContentPartPr/>
                <p14:nvPr/>
              </p14:nvContentPartPr>
              <p14:xfrm>
                <a:off x="623747" y="2616387"/>
                <a:ext cx="484200" cy="314820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56D09680-E42D-5A14-4FFE-CBA3012B0FA9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19427" y="2612067"/>
                  <a:ext cx="492840" cy="31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FEA6905D-592C-DC8F-5AE0-C3D86919F6DA}"/>
                    </a:ext>
                  </a:extLst>
                </p14:cNvPr>
                <p14:cNvContentPartPr/>
                <p14:nvPr/>
              </p14:nvContentPartPr>
              <p14:xfrm>
                <a:off x="626267" y="5746227"/>
                <a:ext cx="639360" cy="234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FEA6905D-592C-DC8F-5AE0-C3D86919F6DA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21947" y="5741907"/>
                  <a:ext cx="6480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4B3C757-D64C-9395-3C59-853F564F790A}"/>
                    </a:ext>
                  </a:extLst>
                </p14:cNvPr>
                <p14:cNvContentPartPr/>
                <p14:nvPr/>
              </p14:nvContentPartPr>
              <p14:xfrm>
                <a:off x="494867" y="1824560"/>
                <a:ext cx="370080" cy="161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4B3C757-D64C-9395-3C59-853F564F790A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490547" y="1820240"/>
                  <a:ext cx="3787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54560BD-9342-A02F-7AAF-D7AE337DF942}"/>
                    </a:ext>
                  </a:extLst>
                </p14:cNvPr>
                <p14:cNvContentPartPr/>
                <p14:nvPr/>
              </p14:nvContentPartPr>
              <p14:xfrm>
                <a:off x="738227" y="1843280"/>
                <a:ext cx="162720" cy="116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54560BD-9342-A02F-7AAF-D7AE337DF942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33907" y="1838960"/>
                  <a:ext cx="1713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C72E9C7-B8C7-D04C-AA4F-EABCFF7B0D60}"/>
                    </a:ext>
                  </a:extLst>
                </p14:cNvPr>
                <p14:cNvContentPartPr/>
                <p14:nvPr/>
              </p14:nvContentPartPr>
              <p14:xfrm>
                <a:off x="899507" y="1843280"/>
                <a:ext cx="360" cy="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C72E9C7-B8C7-D04C-AA4F-EABCFF7B0D60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895187" y="183896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124ED1E-DF00-A687-1929-6BD5115AC36A}"/>
                    </a:ext>
                  </a:extLst>
                </p14:cNvPr>
                <p14:cNvContentPartPr/>
                <p14:nvPr/>
              </p14:nvContentPartPr>
              <p14:xfrm>
                <a:off x="899507" y="1843280"/>
                <a:ext cx="286920" cy="117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124ED1E-DF00-A687-1929-6BD5115AC36A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895187" y="1838960"/>
                  <a:ext cx="2955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A0689E5-00A7-C2AA-4F86-5B4557ED6D00}"/>
                    </a:ext>
                  </a:extLst>
                </p14:cNvPr>
                <p14:cNvContentPartPr/>
                <p14:nvPr/>
              </p14:nvContentPartPr>
              <p14:xfrm>
                <a:off x="1169507" y="1875680"/>
                <a:ext cx="172080" cy="2926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A0689E5-00A7-C2AA-4F86-5B4557ED6D00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165187" y="1871360"/>
                  <a:ext cx="1807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9ABED0C-FED0-0C54-80D0-812CA2C6AB52}"/>
                    </a:ext>
                  </a:extLst>
                </p14:cNvPr>
                <p14:cNvContentPartPr/>
                <p14:nvPr/>
              </p14:nvContentPartPr>
              <p14:xfrm>
                <a:off x="1444187" y="1730600"/>
                <a:ext cx="88560" cy="231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9ABED0C-FED0-0C54-80D0-812CA2C6AB52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439867" y="1726280"/>
                  <a:ext cx="972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D5AEC0B-0FD7-AE53-53AC-2E7BD95580E1}"/>
                    </a:ext>
                  </a:extLst>
                </p14:cNvPr>
                <p14:cNvContentPartPr/>
                <p14:nvPr/>
              </p14:nvContentPartPr>
              <p14:xfrm>
                <a:off x="1544267" y="1865960"/>
                <a:ext cx="155520" cy="82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D5AEC0B-0FD7-AE53-53AC-2E7BD95580E1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539947" y="1861640"/>
                  <a:ext cx="1641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82EFC01-A151-3347-7973-53C3735FDF14}"/>
                    </a:ext>
                  </a:extLst>
                </p14:cNvPr>
                <p14:cNvContentPartPr/>
                <p14:nvPr/>
              </p14:nvContentPartPr>
              <p14:xfrm>
                <a:off x="1777187" y="1705040"/>
                <a:ext cx="122040" cy="2631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82EFC01-A151-3347-7973-53C3735FDF14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772867" y="1700720"/>
                  <a:ext cx="1306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002884A-A891-43F4-B3D7-F5BD1DDB5A8F}"/>
                    </a:ext>
                  </a:extLst>
                </p14:cNvPr>
                <p14:cNvContentPartPr/>
                <p14:nvPr/>
              </p14:nvContentPartPr>
              <p14:xfrm>
                <a:off x="1746587" y="1812680"/>
                <a:ext cx="225360" cy="18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002884A-A891-43F4-B3D7-F5BD1DDB5A8F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742267" y="1808360"/>
                  <a:ext cx="234000" cy="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696028B-DEAB-FD69-737F-353CEC7E216F}"/>
                    </a:ext>
                  </a:extLst>
                </p14:cNvPr>
                <p14:cNvContentPartPr/>
                <p14:nvPr/>
              </p14:nvContentPartPr>
              <p14:xfrm>
                <a:off x="1972667" y="1856600"/>
                <a:ext cx="150840" cy="1033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696028B-DEAB-FD69-737F-353CEC7E216F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968347" y="1852280"/>
                  <a:ext cx="1594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903644E-C438-4069-5545-A75D40F88FBD}"/>
                    </a:ext>
                  </a:extLst>
                </p14:cNvPr>
                <p14:cNvContentPartPr/>
                <p14:nvPr/>
              </p14:nvContentPartPr>
              <p14:xfrm>
                <a:off x="2651267" y="1855880"/>
                <a:ext cx="285840" cy="1188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903644E-C438-4069-5545-A75D40F88FBD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2646947" y="1851560"/>
                  <a:ext cx="294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E1E0EFE-1EC1-F683-9241-C63F7655DA76}"/>
                    </a:ext>
                  </a:extLst>
                </p14:cNvPr>
                <p14:cNvContentPartPr/>
                <p14:nvPr/>
              </p14:nvContentPartPr>
              <p14:xfrm>
                <a:off x="4373867" y="2678480"/>
                <a:ext cx="258480" cy="2073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E1E0EFE-1EC1-F683-9241-C63F7655DA76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369547" y="2674160"/>
                  <a:ext cx="2671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E8AC77C-0C8E-2781-E579-36127F1D2915}"/>
                    </a:ext>
                  </a:extLst>
                </p14:cNvPr>
                <p14:cNvContentPartPr/>
                <p14:nvPr/>
              </p14:nvContentPartPr>
              <p14:xfrm>
                <a:off x="4835027" y="2558600"/>
                <a:ext cx="242640" cy="2764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E8AC77C-0C8E-2781-E579-36127F1D2915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830707" y="2554280"/>
                  <a:ext cx="2512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2E57E63-030F-451C-4AE8-F9E605DA6034}"/>
                    </a:ext>
                  </a:extLst>
                </p14:cNvPr>
                <p14:cNvContentPartPr/>
                <p14:nvPr/>
              </p14:nvContentPartPr>
              <p14:xfrm>
                <a:off x="5026907" y="2718440"/>
                <a:ext cx="178920" cy="121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2E57E63-030F-451C-4AE8-F9E605DA6034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022587" y="2714120"/>
                  <a:ext cx="1875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2DD0FFC-BE17-C3A0-0947-73F7EC058871}"/>
                    </a:ext>
                  </a:extLst>
                </p14:cNvPr>
                <p14:cNvContentPartPr/>
                <p14:nvPr/>
              </p14:nvContentPartPr>
              <p14:xfrm>
                <a:off x="5225627" y="2744000"/>
                <a:ext cx="95760" cy="58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2DD0FFC-BE17-C3A0-0947-73F7EC058871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5221307" y="2739680"/>
                  <a:ext cx="1044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EE0E977-0ABC-F1A9-258F-258DA97EA503}"/>
                    </a:ext>
                  </a:extLst>
                </p14:cNvPr>
                <p14:cNvContentPartPr/>
                <p14:nvPr/>
              </p14:nvContentPartPr>
              <p14:xfrm>
                <a:off x="5121947" y="2732840"/>
                <a:ext cx="232200" cy="3067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EE0E977-0ABC-F1A9-258F-258DA97EA503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5117627" y="2728520"/>
                  <a:ext cx="2408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5F7BC51-0C4F-BD24-C884-A8B890183665}"/>
                    </a:ext>
                  </a:extLst>
                </p14:cNvPr>
                <p14:cNvContentPartPr/>
                <p14:nvPr/>
              </p14:nvContentPartPr>
              <p14:xfrm>
                <a:off x="5349827" y="2726720"/>
                <a:ext cx="195120" cy="1771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5F7BC51-0C4F-BD24-C884-A8B890183665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5345507" y="2722400"/>
                  <a:ext cx="2037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5EC69D0-FCC7-8FBC-F199-B201494F9147}"/>
                    </a:ext>
                  </a:extLst>
                </p14:cNvPr>
                <p14:cNvContentPartPr/>
                <p14:nvPr/>
              </p14:nvContentPartPr>
              <p14:xfrm>
                <a:off x="4449827" y="3357440"/>
                <a:ext cx="177840" cy="2023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5EC69D0-FCC7-8FBC-F199-B201494F9147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4445507" y="3353120"/>
                  <a:ext cx="1864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4E3C9CF-F65C-54C7-E093-553985DB7B10}"/>
                    </a:ext>
                  </a:extLst>
                </p14:cNvPr>
                <p14:cNvContentPartPr/>
                <p14:nvPr/>
              </p14:nvContentPartPr>
              <p14:xfrm>
                <a:off x="4606427" y="3296600"/>
                <a:ext cx="227520" cy="64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4E3C9CF-F65C-54C7-E093-553985DB7B10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4602107" y="3292280"/>
                  <a:ext cx="23616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AFA9460-C9FC-6E99-C162-E373A626E59C}"/>
                    </a:ext>
                  </a:extLst>
                </p14:cNvPr>
                <p14:cNvContentPartPr/>
                <p14:nvPr/>
              </p14:nvContentPartPr>
              <p14:xfrm>
                <a:off x="4881827" y="3214160"/>
                <a:ext cx="290160" cy="3330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AFA9460-C9FC-6E99-C162-E373A626E59C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4877507" y="3209840"/>
                  <a:ext cx="2988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6C628C3-2C5B-A560-FE09-C0AA233E48BB}"/>
                    </a:ext>
                  </a:extLst>
                </p14:cNvPr>
                <p14:cNvContentPartPr/>
                <p14:nvPr/>
              </p14:nvContentPartPr>
              <p14:xfrm>
                <a:off x="5138147" y="3431960"/>
                <a:ext cx="160920" cy="1188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6C628C3-2C5B-A560-FE09-C0AA233E48BB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5133827" y="3427640"/>
                  <a:ext cx="1695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95D7BA2-1277-3BAF-B7D9-98D34E478631}"/>
                    </a:ext>
                  </a:extLst>
                </p14:cNvPr>
                <p14:cNvContentPartPr/>
                <p14:nvPr/>
              </p14:nvContentPartPr>
              <p14:xfrm>
                <a:off x="5306267" y="3460760"/>
                <a:ext cx="114840" cy="471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95D7BA2-1277-3BAF-B7D9-98D34E478631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5301947" y="3456440"/>
                  <a:ext cx="1234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5EB5C0B-9662-8CA9-82EA-1C24525098BA}"/>
                    </a:ext>
                  </a:extLst>
                </p14:cNvPr>
                <p14:cNvContentPartPr/>
                <p14:nvPr/>
              </p14:nvContentPartPr>
              <p14:xfrm>
                <a:off x="5193947" y="3462920"/>
                <a:ext cx="263880" cy="3488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5EB5C0B-9662-8CA9-82EA-1C24525098BA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5189627" y="3458600"/>
                  <a:ext cx="2725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00A1625-EDF3-8C6A-A603-A5A92912B4CA}"/>
                    </a:ext>
                  </a:extLst>
                </p14:cNvPr>
                <p14:cNvContentPartPr/>
                <p14:nvPr/>
              </p14:nvContentPartPr>
              <p14:xfrm>
                <a:off x="5476907" y="3471560"/>
                <a:ext cx="109800" cy="1422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00A1625-EDF3-8C6A-A603-A5A92912B4CA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5472587" y="3467240"/>
                  <a:ext cx="1184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F92DFB3-7B69-876A-0B18-23626777C995}"/>
                    </a:ext>
                  </a:extLst>
                </p14:cNvPr>
                <p14:cNvContentPartPr/>
                <p14:nvPr/>
              </p14:nvContentPartPr>
              <p14:xfrm>
                <a:off x="1517267" y="2844440"/>
                <a:ext cx="99000" cy="2674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F92DFB3-7B69-876A-0B18-23626777C995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512947" y="2840120"/>
                  <a:ext cx="1076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1A45AC6-919E-4509-263E-AA3C0651A8A7}"/>
                    </a:ext>
                  </a:extLst>
                </p14:cNvPr>
                <p14:cNvContentPartPr/>
                <p14:nvPr/>
              </p14:nvContentPartPr>
              <p14:xfrm>
                <a:off x="1346267" y="2712680"/>
                <a:ext cx="612720" cy="1101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1A45AC6-919E-4509-263E-AA3C0651A8A7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341947" y="2708360"/>
                  <a:ext cx="6213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0D2149E-C9C3-4BF5-D990-DBF4043B00D1}"/>
                    </a:ext>
                  </a:extLst>
                </p14:cNvPr>
                <p14:cNvContentPartPr/>
                <p14:nvPr/>
              </p14:nvContentPartPr>
              <p14:xfrm>
                <a:off x="1731107" y="2942360"/>
                <a:ext cx="191520" cy="1130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0D2149E-C9C3-4BF5-D990-DBF4043B00D1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726787" y="2938040"/>
                  <a:ext cx="2001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0A81E24-AB2A-E578-2698-162D1190643D}"/>
                    </a:ext>
                  </a:extLst>
                </p14:cNvPr>
                <p14:cNvContentPartPr/>
                <p14:nvPr/>
              </p14:nvContentPartPr>
              <p14:xfrm>
                <a:off x="1977347" y="2673080"/>
                <a:ext cx="375840" cy="4208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0A81E24-AB2A-E578-2698-162D1190643D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973027" y="2668760"/>
                  <a:ext cx="38448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1916117-B72A-7232-FE59-10B795EF0356}"/>
                    </a:ext>
                  </a:extLst>
                </p14:cNvPr>
                <p14:cNvContentPartPr/>
                <p14:nvPr/>
              </p14:nvContentPartPr>
              <p14:xfrm>
                <a:off x="2856827" y="2627360"/>
                <a:ext cx="249480" cy="3852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1916117-B72A-7232-FE59-10B795EF0356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2852507" y="2623040"/>
                  <a:ext cx="25812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EE64549-D512-0046-B83C-EC11B3B2C3CE}"/>
                    </a:ext>
                  </a:extLst>
                </p14:cNvPr>
                <p14:cNvContentPartPr/>
                <p14:nvPr/>
              </p14:nvContentPartPr>
              <p14:xfrm>
                <a:off x="2955467" y="2852720"/>
                <a:ext cx="147960" cy="39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EE64549-D512-0046-B83C-EC11B3B2C3CE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2951147" y="2848040"/>
                  <a:ext cx="156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6020B46-2E7B-454C-C439-148B01620E8B}"/>
                    </a:ext>
                  </a:extLst>
                </p14:cNvPr>
                <p14:cNvContentPartPr/>
                <p14:nvPr/>
              </p14:nvContentPartPr>
              <p14:xfrm>
                <a:off x="1424027" y="3588200"/>
                <a:ext cx="61920" cy="2624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6020B46-2E7B-454C-C439-148B01620E8B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419707" y="3583880"/>
                  <a:ext cx="705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76871F2-EBBF-8B05-0E82-5B5BD8A9CC11}"/>
                    </a:ext>
                  </a:extLst>
                </p14:cNvPr>
                <p14:cNvContentPartPr/>
                <p14:nvPr/>
              </p14:nvContentPartPr>
              <p14:xfrm>
                <a:off x="1290107" y="3462200"/>
                <a:ext cx="449280" cy="1288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76871F2-EBBF-8B05-0E82-5B5BD8A9CC11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285787" y="3457880"/>
                  <a:ext cx="4579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AD500E7-22E6-280B-F2CE-795CE287C361}"/>
                    </a:ext>
                  </a:extLst>
                </p14:cNvPr>
                <p14:cNvContentPartPr/>
                <p14:nvPr/>
              </p14:nvContentPartPr>
              <p14:xfrm>
                <a:off x="1593587" y="3690440"/>
                <a:ext cx="153720" cy="914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AD500E7-22E6-280B-F2CE-795CE287C361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589267" y="3686120"/>
                  <a:ext cx="1623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A38B545-6B6F-A26E-60A4-155DEB0E3262}"/>
                    </a:ext>
                  </a:extLst>
                </p14:cNvPr>
                <p14:cNvContentPartPr/>
                <p14:nvPr/>
              </p14:nvContentPartPr>
              <p14:xfrm>
                <a:off x="1780427" y="3413600"/>
                <a:ext cx="403200" cy="3866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A38B545-6B6F-A26E-60A4-155DEB0E3262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776107" y="3409280"/>
                  <a:ext cx="41184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6B42D5A-9DA0-EFD9-A11E-B2F402F9D278}"/>
                    </a:ext>
                  </a:extLst>
                </p14:cNvPr>
                <p14:cNvContentPartPr/>
                <p14:nvPr/>
              </p14:nvContentPartPr>
              <p14:xfrm>
                <a:off x="2711387" y="3511880"/>
                <a:ext cx="39240" cy="2188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6B42D5A-9DA0-EFD9-A11E-B2F402F9D278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2707067" y="3507560"/>
                  <a:ext cx="478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239D117-A34C-0003-041F-09D3C2F00B4C}"/>
                    </a:ext>
                  </a:extLst>
                </p14:cNvPr>
                <p14:cNvContentPartPr/>
                <p14:nvPr/>
              </p14:nvContentPartPr>
              <p14:xfrm>
                <a:off x="2718227" y="3448520"/>
                <a:ext cx="145080" cy="3301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239D117-A34C-0003-041F-09D3C2F00B4C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2713907" y="3444200"/>
                  <a:ext cx="1537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E9A25895-3326-849B-FA15-16FD2CDBAAAF}"/>
                    </a:ext>
                  </a:extLst>
                </p14:cNvPr>
                <p14:cNvContentPartPr/>
                <p14:nvPr/>
              </p14:nvContentPartPr>
              <p14:xfrm>
                <a:off x="1867907" y="2217867"/>
                <a:ext cx="74880" cy="19224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E9A25895-3326-849B-FA15-16FD2CDBAAAF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863587" y="2213547"/>
                  <a:ext cx="835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598864A3-1086-490A-B4CB-6DAE006EA0BC}"/>
                    </a:ext>
                  </a:extLst>
                </p14:cNvPr>
                <p14:cNvContentPartPr/>
                <p14:nvPr/>
              </p14:nvContentPartPr>
              <p14:xfrm>
                <a:off x="1776827" y="2169987"/>
                <a:ext cx="342720" cy="162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598864A3-1086-490A-B4CB-6DAE006EA0BC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772507" y="2165667"/>
                  <a:ext cx="3513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21A3BF08-6A88-52B9-0604-82BEE7F605E8}"/>
                    </a:ext>
                  </a:extLst>
                </p14:cNvPr>
                <p14:cNvContentPartPr/>
                <p14:nvPr/>
              </p14:nvContentPartPr>
              <p14:xfrm>
                <a:off x="2047547" y="2262147"/>
                <a:ext cx="151200" cy="1036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21A3BF08-6A88-52B9-0604-82BEE7F605E8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2043227" y="2257827"/>
                  <a:ext cx="1598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CD700AEB-9A3A-E219-19E9-433E52631BCF}"/>
                    </a:ext>
                  </a:extLst>
                </p14:cNvPr>
                <p14:cNvContentPartPr/>
                <p14:nvPr/>
              </p14:nvContentPartPr>
              <p14:xfrm>
                <a:off x="2204867" y="2276187"/>
                <a:ext cx="120960" cy="1116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CD700AEB-9A3A-E219-19E9-433E52631BCF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2200547" y="2271867"/>
                  <a:ext cx="1296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C3F5D4F5-7B90-AA4A-2551-A487A99389A2}"/>
                    </a:ext>
                  </a:extLst>
                </p14:cNvPr>
                <p14:cNvContentPartPr/>
                <p14:nvPr/>
              </p14:nvContentPartPr>
              <p14:xfrm>
                <a:off x="2363267" y="2101947"/>
                <a:ext cx="137520" cy="31356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C3F5D4F5-7B90-AA4A-2551-A487A99389A2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2358947" y="2097627"/>
                  <a:ext cx="1461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C28CFE9E-524B-0FD8-00BF-93027D92D2B2}"/>
                    </a:ext>
                  </a:extLst>
                </p14:cNvPr>
                <p14:cNvContentPartPr/>
                <p14:nvPr/>
              </p14:nvContentPartPr>
              <p14:xfrm>
                <a:off x="1081307" y="2116707"/>
                <a:ext cx="83160" cy="50112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C28CFE9E-524B-0FD8-00BF-93027D92D2B2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076987" y="2112387"/>
                  <a:ext cx="9180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B6F91E0D-FF9C-E655-9B5E-00CB23F14132}"/>
                    </a:ext>
                  </a:extLst>
                </p14:cNvPr>
                <p14:cNvContentPartPr/>
                <p14:nvPr/>
              </p14:nvContentPartPr>
              <p14:xfrm>
                <a:off x="1156187" y="1945707"/>
                <a:ext cx="3762000" cy="2037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B6F91E0D-FF9C-E655-9B5E-00CB23F14132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151867" y="1941387"/>
                  <a:ext cx="37706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1C8568A6-0592-A3A4-0ACA-BB91298AB8E8}"/>
                    </a:ext>
                  </a:extLst>
                </p14:cNvPr>
                <p14:cNvContentPartPr/>
                <p14:nvPr/>
              </p14:nvContentPartPr>
              <p14:xfrm>
                <a:off x="4864547" y="1690107"/>
                <a:ext cx="6398640" cy="54864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1C8568A6-0592-A3A4-0ACA-BB91298AB8E8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4860227" y="1685787"/>
                  <a:ext cx="640728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17BB432D-E0DF-BAEE-E49C-7B2BC8FA6384}"/>
                    </a:ext>
                  </a:extLst>
                </p14:cNvPr>
                <p14:cNvContentPartPr/>
                <p14:nvPr/>
              </p14:nvContentPartPr>
              <p14:xfrm>
                <a:off x="6252347" y="1796667"/>
                <a:ext cx="36000" cy="68580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17BB432D-E0DF-BAEE-E49C-7B2BC8FA6384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6248027" y="1792347"/>
                  <a:ext cx="44640" cy="69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BA32AA2-5CDF-77BA-6B97-09840D41BF5B}"/>
                    </a:ext>
                  </a:extLst>
                </p14:cNvPr>
                <p14:cNvContentPartPr/>
                <p14:nvPr/>
              </p14:nvContentPartPr>
              <p14:xfrm>
                <a:off x="3271547" y="1852280"/>
                <a:ext cx="115560" cy="3225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BA32AA2-5CDF-77BA-6B97-09840D41BF5B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3267227" y="1847960"/>
                  <a:ext cx="12420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8166A99-829B-41A6-0081-9630AC320BD0}"/>
                    </a:ext>
                  </a:extLst>
                </p14:cNvPr>
                <p14:cNvContentPartPr/>
                <p14:nvPr/>
              </p14:nvContentPartPr>
              <p14:xfrm>
                <a:off x="3365507" y="1785680"/>
                <a:ext cx="129600" cy="110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8166A99-829B-41A6-0081-9630AC320BD0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3361187" y="1781360"/>
                  <a:ext cx="1382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0B71A9A-4BA3-FB80-A32A-BDFCE865D2E1}"/>
                    </a:ext>
                  </a:extLst>
                </p14:cNvPr>
                <p14:cNvContentPartPr/>
                <p14:nvPr/>
              </p14:nvContentPartPr>
              <p14:xfrm>
                <a:off x="3570707" y="1743920"/>
                <a:ext cx="167760" cy="173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0B71A9A-4BA3-FB80-A32A-BDFCE865D2E1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3566387" y="1739600"/>
                  <a:ext cx="1764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F912E65-0D6E-AB86-FB3F-ED00E9BBE191}"/>
                    </a:ext>
                  </a:extLst>
                </p14:cNvPr>
                <p14:cNvContentPartPr/>
                <p14:nvPr/>
              </p14:nvContentPartPr>
              <p14:xfrm>
                <a:off x="3734867" y="1778120"/>
                <a:ext cx="112680" cy="1202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F912E65-0D6E-AB86-FB3F-ED00E9BBE191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3730547" y="1773800"/>
                  <a:ext cx="1213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9AFFE61-2EA1-6A45-F448-03ADE247E96D}"/>
                    </a:ext>
                  </a:extLst>
                </p14:cNvPr>
                <p14:cNvContentPartPr/>
                <p14:nvPr/>
              </p14:nvContentPartPr>
              <p14:xfrm>
                <a:off x="3825227" y="1806560"/>
                <a:ext cx="160920" cy="3438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9AFFE61-2EA1-6A45-F448-03ADE247E96D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3820907" y="1802240"/>
                  <a:ext cx="16956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327264D-B6B2-5CFF-1120-0FB0C430B712}"/>
                    </a:ext>
                  </a:extLst>
                </p14:cNvPr>
                <p14:cNvContentPartPr/>
                <p14:nvPr/>
              </p14:nvContentPartPr>
              <p14:xfrm>
                <a:off x="3990827" y="1667240"/>
                <a:ext cx="51480" cy="327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327264D-B6B2-5CFF-1120-0FB0C430B712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3986507" y="1662920"/>
                  <a:ext cx="601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87D1C0B-50E3-9393-8AE7-EFFD5A165245}"/>
                    </a:ext>
                  </a:extLst>
                </p14:cNvPr>
                <p14:cNvContentPartPr/>
                <p14:nvPr/>
              </p14:nvContentPartPr>
              <p14:xfrm>
                <a:off x="4059947" y="1754720"/>
                <a:ext cx="186120" cy="1072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87D1C0B-50E3-9393-8AE7-EFFD5A165245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4055627" y="1750400"/>
                  <a:ext cx="1947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2610351-A288-DF11-5A5D-800FB4842BA7}"/>
                    </a:ext>
                  </a:extLst>
                </p14:cNvPr>
                <p14:cNvContentPartPr/>
                <p14:nvPr/>
              </p14:nvContentPartPr>
              <p14:xfrm>
                <a:off x="4258307" y="1785680"/>
                <a:ext cx="111960" cy="961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2610351-A288-DF11-5A5D-800FB4842BA7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4253987" y="1781360"/>
                  <a:ext cx="1206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6E162CA-E7A3-A073-43B0-2C476186A230}"/>
                    </a:ext>
                  </a:extLst>
                </p14:cNvPr>
                <p14:cNvContentPartPr/>
                <p14:nvPr/>
              </p14:nvContentPartPr>
              <p14:xfrm>
                <a:off x="4518947" y="1628720"/>
                <a:ext cx="70560" cy="2754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6E162CA-E7A3-A073-43B0-2C476186A230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4514627" y="1624400"/>
                  <a:ext cx="792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D67CE70-ACDE-248A-6290-73866B306831}"/>
                    </a:ext>
                  </a:extLst>
                </p14:cNvPr>
                <p14:cNvContentPartPr/>
                <p14:nvPr/>
              </p14:nvContentPartPr>
              <p14:xfrm>
                <a:off x="4485467" y="1747160"/>
                <a:ext cx="207360" cy="133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D67CE70-ACDE-248A-6290-73866B306831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4481147" y="1742840"/>
                  <a:ext cx="2160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817544E-6564-30C9-77FD-BCEC66AA0730}"/>
                    </a:ext>
                  </a:extLst>
                </p14:cNvPr>
                <p14:cNvContentPartPr/>
                <p14:nvPr/>
              </p14:nvContentPartPr>
              <p14:xfrm>
                <a:off x="4720907" y="1901960"/>
                <a:ext cx="1080" cy="115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817544E-6564-30C9-77FD-BCEC66AA0730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4716587" y="1897640"/>
                  <a:ext cx="97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D51962D5-0FBC-5213-A39E-3B2C182CC703}"/>
                    </a:ext>
                  </a:extLst>
                </p14:cNvPr>
                <p14:cNvContentPartPr/>
                <p14:nvPr/>
              </p14:nvContentPartPr>
              <p14:xfrm>
                <a:off x="3735587" y="2047227"/>
                <a:ext cx="36360" cy="39168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D51962D5-0FBC-5213-A39E-3B2C182CC703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3731267" y="2042907"/>
                  <a:ext cx="45000" cy="40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715983D2-9D45-0D1B-7701-9A1DACE71FAE}"/>
              </a:ext>
            </a:extLst>
          </p:cNvPr>
          <p:cNvGrpSpPr/>
          <p:nvPr/>
        </p:nvGrpSpPr>
        <p:grpSpPr>
          <a:xfrm>
            <a:off x="3992267" y="2126427"/>
            <a:ext cx="1473120" cy="305640"/>
            <a:chOff x="3992267" y="2126427"/>
            <a:chExt cx="1473120" cy="30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6A503C2C-226C-1B18-E662-347BB5D1367F}"/>
                    </a:ext>
                  </a:extLst>
                </p14:cNvPr>
                <p14:cNvContentPartPr/>
                <p14:nvPr/>
              </p14:nvContentPartPr>
              <p14:xfrm>
                <a:off x="4115027" y="2231187"/>
                <a:ext cx="19800" cy="12024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6A503C2C-226C-1B18-E662-347BB5D1367F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4110707" y="2226867"/>
                  <a:ext cx="284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AA3C8811-E676-A95A-89B5-2011D9F0A7CD}"/>
                    </a:ext>
                  </a:extLst>
                </p14:cNvPr>
                <p14:cNvContentPartPr/>
                <p14:nvPr/>
              </p14:nvContentPartPr>
              <p14:xfrm>
                <a:off x="3992267" y="2196267"/>
                <a:ext cx="263880" cy="23580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AA3C8811-E676-A95A-89B5-2011D9F0A7CD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3987947" y="2191947"/>
                  <a:ext cx="2725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FB501DA9-F71C-73F4-3D4D-ADF9D7DD9E83}"/>
                    </a:ext>
                  </a:extLst>
                </p14:cNvPr>
                <p14:cNvContentPartPr/>
                <p14:nvPr/>
              </p14:nvContentPartPr>
              <p14:xfrm>
                <a:off x="4300787" y="2275107"/>
                <a:ext cx="176400" cy="799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FB501DA9-F71C-73F4-3D4D-ADF9D7DD9E83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4296467" y="2270787"/>
                  <a:ext cx="1850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A3EEDEAA-2D40-8976-108A-28806E6C72C7}"/>
                    </a:ext>
                  </a:extLst>
                </p14:cNvPr>
                <p14:cNvContentPartPr/>
                <p14:nvPr/>
              </p14:nvContentPartPr>
              <p14:xfrm>
                <a:off x="4498067" y="2202387"/>
                <a:ext cx="128880" cy="13068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A3EEDEAA-2D40-8976-108A-28806E6C72C7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4493747" y="2198067"/>
                  <a:ext cx="1375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5EFF50B8-C926-2418-C963-32664988E1DD}"/>
                    </a:ext>
                  </a:extLst>
                </p14:cNvPr>
                <p14:cNvContentPartPr/>
                <p14:nvPr/>
              </p14:nvContentPartPr>
              <p14:xfrm>
                <a:off x="4590227" y="2262507"/>
                <a:ext cx="176760" cy="7704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5EFF50B8-C926-2418-C963-32664988E1DD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4585907" y="2258187"/>
                  <a:ext cx="1854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5BE1AC5F-B462-4F60-30C9-EC07B0A961DE}"/>
                    </a:ext>
                  </a:extLst>
                </p14:cNvPr>
                <p14:cNvContentPartPr/>
                <p14:nvPr/>
              </p14:nvContentPartPr>
              <p14:xfrm>
                <a:off x="4838987" y="2127147"/>
                <a:ext cx="160560" cy="20052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5BE1AC5F-B462-4F60-30C9-EC07B0A961DE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4834667" y="2122827"/>
                  <a:ext cx="1692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ED2ED03C-CDE5-C0CA-382B-0F6946A9DAE3}"/>
                    </a:ext>
                  </a:extLst>
                </p14:cNvPr>
                <p14:cNvContentPartPr/>
                <p14:nvPr/>
              </p14:nvContentPartPr>
              <p14:xfrm>
                <a:off x="4846547" y="2248107"/>
                <a:ext cx="235800" cy="6948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ED2ED03C-CDE5-C0CA-382B-0F6946A9DAE3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4842227" y="2243787"/>
                  <a:ext cx="2444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D041A82C-C547-F6DF-20AF-E9217FC40F79}"/>
                    </a:ext>
                  </a:extLst>
                </p14:cNvPr>
                <p14:cNvContentPartPr/>
                <p14:nvPr/>
              </p14:nvContentPartPr>
              <p14:xfrm>
                <a:off x="5130227" y="2126427"/>
                <a:ext cx="360" cy="1476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D041A82C-C547-F6DF-20AF-E9217FC40F79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5125907" y="2122107"/>
                  <a:ext cx="9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7903C9E5-9416-B85A-579A-8083EC5DFC30}"/>
                    </a:ext>
                  </a:extLst>
                </p14:cNvPr>
                <p14:cNvContentPartPr/>
                <p14:nvPr/>
              </p14:nvContentPartPr>
              <p14:xfrm>
                <a:off x="5205107" y="2153067"/>
                <a:ext cx="260280" cy="13644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7903C9E5-9416-B85A-579A-8083EC5DFC30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5200787" y="2148747"/>
                  <a:ext cx="26892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D2C11DF8-84F9-2561-1F21-9BD199F3099C}"/>
              </a:ext>
            </a:extLst>
          </p:cNvPr>
          <p:cNvGrpSpPr/>
          <p:nvPr/>
        </p:nvGrpSpPr>
        <p:grpSpPr>
          <a:xfrm>
            <a:off x="6855707" y="1869387"/>
            <a:ext cx="2093400" cy="277560"/>
            <a:chOff x="6855707" y="1869387"/>
            <a:chExt cx="2093400" cy="27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0C5E1E92-8C5E-70EA-20BF-D9131C12185D}"/>
                    </a:ext>
                  </a:extLst>
                </p14:cNvPr>
                <p14:cNvContentPartPr/>
                <p14:nvPr/>
              </p14:nvContentPartPr>
              <p14:xfrm>
                <a:off x="6855707" y="1940307"/>
                <a:ext cx="29160" cy="19440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0C5E1E92-8C5E-70EA-20BF-D9131C12185D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6851387" y="1935987"/>
                  <a:ext cx="378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2DD7127D-3EEA-8FFF-A587-D266933A6BC4}"/>
                    </a:ext>
                  </a:extLst>
                </p14:cNvPr>
                <p14:cNvContentPartPr/>
                <p14:nvPr/>
              </p14:nvContentPartPr>
              <p14:xfrm>
                <a:off x="6865427" y="1875147"/>
                <a:ext cx="121680" cy="9180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2DD7127D-3EEA-8FFF-A587-D266933A6BC4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6861107" y="1870827"/>
                  <a:ext cx="1303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34E76F1F-3874-1035-26C6-2AA988DEA84D}"/>
                    </a:ext>
                  </a:extLst>
                </p14:cNvPr>
                <p14:cNvContentPartPr/>
                <p14:nvPr/>
              </p14:nvContentPartPr>
              <p14:xfrm>
                <a:off x="7032107" y="1975227"/>
                <a:ext cx="321840" cy="1260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34E76F1F-3874-1035-26C6-2AA988DEA84D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7027787" y="1970907"/>
                  <a:ext cx="3304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CF8FB623-5999-44C7-6886-5FFCAD59F5EC}"/>
                    </a:ext>
                  </a:extLst>
                </p14:cNvPr>
                <p14:cNvContentPartPr/>
                <p14:nvPr/>
              </p14:nvContentPartPr>
              <p14:xfrm>
                <a:off x="7385627" y="1869387"/>
                <a:ext cx="215640" cy="2455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CF8FB623-5999-44C7-6886-5FFCAD59F5EC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7381307" y="1865067"/>
                  <a:ext cx="2242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2368A44C-CFE4-68F3-B2AF-414DEE4CF90C}"/>
                    </a:ext>
                  </a:extLst>
                </p14:cNvPr>
                <p14:cNvContentPartPr/>
                <p14:nvPr/>
              </p14:nvContentPartPr>
              <p14:xfrm>
                <a:off x="7582187" y="2020227"/>
                <a:ext cx="174240" cy="802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2368A44C-CFE4-68F3-B2AF-414DEE4CF90C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7577867" y="2015907"/>
                  <a:ext cx="1828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D89D8AAD-F5C1-60E2-5B0D-7A0D4B12FC42}"/>
                    </a:ext>
                  </a:extLst>
                </p14:cNvPr>
                <p14:cNvContentPartPr/>
                <p14:nvPr/>
              </p14:nvContentPartPr>
              <p14:xfrm>
                <a:off x="7752467" y="1994307"/>
                <a:ext cx="187560" cy="11340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D89D8AAD-F5C1-60E2-5B0D-7A0D4B12FC42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7748147" y="1989987"/>
                  <a:ext cx="1962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ACFCC9EA-E961-DAB1-3381-EFA323C7AB63}"/>
                    </a:ext>
                  </a:extLst>
                </p14:cNvPr>
                <p14:cNvContentPartPr/>
                <p14:nvPr/>
              </p14:nvContentPartPr>
              <p14:xfrm>
                <a:off x="7969547" y="1990707"/>
                <a:ext cx="158400" cy="10728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ACFCC9EA-E961-DAB1-3381-EFA323C7AB63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7965227" y="1986387"/>
                  <a:ext cx="1670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625CF800-5806-60ED-2FA5-FD1184C24B0F}"/>
                    </a:ext>
                  </a:extLst>
                </p14:cNvPr>
                <p14:cNvContentPartPr/>
                <p14:nvPr/>
              </p14:nvContentPartPr>
              <p14:xfrm>
                <a:off x="8158547" y="1970547"/>
                <a:ext cx="106200" cy="14940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625CF800-5806-60ED-2FA5-FD1184C24B0F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8154227" y="1966227"/>
                  <a:ext cx="1148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A3FCB7F1-2FCF-5A93-DAEA-D4D64B4C72C9}"/>
                    </a:ext>
                  </a:extLst>
                </p14:cNvPr>
                <p14:cNvContentPartPr/>
                <p14:nvPr/>
              </p14:nvContentPartPr>
              <p14:xfrm>
                <a:off x="8307947" y="1970907"/>
                <a:ext cx="174600" cy="17604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A3FCB7F1-2FCF-5A93-DAEA-D4D64B4C72C9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8303627" y="1966587"/>
                  <a:ext cx="1832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13F984EB-85B7-79FF-0CFE-192D031A202B}"/>
                    </a:ext>
                  </a:extLst>
                </p14:cNvPr>
                <p14:cNvContentPartPr/>
                <p14:nvPr/>
              </p14:nvContentPartPr>
              <p14:xfrm>
                <a:off x="8499107" y="1992507"/>
                <a:ext cx="108360" cy="11124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13F984EB-85B7-79FF-0CFE-192D031A202B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8494787" y="1988187"/>
                  <a:ext cx="1170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B27ED46E-9CBB-A3BD-C800-9D1C18064FE0}"/>
                    </a:ext>
                  </a:extLst>
                </p14:cNvPr>
                <p14:cNvContentPartPr/>
                <p14:nvPr/>
              </p14:nvContentPartPr>
              <p14:xfrm>
                <a:off x="8721587" y="1926627"/>
                <a:ext cx="128880" cy="14544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B27ED46E-9CBB-A3BD-C800-9D1C18064FE0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8717267" y="1922307"/>
                  <a:ext cx="1375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A1590830-1A90-84E8-C5CD-DDB581FA403D}"/>
                    </a:ext>
                  </a:extLst>
                </p14:cNvPr>
                <p14:cNvContentPartPr/>
                <p14:nvPr/>
              </p14:nvContentPartPr>
              <p14:xfrm>
                <a:off x="8845067" y="1974147"/>
                <a:ext cx="104040" cy="14112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A1590830-1A90-84E8-C5CD-DDB581FA403D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8840747" y="1969827"/>
                  <a:ext cx="112680" cy="149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91663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EAE5E57-655C-1F3F-CCC8-0084B1A59EF6}"/>
              </a:ext>
            </a:extLst>
          </p:cNvPr>
          <p:cNvGrpSpPr/>
          <p:nvPr/>
        </p:nvGrpSpPr>
        <p:grpSpPr>
          <a:xfrm>
            <a:off x="878267" y="233547"/>
            <a:ext cx="901440" cy="419400"/>
            <a:chOff x="878267" y="233547"/>
            <a:chExt cx="901440" cy="41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D3C3E64-677C-C174-8E4B-09F897C78577}"/>
                    </a:ext>
                  </a:extLst>
                </p14:cNvPr>
                <p14:cNvContentPartPr/>
                <p14:nvPr/>
              </p14:nvContentPartPr>
              <p14:xfrm>
                <a:off x="878267" y="391587"/>
                <a:ext cx="301320" cy="261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D3C3E64-677C-C174-8E4B-09F897C7857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73947" y="387267"/>
                  <a:ext cx="3099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7E99FA3-70C1-DC8C-EABB-68C0D19BEC16}"/>
                    </a:ext>
                  </a:extLst>
                </p14:cNvPr>
                <p14:cNvContentPartPr/>
                <p14:nvPr/>
              </p14:nvContentPartPr>
              <p14:xfrm>
                <a:off x="1255187" y="233547"/>
                <a:ext cx="138240" cy="391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7E99FA3-70C1-DC8C-EABB-68C0D19BEC1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50867" y="229227"/>
                  <a:ext cx="14688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54D387B-F9B6-134F-2FE5-262930BBBCAC}"/>
                    </a:ext>
                  </a:extLst>
                </p14:cNvPr>
                <p14:cNvContentPartPr/>
                <p14:nvPr/>
              </p14:nvContentPartPr>
              <p14:xfrm>
                <a:off x="1431227" y="490227"/>
                <a:ext cx="143640" cy="128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54D387B-F9B6-134F-2FE5-262930BBBCA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26907" y="485907"/>
                  <a:ext cx="1522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F0745D5-A824-E6D6-5AEF-1D0569B2A228}"/>
                    </a:ext>
                  </a:extLst>
                </p14:cNvPr>
                <p14:cNvContentPartPr/>
                <p14:nvPr/>
              </p14:nvContentPartPr>
              <p14:xfrm>
                <a:off x="1632467" y="531627"/>
                <a:ext cx="147240" cy="93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F0745D5-A824-E6D6-5AEF-1D0569B2A22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28147" y="527307"/>
                  <a:ext cx="15588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FB0FAF2-77B2-56A3-CF5E-4B1DC2018A38}"/>
              </a:ext>
            </a:extLst>
          </p:cNvPr>
          <p:cNvGrpSpPr/>
          <p:nvPr/>
        </p:nvGrpSpPr>
        <p:grpSpPr>
          <a:xfrm>
            <a:off x="2067347" y="387987"/>
            <a:ext cx="217800" cy="244440"/>
            <a:chOff x="2067347" y="387987"/>
            <a:chExt cx="217800" cy="24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9965C45-FEF6-D29B-3A6B-0809018508EA}"/>
                    </a:ext>
                  </a:extLst>
                </p14:cNvPr>
                <p14:cNvContentPartPr/>
                <p14:nvPr/>
              </p14:nvContentPartPr>
              <p14:xfrm>
                <a:off x="2067347" y="524067"/>
                <a:ext cx="32040" cy="108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9965C45-FEF6-D29B-3A6B-0809018508E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63027" y="519747"/>
                  <a:ext cx="406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19A6E21-E79C-AB04-BAB4-0CB41726E71D}"/>
                    </a:ext>
                  </a:extLst>
                </p14:cNvPr>
                <p14:cNvContentPartPr/>
                <p14:nvPr/>
              </p14:nvContentPartPr>
              <p14:xfrm>
                <a:off x="2132867" y="387987"/>
                <a:ext cx="45360" cy="41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19A6E21-E79C-AB04-BAB4-0CB41726E71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28547" y="383667"/>
                  <a:ext cx="540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A2DB6B2-23E3-B287-F600-3BF1A3AB13F4}"/>
                    </a:ext>
                  </a:extLst>
                </p14:cNvPr>
                <p14:cNvContentPartPr/>
                <p14:nvPr/>
              </p14:nvContentPartPr>
              <p14:xfrm>
                <a:off x="2149067" y="480507"/>
                <a:ext cx="136080" cy="113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A2DB6B2-23E3-B287-F600-3BF1A3AB13F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44747" y="476187"/>
                  <a:ext cx="14472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AB4CF1F-E4F2-5E41-B304-C5C0136F21E8}"/>
              </a:ext>
            </a:extLst>
          </p:cNvPr>
          <p:cNvGrpSpPr/>
          <p:nvPr/>
        </p:nvGrpSpPr>
        <p:grpSpPr>
          <a:xfrm>
            <a:off x="2546867" y="290067"/>
            <a:ext cx="637200" cy="323280"/>
            <a:chOff x="2546867" y="290067"/>
            <a:chExt cx="637200" cy="32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61AB0D9-F69C-AF3F-612B-A5E7681F91ED}"/>
                    </a:ext>
                  </a:extLst>
                </p14:cNvPr>
                <p14:cNvContentPartPr/>
                <p14:nvPr/>
              </p14:nvContentPartPr>
              <p14:xfrm>
                <a:off x="2578187" y="338307"/>
                <a:ext cx="196920" cy="275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61AB0D9-F69C-AF3F-612B-A5E7681F91E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73867" y="333987"/>
                  <a:ext cx="2055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8E53D26-5971-1B6C-6763-A5FBED1A8B09}"/>
                    </a:ext>
                  </a:extLst>
                </p14:cNvPr>
                <p14:cNvContentPartPr/>
                <p14:nvPr/>
              </p14:nvContentPartPr>
              <p14:xfrm>
                <a:off x="2546867" y="290067"/>
                <a:ext cx="486720" cy="287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8E53D26-5971-1B6C-6763-A5FBED1A8B0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42547" y="285747"/>
                  <a:ext cx="4953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86462F8-28FC-396A-629B-D6DABCE539B3}"/>
                    </a:ext>
                  </a:extLst>
                </p14:cNvPr>
                <p14:cNvContentPartPr/>
                <p14:nvPr/>
              </p14:nvContentPartPr>
              <p14:xfrm>
                <a:off x="2987867" y="448107"/>
                <a:ext cx="196200" cy="134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86462F8-28FC-396A-629B-D6DABCE539B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83547" y="443787"/>
                  <a:ext cx="20484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B49D1AB-F3D2-09EF-F61B-8A9DF432E94C}"/>
              </a:ext>
            </a:extLst>
          </p:cNvPr>
          <p:cNvGrpSpPr/>
          <p:nvPr/>
        </p:nvGrpSpPr>
        <p:grpSpPr>
          <a:xfrm>
            <a:off x="3493307" y="229947"/>
            <a:ext cx="2488680" cy="312840"/>
            <a:chOff x="3493307" y="229947"/>
            <a:chExt cx="2488680" cy="31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9C8EDF9-57A1-E6CF-C79B-ACAC5A7C2BB4}"/>
                    </a:ext>
                  </a:extLst>
                </p14:cNvPr>
                <p14:cNvContentPartPr/>
                <p14:nvPr/>
              </p14:nvContentPartPr>
              <p14:xfrm>
                <a:off x="3493307" y="444867"/>
                <a:ext cx="166680" cy="73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9C8EDF9-57A1-E6CF-C79B-ACAC5A7C2BB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88987" y="440547"/>
                  <a:ext cx="1753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75ED432-BE6D-603A-B9E3-FD4192451D3C}"/>
                    </a:ext>
                  </a:extLst>
                </p14:cNvPr>
                <p14:cNvContentPartPr/>
                <p14:nvPr/>
              </p14:nvContentPartPr>
              <p14:xfrm>
                <a:off x="3701027" y="423987"/>
                <a:ext cx="158400" cy="118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75ED432-BE6D-603A-B9E3-FD4192451D3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696707" y="419667"/>
                  <a:ext cx="1670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5317535-7B4B-841E-0679-0B0A7A7BB9BD}"/>
                    </a:ext>
                  </a:extLst>
                </p14:cNvPr>
                <p14:cNvContentPartPr/>
                <p14:nvPr/>
              </p14:nvContentPartPr>
              <p14:xfrm>
                <a:off x="3905867" y="378987"/>
                <a:ext cx="114840" cy="162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5317535-7B4B-841E-0679-0B0A7A7BB9B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01547" y="374667"/>
                  <a:ext cx="1234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EE65D6D-D64A-BCC0-973F-CA98065C1A35}"/>
                    </a:ext>
                  </a:extLst>
                </p14:cNvPr>
                <p14:cNvContentPartPr/>
                <p14:nvPr/>
              </p14:nvContentPartPr>
              <p14:xfrm>
                <a:off x="4108547" y="229947"/>
                <a:ext cx="162720" cy="297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EE65D6D-D64A-BCC0-973F-CA98065C1A3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04227" y="225627"/>
                  <a:ext cx="1713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E571457-DE82-8A81-E2C0-925D51A0BCD0}"/>
                    </a:ext>
                  </a:extLst>
                </p14:cNvPr>
                <p14:cNvContentPartPr/>
                <p14:nvPr/>
              </p14:nvContentPartPr>
              <p14:xfrm>
                <a:off x="4316627" y="343707"/>
                <a:ext cx="6480" cy="32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E571457-DE82-8A81-E2C0-925D51A0BCD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12307" y="339387"/>
                  <a:ext cx="151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415C965-0D75-748E-5FF1-C96A22DAC30E}"/>
                    </a:ext>
                  </a:extLst>
                </p14:cNvPr>
                <p14:cNvContentPartPr/>
                <p14:nvPr/>
              </p14:nvContentPartPr>
              <p14:xfrm>
                <a:off x="4360187" y="380427"/>
                <a:ext cx="123120" cy="99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415C965-0D75-748E-5FF1-C96A22DAC30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355867" y="376107"/>
                  <a:ext cx="1317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C1DFE2F-CF19-8DEF-6151-868D207322EB}"/>
                    </a:ext>
                  </a:extLst>
                </p14:cNvPr>
                <p14:cNvContentPartPr/>
                <p14:nvPr/>
              </p14:nvContentPartPr>
              <p14:xfrm>
                <a:off x="4500587" y="379347"/>
                <a:ext cx="91080" cy="124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C1DFE2F-CF19-8DEF-6151-868D207322E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96267" y="375027"/>
                  <a:ext cx="997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FED4269-914F-A3B5-D62C-642ACAC439AD}"/>
                    </a:ext>
                  </a:extLst>
                </p14:cNvPr>
                <p14:cNvContentPartPr/>
                <p14:nvPr/>
              </p14:nvContentPartPr>
              <p14:xfrm>
                <a:off x="4687787" y="247227"/>
                <a:ext cx="161280" cy="285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FED4269-914F-A3B5-D62C-642ACAC439A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83467" y="242907"/>
                  <a:ext cx="1699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36FBC46-CC75-E757-9E4A-C42CBFA003FC}"/>
                    </a:ext>
                  </a:extLst>
                </p14:cNvPr>
                <p14:cNvContentPartPr/>
                <p14:nvPr/>
              </p14:nvContentPartPr>
              <p14:xfrm>
                <a:off x="4649987" y="371427"/>
                <a:ext cx="226800" cy="52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36FBC46-CC75-E757-9E4A-C42CBFA003F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45667" y="367107"/>
                  <a:ext cx="2354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42DF8A6-848B-1C4D-DA1E-4EC131B60589}"/>
                    </a:ext>
                  </a:extLst>
                </p14:cNvPr>
                <p14:cNvContentPartPr/>
                <p14:nvPr/>
              </p14:nvContentPartPr>
              <p14:xfrm>
                <a:off x="5121947" y="240387"/>
                <a:ext cx="117720" cy="261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42DF8A6-848B-1C4D-DA1E-4EC131B6058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17627" y="236067"/>
                  <a:ext cx="1263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182A2A8-AE0A-04B1-8980-7C2103A8C59F}"/>
                    </a:ext>
                  </a:extLst>
                </p14:cNvPr>
                <p14:cNvContentPartPr/>
                <p14:nvPr/>
              </p14:nvContentPartPr>
              <p14:xfrm>
                <a:off x="5058587" y="351987"/>
                <a:ext cx="282960" cy="120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182A2A8-AE0A-04B1-8980-7C2103A8C59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54267" y="347667"/>
                  <a:ext cx="2916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DEBC254-3B22-B7C5-D070-85899D18CF69}"/>
                    </a:ext>
                  </a:extLst>
                </p14:cNvPr>
                <p14:cNvContentPartPr/>
                <p14:nvPr/>
              </p14:nvContentPartPr>
              <p14:xfrm>
                <a:off x="5418587" y="285747"/>
                <a:ext cx="32040" cy="52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DEBC254-3B22-B7C5-D070-85899D18CF6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14267" y="281427"/>
                  <a:ext cx="40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24235F5-A014-B2A6-D97A-662E0A92B416}"/>
                    </a:ext>
                  </a:extLst>
                </p14:cNvPr>
                <p14:cNvContentPartPr/>
                <p14:nvPr/>
              </p14:nvContentPartPr>
              <p14:xfrm>
                <a:off x="5444147" y="384387"/>
                <a:ext cx="344160" cy="100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24235F5-A014-B2A6-D97A-662E0A92B41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39827" y="380067"/>
                  <a:ext cx="3528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71F2C8A-0ADC-5C60-B34F-C580BF6DE8CE}"/>
                    </a:ext>
                  </a:extLst>
                </p14:cNvPr>
                <p14:cNvContentPartPr/>
                <p14:nvPr/>
              </p14:nvContentPartPr>
              <p14:xfrm>
                <a:off x="5837267" y="381147"/>
                <a:ext cx="144720" cy="135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71F2C8A-0ADC-5C60-B34F-C580BF6DE8C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832947" y="376827"/>
                  <a:ext cx="153360" cy="14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26CBBF1-D6D2-6F9D-2F46-291E7B74BFB0}"/>
                  </a:ext>
                </a:extLst>
              </p14:cNvPr>
              <p14:cNvContentPartPr/>
              <p14:nvPr/>
            </p14:nvContentPartPr>
            <p14:xfrm>
              <a:off x="6299867" y="375027"/>
              <a:ext cx="160560" cy="1346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26CBBF1-D6D2-6F9D-2F46-291E7B74BFB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295547" y="370707"/>
                <a:ext cx="169200" cy="14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96C2376A-4792-12B0-C6E1-7DEF3BF310E9}"/>
              </a:ext>
            </a:extLst>
          </p:cNvPr>
          <p:cNvGrpSpPr/>
          <p:nvPr/>
        </p:nvGrpSpPr>
        <p:grpSpPr>
          <a:xfrm>
            <a:off x="6799547" y="203667"/>
            <a:ext cx="900360" cy="335880"/>
            <a:chOff x="6799547" y="203667"/>
            <a:chExt cx="900360" cy="33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978647F-08D6-1305-8C55-C0EE43CCCD42}"/>
                    </a:ext>
                  </a:extLst>
                </p14:cNvPr>
                <p14:cNvContentPartPr/>
                <p14:nvPr/>
              </p14:nvContentPartPr>
              <p14:xfrm>
                <a:off x="6865787" y="231387"/>
                <a:ext cx="111600" cy="308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978647F-08D6-1305-8C55-C0EE43CCCD4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861467" y="227067"/>
                  <a:ext cx="12024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D96F657-9FAC-4C9B-3836-976B44868419}"/>
                    </a:ext>
                  </a:extLst>
                </p14:cNvPr>
                <p14:cNvContentPartPr/>
                <p14:nvPr/>
              </p14:nvContentPartPr>
              <p14:xfrm>
                <a:off x="6799547" y="339027"/>
                <a:ext cx="443520" cy="141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D96F657-9FAC-4C9B-3836-976B4486841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95227" y="334707"/>
                  <a:ext cx="4521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0D1BA14-72E1-E490-81F0-B3A787013AEF}"/>
                    </a:ext>
                  </a:extLst>
                </p14:cNvPr>
                <p14:cNvContentPartPr/>
                <p14:nvPr/>
              </p14:nvContentPartPr>
              <p14:xfrm>
                <a:off x="7295987" y="203667"/>
                <a:ext cx="403920" cy="295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0D1BA14-72E1-E490-81F0-B3A787013AE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291667" y="199347"/>
                  <a:ext cx="412560" cy="30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96799AA-F83D-C31D-FFAA-060A050FE111}"/>
              </a:ext>
            </a:extLst>
          </p:cNvPr>
          <p:cNvGrpSpPr/>
          <p:nvPr/>
        </p:nvGrpSpPr>
        <p:grpSpPr>
          <a:xfrm>
            <a:off x="7976747" y="333267"/>
            <a:ext cx="559080" cy="152640"/>
            <a:chOff x="7976747" y="333267"/>
            <a:chExt cx="559080" cy="15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CABBB3C-1B32-88D5-1092-F24A15E563EC}"/>
                    </a:ext>
                  </a:extLst>
                </p14:cNvPr>
                <p14:cNvContentPartPr/>
                <p14:nvPr/>
              </p14:nvContentPartPr>
              <p14:xfrm>
                <a:off x="7976747" y="344427"/>
                <a:ext cx="200520" cy="141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CABBB3C-1B32-88D5-1092-F24A15E563E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972427" y="340107"/>
                  <a:ext cx="2091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1530F22-6E3C-5522-54C2-F2AFF0172878}"/>
                    </a:ext>
                  </a:extLst>
                </p14:cNvPr>
                <p14:cNvContentPartPr/>
                <p14:nvPr/>
              </p14:nvContentPartPr>
              <p14:xfrm>
                <a:off x="8156747" y="333267"/>
                <a:ext cx="176760" cy="131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1530F22-6E3C-5522-54C2-F2AFF017287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152427" y="328947"/>
                  <a:ext cx="1854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9FE805D-3570-83FB-9D79-5920C489F77B}"/>
                    </a:ext>
                  </a:extLst>
                </p14:cNvPr>
                <p14:cNvContentPartPr/>
                <p14:nvPr/>
              </p14:nvContentPartPr>
              <p14:xfrm>
                <a:off x="8374547" y="418227"/>
                <a:ext cx="161280" cy="52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9FE805D-3570-83FB-9D79-5920C489F77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370227" y="413907"/>
                  <a:ext cx="16992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B96F6F4-21E5-F6E7-37E5-7FFD8F6E4B76}"/>
              </a:ext>
            </a:extLst>
          </p:cNvPr>
          <p:cNvGrpSpPr/>
          <p:nvPr/>
        </p:nvGrpSpPr>
        <p:grpSpPr>
          <a:xfrm>
            <a:off x="8842547" y="214107"/>
            <a:ext cx="2162880" cy="520920"/>
            <a:chOff x="8842547" y="214107"/>
            <a:chExt cx="2162880" cy="52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0F61AA7-69D8-BECD-219C-18E789848D3A}"/>
                    </a:ext>
                  </a:extLst>
                </p14:cNvPr>
                <p14:cNvContentPartPr/>
                <p14:nvPr/>
              </p14:nvContentPartPr>
              <p14:xfrm>
                <a:off x="8842547" y="214107"/>
                <a:ext cx="370440" cy="259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0F61AA7-69D8-BECD-219C-18E789848D3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838227" y="209787"/>
                  <a:ext cx="3790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7AF19C1-ACEE-F016-25BB-70CCDA012231}"/>
                    </a:ext>
                  </a:extLst>
                </p14:cNvPr>
                <p14:cNvContentPartPr/>
                <p14:nvPr/>
              </p14:nvContentPartPr>
              <p14:xfrm>
                <a:off x="9026867" y="345507"/>
                <a:ext cx="344160" cy="389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7AF19C1-ACEE-F016-25BB-70CCDA01223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022547" y="341187"/>
                  <a:ext cx="35280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72CAAA7-200A-000A-AB8C-8BBD0FE4456E}"/>
                    </a:ext>
                  </a:extLst>
                </p14:cNvPr>
                <p14:cNvContentPartPr/>
                <p14:nvPr/>
              </p14:nvContentPartPr>
              <p14:xfrm>
                <a:off x="9459587" y="339027"/>
                <a:ext cx="25200" cy="61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72CAAA7-200A-000A-AB8C-8BBD0FE4456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455267" y="334707"/>
                  <a:ext cx="338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3B6214B-4077-B7FD-B35A-92E5BACB7790}"/>
                    </a:ext>
                  </a:extLst>
                </p14:cNvPr>
                <p14:cNvContentPartPr/>
                <p14:nvPr/>
              </p14:nvContentPartPr>
              <p14:xfrm>
                <a:off x="9574787" y="241107"/>
                <a:ext cx="12240" cy="101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3B6214B-4077-B7FD-B35A-92E5BACB779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570467" y="236787"/>
                  <a:ext cx="208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C861ABE-1019-DC4E-2004-8A26BBE1A177}"/>
                    </a:ext>
                  </a:extLst>
                </p14:cNvPr>
                <p14:cNvContentPartPr/>
                <p14:nvPr/>
              </p14:nvContentPartPr>
              <p14:xfrm>
                <a:off x="9601067" y="360627"/>
                <a:ext cx="157680" cy="95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C861ABE-1019-DC4E-2004-8A26BBE1A17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596747" y="356307"/>
                  <a:ext cx="1663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27D1DEA-4914-8D58-1FDE-6AD12146CA71}"/>
                    </a:ext>
                  </a:extLst>
                </p14:cNvPr>
                <p14:cNvContentPartPr/>
                <p14:nvPr/>
              </p14:nvContentPartPr>
              <p14:xfrm>
                <a:off x="9768107" y="465387"/>
                <a:ext cx="150120" cy="150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27D1DEA-4914-8D58-1FDE-6AD12146CA7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763787" y="461067"/>
                  <a:ext cx="1587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DFD6A8B-C20A-6301-9C83-ACAEAC4F6D45}"/>
                    </a:ext>
                  </a:extLst>
                </p14:cNvPr>
                <p14:cNvContentPartPr/>
                <p14:nvPr/>
              </p14:nvContentPartPr>
              <p14:xfrm>
                <a:off x="10089587" y="363147"/>
                <a:ext cx="601560" cy="83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DFD6A8B-C20A-6301-9C83-ACAEAC4F6D4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085267" y="358827"/>
                  <a:ext cx="610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7C29E4E-75C1-ECB3-3DAC-77A59E0BE1B3}"/>
                    </a:ext>
                  </a:extLst>
                </p14:cNvPr>
                <p14:cNvContentPartPr/>
                <p14:nvPr/>
              </p14:nvContentPartPr>
              <p14:xfrm>
                <a:off x="10710587" y="226347"/>
                <a:ext cx="294840" cy="303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7C29E4E-75C1-ECB3-3DAC-77A59E0BE1B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706267" y="222027"/>
                  <a:ext cx="303480" cy="31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EF9BA71-9328-7BDA-79EA-4684EFE5793B}"/>
              </a:ext>
            </a:extLst>
          </p:cNvPr>
          <p:cNvGrpSpPr/>
          <p:nvPr/>
        </p:nvGrpSpPr>
        <p:grpSpPr>
          <a:xfrm>
            <a:off x="679547" y="969747"/>
            <a:ext cx="670320" cy="391680"/>
            <a:chOff x="679547" y="969747"/>
            <a:chExt cx="670320" cy="39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D170168-ECCE-F690-FC81-4696E6294CFE}"/>
                    </a:ext>
                  </a:extLst>
                </p14:cNvPr>
                <p14:cNvContentPartPr/>
                <p14:nvPr/>
              </p14:nvContentPartPr>
              <p14:xfrm>
                <a:off x="679547" y="1059387"/>
                <a:ext cx="276480" cy="30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D170168-ECCE-F690-FC81-4696E6294CF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75227" y="1055067"/>
                  <a:ext cx="28512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1389B00-BAF0-A057-9200-81D86C26EA78}"/>
                    </a:ext>
                  </a:extLst>
                </p14:cNvPr>
                <p14:cNvContentPartPr/>
                <p14:nvPr/>
              </p14:nvContentPartPr>
              <p14:xfrm>
                <a:off x="733187" y="969747"/>
                <a:ext cx="567000" cy="323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1389B00-BAF0-A057-9200-81D86C26EA7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28867" y="965427"/>
                  <a:ext cx="5756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7A5360F-6A2A-6407-4DF7-6087754A6475}"/>
                    </a:ext>
                  </a:extLst>
                </p14:cNvPr>
                <p14:cNvContentPartPr/>
                <p14:nvPr/>
              </p14:nvContentPartPr>
              <p14:xfrm>
                <a:off x="1159067" y="1169187"/>
                <a:ext cx="190800" cy="128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7A5360F-6A2A-6407-4DF7-6087754A647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54747" y="1164867"/>
                  <a:ext cx="19944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CC39CBD-4A2E-F9D3-8B06-D0DFAA611600}"/>
              </a:ext>
            </a:extLst>
          </p:cNvPr>
          <p:cNvGrpSpPr/>
          <p:nvPr/>
        </p:nvGrpSpPr>
        <p:grpSpPr>
          <a:xfrm>
            <a:off x="1769267" y="955347"/>
            <a:ext cx="1141920" cy="336960"/>
            <a:chOff x="1769267" y="955347"/>
            <a:chExt cx="114192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8C0B79F-9612-71DC-30E8-D4BA001D2076}"/>
                    </a:ext>
                  </a:extLst>
                </p14:cNvPr>
                <p14:cNvContentPartPr/>
                <p14:nvPr/>
              </p14:nvContentPartPr>
              <p14:xfrm>
                <a:off x="1769267" y="959307"/>
                <a:ext cx="168840" cy="333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8C0B79F-9612-71DC-30E8-D4BA001D207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764947" y="954987"/>
                  <a:ext cx="17748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7BBAEFF-54A0-44A0-32BA-7C1350ED3839}"/>
                    </a:ext>
                  </a:extLst>
                </p14:cNvPr>
                <p14:cNvContentPartPr/>
                <p14:nvPr/>
              </p14:nvContentPartPr>
              <p14:xfrm>
                <a:off x="1948187" y="1143987"/>
                <a:ext cx="163080" cy="118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7BBAEFF-54A0-44A0-32BA-7C1350ED383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943867" y="1139667"/>
                  <a:ext cx="1717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752E5AA-CE8A-60FF-9A02-1360E0ECF32E}"/>
                    </a:ext>
                  </a:extLst>
                </p14:cNvPr>
                <p14:cNvContentPartPr/>
                <p14:nvPr/>
              </p14:nvContentPartPr>
              <p14:xfrm>
                <a:off x="2248067" y="979467"/>
                <a:ext cx="143280" cy="299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752E5AA-CE8A-60FF-9A02-1360E0ECF32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243747" y="975147"/>
                  <a:ext cx="1519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C8328A3-9AB9-20A5-35D2-AB610E7F6FB8}"/>
                    </a:ext>
                  </a:extLst>
                </p14:cNvPr>
                <p14:cNvContentPartPr/>
                <p14:nvPr/>
              </p14:nvContentPartPr>
              <p14:xfrm>
                <a:off x="2201987" y="1120587"/>
                <a:ext cx="288000" cy="131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C8328A3-9AB9-20A5-35D2-AB610E7F6FB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197667" y="1116267"/>
                  <a:ext cx="2966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F3B747E-0B97-E3C9-6B03-C786BA37CEBF}"/>
                    </a:ext>
                  </a:extLst>
                </p14:cNvPr>
                <p14:cNvContentPartPr/>
                <p14:nvPr/>
              </p14:nvContentPartPr>
              <p14:xfrm>
                <a:off x="2489627" y="1108347"/>
                <a:ext cx="103320" cy="147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F3B747E-0B97-E3C9-6B03-C786BA37CEB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85307" y="1104027"/>
                  <a:ext cx="1119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70B1C1B-9D69-FD8B-F850-74D37ED883C1}"/>
                    </a:ext>
                  </a:extLst>
                </p14:cNvPr>
                <p14:cNvContentPartPr/>
                <p14:nvPr/>
              </p14:nvContentPartPr>
              <p14:xfrm>
                <a:off x="2731187" y="955347"/>
                <a:ext cx="98280" cy="266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70B1C1B-9D69-FD8B-F850-74D37ED883C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726867" y="951027"/>
                  <a:ext cx="1069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7D00725-91F4-39C8-96E8-6F0EF7129699}"/>
                    </a:ext>
                  </a:extLst>
                </p14:cNvPr>
                <p14:cNvContentPartPr/>
                <p14:nvPr/>
              </p14:nvContentPartPr>
              <p14:xfrm>
                <a:off x="2709227" y="1098987"/>
                <a:ext cx="201960" cy="5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7D00725-91F4-39C8-96E8-6F0EF712969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704907" y="1094667"/>
                  <a:ext cx="210600" cy="1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1259F04-15AB-BB81-8DB7-0E0532C1D095}"/>
              </a:ext>
            </a:extLst>
          </p:cNvPr>
          <p:cNvGrpSpPr/>
          <p:nvPr/>
        </p:nvGrpSpPr>
        <p:grpSpPr>
          <a:xfrm>
            <a:off x="3201347" y="987027"/>
            <a:ext cx="774360" cy="293040"/>
            <a:chOff x="3201347" y="987027"/>
            <a:chExt cx="77436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5DF9486-110E-5D8D-E0D2-DEA859E86195}"/>
                    </a:ext>
                  </a:extLst>
                </p14:cNvPr>
                <p14:cNvContentPartPr/>
                <p14:nvPr/>
              </p14:nvContentPartPr>
              <p14:xfrm>
                <a:off x="3274427" y="987027"/>
                <a:ext cx="112320" cy="293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5DF9486-110E-5D8D-E0D2-DEA859E8619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270107" y="982707"/>
                  <a:ext cx="1209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60F34C3-B5BF-4DC7-D303-B34FACACE5DC}"/>
                    </a:ext>
                  </a:extLst>
                </p14:cNvPr>
                <p14:cNvContentPartPr/>
                <p14:nvPr/>
              </p14:nvContentPartPr>
              <p14:xfrm>
                <a:off x="3201347" y="1122027"/>
                <a:ext cx="277560" cy="117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60F34C3-B5BF-4DC7-D303-B34FACACE5D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197027" y="1117707"/>
                  <a:ext cx="2862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0F03C0E-156C-35F7-3965-D6A4B21277A9}"/>
                    </a:ext>
                  </a:extLst>
                </p14:cNvPr>
                <p14:cNvContentPartPr/>
                <p14:nvPr/>
              </p14:nvContentPartPr>
              <p14:xfrm>
                <a:off x="3530387" y="988467"/>
                <a:ext cx="11520" cy="95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0F03C0E-156C-35F7-3965-D6A4B21277A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526067" y="984147"/>
                  <a:ext cx="201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4EFDBDD-0D2F-5DB0-B7C3-3E74E251E1D9}"/>
                    </a:ext>
                  </a:extLst>
                </p14:cNvPr>
                <p14:cNvContentPartPr/>
                <p14:nvPr/>
              </p14:nvContentPartPr>
              <p14:xfrm>
                <a:off x="3546227" y="1135347"/>
                <a:ext cx="271440" cy="66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4EFDBDD-0D2F-5DB0-B7C3-3E74E251E1D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541907" y="1131027"/>
                  <a:ext cx="2800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9A5C562-8368-2644-7391-387F73084B33}"/>
                    </a:ext>
                  </a:extLst>
                </p14:cNvPr>
                <p14:cNvContentPartPr/>
                <p14:nvPr/>
              </p14:nvContentPartPr>
              <p14:xfrm>
                <a:off x="3867347" y="1103667"/>
                <a:ext cx="108360" cy="1062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9A5C562-8368-2644-7391-387F73084B3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63027" y="1099347"/>
                  <a:ext cx="117000" cy="11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7EF7F23A-BE2D-7CCC-8E5B-E010F857DE1C}"/>
                  </a:ext>
                </a:extLst>
              </p14:cNvPr>
              <p14:cNvContentPartPr/>
              <p14:nvPr/>
            </p14:nvContentPartPr>
            <p14:xfrm>
              <a:off x="4315187" y="1115907"/>
              <a:ext cx="157680" cy="1202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7EF7F23A-BE2D-7CCC-8E5B-E010F857DE1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310867" y="1111587"/>
                <a:ext cx="16632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522F4EDF-5846-8D51-EB07-3A062B30610D}"/>
              </a:ext>
            </a:extLst>
          </p:cNvPr>
          <p:cNvGrpSpPr/>
          <p:nvPr/>
        </p:nvGrpSpPr>
        <p:grpSpPr>
          <a:xfrm>
            <a:off x="4863107" y="870027"/>
            <a:ext cx="886680" cy="276840"/>
            <a:chOff x="4863107" y="870027"/>
            <a:chExt cx="886680" cy="27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1BEEB68-E424-D4A0-4CB8-63B43B43A1E3}"/>
                    </a:ext>
                  </a:extLst>
                </p14:cNvPr>
                <p14:cNvContentPartPr/>
                <p14:nvPr/>
              </p14:nvContentPartPr>
              <p14:xfrm>
                <a:off x="4976867" y="931947"/>
                <a:ext cx="133920" cy="192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1BEEB68-E424-D4A0-4CB8-63B43B43A1E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972547" y="927627"/>
                  <a:ext cx="1425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C68BA8B-74D7-36B4-AD08-87B380A1415F}"/>
                    </a:ext>
                  </a:extLst>
                </p14:cNvPr>
                <p14:cNvContentPartPr/>
                <p14:nvPr/>
              </p14:nvContentPartPr>
              <p14:xfrm>
                <a:off x="4863107" y="1040307"/>
                <a:ext cx="499320" cy="95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C68BA8B-74D7-36B4-AD08-87B380A1415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858787" y="1035987"/>
                  <a:ext cx="5079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B35F031-E23C-AA0C-1991-46D5B9E27CFB}"/>
                    </a:ext>
                  </a:extLst>
                </p14:cNvPr>
                <p14:cNvContentPartPr/>
                <p14:nvPr/>
              </p14:nvContentPartPr>
              <p14:xfrm>
                <a:off x="5341907" y="1055067"/>
                <a:ext cx="144720" cy="76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B35F031-E23C-AA0C-1991-46D5B9E27CF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337587" y="1050747"/>
                  <a:ext cx="1533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A2C9305-51E0-AF86-2992-4820D4EEC5B7}"/>
                    </a:ext>
                  </a:extLst>
                </p14:cNvPr>
                <p14:cNvContentPartPr/>
                <p14:nvPr/>
              </p14:nvContentPartPr>
              <p14:xfrm>
                <a:off x="5520107" y="870027"/>
                <a:ext cx="229680" cy="2768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A2C9305-51E0-AF86-2992-4820D4EEC5B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515787" y="865707"/>
                  <a:ext cx="238320" cy="28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B4C1975-B56E-0109-F7F9-D6F20C0B62EC}"/>
                  </a:ext>
                </a:extLst>
              </p14:cNvPr>
              <p14:cNvContentPartPr/>
              <p14:nvPr/>
            </p14:nvContentPartPr>
            <p14:xfrm>
              <a:off x="6094667" y="1017267"/>
              <a:ext cx="569520" cy="1562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B4C1975-B56E-0109-F7F9-D6F20C0B62EC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090347" y="1012947"/>
                <a:ext cx="578160" cy="16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32AAC198-036A-9D19-3128-7873E4FF6F1E}"/>
              </a:ext>
            </a:extLst>
          </p:cNvPr>
          <p:cNvGrpSpPr/>
          <p:nvPr/>
        </p:nvGrpSpPr>
        <p:grpSpPr>
          <a:xfrm>
            <a:off x="7268267" y="965427"/>
            <a:ext cx="1083240" cy="513000"/>
            <a:chOff x="7268267" y="965427"/>
            <a:chExt cx="1083240" cy="51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868A8DB-CBDB-13C4-59D1-1D43E84FD665}"/>
                    </a:ext>
                  </a:extLst>
                </p14:cNvPr>
                <p14:cNvContentPartPr/>
                <p14:nvPr/>
              </p14:nvContentPartPr>
              <p14:xfrm>
                <a:off x="7268267" y="965427"/>
                <a:ext cx="401400" cy="254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868A8DB-CBDB-13C4-59D1-1D43E84FD66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263947" y="961107"/>
                  <a:ext cx="4100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3A61C67-C6B2-522F-7A87-463411C5F80D}"/>
                    </a:ext>
                  </a:extLst>
                </p14:cNvPr>
                <p14:cNvContentPartPr/>
                <p14:nvPr/>
              </p14:nvContentPartPr>
              <p14:xfrm>
                <a:off x="7443947" y="1110147"/>
                <a:ext cx="500400" cy="368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3A61C67-C6B2-522F-7A87-463411C5F80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439627" y="1105827"/>
                  <a:ext cx="50904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B808E75-B02A-859C-F011-A83098EF3146}"/>
                    </a:ext>
                  </a:extLst>
                </p14:cNvPr>
                <p14:cNvContentPartPr/>
                <p14:nvPr/>
              </p14:nvContentPartPr>
              <p14:xfrm>
                <a:off x="7966667" y="1026267"/>
                <a:ext cx="53640" cy="57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B808E75-B02A-859C-F011-A83098EF314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962347" y="1021947"/>
                  <a:ext cx="622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8A02C36-B1CD-BFEA-971F-D76EE9275BBD}"/>
                    </a:ext>
                  </a:extLst>
                </p14:cNvPr>
                <p14:cNvContentPartPr/>
                <p14:nvPr/>
              </p14:nvContentPartPr>
              <p14:xfrm>
                <a:off x="8025347" y="1133907"/>
                <a:ext cx="161280" cy="50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8A02C36-B1CD-BFEA-971F-D76EE9275BB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021027" y="1129587"/>
                  <a:ext cx="1699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C25EC0E-839F-4BD2-5DDD-1DE6948D2BF4}"/>
                    </a:ext>
                  </a:extLst>
                </p14:cNvPr>
                <p14:cNvContentPartPr/>
                <p14:nvPr/>
              </p14:nvContentPartPr>
              <p14:xfrm>
                <a:off x="8303627" y="1191867"/>
                <a:ext cx="47880" cy="91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C25EC0E-839F-4BD2-5DDD-1DE6948D2BF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299307" y="1187547"/>
                  <a:ext cx="56520" cy="1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CB83C352-C25D-BB91-5115-07C773EA1953}"/>
              </a:ext>
            </a:extLst>
          </p:cNvPr>
          <p:cNvGrpSpPr/>
          <p:nvPr/>
        </p:nvGrpSpPr>
        <p:grpSpPr>
          <a:xfrm>
            <a:off x="8735267" y="832947"/>
            <a:ext cx="706320" cy="374760"/>
            <a:chOff x="8735267" y="832947"/>
            <a:chExt cx="706320" cy="37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5BF8BAB-E3F0-BBD5-E2C8-48790E3A3E39}"/>
                    </a:ext>
                  </a:extLst>
                </p14:cNvPr>
                <p14:cNvContentPartPr/>
                <p14:nvPr/>
              </p14:nvContentPartPr>
              <p14:xfrm>
                <a:off x="8735267" y="1071987"/>
                <a:ext cx="441360" cy="96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5BF8BAB-E3F0-BBD5-E2C8-48790E3A3E3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730947" y="1067667"/>
                  <a:ext cx="4500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DC7FA99-459C-9E06-EE22-66017D4ABF75}"/>
                    </a:ext>
                  </a:extLst>
                </p14:cNvPr>
                <p14:cNvContentPartPr/>
                <p14:nvPr/>
              </p14:nvContentPartPr>
              <p14:xfrm>
                <a:off x="9186347" y="832947"/>
                <a:ext cx="255240" cy="374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DC7FA99-459C-9E06-EE22-66017D4ABF7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182027" y="828627"/>
                  <a:ext cx="263880" cy="38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EA948E9-717C-B718-4A99-9C9AAC6AFC6B}"/>
              </a:ext>
            </a:extLst>
          </p:cNvPr>
          <p:cNvGrpSpPr/>
          <p:nvPr/>
        </p:nvGrpSpPr>
        <p:grpSpPr>
          <a:xfrm>
            <a:off x="9896987" y="865707"/>
            <a:ext cx="1479600" cy="267480"/>
            <a:chOff x="9896987" y="865707"/>
            <a:chExt cx="1479600" cy="26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A6BCAA4-C2B7-13A3-030C-9D005699EAF6}"/>
                    </a:ext>
                  </a:extLst>
                </p14:cNvPr>
                <p14:cNvContentPartPr/>
                <p14:nvPr/>
              </p14:nvContentPartPr>
              <p14:xfrm>
                <a:off x="9896987" y="998907"/>
                <a:ext cx="332280" cy="119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A6BCAA4-C2B7-13A3-030C-9D005699EAF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892667" y="994587"/>
                  <a:ext cx="3409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46241DE-0FE1-E4B9-3B20-510D1437AC95}"/>
                    </a:ext>
                  </a:extLst>
                </p14:cNvPr>
                <p14:cNvContentPartPr/>
                <p14:nvPr/>
              </p14:nvContentPartPr>
              <p14:xfrm>
                <a:off x="10330427" y="1016187"/>
                <a:ext cx="197640" cy="1134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46241DE-0FE1-E4B9-3B20-510D1437AC9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326107" y="1011867"/>
                  <a:ext cx="2062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A535126-FCA2-645B-AB8E-32D9E0E0E40D}"/>
                    </a:ext>
                  </a:extLst>
                </p14:cNvPr>
                <p14:cNvContentPartPr/>
                <p14:nvPr/>
              </p14:nvContentPartPr>
              <p14:xfrm>
                <a:off x="10713467" y="986667"/>
                <a:ext cx="127440" cy="1422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A535126-FCA2-645B-AB8E-32D9E0E0E40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709147" y="982347"/>
                  <a:ext cx="1360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D5C8A5B-1E69-1838-7B06-60726DB11033}"/>
                    </a:ext>
                  </a:extLst>
                </p14:cNvPr>
                <p14:cNvContentPartPr/>
                <p14:nvPr/>
              </p14:nvContentPartPr>
              <p14:xfrm>
                <a:off x="10927307" y="865707"/>
                <a:ext cx="153720" cy="243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D5C8A5B-1E69-1838-7B06-60726DB1103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922987" y="861387"/>
                  <a:ext cx="1623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863A854-AF0C-2AE6-6807-F50E5C4F244F}"/>
                    </a:ext>
                  </a:extLst>
                </p14:cNvPr>
                <p14:cNvContentPartPr/>
                <p14:nvPr/>
              </p14:nvContentPartPr>
              <p14:xfrm>
                <a:off x="10914347" y="989907"/>
                <a:ext cx="172080" cy="982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863A854-AF0C-2AE6-6807-F50E5C4F244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910027" y="985587"/>
                  <a:ext cx="1807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7807441-D661-DA4C-6D0B-0059A668628D}"/>
                    </a:ext>
                  </a:extLst>
                </p14:cNvPr>
                <p14:cNvContentPartPr/>
                <p14:nvPr/>
              </p14:nvContentPartPr>
              <p14:xfrm>
                <a:off x="11152307" y="915387"/>
                <a:ext cx="25200" cy="27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7807441-D661-DA4C-6D0B-0059A668628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147987" y="911067"/>
                  <a:ext cx="33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A735E84-4A80-61A2-FEFD-DD061EA4FA4C}"/>
                    </a:ext>
                  </a:extLst>
                </p14:cNvPr>
                <p14:cNvContentPartPr/>
                <p14:nvPr/>
              </p14:nvContentPartPr>
              <p14:xfrm>
                <a:off x="11144747" y="913947"/>
                <a:ext cx="231840" cy="219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A735E84-4A80-61A2-FEFD-DD061EA4FA4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140427" y="909627"/>
                  <a:ext cx="240480" cy="22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0EEEF8F-F292-3201-08BA-265FDC2E3076}"/>
              </a:ext>
            </a:extLst>
          </p:cNvPr>
          <p:cNvGrpSpPr/>
          <p:nvPr/>
        </p:nvGrpSpPr>
        <p:grpSpPr>
          <a:xfrm>
            <a:off x="2109467" y="1660947"/>
            <a:ext cx="315360" cy="241920"/>
            <a:chOff x="2109467" y="1660947"/>
            <a:chExt cx="315360" cy="24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C60CFA7-35FC-A148-E289-105C614D3728}"/>
                    </a:ext>
                  </a:extLst>
                </p14:cNvPr>
                <p14:cNvContentPartPr/>
                <p14:nvPr/>
              </p14:nvContentPartPr>
              <p14:xfrm>
                <a:off x="2109467" y="1699827"/>
                <a:ext cx="75600" cy="203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C60CFA7-35FC-A148-E289-105C614D372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105147" y="1695507"/>
                  <a:ext cx="842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BECFD3F-BCE3-F417-E3AC-64ED84F88E04}"/>
                    </a:ext>
                  </a:extLst>
                </p14:cNvPr>
                <p14:cNvContentPartPr/>
                <p14:nvPr/>
              </p14:nvContentPartPr>
              <p14:xfrm>
                <a:off x="2245547" y="1660947"/>
                <a:ext cx="179280" cy="2188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BECFD3F-BCE3-F417-E3AC-64ED84F88E0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241227" y="1656627"/>
                  <a:ext cx="187920" cy="22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44BCBE8-0172-B8FC-4DBC-9F36743D0C04}"/>
              </a:ext>
            </a:extLst>
          </p:cNvPr>
          <p:cNvGrpSpPr/>
          <p:nvPr/>
        </p:nvGrpSpPr>
        <p:grpSpPr>
          <a:xfrm>
            <a:off x="2849267" y="1532067"/>
            <a:ext cx="1010160" cy="488520"/>
            <a:chOff x="2849267" y="1532067"/>
            <a:chExt cx="1010160" cy="48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D458645-C0C2-F258-768B-332886FF2AE7}"/>
                    </a:ext>
                  </a:extLst>
                </p14:cNvPr>
                <p14:cNvContentPartPr/>
                <p14:nvPr/>
              </p14:nvContentPartPr>
              <p14:xfrm>
                <a:off x="2849267" y="1532067"/>
                <a:ext cx="325440" cy="3045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D458645-C0C2-F258-768B-332886FF2AE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844947" y="1527747"/>
                  <a:ext cx="3340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A741293-BBE0-F3BE-0262-3AE692F5AF3F}"/>
                    </a:ext>
                  </a:extLst>
                </p14:cNvPr>
                <p14:cNvContentPartPr/>
                <p14:nvPr/>
              </p14:nvContentPartPr>
              <p14:xfrm>
                <a:off x="3170027" y="1703787"/>
                <a:ext cx="183240" cy="1134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A741293-BBE0-F3BE-0262-3AE692F5AF3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165707" y="1699467"/>
                  <a:ext cx="1918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53A9B67-5BDB-B9D5-E819-84AECF72444F}"/>
                    </a:ext>
                  </a:extLst>
                </p14:cNvPr>
                <p14:cNvContentPartPr/>
                <p14:nvPr/>
              </p14:nvContentPartPr>
              <p14:xfrm>
                <a:off x="3431747" y="1681467"/>
                <a:ext cx="117000" cy="694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53A9B67-5BDB-B9D5-E819-84AECF72444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427427" y="1677147"/>
                  <a:ext cx="1256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BC55152-B355-49B7-F382-A2B53891212C}"/>
                    </a:ext>
                  </a:extLst>
                </p14:cNvPr>
                <p14:cNvContentPartPr/>
                <p14:nvPr/>
              </p14:nvContentPartPr>
              <p14:xfrm>
                <a:off x="3337787" y="1656627"/>
                <a:ext cx="277200" cy="3639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BC55152-B355-49B7-F382-A2B53891212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333467" y="1652307"/>
                  <a:ext cx="28584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EBA5068-034E-FB26-EC88-01E23B762C6D}"/>
                    </a:ext>
                  </a:extLst>
                </p14:cNvPr>
                <p14:cNvContentPartPr/>
                <p14:nvPr/>
              </p14:nvContentPartPr>
              <p14:xfrm>
                <a:off x="3636227" y="1677147"/>
                <a:ext cx="129960" cy="1260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EBA5068-034E-FB26-EC88-01E23B762C6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631907" y="1672827"/>
                  <a:ext cx="1386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0DA5D18-9483-35D7-2DB9-6A46F1BFD592}"/>
                    </a:ext>
                  </a:extLst>
                </p14:cNvPr>
                <p14:cNvContentPartPr/>
                <p14:nvPr/>
              </p14:nvContentPartPr>
              <p14:xfrm>
                <a:off x="3851507" y="1795227"/>
                <a:ext cx="7920" cy="50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0DA5D18-9483-35D7-2DB9-6A46F1BFD59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847187" y="1790907"/>
                  <a:ext cx="16560" cy="1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19D5F22-3D61-6EFF-F488-61F25F59E381}"/>
              </a:ext>
            </a:extLst>
          </p:cNvPr>
          <p:cNvGrpSpPr/>
          <p:nvPr/>
        </p:nvGrpSpPr>
        <p:grpSpPr>
          <a:xfrm>
            <a:off x="719507" y="1527387"/>
            <a:ext cx="902520" cy="438480"/>
            <a:chOff x="719507" y="1527387"/>
            <a:chExt cx="902520" cy="43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378AE3B-19AA-942D-ACEB-DF013EC406B2}"/>
                    </a:ext>
                  </a:extLst>
                </p14:cNvPr>
                <p14:cNvContentPartPr/>
                <p14:nvPr/>
              </p14:nvContentPartPr>
              <p14:xfrm>
                <a:off x="814907" y="1680027"/>
                <a:ext cx="92880" cy="183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378AE3B-19AA-942D-ACEB-DF013EC406B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10587" y="1675707"/>
                  <a:ext cx="1015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AA84C39-9693-07EA-10AE-153C9D0A9D21}"/>
                    </a:ext>
                  </a:extLst>
                </p14:cNvPr>
                <p14:cNvContentPartPr/>
                <p14:nvPr/>
              </p14:nvContentPartPr>
              <p14:xfrm>
                <a:off x="719507" y="1768947"/>
                <a:ext cx="393120" cy="132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AA84C39-9693-07EA-10AE-153C9D0A9D2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15187" y="1764627"/>
                  <a:ext cx="4017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92CA3CF-FFBC-B8DE-D02C-9968CBB1AB31}"/>
                    </a:ext>
                  </a:extLst>
                </p14:cNvPr>
                <p14:cNvContentPartPr/>
                <p14:nvPr/>
              </p14:nvContentPartPr>
              <p14:xfrm>
                <a:off x="1179227" y="1527387"/>
                <a:ext cx="186120" cy="363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92CA3CF-FFBC-B8DE-D02C-9968CBB1AB3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74907" y="1523067"/>
                  <a:ext cx="19476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4C3417A-7D84-6275-1C50-EF71DDBEA6A4}"/>
                    </a:ext>
                  </a:extLst>
                </p14:cNvPr>
                <p14:cNvContentPartPr/>
                <p14:nvPr/>
              </p14:nvContentPartPr>
              <p14:xfrm>
                <a:off x="1380107" y="1754907"/>
                <a:ext cx="241920" cy="119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4C3417A-7D84-6275-1C50-EF71DDBEA6A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375787" y="1750587"/>
                  <a:ext cx="2505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2397500-2714-4043-FF8C-33C9881000DE}"/>
                    </a:ext>
                  </a:extLst>
                </p14:cNvPr>
                <p14:cNvContentPartPr/>
                <p14:nvPr/>
              </p14:nvContentPartPr>
              <p14:xfrm>
                <a:off x="733547" y="1628187"/>
                <a:ext cx="193320" cy="337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2397500-2714-4043-FF8C-33C9881000D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29227" y="1623867"/>
                  <a:ext cx="201960" cy="34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3C141C86-53BD-6C10-444C-05FFE9CB240F}"/>
              </a:ext>
            </a:extLst>
          </p:cNvPr>
          <p:cNvGrpSpPr/>
          <p:nvPr/>
        </p:nvGrpSpPr>
        <p:grpSpPr>
          <a:xfrm>
            <a:off x="246107" y="443067"/>
            <a:ext cx="128880" cy="239760"/>
            <a:chOff x="246107" y="443067"/>
            <a:chExt cx="128880" cy="2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BA43119-A331-94B9-8AE3-13D7B6000707}"/>
                    </a:ext>
                  </a:extLst>
                </p14:cNvPr>
                <p14:cNvContentPartPr/>
                <p14:nvPr/>
              </p14:nvContentPartPr>
              <p14:xfrm>
                <a:off x="246107" y="443067"/>
                <a:ext cx="17640" cy="239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BA43119-A331-94B9-8AE3-13D7B600070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41787" y="438747"/>
                  <a:ext cx="262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B25A531-61E6-25A4-4EBE-3A5D55892A11}"/>
                    </a:ext>
                  </a:extLst>
                </p14:cNvPr>
                <p14:cNvContentPartPr/>
                <p14:nvPr/>
              </p14:nvContentPartPr>
              <p14:xfrm>
                <a:off x="364907" y="649707"/>
                <a:ext cx="10080" cy="26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B25A531-61E6-25A4-4EBE-3A5D55892A1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60587" y="645387"/>
                  <a:ext cx="1872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EF342B18-081C-31C0-C36E-3D7FA724F703}"/>
              </a:ext>
            </a:extLst>
          </p:cNvPr>
          <p:cNvGrpSpPr/>
          <p:nvPr/>
        </p:nvGrpSpPr>
        <p:grpSpPr>
          <a:xfrm>
            <a:off x="161867" y="2526027"/>
            <a:ext cx="295200" cy="225720"/>
            <a:chOff x="161867" y="2526027"/>
            <a:chExt cx="295200" cy="22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EC09884-FB6F-2AB0-D733-37438F4FA709}"/>
                    </a:ext>
                  </a:extLst>
                </p14:cNvPr>
                <p14:cNvContentPartPr/>
                <p14:nvPr/>
              </p14:nvContentPartPr>
              <p14:xfrm>
                <a:off x="161867" y="2526027"/>
                <a:ext cx="131400" cy="2257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EC09884-FB6F-2AB0-D733-37438F4FA70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57547" y="2521707"/>
                  <a:ext cx="1400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A83883A-1478-75D1-D958-D28FF56CF01B}"/>
                    </a:ext>
                  </a:extLst>
                </p14:cNvPr>
                <p14:cNvContentPartPr/>
                <p14:nvPr/>
              </p14:nvContentPartPr>
              <p14:xfrm>
                <a:off x="431147" y="2671107"/>
                <a:ext cx="25920" cy="32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A83883A-1478-75D1-D958-D28FF56CF01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26827" y="2666787"/>
                  <a:ext cx="34560" cy="1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2F5B2E1-7E4E-FF52-AF4A-0EDF4D3A4AB1}"/>
              </a:ext>
            </a:extLst>
          </p:cNvPr>
          <p:cNvGrpSpPr/>
          <p:nvPr/>
        </p:nvGrpSpPr>
        <p:grpSpPr>
          <a:xfrm>
            <a:off x="718787" y="2306067"/>
            <a:ext cx="1293840" cy="423360"/>
            <a:chOff x="718787" y="2306067"/>
            <a:chExt cx="1293840" cy="42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4EECD15-95F7-8B18-46AD-7E08992C7AC8}"/>
                    </a:ext>
                  </a:extLst>
                </p14:cNvPr>
                <p14:cNvContentPartPr/>
                <p14:nvPr/>
              </p14:nvContentPartPr>
              <p14:xfrm>
                <a:off x="718787" y="2487507"/>
                <a:ext cx="447480" cy="2419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4EECD15-95F7-8B18-46AD-7E08992C7AC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14467" y="2483187"/>
                  <a:ext cx="4561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9C41061-9C2B-6DA1-0EA7-B97D96D04993}"/>
                    </a:ext>
                  </a:extLst>
                </p14:cNvPr>
                <p14:cNvContentPartPr/>
                <p14:nvPr/>
              </p14:nvContentPartPr>
              <p14:xfrm>
                <a:off x="1314587" y="2312907"/>
                <a:ext cx="163800" cy="3538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9C41061-9C2B-6DA1-0EA7-B97D96D0499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310267" y="2308587"/>
                  <a:ext cx="1724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01AF348-AAA4-B58F-D32E-EE4949ABF8E2}"/>
                    </a:ext>
                  </a:extLst>
                </p14:cNvPr>
                <p14:cNvContentPartPr/>
                <p14:nvPr/>
              </p14:nvContentPartPr>
              <p14:xfrm>
                <a:off x="1551827" y="2592987"/>
                <a:ext cx="20520" cy="748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01AF348-AAA4-B58F-D32E-EE4949ABF8E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547507" y="2588667"/>
                  <a:ext cx="291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1AE1F50-AA30-3FCB-5D1E-4E241FDEFB51}"/>
                    </a:ext>
                  </a:extLst>
                </p14:cNvPr>
                <p14:cNvContentPartPr/>
                <p14:nvPr/>
              </p14:nvContentPartPr>
              <p14:xfrm>
                <a:off x="1619507" y="2487507"/>
                <a:ext cx="360" cy="3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1AE1F50-AA30-3FCB-5D1E-4E241FDEFB5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615187" y="248318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426F803-C285-E1CC-4C25-8FBC0AB3E0FD}"/>
                    </a:ext>
                  </a:extLst>
                </p14:cNvPr>
                <p14:cNvContentPartPr/>
                <p14:nvPr/>
              </p14:nvContentPartPr>
              <p14:xfrm>
                <a:off x="1708067" y="2561307"/>
                <a:ext cx="122040" cy="964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426F803-C285-E1CC-4C25-8FBC0AB3E0F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703747" y="2556987"/>
                  <a:ext cx="1306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3860F8B-0A99-9A8F-1F4A-B6E1E98C8FD6}"/>
                    </a:ext>
                  </a:extLst>
                </p14:cNvPr>
                <p14:cNvContentPartPr/>
                <p14:nvPr/>
              </p14:nvContentPartPr>
              <p14:xfrm>
                <a:off x="1863227" y="2306067"/>
                <a:ext cx="149400" cy="3524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3860F8B-0A99-9A8F-1F4A-B6E1E98C8FD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858907" y="2301747"/>
                  <a:ext cx="15804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58B5E7D-37E8-5A1D-B961-62144C9EB76B}"/>
                    </a:ext>
                  </a:extLst>
                </p14:cNvPr>
                <p14:cNvContentPartPr/>
                <p14:nvPr/>
              </p14:nvContentPartPr>
              <p14:xfrm>
                <a:off x="1634627" y="2437827"/>
                <a:ext cx="58320" cy="259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58B5E7D-37E8-5A1D-B961-62144C9EB76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630307" y="2433507"/>
                  <a:ext cx="6696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74A973FC-4A68-3160-03C3-4D58896E144E}"/>
              </a:ext>
            </a:extLst>
          </p:cNvPr>
          <p:cNvGrpSpPr/>
          <p:nvPr/>
        </p:nvGrpSpPr>
        <p:grpSpPr>
          <a:xfrm>
            <a:off x="3197027" y="2135427"/>
            <a:ext cx="831240" cy="414000"/>
            <a:chOff x="3197027" y="2135427"/>
            <a:chExt cx="831240" cy="41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B676A7C-2BE6-7981-7E17-168DD1ACDF92}"/>
                    </a:ext>
                  </a:extLst>
                </p14:cNvPr>
                <p14:cNvContentPartPr/>
                <p14:nvPr/>
              </p14:nvContentPartPr>
              <p14:xfrm>
                <a:off x="3317267" y="2229387"/>
                <a:ext cx="59760" cy="3081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B676A7C-2BE6-7981-7E17-168DD1ACDF9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312947" y="2225067"/>
                  <a:ext cx="684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EBC56DF-00B2-47B1-F3E1-F84440B5C835}"/>
                    </a:ext>
                  </a:extLst>
                </p14:cNvPr>
                <p14:cNvContentPartPr/>
                <p14:nvPr/>
              </p14:nvContentPartPr>
              <p14:xfrm>
                <a:off x="3197027" y="2360787"/>
                <a:ext cx="389520" cy="1252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EBC56DF-00B2-47B1-F3E1-F84440B5C83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192707" y="2356467"/>
                  <a:ext cx="3981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6A3AE66-FB06-7419-C197-3AD67CE125FC}"/>
                    </a:ext>
                  </a:extLst>
                </p14:cNvPr>
                <p14:cNvContentPartPr/>
                <p14:nvPr/>
              </p14:nvContentPartPr>
              <p14:xfrm>
                <a:off x="3614627" y="2135427"/>
                <a:ext cx="413640" cy="4140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6A3AE66-FB06-7419-C197-3AD67CE125F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610307" y="2131107"/>
                  <a:ext cx="422280" cy="42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EF9BF5D6-4911-4FB1-1BB4-BFC53EA6C96D}"/>
              </a:ext>
            </a:extLst>
          </p:cNvPr>
          <p:cNvGrpSpPr/>
          <p:nvPr/>
        </p:nvGrpSpPr>
        <p:grpSpPr>
          <a:xfrm>
            <a:off x="4392587" y="2093307"/>
            <a:ext cx="509400" cy="365400"/>
            <a:chOff x="4392587" y="2093307"/>
            <a:chExt cx="509400" cy="36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31E34E7-8BA4-19F5-F584-D6D1D3A1C8D0}"/>
                    </a:ext>
                  </a:extLst>
                </p14:cNvPr>
                <p14:cNvContentPartPr/>
                <p14:nvPr/>
              </p14:nvContentPartPr>
              <p14:xfrm>
                <a:off x="4392587" y="2093307"/>
                <a:ext cx="203400" cy="3654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31E34E7-8BA4-19F5-F584-D6D1D3A1C8D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388267" y="2088987"/>
                  <a:ext cx="21204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67CE11F-0962-A8CD-860B-7A175DB2EAFA}"/>
                    </a:ext>
                  </a:extLst>
                </p14:cNvPr>
                <p14:cNvContentPartPr/>
                <p14:nvPr/>
              </p14:nvContentPartPr>
              <p14:xfrm>
                <a:off x="4616867" y="2306787"/>
                <a:ext cx="166680" cy="1260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67CE11F-0962-A8CD-860B-7A175DB2EAF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612547" y="2302467"/>
                  <a:ext cx="1753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3F95BBC-B109-3C96-00CB-AEFA84FBBFF1}"/>
                    </a:ext>
                  </a:extLst>
                </p14:cNvPr>
                <p14:cNvContentPartPr/>
                <p14:nvPr/>
              </p14:nvContentPartPr>
              <p14:xfrm>
                <a:off x="4785347" y="2299947"/>
                <a:ext cx="116640" cy="1404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3F95BBC-B109-3C96-00CB-AEFA84FBBFF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781027" y="2295627"/>
                  <a:ext cx="12528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32797CB4-86BE-F4D7-6F2F-091B43532176}"/>
              </a:ext>
            </a:extLst>
          </p:cNvPr>
          <p:cNvGrpSpPr/>
          <p:nvPr/>
        </p:nvGrpSpPr>
        <p:grpSpPr>
          <a:xfrm>
            <a:off x="5517227" y="2092587"/>
            <a:ext cx="1275120" cy="594720"/>
            <a:chOff x="5517227" y="2092587"/>
            <a:chExt cx="1275120" cy="59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CD39122-5C43-386C-635A-86C0CFDF5293}"/>
                    </a:ext>
                  </a:extLst>
                </p14:cNvPr>
                <p14:cNvContentPartPr/>
                <p14:nvPr/>
              </p14:nvContentPartPr>
              <p14:xfrm>
                <a:off x="5517227" y="2149827"/>
                <a:ext cx="55080" cy="561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CD39122-5C43-386C-635A-86C0CFDF529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512907" y="2145507"/>
                  <a:ext cx="637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2DF6C43-34D1-30A2-04FD-EB3C4D8D3D47}"/>
                    </a:ext>
                  </a:extLst>
                </p14:cNvPr>
                <p14:cNvContentPartPr/>
                <p14:nvPr/>
              </p14:nvContentPartPr>
              <p14:xfrm>
                <a:off x="5593187" y="2148747"/>
                <a:ext cx="41760" cy="500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2DF6C43-34D1-30A2-04FD-EB3C4D8D3D4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588867" y="2144427"/>
                  <a:ext cx="504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F66F815-5941-92ED-CD2E-5D882D169726}"/>
                    </a:ext>
                  </a:extLst>
                </p14:cNvPr>
                <p14:cNvContentPartPr/>
                <p14:nvPr/>
              </p14:nvContentPartPr>
              <p14:xfrm>
                <a:off x="5744027" y="2263227"/>
                <a:ext cx="115200" cy="1389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F66F815-5941-92ED-CD2E-5D882D16972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739707" y="2258907"/>
                  <a:ext cx="1238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894A563-EDEC-0E59-BC25-F08C90B79270}"/>
                    </a:ext>
                  </a:extLst>
                </p14:cNvPr>
                <p14:cNvContentPartPr/>
                <p14:nvPr/>
              </p14:nvContentPartPr>
              <p14:xfrm>
                <a:off x="5765987" y="2296707"/>
                <a:ext cx="216720" cy="3906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894A563-EDEC-0E59-BC25-F08C90B7927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761667" y="2292387"/>
                  <a:ext cx="22536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BA3D640-3CD9-03A0-E30F-8EDF7DCC7EA9}"/>
                    </a:ext>
                  </a:extLst>
                </p14:cNvPr>
                <p14:cNvContentPartPr/>
                <p14:nvPr/>
              </p14:nvContentPartPr>
              <p14:xfrm>
                <a:off x="6072347" y="2271507"/>
                <a:ext cx="126720" cy="1162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BA3D640-3CD9-03A0-E30F-8EDF7DCC7EA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068027" y="2267187"/>
                  <a:ext cx="1353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5F19BD3-86AF-E25E-298A-5D8975EE8EBF}"/>
                    </a:ext>
                  </a:extLst>
                </p14:cNvPr>
                <p14:cNvContentPartPr/>
                <p14:nvPr/>
              </p14:nvContentPartPr>
              <p14:xfrm>
                <a:off x="6257027" y="2257107"/>
                <a:ext cx="262800" cy="1342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5F19BD3-86AF-E25E-298A-5D8975EE8EB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252707" y="2252787"/>
                  <a:ext cx="2714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484078F-B92B-E955-4C0D-4B53014BE046}"/>
                    </a:ext>
                  </a:extLst>
                </p14:cNvPr>
                <p14:cNvContentPartPr/>
                <p14:nvPr/>
              </p14:nvContentPartPr>
              <p14:xfrm>
                <a:off x="6721787" y="2092587"/>
                <a:ext cx="13320" cy="741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484078F-B92B-E955-4C0D-4B53014BE04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717467" y="2088267"/>
                  <a:ext cx="219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8520F9F-A158-2DB2-3697-8C688EFA285F}"/>
                    </a:ext>
                  </a:extLst>
                </p14:cNvPr>
                <p14:cNvContentPartPr/>
                <p14:nvPr/>
              </p14:nvContentPartPr>
              <p14:xfrm>
                <a:off x="6777587" y="2118147"/>
                <a:ext cx="14760" cy="478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8520F9F-A158-2DB2-3697-8C688EFA285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773267" y="2113827"/>
                  <a:ext cx="2340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7155BC96-EA91-37A3-792B-19C997B72F27}"/>
              </a:ext>
            </a:extLst>
          </p:cNvPr>
          <p:cNvGrpSpPr/>
          <p:nvPr/>
        </p:nvGrpSpPr>
        <p:grpSpPr>
          <a:xfrm>
            <a:off x="7147667" y="2100147"/>
            <a:ext cx="819360" cy="271800"/>
            <a:chOff x="7147667" y="2100147"/>
            <a:chExt cx="819360" cy="27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7A927FD-C08E-9D82-D621-61F639AE8275}"/>
                    </a:ext>
                  </a:extLst>
                </p14:cNvPr>
                <p14:cNvContentPartPr/>
                <p14:nvPr/>
              </p14:nvContentPartPr>
              <p14:xfrm>
                <a:off x="7224707" y="2133267"/>
                <a:ext cx="126000" cy="2386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7A927FD-C08E-9D82-D621-61F639AE827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220387" y="2128947"/>
                  <a:ext cx="1346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D1BB927-4967-3469-DFFA-EF9DEDB8FEF0}"/>
                    </a:ext>
                  </a:extLst>
                </p14:cNvPr>
                <p14:cNvContentPartPr/>
                <p14:nvPr/>
              </p14:nvContentPartPr>
              <p14:xfrm>
                <a:off x="7147667" y="2205267"/>
                <a:ext cx="314640" cy="97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D1BB927-4967-3469-DFFA-EF9DEDB8FEF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143347" y="2200947"/>
                  <a:ext cx="3232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E85D782-9DBD-DFEF-E81C-3EB25A33123D}"/>
                    </a:ext>
                  </a:extLst>
                </p14:cNvPr>
                <p14:cNvContentPartPr/>
                <p14:nvPr/>
              </p14:nvContentPartPr>
              <p14:xfrm>
                <a:off x="7525667" y="2100147"/>
                <a:ext cx="24480" cy="637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E85D782-9DBD-DFEF-E81C-3EB25A33123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521347" y="2095827"/>
                  <a:ext cx="331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86E76F3-C835-6FF7-9AA4-E4089C55B5F5}"/>
                    </a:ext>
                  </a:extLst>
                </p14:cNvPr>
                <p14:cNvContentPartPr/>
                <p14:nvPr/>
              </p14:nvContentPartPr>
              <p14:xfrm>
                <a:off x="7548347" y="2219667"/>
                <a:ext cx="223920" cy="604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86E76F3-C835-6FF7-9AA4-E4089C55B5F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544027" y="2215347"/>
                  <a:ext cx="2325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BF1E480-397B-6258-71FB-5CD9CE5ED4CD}"/>
                    </a:ext>
                  </a:extLst>
                </p14:cNvPr>
                <p14:cNvContentPartPr/>
                <p14:nvPr/>
              </p14:nvContentPartPr>
              <p14:xfrm>
                <a:off x="7825907" y="2199867"/>
                <a:ext cx="141120" cy="128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BF1E480-397B-6258-71FB-5CD9CE5ED4C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821587" y="2195547"/>
                  <a:ext cx="149760" cy="13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EBA6AF71-3D37-1236-8611-C01B4015EAF2}"/>
                  </a:ext>
                </a:extLst>
              </p14:cNvPr>
              <p14:cNvContentPartPr/>
              <p14:nvPr/>
            </p14:nvContentPartPr>
            <p14:xfrm>
              <a:off x="8229107" y="2001507"/>
              <a:ext cx="140760" cy="22752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EBA6AF71-3D37-1236-8611-C01B4015EAF2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8224787" y="1997187"/>
                <a:ext cx="14940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37F6EE62-2BCA-C5D6-E759-84384B1EC514}"/>
                  </a:ext>
                </a:extLst>
              </p14:cNvPr>
              <p14:cNvContentPartPr/>
              <p14:nvPr/>
            </p14:nvContentPartPr>
            <p14:xfrm>
              <a:off x="8231627" y="2417667"/>
              <a:ext cx="14760" cy="504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37F6EE62-2BCA-C5D6-E759-84384B1EC514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8227307" y="2413347"/>
                <a:ext cx="23400" cy="1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5925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2608BF23-8EEA-1A57-4414-D61484FC93B6}"/>
              </a:ext>
            </a:extLst>
          </p:cNvPr>
          <p:cNvGrpSpPr/>
          <p:nvPr/>
        </p:nvGrpSpPr>
        <p:grpSpPr>
          <a:xfrm>
            <a:off x="784307" y="467360"/>
            <a:ext cx="3294360" cy="815760"/>
            <a:chOff x="784307" y="467360"/>
            <a:chExt cx="3294360" cy="81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575AF38-BC1C-4EC9-C3A0-210D3EA3DC24}"/>
                    </a:ext>
                  </a:extLst>
                </p14:cNvPr>
                <p14:cNvContentPartPr/>
                <p14:nvPr/>
              </p14:nvContentPartPr>
              <p14:xfrm>
                <a:off x="784307" y="467360"/>
                <a:ext cx="421920" cy="4410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575AF38-BC1C-4EC9-C3A0-210D3EA3DC2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79987" y="463040"/>
                  <a:ext cx="43056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3441469-FD19-CF8C-2982-4E61FBC6B1FD}"/>
                    </a:ext>
                  </a:extLst>
                </p14:cNvPr>
                <p14:cNvContentPartPr/>
                <p14:nvPr/>
              </p14:nvContentPartPr>
              <p14:xfrm>
                <a:off x="1149707" y="772280"/>
                <a:ext cx="187200" cy="126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3441469-FD19-CF8C-2982-4E61FBC6B1F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45387" y="767960"/>
                  <a:ext cx="1958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573755E-2528-F472-125C-2BBF1ECCDFCD}"/>
                    </a:ext>
                  </a:extLst>
                </p14:cNvPr>
                <p14:cNvContentPartPr/>
                <p14:nvPr/>
              </p14:nvContentPartPr>
              <p14:xfrm>
                <a:off x="1355267" y="800360"/>
                <a:ext cx="134280" cy="383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573755E-2528-F472-125C-2BBF1ECCDFC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50947" y="796040"/>
                  <a:ext cx="14292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6DA3CC1-2AB7-EE0B-C124-0DEAAEB5ABDD}"/>
                    </a:ext>
                  </a:extLst>
                </p14:cNvPr>
                <p14:cNvContentPartPr/>
                <p14:nvPr/>
              </p14:nvContentPartPr>
              <p14:xfrm>
                <a:off x="1452467" y="742040"/>
                <a:ext cx="109800" cy="104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6DA3CC1-2AB7-EE0B-C124-0DEAAEB5ABD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48147" y="737720"/>
                  <a:ext cx="1184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3B99826-0465-E891-23C2-CF07113A7A3A}"/>
                    </a:ext>
                  </a:extLst>
                </p14:cNvPr>
                <p14:cNvContentPartPr/>
                <p14:nvPr/>
              </p14:nvContentPartPr>
              <p14:xfrm>
                <a:off x="1649747" y="735560"/>
                <a:ext cx="285480" cy="135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3B99826-0465-E891-23C2-CF07113A7A3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45427" y="731240"/>
                  <a:ext cx="2941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C7F9D5B-2FBB-2BB1-CC84-F8F16D06F628}"/>
                    </a:ext>
                  </a:extLst>
                </p14:cNvPr>
                <p14:cNvContentPartPr/>
                <p14:nvPr/>
              </p14:nvContentPartPr>
              <p14:xfrm>
                <a:off x="1953947" y="686240"/>
                <a:ext cx="516600" cy="174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C7F9D5B-2FBB-2BB1-CC84-F8F16D06F62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49627" y="681920"/>
                  <a:ext cx="5252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9925ECF-92E1-0223-D957-2DBB3D8E4852}"/>
                    </a:ext>
                  </a:extLst>
                </p14:cNvPr>
                <p14:cNvContentPartPr/>
                <p14:nvPr/>
              </p14:nvContentPartPr>
              <p14:xfrm>
                <a:off x="2545067" y="497600"/>
                <a:ext cx="164160" cy="365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9925ECF-92E1-0223-D957-2DBB3D8E485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40747" y="493280"/>
                  <a:ext cx="17280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07D7863-794E-6C6E-D295-07FD04FE1847}"/>
                    </a:ext>
                  </a:extLst>
                </p14:cNvPr>
                <p14:cNvContentPartPr/>
                <p14:nvPr/>
              </p14:nvContentPartPr>
              <p14:xfrm>
                <a:off x="2530307" y="700640"/>
                <a:ext cx="282240" cy="99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07D7863-794E-6C6E-D295-07FD04FE184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25987" y="696320"/>
                  <a:ext cx="2908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DFA67D5-03D0-9CA2-3597-7C1C2BFDD2A1}"/>
                    </a:ext>
                  </a:extLst>
                </p14:cNvPr>
                <p14:cNvContentPartPr/>
                <p14:nvPr/>
              </p14:nvContentPartPr>
              <p14:xfrm>
                <a:off x="2845307" y="587240"/>
                <a:ext cx="50040" cy="63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DFA67D5-03D0-9CA2-3597-7C1C2BFDD2A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40987" y="582920"/>
                  <a:ext cx="586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7F3F6D3-4E28-16D7-820C-24881F8D6A6F}"/>
                    </a:ext>
                  </a:extLst>
                </p14:cNvPr>
                <p14:cNvContentPartPr/>
                <p14:nvPr/>
              </p14:nvContentPartPr>
              <p14:xfrm>
                <a:off x="2898947" y="698120"/>
                <a:ext cx="194400" cy="48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7F3F6D3-4E28-16D7-820C-24881F8D6A6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94627" y="693800"/>
                  <a:ext cx="2030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A3E1B4E-4618-A79B-CF5C-ED3B4BE696B7}"/>
                    </a:ext>
                  </a:extLst>
                </p14:cNvPr>
                <p14:cNvContentPartPr/>
                <p14:nvPr/>
              </p14:nvContentPartPr>
              <p14:xfrm>
                <a:off x="2812187" y="675800"/>
                <a:ext cx="420120" cy="607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A3E1B4E-4618-A79B-CF5C-ED3B4BE696B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07867" y="671480"/>
                  <a:ext cx="42876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36CD580-CBBB-D91E-A6A8-95379B2005F0}"/>
                    </a:ext>
                  </a:extLst>
                </p14:cNvPr>
                <p14:cNvContentPartPr/>
                <p14:nvPr/>
              </p14:nvContentPartPr>
              <p14:xfrm>
                <a:off x="3506987" y="659960"/>
                <a:ext cx="425520" cy="180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36CD580-CBBB-D91E-A6A8-95379B2005F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02667" y="655640"/>
                  <a:ext cx="4341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FB260FC-3420-4D0D-1A14-1D91CF9246E8}"/>
                    </a:ext>
                  </a:extLst>
                </p14:cNvPr>
                <p14:cNvContentPartPr/>
                <p14:nvPr/>
              </p14:nvContentPartPr>
              <p14:xfrm>
                <a:off x="3996947" y="649160"/>
                <a:ext cx="81720" cy="99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FB260FC-3420-4D0D-1A14-1D91CF9246E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92627" y="644840"/>
                  <a:ext cx="9036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D0A025C-5998-55FE-EAA4-D2931EA18D16}"/>
              </a:ext>
            </a:extLst>
          </p:cNvPr>
          <p:cNvGrpSpPr/>
          <p:nvPr/>
        </p:nvGrpSpPr>
        <p:grpSpPr>
          <a:xfrm>
            <a:off x="4449467" y="369440"/>
            <a:ext cx="830160" cy="374040"/>
            <a:chOff x="4449467" y="369440"/>
            <a:chExt cx="830160" cy="37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34C4A43-A3AF-FC03-7805-58DBD7C50549}"/>
                    </a:ext>
                  </a:extLst>
                </p14:cNvPr>
                <p14:cNvContentPartPr/>
                <p14:nvPr/>
              </p14:nvContentPartPr>
              <p14:xfrm>
                <a:off x="4449467" y="369440"/>
                <a:ext cx="339120" cy="365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34C4A43-A3AF-FC03-7805-58DBD7C5054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45147" y="365120"/>
                  <a:ext cx="34776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B52E814-3A0C-FBFB-2AE9-25F9CCE2FD8C}"/>
                    </a:ext>
                  </a:extLst>
                </p14:cNvPr>
                <p14:cNvContentPartPr/>
                <p14:nvPr/>
              </p14:nvContentPartPr>
              <p14:xfrm>
                <a:off x="4741067" y="616760"/>
                <a:ext cx="118440" cy="109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B52E814-3A0C-FBFB-2AE9-25F9CCE2FD8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36747" y="612440"/>
                  <a:ext cx="1270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02C447B-C852-B7AF-E220-71955FBB98D1}"/>
                    </a:ext>
                  </a:extLst>
                </p14:cNvPr>
                <p14:cNvContentPartPr/>
                <p14:nvPr/>
              </p14:nvContentPartPr>
              <p14:xfrm>
                <a:off x="4985147" y="375920"/>
                <a:ext cx="119160" cy="309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02C447B-C852-B7AF-E220-71955FBB98D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80827" y="371600"/>
                  <a:ext cx="1278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9CCC400-96F7-D331-865B-E11ACADEB826}"/>
                    </a:ext>
                  </a:extLst>
                </p14:cNvPr>
                <p14:cNvContentPartPr/>
                <p14:nvPr/>
              </p14:nvContentPartPr>
              <p14:xfrm>
                <a:off x="4972187" y="539360"/>
                <a:ext cx="307440" cy="204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9CCC400-96F7-D331-865B-E11ACADEB82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67867" y="535040"/>
                  <a:ext cx="31608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28CDBD2-D58C-3302-2E34-3F639C0E9BE0}"/>
              </a:ext>
            </a:extLst>
          </p:cNvPr>
          <p:cNvGrpSpPr/>
          <p:nvPr/>
        </p:nvGrpSpPr>
        <p:grpSpPr>
          <a:xfrm>
            <a:off x="909947" y="1642400"/>
            <a:ext cx="223560" cy="266040"/>
            <a:chOff x="909947" y="1642400"/>
            <a:chExt cx="223560" cy="26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A0FE0DC-307A-3BC7-BCBD-34B25858D729}"/>
                    </a:ext>
                  </a:extLst>
                </p14:cNvPr>
                <p14:cNvContentPartPr/>
                <p14:nvPr/>
              </p14:nvContentPartPr>
              <p14:xfrm>
                <a:off x="909947" y="1642400"/>
                <a:ext cx="80280" cy="244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A0FE0DC-307A-3BC7-BCBD-34B25858D72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05627" y="1638080"/>
                  <a:ext cx="889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0CB058B-BB3F-680A-0CBD-1136D7426534}"/>
                    </a:ext>
                  </a:extLst>
                </p14:cNvPr>
                <p14:cNvContentPartPr/>
                <p14:nvPr/>
              </p14:nvContentPartPr>
              <p14:xfrm>
                <a:off x="1080587" y="1880360"/>
                <a:ext cx="52920" cy="28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0CB058B-BB3F-680A-0CBD-1136D742653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76267" y="1876040"/>
                  <a:ext cx="6156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F9E322F-3453-8FFF-A007-BF23EA30CC14}"/>
              </a:ext>
            </a:extLst>
          </p:cNvPr>
          <p:cNvGrpSpPr/>
          <p:nvPr/>
        </p:nvGrpSpPr>
        <p:grpSpPr>
          <a:xfrm>
            <a:off x="2393147" y="1419560"/>
            <a:ext cx="2194200" cy="487440"/>
            <a:chOff x="2393147" y="1419560"/>
            <a:chExt cx="2194200" cy="48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700F6FB-025F-B09D-A6E8-A4081B9840A8}"/>
                    </a:ext>
                  </a:extLst>
                </p14:cNvPr>
                <p14:cNvContentPartPr/>
                <p14:nvPr/>
              </p14:nvContentPartPr>
              <p14:xfrm>
                <a:off x="2393147" y="1673360"/>
                <a:ext cx="83880" cy="233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700F6FB-025F-B09D-A6E8-A4081B9840A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388827" y="1669040"/>
                  <a:ext cx="925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1A616FB-1AE8-9332-B8D8-A9A8BF819119}"/>
                    </a:ext>
                  </a:extLst>
                </p14:cNvPr>
                <p14:cNvContentPartPr/>
                <p14:nvPr/>
              </p14:nvContentPartPr>
              <p14:xfrm>
                <a:off x="2478107" y="1562480"/>
                <a:ext cx="151200" cy="107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1A616FB-1AE8-9332-B8D8-A9A8BF81911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473787" y="1558160"/>
                  <a:ext cx="1598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048781E-91B6-7F70-A8CD-A0C987B939CE}"/>
                    </a:ext>
                  </a:extLst>
                </p14:cNvPr>
                <p14:cNvContentPartPr/>
                <p14:nvPr/>
              </p14:nvContentPartPr>
              <p14:xfrm>
                <a:off x="2627507" y="1689920"/>
                <a:ext cx="72000" cy="145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048781E-91B6-7F70-A8CD-A0C987B939C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23187" y="1685600"/>
                  <a:ext cx="806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2456EFD-D0A2-54F6-A9D7-48068A9C1541}"/>
                    </a:ext>
                  </a:extLst>
                </p14:cNvPr>
                <p14:cNvContentPartPr/>
                <p14:nvPr/>
              </p14:nvContentPartPr>
              <p14:xfrm>
                <a:off x="2774747" y="1684520"/>
                <a:ext cx="241200" cy="147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2456EFD-D0A2-54F6-A9D7-48068A9C154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770427" y="1680200"/>
                  <a:ext cx="2498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C0C096A-AEA0-41E7-80A1-95DFC7146FF4}"/>
                    </a:ext>
                  </a:extLst>
                </p14:cNvPr>
                <p14:cNvContentPartPr/>
                <p14:nvPr/>
              </p14:nvContentPartPr>
              <p14:xfrm>
                <a:off x="3025307" y="1663640"/>
                <a:ext cx="181800" cy="153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C0C096A-AEA0-41E7-80A1-95DFC7146FF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020987" y="1659320"/>
                  <a:ext cx="1904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EE28C9B-737C-1094-E5A4-2B8390FB246F}"/>
                    </a:ext>
                  </a:extLst>
                </p14:cNvPr>
                <p14:cNvContentPartPr/>
                <p14:nvPr/>
              </p14:nvContentPartPr>
              <p14:xfrm>
                <a:off x="3209627" y="1693520"/>
                <a:ext cx="192960" cy="68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EE28C9B-737C-1094-E5A4-2B8390FB246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05307" y="1689200"/>
                  <a:ext cx="2016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4D86F8B-C074-FEFC-759C-F3DD24313489}"/>
                    </a:ext>
                  </a:extLst>
                </p14:cNvPr>
                <p14:cNvContentPartPr/>
                <p14:nvPr/>
              </p14:nvContentPartPr>
              <p14:xfrm>
                <a:off x="3472787" y="1419560"/>
                <a:ext cx="293400" cy="365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4D86F8B-C074-FEFC-759C-F3DD2431348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68467" y="1415240"/>
                  <a:ext cx="30204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D892C1C-B200-9CA3-8967-42184DA8033A}"/>
                    </a:ext>
                  </a:extLst>
                </p14:cNvPr>
                <p14:cNvContentPartPr/>
                <p14:nvPr/>
              </p14:nvContentPartPr>
              <p14:xfrm>
                <a:off x="3765107" y="1639880"/>
                <a:ext cx="442800" cy="149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D892C1C-B200-9CA3-8967-42184DA8033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60787" y="1635560"/>
                  <a:ext cx="4514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41858BC-D3C3-42A2-22DC-43F61F2EB75D}"/>
                    </a:ext>
                  </a:extLst>
                </p14:cNvPr>
                <p14:cNvContentPartPr/>
                <p14:nvPr/>
              </p14:nvContentPartPr>
              <p14:xfrm>
                <a:off x="4273787" y="1620800"/>
                <a:ext cx="131400" cy="119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41858BC-D3C3-42A2-22DC-43F61F2EB75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69467" y="1616480"/>
                  <a:ext cx="1400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C7AFC9F-42F4-61FE-4355-65EA71C22AFC}"/>
                    </a:ext>
                  </a:extLst>
                </p14:cNvPr>
                <p14:cNvContentPartPr/>
                <p14:nvPr/>
              </p14:nvContentPartPr>
              <p14:xfrm>
                <a:off x="4462067" y="1637000"/>
                <a:ext cx="125280" cy="121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C7AFC9F-42F4-61FE-4355-65EA71C22AF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457747" y="1632680"/>
                  <a:ext cx="133920" cy="13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5BADC5-DA70-69FF-A446-9B53A5A84385}"/>
              </a:ext>
            </a:extLst>
          </p:cNvPr>
          <p:cNvGrpSpPr/>
          <p:nvPr/>
        </p:nvGrpSpPr>
        <p:grpSpPr>
          <a:xfrm>
            <a:off x="5320667" y="1365560"/>
            <a:ext cx="1145880" cy="376560"/>
            <a:chOff x="5320667" y="1365560"/>
            <a:chExt cx="1145880" cy="37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BC1117B-96BE-E83F-0252-B800BA3C6E44}"/>
                    </a:ext>
                  </a:extLst>
                </p14:cNvPr>
                <p14:cNvContentPartPr/>
                <p14:nvPr/>
              </p14:nvContentPartPr>
              <p14:xfrm>
                <a:off x="5479427" y="1472840"/>
                <a:ext cx="106560" cy="269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BC1117B-96BE-E83F-0252-B800BA3C6E4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75107" y="1468520"/>
                  <a:ext cx="1152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57616D6-D850-86BB-430E-638ECF5F737A}"/>
                    </a:ext>
                  </a:extLst>
                </p14:cNvPr>
                <p14:cNvContentPartPr/>
                <p14:nvPr/>
              </p14:nvContentPartPr>
              <p14:xfrm>
                <a:off x="5320667" y="1436120"/>
                <a:ext cx="542520" cy="63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57616D6-D850-86BB-430E-638ECF5F737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316347" y="1431800"/>
                  <a:ext cx="5511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C548C83-A48F-5503-99E1-6FBB41F2E5F0}"/>
                    </a:ext>
                  </a:extLst>
                </p14:cNvPr>
                <p14:cNvContentPartPr/>
                <p14:nvPr/>
              </p14:nvContentPartPr>
              <p14:xfrm>
                <a:off x="5700107" y="1622600"/>
                <a:ext cx="178560" cy="90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C548C83-A48F-5503-99E1-6FBB41F2E5F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695787" y="1618280"/>
                  <a:ext cx="1872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45AE60D-1A8A-571D-ED87-229AF4C5F621}"/>
                    </a:ext>
                  </a:extLst>
                </p14:cNvPr>
                <p14:cNvContentPartPr/>
                <p14:nvPr/>
              </p14:nvContentPartPr>
              <p14:xfrm>
                <a:off x="5972627" y="1365560"/>
                <a:ext cx="118440" cy="3459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45AE60D-1A8A-571D-ED87-229AF4C5F62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68307" y="1361240"/>
                  <a:ext cx="1270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CBA80FF-5BC3-2074-23E6-2FD0860D0778}"/>
                    </a:ext>
                  </a:extLst>
                </p14:cNvPr>
                <p14:cNvContentPartPr/>
                <p14:nvPr/>
              </p14:nvContentPartPr>
              <p14:xfrm>
                <a:off x="6220667" y="1372760"/>
                <a:ext cx="125640" cy="315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CBA80FF-5BC3-2074-23E6-2FD0860D077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16347" y="1368440"/>
                  <a:ext cx="13428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01EE6BB-67DF-5C47-F8B1-BED98438B80D}"/>
                    </a:ext>
                  </a:extLst>
                </p14:cNvPr>
                <p14:cNvContentPartPr/>
                <p14:nvPr/>
              </p14:nvContentPartPr>
              <p14:xfrm>
                <a:off x="6308147" y="1553120"/>
                <a:ext cx="158400" cy="156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01EE6BB-67DF-5C47-F8B1-BED98438B80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303827" y="1548800"/>
                  <a:ext cx="16704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BBDD4B2-8E68-5C77-BBCF-CE1BE652D05A}"/>
              </a:ext>
            </a:extLst>
          </p:cNvPr>
          <p:cNvGrpSpPr/>
          <p:nvPr/>
        </p:nvGrpSpPr>
        <p:grpSpPr>
          <a:xfrm>
            <a:off x="756227" y="2429720"/>
            <a:ext cx="343800" cy="317880"/>
            <a:chOff x="756227" y="2429720"/>
            <a:chExt cx="343800" cy="31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445C4E8-CA75-5530-2268-1CE63FA01CC8}"/>
                    </a:ext>
                  </a:extLst>
                </p14:cNvPr>
                <p14:cNvContentPartPr/>
                <p14:nvPr/>
              </p14:nvContentPartPr>
              <p14:xfrm>
                <a:off x="756227" y="2429720"/>
                <a:ext cx="182160" cy="317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445C4E8-CA75-5530-2268-1CE63FA01CC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51907" y="2425400"/>
                  <a:ext cx="19080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B79DF2E-FA94-E45F-7309-55B73BB0A2CC}"/>
                    </a:ext>
                  </a:extLst>
                </p14:cNvPr>
                <p14:cNvContentPartPr/>
                <p14:nvPr/>
              </p14:nvContentPartPr>
              <p14:xfrm>
                <a:off x="1096427" y="2720240"/>
                <a:ext cx="3600" cy="10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B79DF2E-FA94-E45F-7309-55B73BB0A2C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92107" y="2715920"/>
                  <a:ext cx="1224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24A7E1F-3047-0DB6-FCB9-DDAB698687EE}"/>
              </a:ext>
            </a:extLst>
          </p:cNvPr>
          <p:cNvGrpSpPr/>
          <p:nvPr/>
        </p:nvGrpSpPr>
        <p:grpSpPr>
          <a:xfrm>
            <a:off x="2236547" y="2279960"/>
            <a:ext cx="1307520" cy="523440"/>
            <a:chOff x="2236547" y="2279960"/>
            <a:chExt cx="1307520" cy="52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0DB2A0E-98FA-B406-7190-725BF79ED746}"/>
                    </a:ext>
                  </a:extLst>
                </p14:cNvPr>
                <p14:cNvContentPartPr/>
                <p14:nvPr/>
              </p14:nvContentPartPr>
              <p14:xfrm>
                <a:off x="2236547" y="2280680"/>
                <a:ext cx="317160" cy="522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0DB2A0E-98FA-B406-7190-725BF79ED74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232227" y="2276360"/>
                  <a:ext cx="32580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0FD8A4F-1352-16C7-5743-E6233624ED8F}"/>
                    </a:ext>
                  </a:extLst>
                </p14:cNvPr>
                <p14:cNvContentPartPr/>
                <p14:nvPr/>
              </p14:nvContentPartPr>
              <p14:xfrm>
                <a:off x="2633987" y="2510000"/>
                <a:ext cx="188640" cy="103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0FD8A4F-1352-16C7-5743-E6233624ED8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629667" y="2505680"/>
                  <a:ext cx="1972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046FE4B-D8D7-44F0-D89A-B6171DEC5E39}"/>
                    </a:ext>
                  </a:extLst>
                </p14:cNvPr>
                <p14:cNvContentPartPr/>
                <p14:nvPr/>
              </p14:nvContentPartPr>
              <p14:xfrm>
                <a:off x="2866547" y="2513240"/>
                <a:ext cx="129960" cy="110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046FE4B-D8D7-44F0-D89A-B6171DEC5E3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862227" y="2508920"/>
                  <a:ext cx="1386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C06CA42-727A-9139-8E16-EB4BD5A2A46E}"/>
                    </a:ext>
                  </a:extLst>
                </p14:cNvPr>
                <p14:cNvContentPartPr/>
                <p14:nvPr/>
              </p14:nvContentPartPr>
              <p14:xfrm>
                <a:off x="3144827" y="2328200"/>
                <a:ext cx="125640" cy="261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C06CA42-727A-9139-8E16-EB4BD5A2A46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140507" y="2323880"/>
                  <a:ext cx="1342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A230B16-193B-9E0B-8A00-DF1674E55F27}"/>
                    </a:ext>
                  </a:extLst>
                </p14:cNvPr>
                <p14:cNvContentPartPr/>
                <p14:nvPr/>
              </p14:nvContentPartPr>
              <p14:xfrm>
                <a:off x="3089387" y="2481560"/>
                <a:ext cx="187920" cy="6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A230B16-193B-9E0B-8A00-DF1674E55F2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085067" y="2477240"/>
                  <a:ext cx="19656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163291C-C174-5B4F-836E-EBDA53F2DFF5}"/>
                    </a:ext>
                  </a:extLst>
                </p14:cNvPr>
                <p14:cNvContentPartPr/>
                <p14:nvPr/>
              </p14:nvContentPartPr>
              <p14:xfrm>
                <a:off x="3391067" y="2279960"/>
                <a:ext cx="114480" cy="295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163291C-C174-5B4F-836E-EBDA53F2DFF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386747" y="2275640"/>
                  <a:ext cx="1231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7B62F3D-9322-F74C-76B4-60D895531C4A}"/>
                    </a:ext>
                  </a:extLst>
                </p14:cNvPr>
                <p14:cNvContentPartPr/>
                <p14:nvPr/>
              </p14:nvContentPartPr>
              <p14:xfrm>
                <a:off x="3365507" y="2434040"/>
                <a:ext cx="178560" cy="29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7B62F3D-9322-F74C-76B4-60D895531C4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361187" y="2429720"/>
                  <a:ext cx="18720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70CC91F-3ED2-6B5C-52C9-980F170B6120}"/>
              </a:ext>
            </a:extLst>
          </p:cNvPr>
          <p:cNvGrpSpPr/>
          <p:nvPr/>
        </p:nvGrpSpPr>
        <p:grpSpPr>
          <a:xfrm>
            <a:off x="3955187" y="2140640"/>
            <a:ext cx="1207080" cy="417960"/>
            <a:chOff x="3955187" y="2140640"/>
            <a:chExt cx="1207080" cy="41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4B472C5-3AAC-F021-950F-4D059AF1037E}"/>
                    </a:ext>
                  </a:extLst>
                </p14:cNvPr>
                <p14:cNvContentPartPr/>
                <p14:nvPr/>
              </p14:nvContentPartPr>
              <p14:xfrm>
                <a:off x="3955187" y="2242880"/>
                <a:ext cx="291960" cy="315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4B472C5-3AAC-F021-950F-4D059AF1037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50867" y="2238560"/>
                  <a:ext cx="30060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13ED2D9-7C78-2BD4-0FDF-2F4C2D746FE6}"/>
                    </a:ext>
                  </a:extLst>
                </p14:cNvPr>
                <p14:cNvContentPartPr/>
                <p14:nvPr/>
              </p14:nvContentPartPr>
              <p14:xfrm>
                <a:off x="4265507" y="2148200"/>
                <a:ext cx="173520" cy="362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13ED2D9-7C78-2BD4-0FDF-2F4C2D746FE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261187" y="2143880"/>
                  <a:ext cx="18216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B69110E-AC8B-F4BB-E06F-6D07503916BF}"/>
                    </a:ext>
                  </a:extLst>
                </p14:cNvPr>
                <p14:cNvContentPartPr/>
                <p14:nvPr/>
              </p14:nvContentPartPr>
              <p14:xfrm>
                <a:off x="4440107" y="2391200"/>
                <a:ext cx="150120" cy="126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B69110E-AC8B-F4BB-E06F-6D07503916B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435787" y="2386880"/>
                  <a:ext cx="1587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9623887-FD40-BC4F-2666-30C552DF6604}"/>
                    </a:ext>
                  </a:extLst>
                </p14:cNvPr>
                <p14:cNvContentPartPr/>
                <p14:nvPr/>
              </p14:nvContentPartPr>
              <p14:xfrm>
                <a:off x="4715147" y="2390480"/>
                <a:ext cx="62640" cy="104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9623887-FD40-BC4F-2666-30C552DF660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710827" y="2386160"/>
                  <a:ext cx="712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A6A42E7-189C-DDE4-5BFA-7FB2E49B30E1}"/>
                    </a:ext>
                  </a:extLst>
                </p14:cNvPr>
                <p14:cNvContentPartPr/>
                <p14:nvPr/>
              </p14:nvContentPartPr>
              <p14:xfrm>
                <a:off x="5021147" y="2140640"/>
                <a:ext cx="76320" cy="330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A6A42E7-189C-DDE4-5BFA-7FB2E49B30E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016827" y="2136320"/>
                  <a:ext cx="849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C6A3C73-9352-D83D-AAF8-7AA8FD7C2AA7}"/>
                    </a:ext>
                  </a:extLst>
                </p14:cNvPr>
                <p14:cNvContentPartPr/>
                <p14:nvPr/>
              </p14:nvContentPartPr>
              <p14:xfrm>
                <a:off x="4956347" y="2312360"/>
                <a:ext cx="205920" cy="13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C6A3C73-9352-D83D-AAF8-7AA8FD7C2AA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52027" y="2308040"/>
                  <a:ext cx="21456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195BA05-B645-1224-639A-233EE715CFC0}"/>
              </a:ext>
            </a:extLst>
          </p:cNvPr>
          <p:cNvGrpSpPr/>
          <p:nvPr/>
        </p:nvGrpSpPr>
        <p:grpSpPr>
          <a:xfrm>
            <a:off x="5928347" y="2076560"/>
            <a:ext cx="714240" cy="429120"/>
            <a:chOff x="5928347" y="2076560"/>
            <a:chExt cx="714240" cy="42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1C39E28-1AD0-101D-B7EF-11A7663A7266}"/>
                    </a:ext>
                  </a:extLst>
                </p14:cNvPr>
                <p14:cNvContentPartPr/>
                <p14:nvPr/>
              </p14:nvContentPartPr>
              <p14:xfrm>
                <a:off x="5928347" y="2076560"/>
                <a:ext cx="240120" cy="429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1C39E28-1AD0-101D-B7EF-11A7663A726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924027" y="2072240"/>
                  <a:ext cx="24876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E614E71-A8C0-4465-9C2B-DB253269EA08}"/>
                    </a:ext>
                  </a:extLst>
                </p14:cNvPr>
                <p14:cNvContentPartPr/>
                <p14:nvPr/>
              </p14:nvContentPartPr>
              <p14:xfrm>
                <a:off x="6313907" y="2174480"/>
                <a:ext cx="13320" cy="2271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E614E71-A8C0-4465-9C2B-DB253269EA0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309587" y="2170160"/>
                  <a:ext cx="219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74DEC6C-CDC0-3409-AE56-37F619C51431}"/>
                    </a:ext>
                  </a:extLst>
                </p14:cNvPr>
                <p14:cNvContentPartPr/>
                <p14:nvPr/>
              </p14:nvContentPartPr>
              <p14:xfrm>
                <a:off x="6232907" y="2127680"/>
                <a:ext cx="206640" cy="276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74DEC6C-CDC0-3409-AE56-37F619C5143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228587" y="2123360"/>
                  <a:ext cx="2152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A827284-2307-4B6D-C723-56F067BC440C}"/>
                    </a:ext>
                  </a:extLst>
                </p14:cNvPr>
                <p14:cNvContentPartPr/>
                <p14:nvPr/>
              </p14:nvContentPartPr>
              <p14:xfrm>
                <a:off x="6413267" y="2284280"/>
                <a:ext cx="119520" cy="112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A827284-2307-4B6D-C723-56F067BC440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408947" y="2279960"/>
                  <a:ext cx="1281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65AA91C-92C7-E201-DAA7-2A80983010FC}"/>
                    </a:ext>
                  </a:extLst>
                </p14:cNvPr>
                <p14:cNvContentPartPr/>
                <p14:nvPr/>
              </p14:nvContentPartPr>
              <p14:xfrm>
                <a:off x="6570947" y="2276720"/>
                <a:ext cx="71640" cy="1141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65AA91C-92C7-E201-DAA7-2A80983010F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566627" y="2272400"/>
                  <a:ext cx="8028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885CA5F-D5CE-4DE4-A807-6C849B618066}"/>
              </a:ext>
            </a:extLst>
          </p:cNvPr>
          <p:cNvGrpSpPr/>
          <p:nvPr/>
        </p:nvGrpSpPr>
        <p:grpSpPr>
          <a:xfrm>
            <a:off x="7041827" y="1941200"/>
            <a:ext cx="1246320" cy="567360"/>
            <a:chOff x="7041827" y="1941200"/>
            <a:chExt cx="1246320" cy="56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4868F6B-20F4-989A-08AF-0A5EA09B6058}"/>
                    </a:ext>
                  </a:extLst>
                </p14:cNvPr>
                <p14:cNvContentPartPr/>
                <p14:nvPr/>
              </p14:nvContentPartPr>
              <p14:xfrm>
                <a:off x="7041827" y="2121920"/>
                <a:ext cx="299160" cy="245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4868F6B-20F4-989A-08AF-0A5EA09B605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037507" y="2117600"/>
                  <a:ext cx="3078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F9AED83-0228-F51D-BDF7-C6E720F76BD3}"/>
                    </a:ext>
                  </a:extLst>
                </p14:cNvPr>
                <p14:cNvContentPartPr/>
                <p14:nvPr/>
              </p14:nvContentPartPr>
              <p14:xfrm>
                <a:off x="7285547" y="1986200"/>
                <a:ext cx="130680" cy="345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F9AED83-0228-F51D-BDF7-C6E720F76BD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281227" y="1981880"/>
                  <a:ext cx="13932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4488C3C-A53E-D5ED-D37A-35D10433CB9C}"/>
                    </a:ext>
                  </a:extLst>
                </p14:cNvPr>
                <p14:cNvContentPartPr/>
                <p14:nvPr/>
              </p14:nvContentPartPr>
              <p14:xfrm>
                <a:off x="7435307" y="2235680"/>
                <a:ext cx="124560" cy="79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4488C3C-A53E-D5ED-D37A-35D10433CB9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430987" y="2231360"/>
                  <a:ext cx="1332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D29ACB6-B3C2-8E76-CEBD-27946BCE0575}"/>
                    </a:ext>
                  </a:extLst>
                </p14:cNvPr>
                <p14:cNvContentPartPr/>
                <p14:nvPr/>
              </p14:nvContentPartPr>
              <p14:xfrm>
                <a:off x="7640147" y="2218760"/>
                <a:ext cx="110160" cy="925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D29ACB6-B3C2-8E76-CEBD-27946BCE057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635827" y="2214440"/>
                  <a:ext cx="1188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BD19015-4457-C578-F574-8696FFC3AB33}"/>
                    </a:ext>
                  </a:extLst>
                </p14:cNvPr>
                <p14:cNvContentPartPr/>
                <p14:nvPr/>
              </p14:nvContentPartPr>
              <p14:xfrm>
                <a:off x="7927067" y="2024000"/>
                <a:ext cx="118080" cy="283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BD19015-4457-C578-F574-8696FFC3AB3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922747" y="2019680"/>
                  <a:ext cx="1267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4318B48-D1DE-D9AB-68EF-1A98563056E6}"/>
                    </a:ext>
                  </a:extLst>
                </p14:cNvPr>
                <p14:cNvContentPartPr/>
                <p14:nvPr/>
              </p14:nvContentPartPr>
              <p14:xfrm>
                <a:off x="7871627" y="2165480"/>
                <a:ext cx="212760" cy="24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4318B48-D1DE-D9AB-68EF-1A98563056E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867307" y="2161160"/>
                  <a:ext cx="221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182EC80-73FE-EA8F-4431-316D39397D00}"/>
                    </a:ext>
                  </a:extLst>
                </p14:cNvPr>
                <p14:cNvContentPartPr/>
                <p14:nvPr/>
              </p14:nvContentPartPr>
              <p14:xfrm>
                <a:off x="8197067" y="1941200"/>
                <a:ext cx="91080" cy="567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182EC80-73FE-EA8F-4431-316D39397D0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192747" y="1936880"/>
                  <a:ext cx="99720" cy="57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7FE4B12-BD65-5B95-077E-96FB84F18A97}"/>
              </a:ext>
            </a:extLst>
          </p:cNvPr>
          <p:cNvGrpSpPr/>
          <p:nvPr/>
        </p:nvGrpSpPr>
        <p:grpSpPr>
          <a:xfrm>
            <a:off x="710867" y="3333320"/>
            <a:ext cx="389880" cy="295200"/>
            <a:chOff x="710867" y="3333320"/>
            <a:chExt cx="389880" cy="29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2861E65-0A69-B53B-3F3C-03EFC3145193}"/>
                    </a:ext>
                  </a:extLst>
                </p14:cNvPr>
                <p14:cNvContentPartPr/>
                <p14:nvPr/>
              </p14:nvContentPartPr>
              <p14:xfrm>
                <a:off x="710867" y="3333320"/>
                <a:ext cx="243720" cy="295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2861E65-0A69-B53B-3F3C-03EFC314519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06547" y="3329000"/>
                  <a:ext cx="2523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5AD2650-1D42-96B3-303D-C16405D3E674}"/>
                    </a:ext>
                  </a:extLst>
                </p14:cNvPr>
                <p14:cNvContentPartPr/>
                <p14:nvPr/>
              </p14:nvContentPartPr>
              <p14:xfrm>
                <a:off x="1099667" y="3560840"/>
                <a:ext cx="1080" cy="14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5AD2650-1D42-96B3-303D-C16405D3E67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95347" y="3556520"/>
                  <a:ext cx="972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BD3E67C-EB2F-8868-F9DD-BACE89CE2E31}"/>
              </a:ext>
            </a:extLst>
          </p:cNvPr>
          <p:cNvGrpSpPr/>
          <p:nvPr/>
        </p:nvGrpSpPr>
        <p:grpSpPr>
          <a:xfrm>
            <a:off x="2297027" y="3034520"/>
            <a:ext cx="1844640" cy="538200"/>
            <a:chOff x="2297027" y="3034520"/>
            <a:chExt cx="1844640" cy="53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DE1FEE2-943D-77E2-D77C-2B346CB11351}"/>
                    </a:ext>
                  </a:extLst>
                </p14:cNvPr>
                <p14:cNvContentPartPr/>
                <p14:nvPr/>
              </p14:nvContentPartPr>
              <p14:xfrm>
                <a:off x="2297027" y="3339440"/>
                <a:ext cx="128520" cy="233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DE1FEE2-943D-77E2-D77C-2B346CB1135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292707" y="3335120"/>
                  <a:ext cx="1371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E368E42-CA3C-A0C8-28C0-73E03FD8BE82}"/>
                    </a:ext>
                  </a:extLst>
                </p14:cNvPr>
                <p14:cNvContentPartPr/>
                <p14:nvPr/>
              </p14:nvContentPartPr>
              <p14:xfrm>
                <a:off x="2402147" y="3228560"/>
                <a:ext cx="306720" cy="2898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E368E42-CA3C-A0C8-28C0-73E03FD8BE8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397827" y="3224240"/>
                  <a:ext cx="3153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334BD16-F366-89C4-2BA8-F2FC5BBE31D8}"/>
                    </a:ext>
                  </a:extLst>
                </p14:cNvPr>
                <p14:cNvContentPartPr/>
                <p14:nvPr/>
              </p14:nvContentPartPr>
              <p14:xfrm>
                <a:off x="2778707" y="3311720"/>
                <a:ext cx="96840" cy="128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334BD16-F366-89C4-2BA8-F2FC5BBE31D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774387" y="3307400"/>
                  <a:ext cx="1054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7DFFDED-087A-CCF6-9A49-171916A531E3}"/>
                    </a:ext>
                  </a:extLst>
                </p14:cNvPr>
                <p14:cNvContentPartPr/>
                <p14:nvPr/>
              </p14:nvContentPartPr>
              <p14:xfrm>
                <a:off x="3003347" y="3172400"/>
                <a:ext cx="106560" cy="307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7DFFDED-087A-CCF6-9A49-171916A531E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999027" y="3168080"/>
                  <a:ext cx="1152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4271B46-7C54-F49A-F62C-BB47B3956247}"/>
                    </a:ext>
                  </a:extLst>
                </p14:cNvPr>
                <p14:cNvContentPartPr/>
                <p14:nvPr/>
              </p14:nvContentPartPr>
              <p14:xfrm>
                <a:off x="2938187" y="3325760"/>
                <a:ext cx="261360" cy="24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4271B46-7C54-F49A-F62C-BB47B395624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933867" y="3321440"/>
                  <a:ext cx="270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6BF063F-C514-B952-CA97-258D4768FA17}"/>
                    </a:ext>
                  </a:extLst>
                </p14:cNvPr>
                <p14:cNvContentPartPr/>
                <p14:nvPr/>
              </p14:nvContentPartPr>
              <p14:xfrm>
                <a:off x="3170747" y="3272120"/>
                <a:ext cx="343080" cy="2138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6BF063F-C514-B952-CA97-258D4768FA1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166427" y="3267800"/>
                  <a:ext cx="3517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E81C580-FC7B-6046-5C90-32172CFB2C6C}"/>
                    </a:ext>
                  </a:extLst>
                </p14:cNvPr>
                <p14:cNvContentPartPr/>
                <p14:nvPr/>
              </p14:nvContentPartPr>
              <p14:xfrm>
                <a:off x="3568547" y="3290120"/>
                <a:ext cx="110520" cy="118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E81C580-FC7B-6046-5C90-32172CFB2C6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564227" y="3285800"/>
                  <a:ext cx="1191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67133CF-5270-13DB-4B4D-6B28668246E0}"/>
                    </a:ext>
                  </a:extLst>
                </p14:cNvPr>
                <p14:cNvContentPartPr/>
                <p14:nvPr/>
              </p14:nvContentPartPr>
              <p14:xfrm>
                <a:off x="3765827" y="3302720"/>
                <a:ext cx="107280" cy="105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67133CF-5270-13DB-4B4D-6B28668246E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61507" y="3298400"/>
                  <a:ext cx="115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0AD0F7E-F5BD-ED67-C4E4-D10FE2703433}"/>
                    </a:ext>
                  </a:extLst>
                </p14:cNvPr>
                <p14:cNvContentPartPr/>
                <p14:nvPr/>
              </p14:nvContentPartPr>
              <p14:xfrm>
                <a:off x="3963107" y="3034520"/>
                <a:ext cx="178560" cy="3733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0AD0F7E-F5BD-ED67-C4E4-D10FE270343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958787" y="3030200"/>
                  <a:ext cx="187200" cy="38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327CB34-4E5C-792F-21EF-53A608B93B4D}"/>
              </a:ext>
            </a:extLst>
          </p:cNvPr>
          <p:cNvGrpSpPr/>
          <p:nvPr/>
        </p:nvGrpSpPr>
        <p:grpSpPr>
          <a:xfrm>
            <a:off x="4563227" y="3071600"/>
            <a:ext cx="2040840" cy="492120"/>
            <a:chOff x="4563227" y="3071600"/>
            <a:chExt cx="2040840" cy="49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BC0C339-8A5E-6C05-1A67-0ED946582E3C}"/>
                    </a:ext>
                  </a:extLst>
                </p14:cNvPr>
                <p14:cNvContentPartPr/>
                <p14:nvPr/>
              </p14:nvContentPartPr>
              <p14:xfrm>
                <a:off x="4707227" y="3144680"/>
                <a:ext cx="63720" cy="182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BC0C339-8A5E-6C05-1A67-0ED946582E3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702907" y="3140360"/>
                  <a:ext cx="723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AA0F9AC-2CD9-F27A-4C02-3395BC841A94}"/>
                    </a:ext>
                  </a:extLst>
                </p14:cNvPr>
                <p14:cNvContentPartPr/>
                <p14:nvPr/>
              </p14:nvContentPartPr>
              <p14:xfrm>
                <a:off x="4563227" y="3071600"/>
                <a:ext cx="371520" cy="326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AA0F9AC-2CD9-F27A-4C02-3395BC841A9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558907" y="3067280"/>
                  <a:ext cx="38016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FEDAF1A-E516-CD96-5058-46D608C2C78D}"/>
                    </a:ext>
                  </a:extLst>
                </p14:cNvPr>
                <p14:cNvContentPartPr/>
                <p14:nvPr/>
              </p14:nvContentPartPr>
              <p14:xfrm>
                <a:off x="5019707" y="3219920"/>
                <a:ext cx="25920" cy="824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FEDAF1A-E516-CD96-5058-46D608C2C78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015387" y="3215600"/>
                  <a:ext cx="345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BDF58A1-CD43-1DA8-9F6E-A047E2849607}"/>
                    </a:ext>
                  </a:extLst>
                </p14:cNvPr>
                <p14:cNvContentPartPr/>
                <p14:nvPr/>
              </p14:nvContentPartPr>
              <p14:xfrm>
                <a:off x="5113667" y="3114440"/>
                <a:ext cx="82440" cy="72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BDF58A1-CD43-1DA8-9F6E-A047E284960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109347" y="3110120"/>
                  <a:ext cx="910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044359E-2CB7-BDE2-D5F3-55B38041C01C}"/>
                    </a:ext>
                  </a:extLst>
                </p14:cNvPr>
                <p14:cNvContentPartPr/>
                <p14:nvPr/>
              </p14:nvContentPartPr>
              <p14:xfrm>
                <a:off x="5173787" y="3206960"/>
                <a:ext cx="172080" cy="74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044359E-2CB7-BDE2-D5F3-55B38041C01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169467" y="3202640"/>
                  <a:ext cx="1807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26A523B-B36A-E3DD-A972-6EBCC3D060A1}"/>
                    </a:ext>
                  </a:extLst>
                </p14:cNvPr>
                <p14:cNvContentPartPr/>
                <p14:nvPr/>
              </p14:nvContentPartPr>
              <p14:xfrm>
                <a:off x="5212307" y="3200120"/>
                <a:ext cx="289440" cy="363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26A523B-B36A-E3DD-A972-6EBCC3D060A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207987" y="3195800"/>
                  <a:ext cx="2980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A0C7BD9-77B6-DD88-AE8B-8C0EAC6BC185}"/>
                    </a:ext>
                  </a:extLst>
                </p14:cNvPr>
                <p14:cNvContentPartPr/>
                <p14:nvPr/>
              </p14:nvContentPartPr>
              <p14:xfrm>
                <a:off x="5594627" y="3118760"/>
                <a:ext cx="208440" cy="181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A0C7BD9-77B6-DD88-AE8B-8C0EAC6BC18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90307" y="3114440"/>
                  <a:ext cx="2170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B566834-A516-2394-6DC2-D1A67A588BA4}"/>
                    </a:ext>
                  </a:extLst>
                </p14:cNvPr>
                <p14:cNvContentPartPr/>
                <p14:nvPr/>
              </p14:nvContentPartPr>
              <p14:xfrm>
                <a:off x="5764547" y="3156560"/>
                <a:ext cx="150840" cy="137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B566834-A516-2394-6DC2-D1A67A588BA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760227" y="3152240"/>
                  <a:ext cx="1594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5276538-1534-4DCE-69D7-3FAEC7C24B55}"/>
                    </a:ext>
                  </a:extLst>
                </p14:cNvPr>
                <p14:cNvContentPartPr/>
                <p14:nvPr/>
              </p14:nvContentPartPr>
              <p14:xfrm>
                <a:off x="6021947" y="3146840"/>
                <a:ext cx="284040" cy="1224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5276538-1534-4DCE-69D7-3FAEC7C24B5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017627" y="3142520"/>
                  <a:ext cx="2926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C037773-30F0-6C36-C00F-EAD4DB676413}"/>
                    </a:ext>
                  </a:extLst>
                </p14:cNvPr>
                <p14:cNvContentPartPr/>
                <p14:nvPr/>
              </p14:nvContentPartPr>
              <p14:xfrm>
                <a:off x="6461147" y="3083840"/>
                <a:ext cx="142920" cy="1364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C037773-30F0-6C36-C00F-EAD4DB67641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456827" y="3079520"/>
                  <a:ext cx="15156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CCF4794-510E-3C9B-03DB-97F38280DDF4}"/>
              </a:ext>
            </a:extLst>
          </p:cNvPr>
          <p:cNvGrpSpPr/>
          <p:nvPr/>
        </p:nvGrpSpPr>
        <p:grpSpPr>
          <a:xfrm>
            <a:off x="3090827" y="3817880"/>
            <a:ext cx="314640" cy="647640"/>
            <a:chOff x="3090827" y="3817880"/>
            <a:chExt cx="314640" cy="64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87067C2-2076-2D8A-FA84-8B0265128860}"/>
                    </a:ext>
                  </a:extLst>
                </p14:cNvPr>
                <p14:cNvContentPartPr/>
                <p14:nvPr/>
              </p14:nvContentPartPr>
              <p14:xfrm>
                <a:off x="3090827" y="4023440"/>
                <a:ext cx="187200" cy="954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87067C2-2076-2D8A-FA84-8B026512886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086507" y="4019120"/>
                  <a:ext cx="1958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CDED0CB-42CD-EDA1-9155-EA0A055AAD44}"/>
                    </a:ext>
                  </a:extLst>
                </p14:cNvPr>
                <p14:cNvContentPartPr/>
                <p14:nvPr/>
              </p14:nvContentPartPr>
              <p14:xfrm>
                <a:off x="3099827" y="3817880"/>
                <a:ext cx="305640" cy="6476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CDED0CB-42CD-EDA1-9155-EA0A055AAD4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095507" y="3813560"/>
                  <a:ext cx="314280" cy="65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78618C7-6035-CE0D-ED94-F5EED04BB478}"/>
              </a:ext>
            </a:extLst>
          </p:cNvPr>
          <p:cNvGrpSpPr/>
          <p:nvPr/>
        </p:nvGrpSpPr>
        <p:grpSpPr>
          <a:xfrm>
            <a:off x="3835667" y="3770720"/>
            <a:ext cx="1472760" cy="556920"/>
            <a:chOff x="3835667" y="3770720"/>
            <a:chExt cx="1472760" cy="55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37D1951-4CB1-8F8F-BEC7-CCAE59C78AA4}"/>
                    </a:ext>
                  </a:extLst>
                </p14:cNvPr>
                <p14:cNvContentPartPr/>
                <p14:nvPr/>
              </p14:nvContentPartPr>
              <p14:xfrm>
                <a:off x="3916307" y="3991040"/>
                <a:ext cx="360" cy="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37D1951-4CB1-8F8F-BEC7-CCAE59C78AA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911987" y="398672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953B5DB-182C-45ED-02D7-51F1D66517B9}"/>
                    </a:ext>
                  </a:extLst>
                </p14:cNvPr>
                <p14:cNvContentPartPr/>
                <p14:nvPr/>
              </p14:nvContentPartPr>
              <p14:xfrm>
                <a:off x="3835667" y="4122800"/>
                <a:ext cx="7920" cy="1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953B5DB-182C-45ED-02D7-51F1D66517B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831347" y="4118480"/>
                  <a:ext cx="16560" cy="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2BDAB84-6BD8-E558-170D-605934DB2DE7}"/>
                    </a:ext>
                  </a:extLst>
                </p14:cNvPr>
                <p14:cNvContentPartPr/>
                <p14:nvPr/>
              </p14:nvContentPartPr>
              <p14:xfrm>
                <a:off x="3843227" y="4075280"/>
                <a:ext cx="19800" cy="493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2BDAB84-6BD8-E558-170D-605934DB2DE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838907" y="4070960"/>
                  <a:ext cx="284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6733F69-70C6-33A8-0568-2A676D73EF11}"/>
                    </a:ext>
                  </a:extLst>
                </p14:cNvPr>
                <p14:cNvContentPartPr/>
                <p14:nvPr/>
              </p14:nvContentPartPr>
              <p14:xfrm>
                <a:off x="3850787" y="3840200"/>
                <a:ext cx="216360" cy="3103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6733F69-70C6-33A8-0568-2A676D73EF1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846467" y="3835880"/>
                  <a:ext cx="2250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62F9B87-33BC-CD67-26B3-B7435781CA6B}"/>
                    </a:ext>
                  </a:extLst>
                </p14:cNvPr>
                <p14:cNvContentPartPr/>
                <p14:nvPr/>
              </p14:nvContentPartPr>
              <p14:xfrm>
                <a:off x="3873467" y="3977720"/>
                <a:ext cx="250920" cy="37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62F9B87-33BC-CD67-26B3-B7435781CA6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869147" y="3973400"/>
                  <a:ext cx="259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1528D21-458B-2B3D-9290-7DBACDB2D789}"/>
                    </a:ext>
                  </a:extLst>
                </p14:cNvPr>
                <p14:cNvContentPartPr/>
                <p14:nvPr/>
              </p14:nvContentPartPr>
              <p14:xfrm>
                <a:off x="4126907" y="4006880"/>
                <a:ext cx="152280" cy="105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1528D21-458B-2B3D-9290-7DBACDB2D78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122587" y="4002560"/>
                  <a:ext cx="1609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F433202-83EF-45BB-A172-5F1820103861}"/>
                    </a:ext>
                  </a:extLst>
                </p14:cNvPr>
                <p14:cNvContentPartPr/>
                <p14:nvPr/>
              </p14:nvContentPartPr>
              <p14:xfrm>
                <a:off x="4344707" y="3832280"/>
                <a:ext cx="149400" cy="3146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F433202-83EF-45BB-A172-5F182010386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340387" y="3827960"/>
                  <a:ext cx="15804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EC55649-ED98-B034-78DE-1AF5354D2D75}"/>
                    </a:ext>
                  </a:extLst>
                </p14:cNvPr>
                <p14:cNvContentPartPr/>
                <p14:nvPr/>
              </p14:nvContentPartPr>
              <p14:xfrm>
                <a:off x="4350467" y="3982040"/>
                <a:ext cx="205560" cy="838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EC55649-ED98-B034-78DE-1AF5354D2D7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346147" y="3977720"/>
                  <a:ext cx="214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1D60576-502E-E5E3-6022-A3237BA0F969}"/>
                    </a:ext>
                  </a:extLst>
                </p14:cNvPr>
                <p14:cNvContentPartPr/>
                <p14:nvPr/>
              </p14:nvContentPartPr>
              <p14:xfrm>
                <a:off x="4576187" y="3852080"/>
                <a:ext cx="23040" cy="61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1D60576-502E-E5E3-6022-A3237BA0F96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571867" y="3847760"/>
                  <a:ext cx="316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426C675-C7AA-56E5-748D-870C153C301E}"/>
                    </a:ext>
                  </a:extLst>
                </p14:cNvPr>
                <p14:cNvContentPartPr/>
                <p14:nvPr/>
              </p14:nvContentPartPr>
              <p14:xfrm>
                <a:off x="4620827" y="3903920"/>
                <a:ext cx="155520" cy="1684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426C675-C7AA-56E5-748D-870C153C301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616507" y="3899600"/>
                  <a:ext cx="1641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FE5DD32-86FA-4045-BDD0-C2F305095FE2}"/>
                    </a:ext>
                  </a:extLst>
                </p14:cNvPr>
                <p14:cNvContentPartPr/>
                <p14:nvPr/>
              </p14:nvContentPartPr>
              <p14:xfrm>
                <a:off x="4846547" y="3955040"/>
                <a:ext cx="18360" cy="60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FE5DD32-86FA-4045-BDD0-C2F305095FE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842227" y="3950720"/>
                  <a:ext cx="270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1A75CF2-A07E-0328-C782-17068DBA616F}"/>
                    </a:ext>
                  </a:extLst>
                </p14:cNvPr>
                <p14:cNvContentPartPr/>
                <p14:nvPr/>
              </p14:nvContentPartPr>
              <p14:xfrm>
                <a:off x="4890827" y="3819680"/>
                <a:ext cx="50760" cy="288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1A75CF2-A07E-0328-C782-17068DBA616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886507" y="3815360"/>
                  <a:ext cx="594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0B63C4B-2E5D-33D0-277E-C890B7570B01}"/>
                    </a:ext>
                  </a:extLst>
                </p14:cNvPr>
                <p14:cNvContentPartPr/>
                <p14:nvPr/>
              </p14:nvContentPartPr>
              <p14:xfrm>
                <a:off x="5036627" y="3770720"/>
                <a:ext cx="86400" cy="2667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0B63C4B-2E5D-33D0-277E-C890B7570B0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032307" y="3766400"/>
                  <a:ext cx="950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7A05BCC-D4F8-67AE-BF27-9257E0E540CF}"/>
                    </a:ext>
                  </a:extLst>
                </p14:cNvPr>
                <p14:cNvContentPartPr/>
                <p14:nvPr/>
              </p14:nvContentPartPr>
              <p14:xfrm>
                <a:off x="5005307" y="3928040"/>
                <a:ext cx="134280" cy="1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7A05BCC-D4F8-67AE-BF27-9257E0E540C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000987" y="3923720"/>
                  <a:ext cx="14292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730B78B-5ACE-F5A6-71DB-68B1E95F32D5}"/>
                    </a:ext>
                  </a:extLst>
                </p14:cNvPr>
                <p14:cNvContentPartPr/>
                <p14:nvPr/>
              </p14:nvContentPartPr>
              <p14:xfrm>
                <a:off x="5192147" y="3941360"/>
                <a:ext cx="84960" cy="576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730B78B-5ACE-F5A6-71DB-68B1E95F32D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187827" y="3937040"/>
                  <a:ext cx="936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4833077-F829-CE1A-AC4C-294F15DAC62B}"/>
                    </a:ext>
                  </a:extLst>
                </p14:cNvPr>
                <p14:cNvContentPartPr/>
                <p14:nvPr/>
              </p14:nvContentPartPr>
              <p14:xfrm>
                <a:off x="5033027" y="3931640"/>
                <a:ext cx="275400" cy="396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4833077-F829-CE1A-AC4C-294F15DAC62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028707" y="3927320"/>
                  <a:ext cx="284040" cy="40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C910ABF5-1D64-2A1F-8F9B-268ABBCDC3C8}"/>
              </a:ext>
            </a:extLst>
          </p:cNvPr>
          <p:cNvGrpSpPr/>
          <p:nvPr/>
        </p:nvGrpSpPr>
        <p:grpSpPr>
          <a:xfrm>
            <a:off x="5702627" y="3831920"/>
            <a:ext cx="364680" cy="160200"/>
            <a:chOff x="5702627" y="3831920"/>
            <a:chExt cx="364680" cy="16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07A09C0-0588-D2BE-F384-2F157F5D2C28}"/>
                    </a:ext>
                  </a:extLst>
                </p14:cNvPr>
                <p14:cNvContentPartPr/>
                <p14:nvPr/>
              </p14:nvContentPartPr>
              <p14:xfrm>
                <a:off x="5702627" y="3882680"/>
                <a:ext cx="106560" cy="1094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07A09C0-0588-D2BE-F384-2F157F5D2C2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698307" y="3878360"/>
                  <a:ext cx="1152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B7AA3AE-C3E4-3E9E-E17E-B096EFD2EE09}"/>
                    </a:ext>
                  </a:extLst>
                </p14:cNvPr>
                <p14:cNvContentPartPr/>
                <p14:nvPr/>
              </p14:nvContentPartPr>
              <p14:xfrm>
                <a:off x="5849507" y="3886640"/>
                <a:ext cx="83160" cy="1051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B7AA3AE-C3E4-3E9E-E17E-B096EFD2EE0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845187" y="3882320"/>
                  <a:ext cx="918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BC9FD6E-20EC-94C6-43FF-E8A581AEBFE4}"/>
                    </a:ext>
                  </a:extLst>
                </p14:cNvPr>
                <p14:cNvContentPartPr/>
                <p14:nvPr/>
              </p14:nvContentPartPr>
              <p14:xfrm>
                <a:off x="5913587" y="3831920"/>
                <a:ext cx="153720" cy="1364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BC9FD6E-20EC-94C6-43FF-E8A581AEBFE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909267" y="3827600"/>
                  <a:ext cx="16236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9935EC50-28B1-74FE-B76E-C4C44954FCC6}"/>
              </a:ext>
            </a:extLst>
          </p:cNvPr>
          <p:cNvGrpSpPr/>
          <p:nvPr/>
        </p:nvGrpSpPr>
        <p:grpSpPr>
          <a:xfrm>
            <a:off x="6594707" y="3521600"/>
            <a:ext cx="975240" cy="432000"/>
            <a:chOff x="6594707" y="3521600"/>
            <a:chExt cx="975240" cy="43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B494A24-96BC-22EC-3FD8-AC30A2D68491}"/>
                    </a:ext>
                  </a:extLst>
                </p14:cNvPr>
                <p14:cNvContentPartPr/>
                <p14:nvPr/>
              </p14:nvContentPartPr>
              <p14:xfrm>
                <a:off x="6594707" y="3644360"/>
                <a:ext cx="350280" cy="2876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B494A24-96BC-22EC-3FD8-AC30A2D6849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590387" y="3640040"/>
                  <a:ext cx="3589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CD99EA9-9A69-B019-AE70-48138996AF09}"/>
                    </a:ext>
                  </a:extLst>
                </p14:cNvPr>
                <p14:cNvContentPartPr/>
                <p14:nvPr/>
              </p14:nvContentPartPr>
              <p14:xfrm>
                <a:off x="6970187" y="3790880"/>
                <a:ext cx="99360" cy="1141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CD99EA9-9A69-B019-AE70-48138996AF0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965867" y="3786560"/>
                  <a:ext cx="1080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A84DF60-BEE0-116F-3108-C7ABA7C620E2}"/>
                    </a:ext>
                  </a:extLst>
                </p14:cNvPr>
                <p14:cNvContentPartPr/>
                <p14:nvPr/>
              </p14:nvContentPartPr>
              <p14:xfrm>
                <a:off x="7165307" y="3521600"/>
                <a:ext cx="289800" cy="339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A84DF60-BEE0-116F-3108-C7ABA7C620E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160987" y="3517280"/>
                  <a:ext cx="2984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64A54BD-F923-96D5-60BF-A986FF5AF54C}"/>
                    </a:ext>
                  </a:extLst>
                </p14:cNvPr>
                <p14:cNvContentPartPr/>
                <p14:nvPr/>
              </p14:nvContentPartPr>
              <p14:xfrm>
                <a:off x="7406867" y="3749480"/>
                <a:ext cx="163080" cy="2041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64A54BD-F923-96D5-60BF-A986FF5AF54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402547" y="3745160"/>
                  <a:ext cx="17172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A20C75F6-6552-26A9-5289-2CAF8C55AEE9}"/>
              </a:ext>
            </a:extLst>
          </p:cNvPr>
          <p:cNvGrpSpPr/>
          <p:nvPr/>
        </p:nvGrpSpPr>
        <p:grpSpPr>
          <a:xfrm>
            <a:off x="8226587" y="3355640"/>
            <a:ext cx="1804680" cy="589680"/>
            <a:chOff x="8226587" y="3355640"/>
            <a:chExt cx="1804680" cy="58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4FDF76D-68F5-FA6B-DEA0-E94EE2175AD7}"/>
                    </a:ext>
                  </a:extLst>
                </p14:cNvPr>
                <p14:cNvContentPartPr/>
                <p14:nvPr/>
              </p14:nvContentPartPr>
              <p14:xfrm>
                <a:off x="8379947" y="3485600"/>
                <a:ext cx="23760" cy="471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4FDF76D-68F5-FA6B-DEA0-E94EE2175AD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375627" y="3481280"/>
                  <a:ext cx="324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6CC6962-407F-89E7-ABA8-ECDDA71A0CFC}"/>
                    </a:ext>
                  </a:extLst>
                </p14:cNvPr>
                <p14:cNvContentPartPr/>
                <p14:nvPr/>
              </p14:nvContentPartPr>
              <p14:xfrm>
                <a:off x="8226587" y="3501080"/>
                <a:ext cx="327960" cy="444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6CC6962-407F-89E7-ABA8-ECDDA71A0CF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222267" y="3496760"/>
                  <a:ext cx="33660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C41E9D7-9C08-BB0B-FD00-7DA2D3C858DA}"/>
                    </a:ext>
                  </a:extLst>
                </p14:cNvPr>
                <p14:cNvContentPartPr/>
                <p14:nvPr/>
              </p14:nvContentPartPr>
              <p14:xfrm>
                <a:off x="8667947" y="3566600"/>
                <a:ext cx="314280" cy="3510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C41E9D7-9C08-BB0B-FD00-7DA2D3C858D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663627" y="3562280"/>
                  <a:ext cx="32292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967CABC-26D2-BDD6-55E5-176D98BAC529}"/>
                    </a:ext>
                  </a:extLst>
                </p14:cNvPr>
                <p14:cNvContentPartPr/>
                <p14:nvPr/>
              </p14:nvContentPartPr>
              <p14:xfrm>
                <a:off x="8814827" y="3709520"/>
                <a:ext cx="285480" cy="39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967CABC-26D2-BDD6-55E5-176D98BAC52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810507" y="3705200"/>
                  <a:ext cx="294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9ECC073-3990-CBDD-7D49-02B7792B20F6}"/>
                    </a:ext>
                  </a:extLst>
                </p14:cNvPr>
                <p14:cNvContentPartPr/>
                <p14:nvPr/>
              </p14:nvContentPartPr>
              <p14:xfrm>
                <a:off x="9157547" y="3569480"/>
                <a:ext cx="232560" cy="2610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9ECC073-3990-CBDD-7D49-02B7792B20F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153227" y="3565160"/>
                  <a:ext cx="2412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4FC7172-BCBF-07F1-7152-8630A2378062}"/>
                    </a:ext>
                  </a:extLst>
                </p14:cNvPr>
                <p14:cNvContentPartPr/>
                <p14:nvPr/>
              </p14:nvContentPartPr>
              <p14:xfrm>
                <a:off x="9469307" y="3592880"/>
                <a:ext cx="140400" cy="2134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4FC7172-BCBF-07F1-7152-8630A237806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464987" y="3588560"/>
                  <a:ext cx="1490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1508715-4E38-C3A6-7794-CEB26280A113}"/>
                    </a:ext>
                  </a:extLst>
                </p14:cNvPr>
                <p14:cNvContentPartPr/>
                <p14:nvPr/>
              </p14:nvContentPartPr>
              <p14:xfrm>
                <a:off x="9589907" y="3463640"/>
                <a:ext cx="221760" cy="2959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1508715-4E38-C3A6-7794-CEB26280A11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585587" y="3459320"/>
                  <a:ext cx="2304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10CE302-AE93-679B-A04A-4114BA26E208}"/>
                    </a:ext>
                  </a:extLst>
                </p14:cNvPr>
                <p14:cNvContentPartPr/>
                <p14:nvPr/>
              </p14:nvContentPartPr>
              <p14:xfrm>
                <a:off x="9856667" y="3355640"/>
                <a:ext cx="174600" cy="5047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10CE302-AE93-679B-A04A-4114BA26E20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852347" y="3351320"/>
                  <a:ext cx="183240" cy="51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35F2446A-98FA-6490-E699-57D30FCE4BC2}"/>
              </a:ext>
            </a:extLst>
          </p:cNvPr>
          <p:cNvGrpSpPr/>
          <p:nvPr/>
        </p:nvGrpSpPr>
        <p:grpSpPr>
          <a:xfrm>
            <a:off x="10526987" y="3409640"/>
            <a:ext cx="1407960" cy="654120"/>
            <a:chOff x="10526987" y="3409640"/>
            <a:chExt cx="1407960" cy="65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C15C183-F4A7-08EE-EACC-BD86E6FBE523}"/>
                    </a:ext>
                  </a:extLst>
                </p14:cNvPr>
                <p14:cNvContentPartPr/>
                <p14:nvPr/>
              </p14:nvContentPartPr>
              <p14:xfrm>
                <a:off x="10647227" y="3487760"/>
                <a:ext cx="75600" cy="2361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C15C183-F4A7-08EE-EACC-BD86E6FBE52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642907" y="3483440"/>
                  <a:ext cx="842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8E72696-3081-B53E-1CD3-C880A4657212}"/>
                    </a:ext>
                  </a:extLst>
                </p14:cNvPr>
                <p14:cNvContentPartPr/>
                <p14:nvPr/>
              </p14:nvContentPartPr>
              <p14:xfrm>
                <a:off x="10526987" y="3409640"/>
                <a:ext cx="307080" cy="363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8E72696-3081-B53E-1CD3-C880A465721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522667" y="3405320"/>
                  <a:ext cx="31572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DEDA699-B2F3-F591-E4DF-8FA1AB2AFF1B}"/>
                    </a:ext>
                  </a:extLst>
                </p14:cNvPr>
                <p14:cNvContentPartPr/>
                <p14:nvPr/>
              </p14:nvContentPartPr>
              <p14:xfrm>
                <a:off x="10908947" y="3671360"/>
                <a:ext cx="9360" cy="1101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DEDA699-B2F3-F591-E4DF-8FA1AB2AFF1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904627" y="3667040"/>
                  <a:ext cx="180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7F79304-3007-9259-CB60-782D48B848A7}"/>
                    </a:ext>
                  </a:extLst>
                </p14:cNvPr>
                <p14:cNvContentPartPr/>
                <p14:nvPr/>
              </p14:nvContentPartPr>
              <p14:xfrm>
                <a:off x="11001107" y="3503600"/>
                <a:ext cx="24480" cy="990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7F79304-3007-9259-CB60-782D48B848A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996787" y="3499280"/>
                  <a:ext cx="331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7BE3E84-1B13-683A-CBDF-394D8E7C1347}"/>
                    </a:ext>
                  </a:extLst>
                </p14:cNvPr>
                <p14:cNvContentPartPr/>
                <p14:nvPr/>
              </p14:nvContentPartPr>
              <p14:xfrm>
                <a:off x="11003627" y="3646520"/>
                <a:ext cx="146520" cy="943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7BE3E84-1B13-683A-CBDF-394D8E7C134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999307" y="3642200"/>
                  <a:ext cx="1551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14C7D24-68A1-29FE-DBB7-8C3A64B698D8}"/>
                    </a:ext>
                  </a:extLst>
                </p14:cNvPr>
                <p14:cNvContentPartPr/>
                <p14:nvPr/>
              </p14:nvContentPartPr>
              <p14:xfrm>
                <a:off x="11031707" y="3638240"/>
                <a:ext cx="245520" cy="4255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14C7D24-68A1-29FE-DBB7-8C3A64B698D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027387" y="3633920"/>
                  <a:ext cx="25416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D9F1272-9EBC-A3B5-1A8F-8018761B21D3}"/>
                    </a:ext>
                  </a:extLst>
                </p14:cNvPr>
                <p14:cNvContentPartPr/>
                <p14:nvPr/>
              </p14:nvContentPartPr>
              <p14:xfrm>
                <a:off x="11333387" y="3595760"/>
                <a:ext cx="144720" cy="1591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D9F1272-9EBC-A3B5-1A8F-8018761B21D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329067" y="3591440"/>
                  <a:ext cx="1533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94D2AE0-C19E-BE29-8C12-CCA199DB548B}"/>
                    </a:ext>
                  </a:extLst>
                </p14:cNvPr>
                <p14:cNvContentPartPr/>
                <p14:nvPr/>
              </p14:nvContentPartPr>
              <p14:xfrm>
                <a:off x="11462987" y="3606200"/>
                <a:ext cx="144000" cy="1530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94D2AE0-C19E-BE29-8C12-CCA199DB548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458667" y="3601880"/>
                  <a:ext cx="1526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B593285-3516-1814-C116-964A1BAA3735}"/>
                    </a:ext>
                  </a:extLst>
                </p14:cNvPr>
                <p14:cNvContentPartPr/>
                <p14:nvPr/>
              </p14:nvContentPartPr>
              <p14:xfrm>
                <a:off x="11656307" y="3664520"/>
                <a:ext cx="278640" cy="1328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B593285-3516-1814-C116-964A1BAA373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651987" y="3660200"/>
                  <a:ext cx="28728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B2480AA8-CFBE-6835-53B1-ED44F45FE4EF}"/>
              </a:ext>
            </a:extLst>
          </p:cNvPr>
          <p:cNvGrpSpPr/>
          <p:nvPr/>
        </p:nvGrpSpPr>
        <p:grpSpPr>
          <a:xfrm>
            <a:off x="2927387" y="4618880"/>
            <a:ext cx="266760" cy="621720"/>
            <a:chOff x="2927387" y="4618880"/>
            <a:chExt cx="266760" cy="62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83F465B-0082-28DA-54EF-63030E906872}"/>
                    </a:ext>
                  </a:extLst>
                </p14:cNvPr>
                <p14:cNvContentPartPr/>
                <p14:nvPr/>
              </p14:nvContentPartPr>
              <p14:xfrm>
                <a:off x="2965187" y="4618880"/>
                <a:ext cx="174240" cy="3603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83F465B-0082-28DA-54EF-63030E90687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960867" y="4614560"/>
                  <a:ext cx="18288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B9C3ECF-85E5-5D9A-2E77-22B33CE29BB1}"/>
                    </a:ext>
                  </a:extLst>
                </p14:cNvPr>
                <p14:cNvContentPartPr/>
                <p14:nvPr/>
              </p14:nvContentPartPr>
              <p14:xfrm>
                <a:off x="2927387" y="4709960"/>
                <a:ext cx="266760" cy="5306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B9C3ECF-85E5-5D9A-2E77-22B33CE29BB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923067" y="4705640"/>
                  <a:ext cx="275400" cy="53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8D5AA677-1F4F-7043-BE5B-7C176FA054A8}"/>
              </a:ext>
            </a:extLst>
          </p:cNvPr>
          <p:cNvGrpSpPr/>
          <p:nvPr/>
        </p:nvGrpSpPr>
        <p:grpSpPr>
          <a:xfrm>
            <a:off x="3491867" y="4595480"/>
            <a:ext cx="1626840" cy="458640"/>
            <a:chOff x="3491867" y="4595480"/>
            <a:chExt cx="1626840" cy="45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708A104-D89B-92B7-43C5-E9B6796F25B5}"/>
                    </a:ext>
                  </a:extLst>
                </p14:cNvPr>
                <p14:cNvContentPartPr/>
                <p14:nvPr/>
              </p14:nvContentPartPr>
              <p14:xfrm>
                <a:off x="3491867" y="4606280"/>
                <a:ext cx="285480" cy="3492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708A104-D89B-92B7-43C5-E9B6796F25B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487547" y="4601960"/>
                  <a:ext cx="2941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1B679E5-2096-6689-2392-BE234FDC96CF}"/>
                    </a:ext>
                  </a:extLst>
                </p14:cNvPr>
                <p14:cNvContentPartPr/>
                <p14:nvPr/>
              </p14:nvContentPartPr>
              <p14:xfrm>
                <a:off x="3610667" y="4770080"/>
                <a:ext cx="244080" cy="266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1B679E5-2096-6689-2392-BE234FDC96C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606347" y="4765760"/>
                  <a:ext cx="2527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95E7182-661A-6808-0D50-6D8768095EFE}"/>
                    </a:ext>
                  </a:extLst>
                </p14:cNvPr>
                <p14:cNvContentPartPr/>
                <p14:nvPr/>
              </p14:nvContentPartPr>
              <p14:xfrm>
                <a:off x="3876347" y="4758560"/>
                <a:ext cx="147960" cy="1137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95E7182-661A-6808-0D50-6D8768095EF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872027" y="4754240"/>
                  <a:ext cx="1566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B05CAD1-DBCE-FC9D-EBFE-B7A912D9BD4E}"/>
                    </a:ext>
                  </a:extLst>
                </p14:cNvPr>
                <p14:cNvContentPartPr/>
                <p14:nvPr/>
              </p14:nvContentPartPr>
              <p14:xfrm>
                <a:off x="4079027" y="4610600"/>
                <a:ext cx="123840" cy="2613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B05CAD1-DBCE-FC9D-EBFE-B7A912D9BD4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074707" y="4606280"/>
                  <a:ext cx="1324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E4D61CA-8CD7-1D37-2FE5-EAC9116CF3C0}"/>
                    </a:ext>
                  </a:extLst>
                </p14:cNvPr>
                <p14:cNvContentPartPr/>
                <p14:nvPr/>
              </p14:nvContentPartPr>
              <p14:xfrm>
                <a:off x="4034387" y="4761440"/>
                <a:ext cx="259200" cy="1047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E4D61CA-8CD7-1D37-2FE5-EAC9116CF3C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030067" y="4757120"/>
                  <a:ext cx="2678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5A8263B-F245-2198-679A-6FA5A6045DC7}"/>
                    </a:ext>
                  </a:extLst>
                </p14:cNvPr>
                <p14:cNvContentPartPr/>
                <p14:nvPr/>
              </p14:nvContentPartPr>
              <p14:xfrm>
                <a:off x="4341467" y="4634720"/>
                <a:ext cx="37080" cy="936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5A8263B-F245-2198-679A-6FA5A6045DC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337147" y="4630400"/>
                  <a:ext cx="457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1ED6FAC-5A69-7193-3A9D-030332DE7E4A}"/>
                    </a:ext>
                  </a:extLst>
                </p14:cNvPr>
                <p14:cNvContentPartPr/>
                <p14:nvPr/>
              </p14:nvContentPartPr>
              <p14:xfrm>
                <a:off x="4370987" y="4706720"/>
                <a:ext cx="171000" cy="1584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1ED6FAC-5A69-7193-3A9D-030332DE7E4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366667" y="4702400"/>
                  <a:ext cx="1796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86BACE7-1DF5-2D8F-3BA1-C4E33CC48233}"/>
                    </a:ext>
                  </a:extLst>
                </p14:cNvPr>
                <p14:cNvContentPartPr/>
                <p14:nvPr/>
              </p14:nvContentPartPr>
              <p14:xfrm>
                <a:off x="4607867" y="4756400"/>
                <a:ext cx="23760" cy="734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86BACE7-1DF5-2D8F-3BA1-C4E33CC4823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603547" y="4752080"/>
                  <a:ext cx="324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6B82F32-25E7-8CD6-635E-C969CCC68125}"/>
                    </a:ext>
                  </a:extLst>
                </p14:cNvPr>
                <p14:cNvContentPartPr/>
                <p14:nvPr/>
              </p14:nvContentPartPr>
              <p14:xfrm>
                <a:off x="4680227" y="4606640"/>
                <a:ext cx="86760" cy="108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6B82F32-25E7-8CD6-635E-C969CCC6812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675907" y="4602320"/>
                  <a:ext cx="954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9DC80D7-04B1-F79F-CE11-AC6A931BFFD6}"/>
                    </a:ext>
                  </a:extLst>
                </p14:cNvPr>
                <p14:cNvContentPartPr/>
                <p14:nvPr/>
              </p14:nvContentPartPr>
              <p14:xfrm>
                <a:off x="4776347" y="4595480"/>
                <a:ext cx="114840" cy="2361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9DC80D7-04B1-F79F-CE11-AC6A931BFFD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772027" y="4591160"/>
                  <a:ext cx="1234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257F626-DE10-54B8-4E38-EB19D79842DB}"/>
                    </a:ext>
                  </a:extLst>
                </p14:cNvPr>
                <p14:cNvContentPartPr/>
                <p14:nvPr/>
              </p14:nvContentPartPr>
              <p14:xfrm>
                <a:off x="4762307" y="4723280"/>
                <a:ext cx="148680" cy="57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257F626-DE10-54B8-4E38-EB19D79842D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757987" y="4718960"/>
                  <a:ext cx="15732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9FD8298-5682-FC96-4BB3-32A50A6568C1}"/>
                    </a:ext>
                  </a:extLst>
                </p14:cNvPr>
                <p14:cNvContentPartPr/>
                <p14:nvPr/>
              </p14:nvContentPartPr>
              <p14:xfrm>
                <a:off x="4952027" y="4742000"/>
                <a:ext cx="90720" cy="597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9FD8298-5682-FC96-4BB3-32A50A6568C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947707" y="4737680"/>
                  <a:ext cx="993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9DA811A-2335-F910-2474-F60CBAA94DB5}"/>
                    </a:ext>
                  </a:extLst>
                </p14:cNvPr>
                <p14:cNvContentPartPr/>
                <p14:nvPr/>
              </p14:nvContentPartPr>
              <p14:xfrm>
                <a:off x="4860227" y="4739840"/>
                <a:ext cx="258480" cy="3142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9DA811A-2335-F910-2474-F60CBAA94DB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855907" y="4735520"/>
                  <a:ext cx="267120" cy="32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913F7147-D911-F837-7D32-9310F3C04381}"/>
              </a:ext>
            </a:extLst>
          </p:cNvPr>
          <p:cNvGrpSpPr/>
          <p:nvPr/>
        </p:nvGrpSpPr>
        <p:grpSpPr>
          <a:xfrm>
            <a:off x="5338307" y="4679720"/>
            <a:ext cx="355320" cy="145440"/>
            <a:chOff x="5338307" y="4679720"/>
            <a:chExt cx="355320" cy="14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87D87CA-F1F9-8A71-3134-EE0915C6321C}"/>
                    </a:ext>
                  </a:extLst>
                </p14:cNvPr>
                <p14:cNvContentPartPr/>
                <p14:nvPr/>
              </p14:nvContentPartPr>
              <p14:xfrm>
                <a:off x="5338307" y="4707080"/>
                <a:ext cx="133200" cy="1180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87D87CA-F1F9-8A71-3134-EE0915C6321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333987" y="4702760"/>
                  <a:ext cx="1418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649DB77-C506-B134-DCC6-F26746959AB5}"/>
                    </a:ext>
                  </a:extLst>
                </p14:cNvPr>
                <p14:cNvContentPartPr/>
                <p14:nvPr/>
              </p14:nvContentPartPr>
              <p14:xfrm>
                <a:off x="5544227" y="4679720"/>
                <a:ext cx="149400" cy="1123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649DB77-C506-B134-DCC6-F26746959AB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539907" y="4675400"/>
                  <a:ext cx="15804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A10B7A5E-1D4C-6D81-D09A-58DD25A34643}"/>
              </a:ext>
            </a:extLst>
          </p:cNvPr>
          <p:cNvGrpSpPr/>
          <p:nvPr/>
        </p:nvGrpSpPr>
        <p:grpSpPr>
          <a:xfrm>
            <a:off x="6119147" y="4443920"/>
            <a:ext cx="1123200" cy="323640"/>
            <a:chOff x="6119147" y="4443920"/>
            <a:chExt cx="1123200" cy="32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89F28AA-1F72-822F-8E6D-84CF78FAD9AA}"/>
                    </a:ext>
                  </a:extLst>
                </p14:cNvPr>
                <p14:cNvContentPartPr/>
                <p14:nvPr/>
              </p14:nvContentPartPr>
              <p14:xfrm>
                <a:off x="6119147" y="4443920"/>
                <a:ext cx="302760" cy="3236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89F28AA-1F72-822F-8E6D-84CF78FAD9A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114827" y="4439600"/>
                  <a:ext cx="31140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46F6D05-D33A-1636-952E-A5E5C59341E5}"/>
                    </a:ext>
                  </a:extLst>
                </p14:cNvPr>
                <p14:cNvContentPartPr/>
                <p14:nvPr/>
              </p14:nvContentPartPr>
              <p14:xfrm>
                <a:off x="6294467" y="4649480"/>
                <a:ext cx="187920" cy="79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46F6D05-D33A-1636-952E-A5E5C59341E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290147" y="4645160"/>
                  <a:ext cx="1965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C2EC00A-245B-5991-01B7-DA3C9D4B98A3}"/>
                    </a:ext>
                  </a:extLst>
                </p14:cNvPr>
                <p14:cNvContentPartPr/>
                <p14:nvPr/>
              </p14:nvContentPartPr>
              <p14:xfrm>
                <a:off x="6521627" y="4603040"/>
                <a:ext cx="120600" cy="1220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C2EC00A-245B-5991-01B7-DA3C9D4B98A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517307" y="4598720"/>
                  <a:ext cx="1292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44B94DC-AACE-D5C2-A120-EFCC7DA43AAA}"/>
                    </a:ext>
                  </a:extLst>
                </p14:cNvPr>
                <p14:cNvContentPartPr/>
                <p14:nvPr/>
              </p14:nvContentPartPr>
              <p14:xfrm>
                <a:off x="6712787" y="4533560"/>
                <a:ext cx="116280" cy="1731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44B94DC-AACE-D5C2-A120-EFCC7DA43AA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708467" y="4529240"/>
                  <a:ext cx="1249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D02AC78-9286-292D-88B0-527B44FAE955}"/>
                    </a:ext>
                  </a:extLst>
                </p14:cNvPr>
                <p14:cNvContentPartPr/>
                <p14:nvPr/>
              </p14:nvContentPartPr>
              <p14:xfrm>
                <a:off x="6854267" y="4562360"/>
                <a:ext cx="94320" cy="1368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D02AC78-9286-292D-88B0-527B44FAE95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849947" y="4558040"/>
                  <a:ext cx="1029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1A11027-A2F5-CFD3-FB49-39CC456EED5E}"/>
                    </a:ext>
                  </a:extLst>
                </p14:cNvPr>
                <p14:cNvContentPartPr/>
                <p14:nvPr/>
              </p14:nvContentPartPr>
              <p14:xfrm>
                <a:off x="7027427" y="4565960"/>
                <a:ext cx="214920" cy="1209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1A11027-A2F5-CFD3-FB49-39CC456EED5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023107" y="4561640"/>
                  <a:ext cx="22356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18E87BF3-85E3-2BF9-E895-2AB8659738BB}"/>
              </a:ext>
            </a:extLst>
          </p:cNvPr>
          <p:cNvGrpSpPr/>
          <p:nvPr/>
        </p:nvGrpSpPr>
        <p:grpSpPr>
          <a:xfrm>
            <a:off x="7929947" y="4293080"/>
            <a:ext cx="1296720" cy="501480"/>
            <a:chOff x="7929947" y="4293080"/>
            <a:chExt cx="1296720" cy="50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65428A7-71EB-5053-3FF5-AB6AAFEFCFF9}"/>
                    </a:ext>
                  </a:extLst>
                </p14:cNvPr>
                <p14:cNvContentPartPr/>
                <p14:nvPr/>
              </p14:nvContentPartPr>
              <p14:xfrm>
                <a:off x="7929947" y="4293080"/>
                <a:ext cx="241920" cy="4435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65428A7-71EB-5053-3FF5-AB6AAFEFCFF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925627" y="4288760"/>
                  <a:ext cx="25056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B67AE56-5F9B-D261-2298-AA3A67FE0E1D}"/>
                    </a:ext>
                  </a:extLst>
                </p14:cNvPr>
                <p14:cNvContentPartPr/>
                <p14:nvPr/>
              </p14:nvContentPartPr>
              <p14:xfrm>
                <a:off x="8294627" y="4398200"/>
                <a:ext cx="226800" cy="3088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B67AE56-5F9B-D261-2298-AA3A67FE0E1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290307" y="4393880"/>
                  <a:ext cx="2354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3369AB5-E5F8-71CA-5EFE-7D0201155EF3}"/>
                    </a:ext>
                  </a:extLst>
                </p14:cNvPr>
                <p14:cNvContentPartPr/>
                <p14:nvPr/>
              </p14:nvContentPartPr>
              <p14:xfrm>
                <a:off x="8403707" y="4518800"/>
                <a:ext cx="163800" cy="298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3369AB5-E5F8-71CA-5EFE-7D0201155EF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399387" y="4514480"/>
                  <a:ext cx="1724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B8AA41E-7886-1C9E-2007-570B9E1ACFCE}"/>
                    </a:ext>
                  </a:extLst>
                </p14:cNvPr>
                <p14:cNvContentPartPr/>
                <p14:nvPr/>
              </p14:nvContentPartPr>
              <p14:xfrm>
                <a:off x="8620787" y="4413680"/>
                <a:ext cx="184680" cy="1872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B8AA41E-7886-1C9E-2007-570B9E1ACFCE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616467" y="4409360"/>
                  <a:ext cx="1933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1412DA1-1ADC-3777-579E-4471B88E5BC4}"/>
                    </a:ext>
                  </a:extLst>
                </p14:cNvPr>
                <p14:cNvContentPartPr/>
                <p14:nvPr/>
              </p14:nvContentPartPr>
              <p14:xfrm>
                <a:off x="8907347" y="4333040"/>
                <a:ext cx="170280" cy="3117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1412DA1-1ADC-3777-579E-4471B88E5BC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903027" y="4328720"/>
                  <a:ext cx="1789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4891EDC-9FA3-29DD-72AC-C9E4FE349EB6}"/>
                    </a:ext>
                  </a:extLst>
                </p14:cNvPr>
                <p14:cNvContentPartPr/>
                <p14:nvPr/>
              </p14:nvContentPartPr>
              <p14:xfrm>
                <a:off x="8969627" y="4501520"/>
                <a:ext cx="99000" cy="64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4891EDC-9FA3-29DD-72AC-C9E4FE349EB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965307" y="4497200"/>
                  <a:ext cx="10764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20F273E-ED90-7F71-EAA7-1D9C017A11D0}"/>
                    </a:ext>
                  </a:extLst>
                </p14:cNvPr>
                <p14:cNvContentPartPr/>
                <p14:nvPr/>
              </p14:nvContentPartPr>
              <p14:xfrm>
                <a:off x="9102107" y="4314680"/>
                <a:ext cx="124560" cy="4798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20F273E-ED90-7F71-EAA7-1D9C017A11D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097787" y="4310360"/>
                  <a:ext cx="133200" cy="48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83C14C5B-CD3E-77EB-DF0A-C7EE2D1ACDFF}"/>
              </a:ext>
            </a:extLst>
          </p:cNvPr>
          <p:cNvGrpSpPr/>
          <p:nvPr/>
        </p:nvGrpSpPr>
        <p:grpSpPr>
          <a:xfrm>
            <a:off x="9689627" y="4267160"/>
            <a:ext cx="1710000" cy="615240"/>
            <a:chOff x="9689627" y="4267160"/>
            <a:chExt cx="1710000" cy="61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159AD5A-35DC-1608-04EC-65B77BEF396F}"/>
                    </a:ext>
                  </a:extLst>
                </p14:cNvPr>
                <p14:cNvContentPartPr/>
                <p14:nvPr/>
              </p14:nvContentPartPr>
              <p14:xfrm>
                <a:off x="9848027" y="4333040"/>
                <a:ext cx="56520" cy="1846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159AD5A-35DC-1608-04EC-65B77BEF396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843707" y="4328720"/>
                  <a:ext cx="651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ABE5EA0-841B-BA62-0979-910189370868}"/>
                    </a:ext>
                  </a:extLst>
                </p14:cNvPr>
                <p14:cNvContentPartPr/>
                <p14:nvPr/>
              </p14:nvContentPartPr>
              <p14:xfrm>
                <a:off x="9689627" y="4267160"/>
                <a:ext cx="358560" cy="3096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ABE5EA0-841B-BA62-0979-91018937086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685307" y="4262840"/>
                  <a:ext cx="3672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5D3872F-7569-CB6F-D32B-0846D6BB7E0C}"/>
                    </a:ext>
                  </a:extLst>
                </p14:cNvPr>
                <p14:cNvContentPartPr/>
                <p14:nvPr/>
              </p14:nvContentPartPr>
              <p14:xfrm>
                <a:off x="10165547" y="4507280"/>
                <a:ext cx="17640" cy="943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5D3872F-7569-CB6F-D32B-0846D6BB7E0C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161227" y="4502960"/>
                  <a:ext cx="262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919BE7C-82DC-CAB4-76C2-F897F9D3FBEA}"/>
                    </a:ext>
                  </a:extLst>
                </p14:cNvPr>
                <p14:cNvContentPartPr/>
                <p14:nvPr/>
              </p14:nvContentPartPr>
              <p14:xfrm>
                <a:off x="10286867" y="4341680"/>
                <a:ext cx="32760" cy="860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919BE7C-82DC-CAB4-76C2-F897F9D3FBEA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282547" y="4337360"/>
                  <a:ext cx="414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19F0732-DF6C-D970-B805-D0163EF39F56}"/>
                    </a:ext>
                  </a:extLst>
                </p14:cNvPr>
                <p14:cNvContentPartPr/>
                <p14:nvPr/>
              </p14:nvContentPartPr>
              <p14:xfrm>
                <a:off x="10304867" y="4461560"/>
                <a:ext cx="203400" cy="874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19F0732-DF6C-D970-B805-D0163EF39F56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300547" y="4457240"/>
                  <a:ext cx="2120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E155A54-E5B9-8AF0-837F-F99E8C99F973}"/>
                    </a:ext>
                  </a:extLst>
                </p14:cNvPr>
                <p14:cNvContentPartPr/>
                <p14:nvPr/>
              </p14:nvContentPartPr>
              <p14:xfrm>
                <a:off x="10326467" y="4454360"/>
                <a:ext cx="357840" cy="4280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E155A54-E5B9-8AF0-837F-F99E8C99F97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322147" y="4450040"/>
                  <a:ext cx="36648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18570CD-9913-D524-CD18-32C54139FFD9}"/>
                    </a:ext>
                  </a:extLst>
                </p14:cNvPr>
                <p14:cNvContentPartPr/>
                <p14:nvPr/>
              </p14:nvContentPartPr>
              <p14:xfrm>
                <a:off x="10735427" y="4407920"/>
                <a:ext cx="124560" cy="1796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18570CD-9913-D524-CD18-32C54139FFD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731107" y="4403600"/>
                  <a:ext cx="1332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90DEFAF-BBCC-8CDE-4B44-4FA6D3F4308F}"/>
                    </a:ext>
                  </a:extLst>
                </p14:cNvPr>
                <p14:cNvContentPartPr/>
                <p14:nvPr/>
              </p14:nvContentPartPr>
              <p14:xfrm>
                <a:off x="10903187" y="4427720"/>
                <a:ext cx="113400" cy="1418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90DEFAF-BBCC-8CDE-4B44-4FA6D3F4308F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898867" y="4423400"/>
                  <a:ext cx="1220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509143F-BFC7-C1C8-504C-16960EA32DA9}"/>
                    </a:ext>
                  </a:extLst>
                </p14:cNvPr>
                <p14:cNvContentPartPr/>
                <p14:nvPr/>
              </p14:nvContentPartPr>
              <p14:xfrm>
                <a:off x="11110187" y="4487840"/>
                <a:ext cx="289440" cy="860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509143F-BFC7-C1C8-504C-16960EA32DA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105867" y="4483520"/>
                  <a:ext cx="298080" cy="9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7C1196F2-6663-D12B-6695-6722BF0A347B}"/>
                  </a:ext>
                </a:extLst>
              </p14:cNvPr>
              <p14:cNvContentPartPr/>
              <p14:nvPr/>
            </p14:nvContentPartPr>
            <p14:xfrm>
              <a:off x="1040987" y="5743160"/>
              <a:ext cx="47880" cy="3132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7C1196F2-6663-D12B-6695-6722BF0A347B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1036667" y="5738840"/>
                <a:ext cx="5652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F7A56305-363A-449F-9943-6B2D19E8E1D1}"/>
                  </a:ext>
                </a:extLst>
              </p14:cNvPr>
              <p14:cNvContentPartPr/>
              <p14:nvPr/>
            </p14:nvContentPartPr>
            <p14:xfrm>
              <a:off x="347960" y="1543400"/>
              <a:ext cx="325440" cy="37728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F7A56305-363A-449F-9943-6B2D19E8E1D1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338960" y="1534400"/>
                <a:ext cx="34308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67551C6E-33AB-669D-7B24-F5744F63B187}"/>
                  </a:ext>
                </a:extLst>
              </p14:cNvPr>
              <p14:cNvContentPartPr/>
              <p14:nvPr/>
            </p14:nvContentPartPr>
            <p14:xfrm>
              <a:off x="227360" y="2389760"/>
              <a:ext cx="332280" cy="36396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67551C6E-33AB-669D-7B24-F5744F63B187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218720" y="2380760"/>
                <a:ext cx="34992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8DBE2116-884E-B928-96B6-588F896F3AC9}"/>
                  </a:ext>
                </a:extLst>
              </p14:cNvPr>
              <p14:cNvContentPartPr/>
              <p14:nvPr/>
            </p14:nvContentPartPr>
            <p14:xfrm>
              <a:off x="2491040" y="3755240"/>
              <a:ext cx="319320" cy="42624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8DBE2116-884E-B928-96B6-588F896F3AC9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2482400" y="3746600"/>
                <a:ext cx="336960" cy="44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0758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66683C4-2787-35F5-6515-D9CA86822656}"/>
                  </a:ext>
                </a:extLst>
              </p14:cNvPr>
              <p14:cNvContentPartPr/>
              <p14:nvPr/>
            </p14:nvContentPartPr>
            <p14:xfrm>
              <a:off x="1269587" y="1543587"/>
              <a:ext cx="251640" cy="424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66683C4-2787-35F5-6515-D9CA868226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5267" y="1539267"/>
                <a:ext cx="260280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0892272-A400-9CC5-211B-CB5AA5488F1E}"/>
                  </a:ext>
                </a:extLst>
              </p14:cNvPr>
              <p14:cNvContentPartPr/>
              <p14:nvPr/>
            </p14:nvContentPartPr>
            <p14:xfrm>
              <a:off x="1371107" y="1758507"/>
              <a:ext cx="193680" cy="446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0892272-A400-9CC5-211B-CB5AA5488F1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66787" y="1754187"/>
                <a:ext cx="20232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AA7A764-AA1D-B7B2-BB37-FF464DEB4477}"/>
                  </a:ext>
                </a:extLst>
              </p14:cNvPr>
              <p14:cNvContentPartPr/>
              <p14:nvPr/>
            </p14:nvContentPartPr>
            <p14:xfrm>
              <a:off x="1209467" y="2496507"/>
              <a:ext cx="60480" cy="3139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AA7A764-AA1D-B7B2-BB37-FF464DEB447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05147" y="2492187"/>
                <a:ext cx="6912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1885453-BA9F-9B45-5C7B-3405ED63D497}"/>
                  </a:ext>
                </a:extLst>
              </p14:cNvPr>
              <p14:cNvContentPartPr/>
              <p14:nvPr/>
            </p14:nvContentPartPr>
            <p14:xfrm>
              <a:off x="1238627" y="2446467"/>
              <a:ext cx="263160" cy="3981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1885453-BA9F-9B45-5C7B-3405ED63D49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34307" y="2442147"/>
                <a:ext cx="27180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4A7CA63-DA6E-91B0-FA22-0C5E71DFDC41}"/>
                  </a:ext>
                </a:extLst>
              </p14:cNvPr>
              <p14:cNvContentPartPr/>
              <p14:nvPr/>
            </p14:nvContentPartPr>
            <p14:xfrm>
              <a:off x="1145747" y="3383547"/>
              <a:ext cx="313920" cy="3009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4A7CA63-DA6E-91B0-FA22-0C5E71DFDC4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41427" y="3379227"/>
                <a:ext cx="32256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26FEBCA-2623-4ADF-CB47-35C1BF6B570A}"/>
                  </a:ext>
                </a:extLst>
              </p14:cNvPr>
              <p14:cNvContentPartPr/>
              <p14:nvPr/>
            </p14:nvContentPartPr>
            <p14:xfrm>
              <a:off x="1244747" y="4391547"/>
              <a:ext cx="6120" cy="2678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26FEBCA-2623-4ADF-CB47-35C1BF6B570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40427" y="4387227"/>
                <a:ext cx="1476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DD6CD27-2686-10FC-6149-1765CEA50BBD}"/>
                  </a:ext>
                </a:extLst>
              </p14:cNvPr>
              <p14:cNvContentPartPr/>
              <p14:nvPr/>
            </p14:nvContentPartPr>
            <p14:xfrm>
              <a:off x="1023347" y="4344387"/>
              <a:ext cx="387720" cy="3942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DD6CD27-2686-10FC-6149-1765CEA50BB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19027" y="4340067"/>
                <a:ext cx="396360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AD1011A-0BB6-096D-E493-34CAF63E7FB3}"/>
                  </a:ext>
                </a:extLst>
              </p14:cNvPr>
              <p14:cNvContentPartPr/>
              <p14:nvPr/>
            </p14:nvContentPartPr>
            <p14:xfrm>
              <a:off x="2879507" y="2467520"/>
              <a:ext cx="2748600" cy="651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AD1011A-0BB6-096D-E493-34CAF63E7FB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875187" y="2463200"/>
                <a:ext cx="275724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86A1E546-FF13-2C94-ACF3-DD818BF4F972}"/>
                  </a:ext>
                </a:extLst>
              </p14:cNvPr>
              <p14:cNvContentPartPr/>
              <p14:nvPr/>
            </p14:nvContentPartPr>
            <p14:xfrm>
              <a:off x="7646627" y="4447880"/>
              <a:ext cx="2873160" cy="7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86A1E546-FF13-2C94-ACF3-DD818BF4F97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642307" y="4438520"/>
                <a:ext cx="28818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71266FE-24AF-7B1A-8BAF-859C9B82D284}"/>
                  </a:ext>
                </a:extLst>
              </p14:cNvPr>
              <p14:cNvContentPartPr/>
              <p14:nvPr/>
            </p14:nvContentPartPr>
            <p14:xfrm>
              <a:off x="5407427" y="305907"/>
              <a:ext cx="350280" cy="2862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71266FE-24AF-7B1A-8BAF-859C9B82D28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403107" y="301587"/>
                <a:ext cx="35892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F91014F-704A-8560-C98E-4E7DA2BC7EF7}"/>
                  </a:ext>
                </a:extLst>
              </p14:cNvPr>
              <p14:cNvContentPartPr/>
              <p14:nvPr/>
            </p14:nvContentPartPr>
            <p14:xfrm>
              <a:off x="5861747" y="224547"/>
              <a:ext cx="215640" cy="360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F91014F-704A-8560-C98E-4E7DA2BC7EF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857427" y="220227"/>
                <a:ext cx="224280" cy="36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ABC1C3F-3DD8-2190-BBAA-8C2217881F2F}"/>
                  </a:ext>
                </a:extLst>
              </p14:cNvPr>
              <p14:cNvContentPartPr/>
              <p14:nvPr/>
            </p14:nvContentPartPr>
            <p14:xfrm>
              <a:off x="6099347" y="498507"/>
              <a:ext cx="141840" cy="878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ABC1C3F-3DD8-2190-BBAA-8C2217881F2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095027" y="494187"/>
                <a:ext cx="15048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2081540-254B-C1D9-775E-64324AB14BBB}"/>
                  </a:ext>
                </a:extLst>
              </p14:cNvPr>
              <p14:cNvContentPartPr/>
              <p14:nvPr/>
            </p14:nvContentPartPr>
            <p14:xfrm>
              <a:off x="6343787" y="488787"/>
              <a:ext cx="85680" cy="82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2081540-254B-C1D9-775E-64324AB14BB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339467" y="484467"/>
                <a:ext cx="9432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CC924EC-04F1-5B5F-C88F-9C5B37139499}"/>
                  </a:ext>
                </a:extLst>
              </p14:cNvPr>
              <p14:cNvContentPartPr/>
              <p14:nvPr/>
            </p14:nvContentPartPr>
            <p14:xfrm>
              <a:off x="6664907" y="305187"/>
              <a:ext cx="100440" cy="3024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CC924EC-04F1-5B5F-C88F-9C5B3713949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660587" y="300867"/>
                <a:ext cx="10908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F2A8200-4F92-86AF-63EC-5D7216A0203A}"/>
                  </a:ext>
                </a:extLst>
              </p14:cNvPr>
              <p14:cNvContentPartPr/>
              <p14:nvPr/>
            </p14:nvContentPartPr>
            <p14:xfrm>
              <a:off x="6601547" y="428667"/>
              <a:ext cx="299880" cy="205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F2A8200-4F92-86AF-63EC-5D7216A0203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597227" y="424347"/>
                <a:ext cx="3085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4BD71B0-C4F9-B1AD-92E2-80A55407FC9C}"/>
                  </a:ext>
                </a:extLst>
              </p14:cNvPr>
              <p14:cNvContentPartPr/>
              <p14:nvPr/>
            </p14:nvContentPartPr>
            <p14:xfrm>
              <a:off x="2536787" y="870387"/>
              <a:ext cx="4696920" cy="2044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4BD71B0-C4F9-B1AD-92E2-80A55407FC9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532467" y="866067"/>
                <a:ext cx="470556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1544E98-37FC-97C8-85DA-08C8635D6DD7}"/>
                  </a:ext>
                </a:extLst>
              </p14:cNvPr>
              <p14:cNvContentPartPr/>
              <p14:nvPr/>
            </p14:nvContentPartPr>
            <p14:xfrm>
              <a:off x="3097667" y="348747"/>
              <a:ext cx="329400" cy="481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1544E98-37FC-97C8-85DA-08C8635D6DD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093347" y="344427"/>
                <a:ext cx="338040" cy="48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F2F6CD1-4FB2-6E13-2CC3-B96E56C40FE4}"/>
                  </a:ext>
                </a:extLst>
              </p14:cNvPr>
              <p14:cNvContentPartPr/>
              <p14:nvPr/>
            </p14:nvContentPartPr>
            <p14:xfrm>
              <a:off x="3417347" y="583827"/>
              <a:ext cx="154800" cy="122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F2F6CD1-4FB2-6E13-2CC3-B96E56C40FE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413027" y="579507"/>
                <a:ext cx="16344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0179AA3-CC48-4CB9-5D05-23CE0E39A532}"/>
                  </a:ext>
                </a:extLst>
              </p14:cNvPr>
              <p14:cNvContentPartPr/>
              <p14:nvPr/>
            </p14:nvContentPartPr>
            <p14:xfrm>
              <a:off x="3665747" y="571587"/>
              <a:ext cx="150840" cy="70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0179AA3-CC48-4CB9-5D05-23CE0E39A53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661427" y="567267"/>
                <a:ext cx="15948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E989FB8-1D25-ED71-628A-FC94B8CFDA4E}"/>
                  </a:ext>
                </a:extLst>
              </p14:cNvPr>
              <p14:cNvContentPartPr/>
              <p14:nvPr/>
            </p14:nvContentPartPr>
            <p14:xfrm>
              <a:off x="3959507" y="350187"/>
              <a:ext cx="96480" cy="282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E989FB8-1D25-ED71-628A-FC94B8CFDA4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955187" y="345867"/>
                <a:ext cx="10512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D14BC24-DC24-A914-0278-5E2DE4F5DB00}"/>
                  </a:ext>
                </a:extLst>
              </p14:cNvPr>
              <p14:cNvContentPartPr/>
              <p14:nvPr/>
            </p14:nvContentPartPr>
            <p14:xfrm>
              <a:off x="3935027" y="494187"/>
              <a:ext cx="132840" cy="32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D14BC24-DC24-A914-0278-5E2DE4F5DB0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930707" y="489867"/>
                <a:ext cx="14148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65F73BD-684E-E8BA-11F1-8E0A7F6B1E7D}"/>
                  </a:ext>
                </a:extLst>
              </p14:cNvPr>
              <p14:cNvContentPartPr/>
              <p14:nvPr/>
            </p14:nvContentPartPr>
            <p14:xfrm>
              <a:off x="4247507" y="317067"/>
              <a:ext cx="142560" cy="275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65F73BD-684E-E8BA-11F1-8E0A7F6B1E7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243187" y="312747"/>
                <a:ext cx="15120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701A7AE-8624-0819-D593-847E9A21AE4F}"/>
                  </a:ext>
                </a:extLst>
              </p14:cNvPr>
              <p14:cNvContentPartPr/>
              <p14:nvPr/>
            </p14:nvContentPartPr>
            <p14:xfrm>
              <a:off x="4203227" y="460347"/>
              <a:ext cx="237240" cy="39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701A7AE-8624-0819-D593-847E9A21AE4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198907" y="456027"/>
                <a:ext cx="24588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B60E7698-E9CA-C4BC-41A6-BED330792714}"/>
              </a:ext>
            </a:extLst>
          </p:cNvPr>
          <p:cNvGrpSpPr/>
          <p:nvPr/>
        </p:nvGrpSpPr>
        <p:grpSpPr>
          <a:xfrm>
            <a:off x="1806347" y="1156760"/>
            <a:ext cx="8808120" cy="5035320"/>
            <a:chOff x="1806347" y="1156760"/>
            <a:chExt cx="8808120" cy="503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C2BA44A-F635-F941-028A-825C25EEDD59}"/>
                    </a:ext>
                  </a:extLst>
                </p14:cNvPr>
                <p14:cNvContentPartPr/>
                <p14:nvPr/>
              </p14:nvContentPartPr>
              <p14:xfrm>
                <a:off x="9441587" y="1216520"/>
                <a:ext cx="360" cy="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C2BA44A-F635-F941-028A-825C25EEDD5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437267" y="121220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1F482B7-8FC6-7A01-4101-B1700DCECEC1}"/>
                    </a:ext>
                  </a:extLst>
                </p14:cNvPr>
                <p14:cNvContentPartPr/>
                <p14:nvPr/>
              </p14:nvContentPartPr>
              <p14:xfrm>
                <a:off x="9173747" y="1169000"/>
                <a:ext cx="210240" cy="4981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1F482B7-8FC6-7A01-4101-B1700DCECEC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169427" y="1164680"/>
                  <a:ext cx="218880" cy="49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3147250-10F8-EAC8-13B7-AD4B5BDB79AD}"/>
                    </a:ext>
                  </a:extLst>
                </p14:cNvPr>
                <p14:cNvContentPartPr/>
                <p14:nvPr/>
              </p14:nvContentPartPr>
              <p14:xfrm>
                <a:off x="9694667" y="1156760"/>
                <a:ext cx="398520" cy="5035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3147250-10F8-EAC8-13B7-AD4B5BDB79A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690347" y="1152440"/>
                  <a:ext cx="407160" cy="50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541CBA2-3B31-DD45-4110-4344D6F5C871}"/>
                    </a:ext>
                  </a:extLst>
                </p14:cNvPr>
                <p14:cNvContentPartPr/>
                <p14:nvPr/>
              </p14:nvContentPartPr>
              <p14:xfrm>
                <a:off x="8353307" y="1188800"/>
                <a:ext cx="266040" cy="4885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541CBA2-3B31-DD45-4110-4344D6F5C87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48987" y="1184480"/>
                  <a:ext cx="274680" cy="48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33D24A7-7023-4DF0-5295-B746336E58FC}"/>
                    </a:ext>
                  </a:extLst>
                </p14:cNvPr>
                <p14:cNvContentPartPr/>
                <p14:nvPr/>
              </p14:nvContentPartPr>
              <p14:xfrm>
                <a:off x="7654187" y="1218320"/>
                <a:ext cx="318960" cy="4770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33D24A7-7023-4DF0-5295-B746336E58F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649867" y="1214000"/>
                  <a:ext cx="327600" cy="47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D7B18B3-F5BD-8FF5-8FE8-CABFF64D2335}"/>
                    </a:ext>
                  </a:extLst>
                </p14:cNvPr>
                <p14:cNvContentPartPr/>
                <p14:nvPr/>
              </p14:nvContentPartPr>
              <p14:xfrm>
                <a:off x="6964067" y="1188080"/>
                <a:ext cx="196200" cy="4668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D7B18B3-F5BD-8FF5-8FE8-CABFF64D233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59747" y="1183760"/>
                  <a:ext cx="204840" cy="46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0732185-B295-7FC9-C5C8-AC31989941ED}"/>
                    </a:ext>
                  </a:extLst>
                </p14:cNvPr>
                <p14:cNvContentPartPr/>
                <p14:nvPr/>
              </p14:nvContentPartPr>
              <p14:xfrm>
                <a:off x="4723787" y="1313720"/>
                <a:ext cx="113400" cy="4272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0732185-B295-7FC9-C5C8-AC31989941E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719467" y="1309400"/>
                  <a:ext cx="122040" cy="428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6374FE3-B79C-D659-8009-3755F000E5E2}"/>
                    </a:ext>
                  </a:extLst>
                </p14:cNvPr>
                <p14:cNvContentPartPr/>
                <p14:nvPr/>
              </p14:nvContentPartPr>
              <p14:xfrm>
                <a:off x="5322107" y="1355840"/>
                <a:ext cx="339120" cy="4373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6374FE3-B79C-D659-8009-3755F000E5E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317787" y="1351520"/>
                  <a:ext cx="347760" cy="438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2C8A951-1EF1-4786-7429-F2B49FBEFF7D}"/>
                    </a:ext>
                  </a:extLst>
                </p14:cNvPr>
                <p14:cNvContentPartPr/>
                <p14:nvPr/>
              </p14:nvContentPartPr>
              <p14:xfrm>
                <a:off x="6127427" y="1279880"/>
                <a:ext cx="285480" cy="4483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2C8A951-1EF1-4786-7429-F2B49FBEFF7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123107" y="1275560"/>
                  <a:ext cx="294120" cy="449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9C2B39A-0F14-AC6F-3E0F-BAD7FFD1C426}"/>
                    </a:ext>
                  </a:extLst>
                </p14:cNvPr>
                <p14:cNvContentPartPr/>
                <p14:nvPr/>
              </p14:nvContentPartPr>
              <p14:xfrm>
                <a:off x="1831187" y="1273760"/>
                <a:ext cx="48240" cy="4060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9C2B39A-0F14-AC6F-3E0F-BAD7FFD1C42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826867" y="1269440"/>
                  <a:ext cx="56880" cy="40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9A23B34-4880-D5CC-AC79-8154C6DB3132}"/>
                    </a:ext>
                  </a:extLst>
                </p14:cNvPr>
                <p14:cNvContentPartPr/>
                <p14:nvPr/>
              </p14:nvContentPartPr>
              <p14:xfrm>
                <a:off x="2415107" y="1292840"/>
                <a:ext cx="36360" cy="4113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9A23B34-4880-D5CC-AC79-8154C6DB313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410787" y="1288520"/>
                  <a:ext cx="45000" cy="41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42EBA1E-EF31-5636-0DC5-C61280E4DBA2}"/>
                    </a:ext>
                  </a:extLst>
                </p14:cNvPr>
                <p14:cNvContentPartPr/>
                <p14:nvPr/>
              </p14:nvContentPartPr>
              <p14:xfrm>
                <a:off x="2869787" y="1325600"/>
                <a:ext cx="138600" cy="4186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42EBA1E-EF31-5636-0DC5-C61280E4DBA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65467" y="1321280"/>
                  <a:ext cx="147240" cy="41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9C175E1-FF09-3AF3-EF39-9E1FA00EA8EE}"/>
                    </a:ext>
                  </a:extLst>
                </p14:cNvPr>
                <p14:cNvContentPartPr/>
                <p14:nvPr/>
              </p14:nvContentPartPr>
              <p14:xfrm>
                <a:off x="3412307" y="1322000"/>
                <a:ext cx="167040" cy="4227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9C175E1-FF09-3AF3-EF39-9E1FA00EA8E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407987" y="1317680"/>
                  <a:ext cx="175680" cy="423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1AC055A-E36C-12BB-A596-26D2A6A0A2DA}"/>
                    </a:ext>
                  </a:extLst>
                </p14:cNvPr>
                <p14:cNvContentPartPr/>
                <p14:nvPr/>
              </p14:nvContentPartPr>
              <p14:xfrm>
                <a:off x="4050227" y="1328480"/>
                <a:ext cx="165240" cy="4334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1AC055A-E36C-12BB-A596-26D2A6A0A2D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45907" y="1324160"/>
                  <a:ext cx="173880" cy="434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E193860-A2F5-A7CD-17F2-3706060CBEC3}"/>
                    </a:ext>
                  </a:extLst>
                </p14:cNvPr>
                <p14:cNvContentPartPr/>
                <p14:nvPr/>
              </p14:nvContentPartPr>
              <p14:xfrm>
                <a:off x="1806347" y="1640960"/>
                <a:ext cx="1197360" cy="42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E193860-A2F5-A7CD-17F2-3706060CBEC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02027" y="1636640"/>
                  <a:ext cx="12060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6FD2E15-9B62-9C61-5154-DD8AE1DEF40E}"/>
                    </a:ext>
                  </a:extLst>
                </p14:cNvPr>
                <p14:cNvContentPartPr/>
                <p14:nvPr/>
              </p14:nvContentPartPr>
              <p14:xfrm>
                <a:off x="1856027" y="2017160"/>
                <a:ext cx="1342080" cy="138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6FD2E15-9B62-9C61-5154-DD8AE1DEF40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51707" y="2012840"/>
                  <a:ext cx="13507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BCFA843-EDAB-37E7-9E8F-3F836ED53FB2}"/>
                    </a:ext>
                  </a:extLst>
                </p14:cNvPr>
                <p14:cNvContentPartPr/>
                <p14:nvPr/>
              </p14:nvContentPartPr>
              <p14:xfrm>
                <a:off x="1931267" y="1747520"/>
                <a:ext cx="221760" cy="305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BCFA843-EDAB-37E7-9E8F-3F836ED53FB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926947" y="1743200"/>
                  <a:ext cx="2304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D4D1E08-D6E2-B649-1F73-495360438FB4}"/>
                    </a:ext>
                  </a:extLst>
                </p14:cNvPr>
                <p14:cNvContentPartPr/>
                <p14:nvPr/>
              </p14:nvContentPartPr>
              <p14:xfrm>
                <a:off x="2147267" y="1760480"/>
                <a:ext cx="133560" cy="226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D4D1E08-D6E2-B649-1F73-495360438FB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142947" y="1756160"/>
                  <a:ext cx="1422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025C854-C41C-583C-E255-8BF765798C5B}"/>
                    </a:ext>
                  </a:extLst>
                </p14:cNvPr>
                <p14:cNvContentPartPr/>
                <p14:nvPr/>
              </p14:nvContentPartPr>
              <p14:xfrm>
                <a:off x="2332307" y="1709360"/>
                <a:ext cx="299880" cy="304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025C854-C41C-583C-E255-8BF765798C5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27987" y="1705040"/>
                  <a:ext cx="3085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20CCD03-C4B1-F9A0-3F67-C63001723231}"/>
                    </a:ext>
                  </a:extLst>
                </p14:cNvPr>
                <p14:cNvContentPartPr/>
                <p14:nvPr/>
              </p14:nvContentPartPr>
              <p14:xfrm>
                <a:off x="2545787" y="1731320"/>
                <a:ext cx="204480" cy="255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20CCD03-C4B1-F9A0-3F67-C6300172323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41467" y="1727000"/>
                  <a:ext cx="21312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60851E1-7643-0161-6797-156A74DB10DD}"/>
                    </a:ext>
                  </a:extLst>
                </p14:cNvPr>
                <p14:cNvContentPartPr/>
                <p14:nvPr/>
              </p14:nvContentPartPr>
              <p14:xfrm>
                <a:off x="2702387" y="1869560"/>
                <a:ext cx="129960" cy="167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60851E1-7643-0161-6797-156A74DB10D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98067" y="1865240"/>
                  <a:ext cx="1386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ADD92BE-412E-A9B7-6971-7CEC1800C7BF}"/>
                    </a:ext>
                  </a:extLst>
                </p14:cNvPr>
                <p14:cNvContentPartPr/>
                <p14:nvPr/>
              </p14:nvContentPartPr>
              <p14:xfrm>
                <a:off x="2801027" y="1954160"/>
                <a:ext cx="111600" cy="134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ADD92BE-412E-A9B7-6971-7CEC1800C7B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96707" y="1949840"/>
                  <a:ext cx="1202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1790C6A-4F9B-1660-7322-578BDF4D1993}"/>
                    </a:ext>
                  </a:extLst>
                </p14:cNvPr>
                <p14:cNvContentPartPr/>
                <p14:nvPr/>
              </p14:nvContentPartPr>
              <p14:xfrm>
                <a:off x="5573387" y="2511800"/>
                <a:ext cx="799920" cy="17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1790C6A-4F9B-1660-7322-578BDF4D199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569067" y="2507480"/>
                  <a:ext cx="8085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95B30C3-2E1D-044C-4E30-92DF2AA4AF5C}"/>
                    </a:ext>
                  </a:extLst>
                </p14:cNvPr>
                <p14:cNvContentPartPr/>
                <p14:nvPr/>
              </p14:nvContentPartPr>
              <p14:xfrm>
                <a:off x="2849987" y="2921840"/>
                <a:ext cx="3520080" cy="108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95B30C3-2E1D-044C-4E30-92DF2AA4AF5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845667" y="2917520"/>
                  <a:ext cx="35287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99B7AED-D6F8-BF0E-25A5-8DAAFDC55E8D}"/>
                    </a:ext>
                  </a:extLst>
                </p14:cNvPr>
                <p14:cNvContentPartPr/>
                <p14:nvPr/>
              </p14:nvContentPartPr>
              <p14:xfrm>
                <a:off x="2930627" y="2543480"/>
                <a:ext cx="359280" cy="452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99B7AED-D6F8-BF0E-25A5-8DAAFDC55E8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926307" y="2539160"/>
                  <a:ext cx="36792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C186AF5-C50A-A6BC-56E8-A0241B4FB91C}"/>
                    </a:ext>
                  </a:extLst>
                </p14:cNvPr>
                <p14:cNvContentPartPr/>
                <p14:nvPr/>
              </p14:nvContentPartPr>
              <p14:xfrm>
                <a:off x="3336707" y="2656880"/>
                <a:ext cx="293760" cy="290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C186AF5-C50A-A6BC-56E8-A0241B4FB91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332387" y="2652560"/>
                  <a:ext cx="3024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154C78A-47FE-33FC-E848-35A288375E2A}"/>
                    </a:ext>
                  </a:extLst>
                </p14:cNvPr>
                <p14:cNvContentPartPr/>
                <p14:nvPr/>
              </p14:nvContentPartPr>
              <p14:xfrm>
                <a:off x="3730547" y="2569760"/>
                <a:ext cx="325440" cy="345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154C78A-47FE-33FC-E848-35A288375E2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26227" y="2565440"/>
                  <a:ext cx="33408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4449F57-AE7B-0D9D-075C-B337B0F768AE}"/>
                    </a:ext>
                  </a:extLst>
                </p14:cNvPr>
                <p14:cNvContentPartPr/>
                <p14:nvPr/>
              </p14:nvContentPartPr>
              <p14:xfrm>
                <a:off x="4170827" y="2569760"/>
                <a:ext cx="265320" cy="2606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4449F57-AE7B-0D9D-075C-B337B0F768A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166507" y="2565440"/>
                  <a:ext cx="2739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71BB7C4-AD11-C84F-F3FC-4E0EB1C367BE}"/>
                    </a:ext>
                  </a:extLst>
                </p14:cNvPr>
                <p14:cNvContentPartPr/>
                <p14:nvPr/>
              </p14:nvContentPartPr>
              <p14:xfrm>
                <a:off x="4542347" y="2552120"/>
                <a:ext cx="297000" cy="265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71BB7C4-AD11-C84F-F3FC-4E0EB1C367B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538027" y="2547800"/>
                  <a:ext cx="3056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F136272-9349-83FC-1D52-6C5AEDCC91C8}"/>
                    </a:ext>
                  </a:extLst>
                </p14:cNvPr>
                <p14:cNvContentPartPr/>
                <p14:nvPr/>
              </p14:nvContentPartPr>
              <p14:xfrm>
                <a:off x="5006747" y="2547080"/>
                <a:ext cx="238320" cy="259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F136272-9349-83FC-1D52-6C5AEDCC91C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002427" y="2542760"/>
                  <a:ext cx="2469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C327E4-CDDC-ACE0-C352-153EE3ED6580}"/>
                    </a:ext>
                  </a:extLst>
                </p14:cNvPr>
                <p14:cNvContentPartPr/>
                <p14:nvPr/>
              </p14:nvContentPartPr>
              <p14:xfrm>
                <a:off x="5303387" y="2548520"/>
                <a:ext cx="218520" cy="2826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C327E4-CDDC-ACE0-C352-153EE3ED658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299067" y="2544200"/>
                  <a:ext cx="2271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6E703D0-8735-1736-E2FB-1B179696C1D4}"/>
                    </a:ext>
                  </a:extLst>
                </p14:cNvPr>
                <p14:cNvContentPartPr/>
                <p14:nvPr/>
              </p14:nvContentPartPr>
              <p14:xfrm>
                <a:off x="5654027" y="2632760"/>
                <a:ext cx="174240" cy="214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6E703D0-8735-1736-E2FB-1B179696C1D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649707" y="2628440"/>
                  <a:ext cx="1828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6EB7350-1C4C-6803-5084-D2A73112C065}"/>
                    </a:ext>
                  </a:extLst>
                </p14:cNvPr>
                <p14:cNvContentPartPr/>
                <p14:nvPr/>
              </p14:nvContentPartPr>
              <p14:xfrm>
                <a:off x="5844467" y="2700440"/>
                <a:ext cx="133560" cy="138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6EB7350-1C4C-6803-5084-D2A73112C06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840147" y="2696120"/>
                  <a:ext cx="1422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9874CCD-2847-2B2D-C395-026FCA387359}"/>
                    </a:ext>
                  </a:extLst>
                </p14:cNvPr>
                <p14:cNvContentPartPr/>
                <p14:nvPr/>
              </p14:nvContentPartPr>
              <p14:xfrm>
                <a:off x="6106187" y="2649320"/>
                <a:ext cx="120600" cy="160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9874CCD-2847-2B2D-C395-026FCA38735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01867" y="2645000"/>
                  <a:ext cx="1292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6DBB1E6-8105-CFB4-6F3B-8A9F4B92817F}"/>
                    </a:ext>
                  </a:extLst>
                </p14:cNvPr>
                <p14:cNvContentPartPr/>
                <p14:nvPr/>
              </p14:nvContentPartPr>
              <p14:xfrm>
                <a:off x="6185387" y="2665880"/>
                <a:ext cx="130680" cy="117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6DBB1E6-8105-CFB4-6F3B-8A9F4B92817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181067" y="2661560"/>
                  <a:ext cx="1393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C9D8452-EF6E-F750-A43B-B1D9F74DE696}"/>
                    </a:ext>
                  </a:extLst>
                </p14:cNvPr>
                <p14:cNvContentPartPr/>
                <p14:nvPr/>
              </p14:nvContentPartPr>
              <p14:xfrm>
                <a:off x="2569187" y="1642400"/>
                <a:ext cx="427680" cy="435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C9D8452-EF6E-F750-A43B-B1D9F74DE69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564867" y="1638080"/>
                  <a:ext cx="43632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B7273EE-54D5-C191-15DD-841B7DB9A642}"/>
                    </a:ext>
                  </a:extLst>
                </p14:cNvPr>
                <p14:cNvContentPartPr/>
                <p14:nvPr/>
              </p14:nvContentPartPr>
              <p14:xfrm>
                <a:off x="2550467" y="1805840"/>
                <a:ext cx="934920" cy="1128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B7273EE-54D5-C191-15DD-841B7DB9A64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546147" y="1801520"/>
                  <a:ext cx="943560" cy="11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FAE0D48-D5A6-2D86-45F5-3865A53C4181}"/>
                    </a:ext>
                  </a:extLst>
                </p14:cNvPr>
                <p14:cNvContentPartPr/>
                <p14:nvPr/>
              </p14:nvContentPartPr>
              <p14:xfrm>
                <a:off x="2566307" y="2718440"/>
                <a:ext cx="353160" cy="28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FAE0D48-D5A6-2D86-45F5-3865A53C418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561987" y="2714120"/>
                  <a:ext cx="3618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65115F2-0126-BB53-FE24-AFA7D091C0E5}"/>
                    </a:ext>
                  </a:extLst>
                </p14:cNvPr>
                <p14:cNvContentPartPr/>
                <p14:nvPr/>
              </p14:nvContentPartPr>
              <p14:xfrm>
                <a:off x="2769347" y="2623760"/>
                <a:ext cx="135720" cy="196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65115F2-0126-BB53-FE24-AFA7D091C0E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765027" y="2619440"/>
                  <a:ext cx="1443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5ABDA6C-B0FE-4A18-A20B-E3A83E669532}"/>
                    </a:ext>
                  </a:extLst>
                </p14:cNvPr>
                <p14:cNvContentPartPr/>
                <p14:nvPr/>
              </p14:nvContentPartPr>
              <p14:xfrm>
                <a:off x="2502947" y="2917520"/>
                <a:ext cx="340920" cy="603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5ABDA6C-B0FE-4A18-A20B-E3A83E66953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498627" y="2913200"/>
                  <a:ext cx="34956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9B9FCD7-AD3B-DFA0-170A-50A586F1292A}"/>
                    </a:ext>
                  </a:extLst>
                </p14:cNvPr>
                <p14:cNvContentPartPr/>
                <p14:nvPr/>
              </p14:nvContentPartPr>
              <p14:xfrm>
                <a:off x="2654147" y="3421160"/>
                <a:ext cx="199080" cy="210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9B9FCD7-AD3B-DFA0-170A-50A586F1292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649827" y="3416840"/>
                  <a:ext cx="2077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B916914-EABA-C67F-8A80-B40F61081803}"/>
                    </a:ext>
                  </a:extLst>
                </p14:cNvPr>
                <p14:cNvContentPartPr/>
                <p14:nvPr/>
              </p14:nvContentPartPr>
              <p14:xfrm>
                <a:off x="2894987" y="3275360"/>
                <a:ext cx="4712400" cy="65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B916914-EABA-C67F-8A80-B40F6108180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890667" y="3271040"/>
                  <a:ext cx="47210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6620807-D6A9-8162-DFBA-216B298E3670}"/>
                    </a:ext>
                  </a:extLst>
                </p14:cNvPr>
                <p14:cNvContentPartPr/>
                <p14:nvPr/>
              </p14:nvContentPartPr>
              <p14:xfrm>
                <a:off x="2866547" y="3794120"/>
                <a:ext cx="4843800" cy="153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6620807-D6A9-8162-DFBA-216B298E367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62227" y="3789800"/>
                  <a:ext cx="48524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EEF6962-BE51-7D66-94B4-59B20A7520E7}"/>
                    </a:ext>
                  </a:extLst>
                </p14:cNvPr>
                <p14:cNvContentPartPr/>
                <p14:nvPr/>
              </p14:nvContentPartPr>
              <p14:xfrm>
                <a:off x="3041147" y="3338720"/>
                <a:ext cx="316440" cy="4071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EEF6962-BE51-7D66-94B4-59B20A7520E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036827" y="3334400"/>
                  <a:ext cx="32508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A925C41-4877-6C6C-8435-FB576E060A78}"/>
                    </a:ext>
                  </a:extLst>
                </p14:cNvPr>
                <p14:cNvContentPartPr/>
                <p14:nvPr/>
              </p14:nvContentPartPr>
              <p14:xfrm>
                <a:off x="3272267" y="3285800"/>
                <a:ext cx="305280" cy="524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A925C41-4877-6C6C-8435-FB576E060A7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267947" y="3281480"/>
                  <a:ext cx="31392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F38738C-B1CD-0955-1512-B70BC9121F42}"/>
                    </a:ext>
                  </a:extLst>
                </p14:cNvPr>
                <p14:cNvContentPartPr/>
                <p14:nvPr/>
              </p14:nvContentPartPr>
              <p14:xfrm>
                <a:off x="3527867" y="3339440"/>
                <a:ext cx="296280" cy="371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F38738C-B1CD-0955-1512-B70BC9121F4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523547" y="3335120"/>
                  <a:ext cx="30492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F8CE24B-A480-63C8-8BA9-874BAB0F78BE}"/>
                    </a:ext>
                  </a:extLst>
                </p14:cNvPr>
                <p14:cNvContentPartPr/>
                <p14:nvPr/>
              </p14:nvContentPartPr>
              <p14:xfrm>
                <a:off x="3905867" y="3338000"/>
                <a:ext cx="338400" cy="4111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F8CE24B-A480-63C8-8BA9-874BAB0F78B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901547" y="3333680"/>
                  <a:ext cx="34704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5E242FE-210A-25DE-A90B-B9BA294F27D4}"/>
                    </a:ext>
                  </a:extLst>
                </p14:cNvPr>
                <p14:cNvContentPartPr/>
                <p14:nvPr/>
              </p14:nvContentPartPr>
              <p14:xfrm>
                <a:off x="4332467" y="3324320"/>
                <a:ext cx="273600" cy="3862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5E242FE-210A-25DE-A90B-B9BA294F27D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328147" y="3320000"/>
                  <a:ext cx="28224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4641650-35C8-BCDF-4D37-4E9DB132E1C1}"/>
                    </a:ext>
                  </a:extLst>
                </p14:cNvPr>
                <p14:cNvContentPartPr/>
                <p14:nvPr/>
              </p14:nvContentPartPr>
              <p14:xfrm>
                <a:off x="4846547" y="3357440"/>
                <a:ext cx="366840" cy="281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4641650-35C8-BCDF-4D37-4E9DB132E1C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842227" y="3353120"/>
                  <a:ext cx="3754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B8C10AE-001A-3BC4-2653-EE02A5C134BA}"/>
                    </a:ext>
                  </a:extLst>
                </p14:cNvPr>
                <p14:cNvContentPartPr/>
                <p14:nvPr/>
              </p14:nvContentPartPr>
              <p14:xfrm>
                <a:off x="5315267" y="3358880"/>
                <a:ext cx="321120" cy="342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B8C10AE-001A-3BC4-2653-EE02A5C134B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310947" y="3354560"/>
                  <a:ext cx="3297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944D4C5-0738-7452-E177-C23CC04AB3C1}"/>
                    </a:ext>
                  </a:extLst>
                </p14:cNvPr>
                <p14:cNvContentPartPr/>
                <p14:nvPr/>
              </p14:nvContentPartPr>
              <p14:xfrm>
                <a:off x="5914307" y="3395960"/>
                <a:ext cx="376560" cy="3938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944D4C5-0738-7452-E177-C23CC04AB3C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909987" y="3391640"/>
                  <a:ext cx="38520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1A0D7A4-1A30-3551-2CAA-5553B56A5465}"/>
                    </a:ext>
                  </a:extLst>
                </p14:cNvPr>
                <p14:cNvContentPartPr/>
                <p14:nvPr/>
              </p14:nvContentPartPr>
              <p14:xfrm>
                <a:off x="6429827" y="3511160"/>
                <a:ext cx="271440" cy="2721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1A0D7A4-1A30-3551-2CAA-5553B56A546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425507" y="3506840"/>
                  <a:ext cx="2800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078BE81-AFEB-9340-D28A-3717BF7C3244}"/>
                    </a:ext>
                  </a:extLst>
                </p14:cNvPr>
                <p14:cNvContentPartPr/>
                <p14:nvPr/>
              </p14:nvContentPartPr>
              <p14:xfrm>
                <a:off x="6984587" y="3525200"/>
                <a:ext cx="309600" cy="3344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078BE81-AFEB-9340-D28A-3717BF7C324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980267" y="3520880"/>
                  <a:ext cx="3182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60B39CB-1700-125A-5F5E-6E450CBE7F5F}"/>
                    </a:ext>
                  </a:extLst>
                </p14:cNvPr>
                <p14:cNvContentPartPr/>
                <p14:nvPr/>
              </p14:nvContentPartPr>
              <p14:xfrm>
                <a:off x="7301387" y="3520880"/>
                <a:ext cx="210240" cy="277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60B39CB-1700-125A-5F5E-6E450CBE7F5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297067" y="3516560"/>
                  <a:ext cx="2188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AB13889-54C7-45E7-7191-6352EB47902A}"/>
                    </a:ext>
                  </a:extLst>
                </p14:cNvPr>
                <p14:cNvContentPartPr/>
                <p14:nvPr/>
              </p14:nvContentPartPr>
              <p14:xfrm>
                <a:off x="7497947" y="3584600"/>
                <a:ext cx="156240" cy="2170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AB13889-54C7-45E7-7191-6352EB47902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493627" y="3580280"/>
                  <a:ext cx="1648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44C665E-D30C-AD27-E761-9F92F549279C}"/>
                    </a:ext>
                  </a:extLst>
                </p14:cNvPr>
                <p14:cNvContentPartPr/>
                <p14:nvPr/>
              </p14:nvContentPartPr>
              <p14:xfrm>
                <a:off x="6908627" y="3525920"/>
                <a:ext cx="361440" cy="2743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44C665E-D30C-AD27-E761-9F92F549279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904307" y="3521600"/>
                  <a:ext cx="3700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A32483C-43A1-6B51-6B61-C93963C48561}"/>
                    </a:ext>
                  </a:extLst>
                </p14:cNvPr>
                <p14:cNvContentPartPr/>
                <p14:nvPr/>
              </p14:nvContentPartPr>
              <p14:xfrm>
                <a:off x="6537467" y="3581000"/>
                <a:ext cx="440640" cy="2757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A32483C-43A1-6B51-6B61-C93963C4856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33147" y="3576680"/>
                  <a:ext cx="4492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6EBE213-BD91-5C72-E46E-A0DBB2F9EA34}"/>
                    </a:ext>
                  </a:extLst>
                </p14:cNvPr>
                <p14:cNvContentPartPr/>
                <p14:nvPr/>
              </p14:nvContentPartPr>
              <p14:xfrm>
                <a:off x="6546467" y="3665960"/>
                <a:ext cx="253800" cy="914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6EBE213-BD91-5C72-E46E-A0DBB2F9EA3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542147" y="3661640"/>
                  <a:ext cx="2624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DC11E64-1FBF-AA75-BC9A-09A148216C77}"/>
                    </a:ext>
                  </a:extLst>
                </p14:cNvPr>
                <p14:cNvContentPartPr/>
                <p14:nvPr/>
              </p14:nvContentPartPr>
              <p14:xfrm>
                <a:off x="6311747" y="2750120"/>
                <a:ext cx="1658880" cy="705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DC11E64-1FBF-AA75-BC9A-09A148216C7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307427" y="2745800"/>
                  <a:ext cx="16675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8720914-9802-40E1-9D50-7B2F7272E60B}"/>
                    </a:ext>
                  </a:extLst>
                </p14:cNvPr>
                <p14:cNvContentPartPr/>
                <p14:nvPr/>
              </p14:nvContentPartPr>
              <p14:xfrm>
                <a:off x="7649147" y="3538880"/>
                <a:ext cx="424800" cy="15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8720914-9802-40E1-9D50-7B2F7272E60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644827" y="3534560"/>
                  <a:ext cx="4334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B42DB04-E3D9-9845-56DF-96FD494802A4}"/>
                    </a:ext>
                  </a:extLst>
                </p14:cNvPr>
                <p14:cNvContentPartPr/>
                <p14:nvPr/>
              </p14:nvContentPartPr>
              <p14:xfrm>
                <a:off x="7157747" y="2836160"/>
                <a:ext cx="863280" cy="1801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B42DB04-E3D9-9845-56DF-96FD494802A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153427" y="2831840"/>
                  <a:ext cx="871920" cy="18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58BB14D-C2A8-1585-00BC-E88C0DB8C1D2}"/>
                    </a:ext>
                  </a:extLst>
                </p14:cNvPr>
                <p14:cNvContentPartPr/>
                <p14:nvPr/>
              </p14:nvContentPartPr>
              <p14:xfrm>
                <a:off x="7369427" y="4567400"/>
                <a:ext cx="246240" cy="148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58BB14D-C2A8-1585-00BC-E88C0DB8C1D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365107" y="4563080"/>
                  <a:ext cx="2548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6955A20-5127-2FB1-198B-C86D4A1737A8}"/>
                    </a:ext>
                  </a:extLst>
                </p14:cNvPr>
                <p14:cNvContentPartPr/>
                <p14:nvPr/>
              </p14:nvContentPartPr>
              <p14:xfrm>
                <a:off x="7354667" y="4537520"/>
                <a:ext cx="316080" cy="1900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6955A20-5127-2FB1-198B-C86D4A1737A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350347" y="4533200"/>
                  <a:ext cx="3247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5FEF3C8-53A6-037E-F7F1-EC2FF4B7CB10}"/>
                    </a:ext>
                  </a:extLst>
                </p14:cNvPr>
                <p14:cNvContentPartPr/>
                <p14:nvPr/>
              </p14:nvContentPartPr>
              <p14:xfrm>
                <a:off x="7560947" y="4490000"/>
                <a:ext cx="15480" cy="133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5FEF3C8-53A6-037E-F7F1-EC2FF4B7CB1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556627" y="4485680"/>
                  <a:ext cx="241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88A74CA-7296-4E08-2091-17D03F5A8B95}"/>
                    </a:ext>
                  </a:extLst>
                </p14:cNvPr>
                <p14:cNvContentPartPr/>
                <p14:nvPr/>
              </p14:nvContentPartPr>
              <p14:xfrm>
                <a:off x="7684787" y="5004800"/>
                <a:ext cx="2711160" cy="1134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88A74CA-7296-4E08-2091-17D03F5A8B9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680467" y="5000480"/>
                  <a:ext cx="27198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D0395D2-D376-267C-30B6-A633C7DC291B}"/>
                    </a:ext>
                  </a:extLst>
                </p14:cNvPr>
                <p14:cNvContentPartPr/>
                <p14:nvPr/>
              </p14:nvContentPartPr>
              <p14:xfrm>
                <a:off x="10339427" y="4421600"/>
                <a:ext cx="150120" cy="629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D0395D2-D376-267C-30B6-A633C7DC291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335107" y="4417280"/>
                  <a:ext cx="158760" cy="63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073B97E-2EF9-890E-512D-A75CC940B0CD}"/>
                    </a:ext>
                  </a:extLst>
                </p14:cNvPr>
                <p14:cNvContentPartPr/>
                <p14:nvPr/>
              </p14:nvContentPartPr>
              <p14:xfrm>
                <a:off x="10352387" y="1162880"/>
                <a:ext cx="262080" cy="49946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073B97E-2EF9-890E-512D-A75CC940B0C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348067" y="1158560"/>
                  <a:ext cx="270720" cy="50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1882DD2-8CD8-0CEC-D2A2-CFEF2E3E86E0}"/>
                    </a:ext>
                  </a:extLst>
                </p14:cNvPr>
                <p14:cNvContentPartPr/>
                <p14:nvPr/>
              </p14:nvContentPartPr>
              <p14:xfrm>
                <a:off x="7770440" y="4511240"/>
                <a:ext cx="207720" cy="453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1882DD2-8CD8-0CEC-D2A2-CFEF2E3E86E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766120" y="4506920"/>
                  <a:ext cx="21636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1B9A9D5-2111-4872-0E30-BDF9D92453BA}"/>
                    </a:ext>
                  </a:extLst>
                </p14:cNvPr>
                <p14:cNvContentPartPr/>
                <p14:nvPr/>
              </p14:nvContentPartPr>
              <p14:xfrm>
                <a:off x="8077520" y="4575680"/>
                <a:ext cx="284040" cy="4359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1B9A9D5-2111-4872-0E30-BDF9D92453B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073200" y="4571360"/>
                  <a:ext cx="29268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A582587-CF1B-2F67-0A5A-EEC955F04517}"/>
                    </a:ext>
                  </a:extLst>
                </p14:cNvPr>
                <p14:cNvContentPartPr/>
                <p14:nvPr/>
              </p14:nvContentPartPr>
              <p14:xfrm>
                <a:off x="8383880" y="4614920"/>
                <a:ext cx="273600" cy="335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A582587-CF1B-2F67-0A5A-EEC955F0451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379560" y="4610600"/>
                  <a:ext cx="28224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57C9C80-F030-5820-DA35-3EC7F248383C}"/>
                    </a:ext>
                  </a:extLst>
                </p14:cNvPr>
                <p14:cNvContentPartPr/>
                <p14:nvPr/>
              </p14:nvContentPartPr>
              <p14:xfrm>
                <a:off x="8752520" y="4597640"/>
                <a:ext cx="308160" cy="348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57C9C80-F030-5820-DA35-3EC7F248383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748200" y="4593320"/>
                  <a:ext cx="3168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91671C9-A69F-A6BC-2924-EF1C9F3123EF}"/>
                    </a:ext>
                  </a:extLst>
                </p14:cNvPr>
                <p14:cNvContentPartPr/>
                <p14:nvPr/>
              </p14:nvContentPartPr>
              <p14:xfrm>
                <a:off x="9119000" y="4618880"/>
                <a:ext cx="296280" cy="364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91671C9-A69F-A6BC-2924-EF1C9F3123E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114680" y="4614560"/>
                  <a:ext cx="30492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CEA79D0-CBCC-7E3C-A494-49A3B6F5DD6F}"/>
                    </a:ext>
                  </a:extLst>
                </p14:cNvPr>
                <p14:cNvContentPartPr/>
                <p14:nvPr/>
              </p14:nvContentPartPr>
              <p14:xfrm>
                <a:off x="9551000" y="4626440"/>
                <a:ext cx="254880" cy="2937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CEA79D0-CBCC-7E3C-A494-49A3B6F5DD6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546680" y="4622120"/>
                  <a:ext cx="26352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06FBCF1-25CD-8B10-2AA5-13074068B378}"/>
                    </a:ext>
                  </a:extLst>
                </p14:cNvPr>
                <p14:cNvContentPartPr/>
                <p14:nvPr/>
              </p14:nvContentPartPr>
              <p14:xfrm>
                <a:off x="9733880" y="4606640"/>
                <a:ext cx="245520" cy="3088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06FBCF1-25CD-8B10-2AA5-13074068B37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729560" y="4602320"/>
                  <a:ext cx="2541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91BF963-8E01-3A7C-D9AC-5D92A0BA6D5F}"/>
                    </a:ext>
                  </a:extLst>
                </p14:cNvPr>
                <p14:cNvContentPartPr/>
                <p14:nvPr/>
              </p14:nvContentPartPr>
              <p14:xfrm>
                <a:off x="9865640" y="4719680"/>
                <a:ext cx="197640" cy="1839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91BF963-8E01-3A7C-D9AC-5D92A0BA6D5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861320" y="4715360"/>
                  <a:ext cx="2062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B57D85A-5FC3-DDAC-BB77-AE3EA37FBB35}"/>
                    </a:ext>
                  </a:extLst>
                </p14:cNvPr>
                <p14:cNvContentPartPr/>
                <p14:nvPr/>
              </p14:nvContentPartPr>
              <p14:xfrm>
                <a:off x="10033400" y="4797080"/>
                <a:ext cx="215640" cy="1537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B57D85A-5FC3-DDAC-BB77-AE3EA37FBB3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029080" y="4792760"/>
                  <a:ext cx="2242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C397F34-1E99-020B-D42C-3A281D932933}"/>
                    </a:ext>
                  </a:extLst>
                </p14:cNvPr>
                <p14:cNvContentPartPr/>
                <p14:nvPr/>
              </p14:nvContentPartPr>
              <p14:xfrm>
                <a:off x="2047880" y="1277360"/>
                <a:ext cx="5760" cy="156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C397F34-1E99-020B-D42C-3A281D93293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043560" y="1273040"/>
                  <a:ext cx="144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C778043-66D3-F988-C4A1-D790553886C0}"/>
                    </a:ext>
                  </a:extLst>
                </p14:cNvPr>
                <p14:cNvContentPartPr/>
                <p14:nvPr/>
              </p14:nvContentPartPr>
              <p14:xfrm>
                <a:off x="2612360" y="1337840"/>
                <a:ext cx="174240" cy="1526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C778043-66D3-F988-C4A1-D790553886C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608040" y="1333520"/>
                  <a:ext cx="1828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A226C00-CE61-38C6-10D5-0522D6E5C27F}"/>
                    </a:ext>
                  </a:extLst>
                </p14:cNvPr>
                <p14:cNvContentPartPr/>
                <p14:nvPr/>
              </p14:nvContentPartPr>
              <p14:xfrm>
                <a:off x="3146600" y="1366640"/>
                <a:ext cx="112320" cy="1954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A226C00-CE61-38C6-10D5-0522D6E5C27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142280" y="1362320"/>
                  <a:ext cx="1209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E124F60-A3E8-2063-828F-5A615CE1A154}"/>
                    </a:ext>
                  </a:extLst>
                </p14:cNvPr>
                <p14:cNvContentPartPr/>
                <p14:nvPr/>
              </p14:nvContentPartPr>
              <p14:xfrm>
                <a:off x="3705320" y="1340000"/>
                <a:ext cx="141120" cy="1497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E124F60-A3E8-2063-828F-5A615CE1A15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701000" y="1335680"/>
                  <a:ext cx="1497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9203785-2232-5738-BC12-C7D045F8E8FE}"/>
                    </a:ext>
                  </a:extLst>
                </p14:cNvPr>
                <p14:cNvContentPartPr/>
                <p14:nvPr/>
              </p14:nvContentPartPr>
              <p14:xfrm>
                <a:off x="3809720" y="1376720"/>
                <a:ext cx="32040" cy="1371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9203785-2232-5738-BC12-C7D045F8E8F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805400" y="1372400"/>
                  <a:ext cx="406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797CA3E-21BC-BDEC-7731-E4A534ECF56B}"/>
                    </a:ext>
                  </a:extLst>
                </p14:cNvPr>
                <p14:cNvContentPartPr/>
                <p14:nvPr/>
              </p14:nvContentPartPr>
              <p14:xfrm>
                <a:off x="4320560" y="1397960"/>
                <a:ext cx="94320" cy="1944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797CA3E-21BC-BDEC-7731-E4A534ECF56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316240" y="1393640"/>
                  <a:ext cx="1029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26A493E-D71B-1515-321D-15B8A592DDCB}"/>
                    </a:ext>
                  </a:extLst>
                </p14:cNvPr>
                <p14:cNvContentPartPr/>
                <p14:nvPr/>
              </p14:nvContentPartPr>
              <p14:xfrm>
                <a:off x="4392200" y="1351880"/>
                <a:ext cx="150120" cy="18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26A493E-D71B-1515-321D-15B8A592DDC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387880" y="1347560"/>
                  <a:ext cx="1587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16080EC-F731-42C4-963C-F3012F317898}"/>
                    </a:ext>
                  </a:extLst>
                </p14:cNvPr>
                <p14:cNvContentPartPr/>
                <p14:nvPr/>
              </p14:nvContentPartPr>
              <p14:xfrm>
                <a:off x="5123000" y="1334600"/>
                <a:ext cx="92880" cy="2534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16080EC-F731-42C4-963C-F3012F31789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118680" y="1330280"/>
                  <a:ext cx="1015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D87B435-51A0-C462-A7B4-7E4E70BAFF48}"/>
                    </a:ext>
                  </a:extLst>
                </p14:cNvPr>
                <p14:cNvContentPartPr/>
                <p14:nvPr/>
              </p14:nvContentPartPr>
              <p14:xfrm>
                <a:off x="5840120" y="1367720"/>
                <a:ext cx="144360" cy="2401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D87B435-51A0-C462-A7B4-7E4E70BAFF4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835800" y="1363400"/>
                  <a:ext cx="1530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897769A-883B-3675-E291-92E6F882A589}"/>
                    </a:ext>
                  </a:extLst>
                </p14:cNvPr>
                <p14:cNvContentPartPr/>
                <p14:nvPr/>
              </p14:nvContentPartPr>
              <p14:xfrm>
                <a:off x="5932640" y="1489760"/>
                <a:ext cx="122400" cy="64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897769A-883B-3675-E291-92E6F882A58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928320" y="1485440"/>
                  <a:ext cx="13104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C4D2509-F874-116F-5E8C-F946E5D14BB0}"/>
                    </a:ext>
                  </a:extLst>
                </p14:cNvPr>
                <p14:cNvContentPartPr/>
                <p14:nvPr/>
              </p14:nvContentPartPr>
              <p14:xfrm>
                <a:off x="6740840" y="1327040"/>
                <a:ext cx="188640" cy="2368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C4D2509-F874-116F-5E8C-F946E5D14BB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736520" y="1322720"/>
                  <a:ext cx="1972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E317734-864F-E46E-A6A4-9EB9D877E59B}"/>
                    </a:ext>
                  </a:extLst>
                </p14:cNvPr>
                <p14:cNvContentPartPr/>
                <p14:nvPr/>
              </p14:nvContentPartPr>
              <p14:xfrm>
                <a:off x="7352480" y="1365560"/>
                <a:ext cx="99000" cy="1998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E317734-864F-E46E-A6A4-9EB9D877E59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348160" y="1361240"/>
                  <a:ext cx="1076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815D903-E791-A96C-41AD-B5D7260159FA}"/>
                    </a:ext>
                  </a:extLst>
                </p14:cNvPr>
                <p14:cNvContentPartPr/>
                <p14:nvPr/>
              </p14:nvContentPartPr>
              <p14:xfrm>
                <a:off x="8103440" y="1376720"/>
                <a:ext cx="30960" cy="1141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815D903-E791-A96C-41AD-B5D7260159F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099120" y="1372400"/>
                  <a:ext cx="396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E310943-1BD0-813D-3DCA-D498EFA8F697}"/>
                    </a:ext>
                  </a:extLst>
                </p14:cNvPr>
                <p14:cNvContentPartPr/>
                <p14:nvPr/>
              </p14:nvContentPartPr>
              <p14:xfrm>
                <a:off x="8225840" y="1349000"/>
                <a:ext cx="83160" cy="1522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E310943-1BD0-813D-3DCA-D498EFA8F69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221520" y="1344680"/>
                  <a:ext cx="918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A532FE7-AD3D-3E23-7B5E-9858BB0C9092}"/>
                    </a:ext>
                  </a:extLst>
                </p14:cNvPr>
                <p14:cNvContentPartPr/>
                <p14:nvPr/>
              </p14:nvContentPartPr>
              <p14:xfrm>
                <a:off x="8768360" y="1397960"/>
                <a:ext cx="18360" cy="1447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A532FE7-AD3D-3E23-7B5E-9858BB0C909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764040" y="1393640"/>
                  <a:ext cx="270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2126F4C-DDD2-86CB-8338-E9295A104674}"/>
                    </a:ext>
                  </a:extLst>
                </p14:cNvPr>
                <p14:cNvContentPartPr/>
                <p14:nvPr/>
              </p14:nvContentPartPr>
              <p14:xfrm>
                <a:off x="8921720" y="1415960"/>
                <a:ext cx="9360" cy="1072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2126F4C-DDD2-86CB-8338-E9295A10467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917400" y="1411640"/>
                  <a:ext cx="180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9B85A9F-F2A4-B358-A64F-9DD71CA666AF}"/>
                    </a:ext>
                  </a:extLst>
                </p14:cNvPr>
                <p14:cNvContentPartPr/>
                <p14:nvPr/>
              </p14:nvContentPartPr>
              <p14:xfrm>
                <a:off x="9639560" y="1403000"/>
                <a:ext cx="43920" cy="136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9B85A9F-F2A4-B358-A64F-9DD71CA666A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635240" y="1398680"/>
                  <a:ext cx="525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CDB6FCA-42CD-2DE8-5341-231C2A056F20}"/>
                    </a:ext>
                  </a:extLst>
                </p14:cNvPr>
                <p14:cNvContentPartPr/>
                <p14:nvPr/>
              </p14:nvContentPartPr>
              <p14:xfrm>
                <a:off x="9748280" y="1385000"/>
                <a:ext cx="91440" cy="1342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CDB6FCA-42CD-2DE8-5341-231C2A056F2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743960" y="1380680"/>
                  <a:ext cx="1000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534A477-7F11-2AD2-CC73-8FFA49EA000F}"/>
                    </a:ext>
                  </a:extLst>
                </p14:cNvPr>
                <p14:cNvContentPartPr/>
                <p14:nvPr/>
              </p14:nvContentPartPr>
              <p14:xfrm>
                <a:off x="10183880" y="1338560"/>
                <a:ext cx="11520" cy="1350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534A477-7F11-2AD2-CC73-8FFA49EA000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179560" y="1334240"/>
                  <a:ext cx="201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8606B51-628B-3C40-571A-48875A57B843}"/>
                    </a:ext>
                  </a:extLst>
                </p14:cNvPr>
                <p14:cNvContentPartPr/>
                <p14:nvPr/>
              </p14:nvContentPartPr>
              <p14:xfrm>
                <a:off x="10251560" y="1345040"/>
                <a:ext cx="123120" cy="1587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8606B51-628B-3C40-571A-48875A57B84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247240" y="1340720"/>
                  <a:ext cx="13176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2ABEFF77-F28B-C364-4BB7-C7CCB0747A9C}"/>
              </a:ext>
            </a:extLst>
          </p:cNvPr>
          <p:cNvGrpSpPr/>
          <p:nvPr/>
        </p:nvGrpSpPr>
        <p:grpSpPr>
          <a:xfrm>
            <a:off x="1799480" y="5535800"/>
            <a:ext cx="3541680" cy="465120"/>
            <a:chOff x="1799480" y="5535800"/>
            <a:chExt cx="3541680" cy="46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3B92FA1-E295-A406-F0C1-D557B9080787}"/>
                    </a:ext>
                  </a:extLst>
                </p14:cNvPr>
                <p14:cNvContentPartPr/>
                <p14:nvPr/>
              </p14:nvContentPartPr>
              <p14:xfrm>
                <a:off x="1799480" y="5535800"/>
                <a:ext cx="95040" cy="159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3B92FA1-E295-A406-F0C1-D557B908078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793360" y="5529680"/>
                  <a:ext cx="1072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5135472-DB4D-253C-211A-8DC0F12A09D0}"/>
                    </a:ext>
                  </a:extLst>
                </p14:cNvPr>
                <p14:cNvContentPartPr/>
                <p14:nvPr/>
              </p14:nvContentPartPr>
              <p14:xfrm>
                <a:off x="2462240" y="5558120"/>
                <a:ext cx="46440" cy="177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5135472-DB4D-253C-211A-8DC0F12A09D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456120" y="5552000"/>
                  <a:ext cx="586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1BB3939-4D29-11E5-9326-16BF9D7FE668}"/>
                    </a:ext>
                  </a:extLst>
                </p14:cNvPr>
                <p14:cNvContentPartPr/>
                <p14:nvPr/>
              </p14:nvContentPartPr>
              <p14:xfrm>
                <a:off x="2927720" y="5675840"/>
                <a:ext cx="122400" cy="1339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1BB3939-4D29-11E5-9326-16BF9D7FE66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921600" y="5669720"/>
                  <a:ext cx="1346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F08C270-81F1-2B8D-0E76-07317D002BDA}"/>
                    </a:ext>
                  </a:extLst>
                </p14:cNvPr>
                <p14:cNvContentPartPr/>
                <p14:nvPr/>
              </p14:nvContentPartPr>
              <p14:xfrm>
                <a:off x="3349280" y="5642000"/>
                <a:ext cx="149400" cy="1731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F08C270-81F1-2B8D-0E76-07317D002BD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343160" y="5635880"/>
                  <a:ext cx="1616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8A0D2F1-3072-9EDE-B2B1-CD973C3B2038}"/>
                    </a:ext>
                  </a:extLst>
                </p14:cNvPr>
                <p14:cNvContentPartPr/>
                <p14:nvPr/>
              </p14:nvContentPartPr>
              <p14:xfrm>
                <a:off x="3942920" y="5741000"/>
                <a:ext cx="196920" cy="1220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8A0D2F1-3072-9EDE-B2B1-CD973C3B203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936800" y="5734880"/>
                  <a:ext cx="2091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BB8680F-8B72-8180-3DB3-63EDADAF2AD1}"/>
                    </a:ext>
                  </a:extLst>
                </p14:cNvPr>
                <p14:cNvContentPartPr/>
                <p14:nvPr/>
              </p14:nvContentPartPr>
              <p14:xfrm>
                <a:off x="4083680" y="5752880"/>
                <a:ext cx="63000" cy="1796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BB8680F-8B72-8180-3DB3-63EDADAF2AD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077560" y="5746760"/>
                  <a:ext cx="752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899CF6F-675C-3752-1183-999448BCD93C}"/>
                    </a:ext>
                  </a:extLst>
                </p14:cNvPr>
                <p14:cNvContentPartPr/>
                <p14:nvPr/>
              </p14:nvContentPartPr>
              <p14:xfrm>
                <a:off x="4645640" y="5697080"/>
                <a:ext cx="98280" cy="1944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899CF6F-675C-3752-1183-999448BCD93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639520" y="5690960"/>
                  <a:ext cx="1105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93A2BC8-D131-1C6C-F9AD-3F92F1A9557C}"/>
                    </a:ext>
                  </a:extLst>
                </p14:cNvPr>
                <p14:cNvContentPartPr/>
                <p14:nvPr/>
              </p14:nvContentPartPr>
              <p14:xfrm>
                <a:off x="4709000" y="5671520"/>
                <a:ext cx="114120" cy="334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93A2BC8-D131-1C6C-F9AD-3F92F1A9557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702880" y="5665400"/>
                  <a:ext cx="1263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B2FFC78-2726-FAA5-13C9-3431288EEB96}"/>
                    </a:ext>
                  </a:extLst>
                </p14:cNvPr>
                <p14:cNvContentPartPr/>
                <p14:nvPr/>
              </p14:nvContentPartPr>
              <p14:xfrm>
                <a:off x="5257280" y="5795000"/>
                <a:ext cx="83880" cy="2059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B2FFC78-2726-FAA5-13C9-3431288EEB9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251160" y="5788880"/>
                  <a:ext cx="9612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98DD6F34-3BD6-C2B3-1A68-986DE1F5A329}"/>
              </a:ext>
            </a:extLst>
          </p:cNvPr>
          <p:cNvGrpSpPr/>
          <p:nvPr/>
        </p:nvGrpSpPr>
        <p:grpSpPr>
          <a:xfrm>
            <a:off x="6043160" y="5826680"/>
            <a:ext cx="272880" cy="240480"/>
            <a:chOff x="6043160" y="5826680"/>
            <a:chExt cx="27288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99D8366-5240-2656-D8EC-122103BE7C36}"/>
                    </a:ext>
                  </a:extLst>
                </p14:cNvPr>
                <p14:cNvContentPartPr/>
                <p14:nvPr/>
              </p14:nvContentPartPr>
              <p14:xfrm>
                <a:off x="6043160" y="5826680"/>
                <a:ext cx="90720" cy="2404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99D8366-5240-2656-D8EC-122103BE7C3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037040" y="5820560"/>
                  <a:ext cx="1029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3D4A6EF-98FB-1506-9C5E-8B7ADC649960}"/>
                    </a:ext>
                  </a:extLst>
                </p14:cNvPr>
                <p14:cNvContentPartPr/>
                <p14:nvPr/>
              </p14:nvContentPartPr>
              <p14:xfrm>
                <a:off x="6075560" y="5901200"/>
                <a:ext cx="240480" cy="547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3D4A6EF-98FB-1506-9C5E-8B7ADC64996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069440" y="5895080"/>
                  <a:ext cx="252720" cy="6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2735E589-0C08-F471-35F0-62A7A3536970}"/>
                  </a:ext>
                </a:extLst>
              </p14:cNvPr>
              <p14:cNvContentPartPr/>
              <p14:nvPr/>
            </p14:nvContentPartPr>
            <p14:xfrm>
              <a:off x="6905000" y="5915240"/>
              <a:ext cx="120960" cy="14904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2735E589-0C08-F471-35F0-62A7A3536970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6898880" y="5909120"/>
                <a:ext cx="13320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3D27F67B-FE7E-67A7-421B-BDB1B4A1F391}"/>
                  </a:ext>
                </a:extLst>
              </p14:cNvPr>
              <p14:cNvContentPartPr/>
              <p14:nvPr/>
            </p14:nvContentPartPr>
            <p14:xfrm>
              <a:off x="7527080" y="6135200"/>
              <a:ext cx="167040" cy="19980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3D27F67B-FE7E-67A7-421B-BDB1B4A1F391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7520960" y="6129080"/>
                <a:ext cx="179280" cy="21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76D81EA1-DB1E-9383-F4C1-B72C6D84F2C4}"/>
              </a:ext>
            </a:extLst>
          </p:cNvPr>
          <p:cNvGrpSpPr/>
          <p:nvPr/>
        </p:nvGrpSpPr>
        <p:grpSpPr>
          <a:xfrm>
            <a:off x="8221160" y="6252200"/>
            <a:ext cx="246600" cy="128160"/>
            <a:chOff x="8221160" y="6252200"/>
            <a:chExt cx="246600" cy="12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9760E03-198B-3C37-0086-CEB6B4F0BED1}"/>
                    </a:ext>
                  </a:extLst>
                </p14:cNvPr>
                <p14:cNvContentPartPr/>
                <p14:nvPr/>
              </p14:nvContentPartPr>
              <p14:xfrm>
                <a:off x="8221160" y="6257960"/>
                <a:ext cx="43200" cy="1224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9760E03-198B-3C37-0086-CEB6B4F0BED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215040" y="6251840"/>
                  <a:ext cx="554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82CA0C3-1D5F-844F-5DB0-5C7377749F8D}"/>
                    </a:ext>
                  </a:extLst>
                </p14:cNvPr>
                <p14:cNvContentPartPr/>
                <p14:nvPr/>
              </p14:nvContentPartPr>
              <p14:xfrm>
                <a:off x="8369840" y="6252200"/>
                <a:ext cx="97920" cy="1166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82CA0C3-1D5F-844F-5DB0-5C7377749F8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363720" y="6246080"/>
                  <a:ext cx="11016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D58628A5-C927-4132-785C-B9A8850FE8CE}"/>
              </a:ext>
            </a:extLst>
          </p:cNvPr>
          <p:cNvGrpSpPr/>
          <p:nvPr/>
        </p:nvGrpSpPr>
        <p:grpSpPr>
          <a:xfrm>
            <a:off x="9014960" y="6272000"/>
            <a:ext cx="150480" cy="130320"/>
            <a:chOff x="9014960" y="6272000"/>
            <a:chExt cx="150480" cy="13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87D0F51-1B92-3117-5D4A-E178F56FB5EA}"/>
                    </a:ext>
                  </a:extLst>
                </p14:cNvPr>
                <p14:cNvContentPartPr/>
                <p14:nvPr/>
              </p14:nvContentPartPr>
              <p14:xfrm>
                <a:off x="9014960" y="6286760"/>
                <a:ext cx="57600" cy="1155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87D0F51-1B92-3117-5D4A-E178F56FB5E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008840" y="6280640"/>
                  <a:ext cx="698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3347AB6-1168-6CFB-CFD5-9E3E2E874838}"/>
                    </a:ext>
                  </a:extLst>
                </p14:cNvPr>
                <p14:cNvContentPartPr/>
                <p14:nvPr/>
              </p14:nvContentPartPr>
              <p14:xfrm>
                <a:off x="9142400" y="6272000"/>
                <a:ext cx="23040" cy="892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3347AB6-1168-6CFB-CFD5-9E3E2E87483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136280" y="6265880"/>
                  <a:ext cx="3528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AC96BB35-9AC8-6C01-CD77-50804B34519C}"/>
              </a:ext>
            </a:extLst>
          </p:cNvPr>
          <p:cNvGrpSpPr/>
          <p:nvPr/>
        </p:nvGrpSpPr>
        <p:grpSpPr>
          <a:xfrm>
            <a:off x="9611120" y="6297560"/>
            <a:ext cx="249480" cy="146520"/>
            <a:chOff x="9611120" y="6297560"/>
            <a:chExt cx="249480" cy="14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D65A77C-5C24-FC14-4E58-D947DD92107A}"/>
                    </a:ext>
                  </a:extLst>
                </p14:cNvPr>
                <p14:cNvContentPartPr/>
                <p14:nvPr/>
              </p14:nvContentPartPr>
              <p14:xfrm>
                <a:off x="9611120" y="6326720"/>
                <a:ext cx="23040" cy="1173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D65A77C-5C24-FC14-4E58-D947DD92107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605000" y="6320600"/>
                  <a:ext cx="352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E5216A1-217A-DD3E-3841-FA1FAD56198D}"/>
                    </a:ext>
                  </a:extLst>
                </p14:cNvPr>
                <p14:cNvContentPartPr/>
                <p14:nvPr/>
              </p14:nvContentPartPr>
              <p14:xfrm>
                <a:off x="9693920" y="6297560"/>
                <a:ext cx="166680" cy="928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E5216A1-217A-DD3E-3841-FA1FAD56198D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687800" y="6291440"/>
                  <a:ext cx="178920" cy="10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43244D72-ACC6-AF3F-9E2E-2635ED17934D}"/>
              </a:ext>
            </a:extLst>
          </p:cNvPr>
          <p:cNvGrpSpPr/>
          <p:nvPr/>
        </p:nvGrpSpPr>
        <p:grpSpPr>
          <a:xfrm>
            <a:off x="10320680" y="6234560"/>
            <a:ext cx="242640" cy="177840"/>
            <a:chOff x="10320680" y="6234560"/>
            <a:chExt cx="242640" cy="17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01FC3F7-34C4-2379-9D98-62FE1018A04C}"/>
                    </a:ext>
                  </a:extLst>
                </p14:cNvPr>
                <p14:cNvContentPartPr/>
                <p14:nvPr/>
              </p14:nvContentPartPr>
              <p14:xfrm>
                <a:off x="10320680" y="6268400"/>
                <a:ext cx="45000" cy="1296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01FC3F7-34C4-2379-9D98-62FE1018A04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314560" y="6262280"/>
                  <a:ext cx="572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2523E0B-2AEE-2ADA-B09D-2750FBF3A4B6}"/>
                    </a:ext>
                  </a:extLst>
                </p14:cNvPr>
                <p14:cNvContentPartPr/>
                <p14:nvPr/>
              </p14:nvContentPartPr>
              <p14:xfrm>
                <a:off x="10407440" y="6234560"/>
                <a:ext cx="155880" cy="1778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2523E0B-2AEE-2ADA-B09D-2750FBF3A4B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401320" y="6228440"/>
                  <a:ext cx="168120" cy="19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BAB09940-EA4D-FF85-1E59-C0A2C3F08B94}"/>
              </a:ext>
            </a:extLst>
          </p:cNvPr>
          <p:cNvGrpSpPr/>
          <p:nvPr/>
        </p:nvGrpSpPr>
        <p:grpSpPr>
          <a:xfrm>
            <a:off x="1895960" y="1225520"/>
            <a:ext cx="1425960" cy="470880"/>
            <a:chOff x="1895960" y="1225520"/>
            <a:chExt cx="1425960" cy="470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323203A-EB50-E4AC-D698-B438B3780A52}"/>
                    </a:ext>
                  </a:extLst>
                </p14:cNvPr>
                <p14:cNvContentPartPr/>
                <p14:nvPr/>
              </p14:nvContentPartPr>
              <p14:xfrm>
                <a:off x="1895960" y="1225520"/>
                <a:ext cx="420840" cy="4708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323203A-EB50-E4AC-D698-B438B3780A5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877960" y="1117880"/>
                  <a:ext cx="456480" cy="68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A24CBF9-BB7F-785F-91D5-D7C27F6D178C}"/>
                    </a:ext>
                  </a:extLst>
                </p14:cNvPr>
                <p14:cNvContentPartPr/>
                <p14:nvPr/>
              </p14:nvContentPartPr>
              <p14:xfrm>
                <a:off x="2585000" y="1336040"/>
                <a:ext cx="321120" cy="2390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A24CBF9-BB7F-785F-91D5-D7C27F6D178C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567000" y="1228400"/>
                  <a:ext cx="35676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C0B2E50-8397-A512-4FD8-235F9BBC8AB3}"/>
                    </a:ext>
                  </a:extLst>
                </p14:cNvPr>
                <p14:cNvContentPartPr/>
                <p14:nvPr/>
              </p14:nvContentPartPr>
              <p14:xfrm>
                <a:off x="3132560" y="1355480"/>
                <a:ext cx="189360" cy="2228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C0B2E50-8397-A512-4FD8-235F9BBC8AB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114560" y="1247480"/>
                  <a:ext cx="225000" cy="43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D9972A44-E66D-890F-A463-34099222E9A1}"/>
              </a:ext>
            </a:extLst>
          </p:cNvPr>
          <p:cNvGrpSpPr/>
          <p:nvPr/>
        </p:nvGrpSpPr>
        <p:grpSpPr>
          <a:xfrm>
            <a:off x="333560" y="5480000"/>
            <a:ext cx="923040" cy="521280"/>
            <a:chOff x="333560" y="5480000"/>
            <a:chExt cx="923040" cy="5212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7E095DC-4B75-FE1A-D3CC-644EE2BEAFF8}"/>
                    </a:ext>
                  </a:extLst>
                </p14:cNvPr>
                <p14:cNvContentPartPr/>
                <p14:nvPr/>
              </p14:nvContentPartPr>
              <p14:xfrm>
                <a:off x="484040" y="5524640"/>
                <a:ext cx="24480" cy="2304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7E095DC-4B75-FE1A-D3CC-644EE2BEAFF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66040" y="5417000"/>
                  <a:ext cx="6012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9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A4E9378-7A81-DF1B-B18A-984CCCF1C72C}"/>
                    </a:ext>
                  </a:extLst>
                </p14:cNvPr>
                <p14:cNvContentPartPr/>
                <p14:nvPr/>
              </p14:nvContentPartPr>
              <p14:xfrm>
                <a:off x="333560" y="5480000"/>
                <a:ext cx="326160" cy="97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A4E9378-7A81-DF1B-B18A-984CCCF1C72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15920" y="5372000"/>
                  <a:ext cx="3618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9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08BC72A-118E-1B69-7532-3422E4BD5049}"/>
                    </a:ext>
                  </a:extLst>
                </p14:cNvPr>
                <p14:cNvContentPartPr/>
                <p14:nvPr/>
              </p14:nvContentPartPr>
              <p14:xfrm>
                <a:off x="666200" y="5625800"/>
                <a:ext cx="22320" cy="874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08BC72A-118E-1B69-7532-3422E4BD504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48560" y="5517800"/>
                  <a:ext cx="579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9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A53F14D-BE3B-1F80-76EA-17517780D891}"/>
                    </a:ext>
                  </a:extLst>
                </p14:cNvPr>
                <p14:cNvContentPartPr/>
                <p14:nvPr/>
              </p14:nvContentPartPr>
              <p14:xfrm>
                <a:off x="724880" y="5558840"/>
                <a:ext cx="6480" cy="349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A53F14D-BE3B-1F80-76EA-17517780D89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07240" y="5450840"/>
                  <a:ext cx="421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9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E6B6471-B82A-7404-8B20-D15A09C17D05}"/>
                    </a:ext>
                  </a:extLst>
                </p14:cNvPr>
                <p14:cNvContentPartPr/>
                <p14:nvPr/>
              </p14:nvContentPartPr>
              <p14:xfrm>
                <a:off x="758000" y="5621840"/>
                <a:ext cx="181080" cy="835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E6B6471-B82A-7404-8B20-D15A09C17D0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40360" y="5513840"/>
                  <a:ext cx="2167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9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301C6F1-1FFF-2AB2-A4A2-BD83B1721F8B}"/>
                    </a:ext>
                  </a:extLst>
                </p14:cNvPr>
                <p14:cNvContentPartPr/>
                <p14:nvPr/>
              </p14:nvContentPartPr>
              <p14:xfrm>
                <a:off x="985520" y="5584400"/>
                <a:ext cx="119160" cy="1112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301C6F1-1FFF-2AB2-A4A2-BD83B1721F8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67880" y="5476760"/>
                  <a:ext cx="15480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0752D23-1367-649A-7FDF-28CBBC971EF3}"/>
                    </a:ext>
                  </a:extLst>
                </p14:cNvPr>
                <p14:cNvContentPartPr/>
                <p14:nvPr/>
              </p14:nvContentPartPr>
              <p14:xfrm>
                <a:off x="369560" y="5747840"/>
                <a:ext cx="887040" cy="2534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0752D23-1367-649A-7FDF-28CBBC971EF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51920" y="5640200"/>
                  <a:ext cx="922680" cy="46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1F4D1CB0-DA1B-9D5E-933A-AD0EA5CA0170}"/>
              </a:ext>
            </a:extLst>
          </p:cNvPr>
          <p:cNvGrpSpPr/>
          <p:nvPr/>
        </p:nvGrpSpPr>
        <p:grpSpPr>
          <a:xfrm>
            <a:off x="434360" y="1164320"/>
            <a:ext cx="846360" cy="420840"/>
            <a:chOff x="434360" y="1164320"/>
            <a:chExt cx="846360" cy="4208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774937B-8EA6-F3A1-612F-AFBF6CFFBB21}"/>
                    </a:ext>
                  </a:extLst>
                </p14:cNvPr>
                <p14:cNvContentPartPr/>
                <p14:nvPr/>
              </p14:nvContentPartPr>
              <p14:xfrm>
                <a:off x="608960" y="1197800"/>
                <a:ext cx="17280" cy="1227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774937B-8EA6-F3A1-612F-AFBF6CFFBB2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91320" y="1089800"/>
                  <a:ext cx="529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7FBDE68-3EF5-1579-F5B9-68044D58F75B}"/>
                    </a:ext>
                  </a:extLst>
                </p14:cNvPr>
                <p14:cNvContentPartPr/>
                <p14:nvPr/>
              </p14:nvContentPartPr>
              <p14:xfrm>
                <a:off x="434360" y="1164320"/>
                <a:ext cx="265680" cy="2163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7FBDE68-3EF5-1579-F5B9-68044D58F75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16720" y="1056320"/>
                  <a:ext cx="3013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88E94D6-AC5C-21E1-8DC3-8ECBAF999A35}"/>
                    </a:ext>
                  </a:extLst>
                </p14:cNvPr>
                <p14:cNvContentPartPr/>
                <p14:nvPr/>
              </p14:nvContentPartPr>
              <p14:xfrm>
                <a:off x="755120" y="1221920"/>
                <a:ext cx="154800" cy="964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88E94D6-AC5C-21E1-8DC3-8ECBAF999A3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37120" y="1113920"/>
                  <a:ext cx="1904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9DB9B2A-C8BB-A81C-6933-B0C528D632F2}"/>
                    </a:ext>
                  </a:extLst>
                </p14:cNvPr>
                <p14:cNvContentPartPr/>
                <p14:nvPr/>
              </p14:nvContentPartPr>
              <p14:xfrm>
                <a:off x="929720" y="1242080"/>
                <a:ext cx="79560" cy="219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9DB9B2A-C8BB-A81C-6933-B0C528D632F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11720" y="1134440"/>
                  <a:ext cx="1152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1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5338661-1384-0FF5-E645-AD7908030ED0}"/>
                    </a:ext>
                  </a:extLst>
                </p14:cNvPr>
                <p14:cNvContentPartPr/>
                <p14:nvPr/>
              </p14:nvContentPartPr>
              <p14:xfrm>
                <a:off x="877880" y="1209680"/>
                <a:ext cx="171000" cy="1879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5338661-1384-0FF5-E645-AD7908030ED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59880" y="1102040"/>
                  <a:ext cx="20664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1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12D01BE-7EED-0D29-5076-C1B47127EB66}"/>
                    </a:ext>
                  </a:extLst>
                </p14:cNvPr>
                <p14:cNvContentPartPr/>
                <p14:nvPr/>
              </p14:nvContentPartPr>
              <p14:xfrm>
                <a:off x="1005320" y="1190960"/>
                <a:ext cx="155520" cy="1224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12D01BE-7EED-0D29-5076-C1B47127EB6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87680" y="1082960"/>
                  <a:ext cx="1911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1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0121FB1-45C3-0281-5215-31870C6A4FBF}"/>
                    </a:ext>
                  </a:extLst>
                </p14:cNvPr>
                <p14:cNvContentPartPr/>
                <p14:nvPr/>
              </p14:nvContentPartPr>
              <p14:xfrm>
                <a:off x="481160" y="1342520"/>
                <a:ext cx="799560" cy="2426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0121FB1-45C3-0281-5215-31870C6A4FB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63520" y="1234880"/>
                  <a:ext cx="835200" cy="45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47F97E8-FCCB-0DD1-DD13-B42CE0333130}"/>
                  </a:ext>
                </a:extLst>
              </p14:cNvPr>
              <p14:cNvContentPartPr/>
              <p14:nvPr/>
            </p14:nvContentPartPr>
            <p14:xfrm>
              <a:off x="4400698" y="5153137"/>
              <a:ext cx="47520" cy="345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47F97E8-FCCB-0DD1-DD13-B42CE0333130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4310698" y="4973137"/>
                <a:ext cx="227160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F3F0364-7E26-37EC-D54C-4AE05A561EAA}"/>
                  </a:ext>
                </a:extLst>
              </p14:cNvPr>
              <p14:cNvContentPartPr/>
              <p14:nvPr/>
            </p14:nvContentPartPr>
            <p14:xfrm>
              <a:off x="1849018" y="1413457"/>
              <a:ext cx="2950920" cy="4196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F3F0364-7E26-37EC-D54C-4AE05A561EAA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759018" y="1233817"/>
                <a:ext cx="3130560" cy="45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CEAD9E8-46BC-6931-B4D7-49F0F3B15A3E}"/>
                  </a:ext>
                </a:extLst>
              </p14:cNvPr>
              <p14:cNvContentPartPr/>
              <p14:nvPr/>
            </p14:nvContentPartPr>
            <p14:xfrm>
              <a:off x="5192698" y="1797577"/>
              <a:ext cx="61920" cy="255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CEAD9E8-46BC-6931-B4D7-49F0F3B15A3E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5102698" y="1617937"/>
                <a:ext cx="241560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10DDFF9-8765-05F7-1304-5809F501786C}"/>
                  </a:ext>
                </a:extLst>
              </p14:cNvPr>
              <p14:cNvContentPartPr/>
              <p14:nvPr/>
            </p14:nvContentPartPr>
            <p14:xfrm>
              <a:off x="6031858" y="1936177"/>
              <a:ext cx="3780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10DDFF9-8765-05F7-1304-5809F501786C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5941858" y="1756177"/>
                <a:ext cx="21744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EAA87DF-181B-3601-CE04-2AF0BE6B9307}"/>
                  </a:ext>
                </a:extLst>
              </p14:cNvPr>
              <p14:cNvContentPartPr/>
              <p14:nvPr/>
            </p14:nvContentPartPr>
            <p14:xfrm>
              <a:off x="6731338" y="1894417"/>
              <a:ext cx="22680" cy="388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EAA87DF-181B-3601-CE04-2AF0BE6B9307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6641338" y="1714417"/>
                <a:ext cx="20232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87DB16A9-9DD7-876E-B986-CE0F30595595}"/>
                  </a:ext>
                </a:extLst>
              </p14:cNvPr>
              <p14:cNvContentPartPr/>
              <p14:nvPr/>
            </p14:nvContentPartPr>
            <p14:xfrm>
              <a:off x="7347658" y="1955617"/>
              <a:ext cx="28800" cy="381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87DB16A9-9DD7-876E-B986-CE0F30595595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7257658" y="1775617"/>
                <a:ext cx="208440" cy="3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DE4A994-2F52-FACA-71D9-3CACAE654923}"/>
                  </a:ext>
                </a:extLst>
              </p14:cNvPr>
              <p14:cNvContentPartPr/>
              <p14:nvPr/>
            </p14:nvContentPartPr>
            <p14:xfrm>
              <a:off x="8148298" y="1912057"/>
              <a:ext cx="22320" cy="367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DE4A994-2F52-FACA-71D9-3CACAE654923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8058298" y="1732057"/>
                <a:ext cx="201960" cy="3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5C81ACE-9F97-FEF9-4663-5B599D84B20D}"/>
                  </a:ext>
                </a:extLst>
              </p14:cNvPr>
              <p14:cNvContentPartPr/>
              <p14:nvPr/>
            </p14:nvContentPartPr>
            <p14:xfrm>
              <a:off x="4803898" y="1440097"/>
              <a:ext cx="3906720" cy="26596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5C81ACE-9F97-FEF9-4663-5B599D84B20D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4713898" y="1260457"/>
                <a:ext cx="4086360" cy="30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5F856424-EE8A-5349-3CCB-A41058E2C2A2}"/>
                  </a:ext>
                </a:extLst>
              </p14:cNvPr>
              <p14:cNvContentPartPr/>
              <p14:nvPr/>
            </p14:nvContentPartPr>
            <p14:xfrm>
              <a:off x="5050138" y="4191937"/>
              <a:ext cx="3306600" cy="16322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5F856424-EE8A-5349-3CCB-A41058E2C2A2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4960498" y="4012297"/>
                <a:ext cx="3486240" cy="19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CE327D90-6B5D-D753-D21D-4E9F18FDBD22}"/>
                  </a:ext>
                </a:extLst>
              </p14:cNvPr>
              <p14:cNvContentPartPr/>
              <p14:nvPr/>
            </p14:nvContentPartPr>
            <p14:xfrm>
              <a:off x="4781938" y="1567897"/>
              <a:ext cx="3617280" cy="40640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CE327D90-6B5D-D753-D21D-4E9F18FDBD22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4692298" y="1388257"/>
                <a:ext cx="3796920" cy="442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E045DF4A-6EB3-A7E8-A9DA-4EFA4DD8AD73}"/>
                  </a:ext>
                </a:extLst>
              </p14:cNvPr>
              <p14:cNvContentPartPr/>
              <p14:nvPr/>
            </p14:nvContentPartPr>
            <p14:xfrm>
              <a:off x="8723578" y="1445137"/>
              <a:ext cx="1616040" cy="3042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E045DF4A-6EB3-A7E8-A9DA-4EFA4DD8AD73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8633938" y="1265137"/>
                <a:ext cx="1795680" cy="66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9BC7916F-47D2-400B-AB17-7A29803EAF03}"/>
                  </a:ext>
                </a:extLst>
              </p14:cNvPr>
              <p14:cNvContentPartPr/>
              <p14:nvPr/>
            </p14:nvContentPartPr>
            <p14:xfrm>
              <a:off x="8402818" y="1799737"/>
              <a:ext cx="1972800" cy="34970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9BC7916F-47D2-400B-AB17-7A29803EAF03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8312818" y="1620097"/>
                <a:ext cx="2152440" cy="38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F6508F23-181C-56B8-4EE6-EFB4B0E3CABF}"/>
                  </a:ext>
                </a:extLst>
              </p14:cNvPr>
              <p14:cNvContentPartPr/>
              <p14:nvPr/>
            </p14:nvContentPartPr>
            <p14:xfrm>
              <a:off x="8529898" y="5014177"/>
              <a:ext cx="1785600" cy="93816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F6508F23-181C-56B8-4EE6-EFB4B0E3CABF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8439898" y="4834177"/>
                <a:ext cx="1965240" cy="129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976EA90-7D6E-9F28-2FB8-CF31B6CA6ECE}"/>
              </a:ext>
            </a:extLst>
          </p:cNvPr>
          <p:cNvGrpSpPr/>
          <p:nvPr/>
        </p:nvGrpSpPr>
        <p:grpSpPr>
          <a:xfrm>
            <a:off x="3624320" y="1680920"/>
            <a:ext cx="1340640" cy="325080"/>
            <a:chOff x="3624320" y="1680920"/>
            <a:chExt cx="1340640" cy="32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36F4FF7-20DA-C022-7BC9-E74E9444CA46}"/>
                    </a:ext>
                  </a:extLst>
                </p14:cNvPr>
                <p14:cNvContentPartPr/>
                <p14:nvPr/>
              </p14:nvContentPartPr>
              <p14:xfrm>
                <a:off x="3624320" y="1680920"/>
                <a:ext cx="235800" cy="325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36F4FF7-20DA-C022-7BC9-E74E9444CA46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618200" y="1674800"/>
                  <a:ext cx="2480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9AFDFF2-21F9-B051-C2EF-991A652BAC00}"/>
                    </a:ext>
                  </a:extLst>
                </p14:cNvPr>
                <p14:cNvContentPartPr/>
                <p14:nvPr/>
              </p14:nvContentPartPr>
              <p14:xfrm>
                <a:off x="3903320" y="1869200"/>
                <a:ext cx="133920" cy="95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9AFDFF2-21F9-B051-C2EF-991A652BAC0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897200" y="1863080"/>
                  <a:ext cx="1461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8E0840E-C9F4-63A5-BAAC-D5E8681E941E}"/>
                    </a:ext>
                  </a:extLst>
                </p14:cNvPr>
                <p14:cNvContentPartPr/>
                <p14:nvPr/>
              </p14:nvContentPartPr>
              <p14:xfrm>
                <a:off x="4113560" y="1896920"/>
                <a:ext cx="79560" cy="99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8E0840E-C9F4-63A5-BAAC-D5E8681E941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107440" y="1890800"/>
                  <a:ext cx="918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7A69508-285B-9999-FCB7-18230CB9FC9E}"/>
                    </a:ext>
                  </a:extLst>
                </p14:cNvPr>
                <p14:cNvContentPartPr/>
                <p14:nvPr/>
              </p14:nvContentPartPr>
              <p14:xfrm>
                <a:off x="4133360" y="1771280"/>
                <a:ext cx="64440" cy="38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7A69508-285B-9999-FCB7-18230CB9FC9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127240" y="1765160"/>
                  <a:ext cx="766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688EB3E-5ADA-4232-7A18-DE64379F7F07}"/>
                    </a:ext>
                  </a:extLst>
                </p14:cNvPr>
                <p14:cNvContentPartPr/>
                <p14:nvPr/>
              </p14:nvContentPartPr>
              <p14:xfrm>
                <a:off x="4275560" y="1811960"/>
                <a:ext cx="141120" cy="155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688EB3E-5ADA-4232-7A18-DE64379F7F0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269440" y="1805840"/>
                  <a:ext cx="1533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51E9D89-220E-5081-EB50-D2E8F07C8F33}"/>
                    </a:ext>
                  </a:extLst>
                </p14:cNvPr>
                <p14:cNvContentPartPr/>
                <p14:nvPr/>
              </p14:nvContentPartPr>
              <p14:xfrm>
                <a:off x="4499120" y="1839680"/>
                <a:ext cx="110160" cy="1303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51E9D89-220E-5081-EB50-D2E8F07C8F3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493000" y="1833560"/>
                  <a:ext cx="1224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968F35D-426A-A69A-81C8-4B1701D18340}"/>
                    </a:ext>
                  </a:extLst>
                </p14:cNvPr>
                <p14:cNvContentPartPr/>
                <p14:nvPr/>
              </p14:nvContentPartPr>
              <p14:xfrm>
                <a:off x="4704320" y="1844720"/>
                <a:ext cx="260640" cy="1159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968F35D-426A-A69A-81C8-4B1701D18340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698200" y="1838600"/>
                  <a:ext cx="27288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85B192D9-0108-B292-B61D-558BB59FF9C2}"/>
              </a:ext>
            </a:extLst>
          </p:cNvPr>
          <p:cNvGrpSpPr/>
          <p:nvPr/>
        </p:nvGrpSpPr>
        <p:grpSpPr>
          <a:xfrm>
            <a:off x="7743440" y="3389840"/>
            <a:ext cx="946800" cy="581400"/>
            <a:chOff x="7743440" y="3389840"/>
            <a:chExt cx="946800" cy="58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B0CF250-8DC4-8CED-5DC5-B910112FBF09}"/>
                    </a:ext>
                  </a:extLst>
                </p14:cNvPr>
                <p14:cNvContentPartPr/>
                <p14:nvPr/>
              </p14:nvContentPartPr>
              <p14:xfrm>
                <a:off x="7743440" y="3425480"/>
                <a:ext cx="131760" cy="1195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B0CF250-8DC4-8CED-5DC5-B910112FBF09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739120" y="3421160"/>
                  <a:ext cx="1404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6A35624-1C76-2B40-24EB-6855259ACA08}"/>
                    </a:ext>
                  </a:extLst>
                </p14:cNvPr>
                <p14:cNvContentPartPr/>
                <p14:nvPr/>
              </p14:nvContentPartPr>
              <p14:xfrm>
                <a:off x="7752440" y="3389840"/>
                <a:ext cx="231120" cy="4003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6A35624-1C76-2B40-24EB-6855259ACA08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748120" y="3385520"/>
                  <a:ext cx="23976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52E5333-4B93-E9A6-8BC8-FDF342AD35EC}"/>
                    </a:ext>
                  </a:extLst>
                </p14:cNvPr>
                <p14:cNvContentPartPr/>
                <p14:nvPr/>
              </p14:nvContentPartPr>
              <p14:xfrm>
                <a:off x="7874840" y="3628160"/>
                <a:ext cx="158400" cy="1180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52E5333-4B93-E9A6-8BC8-FDF342AD35E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870520" y="3623840"/>
                  <a:ext cx="1670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1CB0142-4A83-B503-5D63-4F860B541692}"/>
                    </a:ext>
                  </a:extLst>
                </p14:cNvPr>
                <p14:cNvContentPartPr/>
                <p14:nvPr/>
              </p14:nvContentPartPr>
              <p14:xfrm>
                <a:off x="8034680" y="3674240"/>
                <a:ext cx="130680" cy="579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1CB0142-4A83-B503-5D63-4F860B54169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030360" y="3669920"/>
                  <a:ext cx="1393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504CD3C-1CBA-711E-6FA9-9A7828641FCA}"/>
                    </a:ext>
                  </a:extLst>
                </p14:cNvPr>
                <p14:cNvContentPartPr/>
                <p14:nvPr/>
              </p14:nvContentPartPr>
              <p14:xfrm>
                <a:off x="8095160" y="3634640"/>
                <a:ext cx="194040" cy="3366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504CD3C-1CBA-711E-6FA9-9A7828641FC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090840" y="3630320"/>
                  <a:ext cx="20268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9AFD010-0898-E540-7E1E-CF4362C318BB}"/>
                    </a:ext>
                  </a:extLst>
                </p14:cNvPr>
                <p14:cNvContentPartPr/>
                <p14:nvPr/>
              </p14:nvContentPartPr>
              <p14:xfrm>
                <a:off x="8351840" y="3639320"/>
                <a:ext cx="338400" cy="1468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9AFD010-0898-E540-7E1E-CF4362C318BB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347520" y="3635000"/>
                  <a:ext cx="347040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9183A176-AE2A-8097-C708-61691B6987ED}"/>
              </a:ext>
            </a:extLst>
          </p:cNvPr>
          <p:cNvGrpSpPr/>
          <p:nvPr/>
        </p:nvGrpSpPr>
        <p:grpSpPr>
          <a:xfrm>
            <a:off x="10614800" y="4553360"/>
            <a:ext cx="1203120" cy="416520"/>
            <a:chOff x="10614800" y="4553360"/>
            <a:chExt cx="1203120" cy="41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EF5B26E-AE20-FE86-F076-A7F1B2CFD6C1}"/>
                    </a:ext>
                  </a:extLst>
                </p14:cNvPr>
                <p14:cNvContentPartPr/>
                <p14:nvPr/>
              </p14:nvContentPartPr>
              <p14:xfrm>
                <a:off x="10614800" y="4679000"/>
                <a:ext cx="173160" cy="2685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EF5B26E-AE20-FE86-F076-A7F1B2CFD6C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610480" y="4674680"/>
                  <a:ext cx="1818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2C4B9BD-6D2B-7E3B-6BF2-406B36DA33F0}"/>
                    </a:ext>
                  </a:extLst>
                </p14:cNvPr>
                <p14:cNvContentPartPr/>
                <p14:nvPr/>
              </p14:nvContentPartPr>
              <p14:xfrm>
                <a:off x="10781480" y="4645160"/>
                <a:ext cx="153000" cy="162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72C4B9BD-6D2B-7E3B-6BF2-406B36DA33F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777160" y="4640840"/>
                  <a:ext cx="1616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DEF6D03-E942-6E08-2187-B83408F504C9}"/>
                    </a:ext>
                  </a:extLst>
                </p14:cNvPr>
                <p14:cNvContentPartPr/>
                <p14:nvPr/>
              </p14:nvContentPartPr>
              <p14:xfrm>
                <a:off x="10674560" y="4772960"/>
                <a:ext cx="164520" cy="612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DEF6D03-E942-6E08-2187-B83408F504C9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670240" y="4768640"/>
                  <a:ext cx="1731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C64E319-EB70-F015-BD09-B9C02304DC3A}"/>
                    </a:ext>
                  </a:extLst>
                </p14:cNvPr>
                <p14:cNvContentPartPr/>
                <p14:nvPr/>
              </p14:nvContentPartPr>
              <p14:xfrm>
                <a:off x="10827920" y="4861880"/>
                <a:ext cx="245520" cy="741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C64E319-EB70-F015-BD09-B9C02304DC3A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823600" y="4857560"/>
                  <a:ext cx="2541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8D418DC-11C8-BD5E-6654-6DE17130E7D5}"/>
                    </a:ext>
                  </a:extLst>
                </p14:cNvPr>
                <p14:cNvContentPartPr/>
                <p14:nvPr/>
              </p14:nvContentPartPr>
              <p14:xfrm>
                <a:off x="11143280" y="4864760"/>
                <a:ext cx="16200" cy="439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8D418DC-11C8-BD5E-6654-6DE17130E7D5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1138960" y="4860440"/>
                  <a:ext cx="248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D1543DA-3A31-BA7C-3FCC-51CD5C36F3DC}"/>
                    </a:ext>
                  </a:extLst>
                </p14:cNvPr>
                <p14:cNvContentPartPr/>
                <p14:nvPr/>
              </p14:nvContentPartPr>
              <p14:xfrm>
                <a:off x="11219240" y="4702400"/>
                <a:ext cx="15480" cy="356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D1543DA-3A31-BA7C-3FCC-51CD5C36F3DC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1214920" y="4698080"/>
                  <a:ext cx="241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2F5C0E0-117E-4885-E113-76F41E33FF10}"/>
                    </a:ext>
                  </a:extLst>
                </p14:cNvPr>
                <p14:cNvContentPartPr/>
                <p14:nvPr/>
              </p14:nvContentPartPr>
              <p14:xfrm>
                <a:off x="11230760" y="4623200"/>
                <a:ext cx="171000" cy="3466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2F5C0E0-117E-4885-E113-76F41E33FF10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1226440" y="4618880"/>
                  <a:ext cx="1796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C556180-B58E-68ED-18B2-6CDA734F46C6}"/>
                    </a:ext>
                  </a:extLst>
                </p14:cNvPr>
                <p14:cNvContentPartPr/>
                <p14:nvPr/>
              </p14:nvContentPartPr>
              <p14:xfrm>
                <a:off x="11513000" y="4553360"/>
                <a:ext cx="110160" cy="3578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C556180-B58E-68ED-18B2-6CDA734F46C6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1508680" y="4549040"/>
                  <a:ext cx="11880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4D10A72-FF64-1EA2-C513-20E77079108B}"/>
                    </a:ext>
                  </a:extLst>
                </p14:cNvPr>
                <p14:cNvContentPartPr/>
                <p14:nvPr/>
              </p14:nvContentPartPr>
              <p14:xfrm>
                <a:off x="11641520" y="4746680"/>
                <a:ext cx="176400" cy="1854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4D10A72-FF64-1EA2-C513-20E77079108B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1637200" y="4742360"/>
                  <a:ext cx="18504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C96A37F6-F4C9-CA85-9323-DE1778E9923C}"/>
              </a:ext>
            </a:extLst>
          </p:cNvPr>
          <p:cNvGrpSpPr/>
          <p:nvPr/>
        </p:nvGrpSpPr>
        <p:grpSpPr>
          <a:xfrm>
            <a:off x="5087360" y="1719440"/>
            <a:ext cx="681120" cy="305280"/>
            <a:chOff x="5087360" y="1719440"/>
            <a:chExt cx="681120" cy="30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2D54955E-34C8-C5C6-6DD7-8C7CFD3180A8}"/>
                    </a:ext>
                  </a:extLst>
                </p14:cNvPr>
                <p14:cNvContentPartPr/>
                <p14:nvPr/>
              </p14:nvContentPartPr>
              <p14:xfrm>
                <a:off x="5087360" y="1734200"/>
                <a:ext cx="83520" cy="2732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2D54955E-34C8-C5C6-6DD7-8C7CFD3180A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083040" y="1729880"/>
                  <a:ext cx="921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50FB120-8ECC-4102-FAD8-F4FDCD8022F4}"/>
                    </a:ext>
                  </a:extLst>
                </p14:cNvPr>
                <p14:cNvContentPartPr/>
                <p14:nvPr/>
              </p14:nvContentPartPr>
              <p14:xfrm>
                <a:off x="5295800" y="1805840"/>
                <a:ext cx="28800" cy="1389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50FB120-8ECC-4102-FAD8-F4FDCD8022F4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5291480" y="1801520"/>
                  <a:ext cx="374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73B89649-135E-AA28-1521-503695956C67}"/>
                    </a:ext>
                  </a:extLst>
                </p14:cNvPr>
                <p14:cNvContentPartPr/>
                <p14:nvPr/>
              </p14:nvContentPartPr>
              <p14:xfrm>
                <a:off x="5385440" y="1806560"/>
                <a:ext cx="72720" cy="1123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73B89649-135E-AA28-1521-503695956C6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381120" y="1802240"/>
                  <a:ext cx="813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97BDBF5-560D-7916-5435-F309EB155B7B}"/>
                    </a:ext>
                  </a:extLst>
                </p14:cNvPr>
                <p14:cNvContentPartPr/>
                <p14:nvPr/>
              </p14:nvContentPartPr>
              <p14:xfrm>
                <a:off x="5526920" y="1802600"/>
                <a:ext cx="93240" cy="1022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97BDBF5-560D-7916-5435-F309EB155B7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5522600" y="1798280"/>
                  <a:ext cx="1018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BCABD5C3-B7AF-612A-C9A3-47E22C5CFFB6}"/>
                    </a:ext>
                  </a:extLst>
                </p14:cNvPr>
                <p14:cNvContentPartPr/>
                <p14:nvPr/>
              </p14:nvContentPartPr>
              <p14:xfrm>
                <a:off x="5687840" y="1719440"/>
                <a:ext cx="80640" cy="3052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BCABD5C3-B7AF-612A-C9A3-47E22C5CFFB6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683520" y="1715120"/>
                  <a:ext cx="89280" cy="31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E824A8AA-CAE1-EF4F-B487-BC76D4F0C60F}"/>
              </a:ext>
            </a:extLst>
          </p:cNvPr>
          <p:cNvGrpSpPr/>
          <p:nvPr/>
        </p:nvGrpSpPr>
        <p:grpSpPr>
          <a:xfrm>
            <a:off x="6601160" y="2390120"/>
            <a:ext cx="2696400" cy="452880"/>
            <a:chOff x="6601160" y="2390120"/>
            <a:chExt cx="2696400" cy="45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FD40653-D6D3-E027-2B93-6EF9DAF8526B}"/>
                    </a:ext>
                  </a:extLst>
                </p14:cNvPr>
                <p14:cNvContentPartPr/>
                <p14:nvPr/>
              </p14:nvContentPartPr>
              <p14:xfrm>
                <a:off x="6601160" y="2485160"/>
                <a:ext cx="347760" cy="3542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FD40653-D6D3-E027-2B93-6EF9DAF8526B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596840" y="2480840"/>
                  <a:ext cx="35640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383D720-184A-AAD0-3A45-09A437898754}"/>
                    </a:ext>
                  </a:extLst>
                </p14:cNvPr>
                <p14:cNvContentPartPr/>
                <p14:nvPr/>
              </p14:nvContentPartPr>
              <p14:xfrm>
                <a:off x="6927320" y="2597480"/>
                <a:ext cx="115560" cy="1411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383D720-184A-AAD0-3A45-09A437898754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923000" y="2593160"/>
                  <a:ext cx="1242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DFEDBB3-DAAC-4949-FF29-88E898EEA9E9}"/>
                    </a:ext>
                  </a:extLst>
                </p14:cNvPr>
                <p14:cNvContentPartPr/>
                <p14:nvPr/>
              </p14:nvContentPartPr>
              <p14:xfrm>
                <a:off x="7140440" y="2507840"/>
                <a:ext cx="166680" cy="2376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DFEDBB3-DAAC-4949-FF29-88E898EEA9E9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136120" y="2503520"/>
                  <a:ext cx="1753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8E53E07-D51D-6703-CFE5-AE0F751F7F9E}"/>
                    </a:ext>
                  </a:extLst>
                </p14:cNvPr>
                <p14:cNvContentPartPr/>
                <p14:nvPr/>
              </p14:nvContentPartPr>
              <p14:xfrm>
                <a:off x="7140440" y="2504240"/>
                <a:ext cx="404280" cy="2098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8E53E07-D51D-6703-CFE5-AE0F751F7F9E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136120" y="2499920"/>
                  <a:ext cx="4129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088A867-D1E5-EEA5-CEC8-1EE6A03C9EF3}"/>
                    </a:ext>
                  </a:extLst>
                </p14:cNvPr>
                <p14:cNvContentPartPr/>
                <p14:nvPr/>
              </p14:nvContentPartPr>
              <p14:xfrm>
                <a:off x="7502240" y="2639600"/>
                <a:ext cx="119520" cy="939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088A867-D1E5-EEA5-CEC8-1EE6A03C9EF3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497920" y="2635280"/>
                  <a:ext cx="1281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C3AFD178-9E9A-78EB-DA01-1F80D76219B1}"/>
                    </a:ext>
                  </a:extLst>
                </p14:cNvPr>
                <p14:cNvContentPartPr/>
                <p14:nvPr/>
              </p14:nvContentPartPr>
              <p14:xfrm>
                <a:off x="7696640" y="2683880"/>
                <a:ext cx="166680" cy="576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C3AFD178-9E9A-78EB-DA01-1F80D76219B1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692320" y="2679560"/>
                  <a:ext cx="1753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50749AF-1D34-45F8-1619-DC6B2502B87D}"/>
                    </a:ext>
                  </a:extLst>
                </p14:cNvPr>
                <p14:cNvContentPartPr/>
                <p14:nvPr/>
              </p14:nvContentPartPr>
              <p14:xfrm>
                <a:off x="7952600" y="2390120"/>
                <a:ext cx="273240" cy="3315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50749AF-1D34-45F8-1619-DC6B2502B87D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948280" y="2385800"/>
                  <a:ext cx="28188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9F46150-78AD-6075-1511-C9A0FAD2C6FF}"/>
                    </a:ext>
                  </a:extLst>
                </p14:cNvPr>
                <p14:cNvContentPartPr/>
                <p14:nvPr/>
              </p14:nvContentPartPr>
              <p14:xfrm>
                <a:off x="8226200" y="2656520"/>
                <a:ext cx="105480" cy="986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9F46150-78AD-6075-1511-C9A0FAD2C6FF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221880" y="2652200"/>
                  <a:ext cx="1141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C56A2531-A2C6-F17C-A04C-8CE1BF61212F}"/>
                    </a:ext>
                  </a:extLst>
                </p14:cNvPr>
                <p14:cNvContentPartPr/>
                <p14:nvPr/>
              </p14:nvContentPartPr>
              <p14:xfrm>
                <a:off x="8391440" y="2526560"/>
                <a:ext cx="176040" cy="2984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C56A2531-A2C6-F17C-A04C-8CE1BF61212F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387120" y="2522240"/>
                  <a:ext cx="1846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707B5D2-5943-21B4-5DA4-C6B59238498B}"/>
                    </a:ext>
                  </a:extLst>
                </p14:cNvPr>
                <p14:cNvContentPartPr/>
                <p14:nvPr/>
              </p14:nvContentPartPr>
              <p14:xfrm>
                <a:off x="8577200" y="2624480"/>
                <a:ext cx="203040" cy="1198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707B5D2-5943-21B4-5DA4-C6B59238498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572880" y="2620160"/>
                  <a:ext cx="2116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1E27416-95C0-B958-848F-2F4A9BDD4F72}"/>
                    </a:ext>
                  </a:extLst>
                </p14:cNvPr>
                <p14:cNvContentPartPr/>
                <p14:nvPr/>
              </p14:nvContentPartPr>
              <p14:xfrm>
                <a:off x="8823440" y="2632040"/>
                <a:ext cx="146880" cy="1198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1E27416-95C0-B958-848F-2F4A9BDD4F72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819120" y="2627720"/>
                  <a:ext cx="1555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A4855EFE-D21F-AAFF-7255-ABB5504D4A6B}"/>
                    </a:ext>
                  </a:extLst>
                </p14:cNvPr>
                <p14:cNvContentPartPr/>
                <p14:nvPr/>
              </p14:nvContentPartPr>
              <p14:xfrm>
                <a:off x="9038360" y="2629160"/>
                <a:ext cx="132120" cy="975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A4855EFE-D21F-AAFF-7255-ABB5504D4A6B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9034040" y="2624840"/>
                  <a:ext cx="1407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F557693-A24C-ECFD-5548-C03C56C24D30}"/>
                    </a:ext>
                  </a:extLst>
                </p14:cNvPr>
                <p14:cNvContentPartPr/>
                <p14:nvPr/>
              </p14:nvContentPartPr>
              <p14:xfrm>
                <a:off x="9210440" y="2520080"/>
                <a:ext cx="87120" cy="3229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F557693-A24C-ECFD-5548-C03C56C24D30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9206120" y="2515760"/>
                  <a:ext cx="95760" cy="33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1F332352-229B-CA46-7CC1-28A0CD4CB448}"/>
              </a:ext>
            </a:extLst>
          </p:cNvPr>
          <p:cNvGrpSpPr/>
          <p:nvPr/>
        </p:nvGrpSpPr>
        <p:grpSpPr>
          <a:xfrm>
            <a:off x="8826680" y="3545000"/>
            <a:ext cx="935640" cy="360720"/>
            <a:chOff x="8826680" y="3545000"/>
            <a:chExt cx="935640" cy="36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7516EBC-0ECA-9986-41FE-0BFF42E7B28B}"/>
                    </a:ext>
                  </a:extLst>
                </p14:cNvPr>
                <p14:cNvContentPartPr/>
                <p14:nvPr/>
              </p14:nvContentPartPr>
              <p14:xfrm>
                <a:off x="8826680" y="3545000"/>
                <a:ext cx="118800" cy="3607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7516EBC-0ECA-9986-41FE-0BFF42E7B28B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8822360" y="3540680"/>
                  <a:ext cx="1274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98556522-AA45-73A0-AD7A-BE9FB31000B8}"/>
                    </a:ext>
                  </a:extLst>
                </p14:cNvPr>
                <p14:cNvContentPartPr/>
                <p14:nvPr/>
              </p14:nvContentPartPr>
              <p14:xfrm>
                <a:off x="9028640" y="3622040"/>
                <a:ext cx="19080" cy="2098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98556522-AA45-73A0-AD7A-BE9FB31000B8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024320" y="3617720"/>
                  <a:ext cx="277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F268816-9F49-CBC6-BB27-883367AB619F}"/>
                    </a:ext>
                  </a:extLst>
                </p14:cNvPr>
                <p14:cNvContentPartPr/>
                <p14:nvPr/>
              </p14:nvContentPartPr>
              <p14:xfrm>
                <a:off x="9161120" y="3629240"/>
                <a:ext cx="235800" cy="1612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F268816-9F49-CBC6-BB27-883367AB619F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156800" y="3624920"/>
                  <a:ext cx="2444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3EDB69C-E4CF-4A8B-B986-17F06C20FA55}"/>
                    </a:ext>
                  </a:extLst>
                </p14:cNvPr>
                <p14:cNvContentPartPr/>
                <p14:nvPr/>
              </p14:nvContentPartPr>
              <p14:xfrm>
                <a:off x="9452720" y="3648680"/>
                <a:ext cx="145440" cy="1299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3EDB69C-E4CF-4A8B-B986-17F06C20FA55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448400" y="3644360"/>
                  <a:ext cx="1540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98FABEF8-F071-27B9-D5D5-5E61801F1DD7}"/>
                    </a:ext>
                  </a:extLst>
                </p14:cNvPr>
                <p14:cNvContentPartPr/>
                <p14:nvPr/>
              </p14:nvContentPartPr>
              <p14:xfrm>
                <a:off x="9701120" y="3573440"/>
                <a:ext cx="61200" cy="2847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98FABEF8-F071-27B9-D5D5-5E61801F1DD7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9696800" y="3569120"/>
                  <a:ext cx="69840" cy="29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AAAF54F0-6C0F-58D3-21DE-2F0601AA679E}"/>
              </a:ext>
            </a:extLst>
          </p:cNvPr>
          <p:cNvGrpSpPr/>
          <p:nvPr/>
        </p:nvGrpSpPr>
        <p:grpSpPr>
          <a:xfrm>
            <a:off x="11091080" y="5073200"/>
            <a:ext cx="739440" cy="305640"/>
            <a:chOff x="11091080" y="5073200"/>
            <a:chExt cx="739440" cy="30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5E33AAD-3FC4-0592-D33F-65566ABC8C95}"/>
                    </a:ext>
                  </a:extLst>
                </p14:cNvPr>
                <p14:cNvContentPartPr/>
                <p14:nvPr/>
              </p14:nvContentPartPr>
              <p14:xfrm>
                <a:off x="11091080" y="5073200"/>
                <a:ext cx="105120" cy="2336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5E33AAD-3FC4-0592-D33F-65566ABC8C95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1086760" y="5068880"/>
                  <a:ext cx="1137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C32B7C3A-6A91-95A2-2060-FB6FA87D6071}"/>
                    </a:ext>
                  </a:extLst>
                </p14:cNvPr>
                <p14:cNvContentPartPr/>
                <p14:nvPr/>
              </p14:nvContentPartPr>
              <p14:xfrm>
                <a:off x="11210240" y="5110640"/>
                <a:ext cx="144720" cy="1177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C32B7C3A-6A91-95A2-2060-FB6FA87D6071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1205920" y="5106320"/>
                  <a:ext cx="1533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29B57B92-B5E7-E70F-19C0-7D652AF45F86}"/>
                    </a:ext>
                  </a:extLst>
                </p14:cNvPr>
                <p14:cNvContentPartPr/>
                <p14:nvPr/>
              </p14:nvContentPartPr>
              <p14:xfrm>
                <a:off x="11421920" y="5112440"/>
                <a:ext cx="109800" cy="1746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29B57B92-B5E7-E70F-19C0-7D652AF45F86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1417600" y="5108120"/>
                  <a:ext cx="1184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28949317-54EC-BE05-0FC3-702B084736A8}"/>
                    </a:ext>
                  </a:extLst>
                </p14:cNvPr>
                <p14:cNvContentPartPr/>
                <p14:nvPr/>
              </p14:nvContentPartPr>
              <p14:xfrm>
                <a:off x="11495720" y="5112440"/>
                <a:ext cx="108720" cy="39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28949317-54EC-BE05-0FC3-702B084736A8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1491400" y="5108120"/>
                  <a:ext cx="117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11B4BA55-6C57-A24D-B84F-C0366C664C99}"/>
                    </a:ext>
                  </a:extLst>
                </p14:cNvPr>
                <p14:cNvContentPartPr/>
                <p14:nvPr/>
              </p14:nvContentPartPr>
              <p14:xfrm>
                <a:off x="11603720" y="5134400"/>
                <a:ext cx="120600" cy="1335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11B4BA55-6C57-A24D-B84F-C0366C664C99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1599400" y="5130080"/>
                  <a:ext cx="1292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FAE1EB0-64E3-1285-9C64-66148AEBC3AF}"/>
                    </a:ext>
                  </a:extLst>
                </p14:cNvPr>
                <p14:cNvContentPartPr/>
                <p14:nvPr/>
              </p14:nvContentPartPr>
              <p14:xfrm>
                <a:off x="11764640" y="5102720"/>
                <a:ext cx="65880" cy="2761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FAE1EB0-64E3-1285-9C64-66148AEBC3AF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1760320" y="5098400"/>
                  <a:ext cx="74520" cy="284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85662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BF33F8A-35B7-E2E0-8093-EB20BECE6679}"/>
                  </a:ext>
                </a:extLst>
              </p14:cNvPr>
              <p14:cNvContentPartPr/>
              <p14:nvPr/>
            </p14:nvContentPartPr>
            <p14:xfrm>
              <a:off x="2733347" y="602547"/>
              <a:ext cx="1646280" cy="257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BF33F8A-35B7-E2E0-8093-EB20BECE66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29027" y="598227"/>
                <a:ext cx="1654920" cy="26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B2E77029-FC33-090D-438B-CDBFE04D8496}"/>
              </a:ext>
            </a:extLst>
          </p:cNvPr>
          <p:cNvGrpSpPr/>
          <p:nvPr/>
        </p:nvGrpSpPr>
        <p:grpSpPr>
          <a:xfrm>
            <a:off x="183080" y="213747"/>
            <a:ext cx="7274160" cy="3958733"/>
            <a:chOff x="183080" y="213747"/>
            <a:chExt cx="7274160" cy="395873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718F6E7-AB25-79ED-954B-5C32F739A858}"/>
                    </a:ext>
                  </a:extLst>
                </p14:cNvPr>
                <p14:cNvContentPartPr/>
                <p14:nvPr/>
              </p14:nvContentPartPr>
              <p14:xfrm>
                <a:off x="2947187" y="213747"/>
                <a:ext cx="308520" cy="396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718F6E7-AB25-79ED-954B-5C32F739A85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42867" y="209427"/>
                  <a:ext cx="31716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F861EF6-4406-8C8B-DB36-9E877A7E35DD}"/>
                    </a:ext>
                  </a:extLst>
                </p14:cNvPr>
                <p14:cNvContentPartPr/>
                <p14:nvPr/>
              </p14:nvContentPartPr>
              <p14:xfrm>
                <a:off x="3075707" y="397707"/>
                <a:ext cx="291600" cy="45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F861EF6-4406-8C8B-DB36-9E877A7E35D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71387" y="393387"/>
                  <a:ext cx="3002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5BE046A-093B-4C0E-DE57-D2A0C7CE9148}"/>
                    </a:ext>
                  </a:extLst>
                </p14:cNvPr>
                <p14:cNvContentPartPr/>
                <p14:nvPr/>
              </p14:nvContentPartPr>
              <p14:xfrm>
                <a:off x="3414467" y="303027"/>
                <a:ext cx="241560" cy="264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5BE046A-093B-4C0E-DE57-D2A0C7CE914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10147" y="298707"/>
                  <a:ext cx="2502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5A6B215-3DA2-338D-70CF-A7A84BA66900}"/>
                    </a:ext>
                  </a:extLst>
                </p14:cNvPr>
                <p14:cNvContentPartPr/>
                <p14:nvPr/>
              </p14:nvContentPartPr>
              <p14:xfrm>
                <a:off x="3821627" y="220947"/>
                <a:ext cx="377640" cy="336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5A6B215-3DA2-338D-70CF-A7A84BA6690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17307" y="216627"/>
                  <a:ext cx="38628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61D8EA4-2490-5F9C-55A4-0B5BC26C16A5}"/>
                    </a:ext>
                  </a:extLst>
                </p14:cNvPr>
                <p14:cNvContentPartPr/>
                <p14:nvPr/>
              </p14:nvContentPartPr>
              <p14:xfrm>
                <a:off x="1450280" y="1503080"/>
                <a:ext cx="148680" cy="1305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61D8EA4-2490-5F9C-55A4-0B5BC26C16A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45960" y="1498760"/>
                  <a:ext cx="157320" cy="13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0E87ECA-7CC7-908F-63A5-66A4994749DD}"/>
                    </a:ext>
                  </a:extLst>
                </p14:cNvPr>
                <p14:cNvContentPartPr/>
                <p14:nvPr/>
              </p14:nvContentPartPr>
              <p14:xfrm>
                <a:off x="1579160" y="1317320"/>
                <a:ext cx="2546280" cy="1249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0E87ECA-7CC7-908F-63A5-66A4994749D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74840" y="1313000"/>
                  <a:ext cx="2554920" cy="12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72EB3B6-1091-9D85-7DDB-FE634DDB3BE2}"/>
                    </a:ext>
                  </a:extLst>
                </p14:cNvPr>
                <p14:cNvContentPartPr/>
                <p14:nvPr/>
              </p14:nvContentPartPr>
              <p14:xfrm>
                <a:off x="1366760" y="2532680"/>
                <a:ext cx="2776680" cy="253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72EB3B6-1091-9D85-7DDB-FE634DDB3BE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62440" y="2528360"/>
                  <a:ext cx="27853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7E37D91-8094-AAEC-3DAC-51C4B092FC62}"/>
                    </a:ext>
                  </a:extLst>
                </p14:cNvPr>
                <p14:cNvContentPartPr/>
                <p14:nvPr/>
              </p14:nvContentPartPr>
              <p14:xfrm>
                <a:off x="2441720" y="1426400"/>
                <a:ext cx="37080" cy="1196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7E37D91-8094-AAEC-3DAC-51C4B092FC6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37400" y="1422080"/>
                  <a:ext cx="45720" cy="12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9B62ACA-0E83-96FD-28FA-E05C0A069AB5}"/>
                    </a:ext>
                  </a:extLst>
                </p14:cNvPr>
                <p14:cNvContentPartPr/>
                <p14:nvPr/>
              </p14:nvContentPartPr>
              <p14:xfrm>
                <a:off x="3054800" y="1398680"/>
                <a:ext cx="44640" cy="1236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9B62ACA-0E83-96FD-28FA-E05C0A069AB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50480" y="1394360"/>
                  <a:ext cx="53280" cy="12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253B520-4B0C-6178-6B7A-67242A07DBEA}"/>
                    </a:ext>
                  </a:extLst>
                </p14:cNvPr>
                <p14:cNvContentPartPr/>
                <p14:nvPr/>
              </p14:nvContentPartPr>
              <p14:xfrm>
                <a:off x="1537040" y="1778840"/>
                <a:ext cx="2570040" cy="164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253B520-4B0C-6178-6B7A-67242A07DBE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32720" y="1774520"/>
                  <a:ext cx="25786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CE6B0C9-CBA0-759B-C03E-65CBEF1BE364}"/>
                    </a:ext>
                  </a:extLst>
                </p14:cNvPr>
                <p14:cNvContentPartPr/>
                <p14:nvPr/>
              </p14:nvContentPartPr>
              <p14:xfrm>
                <a:off x="1503200" y="2117240"/>
                <a:ext cx="2579400" cy="228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CE6B0C9-CBA0-759B-C03E-65CBEF1BE36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98880" y="2112920"/>
                  <a:ext cx="25880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A489A4C-D1CD-50A8-FD6B-9283649FA209}"/>
                    </a:ext>
                  </a:extLst>
                </p14:cNvPr>
                <p14:cNvContentPartPr/>
                <p14:nvPr/>
              </p14:nvContentPartPr>
              <p14:xfrm>
                <a:off x="1332200" y="966680"/>
                <a:ext cx="629640" cy="662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A489A4C-D1CD-50A8-FD6B-9283649FA20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327880" y="962360"/>
                  <a:ext cx="638280" cy="67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54C1B4D-8E50-B191-7C0C-7DEED649442B}"/>
                    </a:ext>
                  </a:extLst>
                </p14:cNvPr>
                <p14:cNvContentPartPr/>
                <p14:nvPr/>
              </p14:nvContentPartPr>
              <p14:xfrm>
                <a:off x="1875440" y="1564280"/>
                <a:ext cx="134640" cy="110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54C1B4D-8E50-B191-7C0C-7DEED649442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71120" y="1559960"/>
                  <a:ext cx="1432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585A451-40F3-3C8A-9412-91645A922DCB}"/>
                    </a:ext>
                  </a:extLst>
                </p14:cNvPr>
                <p14:cNvContentPartPr/>
                <p14:nvPr/>
              </p14:nvContentPartPr>
              <p14:xfrm>
                <a:off x="1520480" y="2509280"/>
                <a:ext cx="609840" cy="815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585A451-40F3-3C8A-9412-91645A922DC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16160" y="2504960"/>
                  <a:ext cx="618480" cy="82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FC173BF-EAB0-0387-F602-93A0A29EA532}"/>
                    </a:ext>
                  </a:extLst>
                </p14:cNvPr>
                <p14:cNvContentPartPr/>
                <p14:nvPr/>
              </p14:nvContentPartPr>
              <p14:xfrm>
                <a:off x="3745640" y="2309840"/>
                <a:ext cx="536040" cy="938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FC173BF-EAB0-0387-F602-93A0A29EA53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41320" y="2305520"/>
                  <a:ext cx="544680" cy="9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D8139FE-7507-0421-D7EB-6A377DDDEF89}"/>
                    </a:ext>
                  </a:extLst>
                </p14:cNvPr>
                <p14:cNvContentPartPr/>
                <p14:nvPr/>
              </p14:nvContentPartPr>
              <p14:xfrm>
                <a:off x="3612440" y="1034360"/>
                <a:ext cx="1000440" cy="5752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D8139FE-7507-0421-D7EB-6A377DDDEF8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08120" y="1030040"/>
                  <a:ext cx="1009080" cy="58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09EE506-0645-EA3B-ED39-A4DCC86215C2}"/>
                    </a:ext>
                  </a:extLst>
                </p14:cNvPr>
                <p14:cNvContentPartPr/>
                <p14:nvPr/>
              </p14:nvContentPartPr>
              <p14:xfrm>
                <a:off x="3511640" y="1525040"/>
                <a:ext cx="196920" cy="153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09EE506-0645-EA3B-ED39-A4DCC86215C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07320" y="1520720"/>
                  <a:ext cx="2055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21083B3-25D5-0981-0D10-FC20BEE7BCE5}"/>
                    </a:ext>
                  </a:extLst>
                </p14:cNvPr>
                <p14:cNvContentPartPr/>
                <p14:nvPr/>
              </p14:nvContentPartPr>
              <p14:xfrm>
                <a:off x="345800" y="550520"/>
                <a:ext cx="140760" cy="225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21083B3-25D5-0981-0D10-FC20BEE7BCE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1480" y="546200"/>
                  <a:ext cx="1494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91C3AD8-B269-28C4-B162-777472046D10}"/>
                    </a:ext>
                  </a:extLst>
                </p14:cNvPr>
                <p14:cNvContentPartPr/>
                <p14:nvPr/>
              </p14:nvContentPartPr>
              <p14:xfrm>
                <a:off x="360560" y="542960"/>
                <a:ext cx="196920" cy="16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91C3AD8-B269-28C4-B162-777472046D1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56240" y="538640"/>
                  <a:ext cx="2055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2441674-6AD4-4ED9-91AF-E43E282AB304}"/>
                    </a:ext>
                  </a:extLst>
                </p14:cNvPr>
                <p14:cNvContentPartPr/>
                <p14:nvPr/>
              </p14:nvContentPartPr>
              <p14:xfrm>
                <a:off x="326720" y="670040"/>
                <a:ext cx="212760" cy="17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2441674-6AD4-4ED9-91AF-E43E282AB30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2400" y="665720"/>
                  <a:ext cx="2214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913927E-79BA-169D-43FA-2E96CA6C66D0}"/>
                    </a:ext>
                  </a:extLst>
                </p14:cNvPr>
                <p14:cNvContentPartPr/>
                <p14:nvPr/>
              </p14:nvContentPartPr>
              <p14:xfrm>
                <a:off x="562160" y="659240"/>
                <a:ext cx="123120" cy="100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913927E-79BA-169D-43FA-2E96CA6C66D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57840" y="654920"/>
                  <a:ext cx="1317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F0F4B64-82FA-966D-9034-DB851B7DAF26}"/>
                    </a:ext>
                  </a:extLst>
                </p14:cNvPr>
                <p14:cNvContentPartPr/>
                <p14:nvPr/>
              </p14:nvContentPartPr>
              <p14:xfrm>
                <a:off x="750080" y="668240"/>
                <a:ext cx="54720" cy="97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F0F4B64-82FA-966D-9034-DB851B7DAF2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5760" y="663920"/>
                  <a:ext cx="633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F3DF910-C315-90EB-AB52-FC46FF70FD39}"/>
                    </a:ext>
                  </a:extLst>
                </p14:cNvPr>
                <p14:cNvContentPartPr/>
                <p14:nvPr/>
              </p14:nvContentPartPr>
              <p14:xfrm>
                <a:off x="855200" y="464120"/>
                <a:ext cx="84600" cy="294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F3DF910-C315-90EB-AB52-FC46FF70FD3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50880" y="459800"/>
                  <a:ext cx="932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0775402-2D30-9A17-C734-C964DD8F6C3F}"/>
                    </a:ext>
                  </a:extLst>
                </p14:cNvPr>
                <p14:cNvContentPartPr/>
                <p14:nvPr/>
              </p14:nvContentPartPr>
              <p14:xfrm>
                <a:off x="937280" y="664280"/>
                <a:ext cx="91440" cy="34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0775402-2D30-9A17-C734-C964DD8F6C3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32960" y="659960"/>
                  <a:ext cx="1000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7EE7DEE-6787-B5B7-F7B9-F7CA9884F529}"/>
                    </a:ext>
                  </a:extLst>
                </p14:cNvPr>
                <p14:cNvContentPartPr/>
                <p14:nvPr/>
              </p14:nvContentPartPr>
              <p14:xfrm>
                <a:off x="853760" y="651680"/>
                <a:ext cx="237240" cy="343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7EE7DEE-6787-B5B7-F7B9-F7CA9884F52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49440" y="647360"/>
                  <a:ext cx="24588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70C987D-8ACB-860E-7D73-56322AB4E917}"/>
                    </a:ext>
                  </a:extLst>
                </p14:cNvPr>
                <p14:cNvContentPartPr/>
                <p14:nvPr/>
              </p14:nvContentPartPr>
              <p14:xfrm>
                <a:off x="1221320" y="509480"/>
                <a:ext cx="168480" cy="218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70C987D-8ACB-860E-7D73-56322AB4E91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217000" y="505160"/>
                  <a:ext cx="1771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4B0B98C-F62D-EE33-D920-ABF30B35E4AC}"/>
                    </a:ext>
                  </a:extLst>
                </p14:cNvPr>
                <p14:cNvContentPartPr/>
                <p14:nvPr/>
              </p14:nvContentPartPr>
              <p14:xfrm>
                <a:off x="1457120" y="489680"/>
                <a:ext cx="80280" cy="242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4B0B98C-F62D-EE33-D920-ABF30B35E4A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452800" y="485360"/>
                  <a:ext cx="889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29C067D-0B3F-12BD-99A1-C212AF9B6937}"/>
                    </a:ext>
                  </a:extLst>
                </p14:cNvPr>
                <p14:cNvContentPartPr/>
                <p14:nvPr/>
              </p14:nvContentPartPr>
              <p14:xfrm>
                <a:off x="1394120" y="589040"/>
                <a:ext cx="245520" cy="96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29C067D-0B3F-12BD-99A1-C212AF9B693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389800" y="584720"/>
                  <a:ext cx="2541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D20BEB5-35A3-CC06-B3DD-B16F7D3CEB41}"/>
                    </a:ext>
                  </a:extLst>
                </p14:cNvPr>
                <p14:cNvContentPartPr/>
                <p14:nvPr/>
              </p14:nvContentPartPr>
              <p14:xfrm>
                <a:off x="1701560" y="566000"/>
                <a:ext cx="47520" cy="134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D20BEB5-35A3-CC06-B3DD-B16F7D3CEB4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697240" y="561680"/>
                  <a:ext cx="561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9290F6C-65EC-08C9-BE9A-F1F3E3AFFE19}"/>
                    </a:ext>
                  </a:extLst>
                </p14:cNvPr>
                <p14:cNvContentPartPr/>
                <p14:nvPr/>
              </p14:nvContentPartPr>
              <p14:xfrm>
                <a:off x="1881560" y="402200"/>
                <a:ext cx="111960" cy="291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9290F6C-65EC-08C9-BE9A-F1F3E3AFFE1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877240" y="397880"/>
                  <a:ext cx="1206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3C1FE7C-EF35-74DE-2B04-6335870D2363}"/>
                    </a:ext>
                  </a:extLst>
                </p14:cNvPr>
                <p14:cNvContentPartPr/>
                <p14:nvPr/>
              </p14:nvContentPartPr>
              <p14:xfrm>
                <a:off x="1843400" y="536120"/>
                <a:ext cx="172080" cy="7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3C1FE7C-EF35-74DE-2B04-6335870D236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839080" y="531800"/>
                  <a:ext cx="18072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6387B7E-90FB-2A53-FA44-FFF1D29712FF}"/>
                    </a:ext>
                  </a:extLst>
                </p14:cNvPr>
                <p14:cNvContentPartPr/>
                <p14:nvPr/>
              </p14:nvContentPartPr>
              <p14:xfrm>
                <a:off x="342560" y="998360"/>
                <a:ext cx="49320" cy="136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6387B7E-90FB-2A53-FA44-FFF1D29712F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38240" y="994040"/>
                  <a:ext cx="579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EC6AC28-1595-ABF1-8BD2-F4E73BE60301}"/>
                    </a:ext>
                  </a:extLst>
                </p14:cNvPr>
                <p14:cNvContentPartPr/>
                <p14:nvPr/>
              </p14:nvContentPartPr>
              <p14:xfrm>
                <a:off x="183080" y="961280"/>
                <a:ext cx="372240" cy="40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EC6AC28-1595-ABF1-8BD2-F4E73BE6030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8760" y="956960"/>
                  <a:ext cx="3808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70C7191-7284-CCBC-0652-3E20F1EA7724}"/>
                    </a:ext>
                  </a:extLst>
                </p14:cNvPr>
                <p14:cNvContentPartPr/>
                <p14:nvPr/>
              </p14:nvContentPartPr>
              <p14:xfrm>
                <a:off x="512840" y="1069640"/>
                <a:ext cx="13320" cy="88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70C7191-7284-CCBC-0652-3E20F1EA772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08520" y="1065320"/>
                  <a:ext cx="219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30BB473-9B55-26A7-8521-E260F1BC8580}"/>
                    </a:ext>
                  </a:extLst>
                </p14:cNvPr>
                <p14:cNvContentPartPr/>
                <p14:nvPr/>
              </p14:nvContentPartPr>
              <p14:xfrm>
                <a:off x="512840" y="1029320"/>
                <a:ext cx="43200" cy="410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30BB473-9B55-26A7-8521-E260F1BC858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08520" y="1025000"/>
                  <a:ext cx="518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A9C11E2-9F2A-D7F1-B0D1-7ADB6BA6C34F}"/>
                    </a:ext>
                  </a:extLst>
                </p14:cNvPr>
                <p14:cNvContentPartPr/>
                <p14:nvPr/>
              </p14:nvContentPartPr>
              <p14:xfrm>
                <a:off x="606080" y="1081880"/>
                <a:ext cx="181080" cy="49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A9C11E2-9F2A-D7F1-B0D1-7ADB6BA6C34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01760" y="1077560"/>
                  <a:ext cx="1897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5AE968D-B583-E5BC-DFB5-491F9D6D8907}"/>
                    </a:ext>
                  </a:extLst>
                </p14:cNvPr>
                <p14:cNvContentPartPr/>
                <p14:nvPr/>
              </p14:nvContentPartPr>
              <p14:xfrm>
                <a:off x="842960" y="1046960"/>
                <a:ext cx="137160" cy="86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5AE968D-B583-E5BC-DFB5-491F9D6D890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38640" y="1042640"/>
                  <a:ext cx="1458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2B71AEC-C1B7-9E82-596D-E6DEB7ECB0CD}"/>
                    </a:ext>
                  </a:extLst>
                </p14:cNvPr>
                <p14:cNvContentPartPr/>
                <p14:nvPr/>
              </p14:nvContentPartPr>
              <p14:xfrm>
                <a:off x="4814120" y="699560"/>
                <a:ext cx="122400" cy="189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2B71AEC-C1B7-9E82-596D-E6DEB7ECB0C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809800" y="695240"/>
                  <a:ext cx="1310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D80249F-0C1B-9F2E-92AB-13467921568A}"/>
                    </a:ext>
                  </a:extLst>
                </p14:cNvPr>
                <p14:cNvContentPartPr/>
                <p14:nvPr/>
              </p14:nvContentPartPr>
              <p14:xfrm>
                <a:off x="4894760" y="648800"/>
                <a:ext cx="143640" cy="27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D80249F-0C1B-9F2E-92AB-13467921568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890440" y="644480"/>
                  <a:ext cx="152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70EBF94-8FE7-8808-E5E1-8A411587DA53}"/>
                    </a:ext>
                  </a:extLst>
                </p14:cNvPr>
                <p14:cNvContentPartPr/>
                <p14:nvPr/>
              </p14:nvContentPartPr>
              <p14:xfrm>
                <a:off x="4837520" y="758240"/>
                <a:ext cx="177840" cy="11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70EBF94-8FE7-8808-E5E1-8A411587DA5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833200" y="753920"/>
                  <a:ext cx="1864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A9895AC-E36D-802A-F619-54697A9D4B0D}"/>
                    </a:ext>
                  </a:extLst>
                </p14:cNvPr>
                <p14:cNvContentPartPr/>
                <p14:nvPr/>
              </p14:nvContentPartPr>
              <p14:xfrm>
                <a:off x="5044520" y="752120"/>
                <a:ext cx="138240" cy="123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A9895AC-E36D-802A-F619-54697A9D4B0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040200" y="747800"/>
                  <a:ext cx="1468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37279E5-06D7-5186-63D8-2D9CD5DA14BC}"/>
                    </a:ext>
                  </a:extLst>
                </p14:cNvPr>
                <p14:cNvContentPartPr/>
                <p14:nvPr/>
              </p14:nvContentPartPr>
              <p14:xfrm>
                <a:off x="5215880" y="750680"/>
                <a:ext cx="93240" cy="128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37279E5-06D7-5186-63D8-2D9CD5DA14B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211560" y="746360"/>
                  <a:ext cx="1018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A219D96-77B1-D673-6E35-C71A019084F2}"/>
                    </a:ext>
                  </a:extLst>
                </p14:cNvPr>
                <p14:cNvContentPartPr/>
                <p14:nvPr/>
              </p14:nvContentPartPr>
              <p14:xfrm>
                <a:off x="5377520" y="620360"/>
                <a:ext cx="96480" cy="223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A219D96-77B1-D673-6E35-C71A019084F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373200" y="616040"/>
                  <a:ext cx="1051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45E762C-5E22-815B-621E-0EF44DDBD309}"/>
                    </a:ext>
                  </a:extLst>
                </p14:cNvPr>
                <p14:cNvContentPartPr/>
                <p14:nvPr/>
              </p14:nvContentPartPr>
              <p14:xfrm>
                <a:off x="5493080" y="756800"/>
                <a:ext cx="70200" cy="42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45E762C-5E22-815B-621E-0EF44DDBD30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488760" y="752480"/>
                  <a:ext cx="788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16292EB-2D1B-CDF5-F883-9B7D099A6149}"/>
                    </a:ext>
                  </a:extLst>
                </p14:cNvPr>
                <p14:cNvContentPartPr/>
                <p14:nvPr/>
              </p14:nvContentPartPr>
              <p14:xfrm>
                <a:off x="5431880" y="748520"/>
                <a:ext cx="195480" cy="273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16292EB-2D1B-CDF5-F883-9B7D099A614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27560" y="744200"/>
                  <a:ext cx="2041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4CDA303-0D80-C61C-81E4-DCD81BEAB6E2}"/>
                    </a:ext>
                  </a:extLst>
                </p14:cNvPr>
                <p14:cNvContentPartPr/>
                <p14:nvPr/>
              </p14:nvContentPartPr>
              <p14:xfrm>
                <a:off x="5807720" y="665720"/>
                <a:ext cx="56520" cy="1900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4CDA303-0D80-C61C-81E4-DCD81BEAB6E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03400" y="661400"/>
                  <a:ext cx="651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97F5CA2-C16A-2190-75AC-3CD8C5F374A7}"/>
                    </a:ext>
                  </a:extLst>
                </p14:cNvPr>
                <p14:cNvContentPartPr/>
                <p14:nvPr/>
              </p14:nvContentPartPr>
              <p14:xfrm>
                <a:off x="5905640" y="569240"/>
                <a:ext cx="170280" cy="41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97F5CA2-C16A-2190-75AC-3CD8C5F374A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01320" y="564920"/>
                  <a:ext cx="1789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ED17299-8229-5E41-2748-2A244E6A0E71}"/>
                    </a:ext>
                  </a:extLst>
                </p14:cNvPr>
                <p14:cNvContentPartPr/>
                <p14:nvPr/>
              </p14:nvContentPartPr>
              <p14:xfrm>
                <a:off x="5864960" y="728720"/>
                <a:ext cx="170280" cy="23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ED17299-8229-5E41-2748-2A244E6A0E7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860640" y="724400"/>
                  <a:ext cx="1789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2910464-3C01-B535-241B-0CB7DD594804}"/>
                    </a:ext>
                  </a:extLst>
                </p14:cNvPr>
                <p14:cNvContentPartPr/>
                <p14:nvPr/>
              </p14:nvContentPartPr>
              <p14:xfrm>
                <a:off x="6051440" y="756800"/>
                <a:ext cx="17640" cy="63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2910464-3C01-B535-241B-0CB7DD59480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047120" y="752480"/>
                  <a:ext cx="262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39458D4-50EB-2FDE-6A48-CF0FB6F69852}"/>
                    </a:ext>
                  </a:extLst>
                </p14:cNvPr>
                <p14:cNvContentPartPr/>
                <p14:nvPr/>
              </p14:nvContentPartPr>
              <p14:xfrm>
                <a:off x="6111920" y="617480"/>
                <a:ext cx="11520" cy="91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39458D4-50EB-2FDE-6A48-CF0FB6F6985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107600" y="613160"/>
                  <a:ext cx="201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A468C29-2D69-9DEC-DB22-F4CF5DE822A1}"/>
                    </a:ext>
                  </a:extLst>
                </p14:cNvPr>
                <p14:cNvContentPartPr/>
                <p14:nvPr/>
              </p14:nvContentPartPr>
              <p14:xfrm>
                <a:off x="6128480" y="749240"/>
                <a:ext cx="123120" cy="71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A468C29-2D69-9DEC-DB22-F4CF5DE822A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124160" y="744920"/>
                  <a:ext cx="1317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13BF2AB-9046-6F17-2557-B69CFF0EFDBC}"/>
                    </a:ext>
                  </a:extLst>
                </p14:cNvPr>
                <p14:cNvContentPartPr/>
                <p14:nvPr/>
              </p14:nvContentPartPr>
              <p14:xfrm>
                <a:off x="6315680" y="765800"/>
                <a:ext cx="16920" cy="77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13BF2AB-9046-6F17-2557-B69CFF0EFDB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11360" y="761480"/>
                  <a:ext cx="255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121DD9E-12C3-38F9-1A05-A03C0205A9E8}"/>
                    </a:ext>
                  </a:extLst>
                </p14:cNvPr>
                <p14:cNvContentPartPr/>
                <p14:nvPr/>
              </p14:nvContentPartPr>
              <p14:xfrm>
                <a:off x="6346640" y="638000"/>
                <a:ext cx="5760" cy="32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121DD9E-12C3-38F9-1A05-A03C0205A9E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342320" y="633680"/>
                  <a:ext cx="144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3C5023B-8833-3A67-68A3-73CD1239FE31}"/>
                    </a:ext>
                  </a:extLst>
                </p14:cNvPr>
                <p14:cNvContentPartPr/>
                <p14:nvPr/>
              </p14:nvContentPartPr>
              <p14:xfrm>
                <a:off x="6447080" y="517040"/>
                <a:ext cx="279720" cy="331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3C5023B-8833-3A67-68A3-73CD1239FE3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442760" y="512720"/>
                  <a:ext cx="2883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3E7B027-9D7D-8918-CF41-788836817CBE}"/>
                    </a:ext>
                  </a:extLst>
                </p14:cNvPr>
                <p14:cNvContentPartPr/>
                <p14:nvPr/>
              </p14:nvContentPartPr>
              <p14:xfrm>
                <a:off x="6830480" y="673280"/>
                <a:ext cx="115560" cy="1843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3E7B027-9D7D-8918-CF41-788836817CB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826160" y="668960"/>
                  <a:ext cx="1242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5EF9029-37A0-1C45-C707-D1E879087C4C}"/>
                    </a:ext>
                  </a:extLst>
                </p14:cNvPr>
                <p14:cNvContentPartPr/>
                <p14:nvPr/>
              </p14:nvContentPartPr>
              <p14:xfrm>
                <a:off x="6800960" y="585800"/>
                <a:ext cx="284040" cy="26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5EF9029-37A0-1C45-C707-D1E879087C4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796640" y="581480"/>
                  <a:ext cx="2926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3FD6B62-43BD-DC44-C09B-9156E7B81DB7}"/>
                    </a:ext>
                  </a:extLst>
                </p14:cNvPr>
                <p14:cNvContentPartPr/>
                <p14:nvPr/>
              </p14:nvContentPartPr>
              <p14:xfrm>
                <a:off x="7011200" y="767240"/>
                <a:ext cx="14040" cy="85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3FD6B62-43BD-DC44-C09B-9156E7B81DB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006880" y="762920"/>
                  <a:ext cx="226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F6FC159-F1F4-2D93-FB9C-6C1592D1D997}"/>
                    </a:ext>
                  </a:extLst>
                </p14:cNvPr>
                <p14:cNvContentPartPr/>
                <p14:nvPr/>
              </p14:nvContentPartPr>
              <p14:xfrm>
                <a:off x="7079600" y="632600"/>
                <a:ext cx="13320" cy="94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F6FC159-F1F4-2D93-FB9C-6C1592D1D99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075280" y="628280"/>
                  <a:ext cx="219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8F9EC98-9734-3F9D-B085-8AFD274F8F9F}"/>
                    </a:ext>
                  </a:extLst>
                </p14:cNvPr>
                <p14:cNvContentPartPr/>
                <p14:nvPr/>
              </p14:nvContentPartPr>
              <p14:xfrm>
                <a:off x="7090760" y="765440"/>
                <a:ext cx="200520" cy="74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8F9EC98-9734-3F9D-B085-8AFD274F8F9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086440" y="761120"/>
                  <a:ext cx="2091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2CFBE17-72D1-5891-0505-53F5B4CBCAD0}"/>
                    </a:ext>
                  </a:extLst>
                </p14:cNvPr>
                <p14:cNvContentPartPr/>
                <p14:nvPr/>
              </p14:nvContentPartPr>
              <p14:xfrm>
                <a:off x="7359320" y="733040"/>
                <a:ext cx="97920" cy="132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2CFBE17-72D1-5891-0505-53F5B4CBCAD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355000" y="728720"/>
                  <a:ext cx="1065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26DD3CA-781F-89DD-2995-A355F8A236F7}"/>
                    </a:ext>
                  </a:extLst>
                </p14:cNvPr>
                <p14:cNvContentPartPr/>
                <p14:nvPr/>
              </p14:nvContentPartPr>
              <p14:xfrm>
                <a:off x="216920" y="3492080"/>
                <a:ext cx="192960" cy="241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26DD3CA-781F-89DD-2995-A355F8A236F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12600" y="3487760"/>
                  <a:ext cx="2016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D8CE432-2AAE-00D0-5398-24F4EBBE25FB}"/>
                    </a:ext>
                  </a:extLst>
                </p14:cNvPr>
                <p14:cNvContentPartPr/>
                <p14:nvPr/>
              </p14:nvContentPartPr>
              <p14:xfrm>
                <a:off x="466040" y="3580280"/>
                <a:ext cx="168840" cy="119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D8CE432-2AAE-00D0-5398-24F4EBBE25F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61720" y="3575960"/>
                  <a:ext cx="1774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3189FEB-8523-322D-8362-6393804D5B09}"/>
                    </a:ext>
                  </a:extLst>
                </p14:cNvPr>
                <p14:cNvContentPartPr/>
                <p14:nvPr/>
              </p14:nvContentPartPr>
              <p14:xfrm>
                <a:off x="684200" y="3415400"/>
                <a:ext cx="107280" cy="254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3189FEB-8523-322D-8362-6393804D5B0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79880" y="3411080"/>
                  <a:ext cx="1159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3433449-C489-16A2-3D3B-4C7382EC1F4A}"/>
                    </a:ext>
                  </a:extLst>
                </p14:cNvPr>
                <p14:cNvContentPartPr/>
                <p14:nvPr/>
              </p14:nvContentPartPr>
              <p14:xfrm>
                <a:off x="646040" y="3538880"/>
                <a:ext cx="182520" cy="1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3433449-C489-16A2-3D3B-4C7382EC1F4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41720" y="3534560"/>
                  <a:ext cx="19116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7350E1F-AAA1-938B-06CE-A2B54FA8284F}"/>
                    </a:ext>
                  </a:extLst>
                </p14:cNvPr>
                <p14:cNvContentPartPr/>
                <p14:nvPr/>
              </p14:nvContentPartPr>
              <p14:xfrm>
                <a:off x="794720" y="3565880"/>
                <a:ext cx="171360" cy="123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7350E1F-AAA1-938B-06CE-A2B54FA8284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90400" y="3561560"/>
                  <a:ext cx="1800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D908C37-05B2-420B-E680-0E6E33F46809}"/>
                    </a:ext>
                  </a:extLst>
                </p14:cNvPr>
                <p14:cNvContentPartPr/>
                <p14:nvPr/>
              </p14:nvContentPartPr>
              <p14:xfrm>
                <a:off x="1141040" y="3431240"/>
                <a:ext cx="153000" cy="2412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D908C37-05B2-420B-E680-0E6E33F4680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36720" y="3426920"/>
                  <a:ext cx="1616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7C75226-E491-A326-537F-148F59E952FF}"/>
                    </a:ext>
                  </a:extLst>
                </p14:cNvPr>
                <p14:cNvContentPartPr/>
                <p14:nvPr/>
              </p14:nvContentPartPr>
              <p14:xfrm>
                <a:off x="1403120" y="3413240"/>
                <a:ext cx="53640" cy="2372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7C75226-E491-A326-537F-148F59E952F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398800" y="3408920"/>
                  <a:ext cx="622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EFC50D1-7A4A-F269-4770-EF1297E882A8}"/>
                    </a:ext>
                  </a:extLst>
                </p14:cNvPr>
                <p14:cNvContentPartPr/>
                <p14:nvPr/>
              </p14:nvContentPartPr>
              <p14:xfrm>
                <a:off x="1375760" y="3498920"/>
                <a:ext cx="294480" cy="94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EFC50D1-7A4A-F269-4770-EF1297E882A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371440" y="3494600"/>
                  <a:ext cx="3031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C29BFCB-F11C-04B0-EA2B-402DEB58B700}"/>
                    </a:ext>
                  </a:extLst>
                </p14:cNvPr>
                <p14:cNvContentPartPr/>
                <p14:nvPr/>
              </p14:nvContentPartPr>
              <p14:xfrm>
                <a:off x="1720280" y="3480920"/>
                <a:ext cx="96120" cy="117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C29BFCB-F11C-04B0-EA2B-402DEB58B70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715960" y="3476600"/>
                  <a:ext cx="1047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545A7A0-1C59-5FB9-9753-745EB124C573}"/>
                    </a:ext>
                  </a:extLst>
                </p14:cNvPr>
                <p14:cNvContentPartPr/>
                <p14:nvPr/>
              </p14:nvContentPartPr>
              <p14:xfrm>
                <a:off x="1949600" y="3379400"/>
                <a:ext cx="61560" cy="237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545A7A0-1C59-5FB9-9753-745EB124C57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945280" y="3375080"/>
                  <a:ext cx="702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F6F8761-F03F-627E-D166-CA597E747786}"/>
                    </a:ext>
                  </a:extLst>
                </p14:cNvPr>
                <p14:cNvContentPartPr/>
                <p14:nvPr/>
              </p14:nvContentPartPr>
              <p14:xfrm>
                <a:off x="1914680" y="3465080"/>
                <a:ext cx="144000" cy="18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F6F8761-F03F-627E-D166-CA597E74778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910360" y="3460760"/>
                  <a:ext cx="1526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FFDFB6D-9D80-0FE7-018A-7AF68A136BCD}"/>
                    </a:ext>
                  </a:extLst>
                </p14:cNvPr>
                <p14:cNvContentPartPr/>
                <p14:nvPr/>
              </p14:nvContentPartPr>
              <p14:xfrm>
                <a:off x="515000" y="3952160"/>
                <a:ext cx="76320" cy="1612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FFDFB6D-9D80-0FE7-018A-7AF68A136BC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0680" y="3947840"/>
                  <a:ext cx="849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6BE4B17-04B1-560D-D2AB-FC4A763D298F}"/>
                    </a:ext>
                  </a:extLst>
                </p14:cNvPr>
                <p14:cNvContentPartPr/>
                <p14:nvPr/>
              </p14:nvContentPartPr>
              <p14:xfrm>
                <a:off x="394400" y="3848480"/>
                <a:ext cx="420840" cy="1040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6BE4B17-04B1-560D-D2AB-FC4A763D298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90080" y="3844160"/>
                  <a:ext cx="4294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4FC4EDA-348D-BE94-861E-5870353ECBE3}"/>
                    </a:ext>
                  </a:extLst>
                </p14:cNvPr>
                <p14:cNvContentPartPr/>
                <p14:nvPr/>
              </p14:nvContentPartPr>
              <p14:xfrm>
                <a:off x="770960" y="4023440"/>
                <a:ext cx="10080" cy="58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4FC4EDA-348D-BE94-861E-5870353ECBE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66640" y="4019120"/>
                  <a:ext cx="187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BAE2289-9111-7816-57F2-E7FD7BEC91F4}"/>
                    </a:ext>
                  </a:extLst>
                </p14:cNvPr>
                <p14:cNvContentPartPr/>
                <p14:nvPr/>
              </p14:nvContentPartPr>
              <p14:xfrm>
                <a:off x="842960" y="3858560"/>
                <a:ext cx="32760" cy="58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BAE2289-9111-7816-57F2-E7FD7BEC91F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38640" y="3854240"/>
                  <a:ext cx="414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72E142D-4835-0F5D-8494-796E06902797}"/>
                    </a:ext>
                  </a:extLst>
                </p14:cNvPr>
                <p14:cNvContentPartPr/>
                <p14:nvPr/>
              </p14:nvContentPartPr>
              <p14:xfrm>
                <a:off x="877880" y="3975920"/>
                <a:ext cx="234360" cy="81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72E142D-4835-0F5D-8494-796E0690279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73560" y="3971600"/>
                  <a:ext cx="2430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CF11A9F-D5A1-F575-F9C6-FA6149B50ECB}"/>
                    </a:ext>
                  </a:extLst>
                </p14:cNvPr>
                <p14:cNvContentPartPr/>
                <p14:nvPr/>
              </p14:nvContentPartPr>
              <p14:xfrm>
                <a:off x="1168040" y="3930560"/>
                <a:ext cx="147240" cy="979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CF11A9F-D5A1-F575-F9C6-FA6149B50EC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63720" y="3926240"/>
                  <a:ext cx="1558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553506C-027C-BBB5-816E-091071744D6C}"/>
                    </a:ext>
                  </a:extLst>
                </p14:cNvPr>
                <p14:cNvContentPartPr/>
                <p14:nvPr/>
              </p14:nvContentPartPr>
              <p14:xfrm>
                <a:off x="4039040" y="3330800"/>
                <a:ext cx="211320" cy="1450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553506C-027C-BBB5-816E-091071744D6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034720" y="3326480"/>
                  <a:ext cx="2199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24D62F5-DD3A-A038-B79C-A0D4B7417A04}"/>
                    </a:ext>
                  </a:extLst>
                </p14:cNvPr>
                <p14:cNvContentPartPr/>
                <p14:nvPr/>
              </p14:nvContentPartPr>
              <p14:xfrm>
                <a:off x="4337840" y="3349160"/>
                <a:ext cx="109440" cy="110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24D62F5-DD3A-A038-B79C-A0D4B7417A0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333520" y="3344840"/>
                  <a:ext cx="1180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9D574AC-AB4F-8880-65FE-21C715495076}"/>
                    </a:ext>
                  </a:extLst>
                </p14:cNvPr>
                <p14:cNvContentPartPr/>
                <p14:nvPr/>
              </p14:nvContentPartPr>
              <p14:xfrm>
                <a:off x="4589120" y="3198680"/>
                <a:ext cx="107280" cy="254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9D574AC-AB4F-8880-65FE-21C71549507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584800" y="3194360"/>
                  <a:ext cx="1159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2F9E498-AC3F-52D4-FDD0-654418226513}"/>
                    </a:ext>
                  </a:extLst>
                </p14:cNvPr>
                <p14:cNvContentPartPr/>
                <p14:nvPr/>
              </p14:nvContentPartPr>
              <p14:xfrm>
                <a:off x="4557080" y="3307760"/>
                <a:ext cx="208080" cy="1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2F9E498-AC3F-52D4-FDD0-65441822651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552760" y="3303440"/>
                  <a:ext cx="21672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DF2967D-4B5E-6C85-0BD8-6E11A013F883}"/>
                    </a:ext>
                  </a:extLst>
                </p14:cNvPr>
                <p14:cNvContentPartPr/>
                <p14:nvPr/>
              </p14:nvContentPartPr>
              <p14:xfrm>
                <a:off x="4760840" y="3336200"/>
                <a:ext cx="163080" cy="90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DF2967D-4B5E-6C85-0BD8-6E11A013F88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56520" y="3331880"/>
                  <a:ext cx="1717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E8CCE4A-DFDB-5AF9-7743-8C8B790D93AD}"/>
                    </a:ext>
                  </a:extLst>
                </p14:cNvPr>
                <p14:cNvContentPartPr/>
                <p14:nvPr/>
              </p14:nvContentPartPr>
              <p14:xfrm>
                <a:off x="5100320" y="3176000"/>
                <a:ext cx="61920" cy="231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E8CCE4A-DFDB-5AF9-7743-8C8B790D93A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096000" y="3171680"/>
                  <a:ext cx="705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BCB3AA6-2C38-73DD-2B02-3987881AB2DD}"/>
                    </a:ext>
                  </a:extLst>
                </p14:cNvPr>
                <p14:cNvContentPartPr/>
                <p14:nvPr/>
              </p14:nvContentPartPr>
              <p14:xfrm>
                <a:off x="5221640" y="3093200"/>
                <a:ext cx="170280" cy="27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BCB3AA6-2C38-73DD-2B02-3987881AB2D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217320" y="3088880"/>
                  <a:ext cx="178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8C36056-EE47-A65F-35A8-AC13E79B6AFE}"/>
                    </a:ext>
                  </a:extLst>
                </p14:cNvPr>
                <p14:cNvContentPartPr/>
                <p14:nvPr/>
              </p14:nvContentPartPr>
              <p14:xfrm>
                <a:off x="5131280" y="3260240"/>
                <a:ext cx="183240" cy="30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8C36056-EE47-A65F-35A8-AC13E79B6AF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126960" y="3255920"/>
                  <a:ext cx="1918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BAC22F1-F160-C8AD-16F8-EB2260BA5584}"/>
                    </a:ext>
                  </a:extLst>
                </p14:cNvPr>
                <p14:cNvContentPartPr/>
                <p14:nvPr/>
              </p14:nvContentPartPr>
              <p14:xfrm>
                <a:off x="5366720" y="3292640"/>
                <a:ext cx="16920" cy="673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BAC22F1-F160-C8AD-16F8-EB2260BA558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362400" y="3288320"/>
                  <a:ext cx="255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25CFE07-2C1A-6FF4-7405-54E0F7A006C5}"/>
                    </a:ext>
                  </a:extLst>
                </p14:cNvPr>
                <p14:cNvContentPartPr/>
                <p14:nvPr/>
              </p14:nvContentPartPr>
              <p14:xfrm>
                <a:off x="5441240" y="3144680"/>
                <a:ext cx="15480" cy="65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25CFE07-2C1A-6FF4-7405-54E0F7A006C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436920" y="3140360"/>
                  <a:ext cx="241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AADF5A0-F2E9-EAE3-18C1-2F0D4387C48B}"/>
                    </a:ext>
                  </a:extLst>
                </p14:cNvPr>
                <p14:cNvContentPartPr/>
                <p14:nvPr/>
              </p14:nvContentPartPr>
              <p14:xfrm>
                <a:off x="5490200" y="3271760"/>
                <a:ext cx="174960" cy="71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AADF5A0-F2E9-EAE3-18C1-2F0D4387C48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485880" y="3267440"/>
                  <a:ext cx="1836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E1FB9B3-1C99-0533-55F5-01D5BA49589A}"/>
                    </a:ext>
                  </a:extLst>
                </p14:cNvPr>
                <p14:cNvContentPartPr/>
                <p14:nvPr/>
              </p14:nvContentPartPr>
              <p14:xfrm>
                <a:off x="5741480" y="3241520"/>
                <a:ext cx="18360" cy="860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E1FB9B3-1C99-0533-55F5-01D5BA49589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737160" y="3237200"/>
                  <a:ext cx="270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67BB274-C08F-A81D-87BE-998CB436B4CA}"/>
                    </a:ext>
                  </a:extLst>
                </p14:cNvPr>
                <p14:cNvContentPartPr/>
                <p14:nvPr/>
              </p14:nvContentPartPr>
              <p14:xfrm>
                <a:off x="5788280" y="3105440"/>
                <a:ext cx="30600" cy="417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67BB274-C08F-A81D-87BE-998CB436B4C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83960" y="3101120"/>
                  <a:ext cx="392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051AC83-7369-D86A-C6FE-6FBDE122BDDA}"/>
                    </a:ext>
                  </a:extLst>
                </p14:cNvPr>
                <p14:cNvContentPartPr/>
                <p14:nvPr/>
              </p14:nvContentPartPr>
              <p14:xfrm>
                <a:off x="5876480" y="2939120"/>
                <a:ext cx="375840" cy="3787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051AC83-7369-D86A-C6FE-6FBDE122BDD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872160" y="2934800"/>
                  <a:ext cx="3844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4C16497-9A31-C304-C04C-F95743E8287D}"/>
                    </a:ext>
                  </a:extLst>
                </p14:cNvPr>
                <p14:cNvContentPartPr/>
                <p14:nvPr/>
              </p14:nvContentPartPr>
              <p14:xfrm>
                <a:off x="6531680" y="3103280"/>
                <a:ext cx="61920" cy="1756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4C16497-9A31-C304-C04C-F95743E8287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527360" y="3098960"/>
                  <a:ext cx="705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CE4BD3B-91B1-0610-D7C7-A8F382859ED5}"/>
                    </a:ext>
                  </a:extLst>
                </p14:cNvPr>
                <p14:cNvContentPartPr/>
                <p14:nvPr/>
              </p14:nvContentPartPr>
              <p14:xfrm>
                <a:off x="6438440" y="2988800"/>
                <a:ext cx="442440" cy="55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CE4BD3B-91B1-0610-D7C7-A8F382859ED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434120" y="2984480"/>
                  <a:ext cx="4510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05A5DDD-8127-6965-927A-8212028207D5}"/>
                    </a:ext>
                  </a:extLst>
                </p14:cNvPr>
                <p14:cNvContentPartPr/>
                <p14:nvPr/>
              </p14:nvContentPartPr>
              <p14:xfrm>
                <a:off x="6764240" y="3224960"/>
                <a:ext cx="42480" cy="1087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05A5DDD-8127-6965-927A-8212028207D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759920" y="3220640"/>
                  <a:ext cx="511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993D254-EE62-5DC5-8871-A7D212D81BC7}"/>
                    </a:ext>
                  </a:extLst>
                </p14:cNvPr>
                <p14:cNvContentPartPr/>
                <p14:nvPr/>
              </p14:nvContentPartPr>
              <p14:xfrm>
                <a:off x="6849920" y="3105440"/>
                <a:ext cx="16920" cy="576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993D254-EE62-5DC5-8871-A7D212D81BC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845600" y="3101120"/>
                  <a:ext cx="255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7B0F07D-9235-6F4B-5CAA-D34B31B48884}"/>
                    </a:ext>
                  </a:extLst>
                </p14:cNvPr>
                <p14:cNvContentPartPr/>
                <p14:nvPr/>
              </p14:nvContentPartPr>
              <p14:xfrm>
                <a:off x="6902840" y="3216680"/>
                <a:ext cx="266040" cy="720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7B0F07D-9235-6F4B-5CAA-D34B31B4888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898520" y="3212360"/>
                  <a:ext cx="2746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AD2318D-CD82-4E1C-45D4-35A196E09A7C}"/>
                    </a:ext>
                  </a:extLst>
                </p14:cNvPr>
                <p14:cNvContentPartPr/>
                <p14:nvPr/>
              </p14:nvContentPartPr>
              <p14:xfrm>
                <a:off x="7236920" y="3172760"/>
                <a:ext cx="150840" cy="152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AD2318D-CD82-4E1C-45D4-35A196E09A7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232600" y="3168440"/>
                  <a:ext cx="1594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5AC4BD6-60AD-4009-6831-CDC1F7086C86}"/>
                    </a:ext>
                  </a:extLst>
                </p14:cNvPr>
                <p14:cNvContentPartPr/>
                <p14:nvPr/>
              </p14:nvContentPartPr>
              <p14:xfrm>
                <a:off x="2653400" y="1953440"/>
                <a:ext cx="163080" cy="211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5AC4BD6-60AD-4009-6831-CDC1F7086C8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649080" y="1949120"/>
                  <a:ext cx="1717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AC908AC-50E1-4786-7D5F-EC38D033EB53}"/>
                    </a:ext>
                  </a:extLst>
                </p14:cNvPr>
                <p14:cNvContentPartPr/>
                <p14:nvPr/>
              </p14:nvContentPartPr>
              <p14:xfrm>
                <a:off x="2683640" y="2072960"/>
                <a:ext cx="130680" cy="15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AC908AC-50E1-4786-7D5F-EC38D033EB5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679320" y="2068640"/>
                  <a:ext cx="1393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9BB11FF-E4E6-BD52-91C9-7F14F9560815}"/>
                    </a:ext>
                  </a:extLst>
                </p14:cNvPr>
                <p14:cNvContentPartPr/>
                <p14:nvPr/>
              </p14:nvContentPartPr>
              <p14:xfrm>
                <a:off x="2650880" y="2087360"/>
                <a:ext cx="11880" cy="56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9BB11FF-E4E6-BD52-91C9-7F14F956081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646560" y="2083040"/>
                  <a:ext cx="205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BC6DEDA-718A-E02D-FF10-2A4873A24DDD}"/>
                    </a:ext>
                  </a:extLst>
                </p14:cNvPr>
                <p14:cNvContentPartPr/>
                <p14:nvPr/>
              </p14:nvContentPartPr>
              <p14:xfrm>
                <a:off x="2619920" y="2431880"/>
                <a:ext cx="312120" cy="12114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BC6DEDA-718A-E02D-FF10-2A4873A24DD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615600" y="2427560"/>
                  <a:ext cx="320760" cy="12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3A5A22E-6B42-1D0E-04D2-4DE6B3E173ED}"/>
                    </a:ext>
                  </a:extLst>
                </p14:cNvPr>
                <p14:cNvContentPartPr/>
                <p14:nvPr/>
              </p14:nvContentPartPr>
              <p14:xfrm>
                <a:off x="2387360" y="3905360"/>
                <a:ext cx="33480" cy="1101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3A5A22E-6B42-1D0E-04D2-4DE6B3E173E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383040" y="3901040"/>
                  <a:ext cx="421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6791668-CB65-4D4B-B02E-5733792F2458}"/>
                    </a:ext>
                  </a:extLst>
                </p14:cNvPr>
                <p14:cNvContentPartPr/>
                <p14:nvPr/>
              </p14:nvContentPartPr>
              <p14:xfrm>
                <a:off x="2275760" y="3808160"/>
                <a:ext cx="272880" cy="3643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6791668-CB65-4D4B-B02E-5733792F245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271440" y="3803840"/>
                  <a:ext cx="28152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2729756-5208-5B6A-63A1-2A1D06BC95E6}"/>
                    </a:ext>
                  </a:extLst>
                </p14:cNvPr>
                <p14:cNvContentPartPr/>
                <p14:nvPr/>
              </p14:nvContentPartPr>
              <p14:xfrm>
                <a:off x="2586800" y="3960440"/>
                <a:ext cx="159840" cy="673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2729756-5208-5B6A-63A1-2A1D06BC95E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2480" y="3956120"/>
                  <a:ext cx="1684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C3BDA80-951A-0C5A-BE24-CDF3ABD06EF3}"/>
                    </a:ext>
                  </a:extLst>
                </p14:cNvPr>
                <p14:cNvContentPartPr/>
                <p14:nvPr/>
              </p14:nvContentPartPr>
              <p14:xfrm>
                <a:off x="2779400" y="3854240"/>
                <a:ext cx="85320" cy="1404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C3BDA80-951A-0C5A-BE24-CDF3ABD06EF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775080" y="3849920"/>
                  <a:ext cx="939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2D51637-A4BB-3161-FC17-E6B2D16CA26F}"/>
                    </a:ext>
                  </a:extLst>
                </p14:cNvPr>
                <p14:cNvContentPartPr/>
                <p14:nvPr/>
              </p14:nvContentPartPr>
              <p14:xfrm>
                <a:off x="2878760" y="3887360"/>
                <a:ext cx="138240" cy="1198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2D51637-A4BB-3161-FC17-E6B2D16CA26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874440" y="3883040"/>
                  <a:ext cx="1468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5363075-B2DB-D3F6-1D8D-006818243744}"/>
                    </a:ext>
                  </a:extLst>
                </p14:cNvPr>
                <p14:cNvContentPartPr/>
                <p14:nvPr/>
              </p14:nvContentPartPr>
              <p14:xfrm>
                <a:off x="3045800" y="3684680"/>
                <a:ext cx="51480" cy="2833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5363075-B2DB-D3F6-1D8D-00681824374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041480" y="3680360"/>
                  <a:ext cx="601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E81ECDB-C826-9307-648E-95E444FEFFE3}"/>
                    </a:ext>
                  </a:extLst>
                </p14:cNvPr>
                <p14:cNvContentPartPr/>
                <p14:nvPr/>
              </p14:nvContentPartPr>
              <p14:xfrm>
                <a:off x="3012680" y="3869720"/>
                <a:ext cx="158400" cy="1015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E81ECDB-C826-9307-648E-95E444FEFFE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008360" y="3865400"/>
                  <a:ext cx="1670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EF3B963-8DEB-3C99-972A-2D8256D55F63}"/>
                    </a:ext>
                  </a:extLst>
                </p14:cNvPr>
                <p14:cNvContentPartPr/>
                <p14:nvPr/>
              </p14:nvContentPartPr>
              <p14:xfrm>
                <a:off x="3191240" y="3754880"/>
                <a:ext cx="32040" cy="680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EF3B963-8DEB-3C99-972A-2D8256D55F6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186920" y="3750560"/>
                  <a:ext cx="406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1893A3C-9D72-5AD6-907C-F66546611800}"/>
                    </a:ext>
                  </a:extLst>
                </p14:cNvPr>
                <p14:cNvContentPartPr/>
                <p14:nvPr/>
              </p14:nvContentPartPr>
              <p14:xfrm>
                <a:off x="3264680" y="3850280"/>
                <a:ext cx="225360" cy="1252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1893A3C-9D72-5AD6-907C-F6654661180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260360" y="3845960"/>
                  <a:ext cx="234000" cy="133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57178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A045274-D533-30EE-D12F-2A552DA7F748}"/>
                  </a:ext>
                </a:extLst>
              </p14:cNvPr>
              <p14:cNvContentPartPr/>
              <p14:nvPr/>
            </p14:nvContentPartPr>
            <p14:xfrm>
              <a:off x="1450280" y="1503080"/>
              <a:ext cx="148680" cy="1305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A045274-D533-30EE-D12F-2A552DA7F7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45960" y="1498760"/>
                <a:ext cx="157320" cy="13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CFEA5A0-7CF4-7D3F-CA52-05DC0EF0D104}"/>
                  </a:ext>
                </a:extLst>
              </p14:cNvPr>
              <p14:cNvContentPartPr/>
              <p14:nvPr/>
            </p14:nvContentPartPr>
            <p14:xfrm>
              <a:off x="1579160" y="1317320"/>
              <a:ext cx="2546280" cy="12495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CFEA5A0-7CF4-7D3F-CA52-05DC0EF0D1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74840" y="1313000"/>
                <a:ext cx="2554920" cy="12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657A27A-4F2C-CC38-491D-26FE327BF0AD}"/>
                  </a:ext>
                </a:extLst>
              </p14:cNvPr>
              <p14:cNvContentPartPr/>
              <p14:nvPr/>
            </p14:nvContentPartPr>
            <p14:xfrm>
              <a:off x="1366760" y="2532680"/>
              <a:ext cx="2776680" cy="2538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657A27A-4F2C-CC38-491D-26FE327BF0A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62440" y="2528360"/>
                <a:ext cx="278532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CF18C2E-0BC6-F136-5164-6775D14B8BA9}"/>
                  </a:ext>
                </a:extLst>
              </p14:cNvPr>
              <p14:cNvContentPartPr/>
              <p14:nvPr/>
            </p14:nvContentPartPr>
            <p14:xfrm>
              <a:off x="2441720" y="1426400"/>
              <a:ext cx="37080" cy="11966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CF18C2E-0BC6-F136-5164-6775D14B8BA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37400" y="1422080"/>
                <a:ext cx="45720" cy="12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5930ED7-9E77-E4D6-21BA-0278F72361D8}"/>
                  </a:ext>
                </a:extLst>
              </p14:cNvPr>
              <p14:cNvContentPartPr/>
              <p14:nvPr/>
            </p14:nvContentPartPr>
            <p14:xfrm>
              <a:off x="3054800" y="1398680"/>
              <a:ext cx="44640" cy="12366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5930ED7-9E77-E4D6-21BA-0278F72361D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50480" y="1394360"/>
                <a:ext cx="53280" cy="12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8922EB6-3469-A283-C867-0D520B259681}"/>
                  </a:ext>
                </a:extLst>
              </p14:cNvPr>
              <p14:cNvContentPartPr/>
              <p14:nvPr/>
            </p14:nvContentPartPr>
            <p14:xfrm>
              <a:off x="1537040" y="1778840"/>
              <a:ext cx="2570040" cy="1645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8922EB6-3469-A283-C867-0D520B25968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32720" y="1774520"/>
                <a:ext cx="257868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FAA50D3-0772-3A31-29E2-CAD77236F06C}"/>
                  </a:ext>
                </a:extLst>
              </p14:cNvPr>
              <p14:cNvContentPartPr/>
              <p14:nvPr/>
            </p14:nvContentPartPr>
            <p14:xfrm>
              <a:off x="1503200" y="2117240"/>
              <a:ext cx="2579400" cy="2289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FAA50D3-0772-3A31-29E2-CAD77236F06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98880" y="2112920"/>
                <a:ext cx="258804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A05AA39-F787-8062-5BC5-2AE8825A4B67}"/>
                  </a:ext>
                </a:extLst>
              </p14:cNvPr>
              <p14:cNvContentPartPr/>
              <p14:nvPr/>
            </p14:nvContentPartPr>
            <p14:xfrm>
              <a:off x="2653400" y="1953440"/>
              <a:ext cx="163080" cy="2116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A05AA39-F787-8062-5BC5-2AE8825A4B6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649080" y="1949120"/>
                <a:ext cx="17172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9E056A0-BBE3-A5F8-B0C9-932D500497D7}"/>
                  </a:ext>
                </a:extLst>
              </p14:cNvPr>
              <p14:cNvContentPartPr/>
              <p14:nvPr/>
            </p14:nvContentPartPr>
            <p14:xfrm>
              <a:off x="2683640" y="2072960"/>
              <a:ext cx="130680" cy="15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9E056A0-BBE3-A5F8-B0C9-932D500497D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79320" y="2068640"/>
                <a:ext cx="13932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C07EDF2-DE2C-57C6-8F78-FBC86FCD61FA}"/>
                  </a:ext>
                </a:extLst>
              </p14:cNvPr>
              <p14:cNvContentPartPr/>
              <p14:nvPr/>
            </p14:nvContentPartPr>
            <p14:xfrm>
              <a:off x="2650880" y="2087360"/>
              <a:ext cx="11880" cy="561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C07EDF2-DE2C-57C6-8F78-FBC86FCD61F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646560" y="2083040"/>
                <a:ext cx="2052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D965902-D584-F7F5-72EC-125714228F7C}"/>
                  </a:ext>
                </a:extLst>
              </p14:cNvPr>
              <p14:cNvContentPartPr/>
              <p14:nvPr/>
            </p14:nvContentPartPr>
            <p14:xfrm>
              <a:off x="2528840" y="4362920"/>
              <a:ext cx="17640" cy="432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D965902-D584-F7F5-72EC-125714228F7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24520" y="4358600"/>
                <a:ext cx="2628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DB4CFFD-E33F-B10E-C20A-C32E399B2A25}"/>
                  </a:ext>
                </a:extLst>
              </p14:cNvPr>
              <p14:cNvContentPartPr/>
              <p14:nvPr/>
            </p14:nvContentPartPr>
            <p14:xfrm>
              <a:off x="5006000" y="1329920"/>
              <a:ext cx="148680" cy="1305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DB4CFFD-E33F-B10E-C20A-C32E399B2A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01680" y="1325600"/>
                <a:ext cx="157320" cy="13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01C2CA5-8BA5-37F1-7207-6BBDE7846DBA}"/>
                  </a:ext>
                </a:extLst>
              </p14:cNvPr>
              <p14:cNvContentPartPr/>
              <p14:nvPr/>
            </p14:nvContentPartPr>
            <p14:xfrm>
              <a:off x="5134880" y="1144160"/>
              <a:ext cx="2546280" cy="12495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01C2CA5-8BA5-37F1-7207-6BBDE7846D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30560" y="1139840"/>
                <a:ext cx="2554920" cy="12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7CF586B-3A37-F01C-D232-70D8FA2FA55C}"/>
                  </a:ext>
                </a:extLst>
              </p14:cNvPr>
              <p14:cNvContentPartPr/>
              <p14:nvPr/>
            </p14:nvContentPartPr>
            <p14:xfrm>
              <a:off x="4922480" y="2359520"/>
              <a:ext cx="2776680" cy="2538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7CF586B-3A37-F01C-D232-70D8FA2FA55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18160" y="2355200"/>
                <a:ext cx="278532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13AB898-241A-0EE1-1AD9-DA49AC61028E}"/>
                  </a:ext>
                </a:extLst>
              </p14:cNvPr>
              <p14:cNvContentPartPr/>
              <p14:nvPr/>
            </p14:nvContentPartPr>
            <p14:xfrm>
              <a:off x="5997440" y="1253240"/>
              <a:ext cx="37080" cy="11966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13AB898-241A-0EE1-1AD9-DA49AC61028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93120" y="1248920"/>
                <a:ext cx="45720" cy="12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115910A-C3A5-0EC6-9583-EEE0E45DFED3}"/>
                  </a:ext>
                </a:extLst>
              </p14:cNvPr>
              <p14:cNvContentPartPr/>
              <p14:nvPr/>
            </p14:nvContentPartPr>
            <p14:xfrm>
              <a:off x="6610520" y="1225520"/>
              <a:ext cx="44640" cy="12366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8115910A-C3A5-0EC6-9583-EEE0E45DFED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06200" y="1221200"/>
                <a:ext cx="53280" cy="12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606180E-F6FB-C989-AD5C-71AEDB7DD411}"/>
                  </a:ext>
                </a:extLst>
              </p14:cNvPr>
              <p14:cNvContentPartPr/>
              <p14:nvPr/>
            </p14:nvContentPartPr>
            <p14:xfrm>
              <a:off x="5092760" y="1605680"/>
              <a:ext cx="2570040" cy="1645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606180E-F6FB-C989-AD5C-71AEDB7DD41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88440" y="1601360"/>
                <a:ext cx="257868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F089ACF-80C3-F8C8-CED5-5FF1C1D7FD83}"/>
                  </a:ext>
                </a:extLst>
              </p14:cNvPr>
              <p14:cNvContentPartPr/>
              <p14:nvPr/>
            </p14:nvContentPartPr>
            <p14:xfrm>
              <a:off x="5058920" y="1944080"/>
              <a:ext cx="2579400" cy="2289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F089ACF-80C3-F8C8-CED5-5FF1C1D7FD8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54600" y="1939760"/>
                <a:ext cx="258804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4772C1C-7BCF-7E79-83A9-E343767E4F01}"/>
                  </a:ext>
                </a:extLst>
              </p14:cNvPr>
              <p14:cNvContentPartPr/>
              <p14:nvPr/>
            </p14:nvContentPartPr>
            <p14:xfrm>
              <a:off x="6206600" y="1914200"/>
              <a:ext cx="11880" cy="561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4772C1C-7BCF-7E79-83A9-E343767E4F0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202280" y="1909880"/>
                <a:ext cx="2052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62F2FAB-3A65-939A-7709-15318584C2ED}"/>
                  </a:ext>
                </a:extLst>
              </p14:cNvPr>
              <p14:cNvContentPartPr/>
              <p14:nvPr/>
            </p14:nvContentPartPr>
            <p14:xfrm>
              <a:off x="4940067" y="3130640"/>
              <a:ext cx="148680" cy="13053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62F2FAB-3A65-939A-7709-15318584C2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35747" y="3126320"/>
                <a:ext cx="157320" cy="13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F2C2CBF-421A-C69B-E34E-C8CA8A3B7CEC}"/>
                  </a:ext>
                </a:extLst>
              </p14:cNvPr>
              <p14:cNvContentPartPr/>
              <p14:nvPr/>
            </p14:nvContentPartPr>
            <p14:xfrm>
              <a:off x="5068947" y="2944880"/>
              <a:ext cx="2546280" cy="12495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F2C2CBF-421A-C69B-E34E-C8CA8A3B7CE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64627" y="2940560"/>
                <a:ext cx="2554920" cy="12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1FFC402-2985-6490-8C33-C27674D98015}"/>
                  </a:ext>
                </a:extLst>
              </p14:cNvPr>
              <p14:cNvContentPartPr/>
              <p14:nvPr/>
            </p14:nvContentPartPr>
            <p14:xfrm>
              <a:off x="4856547" y="4160240"/>
              <a:ext cx="2776680" cy="2538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1FFC402-2985-6490-8C33-C27674D9801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52227" y="4155920"/>
                <a:ext cx="278532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A598C82B-9B50-6818-CF81-05A5CE19D202}"/>
                  </a:ext>
                </a:extLst>
              </p14:cNvPr>
              <p14:cNvContentPartPr/>
              <p14:nvPr/>
            </p14:nvContentPartPr>
            <p14:xfrm>
              <a:off x="5931507" y="3053960"/>
              <a:ext cx="37080" cy="11966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A598C82B-9B50-6818-CF81-05A5CE19D20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27187" y="3049640"/>
                <a:ext cx="45720" cy="12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9F5B096-C3FD-EF6C-FA2A-F9B6002255B1}"/>
                  </a:ext>
                </a:extLst>
              </p14:cNvPr>
              <p14:cNvContentPartPr/>
              <p14:nvPr/>
            </p14:nvContentPartPr>
            <p14:xfrm>
              <a:off x="6544587" y="3026240"/>
              <a:ext cx="44640" cy="12366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9F5B096-C3FD-EF6C-FA2A-F9B6002255B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40267" y="3021920"/>
                <a:ext cx="53280" cy="12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2B0175F1-28A2-0415-6EC7-28489E902ADD}"/>
                  </a:ext>
                </a:extLst>
              </p14:cNvPr>
              <p14:cNvContentPartPr/>
              <p14:nvPr/>
            </p14:nvContentPartPr>
            <p14:xfrm>
              <a:off x="5026827" y="3406400"/>
              <a:ext cx="2570040" cy="1645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2B0175F1-28A2-0415-6EC7-28489E902AD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22507" y="3402080"/>
                <a:ext cx="257868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3870926-72DE-0925-F12D-25101F2124F0}"/>
                  </a:ext>
                </a:extLst>
              </p14:cNvPr>
              <p14:cNvContentPartPr/>
              <p14:nvPr/>
            </p14:nvContentPartPr>
            <p14:xfrm>
              <a:off x="4992987" y="3744800"/>
              <a:ext cx="2579400" cy="2289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3870926-72DE-0925-F12D-25101F2124F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988667" y="3740480"/>
                <a:ext cx="258804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4021B36-257E-5802-2024-174A24384AB6}"/>
                  </a:ext>
                </a:extLst>
              </p14:cNvPr>
              <p14:cNvContentPartPr/>
              <p14:nvPr/>
            </p14:nvContentPartPr>
            <p14:xfrm>
              <a:off x="6140667" y="3714920"/>
              <a:ext cx="11880" cy="561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4021B36-257E-5802-2024-174A24384AB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136347" y="3710600"/>
                <a:ext cx="2052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C5C1C1F3-2ACE-2390-DD1E-3802C2CDE450}"/>
                  </a:ext>
                </a:extLst>
              </p14:cNvPr>
              <p14:cNvContentPartPr/>
              <p14:nvPr/>
            </p14:nvContentPartPr>
            <p14:xfrm>
              <a:off x="8988320" y="1899800"/>
              <a:ext cx="148680" cy="13053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C5C1C1F3-2ACE-2390-DD1E-3802C2CDE4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84000" y="1895480"/>
                <a:ext cx="157320" cy="13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AA6F8B86-4B88-AAAF-C797-CF6A2D05915A}"/>
                  </a:ext>
                </a:extLst>
              </p14:cNvPr>
              <p14:cNvContentPartPr/>
              <p14:nvPr/>
            </p14:nvContentPartPr>
            <p14:xfrm>
              <a:off x="9117200" y="1714040"/>
              <a:ext cx="2546280" cy="12495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AA6F8B86-4B88-AAAF-C797-CF6A2D05915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12880" y="1709720"/>
                <a:ext cx="2554920" cy="12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A32B1A85-F627-9618-454D-AAC0E6A84762}"/>
                  </a:ext>
                </a:extLst>
              </p14:cNvPr>
              <p14:cNvContentPartPr/>
              <p14:nvPr/>
            </p14:nvContentPartPr>
            <p14:xfrm>
              <a:off x="8904800" y="2929400"/>
              <a:ext cx="2776680" cy="2538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A32B1A85-F627-9618-454D-AAC0E6A8476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00480" y="2925080"/>
                <a:ext cx="278532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B0DE605-DB53-DB27-7EBC-5DB82856485A}"/>
                  </a:ext>
                </a:extLst>
              </p14:cNvPr>
              <p14:cNvContentPartPr/>
              <p14:nvPr/>
            </p14:nvContentPartPr>
            <p14:xfrm>
              <a:off x="9979760" y="1823120"/>
              <a:ext cx="37080" cy="11966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B0DE605-DB53-DB27-7EBC-5DB82856485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975440" y="1818800"/>
                <a:ext cx="45720" cy="12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B9BD98E8-F57E-57D5-B6FA-A04E5215005D}"/>
                  </a:ext>
                </a:extLst>
              </p14:cNvPr>
              <p14:cNvContentPartPr/>
              <p14:nvPr/>
            </p14:nvContentPartPr>
            <p14:xfrm>
              <a:off x="10592840" y="1795400"/>
              <a:ext cx="44640" cy="12366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B9BD98E8-F57E-57D5-B6FA-A04E5215005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588520" y="1791080"/>
                <a:ext cx="53280" cy="12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9ADE3183-95D2-75E5-0418-21C78AC719B7}"/>
                  </a:ext>
                </a:extLst>
              </p14:cNvPr>
              <p14:cNvContentPartPr/>
              <p14:nvPr/>
            </p14:nvContentPartPr>
            <p14:xfrm>
              <a:off x="9075080" y="2175560"/>
              <a:ext cx="2570040" cy="1645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9ADE3183-95D2-75E5-0418-21C78AC719B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070760" y="2171240"/>
                <a:ext cx="257868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ADA8E16F-62AE-0AB2-D3D8-3841D928FD8E}"/>
                  </a:ext>
                </a:extLst>
              </p14:cNvPr>
              <p14:cNvContentPartPr/>
              <p14:nvPr/>
            </p14:nvContentPartPr>
            <p14:xfrm>
              <a:off x="9041240" y="2513960"/>
              <a:ext cx="2579400" cy="2289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ADA8E16F-62AE-0AB2-D3D8-3841D928FD8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036920" y="2509640"/>
                <a:ext cx="258804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E6DC7A7C-CB4F-E7D6-5F51-DB03C584307D}"/>
                  </a:ext>
                </a:extLst>
              </p14:cNvPr>
              <p14:cNvContentPartPr/>
              <p14:nvPr/>
            </p14:nvContentPartPr>
            <p14:xfrm>
              <a:off x="10188920" y="2484080"/>
              <a:ext cx="11880" cy="561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E6DC7A7C-CB4F-E7D6-5F51-DB03C584307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184600" y="2479760"/>
                <a:ext cx="2052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65EE94A4-C3FA-DBA2-6D61-8BFDDFD2E9EC}"/>
                  </a:ext>
                </a:extLst>
              </p14:cNvPr>
              <p14:cNvContentPartPr/>
              <p14:nvPr/>
            </p14:nvContentPartPr>
            <p14:xfrm>
              <a:off x="6183920" y="1696760"/>
              <a:ext cx="177840" cy="3384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65EE94A4-C3FA-DBA2-6D61-8BFDDFD2E9E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179600" y="1692440"/>
                <a:ext cx="18648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39B0979-7F6F-9D05-5F80-AC6FD08F14D4}"/>
                  </a:ext>
                </a:extLst>
              </p14:cNvPr>
              <p14:cNvContentPartPr/>
              <p14:nvPr/>
            </p14:nvContentPartPr>
            <p14:xfrm>
              <a:off x="6045320" y="3589280"/>
              <a:ext cx="256320" cy="1900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39B0979-7F6F-9D05-5F80-AC6FD08F14D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041000" y="3584960"/>
                <a:ext cx="264960" cy="19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F9C0ED17-11F7-95BA-D277-2330EC55073C}"/>
              </a:ext>
            </a:extLst>
          </p:cNvPr>
          <p:cNvGrpSpPr/>
          <p:nvPr/>
        </p:nvGrpSpPr>
        <p:grpSpPr>
          <a:xfrm>
            <a:off x="4064960" y="1688480"/>
            <a:ext cx="1018440" cy="336240"/>
            <a:chOff x="4064960" y="1688480"/>
            <a:chExt cx="1018440" cy="33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39612CD-3984-A260-BF6D-F9DADC2EAC27}"/>
                    </a:ext>
                  </a:extLst>
                </p14:cNvPr>
                <p14:cNvContentPartPr/>
                <p14:nvPr/>
              </p14:nvContentPartPr>
              <p14:xfrm>
                <a:off x="4064960" y="1826000"/>
                <a:ext cx="1006920" cy="120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39612CD-3984-A260-BF6D-F9DADC2EAC2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060640" y="1821680"/>
                  <a:ext cx="10155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0563511-E729-A6F0-3D0D-A1E2C61D274E}"/>
                    </a:ext>
                  </a:extLst>
                </p14:cNvPr>
                <p14:cNvContentPartPr/>
                <p14:nvPr/>
              </p14:nvContentPartPr>
              <p14:xfrm>
                <a:off x="4907000" y="1688480"/>
                <a:ext cx="176400" cy="3362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0563511-E729-A6F0-3D0D-A1E2C61D274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02680" y="1684160"/>
                  <a:ext cx="185040" cy="34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EBB75BC-1654-6087-BFD8-23DCFB741808}"/>
              </a:ext>
            </a:extLst>
          </p:cNvPr>
          <p:cNvGrpSpPr/>
          <p:nvPr/>
        </p:nvGrpSpPr>
        <p:grpSpPr>
          <a:xfrm>
            <a:off x="7598360" y="1982600"/>
            <a:ext cx="1447560" cy="1662120"/>
            <a:chOff x="7598360" y="1982600"/>
            <a:chExt cx="1447560" cy="166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A7EFE53-5131-2DFC-C90B-36568DAD3D16}"/>
                    </a:ext>
                  </a:extLst>
                </p14:cNvPr>
                <p14:cNvContentPartPr/>
                <p14:nvPr/>
              </p14:nvContentPartPr>
              <p14:xfrm>
                <a:off x="7598720" y="1982600"/>
                <a:ext cx="1433520" cy="5904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A7EFE53-5131-2DFC-C90B-36568DAD3D1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594400" y="1978280"/>
                  <a:ext cx="1442160" cy="59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F52B63E-514E-FC99-DFF8-DB4A69DB6A55}"/>
                    </a:ext>
                  </a:extLst>
                </p14:cNvPr>
                <p14:cNvContentPartPr/>
                <p14:nvPr/>
              </p14:nvContentPartPr>
              <p14:xfrm>
                <a:off x="8859440" y="2377520"/>
                <a:ext cx="177840" cy="3348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F52B63E-514E-FC99-DFF8-DB4A69DB6A5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855120" y="2373200"/>
                  <a:ext cx="1864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1F4697E-0C51-84A4-7E93-5C7B48DDF650}"/>
                    </a:ext>
                  </a:extLst>
                </p14:cNvPr>
                <p14:cNvContentPartPr/>
                <p14:nvPr/>
              </p14:nvContentPartPr>
              <p14:xfrm>
                <a:off x="7598360" y="2923280"/>
                <a:ext cx="1373400" cy="7214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1F4697E-0C51-84A4-7E93-5C7B48DDF65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594040" y="2918960"/>
                  <a:ext cx="1382040" cy="73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FD9C5ED-D959-E658-39DF-984CDB4AC087}"/>
                    </a:ext>
                  </a:extLst>
                </p14:cNvPr>
                <p14:cNvContentPartPr/>
                <p14:nvPr/>
              </p14:nvContentPartPr>
              <p14:xfrm>
                <a:off x="8787440" y="2847320"/>
                <a:ext cx="258480" cy="3621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FD9C5ED-D959-E658-39DF-984CDB4AC08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83120" y="2843000"/>
                  <a:ext cx="267120" cy="37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F5386A28-4E9F-A2AA-2596-363EA5E311BB}"/>
                  </a:ext>
                </a:extLst>
              </p14:cNvPr>
              <p14:cNvContentPartPr/>
              <p14:nvPr/>
            </p14:nvContentPartPr>
            <p14:xfrm>
              <a:off x="1919720" y="1594520"/>
              <a:ext cx="180360" cy="2725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F5386A28-4E9F-A2AA-2596-363EA5E311B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915400" y="1590200"/>
                <a:ext cx="18900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6F05DC90-2AC1-B0E0-D164-589B49C337FB}"/>
                  </a:ext>
                </a:extLst>
              </p14:cNvPr>
              <p14:cNvContentPartPr/>
              <p14:nvPr/>
            </p14:nvContentPartPr>
            <p14:xfrm>
              <a:off x="2650880" y="2335400"/>
              <a:ext cx="190800" cy="1951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6F05DC90-2AC1-B0E0-D164-589B49C337F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646560" y="2331080"/>
                <a:ext cx="19944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9016A754-5E39-080E-0282-7615C99634BC}"/>
                  </a:ext>
                </a:extLst>
              </p14:cNvPr>
              <p14:cNvContentPartPr/>
              <p14:nvPr/>
            </p14:nvContentPartPr>
            <p14:xfrm>
              <a:off x="3471680" y="1552040"/>
              <a:ext cx="306000" cy="17064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9016A754-5E39-080E-0282-7615C99634B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467360" y="1547720"/>
                <a:ext cx="314640" cy="17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E9B3E7D7-B3D6-3DB8-5CE5-3D8F6A459EA6}"/>
              </a:ext>
            </a:extLst>
          </p:cNvPr>
          <p:cNvGrpSpPr/>
          <p:nvPr/>
        </p:nvGrpSpPr>
        <p:grpSpPr>
          <a:xfrm>
            <a:off x="6255560" y="2134520"/>
            <a:ext cx="237240" cy="225360"/>
            <a:chOff x="6255560" y="2134520"/>
            <a:chExt cx="237240" cy="22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D8F38D9-2BE9-FA15-19F0-1DA99467A94B}"/>
                    </a:ext>
                  </a:extLst>
                </p14:cNvPr>
                <p14:cNvContentPartPr/>
                <p14:nvPr/>
              </p14:nvContentPartPr>
              <p14:xfrm>
                <a:off x="6255560" y="2175920"/>
                <a:ext cx="134640" cy="1839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D8F38D9-2BE9-FA15-19F0-1DA99467A94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51240" y="2171600"/>
                  <a:ext cx="1432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FC4BB02-BA5A-963F-E90B-0E1640F1F78F}"/>
                    </a:ext>
                  </a:extLst>
                </p14:cNvPr>
                <p14:cNvContentPartPr/>
                <p14:nvPr/>
              </p14:nvContentPartPr>
              <p14:xfrm>
                <a:off x="6314240" y="2134520"/>
                <a:ext cx="178560" cy="410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FC4BB02-BA5A-963F-E90B-0E1640F1F78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09920" y="2130200"/>
                  <a:ext cx="18720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E245A0B-2A91-3221-1CA9-91238266C4E2}"/>
              </a:ext>
            </a:extLst>
          </p:cNvPr>
          <p:cNvGrpSpPr/>
          <p:nvPr/>
        </p:nvGrpSpPr>
        <p:grpSpPr>
          <a:xfrm>
            <a:off x="6141080" y="3944960"/>
            <a:ext cx="216000" cy="187920"/>
            <a:chOff x="6141080" y="3944960"/>
            <a:chExt cx="216000" cy="18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647908D-98C9-86B3-AA12-72640E5DC115}"/>
                    </a:ext>
                  </a:extLst>
                </p14:cNvPr>
                <p14:cNvContentPartPr/>
                <p14:nvPr/>
              </p14:nvContentPartPr>
              <p14:xfrm>
                <a:off x="6141080" y="3944960"/>
                <a:ext cx="169560" cy="187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647908D-98C9-86B3-AA12-72640E5DC11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136760" y="3940640"/>
                  <a:ext cx="1782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4F6B635-B277-81DC-9CB2-EC82B0ABC75E}"/>
                    </a:ext>
                  </a:extLst>
                </p14:cNvPr>
                <p14:cNvContentPartPr/>
                <p14:nvPr/>
              </p14:nvContentPartPr>
              <p14:xfrm>
                <a:off x="6177800" y="4000760"/>
                <a:ext cx="179280" cy="421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4F6B635-B277-81DC-9CB2-EC82B0ABC75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173480" y="3996440"/>
                  <a:ext cx="18792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6A06E7B-B789-F23C-2D89-20A9385D7C41}"/>
              </a:ext>
            </a:extLst>
          </p:cNvPr>
          <p:cNvGrpSpPr/>
          <p:nvPr/>
        </p:nvGrpSpPr>
        <p:grpSpPr>
          <a:xfrm>
            <a:off x="10066520" y="2296520"/>
            <a:ext cx="313200" cy="676440"/>
            <a:chOff x="10066520" y="2296520"/>
            <a:chExt cx="313200" cy="67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F7DCAE0-C373-430B-A886-FA43807A4ED3}"/>
                    </a:ext>
                  </a:extLst>
                </p14:cNvPr>
                <p14:cNvContentPartPr/>
                <p14:nvPr/>
              </p14:nvContentPartPr>
              <p14:xfrm>
                <a:off x="10186760" y="2296520"/>
                <a:ext cx="29160" cy="2318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F7DCAE0-C373-430B-A886-FA43807A4ED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182440" y="2292200"/>
                  <a:ext cx="378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B99A867-B741-9D08-244F-C53427EA0B09}"/>
                    </a:ext>
                  </a:extLst>
                </p14:cNvPr>
                <p14:cNvContentPartPr/>
                <p14:nvPr/>
              </p14:nvContentPartPr>
              <p14:xfrm>
                <a:off x="10066520" y="2311640"/>
                <a:ext cx="254520" cy="2440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B99A867-B741-9D08-244F-C53427EA0B0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062200" y="2307320"/>
                  <a:ext cx="2631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66D0F6D-9899-3B83-58DB-D20E3131A76A}"/>
                    </a:ext>
                  </a:extLst>
                </p14:cNvPr>
                <p14:cNvContentPartPr/>
                <p14:nvPr/>
              </p14:nvContentPartPr>
              <p14:xfrm>
                <a:off x="10182800" y="2699720"/>
                <a:ext cx="196920" cy="130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66D0F6D-9899-3B83-58DB-D20E3131A76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178480" y="2695400"/>
                  <a:ext cx="205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8679D5C-C976-D5F4-932F-6CFEBAE35857}"/>
                    </a:ext>
                  </a:extLst>
                </p14:cNvPr>
                <p14:cNvContentPartPr/>
                <p14:nvPr/>
              </p14:nvContentPartPr>
              <p14:xfrm>
                <a:off x="10240400" y="2742560"/>
                <a:ext cx="77040" cy="2304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8679D5C-C976-D5F4-932F-6CFEBAE3585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236080" y="2738240"/>
                  <a:ext cx="85680" cy="23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0C3F59A4-BDA4-E266-F4C7-5D45677C6571}"/>
                  </a:ext>
                </a:extLst>
              </p14:cNvPr>
              <p14:cNvContentPartPr/>
              <p14:nvPr/>
            </p14:nvContentPartPr>
            <p14:xfrm>
              <a:off x="5349080" y="1403000"/>
              <a:ext cx="202320" cy="1486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0C3F59A4-BDA4-E266-F4C7-5D45677C657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344760" y="1398680"/>
                <a:ext cx="210960" cy="15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32A7D28-01FE-0859-3F3F-90906B3BB2F4}"/>
              </a:ext>
            </a:extLst>
          </p:cNvPr>
          <p:cNvGrpSpPr/>
          <p:nvPr/>
        </p:nvGrpSpPr>
        <p:grpSpPr>
          <a:xfrm>
            <a:off x="6979520" y="1310480"/>
            <a:ext cx="338400" cy="279720"/>
            <a:chOff x="6979520" y="1310480"/>
            <a:chExt cx="338400" cy="2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540FBEC-BFF0-1FC4-7234-9E54BBB57D1E}"/>
                    </a:ext>
                  </a:extLst>
                </p14:cNvPr>
                <p14:cNvContentPartPr/>
                <p14:nvPr/>
              </p14:nvContentPartPr>
              <p14:xfrm>
                <a:off x="6979520" y="1310480"/>
                <a:ext cx="212040" cy="2797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540FBEC-BFF0-1FC4-7234-9E54BBB57D1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75200" y="1306160"/>
                  <a:ext cx="2206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C92A63F-CD8C-070A-7992-3B09B67FF6A6}"/>
                    </a:ext>
                  </a:extLst>
                </p14:cNvPr>
                <p14:cNvContentPartPr/>
                <p14:nvPr/>
              </p14:nvContentPartPr>
              <p14:xfrm>
                <a:off x="7047920" y="1473920"/>
                <a:ext cx="270000" cy="21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C92A63F-CD8C-070A-7992-3B09B67FF6A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043600" y="1469600"/>
                  <a:ext cx="27864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8ED57F9-DEC8-E505-C722-7CB0233E7BAF}"/>
              </a:ext>
            </a:extLst>
          </p:cNvPr>
          <p:cNvGrpSpPr/>
          <p:nvPr/>
        </p:nvGrpSpPr>
        <p:grpSpPr>
          <a:xfrm>
            <a:off x="3529640" y="2611880"/>
            <a:ext cx="2098800" cy="1021320"/>
            <a:chOff x="3529640" y="2611880"/>
            <a:chExt cx="2098800" cy="102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07D5A30-9F9E-489A-916A-1FD2A8723998}"/>
                    </a:ext>
                  </a:extLst>
                </p14:cNvPr>
                <p14:cNvContentPartPr/>
                <p14:nvPr/>
              </p14:nvContentPartPr>
              <p14:xfrm>
                <a:off x="3529640" y="2611880"/>
                <a:ext cx="1469520" cy="8758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07D5A30-9F9E-489A-916A-1FD2A872399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525320" y="2607560"/>
                  <a:ext cx="1478160" cy="88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09F2DED-5B96-935C-D6A5-9A6DAC9C86BC}"/>
                    </a:ext>
                  </a:extLst>
                </p14:cNvPr>
                <p14:cNvContentPartPr/>
                <p14:nvPr/>
              </p14:nvContentPartPr>
              <p14:xfrm>
                <a:off x="4733840" y="3293720"/>
                <a:ext cx="269640" cy="339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09F2DED-5B96-935C-D6A5-9A6DAC9C86B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729520" y="3289400"/>
                  <a:ext cx="27828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C4358DA-9747-6E7C-22E5-359B68E45467}"/>
                    </a:ext>
                  </a:extLst>
                </p14:cNvPr>
                <p14:cNvContentPartPr/>
                <p14:nvPr/>
              </p14:nvContentPartPr>
              <p14:xfrm>
                <a:off x="5362760" y="3190040"/>
                <a:ext cx="265680" cy="149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C4358DA-9747-6E7C-22E5-359B68E4546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358440" y="3185720"/>
                  <a:ext cx="274320" cy="15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226169D6-33B2-6103-4E76-71A0EEFC9E93}"/>
                  </a:ext>
                </a:extLst>
              </p14:cNvPr>
              <p14:cNvContentPartPr/>
              <p14:nvPr/>
            </p14:nvContentPartPr>
            <p14:xfrm>
              <a:off x="6932720" y="3097160"/>
              <a:ext cx="132120" cy="2934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226169D6-33B2-6103-4E76-71A0EEFC9E9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928400" y="3092840"/>
                <a:ext cx="14076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06FC7F49-9512-FCF1-DBBD-8AE0882EB866}"/>
                  </a:ext>
                </a:extLst>
              </p14:cNvPr>
              <p14:cNvContentPartPr/>
              <p14:nvPr/>
            </p14:nvContentPartPr>
            <p14:xfrm>
              <a:off x="9412040" y="1957400"/>
              <a:ext cx="201960" cy="2685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06FC7F49-9512-FCF1-DBBD-8AE0882EB86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407720" y="1953080"/>
                <a:ext cx="210600" cy="27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58FCD3E-D57D-95C1-174F-31F883AED6C5}"/>
              </a:ext>
            </a:extLst>
          </p:cNvPr>
          <p:cNvGrpSpPr/>
          <p:nvPr/>
        </p:nvGrpSpPr>
        <p:grpSpPr>
          <a:xfrm>
            <a:off x="10930160" y="1860920"/>
            <a:ext cx="255600" cy="271800"/>
            <a:chOff x="10930160" y="1860920"/>
            <a:chExt cx="255600" cy="27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92BF507-687C-24C7-E651-A4F0BBCA8337}"/>
                    </a:ext>
                  </a:extLst>
                </p14:cNvPr>
                <p14:cNvContentPartPr/>
                <p14:nvPr/>
              </p14:nvContentPartPr>
              <p14:xfrm>
                <a:off x="10930160" y="1860920"/>
                <a:ext cx="50760" cy="2692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92BF507-687C-24C7-E651-A4F0BBCA833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925840" y="1856600"/>
                  <a:ext cx="594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273369E-3AF1-9A98-950D-C079162DBCA5}"/>
                    </a:ext>
                  </a:extLst>
                </p14:cNvPr>
                <p14:cNvContentPartPr/>
                <p14:nvPr/>
              </p14:nvContentPartPr>
              <p14:xfrm>
                <a:off x="11005760" y="1898360"/>
                <a:ext cx="180000" cy="234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273369E-3AF1-9A98-950D-C079162DBCA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001440" y="1894040"/>
                  <a:ext cx="188640" cy="24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DF93AF5C-469D-C9DB-B714-FCC5C7646C26}"/>
                  </a:ext>
                </a:extLst>
              </p14:cNvPr>
              <p14:cNvContentPartPr/>
              <p14:nvPr/>
            </p14:nvContentPartPr>
            <p14:xfrm>
              <a:off x="2096480" y="5120720"/>
              <a:ext cx="283680" cy="2160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DF93AF5C-469D-C9DB-B714-FCC5C7646C26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092160" y="5116400"/>
                <a:ext cx="292320" cy="3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F3A4A7C-5B68-89CE-68D1-810D06591853}"/>
              </a:ext>
            </a:extLst>
          </p:cNvPr>
          <p:cNvGrpSpPr/>
          <p:nvPr/>
        </p:nvGrpSpPr>
        <p:grpSpPr>
          <a:xfrm>
            <a:off x="2930600" y="4852880"/>
            <a:ext cx="1239120" cy="361440"/>
            <a:chOff x="2930600" y="4852880"/>
            <a:chExt cx="123912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623AA32-3793-4432-46F4-E7058EF0C5AE}"/>
                    </a:ext>
                  </a:extLst>
                </p14:cNvPr>
                <p14:cNvContentPartPr/>
                <p14:nvPr/>
              </p14:nvContentPartPr>
              <p14:xfrm>
                <a:off x="2930600" y="4974920"/>
                <a:ext cx="59040" cy="239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623AA32-3793-4432-46F4-E7058EF0C5A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926280" y="4970600"/>
                  <a:ext cx="676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F40AD08-6D6F-D968-05FE-F3B5F6DA8176}"/>
                    </a:ext>
                  </a:extLst>
                </p14:cNvPr>
                <p14:cNvContentPartPr/>
                <p14:nvPr/>
              </p14:nvContentPartPr>
              <p14:xfrm>
                <a:off x="3011240" y="4882040"/>
                <a:ext cx="181080" cy="381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F40AD08-6D6F-D968-05FE-F3B5F6DA817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006920" y="4877720"/>
                  <a:ext cx="1897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DD489CD-C801-E2F6-6203-3B8B6C3A705D}"/>
                    </a:ext>
                  </a:extLst>
                </p14:cNvPr>
                <p14:cNvContentPartPr/>
                <p14:nvPr/>
              </p14:nvContentPartPr>
              <p14:xfrm>
                <a:off x="2941400" y="5027480"/>
                <a:ext cx="144000" cy="32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DD489CD-C801-E2F6-6203-3B8B6C3A705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936720" y="5023160"/>
                  <a:ext cx="152640" cy="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60E6217-6696-C5AC-9C9D-B42778D5E7B6}"/>
                    </a:ext>
                  </a:extLst>
                </p14:cNvPr>
                <p14:cNvContentPartPr/>
                <p14:nvPr/>
              </p14:nvContentPartPr>
              <p14:xfrm>
                <a:off x="3087920" y="5061320"/>
                <a:ext cx="91440" cy="820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60E6217-6696-C5AC-9C9D-B42778D5E7B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083600" y="5057000"/>
                  <a:ext cx="1000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CC77B57-9C35-4422-FEC2-C1BA06C7A776}"/>
                    </a:ext>
                  </a:extLst>
                </p14:cNvPr>
                <p14:cNvContentPartPr/>
                <p14:nvPr/>
              </p14:nvContentPartPr>
              <p14:xfrm>
                <a:off x="3223280" y="5017760"/>
                <a:ext cx="86040" cy="117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CC77B57-9C35-4422-FEC2-C1BA06C7A77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218960" y="5013440"/>
                  <a:ext cx="946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D4D3BA5-A2F9-9095-D685-2ECE66013D22}"/>
                    </a:ext>
                  </a:extLst>
                </p14:cNvPr>
                <p14:cNvContentPartPr/>
                <p14:nvPr/>
              </p14:nvContentPartPr>
              <p14:xfrm>
                <a:off x="3347480" y="4983920"/>
                <a:ext cx="205560" cy="140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D4D3BA5-A2F9-9095-D685-2ECE66013D2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343160" y="4979600"/>
                  <a:ext cx="2142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BE919C8-800C-3C20-A310-FC2B27BD2912}"/>
                    </a:ext>
                  </a:extLst>
                </p14:cNvPr>
                <p14:cNvContentPartPr/>
                <p14:nvPr/>
              </p14:nvContentPartPr>
              <p14:xfrm>
                <a:off x="3629000" y="5004080"/>
                <a:ext cx="131400" cy="795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BE919C8-800C-3C20-A310-FC2B27BD291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624680" y="4999760"/>
                  <a:ext cx="1400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AD0B164-209A-C830-E974-233F4C836AFD}"/>
                    </a:ext>
                  </a:extLst>
                </p14:cNvPr>
                <p14:cNvContentPartPr/>
                <p14:nvPr/>
              </p14:nvContentPartPr>
              <p14:xfrm>
                <a:off x="3829160" y="4976360"/>
                <a:ext cx="59760" cy="1137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AD0B164-209A-C830-E974-233F4C836AF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824840" y="4972040"/>
                  <a:ext cx="684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9E3BA7D-82D7-48A4-9851-8651B6AA4447}"/>
                    </a:ext>
                  </a:extLst>
                </p14:cNvPr>
                <p14:cNvContentPartPr/>
                <p14:nvPr/>
              </p14:nvContentPartPr>
              <p14:xfrm>
                <a:off x="3938960" y="4852880"/>
                <a:ext cx="230760" cy="2412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9E3BA7D-82D7-48A4-9851-8651B6AA444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934640" y="4848560"/>
                  <a:ext cx="239400" cy="24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D5E4F485-9EA6-B7D6-7E00-5A0D4BBA6F0F}"/>
              </a:ext>
            </a:extLst>
          </p:cNvPr>
          <p:cNvGrpSpPr/>
          <p:nvPr/>
        </p:nvGrpSpPr>
        <p:grpSpPr>
          <a:xfrm>
            <a:off x="4514240" y="4751000"/>
            <a:ext cx="669960" cy="343800"/>
            <a:chOff x="4514240" y="4751000"/>
            <a:chExt cx="669960" cy="34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107F8AD-9CA3-7D1A-4F4F-37249F31A85D}"/>
                    </a:ext>
                  </a:extLst>
                </p14:cNvPr>
                <p14:cNvContentPartPr/>
                <p14:nvPr/>
              </p14:nvContentPartPr>
              <p14:xfrm>
                <a:off x="4514240" y="4829480"/>
                <a:ext cx="59040" cy="2653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107F8AD-9CA3-7D1A-4F4F-37249F31A85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509920" y="4825160"/>
                  <a:ext cx="676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629F532-A4AA-9581-D59F-303DC5DEFC93}"/>
                    </a:ext>
                  </a:extLst>
                </p14:cNvPr>
                <p14:cNvContentPartPr/>
                <p14:nvPr/>
              </p14:nvContentPartPr>
              <p14:xfrm>
                <a:off x="4561040" y="4751000"/>
                <a:ext cx="161280" cy="163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629F532-A4AA-9581-D59F-303DC5DEFC9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556720" y="4746680"/>
                  <a:ext cx="1699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2F2ACC7-3B0E-9532-1CD5-E21C2599C5F3}"/>
                    </a:ext>
                  </a:extLst>
                </p14:cNvPr>
                <p14:cNvContentPartPr/>
                <p14:nvPr/>
              </p14:nvContentPartPr>
              <p14:xfrm>
                <a:off x="4660760" y="4944680"/>
                <a:ext cx="129960" cy="874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2F2ACC7-3B0E-9532-1CD5-E21C2599C5F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656440" y="4940360"/>
                  <a:ext cx="1386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535BD14-59AF-E79B-5A74-970CE3B3FDB5}"/>
                    </a:ext>
                  </a:extLst>
                </p14:cNvPr>
                <p14:cNvContentPartPr/>
                <p14:nvPr/>
              </p14:nvContentPartPr>
              <p14:xfrm>
                <a:off x="4886480" y="4899320"/>
                <a:ext cx="128880" cy="147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535BD14-59AF-E79B-5A74-970CE3B3FDB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882160" y="4895000"/>
                  <a:ext cx="1375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1867872-DD49-2C19-2FF5-25C8FC995FEE}"/>
                    </a:ext>
                  </a:extLst>
                </p14:cNvPr>
                <p14:cNvContentPartPr/>
                <p14:nvPr/>
              </p14:nvContentPartPr>
              <p14:xfrm>
                <a:off x="5112560" y="4895720"/>
                <a:ext cx="71640" cy="1108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1867872-DD49-2C19-2FF5-25C8FC995FE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108240" y="4891400"/>
                  <a:ext cx="80280" cy="11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CA9940D6-C08C-2EAE-22B1-2B202C7DE43B}"/>
                  </a:ext>
                </a:extLst>
              </p14:cNvPr>
              <p14:cNvContentPartPr/>
              <p14:nvPr/>
            </p14:nvContentPartPr>
            <p14:xfrm>
              <a:off x="2068040" y="5742080"/>
              <a:ext cx="256680" cy="5832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CA9940D6-C08C-2EAE-22B1-2B202C7DE43B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063720" y="5737760"/>
                <a:ext cx="265320" cy="6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0970E7ED-DF80-17FB-2417-81C0C1E01D79}"/>
              </a:ext>
            </a:extLst>
          </p:cNvPr>
          <p:cNvGrpSpPr/>
          <p:nvPr/>
        </p:nvGrpSpPr>
        <p:grpSpPr>
          <a:xfrm>
            <a:off x="2809640" y="5464520"/>
            <a:ext cx="1734120" cy="388080"/>
            <a:chOff x="2809640" y="5464520"/>
            <a:chExt cx="1734120" cy="38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0B75FF2-AA7C-0598-13A4-1BD5F6FC8C1D}"/>
                    </a:ext>
                  </a:extLst>
                </p14:cNvPr>
                <p14:cNvContentPartPr/>
                <p14:nvPr/>
              </p14:nvContentPartPr>
              <p14:xfrm>
                <a:off x="2809640" y="5636240"/>
                <a:ext cx="41040" cy="178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0B75FF2-AA7C-0598-13A4-1BD5F6FC8C1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803520" y="5630120"/>
                  <a:ext cx="532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545EDE5-B519-EFB2-14C1-CE3C36FA438E}"/>
                    </a:ext>
                  </a:extLst>
                </p14:cNvPr>
                <p14:cNvContentPartPr/>
                <p14:nvPr/>
              </p14:nvContentPartPr>
              <p14:xfrm>
                <a:off x="2818280" y="5526080"/>
                <a:ext cx="226800" cy="326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545EDE5-B519-EFB2-14C1-CE3C36FA438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812160" y="5519960"/>
                  <a:ext cx="23904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2EB5316-A1CA-0ADF-2402-455AE38E611B}"/>
                    </a:ext>
                  </a:extLst>
                </p14:cNvPr>
                <p14:cNvContentPartPr/>
                <p14:nvPr/>
              </p14:nvContentPartPr>
              <p14:xfrm>
                <a:off x="3085040" y="5710760"/>
                <a:ext cx="158040" cy="900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2EB5316-A1CA-0ADF-2402-455AE38E611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078920" y="5704640"/>
                  <a:ext cx="1702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B2361D9-7943-43BC-080F-055AB36EB68E}"/>
                    </a:ext>
                  </a:extLst>
                </p14:cNvPr>
                <p14:cNvContentPartPr/>
                <p14:nvPr/>
              </p14:nvContentPartPr>
              <p14:xfrm>
                <a:off x="3301040" y="5692040"/>
                <a:ext cx="124560" cy="1018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B2361D9-7943-43BC-080F-055AB36EB68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294920" y="5685920"/>
                  <a:ext cx="1368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285F262-2829-9985-C767-97BF270827CD}"/>
                    </a:ext>
                  </a:extLst>
                </p14:cNvPr>
                <p14:cNvContentPartPr/>
                <p14:nvPr/>
              </p14:nvContentPartPr>
              <p14:xfrm>
                <a:off x="3459080" y="5464520"/>
                <a:ext cx="203400" cy="3650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285F262-2829-9985-C767-97BF270827C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452960" y="5458400"/>
                  <a:ext cx="21564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EDCE357-0E7F-D683-712C-3C1AAE2B7CFC}"/>
                    </a:ext>
                  </a:extLst>
                </p14:cNvPr>
                <p14:cNvContentPartPr/>
                <p14:nvPr/>
              </p14:nvContentPartPr>
              <p14:xfrm>
                <a:off x="3705320" y="5621120"/>
                <a:ext cx="204120" cy="167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EDCE357-0E7F-D683-712C-3C1AAE2B7CF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699200" y="5615000"/>
                  <a:ext cx="2163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4686AB6-241F-846A-46BE-532968201057}"/>
                    </a:ext>
                  </a:extLst>
                </p14:cNvPr>
                <p14:cNvContentPartPr/>
                <p14:nvPr/>
              </p14:nvContentPartPr>
              <p14:xfrm>
                <a:off x="3942200" y="5637680"/>
                <a:ext cx="168840" cy="1044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4686AB6-241F-846A-46BE-53296820105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936080" y="5631560"/>
                  <a:ext cx="1810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80AFBFD-6A7A-B94D-4DCF-608CFE6C2117}"/>
                    </a:ext>
                  </a:extLst>
                </p14:cNvPr>
                <p14:cNvContentPartPr/>
                <p14:nvPr/>
              </p14:nvContentPartPr>
              <p14:xfrm>
                <a:off x="4169720" y="5629040"/>
                <a:ext cx="105480" cy="1047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80AFBFD-6A7A-B94D-4DCF-608CFE6C211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163600" y="5622920"/>
                  <a:ext cx="1177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AF567D2-6108-7AB8-BB5F-FAE8373BD443}"/>
                    </a:ext>
                  </a:extLst>
                </p14:cNvPr>
                <p14:cNvContentPartPr/>
                <p14:nvPr/>
              </p14:nvContentPartPr>
              <p14:xfrm>
                <a:off x="4300760" y="5468120"/>
                <a:ext cx="243000" cy="2534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AF567D2-6108-7AB8-BB5F-FAE8373BD44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294640" y="5462000"/>
                  <a:ext cx="25524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7384CAB0-B510-D5B5-2317-A6A040F4D184}"/>
              </a:ext>
            </a:extLst>
          </p:cNvPr>
          <p:cNvGrpSpPr/>
          <p:nvPr/>
        </p:nvGrpSpPr>
        <p:grpSpPr>
          <a:xfrm>
            <a:off x="4953440" y="5311880"/>
            <a:ext cx="747000" cy="403560"/>
            <a:chOff x="4953440" y="5311880"/>
            <a:chExt cx="74700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0598399-24E4-14D8-98F5-25CFBC52AFC3}"/>
                    </a:ext>
                  </a:extLst>
                </p14:cNvPr>
                <p14:cNvContentPartPr/>
                <p14:nvPr/>
              </p14:nvContentPartPr>
              <p14:xfrm>
                <a:off x="4953440" y="5488640"/>
                <a:ext cx="113040" cy="2268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0598399-24E4-14D8-98F5-25CFBC52AFC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947320" y="5482520"/>
                  <a:ext cx="1252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8D85C54-2D20-25AC-7F99-FF07F72DE1D1}"/>
                    </a:ext>
                  </a:extLst>
                </p14:cNvPr>
                <p14:cNvContentPartPr/>
                <p14:nvPr/>
              </p14:nvContentPartPr>
              <p14:xfrm>
                <a:off x="5013200" y="5311880"/>
                <a:ext cx="222840" cy="2170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8D85C54-2D20-25AC-7F99-FF07F72DE1D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007080" y="5305760"/>
                  <a:ext cx="2350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FDED25C-FAC6-4151-E5E3-81B978D7C707}"/>
                    </a:ext>
                  </a:extLst>
                </p14:cNvPr>
                <p14:cNvContentPartPr/>
                <p14:nvPr/>
              </p14:nvContentPartPr>
              <p14:xfrm>
                <a:off x="5166560" y="5571080"/>
                <a:ext cx="160560" cy="1108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FDED25C-FAC6-4151-E5E3-81B978D7C70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160440" y="5564960"/>
                  <a:ext cx="1728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2C0AD7A-2A75-8F2E-3945-1D2BBD99F178}"/>
                    </a:ext>
                  </a:extLst>
                </p14:cNvPr>
                <p14:cNvContentPartPr/>
                <p14:nvPr/>
              </p14:nvContentPartPr>
              <p14:xfrm>
                <a:off x="5411720" y="5525720"/>
                <a:ext cx="99720" cy="1011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2C0AD7A-2A75-8F2E-3945-1D2BBD99F17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405600" y="5519600"/>
                  <a:ext cx="1119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EFA87BA-9C6E-0ABD-2236-728C14542629}"/>
                    </a:ext>
                  </a:extLst>
                </p14:cNvPr>
                <p14:cNvContentPartPr/>
                <p14:nvPr/>
              </p14:nvContentPartPr>
              <p14:xfrm>
                <a:off x="5577680" y="5502320"/>
                <a:ext cx="122760" cy="110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EFA87BA-9C6E-0ABD-2236-728C1454262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571560" y="5496200"/>
                  <a:ext cx="13500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F7A2951B-423E-CBE6-B700-E696238F761D}"/>
              </a:ext>
            </a:extLst>
          </p:cNvPr>
          <p:cNvGrpSpPr/>
          <p:nvPr/>
        </p:nvGrpSpPr>
        <p:grpSpPr>
          <a:xfrm>
            <a:off x="10960040" y="2655800"/>
            <a:ext cx="320760" cy="230760"/>
            <a:chOff x="10960040" y="2655800"/>
            <a:chExt cx="320760" cy="23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1D8A95B-405A-6F62-B4DB-04666931C0FC}"/>
                    </a:ext>
                  </a:extLst>
                </p14:cNvPr>
                <p14:cNvContentPartPr/>
                <p14:nvPr/>
              </p14:nvContentPartPr>
              <p14:xfrm>
                <a:off x="10960040" y="2655800"/>
                <a:ext cx="28440" cy="2307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1D8A95B-405A-6F62-B4DB-04666931C0F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953920" y="2649680"/>
                  <a:ext cx="406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F677F77-9DDD-9240-9776-F25858DD041F}"/>
                    </a:ext>
                  </a:extLst>
                </p14:cNvPr>
                <p14:cNvContentPartPr/>
                <p14:nvPr/>
              </p14:nvContentPartPr>
              <p14:xfrm>
                <a:off x="11098280" y="2656160"/>
                <a:ext cx="182520" cy="1850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F677F77-9DDD-9240-9776-F25858DD041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092160" y="2650040"/>
                  <a:ext cx="194760" cy="19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7598906C-D7FE-0113-9394-F575F81377AC}"/>
                  </a:ext>
                </a:extLst>
              </p14:cNvPr>
              <p14:cNvContentPartPr/>
              <p14:nvPr/>
            </p14:nvContentPartPr>
            <p14:xfrm>
              <a:off x="9409160" y="2793680"/>
              <a:ext cx="124200" cy="24228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7598906C-D7FE-0113-9394-F575F81377AC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9403040" y="2787560"/>
                <a:ext cx="13644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9BFCEAF0-C7D6-3AA1-086C-B3A65D633B4D}"/>
                  </a:ext>
                </a:extLst>
              </p14:cNvPr>
              <p14:cNvContentPartPr/>
              <p14:nvPr/>
            </p14:nvContentPartPr>
            <p14:xfrm>
              <a:off x="7099040" y="2092400"/>
              <a:ext cx="156960" cy="27468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9BFCEAF0-C7D6-3AA1-086C-B3A65D633B4D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7092920" y="2086280"/>
                <a:ext cx="16920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AD79AAA2-3E26-4834-E627-CD142B015983}"/>
                  </a:ext>
                </a:extLst>
              </p14:cNvPr>
              <p14:cNvContentPartPr/>
              <p14:nvPr/>
            </p14:nvContentPartPr>
            <p14:xfrm>
              <a:off x="6983120" y="3807440"/>
              <a:ext cx="151200" cy="26424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AD79AAA2-3E26-4834-E627-CD142B015983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977000" y="3801320"/>
                <a:ext cx="16344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54121E8A-05DE-13B2-4775-588DD04DCBC5}"/>
                  </a:ext>
                </a:extLst>
              </p14:cNvPr>
              <p14:cNvContentPartPr/>
              <p14:nvPr/>
            </p14:nvContentPartPr>
            <p14:xfrm>
              <a:off x="5326040" y="4005440"/>
              <a:ext cx="227520" cy="16596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54121E8A-05DE-13B2-4775-588DD04DCBC5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319920" y="3999320"/>
                <a:ext cx="239760" cy="17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66974A26-5731-DF8E-C811-A614C2956C38}"/>
              </a:ext>
            </a:extLst>
          </p:cNvPr>
          <p:cNvGrpSpPr/>
          <p:nvPr/>
        </p:nvGrpSpPr>
        <p:grpSpPr>
          <a:xfrm>
            <a:off x="5421800" y="2202920"/>
            <a:ext cx="318600" cy="269280"/>
            <a:chOff x="5421800" y="2202920"/>
            <a:chExt cx="31860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3D2954A-C16A-8D32-18FE-47C88FDEBD0F}"/>
                    </a:ext>
                  </a:extLst>
                </p14:cNvPr>
                <p14:cNvContentPartPr/>
                <p14:nvPr/>
              </p14:nvContentPartPr>
              <p14:xfrm>
                <a:off x="5421800" y="2202920"/>
                <a:ext cx="318600" cy="1098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3D2954A-C16A-8D32-18FE-47C88FDEBD0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415680" y="2196800"/>
                  <a:ext cx="3308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0D22FDC-C1F4-D25D-8AFA-5CB9F79BEC2C}"/>
                    </a:ext>
                  </a:extLst>
                </p14:cNvPr>
                <p14:cNvContentPartPr/>
                <p14:nvPr/>
              </p14:nvContentPartPr>
              <p14:xfrm>
                <a:off x="5585600" y="2224160"/>
                <a:ext cx="58320" cy="2480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0D22FDC-C1F4-D25D-8AFA-5CB9F79BEC2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579480" y="2218040"/>
                  <a:ext cx="70560" cy="26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F0F00760-4838-372C-E13D-B382BD3103DF}"/>
                  </a:ext>
                </a:extLst>
              </p14:cNvPr>
              <p14:cNvContentPartPr/>
              <p14:nvPr/>
            </p14:nvContentPartPr>
            <p14:xfrm>
              <a:off x="3432800" y="2267720"/>
              <a:ext cx="260640" cy="18684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F0F00760-4838-372C-E13D-B382BD3103DF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3426680" y="2261600"/>
                <a:ext cx="27288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57D46504-1843-3551-B01B-AFC0BFFDC0A7}"/>
                  </a:ext>
                </a:extLst>
              </p14:cNvPr>
              <p14:cNvContentPartPr/>
              <p14:nvPr/>
            </p14:nvContentPartPr>
            <p14:xfrm>
              <a:off x="1889840" y="2370680"/>
              <a:ext cx="180000" cy="21744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57D46504-1843-3551-B01B-AFC0BFFDC0A7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883720" y="2364560"/>
                <a:ext cx="192240" cy="22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E851E2F7-028D-7DF3-5A50-AA64132D50ED}"/>
              </a:ext>
            </a:extLst>
          </p:cNvPr>
          <p:cNvGrpSpPr/>
          <p:nvPr/>
        </p:nvGrpSpPr>
        <p:grpSpPr>
          <a:xfrm>
            <a:off x="2473040" y="252800"/>
            <a:ext cx="1173600" cy="572040"/>
            <a:chOff x="2473040" y="252800"/>
            <a:chExt cx="1173600" cy="57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114C124-87F8-7AB6-5C8E-512149C93150}"/>
                    </a:ext>
                  </a:extLst>
                </p14:cNvPr>
                <p14:cNvContentPartPr/>
                <p14:nvPr/>
              </p14:nvContentPartPr>
              <p14:xfrm>
                <a:off x="2570960" y="252800"/>
                <a:ext cx="288000" cy="380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114C124-87F8-7AB6-5C8E-512149C9315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564840" y="246680"/>
                  <a:ext cx="30024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E5C1D32-20B2-66B2-8AF8-EE0C71FCAAD8}"/>
                    </a:ext>
                  </a:extLst>
                </p14:cNvPr>
                <p14:cNvContentPartPr/>
                <p14:nvPr/>
              </p14:nvContentPartPr>
              <p14:xfrm>
                <a:off x="2664920" y="385640"/>
                <a:ext cx="351000" cy="943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E5C1D32-20B2-66B2-8AF8-EE0C71FCAAD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658800" y="379520"/>
                  <a:ext cx="3632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2EBBF3A-3E48-4926-50B6-8C72738FD7A9}"/>
                    </a:ext>
                  </a:extLst>
                </p14:cNvPr>
                <p14:cNvContentPartPr/>
                <p14:nvPr/>
              </p14:nvContentPartPr>
              <p14:xfrm>
                <a:off x="2960120" y="325520"/>
                <a:ext cx="258120" cy="1810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2EBBF3A-3E48-4926-50B6-8C72738FD7A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954000" y="319400"/>
                  <a:ext cx="2703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D6EE02E-D88C-9A25-1D71-3CA875C5A0E5}"/>
                    </a:ext>
                  </a:extLst>
                </p14:cNvPr>
                <p14:cNvContentPartPr/>
                <p14:nvPr/>
              </p14:nvContentPartPr>
              <p14:xfrm>
                <a:off x="3333440" y="299960"/>
                <a:ext cx="275040" cy="2300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D6EE02E-D88C-9A25-1D71-3CA875C5A0E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327320" y="293840"/>
                  <a:ext cx="2872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82B2EDD-138C-BD65-93F1-EEAC3E63E869}"/>
                    </a:ext>
                  </a:extLst>
                </p14:cNvPr>
                <p14:cNvContentPartPr/>
                <p14:nvPr/>
              </p14:nvContentPartPr>
              <p14:xfrm>
                <a:off x="2473040" y="567080"/>
                <a:ext cx="1171080" cy="1778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82B2EDD-138C-BD65-93F1-EEAC3E63E86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466920" y="560960"/>
                  <a:ext cx="11833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01388B2-6D23-04B3-85D5-AF8B5E48BD6E}"/>
                    </a:ext>
                  </a:extLst>
                </p14:cNvPr>
                <p14:cNvContentPartPr/>
                <p14:nvPr/>
              </p14:nvContentPartPr>
              <p14:xfrm>
                <a:off x="2519120" y="655280"/>
                <a:ext cx="1127520" cy="1695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01388B2-6D23-04B3-85D5-AF8B5E48BD6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513000" y="649160"/>
                  <a:ext cx="1139760" cy="181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42280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031584E-E073-8026-00F5-D2CF7B92E47B}"/>
              </a:ext>
            </a:extLst>
          </p:cNvPr>
          <p:cNvGrpSpPr/>
          <p:nvPr/>
        </p:nvGrpSpPr>
        <p:grpSpPr>
          <a:xfrm>
            <a:off x="2823680" y="250640"/>
            <a:ext cx="1052280" cy="430560"/>
            <a:chOff x="2823680" y="250640"/>
            <a:chExt cx="1052280" cy="43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D532AF8-B3A9-7B17-69F0-494514F94866}"/>
                    </a:ext>
                  </a:extLst>
                </p14:cNvPr>
                <p14:cNvContentPartPr/>
                <p14:nvPr/>
              </p14:nvContentPartPr>
              <p14:xfrm>
                <a:off x="2823680" y="287000"/>
                <a:ext cx="317880" cy="394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D532AF8-B3A9-7B17-69F0-494514F9486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817560" y="280880"/>
                  <a:ext cx="33012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0634925-81CB-67A5-13AB-27249F0B6E13}"/>
                    </a:ext>
                  </a:extLst>
                </p14:cNvPr>
                <p14:cNvContentPartPr/>
                <p14:nvPr/>
              </p14:nvContentPartPr>
              <p14:xfrm>
                <a:off x="2960120" y="438560"/>
                <a:ext cx="294480" cy="56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0634925-81CB-67A5-13AB-27249F0B6E1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54000" y="432440"/>
                  <a:ext cx="306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9F85995-85BE-1B8A-EF69-E2EDC7ABBD19}"/>
                    </a:ext>
                  </a:extLst>
                </p14:cNvPr>
                <p14:cNvContentPartPr/>
                <p14:nvPr/>
              </p14:nvContentPartPr>
              <p14:xfrm>
                <a:off x="3310040" y="362240"/>
                <a:ext cx="134640" cy="221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9F85995-85BE-1B8A-EF69-E2EDC7ABBD1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03920" y="356120"/>
                  <a:ext cx="1468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C5E2D31-78FD-0A7C-0191-62B984A49450}"/>
                    </a:ext>
                  </a:extLst>
                </p14:cNvPr>
                <p14:cNvContentPartPr/>
                <p14:nvPr/>
              </p14:nvContentPartPr>
              <p14:xfrm>
                <a:off x="3614600" y="250640"/>
                <a:ext cx="230040" cy="369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C5E2D31-78FD-0A7C-0191-62B984A4945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08480" y="244520"/>
                  <a:ext cx="24228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F85A3BE-BFC6-362F-D979-17267AD58456}"/>
                    </a:ext>
                  </a:extLst>
                </p14:cNvPr>
                <p14:cNvContentPartPr/>
                <p14:nvPr/>
              </p14:nvContentPartPr>
              <p14:xfrm>
                <a:off x="3713960" y="425600"/>
                <a:ext cx="162000" cy="28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F85A3BE-BFC6-362F-D979-17267AD5845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07840" y="419480"/>
                  <a:ext cx="174240" cy="4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348E92C-942C-BFD8-0DB9-BC0DF05F179F}"/>
                  </a:ext>
                </a:extLst>
              </p14:cNvPr>
              <p14:cNvContentPartPr/>
              <p14:nvPr/>
            </p14:nvContentPartPr>
            <p14:xfrm>
              <a:off x="98480" y="2766680"/>
              <a:ext cx="1292760" cy="1083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348E92C-942C-BFD8-0DB9-BC0DF05F179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160" y="2762360"/>
                <a:ext cx="1301400" cy="109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0EE80AFB-3D78-A454-970D-D2FC49E38D8F}"/>
              </a:ext>
            </a:extLst>
          </p:cNvPr>
          <p:cNvGrpSpPr/>
          <p:nvPr/>
        </p:nvGrpSpPr>
        <p:grpSpPr>
          <a:xfrm>
            <a:off x="56000" y="257840"/>
            <a:ext cx="1903680" cy="602640"/>
            <a:chOff x="56000" y="257840"/>
            <a:chExt cx="1903680" cy="60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80AAA6B-F66C-4F26-7F81-5037406D1008}"/>
                    </a:ext>
                  </a:extLst>
                </p14:cNvPr>
                <p14:cNvContentPartPr/>
                <p14:nvPr/>
              </p14:nvContentPartPr>
              <p14:xfrm>
                <a:off x="56000" y="419480"/>
                <a:ext cx="103320" cy="386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80AAA6B-F66C-4F26-7F81-5037406D100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000" y="410840"/>
                  <a:ext cx="12096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FAD552C-B273-BE9F-20B5-FC7AB276AD8A}"/>
                    </a:ext>
                  </a:extLst>
                </p14:cNvPr>
                <p14:cNvContentPartPr/>
                <p14:nvPr/>
              </p14:nvContentPartPr>
              <p14:xfrm>
                <a:off x="223040" y="376640"/>
                <a:ext cx="159840" cy="317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FAD552C-B273-BE9F-20B5-FC7AB276AD8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4040" y="368000"/>
                  <a:ext cx="1774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145B97B-759C-3EB9-9998-FB5E3F09920A}"/>
                    </a:ext>
                  </a:extLst>
                </p14:cNvPr>
                <p14:cNvContentPartPr/>
                <p14:nvPr/>
              </p14:nvContentPartPr>
              <p14:xfrm>
                <a:off x="320960" y="524240"/>
                <a:ext cx="99720" cy="9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145B97B-759C-3EB9-9998-FB5E3F09920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1960" y="515240"/>
                  <a:ext cx="1173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B008B30-B6F8-8931-9149-6D00064BE9CD}"/>
                    </a:ext>
                  </a:extLst>
                </p14:cNvPr>
                <p14:cNvContentPartPr/>
                <p14:nvPr/>
              </p14:nvContentPartPr>
              <p14:xfrm>
                <a:off x="623360" y="470240"/>
                <a:ext cx="226080" cy="102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B008B30-B6F8-8931-9149-6D00064BE9C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4360" y="461240"/>
                  <a:ext cx="2437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8BCECA9-14DC-699E-B4BE-ED34E40FF570}"/>
                    </a:ext>
                  </a:extLst>
                </p14:cNvPr>
                <p14:cNvContentPartPr/>
                <p14:nvPr/>
              </p14:nvContentPartPr>
              <p14:xfrm>
                <a:off x="902000" y="434960"/>
                <a:ext cx="23400" cy="86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8BCECA9-14DC-699E-B4BE-ED34E40FF57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93000" y="426320"/>
                  <a:ext cx="41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9B68503-75A8-F243-8449-58A40E62D041}"/>
                    </a:ext>
                  </a:extLst>
                </p14:cNvPr>
                <p14:cNvContentPartPr/>
                <p14:nvPr/>
              </p14:nvContentPartPr>
              <p14:xfrm>
                <a:off x="978680" y="443240"/>
                <a:ext cx="222480" cy="68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9B68503-75A8-F243-8449-58A40E62D04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69680" y="434240"/>
                  <a:ext cx="2401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23FFD4D-71D5-5EEA-4883-C95F9FF16020}"/>
                    </a:ext>
                  </a:extLst>
                </p14:cNvPr>
                <p14:cNvContentPartPr/>
                <p14:nvPr/>
              </p14:nvContentPartPr>
              <p14:xfrm>
                <a:off x="1230680" y="415520"/>
                <a:ext cx="297000" cy="102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23FFD4D-71D5-5EEA-4883-C95F9FF1602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21680" y="406880"/>
                  <a:ext cx="3146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6641358-F8F6-619B-15CB-E2B3D6BAD5AC}"/>
                    </a:ext>
                  </a:extLst>
                </p14:cNvPr>
                <p14:cNvContentPartPr/>
                <p14:nvPr/>
              </p14:nvContentPartPr>
              <p14:xfrm>
                <a:off x="1602920" y="335960"/>
                <a:ext cx="75960" cy="155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6641358-F8F6-619B-15CB-E2B3D6BAD5A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593920" y="327320"/>
                  <a:ext cx="936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8AC726B-5F10-1FA2-70A5-E0687B67598E}"/>
                    </a:ext>
                  </a:extLst>
                </p14:cNvPr>
                <p14:cNvContentPartPr/>
                <p14:nvPr/>
              </p14:nvContentPartPr>
              <p14:xfrm>
                <a:off x="1542080" y="394640"/>
                <a:ext cx="165960" cy="5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8AC726B-5F10-1FA2-70A5-E0687B67598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33440" y="386000"/>
                  <a:ext cx="183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D1B1D2A-B5E1-0257-CFC8-EAED2E7E0B12}"/>
                    </a:ext>
                  </a:extLst>
                </p14:cNvPr>
                <p14:cNvContentPartPr/>
                <p14:nvPr/>
              </p14:nvContentPartPr>
              <p14:xfrm>
                <a:off x="638480" y="780200"/>
                <a:ext cx="3960" cy="49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D1B1D2A-B5E1-0257-CFC8-EAED2E7E0B1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29480" y="771200"/>
                  <a:ext cx="216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B455439-9E19-F00D-3B20-41FF63301A4A}"/>
                    </a:ext>
                  </a:extLst>
                </p14:cNvPr>
                <p14:cNvContentPartPr/>
                <p14:nvPr/>
              </p14:nvContentPartPr>
              <p14:xfrm>
                <a:off x="652520" y="646280"/>
                <a:ext cx="25200" cy="493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B455439-9E19-F00D-3B20-41FF63301A4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43880" y="637280"/>
                  <a:ext cx="428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D7A9A1D-BE07-4D28-E675-DA8466EDD82C}"/>
                    </a:ext>
                  </a:extLst>
                </p14:cNvPr>
                <p14:cNvContentPartPr/>
                <p14:nvPr/>
              </p14:nvContentPartPr>
              <p14:xfrm>
                <a:off x="733880" y="756800"/>
                <a:ext cx="160560" cy="52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D7A9A1D-BE07-4D28-E675-DA8466EDD82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25240" y="747800"/>
                  <a:ext cx="1782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4E01EBD-8001-22AD-EB89-A65824D5F930}"/>
                    </a:ext>
                  </a:extLst>
                </p14:cNvPr>
                <p14:cNvContentPartPr/>
                <p14:nvPr/>
              </p14:nvContentPartPr>
              <p14:xfrm>
                <a:off x="1089920" y="620360"/>
                <a:ext cx="55440" cy="147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4E01EBD-8001-22AD-EB89-A65824D5F93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81280" y="611720"/>
                  <a:ext cx="730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63687EE-3208-30D1-9569-1E18C3771BBE}"/>
                    </a:ext>
                  </a:extLst>
                </p14:cNvPr>
                <p14:cNvContentPartPr/>
                <p14:nvPr/>
              </p14:nvContentPartPr>
              <p14:xfrm>
                <a:off x="1038800" y="692000"/>
                <a:ext cx="199800" cy="651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63687EE-3208-30D1-9569-1E18C3771BB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29800" y="683000"/>
                  <a:ext cx="2174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B00D5AF-73E8-A4DD-99BB-1E91224F671E}"/>
                    </a:ext>
                  </a:extLst>
                </p14:cNvPr>
                <p14:cNvContentPartPr/>
                <p14:nvPr/>
              </p14:nvContentPartPr>
              <p14:xfrm>
                <a:off x="1238240" y="607040"/>
                <a:ext cx="13320" cy="529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B00D5AF-73E8-A4DD-99BB-1E91224F671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29240" y="598040"/>
                  <a:ext cx="309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7D25DF4-FC3F-ADA3-906E-57361E749FD5}"/>
                    </a:ext>
                  </a:extLst>
                </p14:cNvPr>
                <p14:cNvContentPartPr/>
                <p14:nvPr/>
              </p14:nvContentPartPr>
              <p14:xfrm>
                <a:off x="1280360" y="693800"/>
                <a:ext cx="205200" cy="57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7D25DF4-FC3F-ADA3-906E-57361E749FD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271360" y="684800"/>
                  <a:ext cx="2228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7A70FBA-7295-E3D8-4D5D-F0E3BA63E8F3}"/>
                    </a:ext>
                  </a:extLst>
                </p14:cNvPr>
                <p14:cNvContentPartPr/>
                <p14:nvPr/>
              </p14:nvContentPartPr>
              <p14:xfrm>
                <a:off x="1512920" y="665360"/>
                <a:ext cx="85320" cy="65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7A70FBA-7295-E3D8-4D5D-F0E3BA63E8F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503920" y="656720"/>
                  <a:ext cx="1029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A99F69F-50D4-D829-8208-C78FB144C396}"/>
                    </a:ext>
                  </a:extLst>
                </p14:cNvPr>
                <p14:cNvContentPartPr/>
                <p14:nvPr/>
              </p14:nvContentPartPr>
              <p14:xfrm>
                <a:off x="1826840" y="257840"/>
                <a:ext cx="132840" cy="6026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A99F69F-50D4-D829-8208-C78FB144C39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817840" y="248840"/>
                  <a:ext cx="150480" cy="62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B3AB722B-8806-A48E-E2E8-678DC9634433}"/>
                  </a:ext>
                </a:extLst>
              </p14:cNvPr>
              <p14:cNvContentPartPr/>
              <p14:nvPr/>
            </p14:nvContentPartPr>
            <p14:xfrm>
              <a:off x="1044920" y="2943800"/>
              <a:ext cx="161280" cy="2055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B3AB722B-8806-A48E-E2E8-678DC963443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35920" y="2934800"/>
                <a:ext cx="17892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87386186-3553-BF1B-36E5-AA88A358B872}"/>
                  </a:ext>
                </a:extLst>
              </p14:cNvPr>
              <p14:cNvContentPartPr/>
              <p14:nvPr/>
            </p14:nvContentPartPr>
            <p14:xfrm>
              <a:off x="2310680" y="2961800"/>
              <a:ext cx="298440" cy="2538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87386186-3553-BF1B-36E5-AA88A358B87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306360" y="2957480"/>
                <a:ext cx="30708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53677BD9-BA50-E5A8-7266-7B400CDA171F}"/>
                  </a:ext>
                </a:extLst>
              </p14:cNvPr>
              <p14:cNvContentPartPr/>
              <p14:nvPr/>
            </p14:nvContentPartPr>
            <p14:xfrm>
              <a:off x="4795400" y="2011400"/>
              <a:ext cx="207720" cy="2556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53677BD9-BA50-E5A8-7266-7B400CDA171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791080" y="2007080"/>
                <a:ext cx="21636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81252A34-E9D2-5241-F6B3-559824D4659C}"/>
                  </a:ext>
                </a:extLst>
              </p14:cNvPr>
              <p14:cNvContentPartPr/>
              <p14:nvPr/>
            </p14:nvContentPartPr>
            <p14:xfrm>
              <a:off x="7314320" y="3615920"/>
              <a:ext cx="149040" cy="30672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81252A34-E9D2-5241-F6B3-559824D4659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310000" y="3611600"/>
                <a:ext cx="15768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01FF8FB6-ADFA-EF23-3D2D-BB588662D695}"/>
                  </a:ext>
                </a:extLst>
              </p14:cNvPr>
              <p14:cNvContentPartPr/>
              <p14:nvPr/>
            </p14:nvContentPartPr>
            <p14:xfrm>
              <a:off x="8051960" y="2393720"/>
              <a:ext cx="1392840" cy="106344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01FF8FB6-ADFA-EF23-3D2D-BB588662D69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047640" y="2389400"/>
                <a:ext cx="1401480" cy="107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AA52819D-9A14-B298-945F-3E1D265EFE87}"/>
              </a:ext>
            </a:extLst>
          </p:cNvPr>
          <p:cNvGrpSpPr/>
          <p:nvPr/>
        </p:nvGrpSpPr>
        <p:grpSpPr>
          <a:xfrm>
            <a:off x="199280" y="981080"/>
            <a:ext cx="1568160" cy="320760"/>
            <a:chOff x="199280" y="981080"/>
            <a:chExt cx="156816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6FB1530-5186-923C-8A27-066FD5F470C8}"/>
                    </a:ext>
                  </a:extLst>
                </p14:cNvPr>
                <p14:cNvContentPartPr/>
                <p14:nvPr/>
              </p14:nvContentPartPr>
              <p14:xfrm>
                <a:off x="199280" y="1176560"/>
                <a:ext cx="293760" cy="125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6FB1530-5186-923C-8A27-066FD5F470C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0640" y="1167920"/>
                  <a:ext cx="3114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384C230-40B8-65DF-CE6A-03C055197B9C}"/>
                    </a:ext>
                  </a:extLst>
                </p14:cNvPr>
                <p14:cNvContentPartPr/>
                <p14:nvPr/>
              </p14:nvContentPartPr>
              <p14:xfrm>
                <a:off x="597800" y="1181960"/>
                <a:ext cx="7920" cy="72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384C230-40B8-65DF-CE6A-03C055197B9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8800" y="1172960"/>
                  <a:ext cx="255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3343055-EFC0-E290-56FF-BEE1F9D4B092}"/>
                    </a:ext>
                  </a:extLst>
                </p14:cNvPr>
                <p14:cNvContentPartPr/>
                <p14:nvPr/>
              </p14:nvContentPartPr>
              <p14:xfrm>
                <a:off x="596360" y="1033640"/>
                <a:ext cx="33480" cy="27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3343055-EFC0-E290-56FF-BEE1F9D4B09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7360" y="1025000"/>
                  <a:ext cx="51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0387453-D661-1265-5979-397E49A10203}"/>
                    </a:ext>
                  </a:extLst>
                </p14:cNvPr>
                <p14:cNvContentPartPr/>
                <p14:nvPr/>
              </p14:nvContentPartPr>
              <p14:xfrm>
                <a:off x="720920" y="998360"/>
                <a:ext cx="15480" cy="239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0387453-D661-1265-5979-397E49A1020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12280" y="989360"/>
                  <a:ext cx="331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39C65C9-695D-D753-228A-9B4F9B228812}"/>
                    </a:ext>
                  </a:extLst>
                </p14:cNvPr>
                <p14:cNvContentPartPr/>
                <p14:nvPr/>
              </p14:nvContentPartPr>
              <p14:xfrm>
                <a:off x="785720" y="1122200"/>
                <a:ext cx="88560" cy="108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39C65C9-695D-D753-228A-9B4F9B22881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77080" y="1113560"/>
                  <a:ext cx="1062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01B2680-A67E-7827-CA24-ED9E107A2036}"/>
                    </a:ext>
                  </a:extLst>
                </p14:cNvPr>
                <p14:cNvContentPartPr/>
                <p14:nvPr/>
              </p14:nvContentPartPr>
              <p14:xfrm>
                <a:off x="972200" y="1080440"/>
                <a:ext cx="117720" cy="161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01B2680-A67E-7827-CA24-ED9E107A203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63200" y="1071440"/>
                  <a:ext cx="1353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2A20E8A-6DD2-4774-5D08-9B263B3BE25C}"/>
                    </a:ext>
                  </a:extLst>
                </p14:cNvPr>
                <p14:cNvContentPartPr/>
                <p14:nvPr/>
              </p14:nvContentPartPr>
              <p14:xfrm>
                <a:off x="1188560" y="981080"/>
                <a:ext cx="81000" cy="206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2A20E8A-6DD2-4774-5D08-9B263B3BE25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79560" y="972080"/>
                  <a:ext cx="986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8326238-C281-CCCB-AEFB-502ACE97DAF0}"/>
                    </a:ext>
                  </a:extLst>
                </p14:cNvPr>
                <p14:cNvContentPartPr/>
                <p14:nvPr/>
              </p14:nvContentPartPr>
              <p14:xfrm>
                <a:off x="1155440" y="1072880"/>
                <a:ext cx="158400" cy="41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8326238-C281-CCCB-AEFB-502ACE97DAF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46440" y="1063880"/>
                  <a:ext cx="1760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A6EFA78-A34A-4889-82AA-B5E1CF3CC2AD}"/>
                    </a:ext>
                  </a:extLst>
                </p14:cNvPr>
                <p14:cNvContentPartPr/>
                <p14:nvPr/>
              </p14:nvContentPartPr>
              <p14:xfrm>
                <a:off x="1302680" y="1063880"/>
                <a:ext cx="88560" cy="134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A6EFA78-A34A-4889-82AA-B5E1CF3CC2A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293680" y="1054880"/>
                  <a:ext cx="1062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95E9CE2-FF77-AD61-24EF-15B8A2E327AC}"/>
                    </a:ext>
                  </a:extLst>
                </p14:cNvPr>
                <p14:cNvContentPartPr/>
                <p14:nvPr/>
              </p14:nvContentPartPr>
              <p14:xfrm>
                <a:off x="1465400" y="1110680"/>
                <a:ext cx="109080" cy="99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95E9CE2-FF77-AD61-24EF-15B8A2E327A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456760" y="1101680"/>
                  <a:ext cx="1267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87E849C-4874-F970-C6A7-F80E6CE323A0}"/>
                    </a:ext>
                  </a:extLst>
                </p14:cNvPr>
                <p14:cNvContentPartPr/>
                <p14:nvPr/>
              </p14:nvContentPartPr>
              <p14:xfrm>
                <a:off x="1654040" y="1106000"/>
                <a:ext cx="113400" cy="160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87E849C-4874-F970-C6A7-F80E6CE323A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645400" y="1097000"/>
                  <a:ext cx="13104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2230524-196D-0438-4ED6-EBAAB39BEFB8}"/>
              </a:ext>
            </a:extLst>
          </p:cNvPr>
          <p:cNvGrpSpPr/>
          <p:nvPr/>
        </p:nvGrpSpPr>
        <p:grpSpPr>
          <a:xfrm>
            <a:off x="565400" y="1534040"/>
            <a:ext cx="263880" cy="977760"/>
            <a:chOff x="565400" y="1534040"/>
            <a:chExt cx="263880" cy="97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D3CF180-CD67-0708-8519-7FBA80D26DF2}"/>
                    </a:ext>
                  </a:extLst>
                </p14:cNvPr>
                <p14:cNvContentPartPr/>
                <p14:nvPr/>
              </p14:nvContentPartPr>
              <p14:xfrm>
                <a:off x="713000" y="1534040"/>
                <a:ext cx="52200" cy="9018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D3CF180-CD67-0708-8519-7FBA80D26DF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04000" y="1525400"/>
                  <a:ext cx="69840" cy="9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CAC98F8-6967-B064-536C-1324717F21E1}"/>
                    </a:ext>
                  </a:extLst>
                </p14:cNvPr>
                <p14:cNvContentPartPr/>
                <p14:nvPr/>
              </p14:nvContentPartPr>
              <p14:xfrm>
                <a:off x="565400" y="2340440"/>
                <a:ext cx="165960" cy="153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CAC98F8-6967-B064-536C-1324717F21E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56400" y="2331440"/>
                  <a:ext cx="1836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A76FB41-B0AF-9CD4-A743-9593207CE8AC}"/>
                    </a:ext>
                  </a:extLst>
                </p14:cNvPr>
                <p14:cNvContentPartPr/>
                <p14:nvPr/>
              </p14:nvContentPartPr>
              <p14:xfrm>
                <a:off x="731000" y="2314160"/>
                <a:ext cx="98280" cy="1976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A76FB41-B0AF-9CD4-A743-9593207CE8A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22000" y="2305520"/>
                  <a:ext cx="115920" cy="21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7C6CF82-DE06-2A8E-12B7-73FF3CBF16E3}"/>
                  </a:ext>
                </a:extLst>
              </p14:cNvPr>
              <p14:cNvContentPartPr/>
              <p14:nvPr/>
            </p14:nvContentPartPr>
            <p14:xfrm>
              <a:off x="861680" y="2864960"/>
              <a:ext cx="36000" cy="905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7C6CF82-DE06-2A8E-12B7-73FF3CBF16E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57360" y="2860640"/>
                <a:ext cx="44640" cy="9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E39B4BA-2F06-D670-D2AF-5DB5B195DFBE}"/>
                  </a:ext>
                </a:extLst>
              </p14:cNvPr>
              <p14:cNvContentPartPr/>
              <p14:nvPr/>
            </p14:nvContentPartPr>
            <p14:xfrm>
              <a:off x="898760" y="3258800"/>
              <a:ext cx="507600" cy="331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E39B4BA-2F06-D670-D2AF-5DB5B195DFB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94440" y="3254480"/>
                <a:ext cx="51624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8087FBA-533B-3943-1D5C-7607B9124CCF}"/>
                  </a:ext>
                </a:extLst>
              </p14:cNvPr>
              <p14:cNvContentPartPr/>
              <p14:nvPr/>
            </p14:nvContentPartPr>
            <p14:xfrm>
              <a:off x="870320" y="2798360"/>
              <a:ext cx="10800" cy="1314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8087FBA-533B-3943-1D5C-7607B9124CC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66000" y="2794040"/>
                <a:ext cx="1944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3B203628-8077-10FA-8ACA-6F0114AA27CC}"/>
                  </a:ext>
                </a:extLst>
              </p14:cNvPr>
              <p14:cNvContentPartPr/>
              <p14:nvPr/>
            </p14:nvContentPartPr>
            <p14:xfrm>
              <a:off x="9251480" y="1880360"/>
              <a:ext cx="74160" cy="154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3B203628-8077-10FA-8ACA-6F0114AA27C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247160" y="1876040"/>
                <a:ext cx="828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48B3321-EABF-17A4-DA3F-4B690BE11AF9}"/>
                  </a:ext>
                </a:extLst>
              </p14:cNvPr>
              <p14:cNvContentPartPr/>
              <p14:nvPr/>
            </p14:nvContentPartPr>
            <p14:xfrm>
              <a:off x="1372160" y="2507840"/>
              <a:ext cx="2346480" cy="617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48B3321-EABF-17A4-DA3F-4B690BE11AF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367840" y="2503520"/>
                <a:ext cx="2355120" cy="62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FBC28BB-D29A-619B-FE70-C276CB285802}"/>
                  </a:ext>
                </a:extLst>
              </p14:cNvPr>
              <p14:cNvContentPartPr/>
              <p14:nvPr/>
            </p14:nvContentPartPr>
            <p14:xfrm>
              <a:off x="3575000" y="2393720"/>
              <a:ext cx="205200" cy="3823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FBC28BB-D29A-619B-FE70-C276CB285802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570680" y="2389400"/>
                <a:ext cx="213840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223B66B-FADE-8F10-AF1E-834E2470F3A3}"/>
                  </a:ext>
                </a:extLst>
              </p14:cNvPr>
              <p14:cNvContentPartPr/>
              <p14:nvPr/>
            </p14:nvContentPartPr>
            <p14:xfrm>
              <a:off x="2206640" y="2409920"/>
              <a:ext cx="236160" cy="335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223B66B-FADE-8F10-AF1E-834E2470F3A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202320" y="2405600"/>
                <a:ext cx="24480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56C569E-6CF4-7F81-7E13-B0D35A440B0C}"/>
                  </a:ext>
                </a:extLst>
              </p14:cNvPr>
              <p14:cNvContentPartPr/>
              <p14:nvPr/>
            </p14:nvContentPartPr>
            <p14:xfrm>
              <a:off x="2239040" y="2561480"/>
              <a:ext cx="204480" cy="27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56C569E-6CF4-7F81-7E13-B0D35A440B0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234720" y="2557160"/>
                <a:ext cx="2131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A0E9CF7-3010-E981-F1ED-A55BAAF682F9}"/>
                  </a:ext>
                </a:extLst>
              </p14:cNvPr>
              <p14:cNvContentPartPr/>
              <p14:nvPr/>
            </p14:nvContentPartPr>
            <p14:xfrm>
              <a:off x="3777680" y="1774880"/>
              <a:ext cx="1599480" cy="11318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A0E9CF7-3010-E981-F1ED-A55BAAF682F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773360" y="1770560"/>
                <a:ext cx="1608120" cy="11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B0B7B7B-DFE5-6484-F3CE-0BA1BF2074C8}"/>
                  </a:ext>
                </a:extLst>
              </p14:cNvPr>
              <p14:cNvContentPartPr/>
              <p14:nvPr/>
            </p14:nvContentPartPr>
            <p14:xfrm>
              <a:off x="4454840" y="1858040"/>
              <a:ext cx="168840" cy="11678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B0B7B7B-DFE5-6484-F3CE-0BA1BF2074C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450520" y="1853720"/>
                <a:ext cx="177480" cy="11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1F2F253-CF12-12C9-AF72-01894ED4DC0B}"/>
                  </a:ext>
                </a:extLst>
              </p14:cNvPr>
              <p14:cNvContentPartPr/>
              <p14:nvPr/>
            </p14:nvContentPartPr>
            <p14:xfrm>
              <a:off x="4565000" y="2440520"/>
              <a:ext cx="756720" cy="100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1F2F253-CF12-12C9-AF72-01894ED4DC0B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560680" y="2436200"/>
                <a:ext cx="76536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5982326-11B2-8519-A27F-3002DCB1DCA1}"/>
                  </a:ext>
                </a:extLst>
              </p14:cNvPr>
              <p14:cNvContentPartPr/>
              <p14:nvPr/>
            </p14:nvContentPartPr>
            <p14:xfrm>
              <a:off x="5288600" y="1844360"/>
              <a:ext cx="1974960" cy="2764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5982326-11B2-8519-A27F-3002DCB1DCA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284280" y="1840040"/>
                <a:ext cx="198360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EE3FA96-804B-CCF1-F7AF-2E7FFEDAC292}"/>
                  </a:ext>
                </a:extLst>
              </p14:cNvPr>
              <p14:cNvContentPartPr/>
              <p14:nvPr/>
            </p14:nvContentPartPr>
            <p14:xfrm>
              <a:off x="7085720" y="1737440"/>
              <a:ext cx="230040" cy="3254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EE3FA96-804B-CCF1-F7AF-2E7FFEDAC29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081400" y="1733120"/>
                <a:ext cx="23868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56DCABFE-1C04-6E8B-E124-6ED1F311445D}"/>
                  </a:ext>
                </a:extLst>
              </p14:cNvPr>
              <p14:cNvContentPartPr/>
              <p14:nvPr/>
            </p14:nvContentPartPr>
            <p14:xfrm>
              <a:off x="6083840" y="1507400"/>
              <a:ext cx="173880" cy="3110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56DCABFE-1C04-6E8B-E124-6ED1F311445D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079520" y="1503080"/>
                <a:ext cx="18252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6F113607-B651-D3E7-482A-E155001E4B08}"/>
                  </a:ext>
                </a:extLst>
              </p14:cNvPr>
              <p14:cNvContentPartPr/>
              <p14:nvPr/>
            </p14:nvContentPartPr>
            <p14:xfrm>
              <a:off x="4970360" y="2769920"/>
              <a:ext cx="1521360" cy="10202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6F113607-B651-D3E7-482A-E155001E4B0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966040" y="2765600"/>
                <a:ext cx="1530000" cy="10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E403D24C-2E45-D05E-0111-35967F61D20E}"/>
                  </a:ext>
                </a:extLst>
              </p14:cNvPr>
              <p14:cNvContentPartPr/>
              <p14:nvPr/>
            </p14:nvContentPartPr>
            <p14:xfrm>
              <a:off x="6278240" y="3619520"/>
              <a:ext cx="261000" cy="2257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E403D24C-2E45-D05E-0111-35967F61D20E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273920" y="3615200"/>
                <a:ext cx="26964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1F025181-2BF6-19C8-B916-02072B8D91EC}"/>
                  </a:ext>
                </a:extLst>
              </p14:cNvPr>
              <p14:cNvContentPartPr/>
              <p14:nvPr/>
            </p14:nvContentPartPr>
            <p14:xfrm>
              <a:off x="5929760" y="2967920"/>
              <a:ext cx="167040" cy="1893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1F025181-2BF6-19C8-B916-02072B8D91EC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925440" y="2963600"/>
                <a:ext cx="17568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B54D15F-F0CA-75FC-EA85-5D6B899E6D6D}"/>
                  </a:ext>
                </a:extLst>
              </p14:cNvPr>
              <p14:cNvContentPartPr/>
              <p14:nvPr/>
            </p14:nvContentPartPr>
            <p14:xfrm>
              <a:off x="6493880" y="3534560"/>
              <a:ext cx="1304640" cy="10569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B54D15F-F0CA-75FC-EA85-5D6B899E6D6D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489560" y="3530240"/>
                <a:ext cx="1313280" cy="10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5D4E4EDA-537B-A08E-6F9C-1340F2B991C9}"/>
                  </a:ext>
                </a:extLst>
              </p14:cNvPr>
              <p14:cNvContentPartPr/>
              <p14:nvPr/>
            </p14:nvContentPartPr>
            <p14:xfrm>
              <a:off x="6962240" y="3497840"/>
              <a:ext cx="181080" cy="18468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5D4E4EDA-537B-A08E-6F9C-1340F2B991C9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957920" y="3493520"/>
                <a:ext cx="18972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75BA128D-74F8-FDEC-4A29-D7EC7E18AAAB}"/>
                  </a:ext>
                </a:extLst>
              </p14:cNvPr>
              <p14:cNvContentPartPr/>
              <p14:nvPr/>
            </p14:nvContentPartPr>
            <p14:xfrm>
              <a:off x="6987800" y="3475880"/>
              <a:ext cx="740880" cy="673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75BA128D-74F8-FDEC-4A29-D7EC7E18AAAB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983480" y="3471560"/>
                <a:ext cx="74952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75434D17-DF7B-2378-8A50-E6559B4DF52A}"/>
                  </a:ext>
                </a:extLst>
              </p14:cNvPr>
              <p14:cNvContentPartPr/>
              <p14:nvPr/>
            </p14:nvContentPartPr>
            <p14:xfrm>
              <a:off x="7063760" y="3500360"/>
              <a:ext cx="104040" cy="109764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75434D17-DF7B-2378-8A50-E6559B4DF52A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059440" y="3496040"/>
                <a:ext cx="112680" cy="11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E88B6320-C0B9-10C4-8AAC-BAC7B5584F84}"/>
                  </a:ext>
                </a:extLst>
              </p14:cNvPr>
              <p14:cNvContentPartPr/>
              <p14:nvPr/>
            </p14:nvContentPartPr>
            <p14:xfrm>
              <a:off x="7111280" y="3994280"/>
              <a:ext cx="778680" cy="439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E88B6320-C0B9-10C4-8AAC-BAC7B5584F84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106960" y="3989960"/>
                <a:ext cx="78732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D4117B4-F9E1-CB3E-A6AA-AAF8B8B29813}"/>
                  </a:ext>
                </a:extLst>
              </p14:cNvPr>
              <p14:cNvContentPartPr/>
              <p14:nvPr/>
            </p14:nvContentPartPr>
            <p14:xfrm>
              <a:off x="7268600" y="1240640"/>
              <a:ext cx="1157040" cy="10774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D4117B4-F9E1-CB3E-A6AA-AAF8B8B2981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264280" y="1236320"/>
                <a:ext cx="1165680" cy="10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BC7C658A-D66D-C993-A115-EBA2EE4D5E39}"/>
                  </a:ext>
                </a:extLst>
              </p14:cNvPr>
              <p14:cNvContentPartPr/>
              <p14:nvPr/>
            </p14:nvContentPartPr>
            <p14:xfrm>
              <a:off x="7835960" y="1297880"/>
              <a:ext cx="29520" cy="10695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BC7C658A-D66D-C993-A115-EBA2EE4D5E39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831640" y="1293560"/>
                <a:ext cx="38160" cy="10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24CCF81F-B054-75AF-5598-4D58500A7209}"/>
                  </a:ext>
                </a:extLst>
              </p14:cNvPr>
              <p14:cNvContentPartPr/>
              <p14:nvPr/>
            </p14:nvContentPartPr>
            <p14:xfrm>
              <a:off x="7864400" y="1725560"/>
              <a:ext cx="603000" cy="280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24CCF81F-B054-75AF-5598-4D58500A720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860080" y="1721240"/>
                <a:ext cx="6116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B682E5E9-4AE8-4158-40C3-0C60AD99A8CE}"/>
                  </a:ext>
                </a:extLst>
              </p14:cNvPr>
              <p14:cNvContentPartPr/>
              <p14:nvPr/>
            </p14:nvContentPartPr>
            <p14:xfrm>
              <a:off x="6162320" y="2127320"/>
              <a:ext cx="136440" cy="1796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B682E5E9-4AE8-4158-40C3-0C60AD99A8CE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6158000" y="2123000"/>
                <a:ext cx="14508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9B6600FE-8EF3-3671-0870-4C192D5E2DE3}"/>
                  </a:ext>
                </a:extLst>
              </p14:cNvPr>
              <p14:cNvContentPartPr/>
              <p14:nvPr/>
            </p14:nvContentPartPr>
            <p14:xfrm>
              <a:off x="6211280" y="2112920"/>
              <a:ext cx="169560" cy="2808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9B6600FE-8EF3-3671-0870-4C192D5E2DE3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6206960" y="2108600"/>
                <a:ext cx="1782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CDDCA3C3-7F3E-D5F9-C8F2-103F68F2AC52}"/>
                  </a:ext>
                </a:extLst>
              </p14:cNvPr>
              <p14:cNvContentPartPr/>
              <p14:nvPr/>
            </p14:nvContentPartPr>
            <p14:xfrm>
              <a:off x="5577320" y="3460760"/>
              <a:ext cx="172440" cy="2318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CDDCA3C3-7F3E-D5F9-C8F2-103F68F2AC52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573000" y="3456440"/>
                <a:ext cx="18108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75E357B8-9897-94DC-CA98-4E08E16C3AE5}"/>
                  </a:ext>
                </a:extLst>
              </p14:cNvPr>
              <p14:cNvContentPartPr/>
              <p14:nvPr/>
            </p14:nvContentPartPr>
            <p14:xfrm>
              <a:off x="5521160" y="3565160"/>
              <a:ext cx="279720" cy="421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75E357B8-9897-94DC-CA98-4E08E16C3AE5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5516840" y="3560840"/>
                <a:ext cx="28836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EBAE66C9-3DA1-A60F-EAD7-2DBC8F24E98F}"/>
                  </a:ext>
                </a:extLst>
              </p14:cNvPr>
              <p14:cNvContentPartPr/>
              <p14:nvPr/>
            </p14:nvContentPartPr>
            <p14:xfrm>
              <a:off x="8040800" y="1452320"/>
              <a:ext cx="141840" cy="2516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EBAE66C9-3DA1-A60F-EAD7-2DBC8F24E98F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036480" y="1448000"/>
                <a:ext cx="15048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3E0B0576-AD84-A037-E6A2-63FDBBC3B380}"/>
                  </a:ext>
                </a:extLst>
              </p14:cNvPr>
              <p14:cNvContentPartPr/>
              <p14:nvPr/>
            </p14:nvContentPartPr>
            <p14:xfrm>
              <a:off x="8051960" y="1597400"/>
              <a:ext cx="167040" cy="100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3E0B0576-AD84-A037-E6A2-63FDBBC3B380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047640" y="1593080"/>
                <a:ext cx="1756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669554F3-F3E3-F020-39F3-0EFB8572E3D7}"/>
                  </a:ext>
                </a:extLst>
              </p14:cNvPr>
              <p14:cNvContentPartPr/>
              <p14:nvPr/>
            </p14:nvContentPartPr>
            <p14:xfrm>
              <a:off x="8143760" y="2191400"/>
              <a:ext cx="77760" cy="1054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669554F3-F3E3-F020-39F3-0EFB8572E3D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139440" y="2187080"/>
                <a:ext cx="8640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A19456FF-FCF1-6B8C-A464-2409C21504CA}"/>
                  </a:ext>
                </a:extLst>
              </p14:cNvPr>
              <p14:cNvContentPartPr/>
              <p14:nvPr/>
            </p14:nvContentPartPr>
            <p14:xfrm>
              <a:off x="8266160" y="2336840"/>
              <a:ext cx="70200" cy="8424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A19456FF-FCF1-6B8C-A464-2409C21504CA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261840" y="2332520"/>
                <a:ext cx="7884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CEC084B1-5B75-E3DD-B0D3-F8883245FE2D}"/>
                  </a:ext>
                </a:extLst>
              </p14:cNvPr>
              <p14:cNvContentPartPr/>
              <p14:nvPr/>
            </p14:nvContentPartPr>
            <p14:xfrm>
              <a:off x="8253200" y="2327120"/>
              <a:ext cx="140040" cy="14904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CEC084B1-5B75-E3DD-B0D3-F8883245FE2D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8248880" y="2322800"/>
                <a:ext cx="14868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00CE32D8-4DEA-4954-6E97-CEB0BCD0EC20}"/>
                  </a:ext>
                </a:extLst>
              </p14:cNvPr>
              <p14:cNvContentPartPr/>
              <p14:nvPr/>
            </p14:nvContentPartPr>
            <p14:xfrm>
              <a:off x="7725080" y="3548240"/>
              <a:ext cx="199080" cy="17676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00CE32D8-4DEA-4954-6E97-CEB0BCD0EC20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720760" y="3543920"/>
                <a:ext cx="20772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E4090304-1D17-C795-0DF9-367327462FD9}"/>
                  </a:ext>
                </a:extLst>
              </p14:cNvPr>
              <p14:cNvContentPartPr/>
              <p14:nvPr/>
            </p14:nvContentPartPr>
            <p14:xfrm>
              <a:off x="7989320" y="3397400"/>
              <a:ext cx="106200" cy="7020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E4090304-1D17-C795-0DF9-367327462FD9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985000" y="3393080"/>
                <a:ext cx="11484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2AF99724-D52D-5759-10CB-FBE52E590E37}"/>
                  </a:ext>
                </a:extLst>
              </p14:cNvPr>
              <p14:cNvContentPartPr/>
              <p14:nvPr/>
            </p14:nvContentPartPr>
            <p14:xfrm>
              <a:off x="7994000" y="3302000"/>
              <a:ext cx="193680" cy="11448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2AF99724-D52D-5759-10CB-FBE52E590E37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7989680" y="3297680"/>
                <a:ext cx="202320" cy="12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5959FA2B-27CD-FF9A-923A-07E11A960A31}"/>
              </a:ext>
            </a:extLst>
          </p:cNvPr>
          <p:cNvGrpSpPr/>
          <p:nvPr/>
        </p:nvGrpSpPr>
        <p:grpSpPr>
          <a:xfrm>
            <a:off x="8463080" y="530360"/>
            <a:ext cx="3094200" cy="1610280"/>
            <a:chOff x="8463080" y="530360"/>
            <a:chExt cx="3094200" cy="161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08971B6-06B5-6C96-1B0A-3624D1AEEA51}"/>
                    </a:ext>
                  </a:extLst>
                </p14:cNvPr>
                <p14:cNvContentPartPr/>
                <p14:nvPr/>
              </p14:nvContentPartPr>
              <p14:xfrm>
                <a:off x="9380000" y="661040"/>
                <a:ext cx="12240" cy="1785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08971B6-06B5-6C96-1B0A-3624D1AEEA5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371360" y="652040"/>
                  <a:ext cx="298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35F56B8-1285-4DCE-1038-FED7FAEE25A0}"/>
                    </a:ext>
                  </a:extLst>
                </p14:cNvPr>
                <p14:cNvContentPartPr/>
                <p14:nvPr/>
              </p14:nvContentPartPr>
              <p14:xfrm>
                <a:off x="9221240" y="530360"/>
                <a:ext cx="381600" cy="4496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35F56B8-1285-4DCE-1038-FED7FAEE25A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212600" y="521360"/>
                  <a:ext cx="39924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77332D3-C933-8B08-6B6D-7A7D9891E436}"/>
                    </a:ext>
                  </a:extLst>
                </p14:cNvPr>
                <p14:cNvContentPartPr/>
                <p14:nvPr/>
              </p14:nvContentPartPr>
              <p14:xfrm>
                <a:off x="9620480" y="816920"/>
                <a:ext cx="138240" cy="748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77332D3-C933-8B08-6B6D-7A7D9891E43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611840" y="808280"/>
                  <a:ext cx="1558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171D5E8-2C02-DBFF-036E-6CEC47A3228A}"/>
                    </a:ext>
                  </a:extLst>
                </p14:cNvPr>
                <p14:cNvContentPartPr/>
                <p14:nvPr/>
              </p14:nvContentPartPr>
              <p14:xfrm>
                <a:off x="9760880" y="795680"/>
                <a:ext cx="223920" cy="918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171D5E8-2C02-DBFF-036E-6CEC47A3228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752240" y="787040"/>
                  <a:ext cx="2415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01D8925-6721-95DC-ADD6-429AF2A986B6}"/>
                    </a:ext>
                  </a:extLst>
                </p14:cNvPr>
                <p14:cNvContentPartPr/>
                <p14:nvPr/>
              </p14:nvContentPartPr>
              <p14:xfrm>
                <a:off x="10020440" y="789920"/>
                <a:ext cx="238320" cy="853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01D8925-6721-95DC-ADD6-429AF2A986B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011800" y="780920"/>
                  <a:ext cx="2559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C3FA6A4-D375-FFF5-C27F-97D249DB1D55}"/>
                    </a:ext>
                  </a:extLst>
                </p14:cNvPr>
                <p14:cNvContentPartPr/>
                <p14:nvPr/>
              </p14:nvContentPartPr>
              <p14:xfrm>
                <a:off x="10305920" y="775520"/>
                <a:ext cx="93600" cy="777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C3FA6A4-D375-FFF5-C27F-97D249DB1D5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296920" y="766880"/>
                  <a:ext cx="1112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F3C90E0-6D55-D197-5AFC-6085021BC3EA}"/>
                    </a:ext>
                  </a:extLst>
                </p14:cNvPr>
                <p14:cNvContentPartPr/>
                <p14:nvPr/>
              </p14:nvContentPartPr>
              <p14:xfrm>
                <a:off x="10141760" y="755360"/>
                <a:ext cx="309600" cy="3654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F3C90E0-6D55-D197-5AFC-6085021BC3E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132760" y="746360"/>
                  <a:ext cx="32724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D39C140-B54E-904F-F619-317B4D52D70C}"/>
                    </a:ext>
                  </a:extLst>
                </p14:cNvPr>
                <p14:cNvContentPartPr/>
                <p14:nvPr/>
              </p14:nvContentPartPr>
              <p14:xfrm>
                <a:off x="9748280" y="1075040"/>
                <a:ext cx="148320" cy="2847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D39C140-B54E-904F-F619-317B4D52D70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739280" y="1066040"/>
                  <a:ext cx="1659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2C74820-7D25-698A-A340-1C26031466B5}"/>
                    </a:ext>
                  </a:extLst>
                </p14:cNvPr>
                <p14:cNvContentPartPr/>
                <p14:nvPr/>
              </p14:nvContentPartPr>
              <p14:xfrm>
                <a:off x="9764840" y="1169000"/>
                <a:ext cx="150120" cy="313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2C74820-7D25-698A-A340-1C26031466B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755840" y="1160360"/>
                  <a:ext cx="1677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93B9A01-B5C1-8DCD-5A9A-2158B9D9C767}"/>
                    </a:ext>
                  </a:extLst>
                </p14:cNvPr>
                <p14:cNvContentPartPr/>
                <p14:nvPr/>
              </p14:nvContentPartPr>
              <p14:xfrm>
                <a:off x="9972200" y="1226960"/>
                <a:ext cx="105840" cy="914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93B9A01-B5C1-8DCD-5A9A-2158B9D9C76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963560" y="1218320"/>
                  <a:ext cx="1234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DC4A0D4-8094-F234-D3E2-EE4CD340912C}"/>
                    </a:ext>
                  </a:extLst>
                </p14:cNvPr>
                <p14:cNvContentPartPr/>
                <p14:nvPr/>
              </p14:nvContentPartPr>
              <p14:xfrm>
                <a:off x="10211600" y="1209680"/>
                <a:ext cx="34200" cy="1479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DC4A0D4-8094-F234-D3E2-EE4CD340912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202960" y="1201040"/>
                  <a:ext cx="518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E181C82-C528-4513-ADF1-0BC558329CAD}"/>
                    </a:ext>
                  </a:extLst>
                </p14:cNvPr>
                <p14:cNvContentPartPr/>
                <p14:nvPr/>
              </p14:nvContentPartPr>
              <p14:xfrm>
                <a:off x="10153640" y="1238480"/>
                <a:ext cx="228240" cy="781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E181C82-C528-4513-ADF1-0BC558329CA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145000" y="1229480"/>
                  <a:ext cx="2458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457DAE3-D7BC-8BEA-A425-EBD0AE3F7615}"/>
                    </a:ext>
                  </a:extLst>
                </p14:cNvPr>
                <p14:cNvContentPartPr/>
                <p14:nvPr/>
              </p14:nvContentPartPr>
              <p14:xfrm>
                <a:off x="10428320" y="1152440"/>
                <a:ext cx="10800" cy="727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457DAE3-D7BC-8BEA-A425-EBD0AE3F761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419680" y="1143800"/>
                  <a:ext cx="284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5621C8A-4A49-C8C6-EC5B-38B19E15208C}"/>
                    </a:ext>
                  </a:extLst>
                </p14:cNvPr>
                <p14:cNvContentPartPr/>
                <p14:nvPr/>
              </p14:nvContentPartPr>
              <p14:xfrm>
                <a:off x="10473680" y="1220840"/>
                <a:ext cx="90720" cy="126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5621C8A-4A49-C8C6-EC5B-38B19E15208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464680" y="1211840"/>
                  <a:ext cx="1083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524382D-1074-D003-FF50-0CE49445AE2A}"/>
                    </a:ext>
                  </a:extLst>
                </p14:cNvPr>
                <p14:cNvContentPartPr/>
                <p14:nvPr/>
              </p14:nvContentPartPr>
              <p14:xfrm>
                <a:off x="10640000" y="1269080"/>
                <a:ext cx="25200" cy="486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524382D-1074-D003-FF50-0CE49445AE2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631000" y="1260440"/>
                  <a:ext cx="428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85BB4FA-2484-351F-2FBA-A7DBC5A923A5}"/>
                    </a:ext>
                  </a:extLst>
                </p14:cNvPr>
                <p14:cNvContentPartPr/>
                <p14:nvPr/>
              </p14:nvContentPartPr>
              <p14:xfrm>
                <a:off x="10741520" y="1099880"/>
                <a:ext cx="38160" cy="122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85BB4FA-2484-351F-2FBA-A7DBC5A923A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732520" y="1091240"/>
                  <a:ext cx="558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00BA688-DB44-738B-CDF6-21E62CCDD259}"/>
                    </a:ext>
                  </a:extLst>
                </p14:cNvPr>
                <p14:cNvContentPartPr/>
                <p14:nvPr/>
              </p14:nvContentPartPr>
              <p14:xfrm>
                <a:off x="10851320" y="1081160"/>
                <a:ext cx="82440" cy="2545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00BA688-DB44-738B-CDF6-21E62CCDD25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842680" y="1072160"/>
                  <a:ext cx="1000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D9E002E-E021-9CFE-ECD1-98C97ECCE7EE}"/>
                    </a:ext>
                  </a:extLst>
                </p14:cNvPr>
                <p14:cNvContentPartPr/>
                <p14:nvPr/>
              </p14:nvContentPartPr>
              <p14:xfrm>
                <a:off x="10796240" y="1241360"/>
                <a:ext cx="155520" cy="57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D9E002E-E021-9CFE-ECD1-98C97ECCE7E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787600" y="1232360"/>
                  <a:ext cx="173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01AD4B6-BFA1-E321-F3A6-4BF85545782D}"/>
                    </a:ext>
                  </a:extLst>
                </p14:cNvPr>
                <p14:cNvContentPartPr/>
                <p14:nvPr/>
              </p14:nvContentPartPr>
              <p14:xfrm>
                <a:off x="11008640" y="1251080"/>
                <a:ext cx="84600" cy="536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01AD4B6-BFA1-E321-F3A6-4BF85545782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999640" y="1242440"/>
                  <a:ext cx="1022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09E7799-F324-A894-B67F-FF95DD2890A6}"/>
                    </a:ext>
                  </a:extLst>
                </p14:cNvPr>
                <p14:cNvContentPartPr/>
                <p14:nvPr/>
              </p14:nvContentPartPr>
              <p14:xfrm>
                <a:off x="10958600" y="1199240"/>
                <a:ext cx="196200" cy="3243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09E7799-F324-A894-B67F-FF95DD2890A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949960" y="1190240"/>
                  <a:ext cx="2138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9875702-F3F5-80B0-62A6-87988AA958EB}"/>
                    </a:ext>
                  </a:extLst>
                </p14:cNvPr>
                <p14:cNvContentPartPr/>
                <p14:nvPr/>
              </p14:nvContentPartPr>
              <p14:xfrm>
                <a:off x="8557040" y="1288160"/>
                <a:ext cx="957960" cy="7761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9875702-F3F5-80B0-62A6-87988AA958E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548400" y="1279160"/>
                  <a:ext cx="975600" cy="79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A5FEAFC-8E07-0A06-8D59-13BEC0A5C825}"/>
                    </a:ext>
                  </a:extLst>
                </p14:cNvPr>
                <p14:cNvContentPartPr/>
                <p14:nvPr/>
              </p14:nvContentPartPr>
              <p14:xfrm>
                <a:off x="8463080" y="1985480"/>
                <a:ext cx="155160" cy="1551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A5FEAFC-8E07-0A06-8D59-13BEC0A5C82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454080" y="1976840"/>
                  <a:ext cx="1728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AE4493C-5FAD-7943-D089-B1979A418291}"/>
                    </a:ext>
                  </a:extLst>
                </p14:cNvPr>
                <p14:cNvContentPartPr/>
                <p14:nvPr/>
              </p14:nvContentPartPr>
              <p14:xfrm>
                <a:off x="9880400" y="1490480"/>
                <a:ext cx="57600" cy="1555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AE4493C-5FAD-7943-D089-B1979A41829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871760" y="1481480"/>
                  <a:ext cx="752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C7A872C-AC01-C881-FC11-E2BC3CB07157}"/>
                    </a:ext>
                  </a:extLst>
                </p14:cNvPr>
                <p14:cNvContentPartPr/>
                <p14:nvPr/>
              </p14:nvContentPartPr>
              <p14:xfrm>
                <a:off x="9715880" y="1476800"/>
                <a:ext cx="263520" cy="2408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C7A872C-AC01-C881-FC11-E2BC3CB0715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706880" y="1467800"/>
                  <a:ext cx="2811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6ABF13D-48C2-193F-F4D6-508EF457790F}"/>
                    </a:ext>
                  </a:extLst>
                </p14:cNvPr>
                <p14:cNvContentPartPr/>
                <p14:nvPr/>
              </p14:nvContentPartPr>
              <p14:xfrm>
                <a:off x="10055720" y="1647080"/>
                <a:ext cx="104400" cy="565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6ABF13D-48C2-193F-F4D6-508EF457790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046720" y="1638080"/>
                  <a:ext cx="1220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EF79BDF-6703-D6FC-44F7-E57754BB8105}"/>
                    </a:ext>
                  </a:extLst>
                </p14:cNvPr>
                <p14:cNvContentPartPr/>
                <p14:nvPr/>
              </p14:nvContentPartPr>
              <p14:xfrm>
                <a:off x="10223120" y="1577600"/>
                <a:ext cx="64440" cy="1062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EF79BDF-6703-D6FC-44F7-E57754BB810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214120" y="1568960"/>
                  <a:ext cx="820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930D3B1-DD23-33EA-2097-9797FE1C0477}"/>
                    </a:ext>
                  </a:extLst>
                </p14:cNvPr>
                <p14:cNvContentPartPr/>
                <p14:nvPr/>
              </p14:nvContentPartPr>
              <p14:xfrm>
                <a:off x="10336520" y="1623680"/>
                <a:ext cx="100440" cy="698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930D3B1-DD23-33EA-2097-9797FE1C047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327880" y="1614680"/>
                  <a:ext cx="1180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4C7A7DB-73FF-E614-E5E3-308890BDCC04}"/>
                    </a:ext>
                  </a:extLst>
                </p14:cNvPr>
                <p14:cNvContentPartPr/>
                <p14:nvPr/>
              </p14:nvContentPartPr>
              <p14:xfrm>
                <a:off x="10499960" y="1498040"/>
                <a:ext cx="29880" cy="1652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4C7A7DB-73FF-E614-E5E3-308890BDCC0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490960" y="1489040"/>
                  <a:ext cx="475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18CDF85-1EC6-F104-332C-A1FE7E0FE021}"/>
                    </a:ext>
                  </a:extLst>
                </p14:cNvPr>
                <p14:cNvContentPartPr/>
                <p14:nvPr/>
              </p14:nvContentPartPr>
              <p14:xfrm>
                <a:off x="10456400" y="1595600"/>
                <a:ext cx="179280" cy="802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18CDF85-1EC6-F104-332C-A1FE7E0FE02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447400" y="1586600"/>
                  <a:ext cx="1969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F72B8C7-B65A-D5DA-00DE-AADAE5AC46D4}"/>
                    </a:ext>
                  </a:extLst>
                </p14:cNvPr>
                <p14:cNvContentPartPr/>
                <p14:nvPr/>
              </p14:nvContentPartPr>
              <p14:xfrm>
                <a:off x="10630280" y="1512440"/>
                <a:ext cx="25200" cy="529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F72B8C7-B65A-D5DA-00DE-AADAE5AC46D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621280" y="1503440"/>
                  <a:ext cx="428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E23F529-7369-A5C0-4920-611A57375249}"/>
                    </a:ext>
                  </a:extLst>
                </p14:cNvPr>
                <p14:cNvContentPartPr/>
                <p14:nvPr/>
              </p14:nvContentPartPr>
              <p14:xfrm>
                <a:off x="10721720" y="1581560"/>
                <a:ext cx="181800" cy="88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E23F529-7369-A5C0-4920-611A5737524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713080" y="1572560"/>
                  <a:ext cx="1994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92624CA-A107-FB09-ACD9-0C27D4B7653C}"/>
                    </a:ext>
                  </a:extLst>
                </p14:cNvPr>
                <p14:cNvContentPartPr/>
                <p14:nvPr/>
              </p14:nvContentPartPr>
              <p14:xfrm>
                <a:off x="11117720" y="1628360"/>
                <a:ext cx="90720" cy="129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92624CA-A107-FB09-ACD9-0C27D4B7653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109080" y="1619360"/>
                  <a:ext cx="1083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1C77188-A990-6E95-D611-097D1A9B23AF}"/>
                    </a:ext>
                  </a:extLst>
                </p14:cNvPr>
                <p14:cNvContentPartPr/>
                <p14:nvPr/>
              </p14:nvContentPartPr>
              <p14:xfrm>
                <a:off x="11114840" y="1676240"/>
                <a:ext cx="98280" cy="3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1C77188-A990-6E95-D611-097D1A9B23A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105840" y="1667600"/>
                  <a:ext cx="115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4E80CBC-EFB5-027C-3BD3-9FA17AA18088}"/>
                    </a:ext>
                  </a:extLst>
                </p14:cNvPr>
                <p14:cNvContentPartPr/>
                <p14:nvPr/>
              </p14:nvContentPartPr>
              <p14:xfrm>
                <a:off x="11399960" y="1527920"/>
                <a:ext cx="157320" cy="1375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4E80CBC-EFB5-027C-3BD3-9FA17AA1808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391320" y="1519280"/>
                  <a:ext cx="174960" cy="15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27F9AA80-1135-B9FF-835C-657C6496A04F}"/>
                  </a:ext>
                </a:extLst>
              </p14:cNvPr>
              <p14:cNvContentPartPr/>
              <p14:nvPr/>
            </p14:nvContentPartPr>
            <p14:xfrm>
              <a:off x="8854760" y="2574080"/>
              <a:ext cx="154440" cy="23400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27F9AA80-1135-B9FF-835C-657C6496A04F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8850440" y="2569760"/>
                <a:ext cx="163080" cy="24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Group 172">
            <a:extLst>
              <a:ext uri="{FF2B5EF4-FFF2-40B4-BE49-F238E27FC236}">
                <a16:creationId xmlns:a16="http://schemas.microsoft.com/office/drawing/2014/main" id="{90CA4212-1917-000A-CFB3-E36FDFF8BE14}"/>
              </a:ext>
            </a:extLst>
          </p:cNvPr>
          <p:cNvGrpSpPr/>
          <p:nvPr/>
        </p:nvGrpSpPr>
        <p:grpSpPr>
          <a:xfrm>
            <a:off x="8673320" y="2441600"/>
            <a:ext cx="3085920" cy="1020960"/>
            <a:chOff x="8673320" y="2441600"/>
            <a:chExt cx="3085920" cy="102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0DB4BF5-69C0-B2EC-22CF-5D65AD6DF1C1}"/>
                    </a:ext>
                  </a:extLst>
                </p14:cNvPr>
                <p14:cNvContentPartPr/>
                <p14:nvPr/>
              </p14:nvContentPartPr>
              <p14:xfrm>
                <a:off x="10750520" y="2463560"/>
                <a:ext cx="1008720" cy="9810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0DB4BF5-69C0-B2EC-22CF-5D65AD6DF1C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746200" y="2459240"/>
                  <a:ext cx="1017360" cy="9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579A680-637F-EEF8-4FFC-004C45BED50B}"/>
                    </a:ext>
                  </a:extLst>
                </p14:cNvPr>
                <p14:cNvContentPartPr/>
                <p14:nvPr/>
              </p14:nvContentPartPr>
              <p14:xfrm>
                <a:off x="11223920" y="2493800"/>
                <a:ext cx="57600" cy="9687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579A680-637F-EEF8-4FFC-004C45BED50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219600" y="2489480"/>
                  <a:ext cx="66240" cy="9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E772681-DFE0-1C9D-CD46-0826BEB8DF81}"/>
                    </a:ext>
                  </a:extLst>
                </p14:cNvPr>
                <p14:cNvContentPartPr/>
                <p14:nvPr/>
              </p14:nvContentPartPr>
              <p14:xfrm>
                <a:off x="11198360" y="2943440"/>
                <a:ext cx="474480" cy="39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E772681-DFE0-1C9D-CD46-0826BEB8DF8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194040" y="2939120"/>
                  <a:ext cx="483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B2D36EE-AF6E-8BB0-5E8B-43802D061112}"/>
                    </a:ext>
                  </a:extLst>
                </p14:cNvPr>
                <p14:cNvContentPartPr/>
                <p14:nvPr/>
              </p14:nvContentPartPr>
              <p14:xfrm>
                <a:off x="8673320" y="2441600"/>
                <a:ext cx="78480" cy="9860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B2D36EE-AF6E-8BB0-5E8B-43802D06111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669000" y="2437280"/>
                  <a:ext cx="87120" cy="9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F23D74F-8EB6-E925-F6DB-4DBDE2796579}"/>
                    </a:ext>
                  </a:extLst>
                </p14:cNvPr>
                <p14:cNvContentPartPr/>
                <p14:nvPr/>
              </p14:nvContentPartPr>
              <p14:xfrm>
                <a:off x="8705720" y="2866760"/>
                <a:ext cx="665640" cy="1033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F23D74F-8EB6-E925-F6DB-4DBDE279657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701400" y="2862440"/>
                  <a:ext cx="6742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0153A36-C013-67D7-D3A8-E34839B5E5E5}"/>
                    </a:ext>
                  </a:extLst>
                </p14:cNvPr>
                <p14:cNvContentPartPr/>
                <p14:nvPr/>
              </p14:nvContentPartPr>
              <p14:xfrm>
                <a:off x="9428600" y="2856320"/>
                <a:ext cx="1361520" cy="115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0153A36-C013-67D7-D3A8-E34839B5E5E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424280" y="2852000"/>
                  <a:ext cx="13701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B0F0605-5935-CD5E-F514-637C18D78FC1}"/>
                    </a:ext>
                  </a:extLst>
                </p14:cNvPr>
                <p14:cNvContentPartPr/>
                <p14:nvPr/>
              </p14:nvContentPartPr>
              <p14:xfrm>
                <a:off x="10548200" y="2718440"/>
                <a:ext cx="203400" cy="301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B0F0605-5935-CD5E-F514-637C18D78FC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543880" y="2714120"/>
                  <a:ext cx="2120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4042F61-4740-0F35-EA7E-AAA6DF5C351C}"/>
                    </a:ext>
                  </a:extLst>
                </p14:cNvPr>
                <p14:cNvContentPartPr/>
                <p14:nvPr/>
              </p14:nvContentPartPr>
              <p14:xfrm>
                <a:off x="10012880" y="2613680"/>
                <a:ext cx="34920" cy="163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4042F61-4740-0F35-EA7E-AAA6DF5C351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008560" y="2609360"/>
                  <a:ext cx="435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B0C5BE6-89A9-2724-0D9D-9AC7D9AFFF9A}"/>
                    </a:ext>
                  </a:extLst>
                </p14:cNvPr>
                <p14:cNvContentPartPr/>
                <p14:nvPr/>
              </p14:nvContentPartPr>
              <p14:xfrm>
                <a:off x="9840080" y="2615120"/>
                <a:ext cx="296280" cy="207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B0C5BE6-89A9-2724-0D9D-9AC7D9AFFF9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835760" y="2610800"/>
                  <a:ext cx="3049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7B941B3-581E-E45F-899A-8E98C89715CD}"/>
                    </a:ext>
                  </a:extLst>
                </p14:cNvPr>
                <p14:cNvContentPartPr/>
                <p14:nvPr/>
              </p14:nvContentPartPr>
              <p14:xfrm>
                <a:off x="9900560" y="3077720"/>
                <a:ext cx="232560" cy="1836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7B941B3-581E-E45F-899A-8E98C89715C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896240" y="3073400"/>
                  <a:ext cx="2412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F3B05F8-F2A1-CBE5-2B33-2A2B633AF8E1}"/>
                    </a:ext>
                  </a:extLst>
                </p14:cNvPr>
                <p14:cNvContentPartPr/>
                <p14:nvPr/>
              </p14:nvContentPartPr>
              <p14:xfrm>
                <a:off x="10014680" y="3156560"/>
                <a:ext cx="17640" cy="2239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F3B05F8-F2A1-CBE5-2B33-2A2B633AF8E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010360" y="3152240"/>
                  <a:ext cx="262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E230BE6-6584-515C-2A9E-95ACD611BEBD}"/>
                    </a:ext>
                  </a:extLst>
                </p14:cNvPr>
                <p14:cNvContentPartPr/>
                <p14:nvPr/>
              </p14:nvContentPartPr>
              <p14:xfrm>
                <a:off x="11390240" y="2674880"/>
                <a:ext cx="18360" cy="1890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E230BE6-6584-515C-2A9E-95ACD611BEB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385920" y="2670560"/>
                  <a:ext cx="270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B328CAD-983F-C250-A529-A992045E6244}"/>
                    </a:ext>
                  </a:extLst>
                </p14:cNvPr>
                <p14:cNvContentPartPr/>
                <p14:nvPr/>
              </p14:nvContentPartPr>
              <p14:xfrm>
                <a:off x="11478440" y="2662640"/>
                <a:ext cx="106560" cy="1810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B328CAD-983F-C250-A529-A992045E624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474120" y="2658320"/>
                  <a:ext cx="115200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4F780A9D-9A05-17A9-2F56-D956635B1EF5}"/>
              </a:ext>
            </a:extLst>
          </p:cNvPr>
          <p:cNvGrpSpPr/>
          <p:nvPr/>
        </p:nvGrpSpPr>
        <p:grpSpPr>
          <a:xfrm>
            <a:off x="11360720" y="3076640"/>
            <a:ext cx="219240" cy="210240"/>
            <a:chOff x="11360720" y="3076640"/>
            <a:chExt cx="21924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BFE78AF-5C3B-195F-C9E0-8C88A2A5E2B8}"/>
                    </a:ext>
                  </a:extLst>
                </p14:cNvPr>
                <p14:cNvContentPartPr/>
                <p14:nvPr/>
              </p14:nvContentPartPr>
              <p14:xfrm>
                <a:off x="11360720" y="3111920"/>
                <a:ext cx="28800" cy="1620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BFE78AF-5C3B-195F-C9E0-8C88A2A5E2B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354600" y="3105800"/>
                  <a:ext cx="410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DE2BE64-FA95-08F9-7633-0B0BE44940E6}"/>
                    </a:ext>
                  </a:extLst>
                </p14:cNvPr>
                <p14:cNvContentPartPr/>
                <p14:nvPr/>
              </p14:nvContentPartPr>
              <p14:xfrm>
                <a:off x="11452520" y="3076640"/>
                <a:ext cx="127440" cy="2102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DE2BE64-FA95-08F9-7633-0B0BE44940E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446400" y="3070520"/>
                  <a:ext cx="139680" cy="22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A5C36AED-CDA2-DCA4-E458-E3A58ED9602E}"/>
                  </a:ext>
                </a:extLst>
              </p14:cNvPr>
              <p14:cNvContentPartPr/>
              <p14:nvPr/>
            </p14:nvContentPartPr>
            <p14:xfrm>
              <a:off x="8899760" y="3042800"/>
              <a:ext cx="110880" cy="24408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A5C36AED-CDA2-DCA4-E458-E3A58ED9602E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8893640" y="3036680"/>
                <a:ext cx="12312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A8E22598-2785-83C7-6B14-3CB0717CEB8D}"/>
                  </a:ext>
                </a:extLst>
              </p14:cNvPr>
              <p14:cNvContentPartPr/>
              <p14:nvPr/>
            </p14:nvContentPartPr>
            <p14:xfrm>
              <a:off x="7313960" y="4148000"/>
              <a:ext cx="99720" cy="31788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A8E22598-2785-83C7-6B14-3CB0717CEB8D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7307840" y="4141880"/>
                <a:ext cx="11196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409A8C31-97E1-AE27-9200-2583B15C6D22}"/>
                  </a:ext>
                </a:extLst>
              </p14:cNvPr>
              <p14:cNvContentPartPr/>
              <p14:nvPr/>
            </p14:nvContentPartPr>
            <p14:xfrm>
              <a:off x="7993640" y="1869200"/>
              <a:ext cx="89640" cy="23796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409A8C31-97E1-AE27-9200-2583B15C6D22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7987520" y="1863080"/>
                <a:ext cx="101880" cy="25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7" name="Group 186">
            <a:extLst>
              <a:ext uri="{FF2B5EF4-FFF2-40B4-BE49-F238E27FC236}">
                <a16:creationId xmlns:a16="http://schemas.microsoft.com/office/drawing/2014/main" id="{A6D5DF32-5D51-CE82-C89E-C5BCD717765C}"/>
              </a:ext>
            </a:extLst>
          </p:cNvPr>
          <p:cNvGrpSpPr/>
          <p:nvPr/>
        </p:nvGrpSpPr>
        <p:grpSpPr>
          <a:xfrm>
            <a:off x="5445920" y="2389760"/>
            <a:ext cx="269640" cy="583560"/>
            <a:chOff x="5445920" y="2389760"/>
            <a:chExt cx="269640" cy="58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68457B6-05DE-D575-AECE-2009D962DE7B}"/>
                    </a:ext>
                  </a:extLst>
                </p14:cNvPr>
                <p14:cNvContentPartPr/>
                <p14:nvPr/>
              </p14:nvContentPartPr>
              <p14:xfrm>
                <a:off x="5530160" y="2389760"/>
                <a:ext cx="172800" cy="853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68457B6-05DE-D575-AECE-2009D962DE7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524040" y="2383640"/>
                  <a:ext cx="1850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5388C9E-3ECA-46D9-E31A-A11801BB0ABD}"/>
                    </a:ext>
                  </a:extLst>
                </p14:cNvPr>
                <p14:cNvContentPartPr/>
                <p14:nvPr/>
              </p14:nvContentPartPr>
              <p14:xfrm>
                <a:off x="5630960" y="2422160"/>
                <a:ext cx="61920" cy="1350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5388C9E-3ECA-46D9-E31A-A11801BB0AB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624840" y="2416040"/>
                  <a:ext cx="741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FAC0E9A-D7EA-CC08-DC78-5BC34879E935}"/>
                    </a:ext>
                  </a:extLst>
                </p14:cNvPr>
                <p14:cNvContentPartPr/>
                <p14:nvPr/>
              </p14:nvContentPartPr>
              <p14:xfrm>
                <a:off x="5445920" y="2655440"/>
                <a:ext cx="124560" cy="1105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FAC0E9A-D7EA-CC08-DC78-5BC34879E93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439800" y="2649320"/>
                  <a:ext cx="1368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6B1596E-6B5F-BFE0-6B2A-D8478B075852}"/>
                    </a:ext>
                  </a:extLst>
                </p14:cNvPr>
                <p14:cNvContentPartPr/>
                <p14:nvPr/>
              </p14:nvContentPartPr>
              <p14:xfrm>
                <a:off x="5594240" y="2634200"/>
                <a:ext cx="121320" cy="1548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6B1596E-6B5F-BFE0-6B2A-D8478B07585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588120" y="2628080"/>
                  <a:ext cx="1335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B34C950-EB29-9212-BFBA-2E8C6478FB58}"/>
                    </a:ext>
                  </a:extLst>
                </p14:cNvPr>
                <p14:cNvContentPartPr/>
                <p14:nvPr/>
              </p14:nvContentPartPr>
              <p14:xfrm>
                <a:off x="5509640" y="2892320"/>
                <a:ext cx="163800" cy="810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B34C950-EB29-9212-BFBA-2E8C6478FB5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503520" y="2886200"/>
                  <a:ext cx="176040" cy="9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260117AF-26D0-B48C-D09D-78635B83EC7C}"/>
                  </a:ext>
                </a:extLst>
              </p14:cNvPr>
              <p14:cNvContentPartPr/>
              <p14:nvPr/>
            </p14:nvContentPartPr>
            <p14:xfrm>
              <a:off x="4695320" y="2582000"/>
              <a:ext cx="199440" cy="12024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260117AF-26D0-B48C-D09D-78635B83EC7C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4689200" y="2575880"/>
                <a:ext cx="21168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279DB7C4-B093-B62D-BBD9-0B578F0EDF91}"/>
                  </a:ext>
                </a:extLst>
              </p14:cNvPr>
              <p14:cNvContentPartPr/>
              <p14:nvPr/>
            </p14:nvContentPartPr>
            <p14:xfrm>
              <a:off x="1020800" y="3389840"/>
              <a:ext cx="191520" cy="19548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279DB7C4-B093-B62D-BBD9-0B578F0EDF91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1014680" y="3383720"/>
                <a:ext cx="203760" cy="20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109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B26CD-EACA-7549-E2A1-01913204F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98E57C1-F417-434A-9077-015E4657EEDB}"/>
              </a:ext>
            </a:extLst>
          </p:cNvPr>
          <p:cNvGrpSpPr/>
          <p:nvPr/>
        </p:nvGrpSpPr>
        <p:grpSpPr>
          <a:xfrm>
            <a:off x="611867" y="166227"/>
            <a:ext cx="1639080" cy="568440"/>
            <a:chOff x="611867" y="166227"/>
            <a:chExt cx="1639080" cy="56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F982B85-3F37-0664-6B74-35F244A2229A}"/>
                    </a:ext>
                  </a:extLst>
                </p14:cNvPr>
                <p14:cNvContentPartPr/>
                <p14:nvPr/>
              </p14:nvContentPartPr>
              <p14:xfrm>
                <a:off x="858467" y="225627"/>
                <a:ext cx="423000" cy="268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BE2362C-A4ED-8310-ADBB-7BF69874070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54147" y="221307"/>
                  <a:ext cx="4316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35F328F-F451-2CB0-0EE1-C5CF7470D67E}"/>
                    </a:ext>
                  </a:extLst>
                </p14:cNvPr>
                <p14:cNvContentPartPr/>
                <p14:nvPr/>
              </p14:nvContentPartPr>
              <p14:xfrm>
                <a:off x="1364987" y="166227"/>
                <a:ext cx="232200" cy="3207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0376742-87E3-8147-8B55-1131B431C0B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60667" y="161907"/>
                  <a:ext cx="24084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DA7534A-AC53-B799-F278-862163349853}"/>
                    </a:ext>
                  </a:extLst>
                </p14:cNvPr>
                <p14:cNvContentPartPr/>
                <p14:nvPr/>
              </p14:nvContentPartPr>
              <p14:xfrm>
                <a:off x="1701587" y="212307"/>
                <a:ext cx="240840" cy="309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F1454B3-B976-1A25-F082-53D58F4D4A0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97267" y="207987"/>
                  <a:ext cx="2494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D2D7667-A6AC-7F41-4E78-097FF18DDB1A}"/>
                    </a:ext>
                  </a:extLst>
                </p14:cNvPr>
                <p14:cNvContentPartPr/>
                <p14:nvPr/>
              </p14:nvContentPartPr>
              <p14:xfrm>
                <a:off x="611867" y="643227"/>
                <a:ext cx="1639080" cy="91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E307121-E171-A096-7771-A2A38560397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07547" y="638907"/>
                  <a:ext cx="1647720" cy="10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760351C-256D-4C3C-8480-D8F7098D3880}"/>
                  </a:ext>
                </a:extLst>
              </p14:cNvPr>
              <p14:cNvContentPartPr/>
              <p14:nvPr/>
            </p14:nvContentPartPr>
            <p14:xfrm>
              <a:off x="2898947" y="419667"/>
              <a:ext cx="111600" cy="11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42756B5-E5CA-319B-8578-4FA3F95836B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94627" y="415347"/>
                <a:ext cx="120240" cy="2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0F9D16F3-74E0-C879-CA14-961BE6E0A207}"/>
              </a:ext>
            </a:extLst>
          </p:cNvPr>
          <p:cNvGrpSpPr/>
          <p:nvPr/>
        </p:nvGrpSpPr>
        <p:grpSpPr>
          <a:xfrm>
            <a:off x="3446147" y="160827"/>
            <a:ext cx="958320" cy="403560"/>
            <a:chOff x="3446147" y="160827"/>
            <a:chExt cx="95832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77CFD76-2351-82B2-E84F-5DC787A19F39}"/>
                    </a:ext>
                  </a:extLst>
                </p14:cNvPr>
                <p14:cNvContentPartPr/>
                <p14:nvPr/>
              </p14:nvContentPartPr>
              <p14:xfrm>
                <a:off x="3446147" y="251547"/>
                <a:ext cx="397800" cy="312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3F194BE-4FEC-9C7A-2D20-D5DAF69CA25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41827" y="247227"/>
                  <a:ext cx="40644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968066D-1CF7-CCEC-3B3F-0A0B24838244}"/>
                    </a:ext>
                  </a:extLst>
                </p14:cNvPr>
                <p14:cNvContentPartPr/>
                <p14:nvPr/>
              </p14:nvContentPartPr>
              <p14:xfrm>
                <a:off x="3897587" y="387267"/>
                <a:ext cx="109800" cy="141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20D4A6E-568E-3AB1-5E1C-204DB8982E6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93267" y="382947"/>
                  <a:ext cx="1184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D325E48-05D1-9A4D-96DE-FB6881C543AD}"/>
                    </a:ext>
                  </a:extLst>
                </p14:cNvPr>
                <p14:cNvContentPartPr/>
                <p14:nvPr/>
              </p14:nvContentPartPr>
              <p14:xfrm>
                <a:off x="4076507" y="390867"/>
                <a:ext cx="56160" cy="106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71FB1EF-EC90-F91A-23CF-38690D051B5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72187" y="386547"/>
                  <a:ext cx="648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398183B-F851-7078-A7A0-674278048EF8}"/>
                    </a:ext>
                  </a:extLst>
                </p14:cNvPr>
                <p14:cNvContentPartPr/>
                <p14:nvPr/>
              </p14:nvContentPartPr>
              <p14:xfrm>
                <a:off x="4187387" y="160827"/>
                <a:ext cx="217080" cy="349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9AB6BA9-0716-B08A-BF63-59228FDD53B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83067" y="156507"/>
                  <a:ext cx="225720" cy="35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D449429-8070-AA79-78CF-6F23B956BC0E}"/>
              </a:ext>
            </a:extLst>
          </p:cNvPr>
          <p:cNvGrpSpPr/>
          <p:nvPr/>
        </p:nvGrpSpPr>
        <p:grpSpPr>
          <a:xfrm>
            <a:off x="4896947" y="125187"/>
            <a:ext cx="1876680" cy="369000"/>
            <a:chOff x="4896947" y="125187"/>
            <a:chExt cx="1876680" cy="36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27D1825-769B-4D1F-3671-BF99273E7E14}"/>
                    </a:ext>
                  </a:extLst>
                </p14:cNvPr>
                <p14:cNvContentPartPr/>
                <p14:nvPr/>
              </p14:nvContentPartPr>
              <p14:xfrm>
                <a:off x="4931867" y="234267"/>
                <a:ext cx="50400" cy="259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9763921-1B7F-4B20-6DD1-9EA38188E4C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27547" y="229947"/>
                  <a:ext cx="590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712DB91-277B-CED4-5180-699CC886DF5B}"/>
                    </a:ext>
                  </a:extLst>
                </p14:cNvPr>
                <p14:cNvContentPartPr/>
                <p14:nvPr/>
              </p14:nvContentPartPr>
              <p14:xfrm>
                <a:off x="4896947" y="216267"/>
                <a:ext cx="214560" cy="253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6A526CD-EED0-8613-0C5F-2AA28DA3444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92627" y="211947"/>
                  <a:ext cx="2232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AC8293A-3608-17FA-ED7C-6B285454007A}"/>
                    </a:ext>
                  </a:extLst>
                </p14:cNvPr>
                <p14:cNvContentPartPr/>
                <p14:nvPr/>
              </p14:nvContentPartPr>
              <p14:xfrm>
                <a:off x="5164067" y="333267"/>
                <a:ext cx="86400" cy="155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2B55DD9-0887-7518-8504-2D76CD0B9A9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59747" y="328947"/>
                  <a:ext cx="950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22FD940-0CF7-3DE4-C1DA-128D601262C0}"/>
                    </a:ext>
                  </a:extLst>
                </p14:cNvPr>
                <p14:cNvContentPartPr/>
                <p14:nvPr/>
              </p14:nvContentPartPr>
              <p14:xfrm>
                <a:off x="5330387" y="353427"/>
                <a:ext cx="181080" cy="98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799041C-A580-E47D-213B-1573F329D67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326067" y="349107"/>
                  <a:ext cx="1897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D969915-97B1-CDAE-B1B9-03A321134AC8}"/>
                    </a:ext>
                  </a:extLst>
                </p14:cNvPr>
                <p14:cNvContentPartPr/>
                <p14:nvPr/>
              </p14:nvContentPartPr>
              <p14:xfrm>
                <a:off x="5492747" y="390867"/>
                <a:ext cx="110520" cy="89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CC1E76C-7489-DF3F-938D-0F82BEBAAAB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88427" y="386547"/>
                  <a:ext cx="1191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06B4042-F20B-5FA7-1C02-F5920B5CDD50}"/>
                    </a:ext>
                  </a:extLst>
                </p14:cNvPr>
                <p14:cNvContentPartPr/>
                <p14:nvPr/>
              </p14:nvContentPartPr>
              <p14:xfrm>
                <a:off x="5689307" y="125187"/>
                <a:ext cx="161280" cy="328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2EC0D21-CC44-E1D2-20DB-88FAD2BC222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84987" y="120867"/>
                  <a:ext cx="1699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E0CC6C6-F5C8-E7E4-4B3A-FFC4C4A9F471}"/>
                    </a:ext>
                  </a:extLst>
                </p14:cNvPr>
                <p14:cNvContentPartPr/>
                <p14:nvPr/>
              </p14:nvContentPartPr>
              <p14:xfrm>
                <a:off x="5900627" y="151107"/>
                <a:ext cx="342000" cy="308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F2F6001-4D60-CA1A-98AE-989133512D7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96307" y="146787"/>
                  <a:ext cx="3506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1968522-2888-CC0C-996D-E08E7CF6F207}"/>
                    </a:ext>
                  </a:extLst>
                </p14:cNvPr>
                <p14:cNvContentPartPr/>
                <p14:nvPr/>
              </p14:nvContentPartPr>
              <p14:xfrm>
                <a:off x="6187187" y="300507"/>
                <a:ext cx="369000" cy="174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7784BF1-2B5D-AD5C-6ADE-0DD769DF1AE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82867" y="296187"/>
                  <a:ext cx="3776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D1EA0B7-94CA-4DC2-31F0-73CA4011D700}"/>
                    </a:ext>
                  </a:extLst>
                </p14:cNvPr>
                <p14:cNvContentPartPr/>
                <p14:nvPr/>
              </p14:nvContentPartPr>
              <p14:xfrm>
                <a:off x="6600107" y="380427"/>
                <a:ext cx="173520" cy="69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89D0B1C-7BD8-1BCD-2B60-C80541DABAD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595787" y="376107"/>
                  <a:ext cx="18216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4CA8AAC-DD46-62DB-04D2-EA55615BC07F}"/>
              </a:ext>
            </a:extLst>
          </p:cNvPr>
          <p:cNvGrpSpPr/>
          <p:nvPr/>
        </p:nvGrpSpPr>
        <p:grpSpPr>
          <a:xfrm>
            <a:off x="7217867" y="163707"/>
            <a:ext cx="1711800" cy="326880"/>
            <a:chOff x="7217867" y="163707"/>
            <a:chExt cx="1711800" cy="32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68AA235-E5C4-CC1C-0C0F-33955F6BE423}"/>
                    </a:ext>
                  </a:extLst>
                </p14:cNvPr>
                <p14:cNvContentPartPr/>
                <p14:nvPr/>
              </p14:nvContentPartPr>
              <p14:xfrm>
                <a:off x="7217867" y="253347"/>
                <a:ext cx="384120" cy="204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740DB2C-BC08-418D-7E93-CF29CC54C2B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213547" y="249027"/>
                  <a:ext cx="3927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252D61C-CC84-8AB9-0326-3A0F117CF462}"/>
                    </a:ext>
                  </a:extLst>
                </p14:cNvPr>
                <p14:cNvContentPartPr/>
                <p14:nvPr/>
              </p14:nvContentPartPr>
              <p14:xfrm>
                <a:off x="7566347" y="206547"/>
                <a:ext cx="110160" cy="284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CF2325B-C3C2-29DA-C784-0C432B19D7F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562027" y="202227"/>
                  <a:ext cx="1188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BDE256C-9246-B3EF-4FCA-349C550D864C}"/>
                    </a:ext>
                  </a:extLst>
                </p14:cNvPr>
                <p14:cNvContentPartPr/>
                <p14:nvPr/>
              </p14:nvContentPartPr>
              <p14:xfrm>
                <a:off x="7585787" y="301947"/>
                <a:ext cx="221760" cy="125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2BD74A5-B853-2165-389B-D14F93E9032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581467" y="297627"/>
                  <a:ext cx="2304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50F6B24-444B-86B7-5853-3DB4220E385E}"/>
                    </a:ext>
                  </a:extLst>
                </p14:cNvPr>
                <p14:cNvContentPartPr/>
                <p14:nvPr/>
              </p14:nvContentPartPr>
              <p14:xfrm>
                <a:off x="7846787" y="355587"/>
                <a:ext cx="157680" cy="58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CD1147E-8A1D-12F2-7BF3-812F08E34F7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842467" y="351267"/>
                  <a:ext cx="1663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C9A7437-2042-B09C-1728-A4239F4828EF}"/>
                    </a:ext>
                  </a:extLst>
                </p14:cNvPr>
                <p14:cNvContentPartPr/>
                <p14:nvPr/>
              </p14:nvContentPartPr>
              <p14:xfrm>
                <a:off x="8050187" y="331107"/>
                <a:ext cx="132840" cy="66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D1F2EBF-1E7E-CC1F-6E0E-55009ABB013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045867" y="326787"/>
                  <a:ext cx="1414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C0F35E9-B3CF-F99A-295C-FC657ED0102A}"/>
                    </a:ext>
                  </a:extLst>
                </p14:cNvPr>
                <p14:cNvContentPartPr/>
                <p14:nvPr/>
              </p14:nvContentPartPr>
              <p14:xfrm>
                <a:off x="8270507" y="163707"/>
                <a:ext cx="108000" cy="286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C4CC65F-BA18-DB74-6122-3B1A9CD5601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266187" y="159387"/>
                  <a:ext cx="116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563DE32-6544-045F-AF34-917A313897AC}"/>
                    </a:ext>
                  </a:extLst>
                </p14:cNvPr>
                <p14:cNvContentPartPr/>
                <p14:nvPr/>
              </p14:nvContentPartPr>
              <p14:xfrm>
                <a:off x="8186267" y="319587"/>
                <a:ext cx="344160" cy="118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ABDAED1-C940-986E-CF09-DAB74050C2E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181947" y="315267"/>
                  <a:ext cx="3528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9A6F689-9703-8BCE-9569-55567E59E82F}"/>
                    </a:ext>
                  </a:extLst>
                </p14:cNvPr>
                <p14:cNvContentPartPr/>
                <p14:nvPr/>
              </p14:nvContentPartPr>
              <p14:xfrm>
                <a:off x="8599907" y="270987"/>
                <a:ext cx="130320" cy="190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4DA5A68-A38B-69CB-05DD-B2E75927AA1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595587" y="266667"/>
                  <a:ext cx="1389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53C081C-5621-EE20-1217-EF03E53F891D}"/>
                    </a:ext>
                  </a:extLst>
                </p14:cNvPr>
                <p14:cNvContentPartPr/>
                <p14:nvPr/>
              </p14:nvContentPartPr>
              <p14:xfrm>
                <a:off x="8764427" y="296187"/>
                <a:ext cx="165240" cy="179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B286D87-D651-79FE-6FC7-18840920D1E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60107" y="291867"/>
                  <a:ext cx="17388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73E9A6F-EEB3-958C-9E4E-5F87C95D94EF}"/>
              </a:ext>
            </a:extLst>
          </p:cNvPr>
          <p:cNvGrpSpPr/>
          <p:nvPr/>
        </p:nvGrpSpPr>
        <p:grpSpPr>
          <a:xfrm>
            <a:off x="735347" y="993867"/>
            <a:ext cx="2487960" cy="518760"/>
            <a:chOff x="735347" y="993867"/>
            <a:chExt cx="2487960" cy="51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762877E-A6E9-22F1-C269-C055FBE2BF14}"/>
                    </a:ext>
                  </a:extLst>
                </p14:cNvPr>
                <p14:cNvContentPartPr/>
                <p14:nvPr/>
              </p14:nvContentPartPr>
              <p14:xfrm>
                <a:off x="735347" y="1169187"/>
                <a:ext cx="175680" cy="343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3F1D3EC-7CBC-8511-2B01-67B977B8CEB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1027" y="1164867"/>
                  <a:ext cx="1843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5045756-6053-2EC6-1CAB-C19EAE4A9D2F}"/>
                    </a:ext>
                  </a:extLst>
                </p14:cNvPr>
                <p14:cNvContentPartPr/>
                <p14:nvPr/>
              </p14:nvContentPartPr>
              <p14:xfrm>
                <a:off x="912107" y="1137507"/>
                <a:ext cx="150480" cy="329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4CA9DC3-C5EA-6016-D085-D9D26B3CA8B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07787" y="1133187"/>
                  <a:ext cx="15912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AFDEB19-039D-878C-9B34-7CB6DE386022}"/>
                    </a:ext>
                  </a:extLst>
                </p14:cNvPr>
                <p14:cNvContentPartPr/>
                <p14:nvPr/>
              </p14:nvContentPartPr>
              <p14:xfrm>
                <a:off x="774587" y="1306707"/>
                <a:ext cx="294480" cy="43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FA68E42-5501-ACD9-8B2B-E022F587684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70267" y="1302387"/>
                  <a:ext cx="3031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91A1160-2B07-2D3B-5F1E-7FFC52FC95D4}"/>
                    </a:ext>
                  </a:extLst>
                </p14:cNvPr>
                <p14:cNvContentPartPr/>
                <p14:nvPr/>
              </p14:nvContentPartPr>
              <p14:xfrm>
                <a:off x="1165907" y="1363227"/>
                <a:ext cx="22320" cy="81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C21D8A3-BD75-960F-3BC2-0DF40BF498C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61587" y="1358907"/>
                  <a:ext cx="309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FE58DE5-8D1E-8BF9-DC81-CE4545A29F6A}"/>
                    </a:ext>
                  </a:extLst>
                </p14:cNvPr>
                <p14:cNvContentPartPr/>
                <p14:nvPr/>
              </p14:nvContentPartPr>
              <p14:xfrm>
                <a:off x="1243307" y="1230747"/>
                <a:ext cx="18360" cy="50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7FCF2D2-3EB5-23F9-15C1-22C90B83717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238987" y="1226427"/>
                  <a:ext cx="270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69D858F-40CE-130B-251E-AA1D9887AFD2}"/>
                    </a:ext>
                  </a:extLst>
                </p14:cNvPr>
                <p14:cNvContentPartPr/>
                <p14:nvPr/>
              </p14:nvContentPartPr>
              <p14:xfrm>
                <a:off x="1274987" y="1331547"/>
                <a:ext cx="128880" cy="120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963CFC4-EB63-EBF5-9446-D110B3564C8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270667" y="1327227"/>
                  <a:ext cx="1375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021AC01-1762-798F-C486-4C84956B73DB}"/>
                    </a:ext>
                  </a:extLst>
                </p14:cNvPr>
                <p14:cNvContentPartPr/>
                <p14:nvPr/>
              </p14:nvContentPartPr>
              <p14:xfrm>
                <a:off x="1487387" y="1292667"/>
                <a:ext cx="120600" cy="141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CE7D720-5CB5-00FA-405E-7B628C2914E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483067" y="1288347"/>
                  <a:ext cx="1292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9013D3C-1948-8340-D681-C24A6798BB5D}"/>
                    </a:ext>
                  </a:extLst>
                </p14:cNvPr>
                <p14:cNvContentPartPr/>
                <p14:nvPr/>
              </p14:nvContentPartPr>
              <p14:xfrm>
                <a:off x="1584227" y="1321107"/>
                <a:ext cx="147960" cy="114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489E6AD-3796-277F-C686-41B797A60CF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579907" y="1316787"/>
                  <a:ext cx="1566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CDB24E9-6E43-8178-7BA7-FCCDBAAA9468}"/>
                    </a:ext>
                  </a:extLst>
                </p14:cNvPr>
                <p14:cNvContentPartPr/>
                <p14:nvPr/>
              </p14:nvContentPartPr>
              <p14:xfrm>
                <a:off x="1831187" y="1294467"/>
                <a:ext cx="137880" cy="133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4302079-EA8E-9CA5-4A4F-E318E2EECE9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26867" y="1290147"/>
                  <a:ext cx="1465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7B2B88C-C2B3-B833-7276-94DB12C89A47}"/>
                    </a:ext>
                  </a:extLst>
                </p14:cNvPr>
                <p14:cNvContentPartPr/>
                <p14:nvPr/>
              </p14:nvContentPartPr>
              <p14:xfrm>
                <a:off x="1951787" y="1281867"/>
                <a:ext cx="158040" cy="118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D74EAF2-D9EB-F687-9113-3FCC3D804D5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947467" y="1277547"/>
                  <a:ext cx="1666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C5D35CA-75AC-E142-BB12-1EEE6565504E}"/>
                    </a:ext>
                  </a:extLst>
                </p14:cNvPr>
                <p14:cNvContentPartPr/>
                <p14:nvPr/>
              </p14:nvContentPartPr>
              <p14:xfrm>
                <a:off x="2190107" y="993867"/>
                <a:ext cx="177120" cy="374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8744A37-BD48-FDCE-1715-784FFD23D80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185787" y="989547"/>
                  <a:ext cx="18576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9767EA9-2871-D0BD-BFFB-ED58F70230A9}"/>
                    </a:ext>
                  </a:extLst>
                </p14:cNvPr>
                <p14:cNvContentPartPr/>
                <p14:nvPr/>
              </p14:nvContentPartPr>
              <p14:xfrm>
                <a:off x="2439227" y="1305987"/>
                <a:ext cx="12240" cy="70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750C478-2896-C230-3503-1DA8D044A72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434907" y="1301667"/>
                  <a:ext cx="208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98F7D8D-17AA-41FC-3302-5464296D4D6C}"/>
                    </a:ext>
                  </a:extLst>
                </p14:cNvPr>
                <p14:cNvContentPartPr/>
                <p14:nvPr/>
              </p14:nvContentPartPr>
              <p14:xfrm>
                <a:off x="2509067" y="1152627"/>
                <a:ext cx="11520" cy="28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6205341-197D-7115-97AB-BB505333FE3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504747" y="1148307"/>
                  <a:ext cx="201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D7FA3A1-FAF2-04D4-0F2B-9C10A313A50F}"/>
                    </a:ext>
                  </a:extLst>
                </p14:cNvPr>
                <p14:cNvContentPartPr/>
                <p14:nvPr/>
              </p14:nvContentPartPr>
              <p14:xfrm>
                <a:off x="2555147" y="1263147"/>
                <a:ext cx="100440" cy="95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BF02AAD-02CF-CA8D-A9BE-2D420AC0497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550827" y="1258827"/>
                  <a:ext cx="109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DBFA4B-568F-CE84-DB9D-DDDAE033535E}"/>
                    </a:ext>
                  </a:extLst>
                </p14:cNvPr>
                <p14:cNvContentPartPr/>
                <p14:nvPr/>
              </p14:nvContentPartPr>
              <p14:xfrm>
                <a:off x="2792747" y="1009347"/>
                <a:ext cx="430560" cy="352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63F6FA8-A128-1E8B-DB57-4AB5F8AEF89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788427" y="1005027"/>
                  <a:ext cx="439200" cy="36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6A93D15-D125-BF7E-864E-9CC5217FD8AC}"/>
              </a:ext>
            </a:extLst>
          </p:cNvPr>
          <p:cNvGrpSpPr/>
          <p:nvPr/>
        </p:nvGrpSpPr>
        <p:grpSpPr>
          <a:xfrm>
            <a:off x="3533987" y="1005200"/>
            <a:ext cx="2732400" cy="484920"/>
            <a:chOff x="3533987" y="1005200"/>
            <a:chExt cx="2732400" cy="48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CAB7319-812F-D8AF-6370-8A64B63696F1}"/>
                    </a:ext>
                  </a:extLst>
                </p14:cNvPr>
                <p14:cNvContentPartPr/>
                <p14:nvPr/>
              </p14:nvContentPartPr>
              <p14:xfrm>
                <a:off x="3656027" y="1063880"/>
                <a:ext cx="49320" cy="259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7B47EE7-B9B9-1A59-6689-56C2E91EA0E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51707" y="1059560"/>
                  <a:ext cx="579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0DABE85-65DC-F641-0759-398BFB151C31}"/>
                    </a:ext>
                  </a:extLst>
                </p14:cNvPr>
                <p14:cNvContentPartPr/>
                <p14:nvPr/>
              </p14:nvContentPartPr>
              <p14:xfrm>
                <a:off x="3533987" y="1028240"/>
                <a:ext cx="299880" cy="333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869D051-946F-C885-75B1-F6C6EA3E5CB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529667" y="1023920"/>
                  <a:ext cx="30852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098E499-0D66-A0F4-D183-249760C59387}"/>
                    </a:ext>
                  </a:extLst>
                </p14:cNvPr>
                <p14:cNvContentPartPr/>
                <p14:nvPr/>
              </p14:nvContentPartPr>
              <p14:xfrm>
                <a:off x="3882467" y="1212560"/>
                <a:ext cx="177840" cy="119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6A80BFA-9F14-DD7D-1EDE-45E49CC1C51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878147" y="1208240"/>
                  <a:ext cx="1864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E0E49BC-1DB5-E7C8-A64F-3C875987379F}"/>
                    </a:ext>
                  </a:extLst>
                </p14:cNvPr>
                <p14:cNvContentPartPr/>
                <p14:nvPr/>
              </p14:nvContentPartPr>
              <p14:xfrm>
                <a:off x="4076147" y="1208960"/>
                <a:ext cx="188280" cy="121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A9AFB22-D0FA-A9F5-D43D-242D4A72053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071827" y="1204640"/>
                  <a:ext cx="1969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44B1A84-EBD3-3D84-29B0-09E9970D0344}"/>
                    </a:ext>
                  </a:extLst>
                </p14:cNvPr>
                <p14:cNvContentPartPr/>
                <p14:nvPr/>
              </p14:nvContentPartPr>
              <p14:xfrm>
                <a:off x="4259387" y="1221200"/>
                <a:ext cx="108000" cy="102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D0EDFFB-F3A4-1B6F-DF3A-56283190B97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255067" y="1216880"/>
                  <a:ext cx="1166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015FA2F-2DB2-E445-7420-15F7FD7D4BD3}"/>
                    </a:ext>
                  </a:extLst>
                </p14:cNvPr>
                <p14:cNvContentPartPr/>
                <p14:nvPr/>
              </p14:nvContentPartPr>
              <p14:xfrm>
                <a:off x="4417427" y="1242800"/>
                <a:ext cx="313560" cy="83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04E57BC-7714-F1E6-ABD0-B53076E1DBC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413107" y="1238480"/>
                  <a:ext cx="322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4F948F2-EC42-C306-81B3-AED5D849A1CB}"/>
                    </a:ext>
                  </a:extLst>
                </p14:cNvPr>
                <p14:cNvContentPartPr/>
                <p14:nvPr/>
              </p14:nvContentPartPr>
              <p14:xfrm>
                <a:off x="4728467" y="1206800"/>
                <a:ext cx="100440" cy="283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49FA42F-312C-2EE1-B16A-9F519FFBD63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724147" y="1202480"/>
                  <a:ext cx="1090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34B995E-E7EE-2BB0-838C-B870CE93C44E}"/>
                    </a:ext>
                  </a:extLst>
                </p14:cNvPr>
                <p14:cNvContentPartPr/>
                <p14:nvPr/>
              </p14:nvContentPartPr>
              <p14:xfrm>
                <a:off x="4864547" y="1147400"/>
                <a:ext cx="63360" cy="97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67B5921-0192-C0F5-5B24-2F479FE2226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860227" y="1143080"/>
                  <a:ext cx="720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B34986F-3423-B0B2-0391-C1F32A322007}"/>
                    </a:ext>
                  </a:extLst>
                </p14:cNvPr>
                <p14:cNvContentPartPr/>
                <p14:nvPr/>
              </p14:nvContentPartPr>
              <p14:xfrm>
                <a:off x="4974707" y="1159280"/>
                <a:ext cx="98640" cy="112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AF4418D-7622-0E40-6D33-55FDD924957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970387" y="1154960"/>
                  <a:ext cx="1072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FA62D98-48F7-C6FE-9CD4-599C2988643F}"/>
                    </a:ext>
                  </a:extLst>
                </p14:cNvPr>
                <p14:cNvContentPartPr/>
                <p14:nvPr/>
              </p14:nvContentPartPr>
              <p14:xfrm>
                <a:off x="5133467" y="1156760"/>
                <a:ext cx="125640" cy="115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A78E5FC-8361-C96D-E529-62AEFC0EB37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29147" y="1152440"/>
                  <a:ext cx="1342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D2C0565-8D8B-4C49-BD57-D42FDD9B2622}"/>
                    </a:ext>
                  </a:extLst>
                </p14:cNvPr>
                <p14:cNvContentPartPr/>
                <p14:nvPr/>
              </p14:nvContentPartPr>
              <p14:xfrm>
                <a:off x="5332547" y="1169000"/>
                <a:ext cx="36360" cy="97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06955A6-6235-D94A-A028-49752CD4EBD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328227" y="1164680"/>
                  <a:ext cx="450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57F4BF3-4B1B-345F-164D-8D0928F7DF56}"/>
                    </a:ext>
                  </a:extLst>
                </p14:cNvPr>
                <p14:cNvContentPartPr/>
                <p14:nvPr/>
              </p14:nvContentPartPr>
              <p14:xfrm>
                <a:off x="5391227" y="1066760"/>
                <a:ext cx="19800" cy="12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3D0829C-3BD1-013B-A064-3CDAD1E7B4D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386907" y="1062440"/>
                  <a:ext cx="284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9488827-DECB-DFBA-4945-4A1631C40F70}"/>
                    </a:ext>
                  </a:extLst>
                </p14:cNvPr>
                <p14:cNvContentPartPr/>
                <p14:nvPr/>
              </p14:nvContentPartPr>
              <p14:xfrm>
                <a:off x="5578787" y="1005200"/>
                <a:ext cx="141840" cy="272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FA7C280-7AE1-9DA1-E2D7-DF78F27F8DF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574467" y="1000880"/>
                  <a:ext cx="1504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1B3AB35-A701-F4FC-52B5-4C69E188DA83}"/>
                    </a:ext>
                  </a:extLst>
                </p14:cNvPr>
                <p14:cNvContentPartPr/>
                <p14:nvPr/>
              </p14:nvContentPartPr>
              <p14:xfrm>
                <a:off x="5527667" y="1115000"/>
                <a:ext cx="210960" cy="57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4AE1431-A46A-D42A-E942-08F73C23050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523347" y="1110680"/>
                  <a:ext cx="219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5BC0158-2C38-C00A-36CD-EF20F80F166E}"/>
                    </a:ext>
                  </a:extLst>
                </p14:cNvPr>
                <p14:cNvContentPartPr/>
                <p14:nvPr/>
              </p14:nvContentPartPr>
              <p14:xfrm>
                <a:off x="5741147" y="1147400"/>
                <a:ext cx="61920" cy="86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1284D1B-0849-47C2-15A5-E94E4C879E0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736827" y="1143080"/>
                  <a:ext cx="705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C57268E-EDDB-BBD9-A623-24E92DC02F74}"/>
                    </a:ext>
                  </a:extLst>
                </p14:cNvPr>
                <p14:cNvContentPartPr/>
                <p14:nvPr/>
              </p14:nvContentPartPr>
              <p14:xfrm>
                <a:off x="5825747" y="1040480"/>
                <a:ext cx="14760" cy="38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330E4DC-9DE8-79AD-31F8-F9D81333878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821427" y="1036160"/>
                  <a:ext cx="234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8BA453F-78A9-3857-69D5-C6412BFB0BAE}"/>
                    </a:ext>
                  </a:extLst>
                </p14:cNvPr>
                <p14:cNvContentPartPr/>
                <p14:nvPr/>
              </p14:nvContentPartPr>
              <p14:xfrm>
                <a:off x="5943107" y="1107440"/>
                <a:ext cx="323280" cy="168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773C143-745D-474C-9F46-09232081AA2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938787" y="1103120"/>
                  <a:ext cx="33192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E70CF7A-B8BE-2D19-430F-0E507E6AE3BD}"/>
              </a:ext>
            </a:extLst>
          </p:cNvPr>
          <p:cNvGrpSpPr/>
          <p:nvPr/>
        </p:nvGrpSpPr>
        <p:grpSpPr>
          <a:xfrm>
            <a:off x="6767507" y="852920"/>
            <a:ext cx="437760" cy="428400"/>
            <a:chOff x="6767507" y="852920"/>
            <a:chExt cx="437760" cy="42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EF24118-D1BA-9BB1-87C4-5CDC5931EDA2}"/>
                    </a:ext>
                  </a:extLst>
                </p14:cNvPr>
                <p14:cNvContentPartPr/>
                <p14:nvPr/>
              </p14:nvContentPartPr>
              <p14:xfrm>
                <a:off x="6767507" y="1105280"/>
                <a:ext cx="82800" cy="118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45A9EF6-AC36-CC74-8C4C-5B9E6799C45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763187" y="1100960"/>
                  <a:ext cx="914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907B327-5611-58D0-E3D3-5F34A9201BE2}"/>
                    </a:ext>
                  </a:extLst>
                </p14:cNvPr>
                <p14:cNvContentPartPr/>
                <p14:nvPr/>
              </p14:nvContentPartPr>
              <p14:xfrm>
                <a:off x="6966587" y="852920"/>
                <a:ext cx="238680" cy="4284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BE682BE-A9F9-89DA-A7DC-D69C6762F3F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962267" y="848600"/>
                  <a:ext cx="24732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A1FBADD-209D-4082-AFC6-C7D2F42C88F8}"/>
                    </a:ext>
                  </a:extLst>
                </p14:cNvPr>
                <p14:cNvContentPartPr/>
                <p14:nvPr/>
              </p14:nvContentPartPr>
              <p14:xfrm>
                <a:off x="6906107" y="1085480"/>
                <a:ext cx="147960" cy="169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E54653F-46D5-0029-7EEF-33AA64D3952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01787" y="1081160"/>
                  <a:ext cx="15660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23F2A7C-BDA9-35C0-8C43-D0DA4AFC215D}"/>
              </a:ext>
            </a:extLst>
          </p:cNvPr>
          <p:cNvGrpSpPr/>
          <p:nvPr/>
        </p:nvGrpSpPr>
        <p:grpSpPr>
          <a:xfrm>
            <a:off x="7616027" y="918800"/>
            <a:ext cx="919440" cy="341640"/>
            <a:chOff x="7616027" y="918800"/>
            <a:chExt cx="919440" cy="34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70E8C4C-7CC9-8B67-A977-76558F55F35A}"/>
                    </a:ext>
                  </a:extLst>
                </p14:cNvPr>
                <p14:cNvContentPartPr/>
                <p14:nvPr/>
              </p14:nvContentPartPr>
              <p14:xfrm>
                <a:off x="7745267" y="998360"/>
                <a:ext cx="83880" cy="250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1948FAD-4710-9F0D-2CD2-0580AAC6430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740947" y="994040"/>
                  <a:ext cx="925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4562925-9830-C1CD-2EA4-6D92466AE9E3}"/>
                    </a:ext>
                  </a:extLst>
                </p14:cNvPr>
                <p14:cNvContentPartPr/>
                <p14:nvPr/>
              </p14:nvContentPartPr>
              <p14:xfrm>
                <a:off x="7616027" y="965240"/>
                <a:ext cx="389520" cy="25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CC57F62-3F8E-5EEF-BA63-39C025D2C6B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611707" y="960920"/>
                  <a:ext cx="3981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4B761C8-BCB2-BD12-A087-3EB66DBA3B5E}"/>
                    </a:ext>
                  </a:extLst>
                </p14:cNvPr>
                <p14:cNvContentPartPr/>
                <p14:nvPr/>
              </p14:nvContentPartPr>
              <p14:xfrm>
                <a:off x="7899347" y="1129040"/>
                <a:ext cx="136800" cy="878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B5F6EDD-85C1-8F43-2E89-6396BA64331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895027" y="1124720"/>
                  <a:ext cx="1454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CC232B7-3592-04B2-9BE0-09B0FF3117C3}"/>
                    </a:ext>
                  </a:extLst>
                </p14:cNvPr>
                <p14:cNvContentPartPr/>
                <p14:nvPr/>
              </p14:nvContentPartPr>
              <p14:xfrm>
                <a:off x="8074667" y="1109600"/>
                <a:ext cx="115920" cy="1508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21937FF-B1C6-110D-416C-80EAE7BE700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070347" y="1105280"/>
                  <a:ext cx="1245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C9FBDAC-739D-1965-AE82-779160C6DD1C}"/>
                    </a:ext>
                  </a:extLst>
                </p14:cNvPr>
                <p14:cNvContentPartPr/>
                <p14:nvPr/>
              </p14:nvContentPartPr>
              <p14:xfrm>
                <a:off x="8209307" y="918800"/>
                <a:ext cx="165600" cy="315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86A0263-5E19-99B1-5F29-37998E3D115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204987" y="914480"/>
                  <a:ext cx="17424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34088CE-4BF7-2191-3426-B761D0B3B4F1}"/>
                    </a:ext>
                  </a:extLst>
                </p14:cNvPr>
                <p14:cNvContentPartPr/>
                <p14:nvPr/>
              </p14:nvContentPartPr>
              <p14:xfrm>
                <a:off x="8426387" y="1136600"/>
                <a:ext cx="109080" cy="1126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4FD1663-FACA-B801-63ED-540ABF480DE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422067" y="1132280"/>
                  <a:ext cx="11772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03AFA477-77E7-2DC8-A164-F80118A52CA1}"/>
              </a:ext>
            </a:extLst>
          </p:cNvPr>
          <p:cNvGrpSpPr/>
          <p:nvPr/>
        </p:nvGrpSpPr>
        <p:grpSpPr>
          <a:xfrm>
            <a:off x="8728787" y="792080"/>
            <a:ext cx="2181600" cy="524880"/>
            <a:chOff x="8728787" y="792080"/>
            <a:chExt cx="2181600" cy="52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37A82B0-2493-998F-C1DE-24C887B3129E}"/>
                    </a:ext>
                  </a:extLst>
                </p14:cNvPr>
                <p14:cNvContentPartPr/>
                <p14:nvPr/>
              </p14:nvContentPartPr>
              <p14:xfrm>
                <a:off x="8728787" y="941840"/>
                <a:ext cx="252360" cy="353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034FFFE-FB1A-2B3D-E197-4B35F2DBAE6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724467" y="937520"/>
                  <a:ext cx="2610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F2BC96A-6154-1233-49D2-DCEA00EC5262}"/>
                    </a:ext>
                  </a:extLst>
                </p14:cNvPr>
                <p14:cNvContentPartPr/>
                <p14:nvPr/>
              </p14:nvContentPartPr>
              <p14:xfrm>
                <a:off x="9076547" y="917000"/>
                <a:ext cx="234000" cy="3376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184FE64-4AA7-E2DA-C7A5-5A84A43D7BA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072227" y="912680"/>
                  <a:ext cx="2426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C7221E6-7F5E-1458-6B39-23868C5D1676}"/>
                    </a:ext>
                  </a:extLst>
                </p14:cNvPr>
                <p14:cNvContentPartPr/>
                <p14:nvPr/>
              </p14:nvContentPartPr>
              <p14:xfrm>
                <a:off x="9187427" y="1068560"/>
                <a:ext cx="297000" cy="88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33B3D14-CE10-BDD7-AE32-145FF392369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183107" y="1064240"/>
                  <a:ext cx="3056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9F57264-81B8-6DAB-BFE4-340AEFEA0039}"/>
                    </a:ext>
                  </a:extLst>
                </p14:cNvPr>
                <p14:cNvContentPartPr/>
                <p14:nvPr/>
              </p14:nvContentPartPr>
              <p14:xfrm>
                <a:off x="9550667" y="955520"/>
                <a:ext cx="156960" cy="233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935E759-D1F0-1F00-398A-FE27E6AD8E2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546347" y="951200"/>
                  <a:ext cx="1656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FEF6609-4150-4D43-52A2-1C7F984D2665}"/>
                    </a:ext>
                  </a:extLst>
                </p14:cNvPr>
                <p14:cNvContentPartPr/>
                <p14:nvPr/>
              </p14:nvContentPartPr>
              <p14:xfrm>
                <a:off x="9516827" y="1084040"/>
                <a:ext cx="210600" cy="65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2504A6D-128E-D6EA-07A8-6C35F036079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512507" y="1079720"/>
                  <a:ext cx="2192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A03991E-0568-1D32-FAF3-D6E68D99CF8A}"/>
                    </a:ext>
                  </a:extLst>
                </p14:cNvPr>
                <p14:cNvContentPartPr/>
                <p14:nvPr/>
              </p14:nvContentPartPr>
              <p14:xfrm>
                <a:off x="9787187" y="1016360"/>
                <a:ext cx="2520" cy="122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DAAEC4C-10DC-C658-0D24-600ABAE5899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782867" y="1012040"/>
                  <a:ext cx="11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2B084AD-2AAC-3FAC-E472-6B0EB6B6E98F}"/>
                    </a:ext>
                  </a:extLst>
                </p14:cNvPr>
                <p14:cNvContentPartPr/>
                <p14:nvPr/>
              </p14:nvContentPartPr>
              <p14:xfrm>
                <a:off x="9813467" y="1026080"/>
                <a:ext cx="294120" cy="147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BAD6729-FFA6-58DD-B2CC-7C8F024E7A6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809147" y="1021760"/>
                  <a:ext cx="3027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155F5CE-589E-5B8C-01C5-E721B7B2E418}"/>
                    </a:ext>
                  </a:extLst>
                </p14:cNvPr>
                <p14:cNvContentPartPr/>
                <p14:nvPr/>
              </p14:nvContentPartPr>
              <p14:xfrm>
                <a:off x="10125587" y="932840"/>
                <a:ext cx="21600" cy="16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D2A1F60-A7AE-84D7-BBC3-BCC4A00DB0D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121267" y="928520"/>
                  <a:ext cx="302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52B8BF6-959A-D43E-CF72-BF4711CC69B2}"/>
                    </a:ext>
                  </a:extLst>
                </p14:cNvPr>
                <p14:cNvContentPartPr/>
                <p14:nvPr/>
              </p14:nvContentPartPr>
              <p14:xfrm>
                <a:off x="10201547" y="924560"/>
                <a:ext cx="101160" cy="210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3A879A8-15EA-A17D-2558-18CF5D2A3C4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197227" y="920240"/>
                  <a:ext cx="1098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88AA215-746B-11D2-AEC0-6E05AE56D82C}"/>
                    </a:ext>
                  </a:extLst>
                </p14:cNvPr>
                <p14:cNvContentPartPr/>
                <p14:nvPr/>
              </p14:nvContentPartPr>
              <p14:xfrm>
                <a:off x="10175987" y="1048760"/>
                <a:ext cx="220320" cy="65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3226B9D-6548-E080-93DA-B3CA1C0ECD5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171667" y="1044440"/>
                  <a:ext cx="2289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0F14F8A-68FD-590A-82AC-0033544D3E53}"/>
                    </a:ext>
                  </a:extLst>
                </p14:cNvPr>
                <p14:cNvContentPartPr/>
                <p14:nvPr/>
              </p14:nvContentPartPr>
              <p14:xfrm>
                <a:off x="10457507" y="945440"/>
                <a:ext cx="10800" cy="410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985A529-ABC6-5B76-62A2-363D36135FE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453187" y="941120"/>
                  <a:ext cx="19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BD269E3-88FA-0524-EE9D-E9718E9FAF75}"/>
                    </a:ext>
                  </a:extLst>
                </p14:cNvPr>
                <p14:cNvContentPartPr/>
                <p14:nvPr/>
              </p14:nvContentPartPr>
              <p14:xfrm>
                <a:off x="10496027" y="1019240"/>
                <a:ext cx="82440" cy="79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73CB36C-03F0-7C73-73E4-B37313DFD29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491707" y="1014920"/>
                  <a:ext cx="910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43DE459-9EF7-572D-04C5-A63F3FF0D79B}"/>
                    </a:ext>
                  </a:extLst>
                </p14:cNvPr>
                <p14:cNvContentPartPr/>
                <p14:nvPr/>
              </p14:nvContentPartPr>
              <p14:xfrm>
                <a:off x="10625267" y="1034360"/>
                <a:ext cx="70920" cy="1162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BCBE241-5C71-9291-F776-D55FB93B0C8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620947" y="1030040"/>
                  <a:ext cx="795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B908C9F-54C7-3581-9702-EC3C85BCAA16}"/>
                    </a:ext>
                  </a:extLst>
                </p14:cNvPr>
                <p14:cNvContentPartPr/>
                <p14:nvPr/>
              </p14:nvContentPartPr>
              <p14:xfrm>
                <a:off x="10783307" y="792080"/>
                <a:ext cx="127080" cy="5248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0BA6C81-644C-E854-EC93-B2693999EFF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778987" y="787760"/>
                  <a:ext cx="135720" cy="53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B0D762C-92C1-43D6-F861-14B3E1A2002E}"/>
              </a:ext>
            </a:extLst>
          </p:cNvPr>
          <p:cNvGrpSpPr/>
          <p:nvPr/>
        </p:nvGrpSpPr>
        <p:grpSpPr>
          <a:xfrm>
            <a:off x="11158067" y="906920"/>
            <a:ext cx="409680" cy="270360"/>
            <a:chOff x="11158067" y="906920"/>
            <a:chExt cx="40968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8E44C94-864F-B57A-AC07-54E716D8A261}"/>
                    </a:ext>
                  </a:extLst>
                </p14:cNvPr>
                <p14:cNvContentPartPr/>
                <p14:nvPr/>
              </p14:nvContentPartPr>
              <p14:xfrm>
                <a:off x="11172467" y="906920"/>
                <a:ext cx="187560" cy="270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B2F8B9A-C9FF-5C6A-CE77-D0FF3DB7100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168147" y="902600"/>
                  <a:ext cx="1962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E1964DF-7E6E-1BBA-E7E1-D660B3B811CF}"/>
                    </a:ext>
                  </a:extLst>
                </p14:cNvPr>
                <p14:cNvContentPartPr/>
                <p14:nvPr/>
              </p14:nvContentPartPr>
              <p14:xfrm>
                <a:off x="11158067" y="969560"/>
                <a:ext cx="409680" cy="38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CBC40F1-A032-16BD-CE00-E11B9D2C576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153747" y="965240"/>
                  <a:ext cx="418320" cy="4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1D212388-C48A-9BCE-9E3B-BA4D0258F8B0}"/>
                  </a:ext>
                </a:extLst>
              </p14:cNvPr>
              <p14:cNvContentPartPr/>
              <p14:nvPr/>
            </p14:nvContentPartPr>
            <p14:xfrm>
              <a:off x="10933787" y="2207600"/>
              <a:ext cx="317520" cy="327420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C715D725-53F2-1412-4D4D-DE79F6DF7AEA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0929467" y="2203280"/>
                <a:ext cx="326160" cy="328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6" name="Group 335">
            <a:extLst>
              <a:ext uri="{FF2B5EF4-FFF2-40B4-BE49-F238E27FC236}">
                <a16:creationId xmlns:a16="http://schemas.microsoft.com/office/drawing/2014/main" id="{C9FF758C-4E17-13A2-0D26-47622CB21849}"/>
              </a:ext>
            </a:extLst>
          </p:cNvPr>
          <p:cNvGrpSpPr/>
          <p:nvPr/>
        </p:nvGrpSpPr>
        <p:grpSpPr>
          <a:xfrm>
            <a:off x="494867" y="1628720"/>
            <a:ext cx="10863360" cy="4809600"/>
            <a:chOff x="494867" y="1628720"/>
            <a:chExt cx="10863360" cy="48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76778CA-4A73-3C49-B161-E0538C5FE79E}"/>
                    </a:ext>
                  </a:extLst>
                </p14:cNvPr>
                <p14:cNvContentPartPr/>
                <p14:nvPr/>
              </p14:nvContentPartPr>
              <p14:xfrm>
                <a:off x="4263347" y="4180040"/>
                <a:ext cx="195480" cy="3398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C40F73E-225A-7B86-465F-F73157292EA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259027" y="4175720"/>
                  <a:ext cx="20412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8CBCC29-0D3C-C9D3-ADB7-9936EBE70732}"/>
                    </a:ext>
                  </a:extLst>
                </p14:cNvPr>
                <p14:cNvContentPartPr/>
                <p14:nvPr/>
              </p14:nvContentPartPr>
              <p14:xfrm>
                <a:off x="4295747" y="4361480"/>
                <a:ext cx="279720" cy="64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1596A82-0ADB-B066-A1FA-58F70425795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291427" y="4357160"/>
                  <a:ext cx="28836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1C87974-DAD5-CAD4-1077-59EBFEB6247E}"/>
                    </a:ext>
                  </a:extLst>
                </p14:cNvPr>
                <p14:cNvContentPartPr/>
                <p14:nvPr/>
              </p14:nvContentPartPr>
              <p14:xfrm>
                <a:off x="4745027" y="4021280"/>
                <a:ext cx="282600" cy="3762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1AD0CBE-7CF9-18BB-52A7-CFE1AAFCB35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740707" y="4016960"/>
                  <a:ext cx="29124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73E8413-2BDF-6C89-711C-530C8331A9B1}"/>
                    </a:ext>
                  </a:extLst>
                </p14:cNvPr>
                <p14:cNvContentPartPr/>
                <p14:nvPr/>
              </p14:nvContentPartPr>
              <p14:xfrm>
                <a:off x="5026907" y="4219280"/>
                <a:ext cx="177480" cy="1231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AF987AE-5AD4-4BFB-8E65-98E2E4917FD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022587" y="4214960"/>
                  <a:ext cx="1861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608095E-2A30-201B-1E77-BDDE73E3567D}"/>
                    </a:ext>
                  </a:extLst>
                </p14:cNvPr>
                <p14:cNvContentPartPr/>
                <p14:nvPr/>
              </p14:nvContentPartPr>
              <p14:xfrm>
                <a:off x="5207627" y="4222880"/>
                <a:ext cx="153000" cy="687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83A966C-028D-35F4-B974-8BFFD90EFD6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203307" y="4218560"/>
                  <a:ext cx="1616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34D986B-224A-0619-D92B-0CBA6D0C694F}"/>
                    </a:ext>
                  </a:extLst>
                </p14:cNvPr>
                <p14:cNvContentPartPr/>
                <p14:nvPr/>
              </p14:nvContentPartPr>
              <p14:xfrm>
                <a:off x="5169107" y="4225760"/>
                <a:ext cx="224280" cy="3276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99CF6FF-E418-3F01-D8C1-9B2BB3019E1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164787" y="4221440"/>
                  <a:ext cx="2329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92A9EE5-3226-3D86-570C-C850FF0E6C44}"/>
                    </a:ext>
                  </a:extLst>
                </p14:cNvPr>
                <p14:cNvContentPartPr/>
                <p14:nvPr/>
              </p14:nvContentPartPr>
              <p14:xfrm>
                <a:off x="5448467" y="4154120"/>
                <a:ext cx="117720" cy="1634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03C50FC-EBCD-902C-52CB-A511C6BAEE6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444147" y="4149800"/>
                  <a:ext cx="1263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0A86173-47C8-6BF9-5BFD-9CA772F3CD60}"/>
                    </a:ext>
                  </a:extLst>
                </p14:cNvPr>
                <p14:cNvContentPartPr/>
                <p14:nvPr/>
              </p14:nvContentPartPr>
              <p14:xfrm>
                <a:off x="4301867" y="4901480"/>
                <a:ext cx="272160" cy="1515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3CC3EE82-E1A3-8994-0F0E-D10D73FE436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297547" y="4897160"/>
                  <a:ext cx="2808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3F4C34E-7E7E-25D9-1756-B27334D1CAD1}"/>
                    </a:ext>
                  </a:extLst>
                </p14:cNvPr>
                <p14:cNvContentPartPr/>
                <p14:nvPr/>
              </p14:nvContentPartPr>
              <p14:xfrm>
                <a:off x="4444427" y="4943960"/>
                <a:ext cx="57600" cy="2494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8B51BA8-1FF9-3B29-ABF9-0ABB87EB9B4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440107" y="4939640"/>
                  <a:ext cx="662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2828139-F3E8-15B7-112C-AC10A04C7DB4}"/>
                    </a:ext>
                  </a:extLst>
                </p14:cNvPr>
                <p14:cNvContentPartPr/>
                <p14:nvPr/>
              </p14:nvContentPartPr>
              <p14:xfrm>
                <a:off x="4891187" y="4714640"/>
                <a:ext cx="286920" cy="3139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009821A-B9C2-F7C5-42BF-16EEE96842D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886867" y="4710320"/>
                  <a:ext cx="2955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BCB41A1-AEA2-FD45-F347-D9A595B4DE2E}"/>
                    </a:ext>
                  </a:extLst>
                </p14:cNvPr>
                <p14:cNvContentPartPr/>
                <p14:nvPr/>
              </p14:nvContentPartPr>
              <p14:xfrm>
                <a:off x="5162267" y="4903640"/>
                <a:ext cx="152640" cy="1011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60CCB7C-0A00-E389-C70A-E68FE64FBAC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157947" y="4899320"/>
                  <a:ext cx="1612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F9F39EC-D5BB-5156-B283-7104065803BA}"/>
                    </a:ext>
                  </a:extLst>
                </p14:cNvPr>
                <p14:cNvContentPartPr/>
                <p14:nvPr/>
              </p14:nvContentPartPr>
              <p14:xfrm>
                <a:off x="5339387" y="4934960"/>
                <a:ext cx="70920" cy="522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F90CD59-E1C2-752B-923B-30A72BB9832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335067" y="4930640"/>
                  <a:ext cx="795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595F49DF-8FCC-214A-C0A9-59D60AC46569}"/>
                    </a:ext>
                  </a:extLst>
                </p14:cNvPr>
                <p14:cNvContentPartPr/>
                <p14:nvPr/>
              </p14:nvContentPartPr>
              <p14:xfrm>
                <a:off x="5105387" y="4921280"/>
                <a:ext cx="346320" cy="3841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1E0A8BA-B950-A56F-3FFB-9ABA314C5A9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101067" y="4916960"/>
                  <a:ext cx="35496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5B8EE2A-EF23-0168-A431-EE7B95AF5C11}"/>
                    </a:ext>
                  </a:extLst>
                </p14:cNvPr>
                <p14:cNvContentPartPr/>
                <p14:nvPr/>
              </p14:nvContentPartPr>
              <p14:xfrm>
                <a:off x="5571227" y="4893560"/>
                <a:ext cx="170280" cy="1483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60820E1-7D7A-8218-0CB2-7E1E441CE4E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566907" y="4889240"/>
                  <a:ext cx="1789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A70C3EB-1679-CAA6-5251-F8819D1E967F}"/>
                    </a:ext>
                  </a:extLst>
                </p14:cNvPr>
                <p14:cNvContentPartPr/>
                <p14:nvPr/>
              </p14:nvContentPartPr>
              <p14:xfrm>
                <a:off x="3506987" y="2300840"/>
                <a:ext cx="257040" cy="33958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1DF34F3-CD36-84B1-8DA5-F6D7495DC94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502667" y="2296520"/>
                  <a:ext cx="265680" cy="340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FF2D3EE-CF7B-27A8-5ECC-622D8A3CA57B}"/>
                    </a:ext>
                  </a:extLst>
                </p14:cNvPr>
                <p14:cNvContentPartPr/>
                <p14:nvPr/>
              </p14:nvContentPartPr>
              <p14:xfrm>
                <a:off x="6211667" y="2326760"/>
                <a:ext cx="144000" cy="33555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1FDCB1F-F601-F073-BD14-4A15AE04A1C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207347" y="2322440"/>
                  <a:ext cx="152640" cy="336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3475D90-75D1-7146-1758-4784EFF50038}"/>
                    </a:ext>
                  </a:extLst>
                </p14:cNvPr>
                <p14:cNvContentPartPr/>
                <p14:nvPr/>
              </p14:nvContentPartPr>
              <p14:xfrm>
                <a:off x="6802427" y="2648600"/>
                <a:ext cx="14760" cy="64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DBD3B15-BA1C-22FD-E5CF-1DA4B811C5F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798107" y="2644280"/>
                  <a:ext cx="2340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6E3C6FFC-CFFD-5DAE-36DD-FD5DB5CCB714}"/>
                    </a:ext>
                  </a:extLst>
                </p14:cNvPr>
                <p14:cNvContentPartPr/>
                <p14:nvPr/>
              </p14:nvContentPartPr>
              <p14:xfrm>
                <a:off x="4173707" y="6025040"/>
                <a:ext cx="642600" cy="2397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C9FEF2C-F5AB-8746-38E3-B188039DC12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169387" y="6020720"/>
                  <a:ext cx="6512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D973BA81-3075-2715-265B-BDCFE96FDFD9}"/>
                    </a:ext>
                  </a:extLst>
                </p14:cNvPr>
                <p14:cNvContentPartPr/>
                <p14:nvPr/>
              </p14:nvContentPartPr>
              <p14:xfrm>
                <a:off x="4863107" y="6030080"/>
                <a:ext cx="132120" cy="2084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4BB83D9E-A3E4-3BF8-F4F0-348D37756ED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858787" y="6025760"/>
                  <a:ext cx="1407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E0BA8E43-E541-AA3E-A6ED-A28989B8C87C}"/>
                    </a:ext>
                  </a:extLst>
                </p14:cNvPr>
                <p14:cNvContentPartPr/>
                <p14:nvPr/>
              </p14:nvContentPartPr>
              <p14:xfrm>
                <a:off x="5056427" y="6070760"/>
                <a:ext cx="193680" cy="12312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F43DEA1F-E225-C717-1C0B-39120752511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052107" y="6066440"/>
                  <a:ext cx="2023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438C1924-4927-361B-C744-7C3EF51CD8B3}"/>
                    </a:ext>
                  </a:extLst>
                </p14:cNvPr>
                <p14:cNvContentPartPr/>
                <p14:nvPr/>
              </p14:nvContentPartPr>
              <p14:xfrm>
                <a:off x="5303027" y="5913800"/>
                <a:ext cx="263160" cy="2714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D03AA42E-DD0C-53AD-B520-ACE17D2F3973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298707" y="5909480"/>
                  <a:ext cx="2718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FC06AE99-A4A5-EA03-EC7E-CF60B76FC55D}"/>
                    </a:ext>
                  </a:extLst>
                </p14:cNvPr>
                <p14:cNvContentPartPr/>
                <p14:nvPr/>
              </p14:nvContentPartPr>
              <p14:xfrm>
                <a:off x="6051467" y="5801480"/>
                <a:ext cx="551880" cy="3502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63CDE03B-4996-3E78-14E6-439C2CE44E6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047147" y="5797160"/>
                  <a:ext cx="5605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669DAB24-E37E-FD8D-0767-900A48C1AFD6}"/>
                    </a:ext>
                  </a:extLst>
                </p14:cNvPr>
                <p14:cNvContentPartPr/>
                <p14:nvPr/>
              </p14:nvContentPartPr>
              <p14:xfrm>
                <a:off x="6689387" y="5980040"/>
                <a:ext cx="192960" cy="1591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75598C5E-C87C-3A24-CE94-6C0ADE9908D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685067" y="5975720"/>
                  <a:ext cx="2016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86560B55-E956-0527-9C98-16A5E34EF90B}"/>
                    </a:ext>
                  </a:extLst>
                </p14:cNvPr>
                <p14:cNvContentPartPr/>
                <p14:nvPr/>
              </p14:nvContentPartPr>
              <p14:xfrm>
                <a:off x="6853907" y="6011000"/>
                <a:ext cx="177480" cy="1206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C15B2E65-CA1A-C6DB-7C1D-D739C6882E7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849587" y="6006680"/>
                  <a:ext cx="1861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C65CAA7E-5307-8EE9-0515-72BD753D08B6}"/>
                    </a:ext>
                  </a:extLst>
                </p14:cNvPr>
                <p14:cNvContentPartPr/>
                <p14:nvPr/>
              </p14:nvContentPartPr>
              <p14:xfrm>
                <a:off x="7136507" y="5814440"/>
                <a:ext cx="135720" cy="3135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BDF3B9E9-6CD3-DC5B-CB51-D54C78E7B030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132187" y="5810120"/>
                  <a:ext cx="1443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F13B4636-E1FB-8D20-3745-F675BED54380}"/>
                    </a:ext>
                  </a:extLst>
                </p14:cNvPr>
                <p14:cNvContentPartPr/>
                <p14:nvPr/>
              </p14:nvContentPartPr>
              <p14:xfrm>
                <a:off x="7092947" y="6026840"/>
                <a:ext cx="222480" cy="990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5477740F-9330-D59F-D805-1DB0375A1A05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088627" y="6022520"/>
                  <a:ext cx="2311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54A06BD-1E02-F992-2167-05DF52B4E989}"/>
                    </a:ext>
                  </a:extLst>
                </p14:cNvPr>
                <p14:cNvContentPartPr/>
                <p14:nvPr/>
              </p14:nvContentPartPr>
              <p14:xfrm>
                <a:off x="7345667" y="5886080"/>
                <a:ext cx="23760" cy="982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744EFD5B-1F93-119C-E41C-F39A90550A7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341347" y="5881760"/>
                  <a:ext cx="32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6215823A-BEA4-5CA6-B760-2F692B414FEC}"/>
                    </a:ext>
                  </a:extLst>
                </p14:cNvPr>
                <p14:cNvContentPartPr/>
                <p14:nvPr/>
              </p14:nvContentPartPr>
              <p14:xfrm>
                <a:off x="7441067" y="5900480"/>
                <a:ext cx="312840" cy="1897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C819E4EB-D66B-63CD-0024-8ADCBB3265F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436747" y="5896160"/>
                  <a:ext cx="3214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21F1192C-19D8-9CB4-14B0-4DCDA45F9430}"/>
                    </a:ext>
                  </a:extLst>
                </p14:cNvPr>
                <p14:cNvContentPartPr/>
                <p14:nvPr/>
              </p14:nvContentPartPr>
              <p14:xfrm>
                <a:off x="8354027" y="5908760"/>
                <a:ext cx="132480" cy="1360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3F94FECE-4159-68E2-D9C7-02F353E7CAD9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349707" y="5904440"/>
                  <a:ext cx="1411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6CA7E135-7B97-44F3-04DD-22470E47436C}"/>
                    </a:ext>
                  </a:extLst>
                </p14:cNvPr>
                <p14:cNvContentPartPr/>
                <p14:nvPr/>
              </p14:nvContentPartPr>
              <p14:xfrm>
                <a:off x="8600987" y="5611040"/>
                <a:ext cx="239040" cy="5209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0F32DF8B-72C6-4410-3BA8-8B12E76D38F8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596667" y="5606720"/>
                  <a:ext cx="24768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9FBE9856-9BAC-E16B-D517-030970753C84}"/>
                    </a:ext>
                  </a:extLst>
                </p14:cNvPr>
                <p14:cNvContentPartPr/>
                <p14:nvPr/>
              </p14:nvContentPartPr>
              <p14:xfrm>
                <a:off x="8565707" y="5925320"/>
                <a:ext cx="223200" cy="252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EC975BC6-8E75-36C8-4E21-F138C344380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561387" y="5921000"/>
                  <a:ext cx="2318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6CCEA0F8-EBBC-6A41-A326-211AAB51E5DF}"/>
                    </a:ext>
                  </a:extLst>
                </p14:cNvPr>
                <p14:cNvContentPartPr/>
                <p14:nvPr/>
              </p14:nvContentPartPr>
              <p14:xfrm>
                <a:off x="9134507" y="5785280"/>
                <a:ext cx="203400" cy="29376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30ACB81-207C-C86C-981A-146148F9F3B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130187" y="5780960"/>
                  <a:ext cx="2120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40A86BF0-761E-7352-9979-54A6E60776DE}"/>
                    </a:ext>
                  </a:extLst>
                </p14:cNvPr>
                <p14:cNvContentPartPr/>
                <p14:nvPr/>
              </p14:nvContentPartPr>
              <p14:xfrm>
                <a:off x="9069707" y="5719760"/>
                <a:ext cx="512280" cy="2916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31C3E7EE-7BC8-3D42-181B-999BA63FA66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065387" y="5715440"/>
                  <a:ext cx="5209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FCCEC83A-D471-525F-59FF-0BDE748C8F0A}"/>
                    </a:ext>
                  </a:extLst>
                </p14:cNvPr>
                <p14:cNvContentPartPr/>
                <p14:nvPr/>
              </p14:nvContentPartPr>
              <p14:xfrm>
                <a:off x="9540587" y="5900840"/>
                <a:ext cx="158760" cy="11484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04C2370A-0CF8-B88B-D056-6F7A17D8583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536267" y="5896520"/>
                  <a:ext cx="1674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FABC43AE-A758-5C5F-2524-716E85955823}"/>
                    </a:ext>
                  </a:extLst>
                </p14:cNvPr>
                <p14:cNvContentPartPr/>
                <p14:nvPr/>
              </p14:nvContentPartPr>
              <p14:xfrm>
                <a:off x="10073027" y="5858000"/>
                <a:ext cx="88560" cy="4021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46AD5542-85E7-F273-7A11-D78EC939703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068707" y="5853680"/>
                  <a:ext cx="9720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E53789EB-DF6C-8F82-5356-BEE2F03A1141}"/>
                    </a:ext>
                  </a:extLst>
                </p14:cNvPr>
                <p14:cNvContentPartPr/>
                <p14:nvPr/>
              </p14:nvContentPartPr>
              <p14:xfrm>
                <a:off x="10155107" y="5845760"/>
                <a:ext cx="112320" cy="1051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A60892CC-1729-297D-078F-5C5C335C61A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150787" y="5841440"/>
                  <a:ext cx="1209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488F1F6F-5D60-DB47-1A5C-29874366DD95}"/>
                    </a:ext>
                  </a:extLst>
                </p14:cNvPr>
                <p14:cNvContentPartPr/>
                <p14:nvPr/>
              </p14:nvContentPartPr>
              <p14:xfrm>
                <a:off x="10327187" y="5794280"/>
                <a:ext cx="234720" cy="19872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3930AAC9-A1B2-F2E1-0E2F-C0810D4122C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322867" y="5789960"/>
                  <a:ext cx="2433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4D3F2083-FE1E-9FB7-5277-7A53DD48C416}"/>
                    </a:ext>
                  </a:extLst>
                </p14:cNvPr>
                <p14:cNvContentPartPr/>
                <p14:nvPr/>
              </p14:nvContentPartPr>
              <p14:xfrm>
                <a:off x="10552547" y="5886080"/>
                <a:ext cx="147240" cy="3751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986754A2-418A-C419-E487-8AC248338158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548227" y="5881760"/>
                  <a:ext cx="15588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7702330E-B748-11F5-1EBE-5E6262D31FDB}"/>
                    </a:ext>
                  </a:extLst>
                </p14:cNvPr>
                <p14:cNvContentPartPr/>
                <p14:nvPr/>
              </p14:nvContentPartPr>
              <p14:xfrm>
                <a:off x="10714907" y="5765480"/>
                <a:ext cx="5760" cy="230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631F7F0E-96C8-20FA-9550-D49C2AF9E02C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710587" y="5761160"/>
                  <a:ext cx="144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FD9B344C-454C-4C67-0504-90AE6C689510}"/>
                    </a:ext>
                  </a:extLst>
                </p14:cNvPr>
                <p14:cNvContentPartPr/>
                <p14:nvPr/>
              </p14:nvContentPartPr>
              <p14:xfrm>
                <a:off x="10792307" y="5826680"/>
                <a:ext cx="112320" cy="11988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A47EAB1C-C402-B509-43B8-937F4F67010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787987" y="5822360"/>
                  <a:ext cx="1209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4B8F05AD-99AD-7B64-7678-ABD2397E2BA4}"/>
                    </a:ext>
                  </a:extLst>
                </p14:cNvPr>
                <p14:cNvContentPartPr/>
                <p14:nvPr/>
              </p14:nvContentPartPr>
              <p14:xfrm>
                <a:off x="10951427" y="5833520"/>
                <a:ext cx="120600" cy="1051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CF111EEC-8608-877A-A80B-6D79AD152016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947107" y="5829200"/>
                  <a:ext cx="1292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C19D4881-A0E2-159F-9A57-377042944CA1}"/>
                    </a:ext>
                  </a:extLst>
                </p14:cNvPr>
                <p14:cNvContentPartPr/>
                <p14:nvPr/>
              </p14:nvContentPartPr>
              <p14:xfrm>
                <a:off x="11107307" y="5654960"/>
                <a:ext cx="98640" cy="2674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E4B8DB5E-EC0F-734B-F594-07563A93499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1102987" y="5650640"/>
                  <a:ext cx="1072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29AD87A6-71D4-E588-6356-4C0E1D338E39}"/>
                    </a:ext>
                  </a:extLst>
                </p14:cNvPr>
                <p14:cNvContentPartPr/>
                <p14:nvPr/>
              </p14:nvContentPartPr>
              <p14:xfrm>
                <a:off x="11083547" y="5798600"/>
                <a:ext cx="175680" cy="324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FC763452-83C2-EECA-B985-B3FBEC26D129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079227" y="5794280"/>
                  <a:ext cx="184320" cy="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BE149FAD-C121-FEF1-9B94-66252A7E20A2}"/>
                    </a:ext>
                  </a:extLst>
                </p14:cNvPr>
                <p14:cNvContentPartPr/>
                <p14:nvPr/>
              </p14:nvContentPartPr>
              <p14:xfrm>
                <a:off x="11351747" y="5895800"/>
                <a:ext cx="6480" cy="792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FDD2F2B9-F5AC-2856-3BDC-041AFB36B238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1347427" y="5891480"/>
                  <a:ext cx="151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A102048-C06A-803B-D94A-D26829BB143F}"/>
                    </a:ext>
                  </a:extLst>
                </p14:cNvPr>
                <p14:cNvContentPartPr/>
                <p14:nvPr/>
              </p14:nvContentPartPr>
              <p14:xfrm>
                <a:off x="1128107" y="2347107"/>
                <a:ext cx="6244200" cy="2829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29724605-7E9D-020E-689D-D6358139BD1A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23787" y="2342787"/>
                  <a:ext cx="62528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51257611-AF1B-7D25-E3B0-B0CB04B38CF0}"/>
                    </a:ext>
                  </a:extLst>
                </p14:cNvPr>
                <p14:cNvContentPartPr/>
                <p14:nvPr/>
              </p14:nvContentPartPr>
              <p14:xfrm>
                <a:off x="7442147" y="2366547"/>
                <a:ext cx="36360" cy="612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F3F19D8F-C007-C050-C642-6F9C1E54A89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437827" y="2362227"/>
                  <a:ext cx="450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A0BF4FDA-295D-EE7E-3B38-CFDA180EBC58}"/>
                    </a:ext>
                  </a:extLst>
                </p14:cNvPr>
                <p14:cNvContentPartPr/>
                <p14:nvPr/>
              </p14:nvContentPartPr>
              <p14:xfrm>
                <a:off x="7317947" y="2161707"/>
                <a:ext cx="3925080" cy="2012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DF4525E0-011A-4CCA-2DE7-7C391BAA1F81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313627" y="2157387"/>
                  <a:ext cx="39337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86D1C72E-88E3-84B8-19E5-2B3C5F41A9B7}"/>
                    </a:ext>
                  </a:extLst>
                </p14:cNvPr>
                <p14:cNvContentPartPr/>
                <p14:nvPr/>
              </p14:nvContentPartPr>
              <p14:xfrm>
                <a:off x="1092107" y="5393787"/>
                <a:ext cx="6554520" cy="3412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064EB1FD-C140-E815-1BE9-E9D8CD75CA00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87787" y="5389467"/>
                  <a:ext cx="656316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B5D7E88A-0E5A-0C80-E5E6-3C7C859B3530}"/>
                    </a:ext>
                  </a:extLst>
                </p14:cNvPr>
                <p14:cNvContentPartPr/>
                <p14:nvPr/>
              </p14:nvContentPartPr>
              <p14:xfrm>
                <a:off x="7503707" y="5262747"/>
                <a:ext cx="51480" cy="3960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7B09ED65-CD90-42A7-1861-D0B5F45C925D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499387" y="5258427"/>
                  <a:ext cx="60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0590AF4B-7A81-3D7F-ACCB-85A994E7E40B}"/>
                    </a:ext>
                  </a:extLst>
                </p14:cNvPr>
                <p14:cNvContentPartPr/>
                <p14:nvPr/>
              </p14:nvContentPartPr>
              <p14:xfrm>
                <a:off x="7487147" y="5391627"/>
                <a:ext cx="3456000" cy="9000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349DB7A2-7BBE-E2A0-86C7-EC8963E9FB63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482827" y="5387307"/>
                  <a:ext cx="34646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27707B12-334F-E4AB-F393-CE123B5CE161}"/>
                    </a:ext>
                  </a:extLst>
                </p14:cNvPr>
                <p14:cNvContentPartPr/>
                <p14:nvPr/>
              </p14:nvContentPartPr>
              <p14:xfrm>
                <a:off x="611147" y="5881760"/>
                <a:ext cx="955080" cy="5565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EBA9C3C5-C767-DD66-2D9B-0938E4FD841F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06827" y="5877440"/>
                  <a:ext cx="96372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F7CAAE7B-A712-A127-468D-6F2309D9E075}"/>
                    </a:ext>
                  </a:extLst>
                </p14:cNvPr>
                <p14:cNvContentPartPr/>
                <p14:nvPr/>
              </p14:nvContentPartPr>
              <p14:xfrm>
                <a:off x="1394507" y="6320960"/>
                <a:ext cx="141840" cy="846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ED7ED96F-A6E2-3D8F-81AE-7CB24BBF2B2D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390187" y="6316640"/>
                  <a:ext cx="1504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BE8374B6-AFB3-31F9-2B89-980F99F9F370}"/>
                    </a:ext>
                  </a:extLst>
                </p14:cNvPr>
                <p14:cNvContentPartPr/>
                <p14:nvPr/>
              </p14:nvContentPartPr>
              <p14:xfrm>
                <a:off x="1659467" y="6060680"/>
                <a:ext cx="117000" cy="3096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59187BB5-DE24-882B-238D-872D15C70C42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655147" y="6056360"/>
                  <a:ext cx="1256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C68746EB-37B6-E71F-5EFD-497F2FBD6018}"/>
                    </a:ext>
                  </a:extLst>
                </p14:cNvPr>
                <p14:cNvContentPartPr/>
                <p14:nvPr/>
              </p14:nvContentPartPr>
              <p14:xfrm>
                <a:off x="1600067" y="6196760"/>
                <a:ext cx="241200" cy="1692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791D605F-C972-0708-2F2A-A676A018ADCE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595747" y="6192440"/>
                  <a:ext cx="2498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F6EEF3F-B8EA-5423-5AD7-252AC6D9A25D}"/>
                    </a:ext>
                  </a:extLst>
                </p14:cNvPr>
                <p14:cNvContentPartPr/>
                <p14:nvPr/>
              </p14:nvContentPartPr>
              <p14:xfrm>
                <a:off x="2308907" y="6196040"/>
                <a:ext cx="37080" cy="824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7ED97CA9-60FC-502A-39B2-EBAAC1CA3763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304587" y="6191720"/>
                  <a:ext cx="457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B0FB9299-C8BF-B30D-FD70-FBD094042310}"/>
                    </a:ext>
                  </a:extLst>
                </p14:cNvPr>
                <p14:cNvContentPartPr/>
                <p14:nvPr/>
              </p14:nvContentPartPr>
              <p14:xfrm>
                <a:off x="2358587" y="6039440"/>
                <a:ext cx="34920" cy="860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BF33140-E740-D634-BF51-3FE40CF232A3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354267" y="6035120"/>
                  <a:ext cx="435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8CA54029-5697-2693-3D4C-157FB200C848}"/>
                    </a:ext>
                  </a:extLst>
                </p14:cNvPr>
                <p14:cNvContentPartPr/>
                <p14:nvPr/>
              </p14:nvContentPartPr>
              <p14:xfrm>
                <a:off x="2411867" y="6168320"/>
                <a:ext cx="112680" cy="1310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F9FD7F83-C344-1A15-172E-CC8FBACA9E81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407547" y="6164000"/>
                  <a:ext cx="1213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753B3D38-1E30-B8D4-6DC1-C28B937F985E}"/>
                    </a:ext>
                  </a:extLst>
                </p14:cNvPr>
                <p14:cNvContentPartPr/>
                <p14:nvPr/>
              </p14:nvContentPartPr>
              <p14:xfrm>
                <a:off x="2896787" y="6038000"/>
                <a:ext cx="262080" cy="3268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7EAE6480-FB4D-2908-7147-C874634E0118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892467" y="6033680"/>
                  <a:ext cx="27072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FA5A190E-CEE1-6C1B-6031-7D2F9F8247E0}"/>
                    </a:ext>
                  </a:extLst>
                </p14:cNvPr>
                <p14:cNvContentPartPr/>
                <p14:nvPr/>
              </p14:nvContentPartPr>
              <p14:xfrm>
                <a:off x="2902547" y="5941520"/>
                <a:ext cx="559440" cy="3535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EAD82E3B-84F8-DBB2-27B1-1338EE0931A2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898227" y="5937200"/>
                  <a:ext cx="5680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9C8B3AE5-6B2B-5E25-AAB3-6113E8F7275D}"/>
                    </a:ext>
                  </a:extLst>
                </p14:cNvPr>
                <p14:cNvContentPartPr/>
                <p14:nvPr/>
              </p14:nvContentPartPr>
              <p14:xfrm>
                <a:off x="3339227" y="6200000"/>
                <a:ext cx="102600" cy="1220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95D4BE52-4E22-339B-1C72-430FE03A6522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3334907" y="6195680"/>
                  <a:ext cx="1112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BD30945-D01B-6D50-D427-3FCF006A8688}"/>
                    </a:ext>
                  </a:extLst>
                </p14:cNvPr>
                <p14:cNvContentPartPr/>
                <p14:nvPr/>
              </p14:nvContentPartPr>
              <p14:xfrm>
                <a:off x="1397387" y="4342400"/>
                <a:ext cx="114120" cy="2599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98DD4A4-D41D-A807-2699-023C29DF3A7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393067" y="4338080"/>
                  <a:ext cx="1227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D64226A-9CAE-CEFD-F239-EBC646EF81C1}"/>
                    </a:ext>
                  </a:extLst>
                </p14:cNvPr>
                <p14:cNvContentPartPr/>
                <p14:nvPr/>
              </p14:nvContentPartPr>
              <p14:xfrm>
                <a:off x="1245827" y="4256000"/>
                <a:ext cx="493200" cy="1357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77FA208-0475-984C-F67A-AD13C50C7AC6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241507" y="4251680"/>
                  <a:ext cx="5018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9AEF1DE-C104-1356-F054-702800CF9CBA}"/>
                    </a:ext>
                  </a:extLst>
                </p14:cNvPr>
                <p14:cNvContentPartPr/>
                <p14:nvPr/>
              </p14:nvContentPartPr>
              <p14:xfrm>
                <a:off x="1597547" y="4471640"/>
                <a:ext cx="126360" cy="828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1C73B78-D705-AF31-A7EC-50FF52C2A231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593227" y="4467320"/>
                  <a:ext cx="1350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7DC7780-8485-3565-A5D8-324AD6A992FE}"/>
                    </a:ext>
                  </a:extLst>
                </p14:cNvPr>
                <p14:cNvContentPartPr/>
                <p14:nvPr/>
              </p14:nvContentPartPr>
              <p14:xfrm>
                <a:off x="1787987" y="4164200"/>
                <a:ext cx="422640" cy="3848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0E6A862-CC12-C78B-EB9B-8F2CC9DCA59B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783667" y="4159880"/>
                  <a:ext cx="43128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03F7311-BCB5-993A-555F-3A86BCA85CCA}"/>
                    </a:ext>
                  </a:extLst>
                </p14:cNvPr>
                <p14:cNvContentPartPr/>
                <p14:nvPr/>
              </p14:nvContentPartPr>
              <p14:xfrm>
                <a:off x="2660267" y="4220720"/>
                <a:ext cx="230400" cy="2610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9146987-B09D-8B67-566A-130C2ABF47E9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2655947" y="4216400"/>
                  <a:ext cx="2390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2C402A8-1BA3-827B-C570-E02549142FD8}"/>
                    </a:ext>
                  </a:extLst>
                </p14:cNvPr>
                <p14:cNvContentPartPr/>
                <p14:nvPr/>
              </p14:nvContentPartPr>
              <p14:xfrm>
                <a:off x="1187507" y="5186240"/>
                <a:ext cx="87840" cy="2455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571725B-B8BE-E695-C9B6-1F8C31380A1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183187" y="5181920"/>
                  <a:ext cx="964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38E29B9-D9D3-47C2-BD81-0F10EE0CF95E}"/>
                    </a:ext>
                  </a:extLst>
                </p14:cNvPr>
                <p14:cNvContentPartPr/>
                <p14:nvPr/>
              </p14:nvContentPartPr>
              <p14:xfrm>
                <a:off x="1103987" y="5046920"/>
                <a:ext cx="475920" cy="831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C9DBF42-38D7-9CF2-4B5D-92CEC8ED8089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99667" y="5042600"/>
                  <a:ext cx="4845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0EBC5D5-DCF6-A38E-1D3A-79E916A0DB35}"/>
                    </a:ext>
                  </a:extLst>
                </p14:cNvPr>
                <p14:cNvContentPartPr/>
                <p14:nvPr/>
              </p14:nvContentPartPr>
              <p14:xfrm>
                <a:off x="1379027" y="5252480"/>
                <a:ext cx="189720" cy="943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8293E8F-EA7C-ADAC-60B4-9E8BD0C723AD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374707" y="5248160"/>
                  <a:ext cx="1983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95C3B34-6B85-254D-EFC7-76BAC86F1E3D}"/>
                    </a:ext>
                  </a:extLst>
                </p14:cNvPr>
                <p14:cNvContentPartPr/>
                <p14:nvPr/>
              </p14:nvContentPartPr>
              <p14:xfrm>
                <a:off x="1602947" y="4977080"/>
                <a:ext cx="351720" cy="3999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9FFAA17-4911-53DF-E6B6-79354BCB507F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598627" y="4972760"/>
                  <a:ext cx="36036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A94EED2-F883-77C5-8D35-C152C863725A}"/>
                    </a:ext>
                  </a:extLst>
                </p14:cNvPr>
                <p14:cNvContentPartPr/>
                <p14:nvPr/>
              </p14:nvContentPartPr>
              <p14:xfrm>
                <a:off x="2538587" y="5079320"/>
                <a:ext cx="59760" cy="1620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8341A22-0148-4020-BFA0-77D922431B02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2534267" y="5075000"/>
                  <a:ext cx="684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F641650-1C88-6E56-63D8-540C7BE12578}"/>
                    </a:ext>
                  </a:extLst>
                </p14:cNvPr>
                <p14:cNvContentPartPr/>
                <p14:nvPr/>
              </p14:nvContentPartPr>
              <p14:xfrm>
                <a:off x="2424107" y="5031800"/>
                <a:ext cx="349200" cy="3301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E71C948-CFBA-243A-6C8A-33022C70EE32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2419787" y="5027480"/>
                  <a:ext cx="35784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0A778423-FBBC-F345-E0B1-AFFE011C1887}"/>
                    </a:ext>
                  </a:extLst>
                </p14:cNvPr>
                <p14:cNvContentPartPr/>
                <p14:nvPr/>
              </p14:nvContentPartPr>
              <p14:xfrm>
                <a:off x="623747" y="2616387"/>
                <a:ext cx="484200" cy="314820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56D09680-E42D-5A14-4FFE-CBA3012B0FA9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19427" y="2612067"/>
                  <a:ext cx="492840" cy="31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D79938C4-1408-60B3-9969-B6E522980C95}"/>
                    </a:ext>
                  </a:extLst>
                </p14:cNvPr>
                <p14:cNvContentPartPr/>
                <p14:nvPr/>
              </p14:nvContentPartPr>
              <p14:xfrm>
                <a:off x="626267" y="5746227"/>
                <a:ext cx="639360" cy="234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FEA6905D-592C-DC8F-5AE0-C3D86919F6DA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21947" y="5741907"/>
                  <a:ext cx="6480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084EDA8-B598-409D-C090-F369D58182AC}"/>
                    </a:ext>
                  </a:extLst>
                </p14:cNvPr>
                <p14:cNvContentPartPr/>
                <p14:nvPr/>
              </p14:nvContentPartPr>
              <p14:xfrm>
                <a:off x="494867" y="1824560"/>
                <a:ext cx="370080" cy="161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4B3C757-D64C-9395-3C59-853F564F790A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490547" y="1820240"/>
                  <a:ext cx="3787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09BD365-F6A8-A5F2-03E0-7DD18482AE82}"/>
                    </a:ext>
                  </a:extLst>
                </p14:cNvPr>
                <p14:cNvContentPartPr/>
                <p14:nvPr/>
              </p14:nvContentPartPr>
              <p14:xfrm>
                <a:off x="738227" y="1843280"/>
                <a:ext cx="162720" cy="116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54560BD-9342-A02F-7AAF-D7AE337DF942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33907" y="1838960"/>
                  <a:ext cx="1713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A29CB88-DBCE-8CE0-D5E7-70D4DAED12F6}"/>
                    </a:ext>
                  </a:extLst>
                </p14:cNvPr>
                <p14:cNvContentPartPr/>
                <p14:nvPr/>
              </p14:nvContentPartPr>
              <p14:xfrm>
                <a:off x="899507" y="1843280"/>
                <a:ext cx="360" cy="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C72E9C7-B8C7-D04C-AA4F-EABCFF7B0D60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895187" y="183896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682AC26-508F-0EB5-E7B2-A233DE04BEBB}"/>
                    </a:ext>
                  </a:extLst>
                </p14:cNvPr>
                <p14:cNvContentPartPr/>
                <p14:nvPr/>
              </p14:nvContentPartPr>
              <p14:xfrm>
                <a:off x="899507" y="1843280"/>
                <a:ext cx="286920" cy="117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124ED1E-DF00-A687-1929-6BD5115AC36A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895187" y="1838960"/>
                  <a:ext cx="2955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40CE9C3-B861-FA91-84A1-AA05B205B302}"/>
                    </a:ext>
                  </a:extLst>
                </p14:cNvPr>
                <p14:cNvContentPartPr/>
                <p14:nvPr/>
              </p14:nvContentPartPr>
              <p14:xfrm>
                <a:off x="1169507" y="1875680"/>
                <a:ext cx="172080" cy="2926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A0689E5-00A7-C2AA-4F86-5B4557ED6D00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165187" y="1871360"/>
                  <a:ext cx="1807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E9DCCD3-85DC-AAD3-7808-49077BE86107}"/>
                    </a:ext>
                  </a:extLst>
                </p14:cNvPr>
                <p14:cNvContentPartPr/>
                <p14:nvPr/>
              </p14:nvContentPartPr>
              <p14:xfrm>
                <a:off x="1444187" y="1730600"/>
                <a:ext cx="88560" cy="231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9ABED0C-FED0-0C54-80D0-812CA2C6AB52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439867" y="1726280"/>
                  <a:ext cx="972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E9257B1-4E11-0F31-805A-4A54E84448CE}"/>
                    </a:ext>
                  </a:extLst>
                </p14:cNvPr>
                <p14:cNvContentPartPr/>
                <p14:nvPr/>
              </p14:nvContentPartPr>
              <p14:xfrm>
                <a:off x="1544267" y="1865960"/>
                <a:ext cx="155520" cy="82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D5AEC0B-0FD7-AE53-53AC-2E7BD95580E1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539947" y="1861640"/>
                  <a:ext cx="1641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3F016B5-E5B7-0F3D-A3F3-250E5D8BCF65}"/>
                    </a:ext>
                  </a:extLst>
                </p14:cNvPr>
                <p14:cNvContentPartPr/>
                <p14:nvPr/>
              </p14:nvContentPartPr>
              <p14:xfrm>
                <a:off x="1777187" y="1705040"/>
                <a:ext cx="122040" cy="2631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82EFC01-A151-3347-7973-53C3735FDF14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772867" y="1700720"/>
                  <a:ext cx="1306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8F57939-A6D8-56A1-6C01-82C0B31A5C28}"/>
                    </a:ext>
                  </a:extLst>
                </p14:cNvPr>
                <p14:cNvContentPartPr/>
                <p14:nvPr/>
              </p14:nvContentPartPr>
              <p14:xfrm>
                <a:off x="1746587" y="1812680"/>
                <a:ext cx="225360" cy="18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002884A-A891-43F4-B3D7-F5BD1DDB5A8F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742267" y="1808360"/>
                  <a:ext cx="234000" cy="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AB92E69-864D-7EF3-5656-247187943EEF}"/>
                    </a:ext>
                  </a:extLst>
                </p14:cNvPr>
                <p14:cNvContentPartPr/>
                <p14:nvPr/>
              </p14:nvContentPartPr>
              <p14:xfrm>
                <a:off x="1972667" y="1856600"/>
                <a:ext cx="150840" cy="1033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696028B-DEAB-FD69-737F-353CEC7E216F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968347" y="1852280"/>
                  <a:ext cx="1594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AF6D3D9-CCA3-9093-71E1-AEA4EA307BAC}"/>
                    </a:ext>
                  </a:extLst>
                </p14:cNvPr>
                <p14:cNvContentPartPr/>
                <p14:nvPr/>
              </p14:nvContentPartPr>
              <p14:xfrm>
                <a:off x="2651267" y="1855880"/>
                <a:ext cx="285840" cy="1188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903644E-C438-4069-5545-A75D40F88FBD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2646947" y="1851560"/>
                  <a:ext cx="294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47687CD-1660-379B-C62F-F402E257B172}"/>
                    </a:ext>
                  </a:extLst>
                </p14:cNvPr>
                <p14:cNvContentPartPr/>
                <p14:nvPr/>
              </p14:nvContentPartPr>
              <p14:xfrm>
                <a:off x="4373867" y="2678480"/>
                <a:ext cx="258480" cy="2073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E1E0EFE-1EC1-F683-9241-C63F7655DA76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369547" y="2674160"/>
                  <a:ext cx="2671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F99F60E-B657-03F7-93EE-45D8FFF1EACF}"/>
                    </a:ext>
                  </a:extLst>
                </p14:cNvPr>
                <p14:cNvContentPartPr/>
                <p14:nvPr/>
              </p14:nvContentPartPr>
              <p14:xfrm>
                <a:off x="4835027" y="2558600"/>
                <a:ext cx="242640" cy="2764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E8AC77C-0C8E-2781-E579-36127F1D2915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830707" y="2554280"/>
                  <a:ext cx="2512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82C3CB6-B9DC-680D-CE72-0C82B5FCAB7C}"/>
                    </a:ext>
                  </a:extLst>
                </p14:cNvPr>
                <p14:cNvContentPartPr/>
                <p14:nvPr/>
              </p14:nvContentPartPr>
              <p14:xfrm>
                <a:off x="5026907" y="2718440"/>
                <a:ext cx="178920" cy="121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2E57E63-030F-451C-4AE8-F9E605DA6034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022587" y="2714120"/>
                  <a:ext cx="1875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49B580F-A4DA-A0BE-7C3F-4BBBC9ACBE4F}"/>
                    </a:ext>
                  </a:extLst>
                </p14:cNvPr>
                <p14:cNvContentPartPr/>
                <p14:nvPr/>
              </p14:nvContentPartPr>
              <p14:xfrm>
                <a:off x="5225627" y="2744000"/>
                <a:ext cx="95760" cy="58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2DD0FFC-BE17-C3A0-0947-73F7EC058871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5221307" y="2739680"/>
                  <a:ext cx="1044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9586585-BAE5-6D19-1355-514C43D5282E}"/>
                    </a:ext>
                  </a:extLst>
                </p14:cNvPr>
                <p14:cNvContentPartPr/>
                <p14:nvPr/>
              </p14:nvContentPartPr>
              <p14:xfrm>
                <a:off x="5121947" y="2732840"/>
                <a:ext cx="232200" cy="3067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EE0E977-0ABC-F1A9-258F-258DA97EA503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5117627" y="2728520"/>
                  <a:ext cx="2408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F1FF094-8725-C963-18BE-274413E4166C}"/>
                    </a:ext>
                  </a:extLst>
                </p14:cNvPr>
                <p14:cNvContentPartPr/>
                <p14:nvPr/>
              </p14:nvContentPartPr>
              <p14:xfrm>
                <a:off x="5349827" y="2726720"/>
                <a:ext cx="195120" cy="1771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5F7BC51-0C4F-BD24-C884-A8B890183665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5345507" y="2722400"/>
                  <a:ext cx="2037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2F9497C-1F59-7B29-A4A5-6723B25C7A5F}"/>
                    </a:ext>
                  </a:extLst>
                </p14:cNvPr>
                <p14:cNvContentPartPr/>
                <p14:nvPr/>
              </p14:nvContentPartPr>
              <p14:xfrm>
                <a:off x="4449827" y="3357440"/>
                <a:ext cx="177840" cy="2023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5EC69D0-FCC7-8FBC-F199-B201494F9147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4445507" y="3353120"/>
                  <a:ext cx="1864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FD3714D-6CC3-55EE-2BAF-2EE8FABE2333}"/>
                    </a:ext>
                  </a:extLst>
                </p14:cNvPr>
                <p14:cNvContentPartPr/>
                <p14:nvPr/>
              </p14:nvContentPartPr>
              <p14:xfrm>
                <a:off x="4606427" y="3296600"/>
                <a:ext cx="227520" cy="64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4E3C9CF-F65C-54C7-E093-553985DB7B10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4602107" y="3292280"/>
                  <a:ext cx="23616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0BB4686-75F9-B3AF-93A7-11771583FA01}"/>
                    </a:ext>
                  </a:extLst>
                </p14:cNvPr>
                <p14:cNvContentPartPr/>
                <p14:nvPr/>
              </p14:nvContentPartPr>
              <p14:xfrm>
                <a:off x="4881827" y="3214160"/>
                <a:ext cx="290160" cy="3330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AFA9460-C9FC-6E99-C162-E373A626E59C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4877507" y="3209840"/>
                  <a:ext cx="2988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188804F-0D91-648D-28B8-32D815B9B2FA}"/>
                    </a:ext>
                  </a:extLst>
                </p14:cNvPr>
                <p14:cNvContentPartPr/>
                <p14:nvPr/>
              </p14:nvContentPartPr>
              <p14:xfrm>
                <a:off x="5138147" y="3431960"/>
                <a:ext cx="160920" cy="1188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6C628C3-2C5B-A560-FE09-C0AA233E48BB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5133827" y="3427640"/>
                  <a:ext cx="1695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F8429EF-18C5-FB88-1F6B-EB1431EF1269}"/>
                    </a:ext>
                  </a:extLst>
                </p14:cNvPr>
                <p14:cNvContentPartPr/>
                <p14:nvPr/>
              </p14:nvContentPartPr>
              <p14:xfrm>
                <a:off x="5306267" y="3460760"/>
                <a:ext cx="114840" cy="471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95D7BA2-1277-3BAF-B7D9-98D34E478631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5301947" y="3456440"/>
                  <a:ext cx="1234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A996984-E2BB-18B0-D73D-986F3568DE7C}"/>
                    </a:ext>
                  </a:extLst>
                </p14:cNvPr>
                <p14:cNvContentPartPr/>
                <p14:nvPr/>
              </p14:nvContentPartPr>
              <p14:xfrm>
                <a:off x="5193947" y="3462920"/>
                <a:ext cx="263880" cy="3488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5EB5C0B-9662-8CA9-82EA-1C24525098BA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5189627" y="3458600"/>
                  <a:ext cx="2725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45929B7-FE46-37FF-B60C-EA1815B968C7}"/>
                    </a:ext>
                  </a:extLst>
                </p14:cNvPr>
                <p14:cNvContentPartPr/>
                <p14:nvPr/>
              </p14:nvContentPartPr>
              <p14:xfrm>
                <a:off x="5476907" y="3471560"/>
                <a:ext cx="109800" cy="1422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00A1625-EDF3-8C6A-A603-A5A92912B4CA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5472587" y="3467240"/>
                  <a:ext cx="1184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E4908B4-37E3-5D16-D2C7-9385D4C0D21C}"/>
                    </a:ext>
                  </a:extLst>
                </p14:cNvPr>
                <p14:cNvContentPartPr/>
                <p14:nvPr/>
              </p14:nvContentPartPr>
              <p14:xfrm>
                <a:off x="1517267" y="2844440"/>
                <a:ext cx="99000" cy="2674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F92DFB3-7B69-876A-0B18-23626777C995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512947" y="2840120"/>
                  <a:ext cx="1076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EA5546B-24BA-4CBF-9F13-E472C5E96776}"/>
                    </a:ext>
                  </a:extLst>
                </p14:cNvPr>
                <p14:cNvContentPartPr/>
                <p14:nvPr/>
              </p14:nvContentPartPr>
              <p14:xfrm>
                <a:off x="1346267" y="2712680"/>
                <a:ext cx="612720" cy="1101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1A45AC6-919E-4509-263E-AA3C0651A8A7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341947" y="2708360"/>
                  <a:ext cx="6213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166CBDC-B7F9-3BD6-473C-4FF9A1B18CC5}"/>
                    </a:ext>
                  </a:extLst>
                </p14:cNvPr>
                <p14:cNvContentPartPr/>
                <p14:nvPr/>
              </p14:nvContentPartPr>
              <p14:xfrm>
                <a:off x="1731107" y="2942360"/>
                <a:ext cx="191520" cy="1130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0D2149E-C9C3-4BF5-D990-DBF4043B00D1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726787" y="2938040"/>
                  <a:ext cx="2001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D1272E4-235D-0B29-A6F4-808FD5E56A42}"/>
                    </a:ext>
                  </a:extLst>
                </p14:cNvPr>
                <p14:cNvContentPartPr/>
                <p14:nvPr/>
              </p14:nvContentPartPr>
              <p14:xfrm>
                <a:off x="1977347" y="2673080"/>
                <a:ext cx="375840" cy="4208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0A81E24-AB2A-E578-2698-162D1190643D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973027" y="2668760"/>
                  <a:ext cx="38448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FC6FAD1-C6AB-601B-95CF-CC9EE0A937BE}"/>
                    </a:ext>
                  </a:extLst>
                </p14:cNvPr>
                <p14:cNvContentPartPr/>
                <p14:nvPr/>
              </p14:nvContentPartPr>
              <p14:xfrm>
                <a:off x="2856827" y="2627360"/>
                <a:ext cx="249480" cy="3852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1916117-B72A-7232-FE59-10B795EF0356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2852507" y="2623040"/>
                  <a:ext cx="25812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EA74F84-42F4-544D-CF42-0A2793D80191}"/>
                    </a:ext>
                  </a:extLst>
                </p14:cNvPr>
                <p14:cNvContentPartPr/>
                <p14:nvPr/>
              </p14:nvContentPartPr>
              <p14:xfrm>
                <a:off x="2955467" y="2852720"/>
                <a:ext cx="147960" cy="39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EE64549-D512-0046-B83C-EC11B3B2C3CE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2951147" y="2848040"/>
                  <a:ext cx="156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76F5E2B-DC34-ABB5-157B-456F935524B1}"/>
                    </a:ext>
                  </a:extLst>
                </p14:cNvPr>
                <p14:cNvContentPartPr/>
                <p14:nvPr/>
              </p14:nvContentPartPr>
              <p14:xfrm>
                <a:off x="1424027" y="3588200"/>
                <a:ext cx="61920" cy="2624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6020B46-2E7B-454C-C439-148B01620E8B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419707" y="3583880"/>
                  <a:ext cx="705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5D9FD0B-A831-B132-CF0D-F675010AD12D}"/>
                    </a:ext>
                  </a:extLst>
                </p14:cNvPr>
                <p14:cNvContentPartPr/>
                <p14:nvPr/>
              </p14:nvContentPartPr>
              <p14:xfrm>
                <a:off x="1290107" y="3462200"/>
                <a:ext cx="449280" cy="1288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76871F2-EBBF-8B05-0E82-5B5BD8A9CC11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285787" y="3457880"/>
                  <a:ext cx="4579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4CADEF4-2490-8F2C-4A71-D8F38E82E6F6}"/>
                    </a:ext>
                  </a:extLst>
                </p14:cNvPr>
                <p14:cNvContentPartPr/>
                <p14:nvPr/>
              </p14:nvContentPartPr>
              <p14:xfrm>
                <a:off x="1593587" y="3690440"/>
                <a:ext cx="153720" cy="914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AD500E7-22E6-280B-F2CE-795CE287C361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589267" y="3686120"/>
                  <a:ext cx="1623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F0BFAD8-2A7B-ED10-4D6F-D465EB24D998}"/>
                    </a:ext>
                  </a:extLst>
                </p14:cNvPr>
                <p14:cNvContentPartPr/>
                <p14:nvPr/>
              </p14:nvContentPartPr>
              <p14:xfrm>
                <a:off x="1780427" y="3413600"/>
                <a:ext cx="403200" cy="3866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A38B545-6B6F-A26E-60A4-155DEB0E3262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776107" y="3409280"/>
                  <a:ext cx="41184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FBE151C-1647-1C4E-0019-8561C9F26FB0}"/>
                    </a:ext>
                  </a:extLst>
                </p14:cNvPr>
                <p14:cNvContentPartPr/>
                <p14:nvPr/>
              </p14:nvContentPartPr>
              <p14:xfrm>
                <a:off x="2711387" y="3511880"/>
                <a:ext cx="39240" cy="2188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6B42D5A-9DA0-EFD9-A11E-B2F402F9D278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2707067" y="3507560"/>
                  <a:ext cx="478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B736695-BA63-1CAF-8CC6-4DF49D4E32FC}"/>
                    </a:ext>
                  </a:extLst>
                </p14:cNvPr>
                <p14:cNvContentPartPr/>
                <p14:nvPr/>
              </p14:nvContentPartPr>
              <p14:xfrm>
                <a:off x="2718227" y="3448520"/>
                <a:ext cx="145080" cy="3301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239D117-A34C-0003-041F-09D3C2F00B4C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2713907" y="3444200"/>
                  <a:ext cx="1537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1D95F6C6-7553-BC27-D1EC-E60CA15AF642}"/>
                    </a:ext>
                  </a:extLst>
                </p14:cNvPr>
                <p14:cNvContentPartPr/>
                <p14:nvPr/>
              </p14:nvContentPartPr>
              <p14:xfrm>
                <a:off x="1867907" y="2217867"/>
                <a:ext cx="74880" cy="19224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E9A25895-3326-849B-FA15-16FD2CDBAAAF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863587" y="2213547"/>
                  <a:ext cx="835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3EC41D41-19E4-B7FF-B9F1-8859D26FD5A7}"/>
                    </a:ext>
                  </a:extLst>
                </p14:cNvPr>
                <p14:cNvContentPartPr/>
                <p14:nvPr/>
              </p14:nvContentPartPr>
              <p14:xfrm>
                <a:off x="1776827" y="2169987"/>
                <a:ext cx="342720" cy="162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598864A3-1086-490A-B4CB-6DAE006EA0BC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772507" y="2165667"/>
                  <a:ext cx="3513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BE2DEFE3-9290-5DAE-D0AE-9F6638FA99B3}"/>
                    </a:ext>
                  </a:extLst>
                </p14:cNvPr>
                <p14:cNvContentPartPr/>
                <p14:nvPr/>
              </p14:nvContentPartPr>
              <p14:xfrm>
                <a:off x="2047547" y="2262147"/>
                <a:ext cx="151200" cy="1036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21A3BF08-6A88-52B9-0604-82BEE7F605E8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2043227" y="2257827"/>
                  <a:ext cx="1598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5DCDDA9B-1596-ECFB-3130-1CD1958E1EA8}"/>
                    </a:ext>
                  </a:extLst>
                </p14:cNvPr>
                <p14:cNvContentPartPr/>
                <p14:nvPr/>
              </p14:nvContentPartPr>
              <p14:xfrm>
                <a:off x="2204867" y="2276187"/>
                <a:ext cx="120960" cy="1116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CD700AEB-9A3A-E219-19E9-433E52631BCF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2200547" y="2271867"/>
                  <a:ext cx="1296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0C900C3E-C593-6EF2-49D1-FA729B488F6B}"/>
                    </a:ext>
                  </a:extLst>
                </p14:cNvPr>
                <p14:cNvContentPartPr/>
                <p14:nvPr/>
              </p14:nvContentPartPr>
              <p14:xfrm>
                <a:off x="2363267" y="2101947"/>
                <a:ext cx="137520" cy="31356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C3F5D4F5-7B90-AA4A-2551-A487A99389A2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2358947" y="2097627"/>
                  <a:ext cx="1461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7394BB9C-D9F6-A8F4-745F-3AF3504A4C0F}"/>
                    </a:ext>
                  </a:extLst>
                </p14:cNvPr>
                <p14:cNvContentPartPr/>
                <p14:nvPr/>
              </p14:nvContentPartPr>
              <p14:xfrm>
                <a:off x="1081307" y="2116707"/>
                <a:ext cx="83160" cy="50112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C28CFE9E-524B-0FD8-00BF-93027D92D2B2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076987" y="2112387"/>
                  <a:ext cx="9180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303F60F8-B011-787A-959A-18BB07A3F133}"/>
                    </a:ext>
                  </a:extLst>
                </p14:cNvPr>
                <p14:cNvContentPartPr/>
                <p14:nvPr/>
              </p14:nvContentPartPr>
              <p14:xfrm>
                <a:off x="1156187" y="1945707"/>
                <a:ext cx="3762000" cy="2037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B6F91E0D-FF9C-E655-9B5E-00CB23F14132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151867" y="1941387"/>
                  <a:ext cx="37706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1148C786-DDB6-6911-93D4-DE5F45547723}"/>
                    </a:ext>
                  </a:extLst>
                </p14:cNvPr>
                <p14:cNvContentPartPr/>
                <p14:nvPr/>
              </p14:nvContentPartPr>
              <p14:xfrm>
                <a:off x="4864547" y="1690107"/>
                <a:ext cx="6398640" cy="54864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1C8568A6-0592-A3A4-0ACA-BB91298AB8E8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4860227" y="1685787"/>
                  <a:ext cx="640728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D93A12EB-90A5-81CC-E7AA-3AFC6489C43A}"/>
                    </a:ext>
                  </a:extLst>
                </p14:cNvPr>
                <p14:cNvContentPartPr/>
                <p14:nvPr/>
              </p14:nvContentPartPr>
              <p14:xfrm>
                <a:off x="6252347" y="1796667"/>
                <a:ext cx="36000" cy="68580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17BB432D-E0DF-BAEE-E49C-7B2BC8FA6384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6248027" y="1792347"/>
                  <a:ext cx="44640" cy="69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59CC40E-FB66-EAD5-A89A-6479AD28488B}"/>
                    </a:ext>
                  </a:extLst>
                </p14:cNvPr>
                <p14:cNvContentPartPr/>
                <p14:nvPr/>
              </p14:nvContentPartPr>
              <p14:xfrm>
                <a:off x="3271547" y="1852280"/>
                <a:ext cx="115560" cy="3225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BA32AA2-5CDF-77BA-6B97-09840D41BF5B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3267227" y="1847960"/>
                  <a:ext cx="12420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E365DB0-32E4-027F-4D7B-1AD4C7034E66}"/>
                    </a:ext>
                  </a:extLst>
                </p14:cNvPr>
                <p14:cNvContentPartPr/>
                <p14:nvPr/>
              </p14:nvContentPartPr>
              <p14:xfrm>
                <a:off x="3365507" y="1785680"/>
                <a:ext cx="129600" cy="110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8166A99-829B-41A6-0081-9630AC320BD0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3361187" y="1781360"/>
                  <a:ext cx="1382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2E769F1-379C-ADC8-A86F-7CCBF16124C2}"/>
                    </a:ext>
                  </a:extLst>
                </p14:cNvPr>
                <p14:cNvContentPartPr/>
                <p14:nvPr/>
              </p14:nvContentPartPr>
              <p14:xfrm>
                <a:off x="3570707" y="1743920"/>
                <a:ext cx="167760" cy="173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0B71A9A-4BA3-FB80-A32A-BDFCE865D2E1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3566387" y="1739600"/>
                  <a:ext cx="1764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C38F9AB-0A82-E2C6-DB3C-ED09BB0C5496}"/>
                    </a:ext>
                  </a:extLst>
                </p14:cNvPr>
                <p14:cNvContentPartPr/>
                <p14:nvPr/>
              </p14:nvContentPartPr>
              <p14:xfrm>
                <a:off x="3734867" y="1778120"/>
                <a:ext cx="112680" cy="1202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F912E65-0D6E-AB86-FB3F-ED00E9BBE191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3730547" y="1773800"/>
                  <a:ext cx="1213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4E7082F-1E55-35C7-C43D-C19C94A7DF07}"/>
                    </a:ext>
                  </a:extLst>
                </p14:cNvPr>
                <p14:cNvContentPartPr/>
                <p14:nvPr/>
              </p14:nvContentPartPr>
              <p14:xfrm>
                <a:off x="3825227" y="1806560"/>
                <a:ext cx="160920" cy="3438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9AFFE61-2EA1-6A45-F448-03ADE247E96D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3820907" y="1802240"/>
                  <a:ext cx="16956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CD4934B-4F96-689D-C7D4-9024DC46EAAB}"/>
                    </a:ext>
                  </a:extLst>
                </p14:cNvPr>
                <p14:cNvContentPartPr/>
                <p14:nvPr/>
              </p14:nvContentPartPr>
              <p14:xfrm>
                <a:off x="3990827" y="1667240"/>
                <a:ext cx="51480" cy="327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327264D-B6B2-5CFF-1120-0FB0C430B712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3986507" y="1662920"/>
                  <a:ext cx="601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3F82B8A-8D6D-7362-06C1-A79B0B83436A}"/>
                    </a:ext>
                  </a:extLst>
                </p14:cNvPr>
                <p14:cNvContentPartPr/>
                <p14:nvPr/>
              </p14:nvContentPartPr>
              <p14:xfrm>
                <a:off x="4059947" y="1754720"/>
                <a:ext cx="186120" cy="1072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87D1C0B-50E3-9393-8AE7-EFFD5A165245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4055627" y="1750400"/>
                  <a:ext cx="1947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BFA87D5-E901-ABDB-5EB6-F370617268E3}"/>
                    </a:ext>
                  </a:extLst>
                </p14:cNvPr>
                <p14:cNvContentPartPr/>
                <p14:nvPr/>
              </p14:nvContentPartPr>
              <p14:xfrm>
                <a:off x="4258307" y="1785680"/>
                <a:ext cx="111960" cy="961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2610351-A288-DF11-5A5D-800FB4842BA7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4253987" y="1781360"/>
                  <a:ext cx="1206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A6C6BE1-12E7-088B-D713-F7C4ED2A35F1}"/>
                    </a:ext>
                  </a:extLst>
                </p14:cNvPr>
                <p14:cNvContentPartPr/>
                <p14:nvPr/>
              </p14:nvContentPartPr>
              <p14:xfrm>
                <a:off x="4518947" y="1628720"/>
                <a:ext cx="70560" cy="2754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6E162CA-E7A3-A073-43B0-2C476186A230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4514627" y="1624400"/>
                  <a:ext cx="792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4AC54BF-101D-97E5-EDEE-D7CDC7BECA4E}"/>
                    </a:ext>
                  </a:extLst>
                </p14:cNvPr>
                <p14:cNvContentPartPr/>
                <p14:nvPr/>
              </p14:nvContentPartPr>
              <p14:xfrm>
                <a:off x="4485467" y="1747160"/>
                <a:ext cx="207360" cy="133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D67CE70-ACDE-248A-6290-73866B306831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4481147" y="1742840"/>
                  <a:ext cx="2160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0F82BDD-A040-065B-6BAB-4EC1819099A9}"/>
                    </a:ext>
                  </a:extLst>
                </p14:cNvPr>
                <p14:cNvContentPartPr/>
                <p14:nvPr/>
              </p14:nvContentPartPr>
              <p14:xfrm>
                <a:off x="4720907" y="1901960"/>
                <a:ext cx="1080" cy="115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817544E-6564-30C9-77FD-BCEC66AA0730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4716587" y="1897640"/>
                  <a:ext cx="97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624B45AD-26F5-6DB8-2B96-7B4F3EC01B22}"/>
                    </a:ext>
                  </a:extLst>
                </p14:cNvPr>
                <p14:cNvContentPartPr/>
                <p14:nvPr/>
              </p14:nvContentPartPr>
              <p14:xfrm>
                <a:off x="3735587" y="2047227"/>
                <a:ext cx="36360" cy="39168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D51962D5-0FBC-5213-A39E-3B2C182CC703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3731267" y="2042907"/>
                  <a:ext cx="45000" cy="40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C35345CF-3F2B-19F1-5317-BC3C8F41C808}"/>
              </a:ext>
            </a:extLst>
          </p:cNvPr>
          <p:cNvGrpSpPr/>
          <p:nvPr/>
        </p:nvGrpSpPr>
        <p:grpSpPr>
          <a:xfrm>
            <a:off x="3992267" y="2126427"/>
            <a:ext cx="1473120" cy="305640"/>
            <a:chOff x="3992267" y="2126427"/>
            <a:chExt cx="1473120" cy="30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A202C8A2-2935-EC40-CE5D-9275753B31A7}"/>
                    </a:ext>
                  </a:extLst>
                </p14:cNvPr>
                <p14:cNvContentPartPr/>
                <p14:nvPr/>
              </p14:nvContentPartPr>
              <p14:xfrm>
                <a:off x="4115027" y="2231187"/>
                <a:ext cx="19800" cy="12024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6A503C2C-226C-1B18-E662-347BB5D1367F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4110707" y="2226867"/>
                  <a:ext cx="284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B63AB1F2-4149-3CB7-F80E-825C58C2DE25}"/>
                    </a:ext>
                  </a:extLst>
                </p14:cNvPr>
                <p14:cNvContentPartPr/>
                <p14:nvPr/>
              </p14:nvContentPartPr>
              <p14:xfrm>
                <a:off x="3992267" y="2196267"/>
                <a:ext cx="263880" cy="23580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AA3C8811-E676-A95A-89B5-2011D9F0A7CD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3987947" y="2191947"/>
                  <a:ext cx="2725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D65038CC-6D63-B58D-C8C7-2BD5BA3B9015}"/>
                    </a:ext>
                  </a:extLst>
                </p14:cNvPr>
                <p14:cNvContentPartPr/>
                <p14:nvPr/>
              </p14:nvContentPartPr>
              <p14:xfrm>
                <a:off x="4300787" y="2275107"/>
                <a:ext cx="176400" cy="799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FB501DA9-F71C-73F4-3D4D-ADF9D7DD9E83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4296467" y="2270787"/>
                  <a:ext cx="1850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B533EB81-4C68-0B3B-FFC6-6C8E19D1EF26}"/>
                    </a:ext>
                  </a:extLst>
                </p14:cNvPr>
                <p14:cNvContentPartPr/>
                <p14:nvPr/>
              </p14:nvContentPartPr>
              <p14:xfrm>
                <a:off x="4498067" y="2202387"/>
                <a:ext cx="128880" cy="13068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A3EEDEAA-2D40-8976-108A-28806E6C72C7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4493747" y="2198067"/>
                  <a:ext cx="1375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E51F48AF-B57A-651D-A88C-72AD5ED28ED6}"/>
                    </a:ext>
                  </a:extLst>
                </p14:cNvPr>
                <p14:cNvContentPartPr/>
                <p14:nvPr/>
              </p14:nvContentPartPr>
              <p14:xfrm>
                <a:off x="4590227" y="2262507"/>
                <a:ext cx="176760" cy="7704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5EFF50B8-C926-2418-C963-32664988E1DD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4585907" y="2258187"/>
                  <a:ext cx="1854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AF007F60-B33D-85E7-1ED6-6483B4FF47C9}"/>
                    </a:ext>
                  </a:extLst>
                </p14:cNvPr>
                <p14:cNvContentPartPr/>
                <p14:nvPr/>
              </p14:nvContentPartPr>
              <p14:xfrm>
                <a:off x="4838987" y="2127147"/>
                <a:ext cx="160560" cy="20052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5BE1AC5F-B462-4F60-30C9-EC07B0A961DE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4834667" y="2122827"/>
                  <a:ext cx="1692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FFF6198-B4D6-F5AE-1E01-86AB1EAE755F}"/>
                    </a:ext>
                  </a:extLst>
                </p14:cNvPr>
                <p14:cNvContentPartPr/>
                <p14:nvPr/>
              </p14:nvContentPartPr>
              <p14:xfrm>
                <a:off x="4846547" y="2248107"/>
                <a:ext cx="235800" cy="6948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ED2ED03C-CDE5-C0CA-382B-0F6946A9DAE3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4842227" y="2243787"/>
                  <a:ext cx="2444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0870DC5B-FB51-D623-B80F-0F700C33DC1A}"/>
                    </a:ext>
                  </a:extLst>
                </p14:cNvPr>
                <p14:cNvContentPartPr/>
                <p14:nvPr/>
              </p14:nvContentPartPr>
              <p14:xfrm>
                <a:off x="5130227" y="2126427"/>
                <a:ext cx="360" cy="1476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D041A82C-C547-F6DF-20AF-E9217FC40F79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5125907" y="2122107"/>
                  <a:ext cx="9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DE7F76C8-C60B-A02D-26A5-C11671387F7F}"/>
                    </a:ext>
                  </a:extLst>
                </p14:cNvPr>
                <p14:cNvContentPartPr/>
                <p14:nvPr/>
              </p14:nvContentPartPr>
              <p14:xfrm>
                <a:off x="5205107" y="2153067"/>
                <a:ext cx="260280" cy="13644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7903C9E5-9416-B85A-579A-8083EC5DFC30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5200787" y="2148747"/>
                  <a:ext cx="26892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B748EABE-E89A-293A-6CC6-342A06676084}"/>
              </a:ext>
            </a:extLst>
          </p:cNvPr>
          <p:cNvGrpSpPr/>
          <p:nvPr/>
        </p:nvGrpSpPr>
        <p:grpSpPr>
          <a:xfrm>
            <a:off x="6855707" y="1869387"/>
            <a:ext cx="2093400" cy="277560"/>
            <a:chOff x="6855707" y="1869387"/>
            <a:chExt cx="2093400" cy="27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4CE9B2E9-09C6-023B-2FFC-57EB5816F172}"/>
                    </a:ext>
                  </a:extLst>
                </p14:cNvPr>
                <p14:cNvContentPartPr/>
                <p14:nvPr/>
              </p14:nvContentPartPr>
              <p14:xfrm>
                <a:off x="6855707" y="1940307"/>
                <a:ext cx="29160" cy="19440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0C5E1E92-8C5E-70EA-20BF-D9131C12185D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6851387" y="1935987"/>
                  <a:ext cx="378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A1931F4E-D231-9975-5D39-D8463B146B1E}"/>
                    </a:ext>
                  </a:extLst>
                </p14:cNvPr>
                <p14:cNvContentPartPr/>
                <p14:nvPr/>
              </p14:nvContentPartPr>
              <p14:xfrm>
                <a:off x="6865427" y="1875147"/>
                <a:ext cx="121680" cy="9180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2DD7127D-3EEA-8FFF-A587-D266933A6BC4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6861107" y="1870827"/>
                  <a:ext cx="1303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76D86228-8B28-E6F4-DB9B-B381539EFE6A}"/>
                    </a:ext>
                  </a:extLst>
                </p14:cNvPr>
                <p14:cNvContentPartPr/>
                <p14:nvPr/>
              </p14:nvContentPartPr>
              <p14:xfrm>
                <a:off x="7032107" y="1975227"/>
                <a:ext cx="321840" cy="1260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34E76F1F-3874-1035-26C6-2AA988DEA84D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7027787" y="1970907"/>
                  <a:ext cx="3304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9EC4326D-0F3E-D1B5-D9D3-EEA0AC7F7D1B}"/>
                    </a:ext>
                  </a:extLst>
                </p14:cNvPr>
                <p14:cNvContentPartPr/>
                <p14:nvPr/>
              </p14:nvContentPartPr>
              <p14:xfrm>
                <a:off x="7385627" y="1869387"/>
                <a:ext cx="215640" cy="2455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CF8FB623-5999-44C7-6886-5FFCAD59F5EC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7381307" y="1865067"/>
                  <a:ext cx="2242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F981E2AE-166D-62A9-4CF3-CEBDF2912B8A}"/>
                    </a:ext>
                  </a:extLst>
                </p14:cNvPr>
                <p14:cNvContentPartPr/>
                <p14:nvPr/>
              </p14:nvContentPartPr>
              <p14:xfrm>
                <a:off x="7582187" y="2020227"/>
                <a:ext cx="174240" cy="802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2368A44C-CFE4-68F3-B2AF-414DEE4CF90C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7577867" y="2015907"/>
                  <a:ext cx="1828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1D260174-7596-351C-EC55-539552F92A90}"/>
                    </a:ext>
                  </a:extLst>
                </p14:cNvPr>
                <p14:cNvContentPartPr/>
                <p14:nvPr/>
              </p14:nvContentPartPr>
              <p14:xfrm>
                <a:off x="7752467" y="1994307"/>
                <a:ext cx="187560" cy="11340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D89D8AAD-F5C1-60E2-5B0D-7A0D4B12FC42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7748147" y="1989987"/>
                  <a:ext cx="1962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D5C4028C-3886-3E21-1E34-40EAC3E15478}"/>
                    </a:ext>
                  </a:extLst>
                </p14:cNvPr>
                <p14:cNvContentPartPr/>
                <p14:nvPr/>
              </p14:nvContentPartPr>
              <p14:xfrm>
                <a:off x="7969547" y="1990707"/>
                <a:ext cx="158400" cy="10728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ACFCC9EA-E961-DAB1-3381-EFA323C7AB63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7965227" y="1986387"/>
                  <a:ext cx="1670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6B24D4FE-C48D-F9AF-A594-4F5F5D4C8790}"/>
                    </a:ext>
                  </a:extLst>
                </p14:cNvPr>
                <p14:cNvContentPartPr/>
                <p14:nvPr/>
              </p14:nvContentPartPr>
              <p14:xfrm>
                <a:off x="8158547" y="1970547"/>
                <a:ext cx="106200" cy="14940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625CF800-5806-60ED-2FA5-FD1184C24B0F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8154227" y="1966227"/>
                  <a:ext cx="1148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FAACBE6A-8DB1-C191-D526-41409786CB2C}"/>
                    </a:ext>
                  </a:extLst>
                </p14:cNvPr>
                <p14:cNvContentPartPr/>
                <p14:nvPr/>
              </p14:nvContentPartPr>
              <p14:xfrm>
                <a:off x="8307947" y="1970907"/>
                <a:ext cx="174600" cy="17604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A3FCB7F1-2FCF-5A93-DAEA-D4D64B4C72C9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8303627" y="1966587"/>
                  <a:ext cx="1832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FEE20F78-3AE0-7DEA-98A9-D3F8A14A9227}"/>
                    </a:ext>
                  </a:extLst>
                </p14:cNvPr>
                <p14:cNvContentPartPr/>
                <p14:nvPr/>
              </p14:nvContentPartPr>
              <p14:xfrm>
                <a:off x="8499107" y="1992507"/>
                <a:ext cx="108360" cy="11124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13F984EB-85B7-79FF-0CFE-192D031A202B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8494787" y="1988187"/>
                  <a:ext cx="1170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586196C5-8A4F-155E-D143-19B16CEB24C5}"/>
                    </a:ext>
                  </a:extLst>
                </p14:cNvPr>
                <p14:cNvContentPartPr/>
                <p14:nvPr/>
              </p14:nvContentPartPr>
              <p14:xfrm>
                <a:off x="8721587" y="1926627"/>
                <a:ext cx="128880" cy="14544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B27ED46E-9CBB-A3BD-C800-9D1C18064FE0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8717267" y="1922307"/>
                  <a:ext cx="1375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910F6B0E-395B-CD72-09D7-39D77B710589}"/>
                    </a:ext>
                  </a:extLst>
                </p14:cNvPr>
                <p14:cNvContentPartPr/>
                <p14:nvPr/>
              </p14:nvContentPartPr>
              <p14:xfrm>
                <a:off x="8845067" y="1974147"/>
                <a:ext cx="104040" cy="14112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A1590830-1A90-84E8-C5CD-DDB581FA403D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8840747" y="1969827"/>
                  <a:ext cx="11268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4BB48322-C6EB-DD8D-CAA4-AF269A3342AC}"/>
              </a:ext>
            </a:extLst>
          </p:cNvPr>
          <p:cNvGrpSpPr/>
          <p:nvPr/>
        </p:nvGrpSpPr>
        <p:grpSpPr>
          <a:xfrm>
            <a:off x="6607640" y="3243680"/>
            <a:ext cx="241920" cy="286200"/>
            <a:chOff x="6607640" y="3243680"/>
            <a:chExt cx="241920" cy="28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6336E56-D3A5-48E8-653E-2594D1768EFF}"/>
                    </a:ext>
                  </a:extLst>
                </p14:cNvPr>
                <p14:cNvContentPartPr/>
                <p14:nvPr/>
              </p14:nvContentPartPr>
              <p14:xfrm>
                <a:off x="6607640" y="3243680"/>
                <a:ext cx="220680" cy="286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6336E56-D3A5-48E8-653E-2594D1768EFF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6601520" y="3237560"/>
                  <a:ext cx="2329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519C504-AEE1-4D2E-FB56-C36E11B3DD1F}"/>
                    </a:ext>
                  </a:extLst>
                </p14:cNvPr>
                <p14:cNvContentPartPr/>
                <p14:nvPr/>
              </p14:nvContentPartPr>
              <p14:xfrm>
                <a:off x="6680000" y="3373280"/>
                <a:ext cx="169560" cy="10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519C504-AEE1-4D2E-FB56-C36E11B3DD1F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6673880" y="3367160"/>
                  <a:ext cx="18180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534BBFC5-8432-EAEA-3FB2-40FD7D384FAF}"/>
              </a:ext>
            </a:extLst>
          </p:cNvPr>
          <p:cNvGrpSpPr/>
          <p:nvPr/>
        </p:nvGrpSpPr>
        <p:grpSpPr>
          <a:xfrm>
            <a:off x="6455720" y="4006520"/>
            <a:ext cx="225360" cy="334080"/>
            <a:chOff x="6455720" y="4006520"/>
            <a:chExt cx="225360" cy="33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AAB825C-BE67-BD5D-AC9C-5A141218B0E8}"/>
                    </a:ext>
                  </a:extLst>
                </p14:cNvPr>
                <p14:cNvContentPartPr/>
                <p14:nvPr/>
              </p14:nvContentPartPr>
              <p14:xfrm>
                <a:off x="6455720" y="4006520"/>
                <a:ext cx="208080" cy="334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AAB825C-BE67-BD5D-AC9C-5A141218B0E8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6449600" y="4000400"/>
                  <a:ext cx="2203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B13079E-CB56-F1E7-7D3C-3CE93D1DADB3}"/>
                    </a:ext>
                  </a:extLst>
                </p14:cNvPr>
                <p14:cNvContentPartPr/>
                <p14:nvPr/>
              </p14:nvContentPartPr>
              <p14:xfrm>
                <a:off x="6486680" y="4115960"/>
                <a:ext cx="194400" cy="15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B13079E-CB56-F1E7-7D3C-3CE93D1DADB3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6480560" y="4109840"/>
                  <a:ext cx="20664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72BE2FD6-2BAB-0BA4-AC2A-784DD6B6C55E}"/>
              </a:ext>
            </a:extLst>
          </p:cNvPr>
          <p:cNvGrpSpPr/>
          <p:nvPr/>
        </p:nvGrpSpPr>
        <p:grpSpPr>
          <a:xfrm>
            <a:off x="6379760" y="4712480"/>
            <a:ext cx="362160" cy="332640"/>
            <a:chOff x="6379760" y="4712480"/>
            <a:chExt cx="362160" cy="33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FCF888A-F91F-A14D-29C4-BA135A291B8E}"/>
                    </a:ext>
                  </a:extLst>
                </p14:cNvPr>
                <p14:cNvContentPartPr/>
                <p14:nvPr/>
              </p14:nvContentPartPr>
              <p14:xfrm>
                <a:off x="6379760" y="4818320"/>
                <a:ext cx="28080" cy="226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FCF888A-F91F-A14D-29C4-BA135A291B8E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6373640" y="4812200"/>
                  <a:ext cx="403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6EAF685-FE40-D739-C6F3-C8805965C3E3}"/>
                    </a:ext>
                  </a:extLst>
                </p14:cNvPr>
                <p14:cNvContentPartPr/>
                <p14:nvPr/>
              </p14:nvContentPartPr>
              <p14:xfrm>
                <a:off x="6419720" y="4712480"/>
                <a:ext cx="176400" cy="264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6EAF685-FE40-D739-C6F3-C8805965C3E3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6413600" y="4706360"/>
                  <a:ext cx="1886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E6C40AB-E513-DC13-FACC-9152DC912F9F}"/>
                    </a:ext>
                  </a:extLst>
                </p14:cNvPr>
                <p14:cNvContentPartPr/>
                <p14:nvPr/>
              </p14:nvContentPartPr>
              <p14:xfrm>
                <a:off x="6682160" y="4901840"/>
                <a:ext cx="59760" cy="92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E6C40AB-E513-DC13-FACC-9152DC912F9F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6676040" y="4895720"/>
                  <a:ext cx="72000" cy="10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AED3A6FC-108A-4442-06E9-81BA5B876756}"/>
                  </a:ext>
                </a:extLst>
              </p14:cNvPr>
              <p14:cNvContentPartPr/>
              <p14:nvPr/>
            </p14:nvContentPartPr>
            <p14:xfrm>
              <a:off x="6978440" y="4677560"/>
              <a:ext cx="261000" cy="2073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AED3A6FC-108A-4442-06E9-81BA5B876756}"/>
                  </a:ext>
                </a:extLst>
              </p:cNvPr>
              <p:cNvPicPr/>
              <p:nvPr/>
            </p:nvPicPr>
            <p:blipFill>
              <a:blip r:embed="rId603"/>
              <a:stretch>
                <a:fillRect/>
              </a:stretch>
            </p:blipFill>
            <p:spPr>
              <a:xfrm>
                <a:off x="6972320" y="4671440"/>
                <a:ext cx="27324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D4AAEEBE-6603-8666-B755-F7EFAAA93CFF}"/>
                  </a:ext>
                </a:extLst>
              </p14:cNvPr>
              <p14:cNvContentPartPr/>
              <p14:nvPr/>
            </p14:nvContentPartPr>
            <p14:xfrm>
              <a:off x="8946560" y="1812680"/>
              <a:ext cx="142560" cy="379476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D4AAEEBE-6603-8666-B755-F7EFAAA93CFF}"/>
                  </a:ext>
                </a:extLst>
              </p:cNvPr>
              <p:cNvPicPr/>
              <p:nvPr/>
            </p:nvPicPr>
            <p:blipFill>
              <a:blip r:embed="rId605"/>
              <a:stretch>
                <a:fillRect/>
              </a:stretch>
            </p:blipFill>
            <p:spPr>
              <a:xfrm>
                <a:off x="8942240" y="1808360"/>
                <a:ext cx="151200" cy="380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231EAB23-D64E-B69D-FAB5-922DF341AF20}"/>
              </a:ext>
            </a:extLst>
          </p:cNvPr>
          <p:cNvGrpSpPr/>
          <p:nvPr/>
        </p:nvGrpSpPr>
        <p:grpSpPr>
          <a:xfrm>
            <a:off x="9449480" y="1857680"/>
            <a:ext cx="1317960" cy="271440"/>
            <a:chOff x="9449480" y="1857680"/>
            <a:chExt cx="1317960" cy="27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F54E399-C82A-7A48-7154-6C6F352824B2}"/>
                    </a:ext>
                  </a:extLst>
                </p14:cNvPr>
                <p14:cNvContentPartPr/>
                <p14:nvPr/>
              </p14:nvContentPartPr>
              <p14:xfrm>
                <a:off x="9449480" y="1857680"/>
                <a:ext cx="180000" cy="2714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F54E399-C82A-7A48-7154-6C6F352824B2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9445160" y="1853360"/>
                  <a:ext cx="1886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796DADC-14A4-4610-9F89-51D160EA7361}"/>
                    </a:ext>
                  </a:extLst>
                </p14:cNvPr>
                <p14:cNvContentPartPr/>
                <p14:nvPr/>
              </p14:nvContentPartPr>
              <p14:xfrm>
                <a:off x="9644960" y="1990160"/>
                <a:ext cx="105480" cy="1209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796DADC-14A4-4610-9F89-51D160EA7361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9640640" y="1985840"/>
                  <a:ext cx="1141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D1DF4A6-4DC1-234E-03DB-6C2AA27E104F}"/>
                    </a:ext>
                  </a:extLst>
                </p14:cNvPr>
                <p14:cNvContentPartPr/>
                <p14:nvPr/>
              </p14:nvContentPartPr>
              <p14:xfrm>
                <a:off x="9757280" y="1971440"/>
                <a:ext cx="84600" cy="1515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D1DF4A6-4DC1-234E-03DB-6C2AA27E104F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9752960" y="1967120"/>
                  <a:ext cx="932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C4E871F-691A-BF04-C175-08F844B0E2B5}"/>
                    </a:ext>
                  </a:extLst>
                </p14:cNvPr>
                <p14:cNvContentPartPr/>
                <p14:nvPr/>
              </p14:nvContentPartPr>
              <p14:xfrm>
                <a:off x="9875720" y="1979720"/>
                <a:ext cx="258840" cy="1267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C4E871F-691A-BF04-C175-08F844B0E2B5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9871400" y="1975400"/>
                  <a:ext cx="2674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C03DB26-8184-F793-0294-C541E498371D}"/>
                    </a:ext>
                  </a:extLst>
                </p14:cNvPr>
                <p14:cNvContentPartPr/>
                <p14:nvPr/>
              </p14:nvContentPartPr>
              <p14:xfrm>
                <a:off x="10190720" y="1979720"/>
                <a:ext cx="101880" cy="1321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C03DB26-8184-F793-0294-C541E498371D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10186400" y="1975400"/>
                  <a:ext cx="1105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12AC4EC-9BCB-BD49-E551-4F9183B99430}"/>
                    </a:ext>
                  </a:extLst>
                </p14:cNvPr>
                <p14:cNvContentPartPr/>
                <p14:nvPr/>
              </p14:nvContentPartPr>
              <p14:xfrm>
                <a:off x="10352360" y="2001320"/>
                <a:ext cx="136800" cy="867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12AC4EC-9BCB-BD49-E551-4F9183B99430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10348040" y="1997000"/>
                  <a:ext cx="1454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7B26624-FED5-DA3B-FFA5-2B131F87B8B1}"/>
                    </a:ext>
                  </a:extLst>
                </p14:cNvPr>
                <p14:cNvContentPartPr/>
                <p14:nvPr/>
              </p14:nvContentPartPr>
              <p14:xfrm>
                <a:off x="10516520" y="1950920"/>
                <a:ext cx="250920" cy="1242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7B26624-FED5-DA3B-FFA5-2B131F87B8B1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10512200" y="1946600"/>
                  <a:ext cx="25956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78134FFA-15D1-FBB6-B8FD-624439F18AD5}"/>
              </a:ext>
            </a:extLst>
          </p:cNvPr>
          <p:cNvGrpSpPr/>
          <p:nvPr/>
        </p:nvGrpSpPr>
        <p:grpSpPr>
          <a:xfrm>
            <a:off x="9262640" y="2580920"/>
            <a:ext cx="1562040" cy="319320"/>
            <a:chOff x="9262640" y="2580920"/>
            <a:chExt cx="1562040" cy="31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8A2015E-842F-5466-8D5A-695FD5C4F20A}"/>
                    </a:ext>
                  </a:extLst>
                </p14:cNvPr>
                <p14:cNvContentPartPr/>
                <p14:nvPr/>
              </p14:nvContentPartPr>
              <p14:xfrm>
                <a:off x="9262640" y="2591360"/>
                <a:ext cx="217800" cy="3088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8A2015E-842F-5466-8D5A-695FD5C4F20A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9258320" y="2587040"/>
                  <a:ext cx="2264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AA843F5-3416-5E68-7158-9CE87C87FF07}"/>
                    </a:ext>
                  </a:extLst>
                </p14:cNvPr>
                <p14:cNvContentPartPr/>
                <p14:nvPr/>
              </p14:nvContentPartPr>
              <p14:xfrm>
                <a:off x="9537320" y="2724200"/>
                <a:ext cx="247320" cy="1148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AA843F5-3416-5E68-7158-9CE87C87FF07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9533000" y="2719880"/>
                  <a:ext cx="2559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BFC5AF73-9FAE-7AF4-BFA5-850C053C44A1}"/>
                    </a:ext>
                  </a:extLst>
                </p14:cNvPr>
                <p14:cNvContentPartPr/>
                <p14:nvPr/>
              </p14:nvContentPartPr>
              <p14:xfrm>
                <a:off x="9874640" y="2714840"/>
                <a:ext cx="83880" cy="1094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BFC5AF73-9FAE-7AF4-BFA5-850C053C44A1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9870320" y="2710520"/>
                  <a:ext cx="925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98D723C-D864-02A9-C5E1-6B9703B18295}"/>
                    </a:ext>
                  </a:extLst>
                </p14:cNvPr>
                <p14:cNvContentPartPr/>
                <p14:nvPr/>
              </p14:nvContentPartPr>
              <p14:xfrm>
                <a:off x="9916760" y="2580920"/>
                <a:ext cx="7200" cy="356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98D723C-D864-02A9-C5E1-6B9703B18295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9912440" y="2576600"/>
                  <a:ext cx="158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4BA209D9-EA4C-CA98-1EFE-48EADEC68654}"/>
                    </a:ext>
                  </a:extLst>
                </p14:cNvPr>
                <p14:cNvContentPartPr/>
                <p14:nvPr/>
              </p14:nvContentPartPr>
              <p14:xfrm>
                <a:off x="10517600" y="2697560"/>
                <a:ext cx="307080" cy="986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4BA209D9-EA4C-CA98-1EFE-48EADEC68654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0513280" y="2693240"/>
                  <a:ext cx="3157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98E59E31-09DE-E3A7-5EEB-661A4E68F8BD}"/>
                    </a:ext>
                  </a:extLst>
                </p14:cNvPr>
                <p14:cNvContentPartPr/>
                <p14:nvPr/>
              </p14:nvContentPartPr>
              <p14:xfrm>
                <a:off x="10034840" y="2709800"/>
                <a:ext cx="94680" cy="1116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98E59E31-09DE-E3A7-5EEB-661A4E68F8BD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0030520" y="2705480"/>
                  <a:ext cx="1033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AC081C37-53D4-8BF0-D22B-5EAA3C89A842}"/>
                    </a:ext>
                  </a:extLst>
                </p14:cNvPr>
                <p14:cNvContentPartPr/>
                <p14:nvPr/>
              </p14:nvContentPartPr>
              <p14:xfrm>
                <a:off x="10234280" y="2711240"/>
                <a:ext cx="113760" cy="1260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AC081C37-53D4-8BF0-D22B-5EAA3C89A842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0229960" y="2706920"/>
                  <a:ext cx="122400" cy="13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A3C519AF-C36A-D953-E399-FBCFA287A318}"/>
              </a:ext>
            </a:extLst>
          </p:cNvPr>
          <p:cNvGrpSpPr/>
          <p:nvPr/>
        </p:nvGrpSpPr>
        <p:grpSpPr>
          <a:xfrm>
            <a:off x="9142760" y="3111560"/>
            <a:ext cx="1646280" cy="462960"/>
            <a:chOff x="9142760" y="3111560"/>
            <a:chExt cx="1646280" cy="46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14A60770-C13B-9396-E530-A499F8DFADB4}"/>
                    </a:ext>
                  </a:extLst>
                </p14:cNvPr>
                <p14:cNvContentPartPr/>
                <p14:nvPr/>
              </p14:nvContentPartPr>
              <p14:xfrm>
                <a:off x="9142760" y="3304160"/>
                <a:ext cx="340200" cy="2703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14A60770-C13B-9396-E530-A499F8DFADB4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9138440" y="3299840"/>
                  <a:ext cx="3488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01F94614-DF51-5DB3-DEA6-2BF08E3D5E79}"/>
                    </a:ext>
                  </a:extLst>
                </p14:cNvPr>
                <p14:cNvContentPartPr/>
                <p14:nvPr/>
              </p14:nvContentPartPr>
              <p14:xfrm>
                <a:off x="9480080" y="3431960"/>
                <a:ext cx="119880" cy="831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01F94614-DF51-5DB3-DEA6-2BF08E3D5E79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9475760" y="3427640"/>
                  <a:ext cx="128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4D5E5A08-5397-5A72-76AC-FE95ABC23BFB}"/>
                    </a:ext>
                  </a:extLst>
                </p14:cNvPr>
                <p14:cNvContentPartPr/>
                <p14:nvPr/>
              </p14:nvContentPartPr>
              <p14:xfrm>
                <a:off x="9715520" y="3285440"/>
                <a:ext cx="94320" cy="2534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4D5E5A08-5397-5A72-76AC-FE95ABC23BFB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9711200" y="3281120"/>
                  <a:ext cx="1029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126DCDB7-3FFF-2EC6-AFF4-4C7910DDFFCB}"/>
                    </a:ext>
                  </a:extLst>
                </p14:cNvPr>
                <p14:cNvContentPartPr/>
                <p14:nvPr/>
              </p14:nvContentPartPr>
              <p14:xfrm>
                <a:off x="9703640" y="3185360"/>
                <a:ext cx="312120" cy="2606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126DCDB7-3FFF-2EC6-AFF4-4C7910DDFFCB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9699320" y="3181040"/>
                  <a:ext cx="3207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593FDDF2-353C-87CE-2417-4F1EA2565A85}"/>
                    </a:ext>
                  </a:extLst>
                </p14:cNvPr>
                <p14:cNvContentPartPr/>
                <p14:nvPr/>
              </p14:nvContentPartPr>
              <p14:xfrm>
                <a:off x="10037360" y="3349880"/>
                <a:ext cx="113760" cy="1080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593FDDF2-353C-87CE-2417-4F1EA2565A85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10033040" y="3345560"/>
                  <a:ext cx="1224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8C21AC2A-27C4-A3ED-7249-28107561CA71}"/>
                    </a:ext>
                  </a:extLst>
                </p14:cNvPr>
                <p14:cNvContentPartPr/>
                <p14:nvPr/>
              </p14:nvContentPartPr>
              <p14:xfrm>
                <a:off x="10190720" y="3382280"/>
                <a:ext cx="204120" cy="734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8C21AC2A-27C4-A3ED-7249-28107561CA71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10186400" y="3377960"/>
                  <a:ext cx="2127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81592558-D38B-DD28-2C2D-0183CAE5A0AD}"/>
                    </a:ext>
                  </a:extLst>
                </p14:cNvPr>
                <p14:cNvContentPartPr/>
                <p14:nvPr/>
              </p14:nvContentPartPr>
              <p14:xfrm>
                <a:off x="10401320" y="3111560"/>
                <a:ext cx="266760" cy="3225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81592558-D38B-DD28-2C2D-0183CAE5A0AD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10397000" y="3107240"/>
                  <a:ext cx="27540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634871C4-932F-76C0-334C-294CB8340EF0}"/>
                    </a:ext>
                  </a:extLst>
                </p14:cNvPr>
                <p14:cNvContentPartPr/>
                <p14:nvPr/>
              </p14:nvContentPartPr>
              <p14:xfrm>
                <a:off x="10693280" y="3323600"/>
                <a:ext cx="95760" cy="1173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634871C4-932F-76C0-334C-294CB8340EF0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0688960" y="3319280"/>
                  <a:ext cx="10440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DD473319-AFD6-5E4B-FC60-E3C9FE0151E9}"/>
              </a:ext>
            </a:extLst>
          </p:cNvPr>
          <p:cNvGrpSpPr/>
          <p:nvPr/>
        </p:nvGrpSpPr>
        <p:grpSpPr>
          <a:xfrm>
            <a:off x="9201800" y="4058720"/>
            <a:ext cx="1225440" cy="406440"/>
            <a:chOff x="9201800" y="4058720"/>
            <a:chExt cx="1225440" cy="40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9BD97AF1-BC82-73B0-2FC0-A654D4D6EEF5}"/>
                    </a:ext>
                  </a:extLst>
                </p14:cNvPr>
                <p14:cNvContentPartPr/>
                <p14:nvPr/>
              </p14:nvContentPartPr>
              <p14:xfrm>
                <a:off x="9201800" y="4058720"/>
                <a:ext cx="150120" cy="1807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9BD97AF1-BC82-73B0-2FC0-A654D4D6EEF5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9197480" y="4054400"/>
                  <a:ext cx="1587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679E3B1E-9720-A6C7-F22E-7B4CF3D1EEE4}"/>
                    </a:ext>
                  </a:extLst>
                </p14:cNvPr>
                <p14:cNvContentPartPr/>
                <p14:nvPr/>
              </p14:nvContentPartPr>
              <p14:xfrm>
                <a:off x="9237800" y="4072400"/>
                <a:ext cx="277920" cy="2901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679E3B1E-9720-A6C7-F22E-7B4CF3D1EEE4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9233480" y="4068080"/>
                  <a:ext cx="2865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AC0816BE-5AE4-7256-963D-0688A589550F}"/>
                    </a:ext>
                  </a:extLst>
                </p14:cNvPr>
                <p14:cNvContentPartPr/>
                <p14:nvPr/>
              </p14:nvContentPartPr>
              <p14:xfrm>
                <a:off x="9468200" y="4209920"/>
                <a:ext cx="159840" cy="10080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AC0816BE-5AE4-7256-963D-0688A589550F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9463880" y="4205600"/>
                  <a:ext cx="1684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FEAEF5F4-4E8F-A5FA-AACF-259E0A426071}"/>
                    </a:ext>
                  </a:extLst>
                </p14:cNvPr>
                <p14:cNvContentPartPr/>
                <p14:nvPr/>
              </p14:nvContentPartPr>
              <p14:xfrm>
                <a:off x="9686360" y="4210640"/>
                <a:ext cx="172800" cy="8244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FEAEF5F4-4E8F-A5FA-AACF-259E0A426071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9682040" y="4206320"/>
                  <a:ext cx="1814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A31520E7-802D-D0C2-4BEB-B73D19A53AF5}"/>
                    </a:ext>
                  </a:extLst>
                </p14:cNvPr>
                <p14:cNvContentPartPr/>
                <p14:nvPr/>
              </p14:nvContentPartPr>
              <p14:xfrm>
                <a:off x="9855560" y="4181120"/>
                <a:ext cx="213840" cy="28404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A31520E7-802D-D0C2-4BEB-B73D19A53AF5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9851240" y="4176800"/>
                  <a:ext cx="2224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352454CC-7F0F-D43A-46FE-3D6AAF8347E0}"/>
                    </a:ext>
                  </a:extLst>
                </p14:cNvPr>
                <p14:cNvContentPartPr/>
                <p14:nvPr/>
              </p14:nvContentPartPr>
              <p14:xfrm>
                <a:off x="10181360" y="4117400"/>
                <a:ext cx="245880" cy="11628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352454CC-7F0F-D43A-46FE-3D6AAF8347E0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0177040" y="4113080"/>
                  <a:ext cx="25452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C3E9A831-3C03-31EA-E7D5-248674D8A3C9}"/>
              </a:ext>
            </a:extLst>
          </p:cNvPr>
          <p:cNvGrpSpPr/>
          <p:nvPr/>
        </p:nvGrpSpPr>
        <p:grpSpPr>
          <a:xfrm>
            <a:off x="9220520" y="4727240"/>
            <a:ext cx="1233720" cy="322200"/>
            <a:chOff x="9220520" y="4727240"/>
            <a:chExt cx="1233720" cy="3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7C4EF9FA-C473-535F-1E20-7B55B10CFB25}"/>
                    </a:ext>
                  </a:extLst>
                </p14:cNvPr>
                <p14:cNvContentPartPr/>
                <p14:nvPr/>
              </p14:nvContentPartPr>
              <p14:xfrm>
                <a:off x="9220520" y="4818320"/>
                <a:ext cx="116640" cy="23112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7C4EF9FA-C473-535F-1E20-7B55B10CFB25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9216200" y="4814000"/>
                  <a:ext cx="1252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1897D463-CA66-9B02-CADA-9553397187DA}"/>
                    </a:ext>
                  </a:extLst>
                </p14:cNvPr>
                <p14:cNvContentPartPr/>
                <p14:nvPr/>
              </p14:nvContentPartPr>
              <p14:xfrm>
                <a:off x="9297200" y="4779800"/>
                <a:ext cx="164520" cy="273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1897D463-CA66-9B02-CADA-9553397187DA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9292880" y="4775480"/>
                  <a:ext cx="173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2231BC8E-F107-9F26-339D-5DE2CDE33235}"/>
                    </a:ext>
                  </a:extLst>
                </p14:cNvPr>
                <p14:cNvContentPartPr/>
                <p14:nvPr/>
              </p14:nvContentPartPr>
              <p14:xfrm>
                <a:off x="9274160" y="4897880"/>
                <a:ext cx="135720" cy="1224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2231BC8E-F107-9F26-339D-5DE2CDE33235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9269840" y="4893560"/>
                  <a:ext cx="1443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7AF2CF37-667F-63F8-6C51-BDC1F1807422}"/>
                    </a:ext>
                  </a:extLst>
                </p14:cNvPr>
                <p14:cNvContentPartPr/>
                <p14:nvPr/>
              </p14:nvContentPartPr>
              <p14:xfrm>
                <a:off x="9443360" y="4925240"/>
                <a:ext cx="218520" cy="6552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7AF2CF37-667F-63F8-6C51-BDC1F1807422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9439040" y="4920920"/>
                  <a:ext cx="2271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E4E12092-FAC4-529A-19E3-D1D5273903AA}"/>
                    </a:ext>
                  </a:extLst>
                </p14:cNvPr>
                <p14:cNvContentPartPr/>
                <p14:nvPr/>
              </p14:nvContentPartPr>
              <p14:xfrm>
                <a:off x="9778160" y="4913000"/>
                <a:ext cx="63000" cy="8568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E4E12092-FAC4-529A-19E3-D1D5273903AA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9773840" y="4908680"/>
                  <a:ext cx="716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6848C7E5-3D4F-4841-6732-051AA7D66A93}"/>
                    </a:ext>
                  </a:extLst>
                </p14:cNvPr>
                <p14:cNvContentPartPr/>
                <p14:nvPr/>
              </p14:nvContentPartPr>
              <p14:xfrm>
                <a:off x="9799400" y="4810760"/>
                <a:ext cx="11520" cy="324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6848C7E5-3D4F-4841-6732-051AA7D66A93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9795080" y="4806440"/>
                  <a:ext cx="20160" cy="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D58417D9-7311-48E7-7B4A-B534F7BC8830}"/>
                    </a:ext>
                  </a:extLst>
                </p14:cNvPr>
                <p14:cNvContentPartPr/>
                <p14:nvPr/>
              </p14:nvContentPartPr>
              <p14:xfrm>
                <a:off x="9953480" y="4757120"/>
                <a:ext cx="139680" cy="24516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D58417D9-7311-48E7-7B4A-B534F7BC8830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9949160" y="4752800"/>
                  <a:ext cx="1483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9906F41D-6B1C-5111-AF7E-D0F887CE38AE}"/>
                    </a:ext>
                  </a:extLst>
                </p14:cNvPr>
                <p14:cNvContentPartPr/>
                <p14:nvPr/>
              </p14:nvContentPartPr>
              <p14:xfrm>
                <a:off x="10217000" y="4727240"/>
                <a:ext cx="21600" cy="24480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9906F41D-6B1C-5111-AF7E-D0F887CE38AE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10212680" y="4722920"/>
                  <a:ext cx="302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B1EB0A84-2934-13AB-1181-B7E7C37DED23}"/>
                    </a:ext>
                  </a:extLst>
                </p14:cNvPr>
                <p14:cNvContentPartPr/>
                <p14:nvPr/>
              </p14:nvContentPartPr>
              <p14:xfrm>
                <a:off x="10334360" y="4868360"/>
                <a:ext cx="119880" cy="11340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B1EB0A84-2934-13AB-1181-B7E7C37DED23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10330040" y="4864040"/>
                  <a:ext cx="128520" cy="122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00192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65AAE2-E15E-0C78-9A53-4F0ABFA9F91E}"/>
                  </a:ext>
                </a:extLst>
              </p14:cNvPr>
              <p14:cNvContentPartPr/>
              <p14:nvPr/>
            </p14:nvContentPartPr>
            <p14:xfrm>
              <a:off x="1498707" y="1406026"/>
              <a:ext cx="217800" cy="308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65AAE2-E15E-0C78-9A53-4F0ABFA9F9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4387" y="1401706"/>
                <a:ext cx="22644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437CC2E-4A0A-183F-5455-E9DACA959FBE}"/>
                  </a:ext>
                </a:extLst>
              </p14:cNvPr>
              <p14:cNvContentPartPr/>
              <p14:nvPr/>
            </p14:nvContentPartPr>
            <p14:xfrm>
              <a:off x="1773387" y="1538866"/>
              <a:ext cx="247320" cy="114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437CC2E-4A0A-183F-5455-E9DACA959FB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69067" y="1534546"/>
                <a:ext cx="25596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10C1A8C-2EDC-6648-A3FB-AA1522A3B243}"/>
                  </a:ext>
                </a:extLst>
              </p14:cNvPr>
              <p14:cNvContentPartPr/>
              <p14:nvPr/>
            </p14:nvContentPartPr>
            <p14:xfrm>
              <a:off x="2110707" y="1529506"/>
              <a:ext cx="83880" cy="109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10C1A8C-2EDC-6648-A3FB-AA1522A3B24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06387" y="1525186"/>
                <a:ext cx="925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06233FC-698A-DEAF-85FA-AD86378C82B7}"/>
                  </a:ext>
                </a:extLst>
              </p14:cNvPr>
              <p14:cNvContentPartPr/>
              <p14:nvPr/>
            </p14:nvContentPartPr>
            <p14:xfrm>
              <a:off x="2152827" y="1395586"/>
              <a:ext cx="7200" cy="35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06233FC-698A-DEAF-85FA-AD86378C82B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48507" y="1391266"/>
                <a:ext cx="1584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65AC77E-3C38-25A6-E8AC-6FBD5E456499}"/>
                  </a:ext>
                </a:extLst>
              </p14:cNvPr>
              <p14:cNvContentPartPr/>
              <p14:nvPr/>
            </p14:nvContentPartPr>
            <p14:xfrm>
              <a:off x="2753667" y="1512226"/>
              <a:ext cx="307080" cy="98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65AC77E-3C38-25A6-E8AC-6FBD5E45649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49347" y="1507906"/>
                <a:ext cx="31572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146C317-C120-787A-F413-7E874068EAF9}"/>
                  </a:ext>
                </a:extLst>
              </p14:cNvPr>
              <p14:cNvContentPartPr/>
              <p14:nvPr/>
            </p14:nvContentPartPr>
            <p14:xfrm>
              <a:off x="2270907" y="1524466"/>
              <a:ext cx="94680" cy="111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146C317-C120-787A-F413-7E874068EAF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66587" y="1520146"/>
                <a:ext cx="10332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E90A3D7-440B-6D78-B6DA-F7A693848D60}"/>
                  </a:ext>
                </a:extLst>
              </p14:cNvPr>
              <p14:cNvContentPartPr/>
              <p14:nvPr/>
            </p14:nvContentPartPr>
            <p14:xfrm>
              <a:off x="2470347" y="1525906"/>
              <a:ext cx="113760" cy="126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E90A3D7-440B-6D78-B6DA-F7A693848D6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66027" y="1521586"/>
                <a:ext cx="12240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B663489-602A-5C36-4922-71AAFCA92A6C}"/>
                  </a:ext>
                </a:extLst>
              </p14:cNvPr>
              <p14:cNvContentPartPr/>
              <p14:nvPr/>
            </p14:nvContentPartPr>
            <p14:xfrm>
              <a:off x="1378827" y="2118826"/>
              <a:ext cx="340200" cy="270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B663489-602A-5C36-4922-71AAFCA92A6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74507" y="2114506"/>
                <a:ext cx="34884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DA13CDC-5885-1125-D4F7-B3C2081A6C58}"/>
                  </a:ext>
                </a:extLst>
              </p14:cNvPr>
              <p14:cNvContentPartPr/>
              <p14:nvPr/>
            </p14:nvContentPartPr>
            <p14:xfrm>
              <a:off x="1716147" y="2246626"/>
              <a:ext cx="119880" cy="831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DA13CDC-5885-1125-D4F7-B3C2081A6C5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11827" y="2242306"/>
                <a:ext cx="12852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15CE92C-9680-7598-D217-A7E5A47EE86A}"/>
                  </a:ext>
                </a:extLst>
              </p14:cNvPr>
              <p14:cNvContentPartPr/>
              <p14:nvPr/>
            </p14:nvContentPartPr>
            <p14:xfrm>
              <a:off x="1951587" y="2100106"/>
              <a:ext cx="94320" cy="253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15CE92C-9680-7598-D217-A7E5A47EE86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47267" y="2095786"/>
                <a:ext cx="10296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4A0C14C-1A74-D05C-2622-FF9EF3582185}"/>
                  </a:ext>
                </a:extLst>
              </p14:cNvPr>
              <p14:cNvContentPartPr/>
              <p14:nvPr/>
            </p14:nvContentPartPr>
            <p14:xfrm>
              <a:off x="1939707" y="2000026"/>
              <a:ext cx="312120" cy="260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4A0C14C-1A74-D05C-2622-FF9EF358218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935387" y="1995706"/>
                <a:ext cx="32076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94BC834-A806-558E-456D-051E407F78B6}"/>
                  </a:ext>
                </a:extLst>
              </p14:cNvPr>
              <p14:cNvContentPartPr/>
              <p14:nvPr/>
            </p14:nvContentPartPr>
            <p14:xfrm>
              <a:off x="2273427" y="2164546"/>
              <a:ext cx="113760" cy="1080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94BC834-A806-558E-456D-051E407F78B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269107" y="2160226"/>
                <a:ext cx="12240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FB82617-7C68-FA2D-63BD-C37560FF8D8B}"/>
                  </a:ext>
                </a:extLst>
              </p14:cNvPr>
              <p14:cNvContentPartPr/>
              <p14:nvPr/>
            </p14:nvContentPartPr>
            <p14:xfrm>
              <a:off x="2426787" y="2196946"/>
              <a:ext cx="204120" cy="73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FB82617-7C68-FA2D-63BD-C37560FF8D8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422467" y="2192626"/>
                <a:ext cx="21276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89FF6CC-19B8-6A7E-6CB3-55299CDED7F4}"/>
                  </a:ext>
                </a:extLst>
              </p14:cNvPr>
              <p14:cNvContentPartPr/>
              <p14:nvPr/>
            </p14:nvContentPartPr>
            <p14:xfrm>
              <a:off x="2637387" y="1926226"/>
              <a:ext cx="266760" cy="322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89FF6CC-19B8-6A7E-6CB3-55299CDED7F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633067" y="1921906"/>
                <a:ext cx="27540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18790C6-E3E9-DD5C-C0CE-A0E64C1E351E}"/>
                  </a:ext>
                </a:extLst>
              </p14:cNvPr>
              <p14:cNvContentPartPr/>
              <p14:nvPr/>
            </p14:nvContentPartPr>
            <p14:xfrm>
              <a:off x="2929347" y="2138266"/>
              <a:ext cx="95760" cy="117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18790C6-E3E9-DD5C-C0CE-A0E64C1E351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925027" y="2133946"/>
                <a:ext cx="1044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290CA11-E17F-E26B-FD75-15E5D0C871CA}"/>
                  </a:ext>
                </a:extLst>
              </p14:cNvPr>
              <p14:cNvContentPartPr/>
              <p14:nvPr/>
            </p14:nvContentPartPr>
            <p14:xfrm>
              <a:off x="1437867" y="2873386"/>
              <a:ext cx="150120" cy="180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290CA11-E17F-E26B-FD75-15E5D0C871C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433547" y="2869066"/>
                <a:ext cx="15876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8B63892-79DA-7BA3-5485-C55F964CDCDA}"/>
                  </a:ext>
                </a:extLst>
              </p14:cNvPr>
              <p14:cNvContentPartPr/>
              <p14:nvPr/>
            </p14:nvContentPartPr>
            <p14:xfrm>
              <a:off x="1473867" y="2887066"/>
              <a:ext cx="277920" cy="290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8B63892-79DA-7BA3-5485-C55F964CDCD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469547" y="2882746"/>
                <a:ext cx="28656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AFB6363-CE0E-83C5-423F-C1E7A850BA83}"/>
                  </a:ext>
                </a:extLst>
              </p14:cNvPr>
              <p14:cNvContentPartPr/>
              <p14:nvPr/>
            </p14:nvContentPartPr>
            <p14:xfrm>
              <a:off x="1704267" y="3024586"/>
              <a:ext cx="159840" cy="1008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AFB6363-CE0E-83C5-423F-C1E7A850BA8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699947" y="3020266"/>
                <a:ext cx="16848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6D03139-0363-85A8-A7EF-60920341CE19}"/>
                  </a:ext>
                </a:extLst>
              </p14:cNvPr>
              <p14:cNvContentPartPr/>
              <p14:nvPr/>
            </p14:nvContentPartPr>
            <p14:xfrm>
              <a:off x="1922427" y="3025306"/>
              <a:ext cx="172800" cy="82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6D03139-0363-85A8-A7EF-60920341CE1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918107" y="3020986"/>
                <a:ext cx="18144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5DAFAD9-5B3B-110F-348F-E6C4A918AC9F}"/>
                  </a:ext>
                </a:extLst>
              </p14:cNvPr>
              <p14:cNvContentPartPr/>
              <p14:nvPr/>
            </p14:nvContentPartPr>
            <p14:xfrm>
              <a:off x="2091627" y="2995786"/>
              <a:ext cx="213840" cy="2840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5DAFAD9-5B3B-110F-348F-E6C4A918AC9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087307" y="2991466"/>
                <a:ext cx="22248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B823941-23E9-A87E-D39F-8CF4C43432F6}"/>
                  </a:ext>
                </a:extLst>
              </p14:cNvPr>
              <p14:cNvContentPartPr/>
              <p14:nvPr/>
            </p14:nvContentPartPr>
            <p14:xfrm>
              <a:off x="2417427" y="2932066"/>
              <a:ext cx="245880" cy="1162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B823941-23E9-A87E-D39F-8CF4C43432F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413107" y="2927746"/>
                <a:ext cx="25452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901BAB5-90F0-667C-9CBB-B7C873C2D8A7}"/>
                  </a:ext>
                </a:extLst>
              </p14:cNvPr>
              <p14:cNvContentPartPr/>
              <p14:nvPr/>
            </p14:nvContentPartPr>
            <p14:xfrm>
              <a:off x="1456587" y="3632986"/>
              <a:ext cx="116640" cy="231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901BAB5-90F0-667C-9CBB-B7C873C2D8A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452267" y="3628666"/>
                <a:ext cx="12528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51E7659-1416-CF30-BC45-071007EE767B}"/>
                  </a:ext>
                </a:extLst>
              </p14:cNvPr>
              <p14:cNvContentPartPr/>
              <p14:nvPr/>
            </p14:nvContentPartPr>
            <p14:xfrm>
              <a:off x="1533267" y="3594466"/>
              <a:ext cx="164520" cy="27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51E7659-1416-CF30-BC45-071007EE767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528947" y="3590146"/>
                <a:ext cx="1731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BE36943-7DA4-3BA4-CEDA-EB60559BA11B}"/>
                  </a:ext>
                </a:extLst>
              </p14:cNvPr>
              <p14:cNvContentPartPr/>
              <p14:nvPr/>
            </p14:nvContentPartPr>
            <p14:xfrm>
              <a:off x="1510227" y="3712546"/>
              <a:ext cx="135720" cy="12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BE36943-7DA4-3BA4-CEDA-EB60559BA11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505907" y="3708226"/>
                <a:ext cx="14436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4AE59F3-5C15-71CC-7E45-F7C33A32772A}"/>
                  </a:ext>
                </a:extLst>
              </p14:cNvPr>
              <p14:cNvContentPartPr/>
              <p14:nvPr/>
            </p14:nvContentPartPr>
            <p14:xfrm>
              <a:off x="1679427" y="3739906"/>
              <a:ext cx="218520" cy="655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4AE59F3-5C15-71CC-7E45-F7C33A32772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675107" y="3735586"/>
                <a:ext cx="22716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B8F6668-BA57-0331-82CA-8BBEC0ECAD6E}"/>
                  </a:ext>
                </a:extLst>
              </p14:cNvPr>
              <p14:cNvContentPartPr/>
              <p14:nvPr/>
            </p14:nvContentPartPr>
            <p14:xfrm>
              <a:off x="2014227" y="3727666"/>
              <a:ext cx="63000" cy="856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B8F6668-BA57-0331-82CA-8BBEC0ECAD6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009907" y="3723346"/>
                <a:ext cx="7164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BA7E76F-AD0A-24A1-75DA-C3974AC5648B}"/>
                  </a:ext>
                </a:extLst>
              </p14:cNvPr>
              <p14:cNvContentPartPr/>
              <p14:nvPr/>
            </p14:nvContentPartPr>
            <p14:xfrm>
              <a:off x="2035467" y="3625426"/>
              <a:ext cx="11520" cy="32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BA7E76F-AD0A-24A1-75DA-C3974AC5648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031147" y="3621106"/>
                <a:ext cx="20160" cy="1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82F1A46-041F-B1DE-D985-BC482035CFD5}"/>
                  </a:ext>
                </a:extLst>
              </p14:cNvPr>
              <p14:cNvContentPartPr/>
              <p14:nvPr/>
            </p14:nvContentPartPr>
            <p14:xfrm>
              <a:off x="2189547" y="3571786"/>
              <a:ext cx="139680" cy="2451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82F1A46-041F-B1DE-D985-BC482035CFD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185227" y="3567466"/>
                <a:ext cx="14832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27F5A32-36D3-3988-5AEF-6E769B3CF92A}"/>
                  </a:ext>
                </a:extLst>
              </p14:cNvPr>
              <p14:cNvContentPartPr/>
              <p14:nvPr/>
            </p14:nvContentPartPr>
            <p14:xfrm>
              <a:off x="2453067" y="3541906"/>
              <a:ext cx="21600" cy="244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27F5A32-36D3-3988-5AEF-6E769B3CF92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448747" y="3537586"/>
                <a:ext cx="3024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AE3D757-AAC9-346B-D1B1-67728834947E}"/>
                  </a:ext>
                </a:extLst>
              </p14:cNvPr>
              <p14:cNvContentPartPr/>
              <p14:nvPr/>
            </p14:nvContentPartPr>
            <p14:xfrm>
              <a:off x="2570427" y="3683026"/>
              <a:ext cx="119880" cy="1134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AE3D757-AAC9-346B-D1B1-67728834947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566107" y="3678706"/>
                <a:ext cx="128520" cy="12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3F6AA39D-A3FA-408D-0F6C-5AF5977E7A93}"/>
              </a:ext>
            </a:extLst>
          </p:cNvPr>
          <p:cNvGrpSpPr/>
          <p:nvPr/>
        </p:nvGrpSpPr>
        <p:grpSpPr>
          <a:xfrm>
            <a:off x="4146680" y="1233080"/>
            <a:ext cx="2014560" cy="431640"/>
            <a:chOff x="4146680" y="1233080"/>
            <a:chExt cx="2014560" cy="43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7AA9F39-D100-A83F-F21E-00D24B42D03F}"/>
                    </a:ext>
                  </a:extLst>
                </p14:cNvPr>
                <p14:cNvContentPartPr/>
                <p14:nvPr/>
              </p14:nvContentPartPr>
              <p14:xfrm>
                <a:off x="4146680" y="1339640"/>
                <a:ext cx="262080" cy="296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7AA9F39-D100-A83F-F21E-00D24B42D03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42360" y="1335320"/>
                  <a:ext cx="2707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C8465D7-CEBC-A0BF-4B9C-95FB387C1104}"/>
                    </a:ext>
                  </a:extLst>
                </p14:cNvPr>
                <p14:cNvContentPartPr/>
                <p14:nvPr/>
              </p14:nvContentPartPr>
              <p14:xfrm>
                <a:off x="4580120" y="1388960"/>
                <a:ext cx="47160" cy="275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C8465D7-CEBC-A0BF-4B9C-95FB387C110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575800" y="1384640"/>
                  <a:ext cx="558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A1CAF9E-E95C-B8E8-23E7-060A53237109}"/>
                    </a:ext>
                  </a:extLst>
                </p14:cNvPr>
                <p14:cNvContentPartPr/>
                <p14:nvPr/>
              </p14:nvContentPartPr>
              <p14:xfrm>
                <a:off x="4723400" y="1405520"/>
                <a:ext cx="175320" cy="218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A1CAF9E-E95C-B8E8-23E7-060A5323710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719080" y="1401200"/>
                  <a:ext cx="1839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E7D7795-646A-3A49-03B5-AD4E55E6F7AD}"/>
                    </a:ext>
                  </a:extLst>
                </p14:cNvPr>
                <p14:cNvContentPartPr/>
                <p14:nvPr/>
              </p14:nvContentPartPr>
              <p14:xfrm>
                <a:off x="4976840" y="1385000"/>
                <a:ext cx="129240" cy="182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E7D7795-646A-3A49-03B5-AD4E55E6F7A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972520" y="1380680"/>
                  <a:ext cx="1378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1E8686C-D880-BF26-0656-E32B67AAD109}"/>
                    </a:ext>
                  </a:extLst>
                </p14:cNvPr>
                <p14:cNvContentPartPr/>
                <p14:nvPr/>
              </p14:nvContentPartPr>
              <p14:xfrm>
                <a:off x="5198600" y="1244960"/>
                <a:ext cx="245880" cy="397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1E8686C-D880-BF26-0656-E32B67AAD10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194280" y="1240640"/>
                  <a:ext cx="25452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128850A-6BF1-1D39-87C7-972873D036D6}"/>
                    </a:ext>
                  </a:extLst>
                </p14:cNvPr>
                <p14:cNvContentPartPr/>
                <p14:nvPr/>
              </p14:nvContentPartPr>
              <p14:xfrm>
                <a:off x="5468240" y="1296440"/>
                <a:ext cx="89280" cy="280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128850A-6BF1-1D39-87C7-972873D036D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463920" y="1292120"/>
                  <a:ext cx="979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CD330A0-19D7-54DA-F075-6E6B02554028}"/>
                    </a:ext>
                  </a:extLst>
                </p14:cNvPr>
                <p14:cNvContentPartPr/>
                <p14:nvPr/>
              </p14:nvContentPartPr>
              <p14:xfrm>
                <a:off x="5584880" y="1233080"/>
                <a:ext cx="99720" cy="356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CD330A0-19D7-54DA-F075-6E6B0255402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580560" y="1228760"/>
                  <a:ext cx="10836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E0FEC92-756C-24DF-D37B-6583EAC14165}"/>
                    </a:ext>
                  </a:extLst>
                </p14:cNvPr>
                <p14:cNvContentPartPr/>
                <p14:nvPr/>
              </p14:nvContentPartPr>
              <p14:xfrm>
                <a:off x="5475800" y="1404800"/>
                <a:ext cx="505440" cy="133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E0FEC92-756C-24DF-D37B-6583EAC1416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471480" y="1400480"/>
                  <a:ext cx="5140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E30B8AA-C998-0DDF-FC80-166BBB943E2A}"/>
                    </a:ext>
                  </a:extLst>
                </p14:cNvPr>
                <p14:cNvContentPartPr/>
                <p14:nvPr/>
              </p14:nvContentPartPr>
              <p14:xfrm>
                <a:off x="6063680" y="1416680"/>
                <a:ext cx="97560" cy="14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E30B8AA-C998-0DDF-FC80-166BBB943E2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059360" y="1412360"/>
                  <a:ext cx="10620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E68756C-0996-2A16-807F-0C8611F8A825}"/>
              </a:ext>
            </a:extLst>
          </p:cNvPr>
          <p:cNvGrpSpPr/>
          <p:nvPr/>
        </p:nvGrpSpPr>
        <p:grpSpPr>
          <a:xfrm>
            <a:off x="3994760" y="2608640"/>
            <a:ext cx="2160720" cy="1221480"/>
            <a:chOff x="3994760" y="2608640"/>
            <a:chExt cx="2160720" cy="12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D08D2F7-9EFE-3CC4-2BB0-5DCE89508F96}"/>
                    </a:ext>
                  </a:extLst>
                </p14:cNvPr>
                <p14:cNvContentPartPr/>
                <p14:nvPr/>
              </p14:nvContentPartPr>
              <p14:xfrm>
                <a:off x="4018520" y="2803400"/>
                <a:ext cx="222120" cy="334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D08D2F7-9EFE-3CC4-2BB0-5DCE89508F9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014200" y="2799080"/>
                  <a:ext cx="23076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E3FF18-1A20-E671-33D6-B49FEF44ECD8}"/>
                    </a:ext>
                  </a:extLst>
                </p14:cNvPr>
                <p14:cNvContentPartPr/>
                <p14:nvPr/>
              </p14:nvContentPartPr>
              <p14:xfrm>
                <a:off x="4454480" y="2821760"/>
                <a:ext cx="54720" cy="243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E3FF18-1A20-E671-33D6-B49FEF44ECD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450160" y="2817440"/>
                  <a:ext cx="633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D529798-70DF-7321-41B8-A700FC0CF320}"/>
                    </a:ext>
                  </a:extLst>
                </p14:cNvPr>
                <p14:cNvContentPartPr/>
                <p14:nvPr/>
              </p14:nvContentPartPr>
              <p14:xfrm>
                <a:off x="4604240" y="2809160"/>
                <a:ext cx="254160" cy="212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D529798-70DF-7321-41B8-A700FC0CF32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599920" y="2804840"/>
                  <a:ext cx="2628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6F65AAA-993D-832D-5C16-3DD1186FE61D}"/>
                    </a:ext>
                  </a:extLst>
                </p14:cNvPr>
                <p14:cNvContentPartPr/>
                <p14:nvPr/>
              </p14:nvContentPartPr>
              <p14:xfrm>
                <a:off x="4896560" y="2813840"/>
                <a:ext cx="149760" cy="158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6F65AAA-993D-832D-5C16-3DD1186FE61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92240" y="2809520"/>
                  <a:ext cx="1584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57E4501-EC46-EAEA-5858-8EA30A12B885}"/>
                    </a:ext>
                  </a:extLst>
                </p14:cNvPr>
                <p14:cNvContentPartPr/>
                <p14:nvPr/>
              </p14:nvContentPartPr>
              <p14:xfrm>
                <a:off x="5142440" y="2608640"/>
                <a:ext cx="259920" cy="423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57E4501-EC46-EAEA-5858-8EA30A12B88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138120" y="2604320"/>
                  <a:ext cx="26856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E0986F5-ADE3-A3C6-59D6-C60DAD845FE1}"/>
                    </a:ext>
                  </a:extLst>
                </p14:cNvPr>
                <p14:cNvContentPartPr/>
                <p14:nvPr/>
              </p14:nvContentPartPr>
              <p14:xfrm>
                <a:off x="5412800" y="2711240"/>
                <a:ext cx="50760" cy="275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E0986F5-ADE3-A3C6-59D6-C60DAD845FE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408120" y="2706920"/>
                  <a:ext cx="594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7C092EF-4F71-600E-1F34-B0C1F68BEA7A}"/>
                    </a:ext>
                  </a:extLst>
                </p14:cNvPr>
                <p14:cNvContentPartPr/>
                <p14:nvPr/>
              </p14:nvContentPartPr>
              <p14:xfrm>
                <a:off x="5531600" y="2668040"/>
                <a:ext cx="76320" cy="276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7C092EF-4F71-600E-1F34-B0C1F68BEA7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527280" y="2663720"/>
                  <a:ext cx="849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95F8A93-EDDE-A133-2EE9-561B9725F745}"/>
                    </a:ext>
                  </a:extLst>
                </p14:cNvPr>
                <p14:cNvContentPartPr/>
                <p14:nvPr/>
              </p14:nvContentPartPr>
              <p14:xfrm>
                <a:off x="5407400" y="2792960"/>
                <a:ext cx="543600" cy="114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95F8A93-EDDE-A133-2EE9-561B9725F74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403080" y="2788640"/>
                  <a:ext cx="5522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B62AE14-498F-2D80-8B1D-3D86A7A0D6E5}"/>
                    </a:ext>
                  </a:extLst>
                </p14:cNvPr>
                <p14:cNvContentPartPr/>
                <p14:nvPr/>
              </p14:nvContentPartPr>
              <p14:xfrm>
                <a:off x="6048200" y="2784680"/>
                <a:ext cx="107280" cy="116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B62AE14-498F-2D80-8B1D-3D86A7A0D6E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043880" y="2780360"/>
                  <a:ext cx="1159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CA46CE8-8DD4-B510-1F93-B60D671B2C73}"/>
                    </a:ext>
                  </a:extLst>
                </p14:cNvPr>
                <p14:cNvContentPartPr/>
                <p14:nvPr/>
              </p14:nvContentPartPr>
              <p14:xfrm>
                <a:off x="3994760" y="3445640"/>
                <a:ext cx="306720" cy="384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CA46CE8-8DD4-B510-1F93-B60D671B2C7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990440" y="3441320"/>
                  <a:ext cx="31536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D11F721-FAC1-C749-FE72-3F1FE9B5E0E2}"/>
                    </a:ext>
                  </a:extLst>
                </p14:cNvPr>
                <p14:cNvContentPartPr/>
                <p14:nvPr/>
              </p14:nvContentPartPr>
              <p14:xfrm>
                <a:off x="4334960" y="3502880"/>
                <a:ext cx="239760" cy="195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D11F721-FAC1-C749-FE72-3F1FE9B5E0E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330640" y="3498560"/>
                  <a:ext cx="2484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D3C2107-2853-B14F-5EEB-FFB6DD904E8B}"/>
                    </a:ext>
                  </a:extLst>
                </p14:cNvPr>
                <p14:cNvContentPartPr/>
                <p14:nvPr/>
              </p14:nvContentPartPr>
              <p14:xfrm>
                <a:off x="4577240" y="3518000"/>
                <a:ext cx="134640" cy="180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D3C2107-2853-B14F-5EEB-FFB6DD904E8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572920" y="3513680"/>
                  <a:ext cx="1432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85DD6DF-AD53-4411-843A-0A981636468A}"/>
                    </a:ext>
                  </a:extLst>
                </p14:cNvPr>
                <p14:cNvContentPartPr/>
                <p14:nvPr/>
              </p14:nvContentPartPr>
              <p14:xfrm>
                <a:off x="4740680" y="3392000"/>
                <a:ext cx="196200" cy="22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85DD6DF-AD53-4411-843A-0A981636468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736360" y="3387680"/>
                  <a:ext cx="2048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C5E9EB9-2CA4-70EE-406D-1979A1B31975}"/>
                    </a:ext>
                  </a:extLst>
                </p14:cNvPr>
                <p14:cNvContentPartPr/>
                <p14:nvPr/>
              </p14:nvContentPartPr>
              <p14:xfrm>
                <a:off x="4867040" y="3407840"/>
                <a:ext cx="157320" cy="1720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C5E9EB9-2CA4-70EE-406D-1979A1B3197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862720" y="3403520"/>
                  <a:ext cx="1659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1199A71-2671-1846-84BD-7E0B90313781}"/>
                    </a:ext>
                  </a:extLst>
                </p14:cNvPr>
                <p14:cNvContentPartPr/>
                <p14:nvPr/>
              </p14:nvContentPartPr>
              <p14:xfrm>
                <a:off x="5016800" y="3253760"/>
                <a:ext cx="305280" cy="4572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1199A71-2671-1846-84BD-7E0B9031378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012480" y="3249440"/>
                  <a:ext cx="31392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F2D05CC-B7D0-B930-FC6E-FB64A1D4595B}"/>
                    </a:ext>
                  </a:extLst>
                </p14:cNvPr>
                <p14:cNvContentPartPr/>
                <p14:nvPr/>
              </p14:nvContentPartPr>
              <p14:xfrm>
                <a:off x="5357000" y="3392000"/>
                <a:ext cx="86040" cy="230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F2D05CC-B7D0-B930-FC6E-FB64A1D4595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352680" y="3387680"/>
                  <a:ext cx="946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25F4C86-262D-B23A-9469-B84B90256B0B}"/>
                    </a:ext>
                  </a:extLst>
                </p14:cNvPr>
                <p14:cNvContentPartPr/>
                <p14:nvPr/>
              </p14:nvContentPartPr>
              <p14:xfrm>
                <a:off x="5478680" y="3343040"/>
                <a:ext cx="102600" cy="271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25F4C86-262D-B23A-9469-B84B90256B0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474360" y="3338720"/>
                  <a:ext cx="1112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82CFADC-40DE-62E5-0C34-7256844737CA}"/>
                    </a:ext>
                  </a:extLst>
                </p14:cNvPr>
                <p14:cNvContentPartPr/>
                <p14:nvPr/>
              </p14:nvContentPartPr>
              <p14:xfrm>
                <a:off x="5354840" y="3447440"/>
                <a:ext cx="585000" cy="172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82CFADC-40DE-62E5-0C34-7256844737C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350520" y="3443120"/>
                  <a:ext cx="593640" cy="18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B4E0BE1-42DA-C2A6-3DFE-96C4DE5D26EB}"/>
              </a:ext>
            </a:extLst>
          </p:cNvPr>
          <p:cNvGrpSpPr/>
          <p:nvPr/>
        </p:nvGrpSpPr>
        <p:grpSpPr>
          <a:xfrm>
            <a:off x="4048760" y="2023280"/>
            <a:ext cx="2124360" cy="422280"/>
            <a:chOff x="4048760" y="2023280"/>
            <a:chExt cx="2124360" cy="42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7CFD48B-B9EE-E1AA-1FFA-342D732B0E44}"/>
                    </a:ext>
                  </a:extLst>
                </p14:cNvPr>
                <p14:cNvContentPartPr/>
                <p14:nvPr/>
              </p14:nvContentPartPr>
              <p14:xfrm>
                <a:off x="4048760" y="2085920"/>
                <a:ext cx="198000" cy="340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7CFD48B-B9EE-E1AA-1FFA-342D732B0E4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044440" y="2081600"/>
                  <a:ext cx="20664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D20AD16-F3CA-CF81-BD3E-E01F480BFC3B}"/>
                    </a:ext>
                  </a:extLst>
                </p14:cNvPr>
                <p14:cNvContentPartPr/>
                <p14:nvPr/>
              </p14:nvContentPartPr>
              <p14:xfrm>
                <a:off x="4362320" y="2141000"/>
                <a:ext cx="214560" cy="195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D20AD16-F3CA-CF81-BD3E-E01F480BFC3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358000" y="2136680"/>
                  <a:ext cx="2232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727D5FE-0979-CF5E-8BAE-1E9B0797AF95}"/>
                    </a:ext>
                  </a:extLst>
                </p14:cNvPr>
                <p14:cNvContentPartPr/>
                <p14:nvPr/>
              </p14:nvContentPartPr>
              <p14:xfrm>
                <a:off x="4597400" y="2143520"/>
                <a:ext cx="172080" cy="196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727D5FE-0979-CF5E-8BAE-1E9B0797AF9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593080" y="2139200"/>
                  <a:ext cx="1807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1827A01-1FE4-EEA9-6256-6502708578B5}"/>
                    </a:ext>
                  </a:extLst>
                </p14:cNvPr>
                <p14:cNvContentPartPr/>
                <p14:nvPr/>
              </p14:nvContentPartPr>
              <p14:xfrm>
                <a:off x="4903760" y="2157560"/>
                <a:ext cx="133560" cy="116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1827A01-1FE4-EEA9-6256-6502708578B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899440" y="2153240"/>
                  <a:ext cx="1422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5C5C50A-40A8-274A-8A02-7A1175963CAA}"/>
                    </a:ext>
                  </a:extLst>
                </p14:cNvPr>
                <p14:cNvContentPartPr/>
                <p14:nvPr/>
              </p14:nvContentPartPr>
              <p14:xfrm>
                <a:off x="5132360" y="2023280"/>
                <a:ext cx="239400" cy="4222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5C5C50A-40A8-274A-8A02-7A1175963CA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128040" y="2018960"/>
                  <a:ext cx="24804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C09B471-EAF0-4E96-8622-1AAE2ADC5A7E}"/>
                    </a:ext>
                  </a:extLst>
                </p14:cNvPr>
                <p14:cNvContentPartPr/>
                <p14:nvPr/>
              </p14:nvContentPartPr>
              <p14:xfrm>
                <a:off x="5511800" y="2077640"/>
                <a:ext cx="36720" cy="232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C09B471-EAF0-4E96-8622-1AAE2ADC5A7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507480" y="2073320"/>
                  <a:ext cx="453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384AD01-D964-3D5F-819A-5D010D1143CF}"/>
                    </a:ext>
                  </a:extLst>
                </p14:cNvPr>
                <p14:cNvContentPartPr/>
                <p14:nvPr/>
              </p14:nvContentPartPr>
              <p14:xfrm>
                <a:off x="5589560" y="2054960"/>
                <a:ext cx="74880" cy="272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384AD01-D964-3D5F-819A-5D010D1143C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585240" y="2050640"/>
                  <a:ext cx="835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3C392C5-35AE-866B-9E77-9D7BC08C869F}"/>
                    </a:ext>
                  </a:extLst>
                </p14:cNvPr>
                <p14:cNvContentPartPr/>
                <p14:nvPr/>
              </p14:nvContentPartPr>
              <p14:xfrm>
                <a:off x="5480480" y="2146760"/>
                <a:ext cx="318240" cy="1144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3C392C5-35AE-866B-9E77-9D7BC08C869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476160" y="2142440"/>
                  <a:ext cx="3268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B220491-CFE3-92C1-0F93-918670C5DD40}"/>
                    </a:ext>
                  </a:extLst>
                </p14:cNvPr>
                <p14:cNvContentPartPr/>
                <p14:nvPr/>
              </p14:nvContentPartPr>
              <p14:xfrm>
                <a:off x="5864960" y="2168360"/>
                <a:ext cx="142560" cy="101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B220491-CFE3-92C1-0F93-918670C5DD4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860640" y="2164040"/>
                  <a:ext cx="1512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5634C89-6765-C5A3-2A22-7E813B823436}"/>
                    </a:ext>
                  </a:extLst>
                </p14:cNvPr>
                <p14:cNvContentPartPr/>
                <p14:nvPr/>
              </p14:nvContentPartPr>
              <p14:xfrm>
                <a:off x="6056480" y="2125520"/>
                <a:ext cx="116640" cy="1382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5634C89-6765-C5A3-2A22-7E813B82343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052160" y="2121200"/>
                  <a:ext cx="12528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6F85A71-F775-508A-9370-0DEFA0E688C3}"/>
              </a:ext>
            </a:extLst>
          </p:cNvPr>
          <p:cNvGrpSpPr/>
          <p:nvPr/>
        </p:nvGrpSpPr>
        <p:grpSpPr>
          <a:xfrm>
            <a:off x="449480" y="87560"/>
            <a:ext cx="3040200" cy="542520"/>
            <a:chOff x="449480" y="87560"/>
            <a:chExt cx="3040200" cy="54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3E25815-37A0-19C2-9474-8DC7ED33C431}"/>
                    </a:ext>
                  </a:extLst>
                </p14:cNvPr>
                <p14:cNvContentPartPr/>
                <p14:nvPr/>
              </p14:nvContentPartPr>
              <p14:xfrm>
                <a:off x="713000" y="104840"/>
                <a:ext cx="219960" cy="335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3E25815-37A0-19C2-9474-8DC7ED33C43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08680" y="100520"/>
                  <a:ext cx="2286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FC8DABB-A0FB-10EE-4A7C-AB7264A67446}"/>
                    </a:ext>
                  </a:extLst>
                </p14:cNvPr>
                <p14:cNvContentPartPr/>
                <p14:nvPr/>
              </p14:nvContentPartPr>
              <p14:xfrm>
                <a:off x="918200" y="320120"/>
                <a:ext cx="130680" cy="121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FC8DABB-A0FB-10EE-4A7C-AB7264A6744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13880" y="315800"/>
                  <a:ext cx="1393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A123CC4-1DC0-C603-D327-EC3D566814A3}"/>
                    </a:ext>
                  </a:extLst>
                </p14:cNvPr>
                <p14:cNvContentPartPr/>
                <p14:nvPr/>
              </p14:nvContentPartPr>
              <p14:xfrm>
                <a:off x="1059680" y="311840"/>
                <a:ext cx="107280" cy="1360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A123CC4-1DC0-C603-D327-EC3D566814A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55360" y="307520"/>
                  <a:ext cx="1159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C047D14-7CA6-FA4A-4D7C-D1E91CA91A81}"/>
                    </a:ext>
                  </a:extLst>
                </p14:cNvPr>
                <p14:cNvContentPartPr/>
                <p14:nvPr/>
              </p14:nvContentPartPr>
              <p14:xfrm>
                <a:off x="1221680" y="306800"/>
                <a:ext cx="329400" cy="1310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C047D14-7CA6-FA4A-4D7C-D1E91CA91A8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217360" y="302480"/>
                  <a:ext cx="3380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7AEFF38-2CA2-7133-71EB-7FBBF4EDED96}"/>
                    </a:ext>
                  </a:extLst>
                </p14:cNvPr>
                <p14:cNvContentPartPr/>
                <p14:nvPr/>
              </p14:nvContentPartPr>
              <p14:xfrm>
                <a:off x="1624880" y="315800"/>
                <a:ext cx="86400" cy="113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7AEFF38-2CA2-7133-71EB-7FBBF4EDED9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620560" y="311480"/>
                  <a:ext cx="950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986835B-1B29-AF6C-F1BB-648D727C01A8}"/>
                    </a:ext>
                  </a:extLst>
                </p14:cNvPr>
                <p14:cNvContentPartPr/>
                <p14:nvPr/>
              </p14:nvContentPartPr>
              <p14:xfrm>
                <a:off x="1751960" y="308960"/>
                <a:ext cx="124200" cy="102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986835B-1B29-AF6C-F1BB-648D727C01A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747640" y="304640"/>
                  <a:ext cx="1328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5963230-8140-554B-5610-AEC3BBF43701}"/>
                    </a:ext>
                  </a:extLst>
                </p14:cNvPr>
                <p14:cNvContentPartPr/>
                <p14:nvPr/>
              </p14:nvContentPartPr>
              <p14:xfrm>
                <a:off x="1904240" y="302120"/>
                <a:ext cx="185400" cy="954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5963230-8140-554B-5610-AEC3BBF4370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899920" y="297800"/>
                  <a:ext cx="194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C9B8185-9F6B-A8C7-8251-97A07D3E3C31}"/>
                    </a:ext>
                  </a:extLst>
                </p14:cNvPr>
                <p14:cNvContentPartPr/>
                <p14:nvPr/>
              </p14:nvContentPartPr>
              <p14:xfrm>
                <a:off x="2429120" y="173240"/>
                <a:ext cx="163080" cy="219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C9B8185-9F6B-A8C7-8251-97A07D3E3C3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424800" y="168920"/>
                  <a:ext cx="1717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46F6840-E64B-5B27-08A4-00EEFDAA7EC5}"/>
                    </a:ext>
                  </a:extLst>
                </p14:cNvPr>
                <p14:cNvContentPartPr/>
                <p14:nvPr/>
              </p14:nvContentPartPr>
              <p14:xfrm>
                <a:off x="2646920" y="87560"/>
                <a:ext cx="169200" cy="281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46F6840-E64B-5B27-08A4-00EEFDAA7EC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642600" y="83240"/>
                  <a:ext cx="1778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24E7FFF-5CCE-8BF4-FC2B-6A3F4496A9D4}"/>
                    </a:ext>
                  </a:extLst>
                </p14:cNvPr>
                <p14:cNvContentPartPr/>
                <p14:nvPr/>
              </p14:nvContentPartPr>
              <p14:xfrm>
                <a:off x="2821520" y="282680"/>
                <a:ext cx="140400" cy="972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24E7FFF-5CCE-8BF4-FC2B-6A3F4496A9D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817200" y="278360"/>
                  <a:ext cx="1490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634E78B-4FA2-0098-A0ED-FCC065C870AF}"/>
                    </a:ext>
                  </a:extLst>
                </p14:cNvPr>
                <p14:cNvContentPartPr/>
                <p14:nvPr/>
              </p14:nvContentPartPr>
              <p14:xfrm>
                <a:off x="3008360" y="275120"/>
                <a:ext cx="123120" cy="98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634E78B-4FA2-0098-A0ED-FCC065C870A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004040" y="270800"/>
                  <a:ext cx="1317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7C19DE8-E19B-807C-5E37-461BFB2A3608}"/>
                    </a:ext>
                  </a:extLst>
                </p14:cNvPr>
                <p14:cNvContentPartPr/>
                <p14:nvPr/>
              </p14:nvContentPartPr>
              <p14:xfrm>
                <a:off x="3194480" y="141920"/>
                <a:ext cx="94680" cy="2228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7C19DE8-E19B-807C-5E37-461BFB2A360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190160" y="137600"/>
                  <a:ext cx="1033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98FECDE-4DF2-E27E-EFEC-E71BCD4C7130}"/>
                    </a:ext>
                  </a:extLst>
                </p14:cNvPr>
                <p14:cNvContentPartPr/>
                <p14:nvPr/>
              </p14:nvContentPartPr>
              <p14:xfrm>
                <a:off x="3155600" y="230840"/>
                <a:ext cx="197640" cy="24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98FECDE-4DF2-E27E-EFEC-E71BCD4C713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151280" y="226520"/>
                  <a:ext cx="2062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F9F6764-4F29-2B75-8ECB-CE58A5C43E60}"/>
                    </a:ext>
                  </a:extLst>
                </p14:cNvPr>
                <p14:cNvContentPartPr/>
                <p14:nvPr/>
              </p14:nvContentPartPr>
              <p14:xfrm>
                <a:off x="449480" y="407600"/>
                <a:ext cx="3040200" cy="222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F9F6764-4F29-2B75-8ECB-CE58A5C43E6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45160" y="403280"/>
                  <a:ext cx="3048840" cy="23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62049FE-EDA8-B0DB-A0DD-84CFF5C0FCD0}"/>
              </a:ext>
            </a:extLst>
          </p:cNvPr>
          <p:cNvGrpSpPr/>
          <p:nvPr/>
        </p:nvGrpSpPr>
        <p:grpSpPr>
          <a:xfrm>
            <a:off x="1024400" y="4637600"/>
            <a:ext cx="769680" cy="365040"/>
            <a:chOff x="1024400" y="4637600"/>
            <a:chExt cx="769680" cy="36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60013E8-7565-5039-B01D-527E276F1F96}"/>
                    </a:ext>
                  </a:extLst>
                </p14:cNvPr>
                <p14:cNvContentPartPr/>
                <p14:nvPr/>
              </p14:nvContentPartPr>
              <p14:xfrm>
                <a:off x="1024400" y="4764320"/>
                <a:ext cx="240480" cy="238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60013E8-7565-5039-B01D-527E276F1F9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20080" y="4760000"/>
                  <a:ext cx="2491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63236F5-D6CD-C982-53E7-35271CFCD4A4}"/>
                    </a:ext>
                  </a:extLst>
                </p14:cNvPr>
                <p14:cNvContentPartPr/>
                <p14:nvPr/>
              </p14:nvContentPartPr>
              <p14:xfrm>
                <a:off x="1325360" y="4855760"/>
                <a:ext cx="75600" cy="1216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63236F5-D6CD-C982-53E7-35271CFCD4A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321040" y="4851440"/>
                  <a:ext cx="842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D303723-D751-1B00-F6DC-039936D07814}"/>
                    </a:ext>
                  </a:extLst>
                </p14:cNvPr>
                <p14:cNvContentPartPr/>
                <p14:nvPr/>
              </p14:nvContentPartPr>
              <p14:xfrm>
                <a:off x="1479800" y="4867280"/>
                <a:ext cx="47880" cy="748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D303723-D751-1B00-F6DC-039936D0781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475480" y="4862960"/>
                  <a:ext cx="565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A798219-D417-80D3-2DAD-A82E7AC1115F}"/>
                    </a:ext>
                  </a:extLst>
                </p14:cNvPr>
                <p14:cNvContentPartPr/>
                <p14:nvPr/>
              </p14:nvContentPartPr>
              <p14:xfrm>
                <a:off x="1606160" y="4637600"/>
                <a:ext cx="187920" cy="3160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A798219-D417-80D3-2DAD-A82E7AC1115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601840" y="4633280"/>
                  <a:ext cx="196560" cy="32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8900141-8B51-C098-8488-10606781F862}"/>
              </a:ext>
            </a:extLst>
          </p:cNvPr>
          <p:cNvGrpSpPr/>
          <p:nvPr/>
        </p:nvGrpSpPr>
        <p:grpSpPr>
          <a:xfrm>
            <a:off x="2134640" y="4717160"/>
            <a:ext cx="185040" cy="201960"/>
            <a:chOff x="2134640" y="4717160"/>
            <a:chExt cx="185040" cy="20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BAD32B0-8ECC-39F4-1633-DBD077C3BD18}"/>
                    </a:ext>
                  </a:extLst>
                </p14:cNvPr>
                <p14:cNvContentPartPr/>
                <p14:nvPr/>
              </p14:nvContentPartPr>
              <p14:xfrm>
                <a:off x="2134640" y="4848200"/>
                <a:ext cx="17640" cy="709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BAD32B0-8ECC-39F4-1633-DBD077C3BD1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130320" y="4843880"/>
                  <a:ext cx="262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B23A466-3BF2-DCCA-6773-9745338B6D70}"/>
                    </a:ext>
                  </a:extLst>
                </p14:cNvPr>
                <p14:cNvContentPartPr/>
                <p14:nvPr/>
              </p14:nvContentPartPr>
              <p14:xfrm>
                <a:off x="2201600" y="4717160"/>
                <a:ext cx="18360" cy="37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B23A466-3BF2-DCCA-6773-9745338B6D7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197280" y="4712840"/>
                  <a:ext cx="27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F86A283-2F84-98F5-F4C2-E98898FB6E39}"/>
                    </a:ext>
                  </a:extLst>
                </p14:cNvPr>
                <p14:cNvContentPartPr/>
                <p14:nvPr/>
              </p14:nvContentPartPr>
              <p14:xfrm>
                <a:off x="2261000" y="4799960"/>
                <a:ext cx="58680" cy="105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F86A283-2F84-98F5-F4C2-E98898FB6E3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256680" y="4795640"/>
                  <a:ext cx="6732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10743B0-0E20-FD22-DDEA-2864B2DAE421}"/>
              </a:ext>
            </a:extLst>
          </p:cNvPr>
          <p:cNvGrpSpPr/>
          <p:nvPr/>
        </p:nvGrpSpPr>
        <p:grpSpPr>
          <a:xfrm>
            <a:off x="2771120" y="4535720"/>
            <a:ext cx="423360" cy="485280"/>
            <a:chOff x="2771120" y="4535720"/>
            <a:chExt cx="423360" cy="48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49A331B-37F4-BC5D-68F2-2BC94C4D760C}"/>
                    </a:ext>
                  </a:extLst>
                </p14:cNvPr>
                <p14:cNvContentPartPr/>
                <p14:nvPr/>
              </p14:nvContentPartPr>
              <p14:xfrm>
                <a:off x="2771120" y="4535720"/>
                <a:ext cx="301680" cy="485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49A331B-37F4-BC5D-68F2-2BC94C4D760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766800" y="4531400"/>
                  <a:ext cx="31032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9072CF4-C3A6-44B0-EA44-100519FC8903}"/>
                    </a:ext>
                  </a:extLst>
                </p14:cNvPr>
                <p14:cNvContentPartPr/>
                <p14:nvPr/>
              </p14:nvContentPartPr>
              <p14:xfrm>
                <a:off x="2784080" y="4785560"/>
                <a:ext cx="260640" cy="982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9072CF4-C3A6-44B0-EA44-100519FC890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779760" y="4781240"/>
                  <a:ext cx="2692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CD6765B-72F8-997F-F01D-F2B4004235E3}"/>
                    </a:ext>
                  </a:extLst>
                </p14:cNvPr>
                <p14:cNvContentPartPr/>
                <p14:nvPr/>
              </p14:nvContentPartPr>
              <p14:xfrm>
                <a:off x="3134360" y="4770440"/>
                <a:ext cx="60120" cy="1360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CD6765B-72F8-997F-F01D-F2B4004235E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30040" y="4766120"/>
                  <a:ext cx="68760" cy="14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707AB056-B447-D1EB-9C1F-60456CDDC191}"/>
                  </a:ext>
                </a:extLst>
              </p14:cNvPr>
              <p14:cNvContentPartPr/>
              <p14:nvPr/>
            </p14:nvContentPartPr>
            <p14:xfrm>
              <a:off x="3892160" y="4583240"/>
              <a:ext cx="179640" cy="2073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707AB056-B447-D1EB-9C1F-60456CDDC191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3887840" y="4578920"/>
                <a:ext cx="18828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7A75A380-0710-8DD4-0231-D2D54CC741C8}"/>
              </a:ext>
            </a:extLst>
          </p:cNvPr>
          <p:cNvGrpSpPr/>
          <p:nvPr/>
        </p:nvGrpSpPr>
        <p:grpSpPr>
          <a:xfrm>
            <a:off x="4481480" y="4399640"/>
            <a:ext cx="2013840" cy="687240"/>
            <a:chOff x="4481480" y="4399640"/>
            <a:chExt cx="2013840" cy="68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AFDD291-B8D8-D109-D0D1-4996F95AAF3B}"/>
                    </a:ext>
                  </a:extLst>
                </p14:cNvPr>
                <p14:cNvContentPartPr/>
                <p14:nvPr/>
              </p14:nvContentPartPr>
              <p14:xfrm>
                <a:off x="4481480" y="4494680"/>
                <a:ext cx="106560" cy="2714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AFDD291-B8D8-D109-D0D1-4996F95AAF3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477160" y="4490360"/>
                  <a:ext cx="1152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375BC38-E063-F219-F311-7B8EFA2EC51B}"/>
                    </a:ext>
                  </a:extLst>
                </p14:cNvPr>
                <p14:cNvContentPartPr/>
                <p14:nvPr/>
              </p14:nvContentPartPr>
              <p14:xfrm>
                <a:off x="4582280" y="4509800"/>
                <a:ext cx="127080" cy="2556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375BC38-E063-F219-F311-7B8EFA2EC51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577960" y="4505480"/>
                  <a:ext cx="13572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508B279-FEA6-A1D0-A658-0DA0DFA22BD3}"/>
                    </a:ext>
                  </a:extLst>
                </p14:cNvPr>
                <p14:cNvContentPartPr/>
                <p14:nvPr/>
              </p14:nvContentPartPr>
              <p14:xfrm>
                <a:off x="4487600" y="4617080"/>
                <a:ext cx="515160" cy="126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508B279-FEA6-A1D0-A658-0DA0DFA22BD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483280" y="4612760"/>
                  <a:ext cx="5238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79AA1F0-A082-4345-F8B6-4491DBCEA2B7}"/>
                    </a:ext>
                  </a:extLst>
                </p14:cNvPr>
                <p14:cNvContentPartPr/>
                <p14:nvPr/>
              </p14:nvContentPartPr>
              <p14:xfrm>
                <a:off x="5074040" y="4570640"/>
                <a:ext cx="68760" cy="1342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79AA1F0-A082-4345-F8B6-4491DBCEA2B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069720" y="4566320"/>
                  <a:ext cx="774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DBD8A34-8422-1F14-A93C-99FDB99C15BC}"/>
                    </a:ext>
                  </a:extLst>
                </p14:cNvPr>
                <p14:cNvContentPartPr/>
                <p14:nvPr/>
              </p14:nvContentPartPr>
              <p14:xfrm>
                <a:off x="5175560" y="4593320"/>
                <a:ext cx="77760" cy="1155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DBD8A34-8422-1F14-A93C-99FDB99C15B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171240" y="4589000"/>
                  <a:ext cx="864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0218996-694C-9AA8-592F-079EF16963CE}"/>
                    </a:ext>
                  </a:extLst>
                </p14:cNvPr>
                <p14:cNvContentPartPr/>
                <p14:nvPr/>
              </p14:nvContentPartPr>
              <p14:xfrm>
                <a:off x="5374280" y="4399640"/>
                <a:ext cx="230040" cy="397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0218996-694C-9AA8-592F-079EF16963C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369960" y="4395320"/>
                  <a:ext cx="23868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7F71A52-3CFF-0882-2CB3-26FE454E74CE}"/>
                    </a:ext>
                  </a:extLst>
                </p14:cNvPr>
                <p14:cNvContentPartPr/>
                <p14:nvPr/>
              </p14:nvContentPartPr>
              <p14:xfrm>
                <a:off x="5824280" y="4546520"/>
                <a:ext cx="31680" cy="1292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7F71A52-3CFF-0882-2CB3-26FE454E74C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819960" y="4542200"/>
                  <a:ext cx="403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E07EF4E-F634-E592-5541-38540236FF8B}"/>
                    </a:ext>
                  </a:extLst>
                </p14:cNvPr>
                <p14:cNvContentPartPr/>
                <p14:nvPr/>
              </p14:nvContentPartPr>
              <p14:xfrm>
                <a:off x="5725640" y="4498280"/>
                <a:ext cx="248760" cy="245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E07EF4E-F634-E592-5541-38540236FF8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721320" y="4493960"/>
                  <a:ext cx="2574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4B17F11-E734-69C1-F2C9-F8B3BFD9F08F}"/>
                    </a:ext>
                  </a:extLst>
                </p14:cNvPr>
                <p14:cNvContentPartPr/>
                <p14:nvPr/>
              </p14:nvContentPartPr>
              <p14:xfrm>
                <a:off x="6134960" y="4618160"/>
                <a:ext cx="165960" cy="957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4B17F11-E734-69C1-F2C9-F8B3BFD9F08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130640" y="4613840"/>
                  <a:ext cx="1746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5E52990-0CA9-690C-226E-9A347417420D}"/>
                    </a:ext>
                  </a:extLst>
                </p14:cNvPr>
                <p14:cNvContentPartPr/>
                <p14:nvPr/>
              </p14:nvContentPartPr>
              <p14:xfrm>
                <a:off x="6326840" y="4630760"/>
                <a:ext cx="98280" cy="601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5E52990-0CA9-690C-226E-9A347417420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322520" y="4626440"/>
                  <a:ext cx="1069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2A3F1F2-2606-7639-6F63-D33F697F5CB2}"/>
                    </a:ext>
                  </a:extLst>
                </p14:cNvPr>
                <p14:cNvContentPartPr/>
                <p14:nvPr/>
              </p14:nvContentPartPr>
              <p14:xfrm>
                <a:off x="6142520" y="4624640"/>
                <a:ext cx="352800" cy="4622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2A3F1F2-2606-7639-6F63-D33F697F5CB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138200" y="4620320"/>
                  <a:ext cx="361440" cy="47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5293C68-8FA1-E3F6-0809-FD37F065071F}"/>
              </a:ext>
            </a:extLst>
          </p:cNvPr>
          <p:cNvGrpSpPr/>
          <p:nvPr/>
        </p:nvGrpSpPr>
        <p:grpSpPr>
          <a:xfrm>
            <a:off x="756920" y="5573240"/>
            <a:ext cx="1377000" cy="570600"/>
            <a:chOff x="756920" y="5573240"/>
            <a:chExt cx="1377000" cy="57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A99D721-B0AF-A593-7E63-EAC6169815B7}"/>
                    </a:ext>
                  </a:extLst>
                </p14:cNvPr>
                <p14:cNvContentPartPr/>
                <p14:nvPr/>
              </p14:nvContentPartPr>
              <p14:xfrm>
                <a:off x="756920" y="5573240"/>
                <a:ext cx="902880" cy="570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A99D721-B0AF-A593-7E63-EAC6169815B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52600" y="5568920"/>
                  <a:ext cx="91152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41BE8C6-3B9D-9D6E-BE46-3AE4870EACD7}"/>
                    </a:ext>
                  </a:extLst>
                </p14:cNvPr>
                <p14:cNvContentPartPr/>
                <p14:nvPr/>
              </p14:nvContentPartPr>
              <p14:xfrm>
                <a:off x="1548200" y="5963480"/>
                <a:ext cx="150120" cy="1058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41BE8C6-3B9D-9D6E-BE46-3AE4870EACD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543880" y="5959160"/>
                  <a:ext cx="158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97D4F1B-370B-580D-6D67-235236D2FDDF}"/>
                    </a:ext>
                  </a:extLst>
                </p14:cNvPr>
                <p14:cNvContentPartPr/>
                <p14:nvPr/>
              </p14:nvContentPartPr>
              <p14:xfrm>
                <a:off x="1913600" y="5707520"/>
                <a:ext cx="127080" cy="374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97D4F1B-370B-580D-6D67-235236D2FDD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909280" y="5703200"/>
                  <a:ext cx="13572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FB88388-F404-DF7F-0806-67D471702D84}"/>
                    </a:ext>
                  </a:extLst>
                </p14:cNvPr>
                <p14:cNvContentPartPr/>
                <p14:nvPr/>
              </p14:nvContentPartPr>
              <p14:xfrm>
                <a:off x="1880840" y="5913080"/>
                <a:ext cx="253080" cy="298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FB88388-F404-DF7F-0806-67D471702D8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876520" y="5908760"/>
                  <a:ext cx="26172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41D7E3A-4C1E-8ED0-BBCA-6491725BDA0A}"/>
              </a:ext>
            </a:extLst>
          </p:cNvPr>
          <p:cNvGrpSpPr/>
          <p:nvPr/>
        </p:nvGrpSpPr>
        <p:grpSpPr>
          <a:xfrm>
            <a:off x="2568080" y="5819120"/>
            <a:ext cx="200520" cy="226800"/>
            <a:chOff x="2568080" y="5819120"/>
            <a:chExt cx="200520" cy="22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B690772-8B4A-7329-8833-B61CFC0760C6}"/>
                    </a:ext>
                  </a:extLst>
                </p14:cNvPr>
                <p14:cNvContentPartPr/>
                <p14:nvPr/>
              </p14:nvContentPartPr>
              <p14:xfrm>
                <a:off x="2568080" y="5929640"/>
                <a:ext cx="51480" cy="1162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B690772-8B4A-7329-8833-B61CFC0760C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563760" y="5925320"/>
                  <a:ext cx="601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6A475EE-2E8A-0255-4CA2-3973CF715A43}"/>
                    </a:ext>
                  </a:extLst>
                </p14:cNvPr>
                <p14:cNvContentPartPr/>
                <p14:nvPr/>
              </p14:nvContentPartPr>
              <p14:xfrm>
                <a:off x="2638640" y="5819120"/>
                <a:ext cx="57600" cy="514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6A475EE-2E8A-0255-4CA2-3973CF715A4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634320" y="5814800"/>
                  <a:ext cx="662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76534E8-0EE0-7916-7EC2-CE1EC1282E0E}"/>
                    </a:ext>
                  </a:extLst>
                </p14:cNvPr>
                <p14:cNvContentPartPr/>
                <p14:nvPr/>
              </p14:nvContentPartPr>
              <p14:xfrm>
                <a:off x="2670320" y="5907680"/>
                <a:ext cx="98280" cy="1224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76534E8-0EE0-7916-7EC2-CE1EC1282E0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666000" y="5903360"/>
                  <a:ext cx="10692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200C65F9-DD10-AEE1-ADDF-94320740EFB6}"/>
              </a:ext>
            </a:extLst>
          </p:cNvPr>
          <p:cNvGrpSpPr/>
          <p:nvPr/>
        </p:nvGrpSpPr>
        <p:grpSpPr>
          <a:xfrm>
            <a:off x="3214280" y="5600600"/>
            <a:ext cx="559800" cy="433080"/>
            <a:chOff x="3214280" y="5600600"/>
            <a:chExt cx="559800" cy="43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D2E10B2-DD3A-4EB2-D78F-5BD6233A990F}"/>
                    </a:ext>
                  </a:extLst>
                </p14:cNvPr>
                <p14:cNvContentPartPr/>
                <p14:nvPr/>
              </p14:nvContentPartPr>
              <p14:xfrm>
                <a:off x="3214280" y="5670800"/>
                <a:ext cx="186840" cy="3571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D2E10B2-DD3A-4EB2-D78F-5BD6233A990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209960" y="5666480"/>
                  <a:ext cx="19548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379AC32-7D48-49A9-2E19-0EC04DF5AF8B}"/>
                    </a:ext>
                  </a:extLst>
                </p14:cNvPr>
                <p14:cNvContentPartPr/>
                <p14:nvPr/>
              </p14:nvContentPartPr>
              <p14:xfrm>
                <a:off x="3219680" y="5600600"/>
                <a:ext cx="531720" cy="3916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379AC32-7D48-49A9-2E19-0EC04DF5AF8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215360" y="5596280"/>
                  <a:ext cx="54036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4F469BA-E5CD-DF17-954D-87D504748575}"/>
                    </a:ext>
                  </a:extLst>
                </p14:cNvPr>
                <p14:cNvContentPartPr/>
                <p14:nvPr/>
              </p14:nvContentPartPr>
              <p14:xfrm>
                <a:off x="3667520" y="5888600"/>
                <a:ext cx="106560" cy="1450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4F469BA-E5CD-DF17-954D-87D50474857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663200" y="5884280"/>
                  <a:ext cx="11520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7F4BD9BD-C401-42BE-4216-5E61020EB52E}"/>
              </a:ext>
            </a:extLst>
          </p:cNvPr>
          <p:cNvGrpSpPr/>
          <p:nvPr/>
        </p:nvGrpSpPr>
        <p:grpSpPr>
          <a:xfrm>
            <a:off x="4474280" y="5603480"/>
            <a:ext cx="831240" cy="356760"/>
            <a:chOff x="4474280" y="5603480"/>
            <a:chExt cx="831240" cy="35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7C9628E-7D95-E74E-1966-B64658AFC5CB}"/>
                    </a:ext>
                  </a:extLst>
                </p14:cNvPr>
                <p14:cNvContentPartPr/>
                <p14:nvPr/>
              </p14:nvContentPartPr>
              <p14:xfrm>
                <a:off x="4474280" y="5603480"/>
                <a:ext cx="320040" cy="356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7C9628E-7D95-E74E-1966-B64658AFC5C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469960" y="5599160"/>
                  <a:ext cx="32868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3EBC3A5-A34B-F43F-9855-69583EFC9596}"/>
                    </a:ext>
                  </a:extLst>
                </p14:cNvPr>
                <p14:cNvContentPartPr/>
                <p14:nvPr/>
              </p14:nvContentPartPr>
              <p14:xfrm>
                <a:off x="4707920" y="5852240"/>
                <a:ext cx="79560" cy="993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3EBC3A5-A34B-F43F-9855-69583EFC959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703600" y="5847920"/>
                  <a:ext cx="882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0C2E40D-E49A-D120-347C-E3122D333B0E}"/>
                    </a:ext>
                  </a:extLst>
                </p14:cNvPr>
                <p14:cNvContentPartPr/>
                <p14:nvPr/>
              </p14:nvContentPartPr>
              <p14:xfrm>
                <a:off x="4900880" y="5828480"/>
                <a:ext cx="98280" cy="1303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0C2E40D-E49A-D120-347C-E3122D333B0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896560" y="5824160"/>
                  <a:ext cx="1069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B394213-1B0F-614A-EC3E-96905E1E52D7}"/>
                    </a:ext>
                  </a:extLst>
                </p14:cNvPr>
                <p14:cNvContentPartPr/>
                <p14:nvPr/>
              </p14:nvContentPartPr>
              <p14:xfrm>
                <a:off x="5077640" y="5659640"/>
                <a:ext cx="141120" cy="2689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B394213-1B0F-614A-EC3E-96905E1E52D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073320" y="5655320"/>
                  <a:ext cx="1497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5ADA5B7-9DEF-AF75-70F4-0CF7FA1F19C4}"/>
                    </a:ext>
                  </a:extLst>
                </p14:cNvPr>
                <p14:cNvContentPartPr/>
                <p14:nvPr/>
              </p14:nvContentPartPr>
              <p14:xfrm>
                <a:off x="5065040" y="5786000"/>
                <a:ext cx="240480" cy="176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5ADA5B7-9DEF-AF75-70F4-0CF7FA1F19C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060720" y="5781680"/>
                  <a:ext cx="24912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9E6B5BC9-6569-526D-ECB0-B5D21728BEBE}"/>
              </a:ext>
            </a:extLst>
          </p:cNvPr>
          <p:cNvGrpSpPr/>
          <p:nvPr/>
        </p:nvGrpSpPr>
        <p:grpSpPr>
          <a:xfrm>
            <a:off x="5656880" y="5530760"/>
            <a:ext cx="513000" cy="429120"/>
            <a:chOff x="5656880" y="5530760"/>
            <a:chExt cx="513000" cy="42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2C24764-99D0-2672-2E46-2C88162FDED0}"/>
                    </a:ext>
                  </a:extLst>
                </p14:cNvPr>
                <p14:cNvContentPartPr/>
                <p14:nvPr/>
              </p14:nvContentPartPr>
              <p14:xfrm>
                <a:off x="5656880" y="5777000"/>
                <a:ext cx="63720" cy="92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2C24764-99D0-2672-2E46-2C88162FDED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652560" y="5772680"/>
                  <a:ext cx="723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4F7DAFD-7811-2718-ED46-21871B41BFC7}"/>
                    </a:ext>
                  </a:extLst>
                </p14:cNvPr>
                <p14:cNvContentPartPr/>
                <p14:nvPr/>
              </p14:nvContentPartPr>
              <p14:xfrm>
                <a:off x="5816720" y="5530760"/>
                <a:ext cx="353160" cy="4291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4F7DAFD-7811-2718-ED46-21871B41BFC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812400" y="5526440"/>
                  <a:ext cx="36180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09C4DF4-FA38-A3ED-BDFF-0C7C7AC88010}"/>
                    </a:ext>
                  </a:extLst>
                </p14:cNvPr>
                <p14:cNvContentPartPr/>
                <p14:nvPr/>
              </p14:nvContentPartPr>
              <p14:xfrm>
                <a:off x="5880080" y="5767280"/>
                <a:ext cx="249480" cy="23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09C4DF4-FA38-A3ED-BDFF-0C7C7AC8801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875760" y="5762960"/>
                  <a:ext cx="25812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7D4B83FC-4912-5C66-289A-1179CD1D2C59}"/>
              </a:ext>
            </a:extLst>
          </p:cNvPr>
          <p:cNvGrpSpPr/>
          <p:nvPr/>
        </p:nvGrpSpPr>
        <p:grpSpPr>
          <a:xfrm>
            <a:off x="6576680" y="5494760"/>
            <a:ext cx="547200" cy="372240"/>
            <a:chOff x="6576680" y="5494760"/>
            <a:chExt cx="547200" cy="37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4F75654-FDD9-52A3-F778-13B09BF867FE}"/>
                    </a:ext>
                  </a:extLst>
                </p14:cNvPr>
                <p14:cNvContentPartPr/>
                <p14:nvPr/>
              </p14:nvContentPartPr>
              <p14:xfrm>
                <a:off x="6592520" y="5510600"/>
                <a:ext cx="257760" cy="3564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4F75654-FDD9-52A3-F778-13B09BF867F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588200" y="5506280"/>
                  <a:ext cx="26640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2E6FA24-4F00-25D5-C5B0-36802C2F91DF}"/>
                    </a:ext>
                  </a:extLst>
                </p14:cNvPr>
                <p14:cNvContentPartPr/>
                <p14:nvPr/>
              </p14:nvContentPartPr>
              <p14:xfrm>
                <a:off x="6576680" y="5494760"/>
                <a:ext cx="547200" cy="3128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2E6FA24-4F00-25D5-C5B0-36802C2F91D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572360" y="5490440"/>
                  <a:ext cx="55584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E3DEF2E-BF30-C592-5E64-85950D6C82B9}"/>
                    </a:ext>
                  </a:extLst>
                </p14:cNvPr>
                <p14:cNvContentPartPr/>
                <p14:nvPr/>
              </p14:nvContentPartPr>
              <p14:xfrm>
                <a:off x="6990320" y="5721920"/>
                <a:ext cx="111960" cy="1371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E3DEF2E-BF30-C592-5E64-85950D6C82B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986000" y="5717600"/>
                  <a:ext cx="12060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3F3D5952-6E4E-9F9E-FE73-57C280D67B69}"/>
              </a:ext>
            </a:extLst>
          </p:cNvPr>
          <p:cNvGrpSpPr/>
          <p:nvPr/>
        </p:nvGrpSpPr>
        <p:grpSpPr>
          <a:xfrm>
            <a:off x="7727600" y="5354720"/>
            <a:ext cx="1415880" cy="713520"/>
            <a:chOff x="7727600" y="5354720"/>
            <a:chExt cx="1415880" cy="71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E65423D-55F0-5CE8-B103-679C8F9288CE}"/>
                    </a:ext>
                  </a:extLst>
                </p14:cNvPr>
                <p14:cNvContentPartPr/>
                <p14:nvPr/>
              </p14:nvContentPartPr>
              <p14:xfrm>
                <a:off x="7727600" y="5496200"/>
                <a:ext cx="83880" cy="2545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E65423D-55F0-5CE8-B103-679C8F9288C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723280" y="5491880"/>
                  <a:ext cx="925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37B2EFE-1BA1-1C92-0485-C67BA4DEEA17}"/>
                    </a:ext>
                  </a:extLst>
                </p14:cNvPr>
                <p14:cNvContentPartPr/>
                <p14:nvPr/>
              </p14:nvContentPartPr>
              <p14:xfrm>
                <a:off x="7836680" y="5393600"/>
                <a:ext cx="166680" cy="1314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37B2EFE-1BA1-1C92-0485-C67BA4DEEA1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832360" y="5389280"/>
                  <a:ext cx="1753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6040451-7D80-BA22-D36C-EBD282D7D7F3}"/>
                    </a:ext>
                  </a:extLst>
                </p14:cNvPr>
                <p14:cNvContentPartPr/>
                <p14:nvPr/>
              </p14:nvContentPartPr>
              <p14:xfrm>
                <a:off x="7955480" y="5548040"/>
                <a:ext cx="269280" cy="1792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6040451-7D80-BA22-D36C-EBD282D7D7F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951160" y="5543720"/>
                  <a:ext cx="2779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CB6684C-2E1B-BAF3-F021-48DCECE8AEF5}"/>
                    </a:ext>
                  </a:extLst>
                </p14:cNvPr>
                <p14:cNvContentPartPr/>
                <p14:nvPr/>
              </p14:nvContentPartPr>
              <p14:xfrm>
                <a:off x="8083640" y="5597000"/>
                <a:ext cx="283320" cy="4712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CB6684C-2E1B-BAF3-F021-48DCECE8AEF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079320" y="5592680"/>
                  <a:ext cx="29196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23AECED-12E0-4107-35DD-AF69A15B0043}"/>
                    </a:ext>
                  </a:extLst>
                </p14:cNvPr>
                <p14:cNvContentPartPr/>
                <p14:nvPr/>
              </p14:nvContentPartPr>
              <p14:xfrm>
                <a:off x="8404760" y="5472080"/>
                <a:ext cx="77040" cy="522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23AECED-12E0-4107-35DD-AF69A15B004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400440" y="5467760"/>
                  <a:ext cx="856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D106D6E-CDEB-E728-53D8-71101D7A4C88}"/>
                    </a:ext>
                  </a:extLst>
                </p14:cNvPr>
                <p14:cNvContentPartPr/>
                <p14:nvPr/>
              </p14:nvContentPartPr>
              <p14:xfrm>
                <a:off x="8536880" y="5575040"/>
                <a:ext cx="177840" cy="1058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D106D6E-CDEB-E728-53D8-71101D7A4C8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532560" y="5570720"/>
                  <a:ext cx="1864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EEEFF25-CB6D-8F09-B2A9-0438264AA5B2}"/>
                    </a:ext>
                  </a:extLst>
                </p14:cNvPr>
                <p14:cNvContentPartPr/>
                <p14:nvPr/>
              </p14:nvContentPartPr>
              <p14:xfrm>
                <a:off x="8751800" y="5595200"/>
                <a:ext cx="129600" cy="954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EEEFF25-CB6D-8F09-B2A9-0438264AA5B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747480" y="5590880"/>
                  <a:ext cx="1382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AA58DC7-036C-C36E-2286-DFA053981B46}"/>
                    </a:ext>
                  </a:extLst>
                </p14:cNvPr>
                <p14:cNvContentPartPr/>
                <p14:nvPr/>
              </p14:nvContentPartPr>
              <p14:xfrm>
                <a:off x="8984360" y="5354720"/>
                <a:ext cx="133200" cy="3322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AA58DC7-036C-C36E-2286-DFA053981B4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980040" y="5350400"/>
                  <a:ext cx="1418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E49C8CF-B2B1-D913-028E-8281316EDDFD}"/>
                    </a:ext>
                  </a:extLst>
                </p14:cNvPr>
                <p14:cNvContentPartPr/>
                <p14:nvPr/>
              </p14:nvContentPartPr>
              <p14:xfrm>
                <a:off x="8959520" y="5548760"/>
                <a:ext cx="183960" cy="122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E49C8CF-B2B1-D913-028E-8281316EDDF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955200" y="5544440"/>
                  <a:ext cx="192600" cy="2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D360B97F-76C3-431A-3394-B1148E231A92}"/>
              </a:ext>
            </a:extLst>
          </p:cNvPr>
          <p:cNvGrpSpPr/>
          <p:nvPr/>
        </p:nvGrpSpPr>
        <p:grpSpPr>
          <a:xfrm>
            <a:off x="9386840" y="5362280"/>
            <a:ext cx="155880" cy="353880"/>
            <a:chOff x="9386840" y="5362280"/>
            <a:chExt cx="155880" cy="35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77FA14F-9DFD-5F79-B01A-4EB5541FDD9D}"/>
                    </a:ext>
                  </a:extLst>
                </p14:cNvPr>
                <p14:cNvContentPartPr/>
                <p14:nvPr/>
              </p14:nvContentPartPr>
              <p14:xfrm>
                <a:off x="9386840" y="5362280"/>
                <a:ext cx="155880" cy="2833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77FA14F-9DFD-5F79-B01A-4EB5541FDD9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382520" y="5357960"/>
                  <a:ext cx="1645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D6AA9B3-7298-AD27-B318-53CC30F48598}"/>
                    </a:ext>
                  </a:extLst>
                </p14:cNvPr>
                <p14:cNvContentPartPr/>
                <p14:nvPr/>
              </p14:nvContentPartPr>
              <p14:xfrm>
                <a:off x="9435800" y="5698520"/>
                <a:ext cx="27360" cy="17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D6AA9B3-7298-AD27-B318-53CC30F4859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431480" y="5694200"/>
                  <a:ext cx="3600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E9AC06A9-CDA8-CDDF-005D-6092F98F9C06}"/>
              </a:ext>
            </a:extLst>
          </p:cNvPr>
          <p:cNvGrpSpPr/>
          <p:nvPr/>
        </p:nvGrpSpPr>
        <p:grpSpPr>
          <a:xfrm>
            <a:off x="8220440" y="6226280"/>
            <a:ext cx="218520" cy="341280"/>
            <a:chOff x="8220440" y="6226280"/>
            <a:chExt cx="218520" cy="34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7525AE3-D52F-D367-7D3B-CD527B988402}"/>
                    </a:ext>
                  </a:extLst>
                </p14:cNvPr>
                <p14:cNvContentPartPr/>
                <p14:nvPr/>
              </p14:nvContentPartPr>
              <p14:xfrm>
                <a:off x="8260400" y="6226280"/>
                <a:ext cx="178560" cy="2178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7525AE3-D52F-D367-7D3B-CD527B98840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256080" y="6221960"/>
                  <a:ext cx="1872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92F8721-5372-69C4-FF98-4FF6270554EB}"/>
                    </a:ext>
                  </a:extLst>
                </p14:cNvPr>
                <p14:cNvContentPartPr/>
                <p14:nvPr/>
              </p14:nvContentPartPr>
              <p14:xfrm>
                <a:off x="8220440" y="6529400"/>
                <a:ext cx="14760" cy="381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92F8721-5372-69C4-FF98-4FF6270554E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216120" y="6525080"/>
                  <a:ext cx="2340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C691B266-7DA0-3797-838A-256A4081B21E}"/>
              </a:ext>
            </a:extLst>
          </p:cNvPr>
          <p:cNvGrpSpPr/>
          <p:nvPr/>
        </p:nvGrpSpPr>
        <p:grpSpPr>
          <a:xfrm>
            <a:off x="8719400" y="6005600"/>
            <a:ext cx="1268280" cy="637920"/>
            <a:chOff x="8719400" y="6005600"/>
            <a:chExt cx="1268280" cy="63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B8970D5-AC22-17EB-EBEE-DE57DC77C901}"/>
                    </a:ext>
                  </a:extLst>
                </p14:cNvPr>
                <p14:cNvContentPartPr/>
                <p14:nvPr/>
              </p14:nvContentPartPr>
              <p14:xfrm>
                <a:off x="8719400" y="6005600"/>
                <a:ext cx="425880" cy="6379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B8970D5-AC22-17EB-EBEE-DE57DC77C90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713280" y="5999480"/>
                  <a:ext cx="438120" cy="65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0CC3470-E10F-DCF2-A041-0AA4C4C46EAB}"/>
                    </a:ext>
                  </a:extLst>
                </p14:cNvPr>
                <p14:cNvContentPartPr/>
                <p14:nvPr/>
              </p14:nvContentPartPr>
              <p14:xfrm>
                <a:off x="9129080" y="6168320"/>
                <a:ext cx="283680" cy="2858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0CC3470-E10F-DCF2-A041-0AA4C4C46EA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122960" y="6162200"/>
                  <a:ext cx="2959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6644AC5-9131-786B-34E7-9E158B18A526}"/>
                    </a:ext>
                  </a:extLst>
                </p14:cNvPr>
                <p14:cNvContentPartPr/>
                <p14:nvPr/>
              </p14:nvContentPartPr>
              <p14:xfrm>
                <a:off x="9409160" y="6345080"/>
                <a:ext cx="143640" cy="792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6644AC5-9131-786B-34E7-9E158B18A52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403040" y="6338960"/>
                  <a:ext cx="1558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139BAE8-65F3-5BA5-F398-D08B2B59ED12}"/>
                    </a:ext>
                  </a:extLst>
                </p14:cNvPr>
                <p14:cNvContentPartPr/>
                <p14:nvPr/>
              </p14:nvContentPartPr>
              <p14:xfrm>
                <a:off x="9592040" y="6284240"/>
                <a:ext cx="106200" cy="1342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139BAE8-65F3-5BA5-F398-D08B2B59ED1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585920" y="6278120"/>
                  <a:ext cx="1184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168DA1D-E0E2-9ECE-009B-C0BCDC41E858}"/>
                    </a:ext>
                  </a:extLst>
                </p14:cNvPr>
                <p14:cNvContentPartPr/>
                <p14:nvPr/>
              </p14:nvContentPartPr>
              <p14:xfrm>
                <a:off x="9797960" y="6094160"/>
                <a:ext cx="189720" cy="3258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168DA1D-E0E2-9ECE-009B-C0BCDC41E85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791840" y="6088040"/>
                  <a:ext cx="201960" cy="33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1A4AAC42-C6CB-57A1-03CD-8C205046E234}"/>
              </a:ext>
            </a:extLst>
          </p:cNvPr>
          <p:cNvGrpSpPr/>
          <p:nvPr/>
        </p:nvGrpSpPr>
        <p:grpSpPr>
          <a:xfrm>
            <a:off x="10357040" y="5867000"/>
            <a:ext cx="1548360" cy="621720"/>
            <a:chOff x="10357040" y="5867000"/>
            <a:chExt cx="1548360" cy="62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903EDA1-9878-68F3-D845-6589B03F3281}"/>
                    </a:ext>
                  </a:extLst>
                </p14:cNvPr>
                <p14:cNvContentPartPr/>
                <p14:nvPr/>
              </p14:nvContentPartPr>
              <p14:xfrm>
                <a:off x="10357040" y="6047000"/>
                <a:ext cx="148320" cy="3459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903EDA1-9878-68F3-D845-6589B03F328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350920" y="6040880"/>
                  <a:ext cx="16056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01B51C9-19BD-607F-3A80-0899B58EEE5B}"/>
                    </a:ext>
                  </a:extLst>
                </p14:cNvPr>
                <p14:cNvContentPartPr/>
                <p14:nvPr/>
              </p14:nvContentPartPr>
              <p14:xfrm>
                <a:off x="10559720" y="6327440"/>
                <a:ext cx="155880" cy="579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01B51C9-19BD-607F-3A80-0899B58EEE5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553600" y="6321320"/>
                  <a:ext cx="1681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BE902F2-E656-7E3E-5F95-2941450653F5}"/>
                    </a:ext>
                  </a:extLst>
                </p14:cNvPr>
                <p14:cNvContentPartPr/>
                <p14:nvPr/>
              </p14:nvContentPartPr>
              <p14:xfrm>
                <a:off x="10746560" y="6017480"/>
                <a:ext cx="227160" cy="3589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BE902F2-E656-7E3E-5F95-2941450653F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740440" y="6011360"/>
                  <a:ext cx="23940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E4FB458-6AD8-A0CB-5AD7-46B45E124642}"/>
                    </a:ext>
                  </a:extLst>
                </p14:cNvPr>
                <p14:cNvContentPartPr/>
                <p14:nvPr/>
              </p14:nvContentPartPr>
              <p14:xfrm>
                <a:off x="10953920" y="6270560"/>
                <a:ext cx="262800" cy="1836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E4FB458-6AD8-A0CB-5AD7-46B45E12464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947800" y="6264440"/>
                  <a:ext cx="2750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349484E-2C43-AF7C-C7A5-220121AEA334}"/>
                    </a:ext>
                  </a:extLst>
                </p14:cNvPr>
                <p14:cNvContentPartPr/>
                <p14:nvPr/>
              </p14:nvContentPartPr>
              <p14:xfrm>
                <a:off x="11336600" y="6093800"/>
                <a:ext cx="128880" cy="2664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349484E-2C43-AF7C-C7A5-220121AEA33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330480" y="6087680"/>
                  <a:ext cx="1411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4261715-3A0F-5535-B57D-A87A78992B54}"/>
                    </a:ext>
                  </a:extLst>
                </p14:cNvPr>
                <p14:cNvContentPartPr/>
                <p14:nvPr/>
              </p14:nvContentPartPr>
              <p14:xfrm>
                <a:off x="11310320" y="6229880"/>
                <a:ext cx="232200" cy="169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4261715-3A0F-5535-B57D-A87A78992B5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304200" y="6223760"/>
                  <a:ext cx="244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033562A-5F6A-68AF-951A-5F7D195E27D9}"/>
                    </a:ext>
                  </a:extLst>
                </p14:cNvPr>
                <p14:cNvContentPartPr/>
                <p14:nvPr/>
              </p14:nvContentPartPr>
              <p14:xfrm>
                <a:off x="11601560" y="5867000"/>
                <a:ext cx="303840" cy="6217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033562A-5F6A-68AF-951A-5F7D195E27D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595440" y="5860880"/>
                  <a:ext cx="316080" cy="63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9DBE5433-A931-91DA-FC47-CD9BA643EB51}"/>
                  </a:ext>
                </a:extLst>
              </p14:cNvPr>
              <p14:cNvContentPartPr/>
              <p14:nvPr/>
            </p14:nvContentPartPr>
            <p14:xfrm>
              <a:off x="6514760" y="4751360"/>
              <a:ext cx="42840" cy="5868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9DBE5433-A931-91DA-FC47-CD9BA643EB51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6508640" y="4745240"/>
                <a:ext cx="55080" cy="7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9" name="Group 208">
            <a:extLst>
              <a:ext uri="{FF2B5EF4-FFF2-40B4-BE49-F238E27FC236}">
                <a16:creationId xmlns:a16="http://schemas.microsoft.com/office/drawing/2014/main" id="{72EA572E-F3C3-A6BC-38DA-27F3CD4C61A3}"/>
              </a:ext>
            </a:extLst>
          </p:cNvPr>
          <p:cNvGrpSpPr/>
          <p:nvPr/>
        </p:nvGrpSpPr>
        <p:grpSpPr>
          <a:xfrm>
            <a:off x="324200" y="5924240"/>
            <a:ext cx="168120" cy="296280"/>
            <a:chOff x="324200" y="5924240"/>
            <a:chExt cx="168120" cy="29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D72F79F3-E3A6-5220-88AF-F3CAAB996B00}"/>
                    </a:ext>
                  </a:extLst>
                </p14:cNvPr>
                <p14:cNvContentPartPr/>
                <p14:nvPr/>
              </p14:nvContentPartPr>
              <p14:xfrm>
                <a:off x="324200" y="5924240"/>
                <a:ext cx="19080" cy="2962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D72F79F3-E3A6-5220-88AF-F3CAAB996B0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18080" y="5918120"/>
                  <a:ext cx="313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D0DC455-235C-E867-697F-3FDABED6D101}"/>
                    </a:ext>
                  </a:extLst>
                </p14:cNvPr>
                <p14:cNvContentPartPr/>
                <p14:nvPr/>
              </p14:nvContentPartPr>
              <p14:xfrm>
                <a:off x="462440" y="6129800"/>
                <a:ext cx="29880" cy="543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D0DC455-235C-E867-697F-3FDABED6D101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56320" y="6123680"/>
                  <a:ext cx="4212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FECB1636-A741-F50A-C4F0-03C48EF908D3}"/>
              </a:ext>
            </a:extLst>
          </p:cNvPr>
          <p:cNvGrpSpPr/>
          <p:nvPr/>
        </p:nvGrpSpPr>
        <p:grpSpPr>
          <a:xfrm>
            <a:off x="301160" y="6457040"/>
            <a:ext cx="305640" cy="199800"/>
            <a:chOff x="301160" y="6457040"/>
            <a:chExt cx="305640" cy="19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B44551A-4F35-2C41-0F5D-3A11003AACAA}"/>
                    </a:ext>
                  </a:extLst>
                </p14:cNvPr>
                <p14:cNvContentPartPr/>
                <p14:nvPr/>
              </p14:nvContentPartPr>
              <p14:xfrm>
                <a:off x="301160" y="6457040"/>
                <a:ext cx="150840" cy="1998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B44551A-4F35-2C41-0F5D-3A11003AACA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95040" y="6450920"/>
                  <a:ext cx="1630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4024B045-ECAE-1789-6E7C-85F778738EC2}"/>
                    </a:ext>
                  </a:extLst>
                </p14:cNvPr>
                <p14:cNvContentPartPr/>
                <p14:nvPr/>
              </p14:nvContentPartPr>
              <p14:xfrm>
                <a:off x="572240" y="6617600"/>
                <a:ext cx="34560" cy="363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4024B045-ECAE-1789-6E7C-85F778738EC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66120" y="6611480"/>
                  <a:ext cx="46800" cy="48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63983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15128C68-2342-3DB1-696D-81B96B26DB4D}"/>
              </a:ext>
            </a:extLst>
          </p:cNvPr>
          <p:cNvGrpSpPr/>
          <p:nvPr/>
        </p:nvGrpSpPr>
        <p:grpSpPr>
          <a:xfrm>
            <a:off x="715880" y="396800"/>
            <a:ext cx="1046520" cy="473040"/>
            <a:chOff x="715880" y="396800"/>
            <a:chExt cx="1046520" cy="47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EC72D3F-367E-7E57-D6C1-8FC4122C5DB3}"/>
                    </a:ext>
                  </a:extLst>
                </p14:cNvPr>
                <p14:cNvContentPartPr/>
                <p14:nvPr/>
              </p14:nvContentPartPr>
              <p14:xfrm>
                <a:off x="715880" y="447200"/>
                <a:ext cx="181080" cy="3369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EC72D3F-367E-7E57-D6C1-8FC4122C5DB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11560" y="442880"/>
                  <a:ext cx="18972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F703D9C-30EF-019F-C62B-312F8CE882AE}"/>
                    </a:ext>
                  </a:extLst>
                </p14:cNvPr>
                <p14:cNvContentPartPr/>
                <p14:nvPr/>
              </p14:nvContentPartPr>
              <p14:xfrm>
                <a:off x="949160" y="396800"/>
                <a:ext cx="209520" cy="473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F703D9C-30EF-019F-C62B-312F8CE882A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4840" y="392480"/>
                  <a:ext cx="21816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C421884-CAC2-3D1C-4EEA-14FBB934EA95}"/>
                    </a:ext>
                  </a:extLst>
                </p14:cNvPr>
                <p14:cNvContentPartPr/>
                <p14:nvPr/>
              </p14:nvContentPartPr>
              <p14:xfrm>
                <a:off x="929720" y="665720"/>
                <a:ext cx="195120" cy="10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C421884-CAC2-3D1C-4EEA-14FBB934EA9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5400" y="661400"/>
                  <a:ext cx="2037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523CDD6-02A5-8DD1-047D-E69FE5434F32}"/>
                    </a:ext>
                  </a:extLst>
                </p14:cNvPr>
                <p14:cNvContentPartPr/>
                <p14:nvPr/>
              </p14:nvContentPartPr>
              <p14:xfrm>
                <a:off x="1287200" y="596960"/>
                <a:ext cx="275760" cy="121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523CDD6-02A5-8DD1-047D-E69FE5434F3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82880" y="592640"/>
                  <a:ext cx="2844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E082D02-6876-38D0-9470-A0873A3A4129}"/>
                    </a:ext>
                  </a:extLst>
                </p14:cNvPr>
                <p14:cNvContentPartPr/>
                <p14:nvPr/>
              </p14:nvContentPartPr>
              <p14:xfrm>
                <a:off x="1643960" y="590120"/>
                <a:ext cx="118440" cy="128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E082D02-6876-38D0-9470-A0873A3A412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39640" y="585800"/>
                  <a:ext cx="12708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110BA67-6F35-C8A5-C98A-36E8AA0D2920}"/>
              </a:ext>
            </a:extLst>
          </p:cNvPr>
          <p:cNvGrpSpPr/>
          <p:nvPr/>
        </p:nvGrpSpPr>
        <p:grpSpPr>
          <a:xfrm>
            <a:off x="2087480" y="416600"/>
            <a:ext cx="913680" cy="292320"/>
            <a:chOff x="2087480" y="416600"/>
            <a:chExt cx="913680" cy="2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47153D1-AF99-DBE3-2A72-5F6AD72A09A8}"/>
                    </a:ext>
                  </a:extLst>
                </p14:cNvPr>
                <p14:cNvContentPartPr/>
                <p14:nvPr/>
              </p14:nvContentPartPr>
              <p14:xfrm>
                <a:off x="2087480" y="558080"/>
                <a:ext cx="132480" cy="150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47153D1-AF99-DBE3-2A72-5F6AD72A09A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83160" y="553760"/>
                  <a:ext cx="1411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A139515-7DE1-B27B-45E9-5A7C2E4B07DD}"/>
                    </a:ext>
                  </a:extLst>
                </p14:cNvPr>
                <p14:cNvContentPartPr/>
                <p14:nvPr/>
              </p14:nvContentPartPr>
              <p14:xfrm>
                <a:off x="2289440" y="440000"/>
                <a:ext cx="126000" cy="267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A139515-7DE1-B27B-45E9-5A7C2E4B07D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85120" y="435680"/>
                  <a:ext cx="1346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B1DB004-AD1B-2744-81D5-41627EBDEC3E}"/>
                    </a:ext>
                  </a:extLst>
                </p14:cNvPr>
                <p14:cNvContentPartPr/>
                <p14:nvPr/>
              </p14:nvContentPartPr>
              <p14:xfrm>
                <a:off x="2296280" y="562400"/>
                <a:ext cx="294480" cy="110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B1DB004-AD1B-2744-81D5-41627EBDEC3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91960" y="558080"/>
                  <a:ext cx="3031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4EBF6BE-7CC2-FC61-8705-271ABF0B3AFF}"/>
                    </a:ext>
                  </a:extLst>
                </p14:cNvPr>
                <p14:cNvContentPartPr/>
                <p14:nvPr/>
              </p14:nvContentPartPr>
              <p14:xfrm>
                <a:off x="2629640" y="562400"/>
                <a:ext cx="62640" cy="114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4EBF6BE-7CC2-FC61-8705-271ABF0B3AF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25320" y="558080"/>
                  <a:ext cx="712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CCFA207-AC95-CF28-E019-1C58D4FFAD1E}"/>
                    </a:ext>
                  </a:extLst>
                </p14:cNvPr>
                <p14:cNvContentPartPr/>
                <p14:nvPr/>
              </p14:nvContentPartPr>
              <p14:xfrm>
                <a:off x="2855360" y="416600"/>
                <a:ext cx="86760" cy="260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CCFA207-AC95-CF28-E019-1C58D4FFAD1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51040" y="412280"/>
                  <a:ext cx="954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50CCC9D-F410-B817-A7DA-A0F2A3BCAF14}"/>
                    </a:ext>
                  </a:extLst>
                </p14:cNvPr>
                <p14:cNvContentPartPr/>
                <p14:nvPr/>
              </p14:nvContentPartPr>
              <p14:xfrm>
                <a:off x="2796680" y="530360"/>
                <a:ext cx="204480" cy="16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50CCC9D-F410-B817-A7DA-A0F2A3BCAF1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92360" y="526040"/>
                  <a:ext cx="21312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C8EEE26-D66E-DC18-75BD-3CDB26EACC10}"/>
              </a:ext>
            </a:extLst>
          </p:cNvPr>
          <p:cNvGrpSpPr/>
          <p:nvPr/>
        </p:nvGrpSpPr>
        <p:grpSpPr>
          <a:xfrm>
            <a:off x="3422720" y="376640"/>
            <a:ext cx="531720" cy="286200"/>
            <a:chOff x="3422720" y="376640"/>
            <a:chExt cx="531720" cy="28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8F730F7-78AA-8C87-28CE-465BAD5C9638}"/>
                    </a:ext>
                  </a:extLst>
                </p14:cNvPr>
                <p14:cNvContentPartPr/>
                <p14:nvPr/>
              </p14:nvContentPartPr>
              <p14:xfrm>
                <a:off x="3461960" y="387080"/>
                <a:ext cx="115560" cy="275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8F730F7-78AA-8C87-28CE-465BAD5C963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57640" y="382760"/>
                  <a:ext cx="1242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3E2A5B3-B2CC-790E-A17D-6873BAE83FAB}"/>
                    </a:ext>
                  </a:extLst>
                </p14:cNvPr>
                <p14:cNvContentPartPr/>
                <p14:nvPr/>
              </p14:nvContentPartPr>
              <p14:xfrm>
                <a:off x="3422720" y="376640"/>
                <a:ext cx="450720" cy="259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3E2A5B3-B2CC-790E-A17D-6873BAE83FA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18400" y="372320"/>
                  <a:ext cx="4593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5C36F40-8792-76FF-F115-29E70442CBD0}"/>
                    </a:ext>
                  </a:extLst>
                </p14:cNvPr>
                <p14:cNvContentPartPr/>
                <p14:nvPr/>
              </p14:nvContentPartPr>
              <p14:xfrm>
                <a:off x="3811880" y="535760"/>
                <a:ext cx="142560" cy="99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5C36F40-8792-76FF-F115-29E70442CBD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07560" y="531440"/>
                  <a:ext cx="15120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C545C66-15E7-33EF-CC98-311124D8A100}"/>
              </a:ext>
            </a:extLst>
          </p:cNvPr>
          <p:cNvGrpSpPr/>
          <p:nvPr/>
        </p:nvGrpSpPr>
        <p:grpSpPr>
          <a:xfrm>
            <a:off x="4316240" y="258920"/>
            <a:ext cx="1253160" cy="632880"/>
            <a:chOff x="4316240" y="258920"/>
            <a:chExt cx="1253160" cy="63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B423262-179B-31B3-EDC4-4425F7789E95}"/>
                    </a:ext>
                  </a:extLst>
                </p14:cNvPr>
                <p14:cNvContentPartPr/>
                <p14:nvPr/>
              </p14:nvContentPartPr>
              <p14:xfrm>
                <a:off x="4316240" y="341360"/>
                <a:ext cx="38520" cy="235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B423262-179B-31B3-EDC4-4425F7789E9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11920" y="337040"/>
                  <a:ext cx="471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95420E7-F17F-565D-2DF5-2B4F1E2C45BB}"/>
                    </a:ext>
                  </a:extLst>
                </p14:cNvPr>
                <p14:cNvContentPartPr/>
                <p14:nvPr/>
              </p14:nvContentPartPr>
              <p14:xfrm>
                <a:off x="4359800" y="258920"/>
                <a:ext cx="166680" cy="127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95420E7-F17F-565D-2DF5-2B4F1E2C45B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355480" y="254600"/>
                  <a:ext cx="1753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C854428-B228-F8A3-06AD-A68973BDA999}"/>
                    </a:ext>
                  </a:extLst>
                </p14:cNvPr>
                <p14:cNvContentPartPr/>
                <p14:nvPr/>
              </p14:nvContentPartPr>
              <p14:xfrm>
                <a:off x="4540520" y="400760"/>
                <a:ext cx="198360" cy="132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C854428-B228-F8A3-06AD-A68973BDA99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536200" y="396440"/>
                  <a:ext cx="2070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B889CB8-5ED6-E455-D269-9743F4A97E56}"/>
                    </a:ext>
                  </a:extLst>
                </p14:cNvPr>
                <p14:cNvContentPartPr/>
                <p14:nvPr/>
              </p14:nvContentPartPr>
              <p14:xfrm>
                <a:off x="4703960" y="449720"/>
                <a:ext cx="96840" cy="85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B889CB8-5ED6-E455-D269-9743F4A97E5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99640" y="445400"/>
                  <a:ext cx="1054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BCDB255-1BF9-E105-F3A8-EF333E2BEC0F}"/>
                    </a:ext>
                  </a:extLst>
                </p14:cNvPr>
                <p14:cNvContentPartPr/>
                <p14:nvPr/>
              </p14:nvContentPartPr>
              <p14:xfrm>
                <a:off x="4726280" y="503720"/>
                <a:ext cx="192960" cy="388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BCDB255-1BF9-E105-F3A8-EF333E2BEC0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21960" y="499400"/>
                  <a:ext cx="20160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4F8FAC7-F248-574E-563E-9C200FF51B95}"/>
                    </a:ext>
                  </a:extLst>
                </p14:cNvPr>
                <p14:cNvContentPartPr/>
                <p14:nvPr/>
              </p14:nvContentPartPr>
              <p14:xfrm>
                <a:off x="4985120" y="344240"/>
                <a:ext cx="46440" cy="44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4F8FAC7-F248-574E-563E-9C200FF51B9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80800" y="339920"/>
                  <a:ext cx="550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1CE6259-6C74-E20F-A8F1-BACB22D0E569}"/>
                    </a:ext>
                  </a:extLst>
                </p14:cNvPr>
                <p14:cNvContentPartPr/>
                <p14:nvPr/>
              </p14:nvContentPartPr>
              <p14:xfrm>
                <a:off x="5059640" y="468440"/>
                <a:ext cx="147240" cy="132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1CE6259-6C74-E20F-A8F1-BACB22D0E56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55320" y="464120"/>
                  <a:ext cx="1558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14E51E9-537A-301A-2783-C4F4AEB9BA95}"/>
                    </a:ext>
                  </a:extLst>
                </p14:cNvPr>
                <p14:cNvContentPartPr/>
                <p14:nvPr/>
              </p14:nvContentPartPr>
              <p14:xfrm>
                <a:off x="5288960" y="519560"/>
                <a:ext cx="95400" cy="80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14E51E9-537A-301A-2783-C4F4AEB9BA9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84640" y="515240"/>
                  <a:ext cx="1040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534E951-EFA3-D90B-2037-A4D77B110AE4}"/>
                    </a:ext>
                  </a:extLst>
                </p14:cNvPr>
                <p14:cNvContentPartPr/>
                <p14:nvPr/>
              </p14:nvContentPartPr>
              <p14:xfrm>
                <a:off x="5438360" y="347480"/>
                <a:ext cx="83880" cy="242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534E951-EFA3-D90B-2037-A4D77B110AE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34040" y="343160"/>
                  <a:ext cx="925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49F0672-8757-15D8-2B66-597659595D8E}"/>
                    </a:ext>
                  </a:extLst>
                </p14:cNvPr>
                <p14:cNvContentPartPr/>
                <p14:nvPr/>
              </p14:nvContentPartPr>
              <p14:xfrm>
                <a:off x="5416400" y="482120"/>
                <a:ext cx="153000" cy="7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49F0672-8757-15D8-2B66-597659595D8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12080" y="477800"/>
                  <a:ext cx="161640" cy="1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DCDE4C9-A433-6B2B-52B5-19A47CCDBFF4}"/>
                  </a:ext>
                </a:extLst>
              </p14:cNvPr>
              <p14:cNvContentPartPr/>
              <p14:nvPr/>
            </p14:nvContentPartPr>
            <p14:xfrm>
              <a:off x="5850200" y="464840"/>
              <a:ext cx="271800" cy="1468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DCDE4C9-A433-6B2B-52B5-19A47CCDBFF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845880" y="460520"/>
                <a:ext cx="28044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B9D869E-8B92-6D98-B751-8A3B0E738EA4}"/>
                  </a:ext>
                </a:extLst>
              </p14:cNvPr>
              <p14:cNvContentPartPr/>
              <p14:nvPr/>
            </p14:nvContentPartPr>
            <p14:xfrm>
              <a:off x="6521240" y="517760"/>
              <a:ext cx="163800" cy="1090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B9D869E-8B92-6D98-B751-8A3B0E738EA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516920" y="513440"/>
                <a:ext cx="172440" cy="11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0C11E00B-5B88-8127-37B9-72935E534AA1}"/>
              </a:ext>
            </a:extLst>
          </p:cNvPr>
          <p:cNvGrpSpPr/>
          <p:nvPr/>
        </p:nvGrpSpPr>
        <p:grpSpPr>
          <a:xfrm>
            <a:off x="7099040" y="278000"/>
            <a:ext cx="1666080" cy="628920"/>
            <a:chOff x="7099040" y="278000"/>
            <a:chExt cx="1666080" cy="62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BA2E02F-6CEF-D544-276C-12928400B733}"/>
                    </a:ext>
                  </a:extLst>
                </p14:cNvPr>
                <p14:cNvContentPartPr/>
                <p14:nvPr/>
              </p14:nvContentPartPr>
              <p14:xfrm>
                <a:off x="7099040" y="347480"/>
                <a:ext cx="484560" cy="306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BA2E02F-6CEF-D544-276C-12928400B73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94720" y="343160"/>
                  <a:ext cx="49320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4FD5741-112F-408D-BB8D-3188B6FD2931}"/>
                    </a:ext>
                  </a:extLst>
                </p14:cNvPr>
                <p14:cNvContentPartPr/>
                <p14:nvPr/>
              </p14:nvContentPartPr>
              <p14:xfrm>
                <a:off x="7616360" y="452960"/>
                <a:ext cx="354600" cy="135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4FD5741-112F-408D-BB8D-3188B6FD293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612040" y="448640"/>
                  <a:ext cx="3632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DD1E4A0-F971-8492-DA4B-9EE10D938091}"/>
                    </a:ext>
                  </a:extLst>
                </p14:cNvPr>
                <p14:cNvContentPartPr/>
                <p14:nvPr/>
              </p14:nvContentPartPr>
              <p14:xfrm>
                <a:off x="8049080" y="278000"/>
                <a:ext cx="262080" cy="311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DD1E4A0-F971-8492-DA4B-9EE10D93809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044760" y="273680"/>
                  <a:ext cx="2707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B5691A8-7D01-B935-8AD4-CE03D8CDDB59}"/>
                    </a:ext>
                  </a:extLst>
                </p14:cNvPr>
                <p14:cNvContentPartPr/>
                <p14:nvPr/>
              </p14:nvContentPartPr>
              <p14:xfrm>
                <a:off x="8283800" y="482120"/>
                <a:ext cx="131400" cy="92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B5691A8-7D01-B935-8AD4-CE03D8CDDB5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279480" y="477800"/>
                  <a:ext cx="1400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1361F6D-7D05-8286-7963-CCA5D5085CA0}"/>
                    </a:ext>
                  </a:extLst>
                </p14:cNvPr>
                <p14:cNvContentPartPr/>
                <p14:nvPr/>
              </p14:nvContentPartPr>
              <p14:xfrm>
                <a:off x="8471000" y="482840"/>
                <a:ext cx="95040" cy="53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1361F6D-7D05-8286-7963-CCA5D5085CA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466680" y="478520"/>
                  <a:ext cx="1036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01A35FB-FBF9-847A-82A8-5C58880ED7CF}"/>
                    </a:ext>
                  </a:extLst>
                </p14:cNvPr>
                <p14:cNvContentPartPr/>
                <p14:nvPr/>
              </p14:nvContentPartPr>
              <p14:xfrm>
                <a:off x="8248160" y="456560"/>
                <a:ext cx="368640" cy="450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01A35FB-FBF9-847A-82A8-5C58880ED7C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243840" y="452240"/>
                  <a:ext cx="37728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DAFB096-0022-FE76-CE70-0E5EC068060B}"/>
                    </a:ext>
                  </a:extLst>
                </p14:cNvPr>
                <p14:cNvContentPartPr/>
                <p14:nvPr/>
              </p14:nvContentPartPr>
              <p14:xfrm>
                <a:off x="8701400" y="572480"/>
                <a:ext cx="63720" cy="87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DAFB096-0022-FE76-CE70-0E5EC068060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97080" y="568160"/>
                  <a:ext cx="7236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9A205F1-9052-2EF0-DC1E-6F95CAA56394}"/>
              </a:ext>
            </a:extLst>
          </p:cNvPr>
          <p:cNvGrpSpPr/>
          <p:nvPr/>
        </p:nvGrpSpPr>
        <p:grpSpPr>
          <a:xfrm>
            <a:off x="9206120" y="302840"/>
            <a:ext cx="716040" cy="274680"/>
            <a:chOff x="9206120" y="302840"/>
            <a:chExt cx="716040" cy="27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CBC8FC7-FC4E-69DB-D0F1-67939C1A0A01}"/>
                    </a:ext>
                  </a:extLst>
                </p14:cNvPr>
                <p14:cNvContentPartPr/>
                <p14:nvPr/>
              </p14:nvContentPartPr>
              <p14:xfrm>
                <a:off x="9206120" y="478160"/>
                <a:ext cx="434520" cy="99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CBC8FC7-FC4E-69DB-D0F1-67939C1A0A0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01800" y="473840"/>
                  <a:ext cx="4431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9435293-AADF-7E3C-6E92-5C9636BE036C}"/>
                    </a:ext>
                  </a:extLst>
                </p14:cNvPr>
                <p14:cNvContentPartPr/>
                <p14:nvPr/>
              </p14:nvContentPartPr>
              <p14:xfrm>
                <a:off x="9694640" y="302840"/>
                <a:ext cx="227520" cy="2660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9435293-AADF-7E3C-6E92-5C9636BE036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690320" y="298520"/>
                  <a:ext cx="236160" cy="27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043CCAB-DD05-D953-1D72-05052B68D191}"/>
              </a:ext>
            </a:extLst>
          </p:cNvPr>
          <p:cNvGrpSpPr/>
          <p:nvPr/>
        </p:nvGrpSpPr>
        <p:grpSpPr>
          <a:xfrm>
            <a:off x="10220240" y="485720"/>
            <a:ext cx="451800" cy="226080"/>
            <a:chOff x="10220240" y="485720"/>
            <a:chExt cx="451800" cy="22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1233E36-3995-ECD7-47BA-5BA2C90E1917}"/>
                    </a:ext>
                  </a:extLst>
                </p14:cNvPr>
                <p14:cNvContentPartPr/>
                <p14:nvPr/>
              </p14:nvContentPartPr>
              <p14:xfrm>
                <a:off x="10220240" y="485720"/>
                <a:ext cx="272520" cy="185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1233E36-3995-ECD7-47BA-5BA2C90E191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215920" y="481400"/>
                  <a:ext cx="2811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4DB2200-02EC-07E2-66D2-11E8DDC1486A}"/>
                    </a:ext>
                  </a:extLst>
                </p14:cNvPr>
                <p14:cNvContentPartPr/>
                <p14:nvPr/>
              </p14:nvContentPartPr>
              <p14:xfrm>
                <a:off x="10561160" y="530000"/>
                <a:ext cx="110880" cy="181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4DB2200-02EC-07E2-66D2-11E8DDC1486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556840" y="525680"/>
                  <a:ext cx="11952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32C126B-80F6-0ACF-2789-A0BE337397C7}"/>
              </a:ext>
            </a:extLst>
          </p:cNvPr>
          <p:cNvGrpSpPr/>
          <p:nvPr/>
        </p:nvGrpSpPr>
        <p:grpSpPr>
          <a:xfrm>
            <a:off x="649640" y="1244240"/>
            <a:ext cx="658440" cy="360720"/>
            <a:chOff x="649640" y="1244240"/>
            <a:chExt cx="658440" cy="36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21FBBD7-0A3B-0E83-3ABD-A12165B34273}"/>
                    </a:ext>
                  </a:extLst>
                </p14:cNvPr>
                <p14:cNvContentPartPr/>
                <p14:nvPr/>
              </p14:nvContentPartPr>
              <p14:xfrm>
                <a:off x="649640" y="1319480"/>
                <a:ext cx="63720" cy="285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21FBBD7-0A3B-0E83-3ABD-A12165B3427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45320" y="1315160"/>
                  <a:ext cx="723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D0D547C-E388-ED37-E8F3-577E8A856A83}"/>
                    </a:ext>
                  </a:extLst>
                </p14:cNvPr>
                <p14:cNvContentPartPr/>
                <p14:nvPr/>
              </p14:nvContentPartPr>
              <p14:xfrm>
                <a:off x="756560" y="1272320"/>
                <a:ext cx="102600" cy="100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D0D547C-E388-ED37-E8F3-577E8A856A8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52240" y="1268000"/>
                  <a:ext cx="111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2A69A51-4540-0636-BE32-AF4B1A2F2B08}"/>
                    </a:ext>
                  </a:extLst>
                </p14:cNvPr>
                <p14:cNvContentPartPr/>
                <p14:nvPr/>
              </p14:nvContentPartPr>
              <p14:xfrm>
                <a:off x="922880" y="1244240"/>
                <a:ext cx="181440" cy="107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2A69A51-4540-0636-BE32-AF4B1A2F2B0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18560" y="1239920"/>
                  <a:ext cx="1900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B23AF34-9453-A2C2-42E4-D70BA348D34D}"/>
                    </a:ext>
                  </a:extLst>
                </p14:cNvPr>
                <p14:cNvContentPartPr/>
                <p14:nvPr/>
              </p14:nvContentPartPr>
              <p14:xfrm>
                <a:off x="1111880" y="1292480"/>
                <a:ext cx="148680" cy="14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B23AF34-9453-A2C2-42E4-D70BA348D34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07560" y="1288160"/>
                  <a:ext cx="1573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F6014EB-4229-87E7-6CD5-641343282BAF}"/>
                    </a:ext>
                  </a:extLst>
                </p14:cNvPr>
                <p14:cNvContentPartPr/>
                <p14:nvPr/>
              </p14:nvContentPartPr>
              <p14:xfrm>
                <a:off x="1120160" y="1261520"/>
                <a:ext cx="187920" cy="305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F6014EB-4229-87E7-6CD5-641343282BA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15840" y="1257200"/>
                  <a:ext cx="196560" cy="31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541E64E-3535-D907-0937-A8A5018267D2}"/>
              </a:ext>
            </a:extLst>
          </p:cNvPr>
          <p:cNvGrpSpPr/>
          <p:nvPr/>
        </p:nvGrpSpPr>
        <p:grpSpPr>
          <a:xfrm>
            <a:off x="1649720" y="1030760"/>
            <a:ext cx="875880" cy="441720"/>
            <a:chOff x="1649720" y="1030760"/>
            <a:chExt cx="875880" cy="44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A875231-C9E9-B3EE-FFA9-34BD4743A4D8}"/>
                    </a:ext>
                  </a:extLst>
                </p14:cNvPr>
                <p14:cNvContentPartPr/>
                <p14:nvPr/>
              </p14:nvContentPartPr>
              <p14:xfrm>
                <a:off x="1649720" y="1218680"/>
                <a:ext cx="178200" cy="122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A875231-C9E9-B3EE-FFA9-34BD4743A4D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645400" y="1214360"/>
                  <a:ext cx="1868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94D4895-65E1-3B33-4A66-ABE627A53458}"/>
                    </a:ext>
                  </a:extLst>
                </p14:cNvPr>
                <p14:cNvContentPartPr/>
                <p14:nvPr/>
              </p14:nvContentPartPr>
              <p14:xfrm>
                <a:off x="1861400" y="1111040"/>
                <a:ext cx="127440" cy="200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94D4895-65E1-3B33-4A66-ABE627A5345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857080" y="1106720"/>
                  <a:ext cx="1360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A1D8606-296D-204C-2FBB-96465729013C}"/>
                    </a:ext>
                  </a:extLst>
                </p14:cNvPr>
                <p14:cNvContentPartPr/>
                <p14:nvPr/>
              </p14:nvContentPartPr>
              <p14:xfrm>
                <a:off x="1855280" y="1193840"/>
                <a:ext cx="222480" cy="103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A1D8606-296D-204C-2FBB-96465729013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850960" y="1189520"/>
                  <a:ext cx="2311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5F1E47E-F40C-F539-BE86-E7A60C033170}"/>
                    </a:ext>
                  </a:extLst>
                </p14:cNvPr>
                <p14:cNvContentPartPr/>
                <p14:nvPr/>
              </p14:nvContentPartPr>
              <p14:xfrm>
                <a:off x="2154080" y="1030760"/>
                <a:ext cx="169560" cy="3952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5F1E47E-F40C-F539-BE86-E7A60C03317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149760" y="1026440"/>
                  <a:ext cx="17820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EA143E1-7BBB-CC54-5D92-81515721E767}"/>
                    </a:ext>
                  </a:extLst>
                </p14:cNvPr>
                <p14:cNvContentPartPr/>
                <p14:nvPr/>
              </p14:nvContentPartPr>
              <p14:xfrm>
                <a:off x="2180360" y="1263320"/>
                <a:ext cx="138240" cy="9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EA143E1-7BBB-CC54-5D92-81515721E76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176040" y="1259000"/>
                  <a:ext cx="146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CB9B5B9-8E5A-00A7-DB37-4584834BB51F}"/>
                    </a:ext>
                  </a:extLst>
                </p14:cNvPr>
                <p14:cNvContentPartPr/>
                <p14:nvPr/>
              </p14:nvContentPartPr>
              <p14:xfrm>
                <a:off x="2361800" y="1032200"/>
                <a:ext cx="163800" cy="4402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CB9B5B9-8E5A-00A7-DB37-4584834BB51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357480" y="1027880"/>
                  <a:ext cx="17244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CE76AA1-9372-931F-16FE-E63160F70E91}"/>
                    </a:ext>
                  </a:extLst>
                </p14:cNvPr>
                <p14:cNvContentPartPr/>
                <p14:nvPr/>
              </p14:nvContentPartPr>
              <p14:xfrm>
                <a:off x="2321120" y="1240640"/>
                <a:ext cx="154800" cy="19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CE76AA1-9372-931F-16FE-E63160F70E9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316800" y="1236320"/>
                  <a:ext cx="16344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508C15B-C85F-54A2-8F40-E44C68CBC8F6}"/>
              </a:ext>
            </a:extLst>
          </p:cNvPr>
          <p:cNvGrpSpPr/>
          <p:nvPr/>
        </p:nvGrpSpPr>
        <p:grpSpPr>
          <a:xfrm>
            <a:off x="2969120" y="956240"/>
            <a:ext cx="518040" cy="429480"/>
            <a:chOff x="2969120" y="956240"/>
            <a:chExt cx="518040" cy="42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E086D86-B4D9-186B-7712-209E704C04A8}"/>
                    </a:ext>
                  </a:extLst>
                </p14:cNvPr>
                <p14:cNvContentPartPr/>
                <p14:nvPr/>
              </p14:nvContentPartPr>
              <p14:xfrm>
                <a:off x="3008360" y="956240"/>
                <a:ext cx="286560" cy="429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E086D86-B4D9-186B-7712-209E704C04A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004040" y="951920"/>
                  <a:ext cx="2952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02E000F-E1AD-869B-4AE8-2E8F2FEBEBF6}"/>
                    </a:ext>
                  </a:extLst>
                </p14:cNvPr>
                <p14:cNvContentPartPr/>
                <p14:nvPr/>
              </p14:nvContentPartPr>
              <p14:xfrm>
                <a:off x="2969120" y="1084760"/>
                <a:ext cx="518040" cy="1602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02E000F-E1AD-869B-4AE8-2E8F2FEBEBF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964800" y="1080440"/>
                  <a:ext cx="52668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47DE78F-2BF1-7446-06AB-41D5A93E479E}"/>
              </a:ext>
            </a:extLst>
          </p:cNvPr>
          <p:cNvGrpSpPr/>
          <p:nvPr/>
        </p:nvGrpSpPr>
        <p:grpSpPr>
          <a:xfrm>
            <a:off x="3858320" y="933920"/>
            <a:ext cx="763200" cy="281160"/>
            <a:chOff x="3858320" y="933920"/>
            <a:chExt cx="763200" cy="28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F6361F2-9C99-CE2D-4B1B-5A1C2D886968}"/>
                    </a:ext>
                  </a:extLst>
                </p14:cNvPr>
                <p14:cNvContentPartPr/>
                <p14:nvPr/>
              </p14:nvContentPartPr>
              <p14:xfrm>
                <a:off x="3858320" y="933920"/>
                <a:ext cx="563400" cy="281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F6361F2-9C99-CE2D-4B1B-5A1C2D88696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854000" y="929600"/>
                  <a:ext cx="5720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AFCF1AA-1476-EF8F-C78B-17C36D199E92}"/>
                    </a:ext>
                  </a:extLst>
                </p14:cNvPr>
                <p14:cNvContentPartPr/>
                <p14:nvPr/>
              </p14:nvContentPartPr>
              <p14:xfrm>
                <a:off x="4468520" y="1081160"/>
                <a:ext cx="153000" cy="1130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AFCF1AA-1476-EF8F-C78B-17C36D199E9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464200" y="1076840"/>
                  <a:ext cx="16164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131ED4B-E482-094D-C21A-71BF719E494D}"/>
              </a:ext>
            </a:extLst>
          </p:cNvPr>
          <p:cNvGrpSpPr/>
          <p:nvPr/>
        </p:nvGrpSpPr>
        <p:grpSpPr>
          <a:xfrm>
            <a:off x="5125880" y="1035080"/>
            <a:ext cx="859320" cy="576720"/>
            <a:chOff x="5125880" y="1035080"/>
            <a:chExt cx="859320" cy="57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5D09786-5BAA-D4B2-F465-C07DA466342C}"/>
                    </a:ext>
                  </a:extLst>
                </p14:cNvPr>
                <p14:cNvContentPartPr/>
                <p14:nvPr/>
              </p14:nvContentPartPr>
              <p14:xfrm>
                <a:off x="5125880" y="1046960"/>
                <a:ext cx="515880" cy="126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5D09786-5BAA-D4B2-F465-C07DA466342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121560" y="1042640"/>
                  <a:ext cx="5245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A1E0F35-D56D-BFA4-9DE4-93795A7E8245}"/>
                    </a:ext>
                  </a:extLst>
                </p14:cNvPr>
                <p14:cNvContentPartPr/>
                <p14:nvPr/>
              </p14:nvContentPartPr>
              <p14:xfrm>
                <a:off x="5688920" y="1035080"/>
                <a:ext cx="96480" cy="146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A1E0F35-D56D-BFA4-9DE4-93795A7E824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684600" y="1030760"/>
                  <a:ext cx="1051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19308F3-DB20-E973-AF43-7073CF99EC89}"/>
                    </a:ext>
                  </a:extLst>
                </p14:cNvPr>
                <p14:cNvContentPartPr/>
                <p14:nvPr/>
              </p14:nvContentPartPr>
              <p14:xfrm>
                <a:off x="5645000" y="1069640"/>
                <a:ext cx="340200" cy="5421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19308F3-DB20-E973-AF43-7073CF99EC8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640680" y="1065320"/>
                  <a:ext cx="348840" cy="55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95B5A16-ED26-3940-FC6F-802E0E13C171}"/>
              </a:ext>
            </a:extLst>
          </p:cNvPr>
          <p:cNvGrpSpPr/>
          <p:nvPr/>
        </p:nvGrpSpPr>
        <p:grpSpPr>
          <a:xfrm>
            <a:off x="6579200" y="879920"/>
            <a:ext cx="1271160" cy="537120"/>
            <a:chOff x="6579200" y="879920"/>
            <a:chExt cx="1271160" cy="53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E1A45A9-2A92-7485-5663-0D7E9F5F4FEA}"/>
                    </a:ext>
                  </a:extLst>
                </p14:cNvPr>
                <p14:cNvContentPartPr/>
                <p14:nvPr/>
              </p14:nvContentPartPr>
              <p14:xfrm>
                <a:off x="6579200" y="945440"/>
                <a:ext cx="19800" cy="289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E1A45A9-2A92-7485-5663-0D7E9F5F4FE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574880" y="941120"/>
                  <a:ext cx="284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27F54F2-91CC-BDC3-A081-4AEB94F51F84}"/>
                    </a:ext>
                  </a:extLst>
                </p14:cNvPr>
                <p14:cNvContentPartPr/>
                <p14:nvPr/>
              </p14:nvContentPartPr>
              <p14:xfrm>
                <a:off x="6605480" y="932840"/>
                <a:ext cx="240480" cy="32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27F54F2-91CC-BDC3-A081-4AEB94F51F8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601160" y="928520"/>
                  <a:ext cx="2491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1F20479-56DF-5397-D7CD-938ADC88899B}"/>
                    </a:ext>
                  </a:extLst>
                </p14:cNvPr>
                <p14:cNvContentPartPr/>
                <p14:nvPr/>
              </p14:nvContentPartPr>
              <p14:xfrm>
                <a:off x="6631040" y="1038320"/>
                <a:ext cx="142560" cy="16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1F20479-56DF-5397-D7CD-938ADC88899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626720" y="1034000"/>
                  <a:ext cx="1512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056414A-D75D-3BEC-BCFF-7D877059474B}"/>
                    </a:ext>
                  </a:extLst>
                </p14:cNvPr>
                <p14:cNvContentPartPr/>
                <p14:nvPr/>
              </p14:nvContentPartPr>
              <p14:xfrm>
                <a:off x="6850640" y="1032200"/>
                <a:ext cx="163080" cy="138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056414A-D75D-3BEC-BCFF-7D877059474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846320" y="1027880"/>
                  <a:ext cx="1717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A527804-7C10-3407-929F-ECC3791E9B6F}"/>
                    </a:ext>
                  </a:extLst>
                </p14:cNvPr>
                <p14:cNvContentPartPr/>
                <p14:nvPr/>
              </p14:nvContentPartPr>
              <p14:xfrm>
                <a:off x="7053320" y="1108160"/>
                <a:ext cx="46440" cy="77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A527804-7C10-3407-929F-ECC3791E9B6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049000" y="1103840"/>
                  <a:ext cx="550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28CE4E2-5F69-B4E3-1933-263E4DA0CBEA}"/>
                    </a:ext>
                  </a:extLst>
                </p14:cNvPr>
                <p14:cNvContentPartPr/>
                <p14:nvPr/>
              </p14:nvContentPartPr>
              <p14:xfrm>
                <a:off x="7135400" y="984680"/>
                <a:ext cx="65880" cy="56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28CE4E2-5F69-B4E3-1933-263E4DA0CBE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131080" y="980360"/>
                  <a:ext cx="745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8072CA6-9C6C-1E55-E234-B851102A26A0}"/>
                    </a:ext>
                  </a:extLst>
                </p14:cNvPr>
                <p14:cNvContentPartPr/>
                <p14:nvPr/>
              </p14:nvContentPartPr>
              <p14:xfrm>
                <a:off x="7223240" y="879920"/>
                <a:ext cx="253080" cy="293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8072CA6-9C6C-1E55-E234-B851102A26A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218920" y="875600"/>
                  <a:ext cx="2617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5226CC2-5F30-2B5E-9631-97051D3B01B0}"/>
                    </a:ext>
                  </a:extLst>
                </p14:cNvPr>
                <p14:cNvContentPartPr/>
                <p14:nvPr/>
              </p14:nvContentPartPr>
              <p14:xfrm>
                <a:off x="7497920" y="1072160"/>
                <a:ext cx="132840" cy="784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5226CC2-5F30-2B5E-9631-97051D3B01B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493600" y="1067840"/>
                  <a:ext cx="1414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9339743-B038-A585-5E6A-86D0E2A41F66}"/>
                    </a:ext>
                  </a:extLst>
                </p14:cNvPr>
                <p14:cNvContentPartPr/>
                <p14:nvPr/>
              </p14:nvContentPartPr>
              <p14:xfrm>
                <a:off x="7700240" y="1092320"/>
                <a:ext cx="116280" cy="60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9339743-B038-A585-5E6A-86D0E2A41F6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695920" y="1088000"/>
                  <a:ext cx="1249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7381733-D3A1-7D16-A30B-22FDF309CC2D}"/>
                    </a:ext>
                  </a:extLst>
                </p14:cNvPr>
                <p14:cNvContentPartPr/>
                <p14:nvPr/>
              </p14:nvContentPartPr>
              <p14:xfrm>
                <a:off x="7607000" y="1084760"/>
                <a:ext cx="243360" cy="3322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7381733-D3A1-7D16-A30B-22FDF309CC2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602680" y="1080440"/>
                  <a:ext cx="252000" cy="34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810E65E3-19A0-3106-DC21-940C60C6C0FB}"/>
              </a:ext>
            </a:extLst>
          </p:cNvPr>
          <p:cNvGrpSpPr/>
          <p:nvPr/>
        </p:nvGrpSpPr>
        <p:grpSpPr>
          <a:xfrm>
            <a:off x="8202800" y="966680"/>
            <a:ext cx="318960" cy="220680"/>
            <a:chOff x="8202800" y="966680"/>
            <a:chExt cx="318960" cy="22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808E820-520D-3DE1-1224-367C879376FC}"/>
                    </a:ext>
                  </a:extLst>
                </p14:cNvPr>
                <p14:cNvContentPartPr/>
                <p14:nvPr/>
              </p14:nvContentPartPr>
              <p14:xfrm>
                <a:off x="8202800" y="1093760"/>
                <a:ext cx="112680" cy="936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808E820-520D-3DE1-1224-367C879376F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198480" y="1089440"/>
                  <a:ext cx="1213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E4875DD-7686-9D61-2C9B-F71D086B6E83}"/>
                    </a:ext>
                  </a:extLst>
                </p14:cNvPr>
                <p14:cNvContentPartPr/>
                <p14:nvPr/>
              </p14:nvContentPartPr>
              <p14:xfrm>
                <a:off x="8438600" y="966680"/>
                <a:ext cx="71280" cy="1929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E4875DD-7686-9D61-2C9B-F71D086B6E8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434280" y="962360"/>
                  <a:ext cx="799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632DDEE-36B3-9E43-1919-4276368A1A84}"/>
                    </a:ext>
                  </a:extLst>
                </p14:cNvPr>
                <p14:cNvContentPartPr/>
                <p14:nvPr/>
              </p14:nvContentPartPr>
              <p14:xfrm>
                <a:off x="8426720" y="1066760"/>
                <a:ext cx="95040" cy="5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632DDEE-36B3-9E43-1919-4276368A1A8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422400" y="1062440"/>
                  <a:ext cx="103680" cy="1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6BBB1B4-CD21-39D4-39D0-360B10AA2076}"/>
              </a:ext>
            </a:extLst>
          </p:cNvPr>
          <p:cNvGrpSpPr/>
          <p:nvPr/>
        </p:nvGrpSpPr>
        <p:grpSpPr>
          <a:xfrm>
            <a:off x="8945120" y="862640"/>
            <a:ext cx="1418040" cy="397800"/>
            <a:chOff x="8945120" y="862640"/>
            <a:chExt cx="1418040" cy="39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6105374-D411-B83F-0524-4F39B6409C01}"/>
                    </a:ext>
                  </a:extLst>
                </p14:cNvPr>
                <p14:cNvContentPartPr/>
                <p14:nvPr/>
              </p14:nvContentPartPr>
              <p14:xfrm>
                <a:off x="8945120" y="1009880"/>
                <a:ext cx="507600" cy="119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6105374-D411-B83F-0524-4F39B6409C0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940800" y="1005560"/>
                  <a:ext cx="5162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80571ED-538F-103F-895B-4D3E80AC854B}"/>
                    </a:ext>
                  </a:extLst>
                </p14:cNvPr>
                <p14:cNvContentPartPr/>
                <p14:nvPr/>
              </p14:nvContentPartPr>
              <p14:xfrm>
                <a:off x="9481160" y="862640"/>
                <a:ext cx="201960" cy="268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80571ED-538F-103F-895B-4D3E80AC854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476840" y="858320"/>
                  <a:ext cx="2106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43D4E63-E240-60ED-C197-61B271A6CB3E}"/>
                    </a:ext>
                  </a:extLst>
                </p14:cNvPr>
                <p14:cNvContentPartPr/>
                <p14:nvPr/>
              </p14:nvContentPartPr>
              <p14:xfrm>
                <a:off x="9905240" y="1013480"/>
                <a:ext cx="81000" cy="89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43D4E63-E240-60ED-C197-61B271A6CB3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900920" y="1009160"/>
                  <a:ext cx="896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48025FA-A2D5-5273-E9C0-D6AE39701A59}"/>
                    </a:ext>
                  </a:extLst>
                </p14:cNvPr>
                <p14:cNvContentPartPr/>
                <p14:nvPr/>
              </p14:nvContentPartPr>
              <p14:xfrm>
                <a:off x="10115840" y="893240"/>
                <a:ext cx="247320" cy="367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48025FA-A2D5-5273-E9C0-D6AE39701A5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111520" y="888920"/>
                  <a:ext cx="25596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6C26CD0-9236-9E96-5F85-10244AB9EF3A}"/>
                    </a:ext>
                  </a:extLst>
                </p14:cNvPr>
                <p14:cNvContentPartPr/>
                <p14:nvPr/>
              </p14:nvContentPartPr>
              <p14:xfrm>
                <a:off x="10065080" y="1081880"/>
                <a:ext cx="192240" cy="27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6C26CD0-9236-9E96-5F85-10244AB9EF3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060760" y="1077560"/>
                  <a:ext cx="20088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2095C4F9-3B55-2B91-AAC8-7064387B162B}"/>
              </a:ext>
            </a:extLst>
          </p:cNvPr>
          <p:cNvGrpSpPr/>
          <p:nvPr/>
        </p:nvGrpSpPr>
        <p:grpSpPr>
          <a:xfrm>
            <a:off x="520400" y="1885760"/>
            <a:ext cx="930600" cy="571320"/>
            <a:chOff x="520400" y="1885760"/>
            <a:chExt cx="930600" cy="57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B5634B8-60C4-D57C-B0EC-DCE155C2D100}"/>
                    </a:ext>
                  </a:extLst>
                </p14:cNvPr>
                <p14:cNvContentPartPr/>
                <p14:nvPr/>
              </p14:nvContentPartPr>
              <p14:xfrm>
                <a:off x="520400" y="1885760"/>
                <a:ext cx="306360" cy="2930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B5634B8-60C4-D57C-B0EC-DCE155C2D10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16080" y="1881440"/>
                  <a:ext cx="3150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8A01EBD-FA6F-DA39-2B56-6122B358D8FA}"/>
                    </a:ext>
                  </a:extLst>
                </p14:cNvPr>
                <p14:cNvContentPartPr/>
                <p14:nvPr/>
              </p14:nvContentPartPr>
              <p14:xfrm>
                <a:off x="841520" y="2026880"/>
                <a:ext cx="207360" cy="100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8A01EBD-FA6F-DA39-2B56-6122B358D8F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37200" y="2022560"/>
                  <a:ext cx="2160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924124F-139B-8DDA-8904-884BE854ADF1}"/>
                    </a:ext>
                  </a:extLst>
                </p14:cNvPr>
                <p14:cNvContentPartPr/>
                <p14:nvPr/>
              </p14:nvContentPartPr>
              <p14:xfrm>
                <a:off x="1093520" y="2033000"/>
                <a:ext cx="105120" cy="612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924124F-139B-8DDA-8904-884BE854ADF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89200" y="2028680"/>
                  <a:ext cx="1137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77527BC-CF37-8B38-4192-85267CD3F9AB}"/>
                    </a:ext>
                  </a:extLst>
                </p14:cNvPr>
                <p14:cNvContentPartPr/>
                <p14:nvPr/>
              </p14:nvContentPartPr>
              <p14:xfrm>
                <a:off x="971120" y="1999880"/>
                <a:ext cx="269640" cy="457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77527BC-CF37-8B38-4192-85267CD3F9A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66800" y="1995560"/>
                  <a:ext cx="27828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4D63585-07E3-F87E-AB35-87566677B74E}"/>
                    </a:ext>
                  </a:extLst>
                </p14:cNvPr>
                <p14:cNvContentPartPr/>
                <p14:nvPr/>
              </p14:nvContentPartPr>
              <p14:xfrm>
                <a:off x="1403120" y="2155760"/>
                <a:ext cx="47880" cy="10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4D63585-07E3-F87E-AB35-87566677B74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398800" y="2151440"/>
                  <a:ext cx="5652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01AF4E4F-3D64-C719-7E9A-021BB375A5E3}"/>
              </a:ext>
            </a:extLst>
          </p:cNvPr>
          <p:cNvGrpSpPr/>
          <p:nvPr/>
        </p:nvGrpSpPr>
        <p:grpSpPr>
          <a:xfrm>
            <a:off x="2126360" y="1774880"/>
            <a:ext cx="809280" cy="316440"/>
            <a:chOff x="2126360" y="1774880"/>
            <a:chExt cx="809280" cy="31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8914E2C-8BCB-E06F-5611-A4E4F96E3FED}"/>
                    </a:ext>
                  </a:extLst>
                </p14:cNvPr>
                <p14:cNvContentPartPr/>
                <p14:nvPr/>
              </p14:nvContentPartPr>
              <p14:xfrm>
                <a:off x="2126360" y="1774880"/>
                <a:ext cx="145440" cy="316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8914E2C-8BCB-E06F-5611-A4E4F96E3FE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122040" y="1770560"/>
                  <a:ext cx="1540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282E398-7332-CEC4-D15D-ABB95F41ED39}"/>
                    </a:ext>
                  </a:extLst>
                </p14:cNvPr>
                <p14:cNvContentPartPr/>
                <p14:nvPr/>
              </p14:nvContentPartPr>
              <p14:xfrm>
                <a:off x="2266760" y="1794320"/>
                <a:ext cx="104400" cy="2858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282E398-7332-CEC4-D15D-ABB95F41ED3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262440" y="1790000"/>
                  <a:ext cx="1130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6AE6195-D11D-A00F-649A-C57F1E703E2A}"/>
                    </a:ext>
                  </a:extLst>
                </p14:cNvPr>
                <p14:cNvContentPartPr/>
                <p14:nvPr/>
              </p14:nvContentPartPr>
              <p14:xfrm>
                <a:off x="2144360" y="1927520"/>
                <a:ext cx="348840" cy="34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6AE6195-D11D-A00F-649A-C57F1E703E2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140040" y="1923200"/>
                  <a:ext cx="3574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077BA11-D997-60A1-F9D6-62E6BA49E8E7}"/>
                    </a:ext>
                  </a:extLst>
                </p14:cNvPr>
                <p14:cNvContentPartPr/>
                <p14:nvPr/>
              </p14:nvContentPartPr>
              <p14:xfrm>
                <a:off x="2466560" y="1926080"/>
                <a:ext cx="113400" cy="1285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077BA11-D997-60A1-F9D6-62E6BA49E8E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462240" y="1921760"/>
                  <a:ext cx="1220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972DD6A-312B-CF97-4745-11D387E08149}"/>
                    </a:ext>
                  </a:extLst>
                </p14:cNvPr>
                <p14:cNvContentPartPr/>
                <p14:nvPr/>
              </p14:nvContentPartPr>
              <p14:xfrm>
                <a:off x="2692280" y="1878920"/>
                <a:ext cx="243360" cy="1436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972DD6A-312B-CF97-4745-11D387E0814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687960" y="1874600"/>
                  <a:ext cx="25200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B54A7FAA-0512-9765-B4FF-7B71BCCDFF33}"/>
              </a:ext>
            </a:extLst>
          </p:cNvPr>
          <p:cNvGrpSpPr/>
          <p:nvPr/>
        </p:nvGrpSpPr>
        <p:grpSpPr>
          <a:xfrm>
            <a:off x="3369440" y="1604960"/>
            <a:ext cx="1034280" cy="407880"/>
            <a:chOff x="3369440" y="1604960"/>
            <a:chExt cx="1034280" cy="40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642ED96-0F70-D938-0150-E062DBBF0F77}"/>
                    </a:ext>
                  </a:extLst>
                </p14:cNvPr>
                <p14:cNvContentPartPr/>
                <p14:nvPr/>
              </p14:nvContentPartPr>
              <p14:xfrm>
                <a:off x="3369440" y="1873880"/>
                <a:ext cx="392400" cy="1389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642ED96-0F70-D938-0150-E062DBBF0F7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365120" y="1869560"/>
                  <a:ext cx="401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F8D650A-B0AB-FFE5-0BB7-F03C7A51772A}"/>
                    </a:ext>
                  </a:extLst>
                </p14:cNvPr>
                <p14:cNvContentPartPr/>
                <p14:nvPr/>
              </p14:nvContentPartPr>
              <p14:xfrm>
                <a:off x="3816560" y="1869560"/>
                <a:ext cx="192960" cy="820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F8D650A-B0AB-FFE5-0BB7-F03C7A51772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812240" y="1865240"/>
                  <a:ext cx="2016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304EFE2-482B-49C6-1E3B-FDCD3D73B7F7}"/>
                    </a:ext>
                  </a:extLst>
                </p14:cNvPr>
                <p14:cNvContentPartPr/>
                <p14:nvPr/>
              </p14:nvContentPartPr>
              <p14:xfrm>
                <a:off x="4094120" y="1604960"/>
                <a:ext cx="309600" cy="341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304EFE2-482B-49C6-1E3B-FDCD3D73B7F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089800" y="1600640"/>
                  <a:ext cx="318240" cy="34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ED1C525-7DD5-76B8-335E-297A3917C423}"/>
              </a:ext>
            </a:extLst>
          </p:cNvPr>
          <p:cNvGrpSpPr/>
          <p:nvPr/>
        </p:nvGrpSpPr>
        <p:grpSpPr>
          <a:xfrm>
            <a:off x="4998080" y="1748600"/>
            <a:ext cx="1129320" cy="504000"/>
            <a:chOff x="4998080" y="1748600"/>
            <a:chExt cx="1129320" cy="50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C8B8D76-0612-5E36-3396-363F689E3A9A}"/>
                    </a:ext>
                  </a:extLst>
                </p14:cNvPr>
                <p14:cNvContentPartPr/>
                <p14:nvPr/>
              </p14:nvContentPartPr>
              <p14:xfrm>
                <a:off x="4998080" y="1800440"/>
                <a:ext cx="408240" cy="1134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C8B8D76-0612-5E36-3396-363F689E3A9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993760" y="1796120"/>
                  <a:ext cx="4168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C3F8389-9DEE-3E13-64BE-E8780AA3393F}"/>
                    </a:ext>
                  </a:extLst>
                </p14:cNvPr>
                <p14:cNvContentPartPr/>
                <p14:nvPr/>
              </p14:nvContentPartPr>
              <p14:xfrm>
                <a:off x="5357000" y="1748600"/>
                <a:ext cx="326880" cy="1339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C3F8389-9DEE-3E13-64BE-E8780AA3393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52680" y="1744280"/>
                  <a:ext cx="3355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6CF58E1-AD6B-6442-4DF5-A179EE585281}"/>
                    </a:ext>
                  </a:extLst>
                </p14:cNvPr>
                <p14:cNvContentPartPr/>
                <p14:nvPr/>
              </p14:nvContentPartPr>
              <p14:xfrm>
                <a:off x="5738600" y="1761560"/>
                <a:ext cx="196200" cy="1252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6CF58E1-AD6B-6442-4DF5-A179EE58528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734280" y="1757240"/>
                  <a:ext cx="2048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7D8FF61-1E2B-0A28-77DC-91B7F335EE8A}"/>
                    </a:ext>
                  </a:extLst>
                </p14:cNvPr>
                <p14:cNvContentPartPr/>
                <p14:nvPr/>
              </p14:nvContentPartPr>
              <p14:xfrm>
                <a:off x="5957480" y="1801880"/>
                <a:ext cx="115560" cy="590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7D8FF61-1E2B-0A28-77DC-91B7F335EE8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953160" y="1797560"/>
                  <a:ext cx="1242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9D2F369-0055-FA6C-A2F7-D8A5455F4747}"/>
                    </a:ext>
                  </a:extLst>
                </p14:cNvPr>
                <p14:cNvContentPartPr/>
                <p14:nvPr/>
              </p14:nvContentPartPr>
              <p14:xfrm>
                <a:off x="5656880" y="1779560"/>
                <a:ext cx="470520" cy="4730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9D2F369-0055-FA6C-A2F7-D8A5455F474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652560" y="1775240"/>
                  <a:ext cx="479160" cy="48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FC4AAD31-5EE0-A7DF-F4F8-9318FBC11D11}"/>
              </a:ext>
            </a:extLst>
          </p:cNvPr>
          <p:cNvGrpSpPr/>
          <p:nvPr/>
        </p:nvGrpSpPr>
        <p:grpSpPr>
          <a:xfrm>
            <a:off x="6481640" y="1473200"/>
            <a:ext cx="351000" cy="284040"/>
            <a:chOff x="6481640" y="1473200"/>
            <a:chExt cx="351000" cy="28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13C17B4-6936-E3BA-14EE-32BD50E879B5}"/>
                    </a:ext>
                  </a:extLst>
                </p14:cNvPr>
                <p14:cNvContentPartPr/>
                <p14:nvPr/>
              </p14:nvContentPartPr>
              <p14:xfrm>
                <a:off x="6481640" y="1473200"/>
                <a:ext cx="305640" cy="2840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13C17B4-6936-E3BA-14EE-32BD50E879B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477320" y="1468880"/>
                  <a:ext cx="3142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EAE85E1-9C11-34B7-781C-AA24A1E9A0A2}"/>
                    </a:ext>
                  </a:extLst>
                </p14:cNvPr>
                <p14:cNvContentPartPr/>
                <p14:nvPr/>
              </p14:nvContentPartPr>
              <p14:xfrm>
                <a:off x="6744440" y="1658240"/>
                <a:ext cx="88200" cy="748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EAE85E1-9C11-34B7-781C-AA24A1E9A0A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740120" y="1653920"/>
                  <a:ext cx="96840" cy="8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2E2EF79E-24D2-3B26-8FF0-5C60B9F1F598}"/>
                  </a:ext>
                </a:extLst>
              </p14:cNvPr>
              <p14:cNvContentPartPr/>
              <p14:nvPr/>
            </p14:nvContentPartPr>
            <p14:xfrm>
              <a:off x="7365440" y="1574000"/>
              <a:ext cx="181800" cy="3992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2E2EF79E-24D2-3B26-8FF0-5C60B9F1F598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361120" y="1569680"/>
                <a:ext cx="190440" cy="40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47D3244F-8514-536D-DB26-21FDAB97AA02}"/>
              </a:ext>
            </a:extLst>
          </p:cNvPr>
          <p:cNvGrpSpPr/>
          <p:nvPr/>
        </p:nvGrpSpPr>
        <p:grpSpPr>
          <a:xfrm>
            <a:off x="7999040" y="1539440"/>
            <a:ext cx="931320" cy="363960"/>
            <a:chOff x="7999040" y="1539440"/>
            <a:chExt cx="93132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9AA9713-DC4F-37A5-1622-C600611A7D3A}"/>
                    </a:ext>
                  </a:extLst>
                </p14:cNvPr>
                <p14:cNvContentPartPr/>
                <p14:nvPr/>
              </p14:nvContentPartPr>
              <p14:xfrm>
                <a:off x="7999040" y="1740320"/>
                <a:ext cx="199080" cy="128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9AA9713-DC4F-37A5-1622-C600611A7D3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994720" y="1736000"/>
                  <a:ext cx="2077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63AAEE2-EF57-0529-36D4-533BDFD7B4F1}"/>
                    </a:ext>
                  </a:extLst>
                </p14:cNvPr>
                <p14:cNvContentPartPr/>
                <p14:nvPr/>
              </p14:nvContentPartPr>
              <p14:xfrm>
                <a:off x="8255000" y="1735640"/>
                <a:ext cx="154800" cy="1245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63AAEE2-EF57-0529-36D4-533BDFD7B4F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250680" y="1731320"/>
                  <a:ext cx="1634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82D688C-BE5A-3184-E7C7-3A5F238072FB}"/>
                    </a:ext>
                  </a:extLst>
                </p14:cNvPr>
                <p14:cNvContentPartPr/>
                <p14:nvPr/>
              </p14:nvContentPartPr>
              <p14:xfrm>
                <a:off x="8480000" y="1715480"/>
                <a:ext cx="100800" cy="1328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82D688C-BE5A-3184-E7C7-3A5F238072F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475680" y="1711160"/>
                  <a:ext cx="1094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56DF462-E34B-C906-C7F7-601D85C39C11}"/>
                    </a:ext>
                  </a:extLst>
                </p14:cNvPr>
                <p14:cNvContentPartPr/>
                <p14:nvPr/>
              </p14:nvContentPartPr>
              <p14:xfrm>
                <a:off x="8647760" y="1539440"/>
                <a:ext cx="282600" cy="3639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56DF462-E34B-C906-C7F7-601D85C39C1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643440" y="1535120"/>
                  <a:ext cx="291240" cy="37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6C8C11B5-C97F-B1FD-19EC-B0DB9C1AC25D}"/>
              </a:ext>
            </a:extLst>
          </p:cNvPr>
          <p:cNvGrpSpPr/>
          <p:nvPr/>
        </p:nvGrpSpPr>
        <p:grpSpPr>
          <a:xfrm>
            <a:off x="9353000" y="1495880"/>
            <a:ext cx="506880" cy="498600"/>
            <a:chOff x="9353000" y="1495880"/>
            <a:chExt cx="506880" cy="49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037EB34-0067-175B-D606-91DCB14B70BB}"/>
                    </a:ext>
                  </a:extLst>
                </p14:cNvPr>
                <p14:cNvContentPartPr/>
                <p14:nvPr/>
              </p14:nvContentPartPr>
              <p14:xfrm>
                <a:off x="9374240" y="1495880"/>
                <a:ext cx="209880" cy="4986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037EB34-0067-175B-D606-91DCB14B70B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369920" y="1491560"/>
                  <a:ext cx="21852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160914F-791D-FE39-24A4-0F998EDDBA40}"/>
                    </a:ext>
                  </a:extLst>
                </p14:cNvPr>
                <p14:cNvContentPartPr/>
                <p14:nvPr/>
              </p14:nvContentPartPr>
              <p14:xfrm>
                <a:off x="9353000" y="1661840"/>
                <a:ext cx="506880" cy="153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160914F-791D-FE39-24A4-0F998EDDBA4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348680" y="1657520"/>
                  <a:ext cx="51552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037E22E3-87E2-7881-72E1-63B47CA35D9D}"/>
              </a:ext>
            </a:extLst>
          </p:cNvPr>
          <p:cNvGrpSpPr/>
          <p:nvPr/>
        </p:nvGrpSpPr>
        <p:grpSpPr>
          <a:xfrm>
            <a:off x="10184600" y="1345760"/>
            <a:ext cx="793800" cy="470520"/>
            <a:chOff x="10184600" y="1345760"/>
            <a:chExt cx="793800" cy="47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024F46E-F816-7DC2-BAA7-56C7E28AA2FD}"/>
                    </a:ext>
                  </a:extLst>
                </p14:cNvPr>
                <p14:cNvContentPartPr/>
                <p14:nvPr/>
              </p14:nvContentPartPr>
              <p14:xfrm>
                <a:off x="10184600" y="1614320"/>
                <a:ext cx="170280" cy="107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024F46E-F816-7DC2-BAA7-56C7E28AA2F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180280" y="1610000"/>
                  <a:ext cx="1789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613988D-48E9-ABE4-F3A4-F6080338B191}"/>
                    </a:ext>
                  </a:extLst>
                </p14:cNvPr>
                <p14:cNvContentPartPr/>
                <p14:nvPr/>
              </p14:nvContentPartPr>
              <p14:xfrm>
                <a:off x="10380080" y="1645280"/>
                <a:ext cx="179640" cy="910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613988D-48E9-ABE4-F3A4-F6080338B19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375760" y="1640960"/>
                  <a:ext cx="1882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788EF42-CA05-BF2D-DC13-6FC463680600}"/>
                    </a:ext>
                  </a:extLst>
                </p14:cNvPr>
                <p14:cNvContentPartPr/>
                <p14:nvPr/>
              </p14:nvContentPartPr>
              <p14:xfrm>
                <a:off x="10629560" y="1637360"/>
                <a:ext cx="176760" cy="1162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788EF42-CA05-BF2D-DC13-6FC46368060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625240" y="1633040"/>
                  <a:ext cx="1854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C32A160-4C9C-18E5-F1A9-62EBC37ADFDE}"/>
                    </a:ext>
                  </a:extLst>
                </p14:cNvPr>
                <p14:cNvContentPartPr/>
                <p14:nvPr/>
              </p14:nvContentPartPr>
              <p14:xfrm>
                <a:off x="10806320" y="1345760"/>
                <a:ext cx="172080" cy="4705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C32A160-4C9C-18E5-F1A9-62EBC37ADFD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802000" y="1341440"/>
                  <a:ext cx="180720" cy="47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36565918-722D-46E8-D092-C3FAE3BE0CFD}"/>
              </a:ext>
            </a:extLst>
          </p:cNvPr>
          <p:cNvGrpSpPr/>
          <p:nvPr/>
        </p:nvGrpSpPr>
        <p:grpSpPr>
          <a:xfrm>
            <a:off x="419240" y="2603960"/>
            <a:ext cx="1311480" cy="515160"/>
            <a:chOff x="419240" y="2603960"/>
            <a:chExt cx="1311480" cy="51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C21392B-4503-9E57-2DAA-BAEDC8205887}"/>
                    </a:ext>
                  </a:extLst>
                </p14:cNvPr>
                <p14:cNvContentPartPr/>
                <p14:nvPr/>
              </p14:nvContentPartPr>
              <p14:xfrm>
                <a:off x="419240" y="2688560"/>
                <a:ext cx="65880" cy="2905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C21392B-4503-9E57-2DAA-BAEDC820588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14920" y="2684240"/>
                  <a:ext cx="745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1BF5B8F-A5F7-A817-E52C-28EE0DD9BBBC}"/>
                    </a:ext>
                  </a:extLst>
                </p14:cNvPr>
                <p14:cNvContentPartPr/>
                <p14:nvPr/>
              </p14:nvContentPartPr>
              <p14:xfrm>
                <a:off x="515720" y="2634200"/>
                <a:ext cx="230760" cy="205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1BF5B8F-A5F7-A817-E52C-28EE0DD9BBB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11400" y="2629880"/>
                  <a:ext cx="239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F122E79-9E54-9005-4A99-A6D3358C40E1}"/>
                    </a:ext>
                  </a:extLst>
                </p14:cNvPr>
                <p14:cNvContentPartPr/>
                <p14:nvPr/>
              </p14:nvContentPartPr>
              <p14:xfrm>
                <a:off x="481880" y="2747240"/>
                <a:ext cx="208080" cy="115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F122E79-9E54-9005-4A99-A6D3358C40E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77560" y="2742920"/>
                  <a:ext cx="2167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DAED73F-A481-31CC-4019-7EBCE9DBD175}"/>
                    </a:ext>
                  </a:extLst>
                </p14:cNvPr>
                <p14:cNvContentPartPr/>
                <p14:nvPr/>
              </p14:nvContentPartPr>
              <p14:xfrm>
                <a:off x="686720" y="2764520"/>
                <a:ext cx="110880" cy="1342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DAED73F-A481-31CC-4019-7EBCE9DBD17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82400" y="2760200"/>
                  <a:ext cx="1195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D99B0F6-B43D-073B-0F07-E358B1A7BFA0}"/>
                    </a:ext>
                  </a:extLst>
                </p14:cNvPr>
                <p14:cNvContentPartPr/>
                <p14:nvPr/>
              </p14:nvContentPartPr>
              <p14:xfrm>
                <a:off x="905600" y="2823920"/>
                <a:ext cx="7200" cy="644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D99B0F6-B43D-073B-0F07-E358B1A7BFA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01280" y="2819600"/>
                  <a:ext cx="158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87E888C-E3C9-AD1E-37A6-ACA8972EE831}"/>
                    </a:ext>
                  </a:extLst>
                </p14:cNvPr>
                <p14:cNvContentPartPr/>
                <p14:nvPr/>
              </p14:nvContentPartPr>
              <p14:xfrm>
                <a:off x="938720" y="2703680"/>
                <a:ext cx="69480" cy="51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87E888C-E3C9-AD1E-37A6-ACA8972EE83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34400" y="2699360"/>
                  <a:ext cx="781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B589E31-BE10-054B-C464-FD4F34A54D05}"/>
                    </a:ext>
                  </a:extLst>
                </p14:cNvPr>
                <p14:cNvContentPartPr/>
                <p14:nvPr/>
              </p14:nvContentPartPr>
              <p14:xfrm>
                <a:off x="1104680" y="2603960"/>
                <a:ext cx="277560" cy="2610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B589E31-BE10-054B-C464-FD4F34A54D0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00360" y="2599640"/>
                  <a:ext cx="2862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033A075-A1DB-B147-8327-F3F4F7AA4B79}"/>
                    </a:ext>
                  </a:extLst>
                </p14:cNvPr>
                <p14:cNvContentPartPr/>
                <p14:nvPr/>
              </p14:nvContentPartPr>
              <p14:xfrm>
                <a:off x="1389080" y="2768120"/>
                <a:ext cx="155160" cy="979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033A075-A1DB-B147-8327-F3F4F7AA4B7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384760" y="2763800"/>
                  <a:ext cx="1638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18423AB-49D6-CF33-DBB3-68CBE2D71070}"/>
                    </a:ext>
                  </a:extLst>
                </p14:cNvPr>
                <p14:cNvContentPartPr/>
                <p14:nvPr/>
              </p14:nvContentPartPr>
              <p14:xfrm>
                <a:off x="1542080" y="2781080"/>
                <a:ext cx="142560" cy="28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18423AB-49D6-CF33-DBB3-68CBE2D7107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537760" y="2776760"/>
                  <a:ext cx="1512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8F61827-2B5E-5059-E34D-C4365A473732}"/>
                    </a:ext>
                  </a:extLst>
                </p14:cNvPr>
                <p14:cNvContentPartPr/>
                <p14:nvPr/>
              </p14:nvContentPartPr>
              <p14:xfrm>
                <a:off x="1425800" y="2767400"/>
                <a:ext cx="304920" cy="3517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8F61827-2B5E-5059-E34D-C4365A47373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421480" y="2763080"/>
                  <a:ext cx="313560" cy="36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ADC78BC6-1C40-9767-0BAD-14AF9DA35FA3}"/>
              </a:ext>
            </a:extLst>
          </p:cNvPr>
          <p:cNvGrpSpPr/>
          <p:nvPr/>
        </p:nvGrpSpPr>
        <p:grpSpPr>
          <a:xfrm>
            <a:off x="2357840" y="2696480"/>
            <a:ext cx="270000" cy="120600"/>
            <a:chOff x="2357840" y="2696480"/>
            <a:chExt cx="270000" cy="12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364A33B-00A3-EB32-AF1D-87BEC1594DE3}"/>
                    </a:ext>
                  </a:extLst>
                </p14:cNvPr>
                <p14:cNvContentPartPr/>
                <p14:nvPr/>
              </p14:nvContentPartPr>
              <p14:xfrm>
                <a:off x="2357840" y="2703680"/>
                <a:ext cx="143280" cy="1134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364A33B-00A3-EB32-AF1D-87BEC1594DE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353520" y="2699360"/>
                  <a:ext cx="1519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43C07C6-7102-BFB6-DE77-1F96EDB23D42}"/>
                    </a:ext>
                  </a:extLst>
                </p14:cNvPr>
                <p14:cNvContentPartPr/>
                <p14:nvPr/>
              </p14:nvContentPartPr>
              <p14:xfrm>
                <a:off x="2540360" y="2696480"/>
                <a:ext cx="87480" cy="1083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43C07C6-7102-BFB6-DE77-1F96EDB23D4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536040" y="2692160"/>
                  <a:ext cx="9612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6F828C18-2839-F553-9FB0-EFD64F56E034}"/>
              </a:ext>
            </a:extLst>
          </p:cNvPr>
          <p:cNvGrpSpPr/>
          <p:nvPr/>
        </p:nvGrpSpPr>
        <p:grpSpPr>
          <a:xfrm>
            <a:off x="3042200" y="2491280"/>
            <a:ext cx="553680" cy="359280"/>
            <a:chOff x="3042200" y="2491280"/>
            <a:chExt cx="55368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8D56378-21F3-29B5-0C22-896FE2326D3E}"/>
                    </a:ext>
                  </a:extLst>
                </p14:cNvPr>
                <p14:cNvContentPartPr/>
                <p14:nvPr/>
              </p14:nvContentPartPr>
              <p14:xfrm>
                <a:off x="3042200" y="2508560"/>
                <a:ext cx="190800" cy="3420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8D56378-21F3-29B5-0C22-896FE2326D3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037880" y="2504240"/>
                  <a:ext cx="19944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21AF93B-8EA1-43DF-5FBD-AC39C21CD6AA}"/>
                    </a:ext>
                  </a:extLst>
                </p14:cNvPr>
                <p14:cNvContentPartPr/>
                <p14:nvPr/>
              </p14:nvContentPartPr>
              <p14:xfrm>
                <a:off x="3076760" y="2491280"/>
                <a:ext cx="433440" cy="2890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21AF93B-8EA1-43DF-5FBD-AC39C21CD6A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072440" y="2486960"/>
                  <a:ext cx="4420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A1E23A8-0CB7-E97C-9A09-F81B82F49665}"/>
                    </a:ext>
                  </a:extLst>
                </p14:cNvPr>
                <p14:cNvContentPartPr/>
                <p14:nvPr/>
              </p14:nvContentPartPr>
              <p14:xfrm>
                <a:off x="3508760" y="2704040"/>
                <a:ext cx="87120" cy="110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A1E23A8-0CB7-E97C-9A09-F81B82F4966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504440" y="2699720"/>
                  <a:ext cx="9576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AE79C87C-A309-7E32-EF55-41E05F21ED65}"/>
              </a:ext>
            </a:extLst>
          </p:cNvPr>
          <p:cNvGrpSpPr/>
          <p:nvPr/>
        </p:nvGrpSpPr>
        <p:grpSpPr>
          <a:xfrm>
            <a:off x="4032560" y="2440880"/>
            <a:ext cx="1494720" cy="604080"/>
            <a:chOff x="4032560" y="2440880"/>
            <a:chExt cx="1494720" cy="60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82747B6-8526-272C-1DE6-175E12412501}"/>
                    </a:ext>
                  </a:extLst>
                </p14:cNvPr>
                <p14:cNvContentPartPr/>
                <p14:nvPr/>
              </p14:nvContentPartPr>
              <p14:xfrm>
                <a:off x="4032560" y="2627360"/>
                <a:ext cx="84240" cy="3171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82747B6-8526-272C-1DE6-175E1241250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028240" y="2623040"/>
                  <a:ext cx="928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AF6AF23-861B-E47E-56AF-CB17FD375882}"/>
                    </a:ext>
                  </a:extLst>
                </p14:cNvPr>
                <p14:cNvContentPartPr/>
                <p14:nvPr/>
              </p14:nvContentPartPr>
              <p14:xfrm>
                <a:off x="4107080" y="2621240"/>
                <a:ext cx="85320" cy="1026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AF6AF23-861B-E47E-56AF-CB17FD37588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102760" y="2616920"/>
                  <a:ext cx="939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5CE62A0-4E1C-F3F1-804A-1A20E8372E05}"/>
                    </a:ext>
                  </a:extLst>
                </p14:cNvPr>
                <p14:cNvContentPartPr/>
                <p14:nvPr/>
              </p14:nvContentPartPr>
              <p14:xfrm>
                <a:off x="4333160" y="2547440"/>
                <a:ext cx="150480" cy="1508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5CE62A0-4E1C-F3F1-804A-1A20E8372E0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328840" y="2543120"/>
                  <a:ext cx="1591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8E1327C-41B7-C75D-4E99-70FC9401CB47}"/>
                    </a:ext>
                  </a:extLst>
                </p14:cNvPr>
                <p14:cNvContentPartPr/>
                <p14:nvPr/>
              </p14:nvContentPartPr>
              <p14:xfrm>
                <a:off x="4497680" y="2555360"/>
                <a:ext cx="117000" cy="1191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8E1327C-41B7-C75D-4E99-70FC9401CB4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493360" y="2551040"/>
                  <a:ext cx="1256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24F5CAF-A895-18B3-86A5-A9A8FB72C973}"/>
                    </a:ext>
                  </a:extLst>
                </p14:cNvPr>
                <p14:cNvContentPartPr/>
                <p14:nvPr/>
              </p14:nvContentPartPr>
              <p14:xfrm>
                <a:off x="4554200" y="2629880"/>
                <a:ext cx="184320" cy="4150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24F5CAF-A895-18B3-86A5-A9A8FB72C97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549880" y="2625560"/>
                  <a:ext cx="19296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B364C5B-99FB-D7E9-06A5-4C4BA180FEF5}"/>
                    </a:ext>
                  </a:extLst>
                </p14:cNvPr>
                <p14:cNvContentPartPr/>
                <p14:nvPr/>
              </p14:nvContentPartPr>
              <p14:xfrm>
                <a:off x="4807640" y="2493440"/>
                <a:ext cx="64440" cy="216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B364C5B-99FB-D7E9-06A5-4C4BA180FEF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803320" y="2489120"/>
                  <a:ext cx="73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A294AC3-76C4-206F-FF1B-427126C65970}"/>
                    </a:ext>
                  </a:extLst>
                </p14:cNvPr>
                <p14:cNvContentPartPr/>
                <p14:nvPr/>
              </p14:nvContentPartPr>
              <p14:xfrm>
                <a:off x="4862720" y="2578040"/>
                <a:ext cx="161640" cy="820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A294AC3-76C4-206F-FF1B-427126C6597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858400" y="2573720"/>
                  <a:ext cx="1702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8E4F309-0C32-158D-67DB-3E124E20A4D0}"/>
                    </a:ext>
                  </a:extLst>
                </p14:cNvPr>
                <p14:cNvContentPartPr/>
                <p14:nvPr/>
              </p14:nvContentPartPr>
              <p14:xfrm>
                <a:off x="5053160" y="2605040"/>
                <a:ext cx="168480" cy="943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8E4F309-0C32-158D-67DB-3E124E20A4D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048840" y="2600720"/>
                  <a:ext cx="1771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26CE861-E836-7CAD-9A07-232BFF02EE54}"/>
                    </a:ext>
                  </a:extLst>
                </p14:cNvPr>
                <p14:cNvContentPartPr/>
                <p14:nvPr/>
              </p14:nvContentPartPr>
              <p14:xfrm>
                <a:off x="5274560" y="2440880"/>
                <a:ext cx="106920" cy="2552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26CE861-E836-7CAD-9A07-232BFF02EE5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270240" y="2436560"/>
                  <a:ext cx="1155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3C0813C-D719-BCB2-F3B8-BC2F4A712ABE}"/>
                    </a:ext>
                  </a:extLst>
                </p14:cNvPr>
                <p14:cNvContentPartPr/>
                <p14:nvPr/>
              </p14:nvContentPartPr>
              <p14:xfrm>
                <a:off x="5277080" y="2554640"/>
                <a:ext cx="250200" cy="244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3C0813C-D719-BCB2-F3B8-BC2F4A712AB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272760" y="2550320"/>
                  <a:ext cx="25884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721E1F43-1A33-3C1C-5637-4AE73FA9A9F4}"/>
              </a:ext>
            </a:extLst>
          </p:cNvPr>
          <p:cNvGrpSpPr/>
          <p:nvPr/>
        </p:nvGrpSpPr>
        <p:grpSpPr>
          <a:xfrm>
            <a:off x="5952080" y="2221280"/>
            <a:ext cx="1934640" cy="684000"/>
            <a:chOff x="5952080" y="2221280"/>
            <a:chExt cx="1934640" cy="68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62C300B-12A6-5F72-6FAD-4513E2EB7460}"/>
                    </a:ext>
                  </a:extLst>
                </p14:cNvPr>
                <p14:cNvContentPartPr/>
                <p14:nvPr/>
              </p14:nvContentPartPr>
              <p14:xfrm>
                <a:off x="5952080" y="2535560"/>
                <a:ext cx="97560" cy="3697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62C300B-12A6-5F72-6FAD-4513E2EB746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947760" y="2531240"/>
                  <a:ext cx="10620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1449FD2-9787-7749-2E48-5E0E3247B3DB}"/>
                    </a:ext>
                  </a:extLst>
                </p14:cNvPr>
                <p14:cNvContentPartPr/>
                <p14:nvPr/>
              </p14:nvContentPartPr>
              <p14:xfrm>
                <a:off x="6004280" y="2552120"/>
                <a:ext cx="124200" cy="986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1449FD2-9787-7749-2E48-5E0E3247B3D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999960" y="2547800"/>
                  <a:ext cx="1328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80B555D-AFB4-27C2-657F-70DB0CE49D30}"/>
                    </a:ext>
                  </a:extLst>
                </p14:cNvPr>
                <p14:cNvContentPartPr/>
                <p14:nvPr/>
              </p14:nvContentPartPr>
              <p14:xfrm>
                <a:off x="6221000" y="2523680"/>
                <a:ext cx="141840" cy="1638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80B555D-AFB4-27C2-657F-70DB0CE49D3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216680" y="2519360"/>
                  <a:ext cx="1504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BF33B9D-B403-87CD-EDF8-F716FC0D42A1}"/>
                    </a:ext>
                  </a:extLst>
                </p14:cNvPr>
                <p14:cNvContentPartPr/>
                <p14:nvPr/>
              </p14:nvContentPartPr>
              <p14:xfrm>
                <a:off x="6414320" y="2504240"/>
                <a:ext cx="114840" cy="1382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BF33B9D-B403-87CD-EDF8-F716FC0D42A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410000" y="2499920"/>
                  <a:ext cx="1234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90EBEE7-102B-C099-04AA-42261478313B}"/>
                    </a:ext>
                  </a:extLst>
                </p14:cNvPr>
                <p14:cNvContentPartPr/>
                <p14:nvPr/>
              </p14:nvContentPartPr>
              <p14:xfrm>
                <a:off x="6659840" y="2522960"/>
                <a:ext cx="160560" cy="1584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90EBEE7-102B-C099-04AA-42261478313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655520" y="2518640"/>
                  <a:ext cx="1692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CAD3D82-E643-B5A1-531F-600C05640173}"/>
                    </a:ext>
                  </a:extLst>
                </p14:cNvPr>
                <p14:cNvContentPartPr/>
                <p14:nvPr/>
              </p14:nvContentPartPr>
              <p14:xfrm>
                <a:off x="6851360" y="2540600"/>
                <a:ext cx="121680" cy="1249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CAD3D82-E643-B5A1-531F-600C0564017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847040" y="2536280"/>
                  <a:ext cx="1303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C0621D9-8060-266B-4C0C-C990909FF29D}"/>
                    </a:ext>
                  </a:extLst>
                </p14:cNvPr>
                <p14:cNvContentPartPr/>
                <p14:nvPr/>
              </p14:nvContentPartPr>
              <p14:xfrm>
                <a:off x="7072400" y="2537000"/>
                <a:ext cx="105120" cy="1141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C0621D9-8060-266B-4C0C-C990909FF29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068080" y="2532680"/>
                  <a:ext cx="1137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6866AE1-A13D-26AB-C2BC-E5EF47576A1A}"/>
                    </a:ext>
                  </a:extLst>
                </p14:cNvPr>
                <p14:cNvContentPartPr/>
                <p14:nvPr/>
              </p14:nvContentPartPr>
              <p14:xfrm>
                <a:off x="7231520" y="2221280"/>
                <a:ext cx="276480" cy="4377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6866AE1-A13D-26AB-C2BC-E5EF47576A1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227200" y="2216960"/>
                  <a:ext cx="28512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082263C-5D8C-7E79-56AF-98F975C36508}"/>
                    </a:ext>
                  </a:extLst>
                </p14:cNvPr>
                <p14:cNvContentPartPr/>
                <p14:nvPr/>
              </p14:nvContentPartPr>
              <p14:xfrm>
                <a:off x="7478480" y="2565800"/>
                <a:ext cx="79200" cy="1576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082263C-5D8C-7E79-56AF-98F975C3650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474160" y="2561480"/>
                  <a:ext cx="878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2A6E545-2D4A-209E-CF25-867E043372AD}"/>
                    </a:ext>
                  </a:extLst>
                </p14:cNvPr>
                <p14:cNvContentPartPr/>
                <p14:nvPr/>
              </p14:nvContentPartPr>
              <p14:xfrm>
                <a:off x="7665680" y="2385800"/>
                <a:ext cx="221040" cy="2059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2A6E545-2D4A-209E-CF25-867E043372A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661360" y="2381480"/>
                  <a:ext cx="2296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DADDC7A-5AEA-A6A5-8D8A-FBC65723AEFE}"/>
                    </a:ext>
                  </a:extLst>
                </p14:cNvPr>
                <p14:cNvContentPartPr/>
                <p14:nvPr/>
              </p14:nvContentPartPr>
              <p14:xfrm>
                <a:off x="7763240" y="2694680"/>
                <a:ext cx="47880" cy="363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DADDC7A-5AEA-A6A5-8D8A-FBC65723AEF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758920" y="2690360"/>
                  <a:ext cx="56520" cy="45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93144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Cape Peninsula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 Makhurane</dc:creator>
  <cp:lastModifiedBy>Tem Makhurane</cp:lastModifiedBy>
  <cp:revision>2</cp:revision>
  <dcterms:created xsi:type="dcterms:W3CDTF">2026-02-12T11:53:41Z</dcterms:created>
  <dcterms:modified xsi:type="dcterms:W3CDTF">2026-02-24T09:59:18Z</dcterms:modified>
</cp:coreProperties>
</file>