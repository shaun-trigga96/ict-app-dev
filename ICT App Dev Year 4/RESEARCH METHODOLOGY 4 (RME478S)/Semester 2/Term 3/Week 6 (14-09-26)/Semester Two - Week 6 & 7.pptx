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4"/>
  </p:sldMasterIdLst>
  <p:notesMasterIdLst>
    <p:notesMasterId r:id="rId41"/>
  </p:notesMasterIdLst>
  <p:handoutMasterIdLst>
    <p:handoutMasterId r:id="rId42"/>
  </p:handoutMasterIdLst>
  <p:sldIdLst>
    <p:sldId id="256" r:id="rId5"/>
    <p:sldId id="320" r:id="rId6"/>
    <p:sldId id="258" r:id="rId7"/>
    <p:sldId id="267" r:id="rId8"/>
    <p:sldId id="293" r:id="rId9"/>
    <p:sldId id="292" r:id="rId10"/>
    <p:sldId id="294" r:id="rId11"/>
    <p:sldId id="295" r:id="rId12"/>
    <p:sldId id="265" r:id="rId13"/>
    <p:sldId id="319" r:id="rId14"/>
    <p:sldId id="296" r:id="rId15"/>
    <p:sldId id="268" r:id="rId16"/>
    <p:sldId id="297" r:id="rId17"/>
    <p:sldId id="263" r:id="rId18"/>
    <p:sldId id="257" r:id="rId19"/>
    <p:sldId id="266" r:id="rId20"/>
    <p:sldId id="298" r:id="rId21"/>
    <p:sldId id="299" r:id="rId22"/>
    <p:sldId id="300" r:id="rId23"/>
    <p:sldId id="301" r:id="rId24"/>
    <p:sldId id="302" r:id="rId25"/>
    <p:sldId id="304" r:id="rId26"/>
    <p:sldId id="303" r:id="rId27"/>
    <p:sldId id="305" r:id="rId28"/>
    <p:sldId id="306" r:id="rId29"/>
    <p:sldId id="307" r:id="rId30"/>
    <p:sldId id="308" r:id="rId31"/>
    <p:sldId id="309" r:id="rId32"/>
    <p:sldId id="310" r:id="rId33"/>
    <p:sldId id="311" r:id="rId34"/>
    <p:sldId id="312" r:id="rId35"/>
    <p:sldId id="313" r:id="rId36"/>
    <p:sldId id="315" r:id="rId37"/>
    <p:sldId id="316" r:id="rId38"/>
    <p:sldId id="317" r:id="rId39"/>
    <p:sldId id="31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0C1F"/>
    <a:srgbClr val="903163"/>
    <a:srgbClr val="E1E1E1"/>
    <a:srgbClr val="AA2C71"/>
    <a:srgbClr val="A62C6F"/>
    <a:srgbClr val="F9E7F1"/>
    <a:srgbClr val="852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09E749-B164-0148-9F6F-AF636D77739E}" v="4" dt="2026-09-14T14:37:28.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1" autoAdjust="0"/>
    <p:restoredTop sz="94895"/>
  </p:normalViewPr>
  <p:slideViewPr>
    <p:cSldViewPr snapToGrid="0">
      <p:cViewPr varScale="1">
        <p:scale>
          <a:sx n="94" d="100"/>
          <a:sy n="94" d="100"/>
        </p:scale>
        <p:origin x="232" y="232"/>
      </p:cViewPr>
      <p:guideLst/>
    </p:cSldViewPr>
  </p:slideViewPr>
  <p:notesTextViewPr>
    <p:cViewPr>
      <p:scale>
        <a:sx n="1" d="1"/>
        <a:sy n="1" d="1"/>
      </p:scale>
      <p:origin x="0" y="0"/>
    </p:cViewPr>
  </p:notesTextViewPr>
  <p:notesViewPr>
    <p:cSldViewPr snapToGrid="0">
      <p:cViewPr varScale="1">
        <p:scale>
          <a:sx n="89" d="100"/>
          <a:sy n="89" d="100"/>
        </p:scale>
        <p:origin x="379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undo custSel addSld delSld modSld modMainMaster">
      <pc:chgData name="Errol Francke" userId="1baf5052-8130-4f07-8591-895c85ed967e" providerId="ADAL" clId="{2770844B-FD3E-5261-B270-BCCC5ACA5C5D}" dt="2026-09-14T14:37:47.002" v="48" actId="26606"/>
      <pc:docMkLst>
        <pc:docMk/>
      </pc:docMkLst>
      <pc:sldChg chg="addSp modSp mod setBg">
        <pc:chgData name="Errol Francke" userId="1baf5052-8130-4f07-8591-895c85ed967e" providerId="ADAL" clId="{2770844B-FD3E-5261-B270-BCCC5ACA5C5D}" dt="2026-09-14T14:37:13.692" v="45" actId="255"/>
        <pc:sldMkLst>
          <pc:docMk/>
          <pc:sldMk cId="1806037817" sldId="256"/>
        </pc:sldMkLst>
        <pc:spChg chg="mod">
          <ac:chgData name="Errol Francke" userId="1baf5052-8130-4f07-8591-895c85ed967e" providerId="ADAL" clId="{2770844B-FD3E-5261-B270-BCCC5ACA5C5D}" dt="2026-09-14T14:37:13.692" v="45" actId="255"/>
          <ac:spMkLst>
            <pc:docMk/>
            <pc:sldMk cId="1806037817" sldId="256"/>
            <ac:spMk id="2" creationId="{A6E9EA0F-FD88-464F-99D9-0E151D11E785}"/>
          </ac:spMkLst>
        </pc:spChg>
        <pc:spChg chg="mod">
          <ac:chgData name="Errol Francke" userId="1baf5052-8130-4f07-8591-895c85ed967e" providerId="ADAL" clId="{2770844B-FD3E-5261-B270-BCCC5ACA5C5D}" dt="2026-09-14T14:37:04.499" v="44" actId="2711"/>
          <ac:spMkLst>
            <pc:docMk/>
            <pc:sldMk cId="1806037817" sldId="256"/>
            <ac:spMk id="3" creationId="{7932A20C-8823-4E5C-BF21-C75BA56E76DE}"/>
          </ac:spMkLst>
        </pc:spChg>
        <pc:spChg chg="add">
          <ac:chgData name="Errol Francke" userId="1baf5052-8130-4f07-8591-895c85ed967e" providerId="ADAL" clId="{2770844B-FD3E-5261-B270-BCCC5ACA5C5D}" dt="2026-09-14T08:42:21.003" v="28" actId="26606"/>
          <ac:spMkLst>
            <pc:docMk/>
            <pc:sldMk cId="1806037817" sldId="256"/>
            <ac:spMk id="8" creationId="{4522B21E-B2B9-4C72-9A71-C87EFD137480}"/>
          </ac:spMkLst>
        </pc:spChg>
        <pc:spChg chg="add">
          <ac:chgData name="Errol Francke" userId="1baf5052-8130-4f07-8591-895c85ed967e" providerId="ADAL" clId="{2770844B-FD3E-5261-B270-BCCC5ACA5C5D}" dt="2026-09-14T08:42:21.003" v="28" actId="26606"/>
          <ac:spMkLst>
            <pc:docMk/>
            <pc:sldMk cId="1806037817" sldId="256"/>
            <ac:spMk id="10" creationId="{5EB7D2A2-F448-44D4-938C-DC84CBCB3B1E}"/>
          </ac:spMkLst>
        </pc:spChg>
        <pc:spChg chg="add">
          <ac:chgData name="Errol Francke" userId="1baf5052-8130-4f07-8591-895c85ed967e" providerId="ADAL" clId="{2770844B-FD3E-5261-B270-BCCC5ACA5C5D}" dt="2026-09-14T08:42:21.003" v="28" actId="26606"/>
          <ac:spMkLst>
            <pc:docMk/>
            <pc:sldMk cId="1806037817" sldId="256"/>
            <ac:spMk id="12" creationId="{871AEA07-1E14-44B4-8E55-64EF049CD66F}"/>
          </ac:spMkLst>
        </pc:spChg>
        <pc:cxnChg chg="add">
          <ac:chgData name="Errol Francke" userId="1baf5052-8130-4f07-8591-895c85ed967e" providerId="ADAL" clId="{2770844B-FD3E-5261-B270-BCCC5ACA5C5D}" dt="2026-09-14T08:42:21.003" v="28" actId="26606"/>
          <ac:cxnSpMkLst>
            <pc:docMk/>
            <pc:sldMk cId="1806037817" sldId="256"/>
            <ac:cxnSpMk id="14" creationId="{F7C8EA93-3210-4C62-99E9-153C275E3A87}"/>
          </ac:cxnSpMkLst>
        </pc:cxnChg>
      </pc:sldChg>
      <pc:sldChg chg="modSp mod">
        <pc:chgData name="Errol Francke" userId="1baf5052-8130-4f07-8591-895c85ed967e" providerId="ADAL" clId="{2770844B-FD3E-5261-B270-BCCC5ACA5C5D}" dt="2026-09-14T08:42:08.362" v="27"/>
        <pc:sldMkLst>
          <pc:docMk/>
          <pc:sldMk cId="2394075835" sldId="257"/>
        </pc:sldMkLst>
        <pc:spChg chg="mod">
          <ac:chgData name="Errol Francke" userId="1baf5052-8130-4f07-8591-895c85ed967e" providerId="ADAL" clId="{2770844B-FD3E-5261-B270-BCCC5ACA5C5D}" dt="2026-09-14T08:42:08.362" v="27"/>
          <ac:spMkLst>
            <pc:docMk/>
            <pc:sldMk cId="2394075835" sldId="257"/>
            <ac:spMk id="2" creationId="{1CF94250-8D97-401F-A36C-5B5DB39DDD59}"/>
          </ac:spMkLst>
        </pc:spChg>
        <pc:spChg chg="mod">
          <ac:chgData name="Errol Francke" userId="1baf5052-8130-4f07-8591-895c85ed967e" providerId="ADAL" clId="{2770844B-FD3E-5261-B270-BCCC5ACA5C5D}" dt="2026-09-14T08:42:08.362" v="27"/>
          <ac:spMkLst>
            <pc:docMk/>
            <pc:sldMk cId="2394075835" sldId="257"/>
            <ac:spMk id="3" creationId="{6D55F7CC-C3DE-41F7-8BE1-39A9489FC047}"/>
          </ac:spMkLst>
        </pc:spChg>
      </pc:sldChg>
      <pc:sldChg chg="modSp mod">
        <pc:chgData name="Errol Francke" userId="1baf5052-8130-4f07-8591-895c85ed967e" providerId="ADAL" clId="{2770844B-FD3E-5261-B270-BCCC5ACA5C5D}" dt="2026-09-14T08:42:08.362" v="27"/>
        <pc:sldMkLst>
          <pc:docMk/>
          <pc:sldMk cId="1098036093" sldId="258"/>
        </pc:sldMkLst>
        <pc:spChg chg="mod">
          <ac:chgData name="Errol Francke" userId="1baf5052-8130-4f07-8591-895c85ed967e" providerId="ADAL" clId="{2770844B-FD3E-5261-B270-BCCC5ACA5C5D}" dt="2026-09-14T08:42:08.362" v="27"/>
          <ac:spMkLst>
            <pc:docMk/>
            <pc:sldMk cId="1098036093" sldId="258"/>
            <ac:spMk id="2" creationId="{AC93C0E1-1796-41B4-AF64-2A823C4C83E8}"/>
          </ac:spMkLst>
        </pc:spChg>
        <pc:spChg chg="mod">
          <ac:chgData name="Errol Francke" userId="1baf5052-8130-4f07-8591-895c85ed967e" providerId="ADAL" clId="{2770844B-FD3E-5261-B270-BCCC5ACA5C5D}" dt="2026-09-14T08:42:08.362" v="27"/>
          <ac:spMkLst>
            <pc:docMk/>
            <pc:sldMk cId="1098036093" sldId="258"/>
            <ac:spMk id="3" creationId="{D5B13C35-702B-4BCE-824F-AAADB30905F6}"/>
          </ac:spMkLst>
        </pc:spChg>
      </pc:sldChg>
      <pc:sldChg chg="modSp mod">
        <pc:chgData name="Errol Francke" userId="1baf5052-8130-4f07-8591-895c85ed967e" providerId="ADAL" clId="{2770844B-FD3E-5261-B270-BCCC5ACA5C5D}" dt="2026-09-14T08:42:08.362" v="27"/>
        <pc:sldMkLst>
          <pc:docMk/>
          <pc:sldMk cId="3239282018" sldId="263"/>
        </pc:sldMkLst>
        <pc:spChg chg="mod">
          <ac:chgData name="Errol Francke" userId="1baf5052-8130-4f07-8591-895c85ed967e" providerId="ADAL" clId="{2770844B-FD3E-5261-B270-BCCC5ACA5C5D}" dt="2026-09-14T08:42:08.362" v="27"/>
          <ac:spMkLst>
            <pc:docMk/>
            <pc:sldMk cId="3239282018" sldId="263"/>
            <ac:spMk id="3" creationId="{68B9C974-1FBD-45F1-9D81-5427101D1444}"/>
          </ac:spMkLst>
        </pc:spChg>
      </pc:sldChg>
      <pc:sldChg chg="del">
        <pc:chgData name="Errol Francke" userId="1baf5052-8130-4f07-8591-895c85ed967e" providerId="ADAL" clId="{2770844B-FD3E-5261-B270-BCCC5ACA5C5D}" dt="2026-09-14T08:43:27.369" v="36" actId="2696"/>
        <pc:sldMkLst>
          <pc:docMk/>
          <pc:sldMk cId="2857889781" sldId="264"/>
        </pc:sldMkLst>
      </pc:sldChg>
      <pc:sldChg chg="modSp mod">
        <pc:chgData name="Errol Francke" userId="1baf5052-8130-4f07-8591-895c85ed967e" providerId="ADAL" clId="{2770844B-FD3E-5261-B270-BCCC5ACA5C5D}" dt="2026-09-14T08:42:08.362" v="27"/>
        <pc:sldMkLst>
          <pc:docMk/>
          <pc:sldMk cId="4017599173" sldId="265"/>
        </pc:sldMkLst>
        <pc:spChg chg="mod">
          <ac:chgData name="Errol Francke" userId="1baf5052-8130-4f07-8591-895c85ed967e" providerId="ADAL" clId="{2770844B-FD3E-5261-B270-BCCC5ACA5C5D}" dt="2026-09-14T08:42:08.362" v="27"/>
          <ac:spMkLst>
            <pc:docMk/>
            <pc:sldMk cId="4017599173" sldId="265"/>
            <ac:spMk id="2" creationId="{A614F641-0AA4-46DF-B52D-011067E28896}"/>
          </ac:spMkLst>
        </pc:spChg>
        <pc:spChg chg="mod">
          <ac:chgData name="Errol Francke" userId="1baf5052-8130-4f07-8591-895c85ed967e" providerId="ADAL" clId="{2770844B-FD3E-5261-B270-BCCC5ACA5C5D}" dt="2026-09-14T08:42:08.362" v="27"/>
          <ac:spMkLst>
            <pc:docMk/>
            <pc:sldMk cId="4017599173" sldId="265"/>
            <ac:spMk id="19" creationId="{36CA7D9B-37D5-0AE9-3602-EBB2249B5AB9}"/>
          </ac:spMkLst>
        </pc:spChg>
      </pc:sldChg>
      <pc:sldChg chg="addSp delSp modSp mod">
        <pc:chgData name="Errol Francke" userId="1baf5052-8130-4f07-8591-895c85ed967e" providerId="ADAL" clId="{2770844B-FD3E-5261-B270-BCCC5ACA5C5D}" dt="2026-09-14T08:43:38.391" v="41" actId="478"/>
        <pc:sldMkLst>
          <pc:docMk/>
          <pc:sldMk cId="2394598200" sldId="266"/>
        </pc:sldMkLst>
        <pc:spChg chg="del mod">
          <ac:chgData name="Errol Francke" userId="1baf5052-8130-4f07-8591-895c85ed967e" providerId="ADAL" clId="{2770844B-FD3E-5261-B270-BCCC5ACA5C5D}" dt="2026-09-14T08:43:38.391" v="41" actId="478"/>
          <ac:spMkLst>
            <pc:docMk/>
            <pc:sldMk cId="2394598200" sldId="266"/>
            <ac:spMk id="4" creationId="{E98DCA46-603B-4178-8707-30E192CE6B8D}"/>
          </ac:spMkLst>
        </pc:spChg>
        <pc:spChg chg="add mod">
          <ac:chgData name="Errol Francke" userId="1baf5052-8130-4f07-8591-895c85ed967e" providerId="ADAL" clId="{2770844B-FD3E-5261-B270-BCCC5ACA5C5D}" dt="2026-09-14T08:43:38.391" v="41" actId="478"/>
          <ac:spMkLst>
            <pc:docMk/>
            <pc:sldMk cId="2394598200" sldId="266"/>
            <ac:spMk id="5" creationId="{142CAC63-3C30-1231-71E1-499F6EB04149}"/>
          </ac:spMkLst>
        </pc:spChg>
      </pc:sldChg>
      <pc:sldChg chg="modSp">
        <pc:chgData name="Errol Francke" userId="1baf5052-8130-4f07-8591-895c85ed967e" providerId="ADAL" clId="{2770844B-FD3E-5261-B270-BCCC5ACA5C5D}" dt="2026-09-14T08:42:08.362" v="27"/>
        <pc:sldMkLst>
          <pc:docMk/>
          <pc:sldMk cId="3338609507" sldId="267"/>
        </pc:sldMkLst>
        <pc:spChg chg="mod">
          <ac:chgData name="Errol Francke" userId="1baf5052-8130-4f07-8591-895c85ed967e" providerId="ADAL" clId="{2770844B-FD3E-5261-B270-BCCC5ACA5C5D}" dt="2026-09-14T08:42:08.362" v="27"/>
          <ac:spMkLst>
            <pc:docMk/>
            <pc:sldMk cId="3338609507" sldId="267"/>
            <ac:spMk id="2" creationId="{55BD9C4A-E78A-062F-4561-38163E59DFBA}"/>
          </ac:spMkLst>
        </pc:spChg>
        <pc:spChg chg="mod">
          <ac:chgData name="Errol Francke" userId="1baf5052-8130-4f07-8591-895c85ed967e" providerId="ADAL" clId="{2770844B-FD3E-5261-B270-BCCC5ACA5C5D}" dt="2026-09-14T08:42:08.362" v="27"/>
          <ac:spMkLst>
            <pc:docMk/>
            <pc:sldMk cId="3338609507" sldId="267"/>
            <ac:spMk id="3" creationId="{A87914C8-3C5F-69C8-8902-0DE307CA4492}"/>
          </ac:spMkLst>
        </pc:spChg>
      </pc:sldChg>
      <pc:sldChg chg="modSp mod">
        <pc:chgData name="Errol Francke" userId="1baf5052-8130-4f07-8591-895c85ed967e" providerId="ADAL" clId="{2770844B-FD3E-5261-B270-BCCC5ACA5C5D}" dt="2026-09-14T08:42:08.362" v="27"/>
        <pc:sldMkLst>
          <pc:docMk/>
          <pc:sldMk cId="3925032535" sldId="268"/>
        </pc:sldMkLst>
        <pc:spChg chg="mod">
          <ac:chgData name="Errol Francke" userId="1baf5052-8130-4f07-8591-895c85ed967e" providerId="ADAL" clId="{2770844B-FD3E-5261-B270-BCCC5ACA5C5D}" dt="2026-09-14T08:42:08.362" v="27"/>
          <ac:spMkLst>
            <pc:docMk/>
            <pc:sldMk cId="3925032535" sldId="268"/>
            <ac:spMk id="3" creationId="{4374009F-E684-DFD5-41DC-FA9EDDC6CA43}"/>
          </ac:spMkLst>
        </pc:spChg>
      </pc:sldChg>
      <pc:sldChg chg="del">
        <pc:chgData name="Errol Francke" userId="1baf5052-8130-4f07-8591-895c85ed967e" providerId="ADAL" clId="{2770844B-FD3E-5261-B270-BCCC5ACA5C5D}" dt="2026-09-14T08:43:29.971" v="37" actId="2696"/>
        <pc:sldMkLst>
          <pc:docMk/>
          <pc:sldMk cId="3876226085" sldId="288"/>
        </pc:sldMkLst>
      </pc:sldChg>
      <pc:sldChg chg="del">
        <pc:chgData name="Errol Francke" userId="1baf5052-8130-4f07-8591-895c85ed967e" providerId="ADAL" clId="{2770844B-FD3E-5261-B270-BCCC5ACA5C5D}" dt="2026-09-14T08:43:30.776" v="38" actId="2696"/>
        <pc:sldMkLst>
          <pc:docMk/>
          <pc:sldMk cId="2488720346" sldId="289"/>
        </pc:sldMkLst>
      </pc:sldChg>
      <pc:sldChg chg="del">
        <pc:chgData name="Errol Francke" userId="1baf5052-8130-4f07-8591-895c85ed967e" providerId="ADAL" clId="{2770844B-FD3E-5261-B270-BCCC5ACA5C5D}" dt="2026-09-14T08:43:31.493" v="39" actId="2696"/>
        <pc:sldMkLst>
          <pc:docMk/>
          <pc:sldMk cId="1848545093" sldId="290"/>
        </pc:sldMkLst>
      </pc:sldChg>
      <pc:sldChg chg="del">
        <pc:chgData name="Errol Francke" userId="1baf5052-8130-4f07-8591-895c85ed967e" providerId="ADAL" clId="{2770844B-FD3E-5261-B270-BCCC5ACA5C5D}" dt="2026-09-14T08:43:32.291" v="40" actId="2696"/>
        <pc:sldMkLst>
          <pc:docMk/>
          <pc:sldMk cId="32805311" sldId="291"/>
        </pc:sldMkLst>
      </pc:sldChg>
      <pc:sldChg chg="modSp mod">
        <pc:chgData name="Errol Francke" userId="1baf5052-8130-4f07-8591-895c85ed967e" providerId="ADAL" clId="{2770844B-FD3E-5261-B270-BCCC5ACA5C5D}" dt="2026-09-14T08:42:08.362" v="27"/>
        <pc:sldMkLst>
          <pc:docMk/>
          <pc:sldMk cId="574754444" sldId="292"/>
        </pc:sldMkLst>
        <pc:spChg chg="mod">
          <ac:chgData name="Errol Francke" userId="1baf5052-8130-4f07-8591-895c85ed967e" providerId="ADAL" clId="{2770844B-FD3E-5261-B270-BCCC5ACA5C5D}" dt="2026-09-14T08:42:08.362" v="27"/>
          <ac:spMkLst>
            <pc:docMk/>
            <pc:sldMk cId="574754444" sldId="292"/>
            <ac:spMk id="3" creationId="{7969D62B-51CF-7B2C-7B5C-C4706144D2AB}"/>
          </ac:spMkLst>
        </pc:spChg>
      </pc:sldChg>
      <pc:sldChg chg="modSp">
        <pc:chgData name="Errol Francke" userId="1baf5052-8130-4f07-8591-895c85ed967e" providerId="ADAL" clId="{2770844B-FD3E-5261-B270-BCCC5ACA5C5D}" dt="2026-09-14T08:42:08.362" v="27"/>
        <pc:sldMkLst>
          <pc:docMk/>
          <pc:sldMk cId="1226167262" sldId="293"/>
        </pc:sldMkLst>
        <pc:spChg chg="mod">
          <ac:chgData name="Errol Francke" userId="1baf5052-8130-4f07-8591-895c85ed967e" providerId="ADAL" clId="{2770844B-FD3E-5261-B270-BCCC5ACA5C5D}" dt="2026-09-14T08:42:08.362" v="27"/>
          <ac:spMkLst>
            <pc:docMk/>
            <pc:sldMk cId="1226167262" sldId="293"/>
            <ac:spMk id="2" creationId="{716DFB45-BE9B-9CBE-2E69-D0463A93F181}"/>
          </ac:spMkLst>
        </pc:spChg>
      </pc:sldChg>
      <pc:sldChg chg="modSp mod">
        <pc:chgData name="Errol Francke" userId="1baf5052-8130-4f07-8591-895c85ed967e" providerId="ADAL" clId="{2770844B-FD3E-5261-B270-BCCC5ACA5C5D}" dt="2026-09-14T08:42:08.362" v="27"/>
        <pc:sldMkLst>
          <pc:docMk/>
          <pc:sldMk cId="1609610907" sldId="294"/>
        </pc:sldMkLst>
        <pc:spChg chg="mod">
          <ac:chgData name="Errol Francke" userId="1baf5052-8130-4f07-8591-895c85ed967e" providerId="ADAL" clId="{2770844B-FD3E-5261-B270-BCCC5ACA5C5D}" dt="2026-09-14T08:42:08.362" v="27"/>
          <ac:spMkLst>
            <pc:docMk/>
            <pc:sldMk cId="1609610907" sldId="294"/>
            <ac:spMk id="3" creationId="{79B3563C-1429-5FC9-4320-765561462A48}"/>
          </ac:spMkLst>
        </pc:spChg>
      </pc:sldChg>
      <pc:sldChg chg="modSp mod">
        <pc:chgData name="Errol Francke" userId="1baf5052-8130-4f07-8591-895c85ed967e" providerId="ADAL" clId="{2770844B-FD3E-5261-B270-BCCC5ACA5C5D}" dt="2026-09-14T08:42:08.362" v="27"/>
        <pc:sldMkLst>
          <pc:docMk/>
          <pc:sldMk cId="1066802684" sldId="297"/>
        </pc:sldMkLst>
        <pc:spChg chg="mod">
          <ac:chgData name="Errol Francke" userId="1baf5052-8130-4f07-8591-895c85ed967e" providerId="ADAL" clId="{2770844B-FD3E-5261-B270-BCCC5ACA5C5D}" dt="2026-09-14T08:42:08.362" v="27"/>
          <ac:spMkLst>
            <pc:docMk/>
            <pc:sldMk cId="1066802684" sldId="297"/>
            <ac:spMk id="3" creationId="{6B3974F9-5566-3970-9718-3106D7C01922}"/>
          </ac:spMkLst>
        </pc:spChg>
      </pc:sldChg>
      <pc:sldChg chg="modSp mod">
        <pc:chgData name="Errol Francke" userId="1baf5052-8130-4f07-8591-895c85ed967e" providerId="ADAL" clId="{2770844B-FD3E-5261-B270-BCCC5ACA5C5D}" dt="2026-09-14T08:42:08.362" v="27"/>
        <pc:sldMkLst>
          <pc:docMk/>
          <pc:sldMk cId="2059102369" sldId="298"/>
        </pc:sldMkLst>
        <pc:spChg chg="mod">
          <ac:chgData name="Errol Francke" userId="1baf5052-8130-4f07-8591-895c85ed967e" providerId="ADAL" clId="{2770844B-FD3E-5261-B270-BCCC5ACA5C5D}" dt="2026-09-14T08:42:08.362" v="27"/>
          <ac:spMkLst>
            <pc:docMk/>
            <pc:sldMk cId="2059102369" sldId="298"/>
            <ac:spMk id="2" creationId="{8551540F-9E64-95F7-3D9E-FB48AC36E96C}"/>
          </ac:spMkLst>
        </pc:spChg>
      </pc:sldChg>
      <pc:sldChg chg="modSp mod">
        <pc:chgData name="Errol Francke" userId="1baf5052-8130-4f07-8591-895c85ed967e" providerId="ADAL" clId="{2770844B-FD3E-5261-B270-BCCC5ACA5C5D}" dt="2026-09-14T08:42:08.362" v="27"/>
        <pc:sldMkLst>
          <pc:docMk/>
          <pc:sldMk cId="3348887982" sldId="299"/>
        </pc:sldMkLst>
        <pc:spChg chg="mod">
          <ac:chgData name="Errol Francke" userId="1baf5052-8130-4f07-8591-895c85ed967e" providerId="ADAL" clId="{2770844B-FD3E-5261-B270-BCCC5ACA5C5D}" dt="2026-09-14T08:42:08.362" v="27"/>
          <ac:spMkLst>
            <pc:docMk/>
            <pc:sldMk cId="3348887982" sldId="299"/>
            <ac:spMk id="2" creationId="{AACDF346-894D-34F7-CD65-32C5B41A136F}"/>
          </ac:spMkLst>
        </pc:spChg>
        <pc:spChg chg="mod">
          <ac:chgData name="Errol Francke" userId="1baf5052-8130-4f07-8591-895c85ed967e" providerId="ADAL" clId="{2770844B-FD3E-5261-B270-BCCC5ACA5C5D}" dt="2026-09-14T08:42:08.362" v="27"/>
          <ac:spMkLst>
            <pc:docMk/>
            <pc:sldMk cId="3348887982" sldId="299"/>
            <ac:spMk id="3" creationId="{CEE646D7-1D29-D8C0-78E3-C3EC765812C5}"/>
          </ac:spMkLst>
        </pc:spChg>
      </pc:sldChg>
      <pc:sldChg chg="modSp mod">
        <pc:chgData name="Errol Francke" userId="1baf5052-8130-4f07-8591-895c85ed967e" providerId="ADAL" clId="{2770844B-FD3E-5261-B270-BCCC5ACA5C5D}" dt="2026-09-14T08:42:08.362" v="27"/>
        <pc:sldMkLst>
          <pc:docMk/>
          <pc:sldMk cId="3625718156" sldId="300"/>
        </pc:sldMkLst>
        <pc:spChg chg="mod">
          <ac:chgData name="Errol Francke" userId="1baf5052-8130-4f07-8591-895c85ed967e" providerId="ADAL" clId="{2770844B-FD3E-5261-B270-BCCC5ACA5C5D}" dt="2026-09-14T08:42:08.362" v="27"/>
          <ac:spMkLst>
            <pc:docMk/>
            <pc:sldMk cId="3625718156" sldId="300"/>
            <ac:spMk id="3" creationId="{BCEB5621-D270-6DDD-7A40-A8F21B092A86}"/>
          </ac:spMkLst>
        </pc:spChg>
      </pc:sldChg>
      <pc:sldChg chg="modSp mod">
        <pc:chgData name="Errol Francke" userId="1baf5052-8130-4f07-8591-895c85ed967e" providerId="ADAL" clId="{2770844B-FD3E-5261-B270-BCCC5ACA5C5D}" dt="2026-09-14T08:42:08.362" v="27"/>
        <pc:sldMkLst>
          <pc:docMk/>
          <pc:sldMk cId="3752040222" sldId="301"/>
        </pc:sldMkLst>
        <pc:spChg chg="mod">
          <ac:chgData name="Errol Francke" userId="1baf5052-8130-4f07-8591-895c85ed967e" providerId="ADAL" clId="{2770844B-FD3E-5261-B270-BCCC5ACA5C5D}" dt="2026-09-14T08:42:08.362" v="27"/>
          <ac:spMkLst>
            <pc:docMk/>
            <pc:sldMk cId="3752040222" sldId="301"/>
            <ac:spMk id="2" creationId="{97D3B38D-7B10-1F43-848C-23105291E811}"/>
          </ac:spMkLst>
        </pc:spChg>
        <pc:spChg chg="mod">
          <ac:chgData name="Errol Francke" userId="1baf5052-8130-4f07-8591-895c85ed967e" providerId="ADAL" clId="{2770844B-FD3E-5261-B270-BCCC5ACA5C5D}" dt="2026-09-14T08:42:08.362" v="27"/>
          <ac:spMkLst>
            <pc:docMk/>
            <pc:sldMk cId="3752040222" sldId="301"/>
            <ac:spMk id="3" creationId="{ED473CFA-82C3-95C6-9B01-EE23A07B6356}"/>
          </ac:spMkLst>
        </pc:spChg>
      </pc:sldChg>
      <pc:sldChg chg="modSp mod">
        <pc:chgData name="Errol Francke" userId="1baf5052-8130-4f07-8591-895c85ed967e" providerId="ADAL" clId="{2770844B-FD3E-5261-B270-BCCC5ACA5C5D}" dt="2026-09-14T08:42:08.362" v="27"/>
        <pc:sldMkLst>
          <pc:docMk/>
          <pc:sldMk cId="1167319864" sldId="302"/>
        </pc:sldMkLst>
        <pc:spChg chg="mod">
          <ac:chgData name="Errol Francke" userId="1baf5052-8130-4f07-8591-895c85ed967e" providerId="ADAL" clId="{2770844B-FD3E-5261-B270-BCCC5ACA5C5D}" dt="2026-09-14T08:42:08.362" v="27"/>
          <ac:spMkLst>
            <pc:docMk/>
            <pc:sldMk cId="1167319864" sldId="302"/>
            <ac:spMk id="2" creationId="{5CF97355-ABE5-BBD3-A592-733CC20A5B11}"/>
          </ac:spMkLst>
        </pc:spChg>
        <pc:spChg chg="mod">
          <ac:chgData name="Errol Francke" userId="1baf5052-8130-4f07-8591-895c85ed967e" providerId="ADAL" clId="{2770844B-FD3E-5261-B270-BCCC5ACA5C5D}" dt="2026-09-14T08:42:08.362" v="27"/>
          <ac:spMkLst>
            <pc:docMk/>
            <pc:sldMk cId="1167319864" sldId="302"/>
            <ac:spMk id="3" creationId="{13F00D66-9D7B-04C9-80F5-2E0FE9DEB9D9}"/>
          </ac:spMkLst>
        </pc:spChg>
      </pc:sldChg>
      <pc:sldChg chg="modSp mod">
        <pc:chgData name="Errol Francke" userId="1baf5052-8130-4f07-8591-895c85ed967e" providerId="ADAL" clId="{2770844B-FD3E-5261-B270-BCCC5ACA5C5D}" dt="2026-09-14T08:42:08.362" v="27"/>
        <pc:sldMkLst>
          <pc:docMk/>
          <pc:sldMk cId="4274854069" sldId="303"/>
        </pc:sldMkLst>
        <pc:spChg chg="mod">
          <ac:chgData name="Errol Francke" userId="1baf5052-8130-4f07-8591-895c85ed967e" providerId="ADAL" clId="{2770844B-FD3E-5261-B270-BCCC5ACA5C5D}" dt="2026-09-14T08:42:08.362" v="27"/>
          <ac:spMkLst>
            <pc:docMk/>
            <pc:sldMk cId="4274854069" sldId="303"/>
            <ac:spMk id="2" creationId="{5F79C308-B916-FE2B-3461-AAA2C6E4C2AD}"/>
          </ac:spMkLst>
        </pc:spChg>
        <pc:spChg chg="mod">
          <ac:chgData name="Errol Francke" userId="1baf5052-8130-4f07-8591-895c85ed967e" providerId="ADAL" clId="{2770844B-FD3E-5261-B270-BCCC5ACA5C5D}" dt="2026-09-14T08:42:08.362" v="27"/>
          <ac:spMkLst>
            <pc:docMk/>
            <pc:sldMk cId="4274854069" sldId="303"/>
            <ac:spMk id="3" creationId="{47A445B2-6EB5-F9F6-A259-EEB10A55974F}"/>
          </ac:spMkLst>
        </pc:spChg>
      </pc:sldChg>
      <pc:sldChg chg="modSp mod">
        <pc:chgData name="Errol Francke" userId="1baf5052-8130-4f07-8591-895c85ed967e" providerId="ADAL" clId="{2770844B-FD3E-5261-B270-BCCC5ACA5C5D}" dt="2026-09-14T08:42:08.362" v="27"/>
        <pc:sldMkLst>
          <pc:docMk/>
          <pc:sldMk cId="1789786729" sldId="304"/>
        </pc:sldMkLst>
        <pc:spChg chg="mod">
          <ac:chgData name="Errol Francke" userId="1baf5052-8130-4f07-8591-895c85ed967e" providerId="ADAL" clId="{2770844B-FD3E-5261-B270-BCCC5ACA5C5D}" dt="2026-09-14T08:42:08.362" v="27"/>
          <ac:spMkLst>
            <pc:docMk/>
            <pc:sldMk cId="1789786729" sldId="304"/>
            <ac:spMk id="2" creationId="{62823C90-B6F3-9D33-E51A-7EFA28A49A40}"/>
          </ac:spMkLst>
        </pc:spChg>
        <pc:spChg chg="mod">
          <ac:chgData name="Errol Francke" userId="1baf5052-8130-4f07-8591-895c85ed967e" providerId="ADAL" clId="{2770844B-FD3E-5261-B270-BCCC5ACA5C5D}" dt="2026-09-14T08:42:08.362" v="27"/>
          <ac:spMkLst>
            <pc:docMk/>
            <pc:sldMk cId="1789786729" sldId="304"/>
            <ac:spMk id="3" creationId="{5F2E678C-0F86-8AD9-16CD-2881FEA0DED4}"/>
          </ac:spMkLst>
        </pc:spChg>
      </pc:sldChg>
      <pc:sldChg chg="modSp mod">
        <pc:chgData name="Errol Francke" userId="1baf5052-8130-4f07-8591-895c85ed967e" providerId="ADAL" clId="{2770844B-FD3E-5261-B270-BCCC5ACA5C5D}" dt="2026-09-14T08:42:08.362" v="27"/>
        <pc:sldMkLst>
          <pc:docMk/>
          <pc:sldMk cId="1296371282" sldId="305"/>
        </pc:sldMkLst>
        <pc:spChg chg="mod">
          <ac:chgData name="Errol Francke" userId="1baf5052-8130-4f07-8591-895c85ed967e" providerId="ADAL" clId="{2770844B-FD3E-5261-B270-BCCC5ACA5C5D}" dt="2026-09-14T08:42:08.362" v="27"/>
          <ac:spMkLst>
            <pc:docMk/>
            <pc:sldMk cId="1296371282" sldId="305"/>
            <ac:spMk id="2" creationId="{5E2B8821-8293-54AA-80CE-87A607808D00}"/>
          </ac:spMkLst>
        </pc:spChg>
        <pc:spChg chg="mod">
          <ac:chgData name="Errol Francke" userId="1baf5052-8130-4f07-8591-895c85ed967e" providerId="ADAL" clId="{2770844B-FD3E-5261-B270-BCCC5ACA5C5D}" dt="2026-09-14T08:42:08.362" v="27"/>
          <ac:spMkLst>
            <pc:docMk/>
            <pc:sldMk cId="1296371282" sldId="305"/>
            <ac:spMk id="3" creationId="{0E32758D-BB2A-FB7C-D928-16E8ACACA725}"/>
          </ac:spMkLst>
        </pc:spChg>
      </pc:sldChg>
      <pc:sldChg chg="modSp mod">
        <pc:chgData name="Errol Francke" userId="1baf5052-8130-4f07-8591-895c85ed967e" providerId="ADAL" clId="{2770844B-FD3E-5261-B270-BCCC5ACA5C5D}" dt="2026-09-14T08:42:08.362" v="27"/>
        <pc:sldMkLst>
          <pc:docMk/>
          <pc:sldMk cId="2657618971" sldId="306"/>
        </pc:sldMkLst>
        <pc:spChg chg="mod">
          <ac:chgData name="Errol Francke" userId="1baf5052-8130-4f07-8591-895c85ed967e" providerId="ADAL" clId="{2770844B-FD3E-5261-B270-BCCC5ACA5C5D}" dt="2026-09-14T08:42:08.362" v="27"/>
          <ac:spMkLst>
            <pc:docMk/>
            <pc:sldMk cId="2657618971" sldId="306"/>
            <ac:spMk id="2" creationId="{8AB26022-707B-121C-B6A0-B0220ED6A328}"/>
          </ac:spMkLst>
        </pc:spChg>
        <pc:spChg chg="mod">
          <ac:chgData name="Errol Francke" userId="1baf5052-8130-4f07-8591-895c85ed967e" providerId="ADAL" clId="{2770844B-FD3E-5261-B270-BCCC5ACA5C5D}" dt="2026-09-14T08:42:08.362" v="27"/>
          <ac:spMkLst>
            <pc:docMk/>
            <pc:sldMk cId="2657618971" sldId="306"/>
            <ac:spMk id="3" creationId="{56167858-6F30-808A-6743-E8AA2E959B15}"/>
          </ac:spMkLst>
        </pc:spChg>
      </pc:sldChg>
      <pc:sldChg chg="modSp">
        <pc:chgData name="Errol Francke" userId="1baf5052-8130-4f07-8591-895c85ed967e" providerId="ADAL" clId="{2770844B-FD3E-5261-B270-BCCC5ACA5C5D}" dt="2026-09-14T08:42:08.362" v="27"/>
        <pc:sldMkLst>
          <pc:docMk/>
          <pc:sldMk cId="3451697550" sldId="309"/>
        </pc:sldMkLst>
        <pc:spChg chg="mod">
          <ac:chgData name="Errol Francke" userId="1baf5052-8130-4f07-8591-895c85ed967e" providerId="ADAL" clId="{2770844B-FD3E-5261-B270-BCCC5ACA5C5D}" dt="2026-09-14T08:42:08.362" v="27"/>
          <ac:spMkLst>
            <pc:docMk/>
            <pc:sldMk cId="3451697550" sldId="309"/>
            <ac:spMk id="2" creationId="{BF414A5F-F20E-2AEC-A80C-2212E582FDB9}"/>
          </ac:spMkLst>
        </pc:spChg>
      </pc:sldChg>
      <pc:sldChg chg="modSp">
        <pc:chgData name="Errol Francke" userId="1baf5052-8130-4f07-8591-895c85ed967e" providerId="ADAL" clId="{2770844B-FD3E-5261-B270-BCCC5ACA5C5D}" dt="2026-09-14T08:42:08.362" v="27"/>
        <pc:sldMkLst>
          <pc:docMk/>
          <pc:sldMk cId="2576471406" sldId="310"/>
        </pc:sldMkLst>
        <pc:spChg chg="mod">
          <ac:chgData name="Errol Francke" userId="1baf5052-8130-4f07-8591-895c85ed967e" providerId="ADAL" clId="{2770844B-FD3E-5261-B270-BCCC5ACA5C5D}" dt="2026-09-14T08:42:08.362" v="27"/>
          <ac:spMkLst>
            <pc:docMk/>
            <pc:sldMk cId="2576471406" sldId="310"/>
            <ac:spMk id="2" creationId="{8F955AE0-AEB2-255A-85F5-BE98C0923419}"/>
          </ac:spMkLst>
        </pc:spChg>
      </pc:sldChg>
      <pc:sldChg chg="modSp mod">
        <pc:chgData name="Errol Francke" userId="1baf5052-8130-4f07-8591-895c85ed967e" providerId="ADAL" clId="{2770844B-FD3E-5261-B270-BCCC5ACA5C5D}" dt="2026-09-14T08:42:08.362" v="27"/>
        <pc:sldMkLst>
          <pc:docMk/>
          <pc:sldMk cId="3827672632" sldId="311"/>
        </pc:sldMkLst>
        <pc:spChg chg="mod">
          <ac:chgData name="Errol Francke" userId="1baf5052-8130-4f07-8591-895c85ed967e" providerId="ADAL" clId="{2770844B-FD3E-5261-B270-BCCC5ACA5C5D}" dt="2026-09-14T08:42:08.362" v="27"/>
          <ac:spMkLst>
            <pc:docMk/>
            <pc:sldMk cId="3827672632" sldId="311"/>
            <ac:spMk id="3" creationId="{71E86607-82FD-AE58-FB06-B1EB02B53EE9}"/>
          </ac:spMkLst>
        </pc:spChg>
      </pc:sldChg>
      <pc:sldChg chg="modSp mod">
        <pc:chgData name="Errol Francke" userId="1baf5052-8130-4f07-8591-895c85ed967e" providerId="ADAL" clId="{2770844B-FD3E-5261-B270-BCCC5ACA5C5D}" dt="2026-09-14T08:42:08.362" v="27"/>
        <pc:sldMkLst>
          <pc:docMk/>
          <pc:sldMk cId="2671108678" sldId="312"/>
        </pc:sldMkLst>
        <pc:spChg chg="mod">
          <ac:chgData name="Errol Francke" userId="1baf5052-8130-4f07-8591-895c85ed967e" providerId="ADAL" clId="{2770844B-FD3E-5261-B270-BCCC5ACA5C5D}" dt="2026-09-14T08:42:08.362" v="27"/>
          <ac:spMkLst>
            <pc:docMk/>
            <pc:sldMk cId="2671108678" sldId="312"/>
            <ac:spMk id="3" creationId="{6149912F-EA1B-7135-54A2-0E7E36C8BCD2}"/>
          </ac:spMkLst>
        </pc:spChg>
      </pc:sldChg>
      <pc:sldChg chg="addSp delSp modSp mod">
        <pc:chgData name="Errol Francke" userId="1baf5052-8130-4f07-8591-895c85ed967e" providerId="ADAL" clId="{2770844B-FD3E-5261-B270-BCCC5ACA5C5D}" dt="2026-09-14T08:44:15.415" v="43" actId="478"/>
        <pc:sldMkLst>
          <pc:docMk/>
          <pc:sldMk cId="2391709588" sldId="314"/>
        </pc:sldMkLst>
        <pc:spChg chg="del mod">
          <ac:chgData name="Errol Francke" userId="1baf5052-8130-4f07-8591-895c85ed967e" providerId="ADAL" clId="{2770844B-FD3E-5261-B270-BCCC5ACA5C5D}" dt="2026-09-14T08:44:15.415" v="43" actId="478"/>
          <ac:spMkLst>
            <pc:docMk/>
            <pc:sldMk cId="2391709588" sldId="314"/>
            <ac:spMk id="4" creationId="{A51CC224-47EB-CCD9-ED5E-87DCFA7DDECD}"/>
          </ac:spMkLst>
        </pc:spChg>
        <pc:spChg chg="add mod">
          <ac:chgData name="Errol Francke" userId="1baf5052-8130-4f07-8591-895c85ed967e" providerId="ADAL" clId="{2770844B-FD3E-5261-B270-BCCC5ACA5C5D}" dt="2026-09-14T08:44:15.415" v="43" actId="478"/>
          <ac:spMkLst>
            <pc:docMk/>
            <pc:sldMk cId="2391709588" sldId="314"/>
            <ac:spMk id="5" creationId="{4A7CB07E-9813-AFCC-C50C-CDECAC17BE32}"/>
          </ac:spMkLst>
        </pc:spChg>
      </pc:sldChg>
      <pc:sldChg chg="delSp delDesignElem">
        <pc:chgData name="Errol Francke" userId="1baf5052-8130-4f07-8591-895c85ed967e" providerId="ADAL" clId="{2770844B-FD3E-5261-B270-BCCC5ACA5C5D}" dt="2026-09-14T08:41:36.162" v="1"/>
        <pc:sldMkLst>
          <pc:docMk/>
          <pc:sldMk cId="1776925688" sldId="319"/>
        </pc:sldMkLst>
        <pc:spChg chg="del">
          <ac:chgData name="Errol Francke" userId="1baf5052-8130-4f07-8591-895c85ed967e" providerId="ADAL" clId="{2770844B-FD3E-5261-B270-BCCC5ACA5C5D}" dt="2026-09-14T08:41:36.162" v="1"/>
          <ac:spMkLst>
            <pc:docMk/>
            <pc:sldMk cId="1776925688" sldId="319"/>
            <ac:spMk id="1039" creationId="{417CDA24-35F8-4540-8C52-3096D6D94949}"/>
          </ac:spMkLst>
        </pc:spChg>
        <pc:spChg chg="del">
          <ac:chgData name="Errol Francke" userId="1baf5052-8130-4f07-8591-895c85ed967e" providerId="ADAL" clId="{2770844B-FD3E-5261-B270-BCCC5ACA5C5D}" dt="2026-09-14T08:41:36.162" v="1"/>
          <ac:spMkLst>
            <pc:docMk/>
            <pc:sldMk cId="1776925688" sldId="319"/>
            <ac:spMk id="1041" creationId="{8658BFE0-4E65-4174-9C75-687C94E88273}"/>
          </ac:spMkLst>
        </pc:spChg>
        <pc:spChg chg="del">
          <ac:chgData name="Errol Francke" userId="1baf5052-8130-4f07-8591-895c85ed967e" providerId="ADAL" clId="{2770844B-FD3E-5261-B270-BCCC5ACA5C5D}" dt="2026-09-14T08:41:36.162" v="1"/>
          <ac:spMkLst>
            <pc:docMk/>
            <pc:sldMk cId="1776925688" sldId="319"/>
            <ac:spMk id="1043" creationId="{FA75DFED-A0C1-4A83-BE1D-0271C1826EF6}"/>
          </ac:spMkLst>
        </pc:spChg>
      </pc:sldChg>
      <pc:sldChg chg="addSp modSp new mod setBg">
        <pc:chgData name="Errol Francke" userId="1baf5052-8130-4f07-8591-895c85ed967e" providerId="ADAL" clId="{2770844B-FD3E-5261-B270-BCCC5ACA5C5D}" dt="2026-09-14T14:37:47.002" v="48" actId="26606"/>
        <pc:sldMkLst>
          <pc:docMk/>
          <pc:sldMk cId="3904868207" sldId="320"/>
        </pc:sldMkLst>
        <pc:spChg chg="add">
          <ac:chgData name="Errol Francke" userId="1baf5052-8130-4f07-8591-895c85ed967e" providerId="ADAL" clId="{2770844B-FD3E-5261-B270-BCCC5ACA5C5D}" dt="2026-09-14T14:37:47.002" v="48" actId="26606"/>
          <ac:spMkLst>
            <pc:docMk/>
            <pc:sldMk cId="3904868207" sldId="320"/>
            <ac:spMk id="7" creationId="{01D0AF59-99C3-4251-AB9A-C966C6AD4400}"/>
          </ac:spMkLst>
        </pc:spChg>
        <pc:spChg chg="add">
          <ac:chgData name="Errol Francke" userId="1baf5052-8130-4f07-8591-895c85ed967e" providerId="ADAL" clId="{2770844B-FD3E-5261-B270-BCCC5ACA5C5D}" dt="2026-09-14T14:37:47.002" v="48" actId="26606"/>
          <ac:spMkLst>
            <pc:docMk/>
            <pc:sldMk cId="3904868207" sldId="320"/>
            <ac:spMk id="9" creationId="{1855405F-37A2-4869-9154-F8BE3BECE6C3}"/>
          </ac:spMkLst>
        </pc:spChg>
        <pc:picChg chg="add mod">
          <ac:chgData name="Errol Francke" userId="1baf5052-8130-4f07-8591-895c85ed967e" providerId="ADAL" clId="{2770844B-FD3E-5261-B270-BCCC5ACA5C5D}" dt="2026-09-14T14:37:47.002" v="48" actId="26606"/>
          <ac:picMkLst>
            <pc:docMk/>
            <pc:sldMk cId="3904868207" sldId="320"/>
            <ac:picMk id="2" creationId="{12FC2D37-B308-D958-F402-373FAD51DE59}"/>
          </ac:picMkLst>
        </pc:picChg>
      </pc:sldChg>
      <pc:sldMasterChg chg="modSldLayout">
        <pc:chgData name="Errol Francke" userId="1baf5052-8130-4f07-8591-895c85ed967e" providerId="ADAL" clId="{2770844B-FD3E-5261-B270-BCCC5ACA5C5D}" dt="2026-09-14T08:41:36.162" v="1"/>
        <pc:sldMasterMkLst>
          <pc:docMk/>
          <pc:sldMasterMk cId="4079182083" sldId="2147483692"/>
        </pc:sldMasterMkLst>
        <pc:sldLayoutChg chg="addSp">
          <pc:chgData name="Errol Francke" userId="1baf5052-8130-4f07-8591-895c85ed967e" providerId="ADAL" clId="{2770844B-FD3E-5261-B270-BCCC5ACA5C5D}" dt="2026-09-14T08:41:36.162" v="1"/>
          <pc:sldLayoutMkLst>
            <pc:docMk/>
            <pc:sldMasterMk cId="4079182083" sldId="2147483692"/>
            <pc:sldLayoutMk cId="2542452838" sldId="2147483705"/>
          </pc:sldLayoutMkLst>
          <pc:spChg chg="add">
            <ac:chgData name="Errol Francke" userId="1baf5052-8130-4f07-8591-895c85ed967e" providerId="ADAL" clId="{2770844B-FD3E-5261-B270-BCCC5ACA5C5D}" dt="2026-09-14T08:41:36.162" v="1"/>
            <ac:spMkLst>
              <pc:docMk/>
              <pc:sldMasterMk cId="4079182083" sldId="2147483692"/>
              <pc:sldLayoutMk cId="2542452838" sldId="2147483705"/>
              <ac:spMk id="7" creationId="{B811BF73-A65C-07CA-FA3C-38291C90192A}"/>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BDC8D5-9F2E-4D75-BAEE-90A7222312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C57A6F2-2E55-423C-935C-925413569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6E9299-4E8A-4BB2-9AA7-863DADCC4931}" type="datetime1">
              <a:rPr lang="en-GB" smtClean="0"/>
              <a:t>14/09/2026</a:t>
            </a:fld>
            <a:endParaRPr lang="en-GB"/>
          </a:p>
        </p:txBody>
      </p:sp>
      <p:sp>
        <p:nvSpPr>
          <p:cNvPr id="4" name="Footer Placeholder 3">
            <a:extLst>
              <a:ext uri="{FF2B5EF4-FFF2-40B4-BE49-F238E27FC236}">
                <a16:creationId xmlns:a16="http://schemas.microsoft.com/office/drawing/2014/main" id="{FD3ABEBD-355E-4010-8101-DFA2D9F905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ADE3BFC-BA40-4B4D-9A7D-25A56E2F48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34A419-76DC-4350-B872-894E435241AB}" type="slidenum">
              <a:rPr lang="en-GB" smtClean="0"/>
              <a:t>‹#›</a:t>
            </a:fld>
            <a:endParaRPr lang="en-GB"/>
          </a:p>
        </p:txBody>
      </p:sp>
    </p:spTree>
    <p:extLst>
      <p:ext uri="{BB962C8B-B14F-4D97-AF65-F5344CB8AC3E}">
        <p14:creationId xmlns:p14="http://schemas.microsoft.com/office/powerpoint/2010/main" val="4995819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1ED0794-9995-430A-B305-37B685009D0F}" type="datetime1">
              <a:rPr lang="en-GB" noProof="0" smtClean="0"/>
              <a:t>14/09/2026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2E1C88-3939-4832-BAAB-091D6FA96EB5}" type="slidenum">
              <a:rPr lang="en-GB" noProof="0" smtClean="0"/>
              <a:t>‹#›</a:t>
            </a:fld>
            <a:endParaRPr lang="en-GB" noProof="0"/>
          </a:p>
        </p:txBody>
      </p:sp>
    </p:spTree>
    <p:extLst>
      <p:ext uri="{BB962C8B-B14F-4D97-AF65-F5344CB8AC3E}">
        <p14:creationId xmlns:p14="http://schemas.microsoft.com/office/powerpoint/2010/main" val="13105004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Delete this slide when you’ve finished preparing the other slides.</a:t>
            </a:r>
          </a:p>
        </p:txBody>
      </p:sp>
      <p:sp>
        <p:nvSpPr>
          <p:cNvPr id="4" name="Slide Number Placeholder 3"/>
          <p:cNvSpPr>
            <a:spLocks noGrp="1"/>
          </p:cNvSpPr>
          <p:nvPr>
            <p:ph type="sldNum" sz="quarter" idx="10"/>
          </p:nvPr>
        </p:nvSpPr>
        <p:spPr/>
        <p:txBody>
          <a:bodyPr rtlCol="0"/>
          <a:lstStyle/>
          <a:p>
            <a:pPr rtl="0"/>
            <a:fld id="{012E1C88-3939-4832-BAAB-091D6FA96EB5}" type="slidenum">
              <a:rPr lang="en-GB" smtClean="0"/>
              <a:t>1</a:t>
            </a:fld>
            <a:endParaRPr lang="en-GB"/>
          </a:p>
        </p:txBody>
      </p:sp>
    </p:spTree>
    <p:extLst>
      <p:ext uri="{BB962C8B-B14F-4D97-AF65-F5344CB8AC3E}">
        <p14:creationId xmlns:p14="http://schemas.microsoft.com/office/powerpoint/2010/main" val="49259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3</a:t>
            </a:fld>
            <a:endParaRPr lang="en-GB"/>
          </a:p>
        </p:txBody>
      </p:sp>
    </p:spTree>
    <p:extLst>
      <p:ext uri="{BB962C8B-B14F-4D97-AF65-F5344CB8AC3E}">
        <p14:creationId xmlns:p14="http://schemas.microsoft.com/office/powerpoint/2010/main" val="4031010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DEB2-10A7-89F2-BD92-50C070C42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C3ED0-DB06-C062-1B40-978C80E62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D65E0-C99B-C801-7C5A-0D2DAFFBCF8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44D2D0-6D2A-AFF0-CBC9-88FC83E76371}"/>
              </a:ext>
            </a:extLst>
          </p:cNvPr>
          <p:cNvSpPr>
            <a:spLocks noGrp="1"/>
          </p:cNvSpPr>
          <p:nvPr>
            <p:ph type="sldNum" sz="quarter" idx="5"/>
          </p:nvPr>
        </p:nvSpPr>
        <p:spPr/>
        <p:txBody>
          <a:bodyPr/>
          <a:lstStyle/>
          <a:p>
            <a:pPr rtl="0"/>
            <a:fld id="{012E1C88-3939-4832-BAAB-091D6FA96EB5}" type="slidenum">
              <a:rPr lang="en-GB" smtClean="0"/>
              <a:t>4</a:t>
            </a:fld>
            <a:endParaRPr lang="en-GB"/>
          </a:p>
        </p:txBody>
      </p:sp>
    </p:spTree>
    <p:extLst>
      <p:ext uri="{BB962C8B-B14F-4D97-AF65-F5344CB8AC3E}">
        <p14:creationId xmlns:p14="http://schemas.microsoft.com/office/powerpoint/2010/main" val="284927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0DE9-8062-0F85-FA93-2B42DB289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11AD6-0C0B-FDA5-97F4-77F6F3097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4773A-4C0F-3774-F8A0-393DF496F89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9D849BE-527D-E86D-BEEE-2E6EAFFA8F44}"/>
              </a:ext>
            </a:extLst>
          </p:cNvPr>
          <p:cNvSpPr>
            <a:spLocks noGrp="1"/>
          </p:cNvSpPr>
          <p:nvPr>
            <p:ph type="sldNum" sz="quarter" idx="5"/>
          </p:nvPr>
        </p:nvSpPr>
        <p:spPr/>
        <p:txBody>
          <a:bodyPr/>
          <a:lstStyle/>
          <a:p>
            <a:pPr rtl="0"/>
            <a:fld id="{012E1C88-3939-4832-BAAB-091D6FA96EB5}" type="slidenum">
              <a:rPr lang="en-GB" smtClean="0"/>
              <a:t>5</a:t>
            </a:fld>
            <a:endParaRPr lang="en-GB"/>
          </a:p>
        </p:txBody>
      </p:sp>
    </p:spTree>
    <p:extLst>
      <p:ext uri="{BB962C8B-B14F-4D97-AF65-F5344CB8AC3E}">
        <p14:creationId xmlns:p14="http://schemas.microsoft.com/office/powerpoint/2010/main" val="4202985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4D5C-5C77-E6F5-EA6F-41C2732A3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C40CC-20D1-8FB2-B543-742C7FE0A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8A644-A7AA-B832-4E96-4FB2EAF2597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783430-A75C-9270-FACB-16E1907BEF05}"/>
              </a:ext>
            </a:extLst>
          </p:cNvPr>
          <p:cNvSpPr>
            <a:spLocks noGrp="1"/>
          </p:cNvSpPr>
          <p:nvPr>
            <p:ph type="sldNum" sz="quarter" idx="5"/>
          </p:nvPr>
        </p:nvSpPr>
        <p:spPr/>
        <p:txBody>
          <a:bodyPr/>
          <a:lstStyle/>
          <a:p>
            <a:pPr rtl="0"/>
            <a:fld id="{012E1C88-3939-4832-BAAB-091D6FA96EB5}" type="slidenum">
              <a:rPr lang="en-GB" smtClean="0"/>
              <a:t>6</a:t>
            </a:fld>
            <a:endParaRPr lang="en-GB"/>
          </a:p>
        </p:txBody>
      </p:sp>
    </p:spTree>
    <p:extLst>
      <p:ext uri="{BB962C8B-B14F-4D97-AF65-F5344CB8AC3E}">
        <p14:creationId xmlns:p14="http://schemas.microsoft.com/office/powerpoint/2010/main" val="274013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40819-23E2-FBE4-2143-F0B2C3130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9FA53-CB66-8922-6036-82F99B88C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BD4B9-3F9E-FA7D-B680-19F40DBDC9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A34FB1-EBE7-1CB0-4B99-590E3DB4D8AD}"/>
              </a:ext>
            </a:extLst>
          </p:cNvPr>
          <p:cNvSpPr>
            <a:spLocks noGrp="1"/>
          </p:cNvSpPr>
          <p:nvPr>
            <p:ph type="sldNum" sz="quarter" idx="5"/>
          </p:nvPr>
        </p:nvSpPr>
        <p:spPr/>
        <p:txBody>
          <a:bodyPr/>
          <a:lstStyle/>
          <a:p>
            <a:pPr rtl="0"/>
            <a:fld id="{012E1C88-3939-4832-BAAB-091D6FA96EB5}" type="slidenum">
              <a:rPr lang="en-GB" smtClean="0"/>
              <a:t>7</a:t>
            </a:fld>
            <a:endParaRPr lang="en-GB"/>
          </a:p>
        </p:txBody>
      </p:sp>
    </p:spTree>
    <p:extLst>
      <p:ext uri="{BB962C8B-B14F-4D97-AF65-F5344CB8AC3E}">
        <p14:creationId xmlns:p14="http://schemas.microsoft.com/office/powerpoint/2010/main" val="1509979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EF88E-A8C3-D77F-3213-316EFB862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E37A6-7254-85FA-E3A6-EB98AAA29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4192E-21D7-0B99-AF98-4F5E107C596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878C46B-73DB-26D6-FE3B-BECCEACC8D4E}"/>
              </a:ext>
            </a:extLst>
          </p:cNvPr>
          <p:cNvSpPr>
            <a:spLocks noGrp="1"/>
          </p:cNvSpPr>
          <p:nvPr>
            <p:ph type="sldNum" sz="quarter" idx="5"/>
          </p:nvPr>
        </p:nvSpPr>
        <p:spPr/>
        <p:txBody>
          <a:bodyPr/>
          <a:lstStyle/>
          <a:p>
            <a:pPr rtl="0"/>
            <a:fld id="{012E1C88-3939-4832-BAAB-091D6FA96EB5}" type="slidenum">
              <a:rPr lang="en-GB" smtClean="0"/>
              <a:t>8</a:t>
            </a:fld>
            <a:endParaRPr lang="en-GB"/>
          </a:p>
        </p:txBody>
      </p:sp>
    </p:spTree>
    <p:extLst>
      <p:ext uri="{BB962C8B-B14F-4D97-AF65-F5344CB8AC3E}">
        <p14:creationId xmlns:p14="http://schemas.microsoft.com/office/powerpoint/2010/main" val="1057322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9</a:t>
            </a:fld>
            <a:endParaRPr lang="en-GB"/>
          </a:p>
        </p:txBody>
      </p:sp>
    </p:spTree>
    <p:extLst>
      <p:ext uri="{BB962C8B-B14F-4D97-AF65-F5344CB8AC3E}">
        <p14:creationId xmlns:p14="http://schemas.microsoft.com/office/powerpoint/2010/main" val="3951734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284B6-B851-87FF-AB14-47BAFD847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6ACE0-B005-EEEA-97EB-4A54A6B8E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09F77-746F-32DB-2415-447097993B0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139381-D9E9-7FCD-261C-BBC4A17E576A}"/>
              </a:ext>
            </a:extLst>
          </p:cNvPr>
          <p:cNvSpPr>
            <a:spLocks noGrp="1"/>
          </p:cNvSpPr>
          <p:nvPr>
            <p:ph type="sldNum" sz="quarter" idx="5"/>
          </p:nvPr>
        </p:nvSpPr>
        <p:spPr/>
        <p:txBody>
          <a:bodyPr/>
          <a:lstStyle/>
          <a:p>
            <a:pPr rtl="0"/>
            <a:fld id="{012E1C88-3939-4832-BAAB-091D6FA96EB5}" type="slidenum">
              <a:rPr lang="en-GB" smtClean="0"/>
              <a:t>11</a:t>
            </a:fld>
            <a:endParaRPr lang="en-GB"/>
          </a:p>
        </p:txBody>
      </p:sp>
    </p:spTree>
    <p:extLst>
      <p:ext uri="{BB962C8B-B14F-4D97-AF65-F5344CB8AC3E}">
        <p14:creationId xmlns:p14="http://schemas.microsoft.com/office/powerpoint/2010/main" val="2741834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9F51-C1DC-C273-0DC6-58587E187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E41E3-CE50-A1B8-9DFC-8900A3C9B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F193A-ABB0-2F4E-53FE-226C7785FE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CFE32B4-7B8C-55B8-1944-25CED2243BD9}"/>
              </a:ext>
            </a:extLst>
          </p:cNvPr>
          <p:cNvSpPr>
            <a:spLocks noGrp="1"/>
          </p:cNvSpPr>
          <p:nvPr>
            <p:ph type="sldNum" sz="quarter" idx="5"/>
          </p:nvPr>
        </p:nvSpPr>
        <p:spPr/>
        <p:txBody>
          <a:bodyPr/>
          <a:lstStyle/>
          <a:p>
            <a:pPr rtl="0"/>
            <a:fld id="{012E1C88-3939-4832-BAAB-091D6FA96EB5}" type="slidenum">
              <a:rPr lang="en-GB" smtClean="0"/>
              <a:t>12</a:t>
            </a:fld>
            <a:endParaRPr lang="en-GB"/>
          </a:p>
        </p:txBody>
      </p:sp>
    </p:spTree>
    <p:extLst>
      <p:ext uri="{BB962C8B-B14F-4D97-AF65-F5344CB8AC3E}">
        <p14:creationId xmlns:p14="http://schemas.microsoft.com/office/powerpoint/2010/main" val="954837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43D6-78F6-BF31-26E4-6E4182FCE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85FCA-348D-F6CF-6DAC-A54D2A91E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D11A3-78F2-9B56-1E9D-A86B4E91D8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FF89CB5-BF09-337E-8351-CBCA736A2CA9}"/>
              </a:ext>
            </a:extLst>
          </p:cNvPr>
          <p:cNvSpPr>
            <a:spLocks noGrp="1"/>
          </p:cNvSpPr>
          <p:nvPr>
            <p:ph type="sldNum" sz="quarter" idx="5"/>
          </p:nvPr>
        </p:nvSpPr>
        <p:spPr/>
        <p:txBody>
          <a:bodyPr/>
          <a:lstStyle/>
          <a:p>
            <a:pPr rtl="0"/>
            <a:fld id="{012E1C88-3939-4832-BAAB-091D6FA96EB5}" type="slidenum">
              <a:rPr lang="en-GB" smtClean="0"/>
              <a:t>13</a:t>
            </a:fld>
            <a:endParaRPr lang="en-GB"/>
          </a:p>
        </p:txBody>
      </p:sp>
    </p:spTree>
    <p:extLst>
      <p:ext uri="{BB962C8B-B14F-4D97-AF65-F5344CB8AC3E}">
        <p14:creationId xmlns:p14="http://schemas.microsoft.com/office/powerpoint/2010/main" val="1725871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14</a:t>
            </a:fld>
            <a:endParaRPr lang="en-GB"/>
          </a:p>
        </p:txBody>
      </p:sp>
    </p:spTree>
    <p:extLst>
      <p:ext uri="{BB962C8B-B14F-4D97-AF65-F5344CB8AC3E}">
        <p14:creationId xmlns:p14="http://schemas.microsoft.com/office/powerpoint/2010/main" val="1254782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15</a:t>
            </a:fld>
            <a:endParaRPr lang="en-GB"/>
          </a:p>
        </p:txBody>
      </p:sp>
    </p:spTree>
    <p:extLst>
      <p:ext uri="{BB962C8B-B14F-4D97-AF65-F5344CB8AC3E}">
        <p14:creationId xmlns:p14="http://schemas.microsoft.com/office/powerpoint/2010/main" val="4052285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012E1C88-3939-4832-BAAB-091D6FA96EB5}" type="slidenum">
              <a:rPr lang="en-GB" smtClean="0"/>
              <a:t>16</a:t>
            </a:fld>
            <a:endParaRPr lang="en-GB"/>
          </a:p>
        </p:txBody>
      </p:sp>
    </p:spTree>
    <p:extLst>
      <p:ext uri="{BB962C8B-B14F-4D97-AF65-F5344CB8AC3E}">
        <p14:creationId xmlns:p14="http://schemas.microsoft.com/office/powerpoint/2010/main" val="2356341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028E-5A84-1731-505E-26B6C980F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CF1F-5BEF-5302-1345-E2171B8E2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33E3F-DFD7-FE05-889D-BDF3942395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FEA9F1A-5CE3-9D7A-6D06-78080500B335}"/>
              </a:ext>
            </a:extLst>
          </p:cNvPr>
          <p:cNvSpPr>
            <a:spLocks noGrp="1"/>
          </p:cNvSpPr>
          <p:nvPr>
            <p:ph type="sldNum" sz="quarter" idx="5"/>
          </p:nvPr>
        </p:nvSpPr>
        <p:spPr/>
        <p:txBody>
          <a:bodyPr/>
          <a:lstStyle/>
          <a:p>
            <a:pPr rtl="0"/>
            <a:fld id="{012E1C88-3939-4832-BAAB-091D6FA96EB5}" type="slidenum">
              <a:rPr lang="en-GB" smtClean="0"/>
              <a:t>17</a:t>
            </a:fld>
            <a:endParaRPr lang="en-GB"/>
          </a:p>
        </p:txBody>
      </p:sp>
    </p:spTree>
    <p:extLst>
      <p:ext uri="{BB962C8B-B14F-4D97-AF65-F5344CB8AC3E}">
        <p14:creationId xmlns:p14="http://schemas.microsoft.com/office/powerpoint/2010/main" val="3428498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973F-EF5F-7450-7518-2793CC4B5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D99F6-1BC8-F1DF-D9F3-04C617A8F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3FD29-1301-D848-DB04-B3ABAA4988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79C1CE-DA6A-7626-C415-C053ED5345F0}"/>
              </a:ext>
            </a:extLst>
          </p:cNvPr>
          <p:cNvSpPr>
            <a:spLocks noGrp="1"/>
          </p:cNvSpPr>
          <p:nvPr>
            <p:ph type="sldNum" sz="quarter" idx="5"/>
          </p:nvPr>
        </p:nvSpPr>
        <p:spPr/>
        <p:txBody>
          <a:bodyPr/>
          <a:lstStyle/>
          <a:p>
            <a:pPr rtl="0"/>
            <a:fld id="{012E1C88-3939-4832-BAAB-091D6FA96EB5}" type="slidenum">
              <a:rPr lang="en-GB" smtClean="0"/>
              <a:t>18</a:t>
            </a:fld>
            <a:endParaRPr lang="en-GB"/>
          </a:p>
        </p:txBody>
      </p:sp>
    </p:spTree>
    <p:extLst>
      <p:ext uri="{BB962C8B-B14F-4D97-AF65-F5344CB8AC3E}">
        <p14:creationId xmlns:p14="http://schemas.microsoft.com/office/powerpoint/2010/main" val="2563913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1D15-A5A4-332C-3F56-A316D4925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63759-1D97-56DC-5722-606FC5970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F6528-54E6-99B1-1AF8-8BB47CA3336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ED45DC3-056F-FCE0-D4F2-596568BF114F}"/>
              </a:ext>
            </a:extLst>
          </p:cNvPr>
          <p:cNvSpPr>
            <a:spLocks noGrp="1"/>
          </p:cNvSpPr>
          <p:nvPr>
            <p:ph type="sldNum" sz="quarter" idx="5"/>
          </p:nvPr>
        </p:nvSpPr>
        <p:spPr/>
        <p:txBody>
          <a:bodyPr/>
          <a:lstStyle/>
          <a:p>
            <a:pPr rtl="0"/>
            <a:fld id="{012E1C88-3939-4832-BAAB-091D6FA96EB5}" type="slidenum">
              <a:rPr lang="en-GB" smtClean="0"/>
              <a:t>19</a:t>
            </a:fld>
            <a:endParaRPr lang="en-GB"/>
          </a:p>
        </p:txBody>
      </p:sp>
    </p:spTree>
    <p:extLst>
      <p:ext uri="{BB962C8B-B14F-4D97-AF65-F5344CB8AC3E}">
        <p14:creationId xmlns:p14="http://schemas.microsoft.com/office/powerpoint/2010/main" val="149712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B6B4-DCA2-2EB5-0846-F87CE2E25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B3EFD-B3C2-B254-F0D3-E47D75AB2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B59A7-E6CD-8833-4BEB-02087150D8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412522-EBBC-C6DB-4C23-87CD0A35F593}"/>
              </a:ext>
            </a:extLst>
          </p:cNvPr>
          <p:cNvSpPr>
            <a:spLocks noGrp="1"/>
          </p:cNvSpPr>
          <p:nvPr>
            <p:ph type="sldNum" sz="quarter" idx="5"/>
          </p:nvPr>
        </p:nvSpPr>
        <p:spPr/>
        <p:txBody>
          <a:bodyPr/>
          <a:lstStyle/>
          <a:p>
            <a:pPr rtl="0"/>
            <a:fld id="{012E1C88-3939-4832-BAAB-091D6FA96EB5}" type="slidenum">
              <a:rPr lang="en-GB" smtClean="0"/>
              <a:t>20</a:t>
            </a:fld>
            <a:endParaRPr lang="en-GB"/>
          </a:p>
        </p:txBody>
      </p:sp>
    </p:spTree>
    <p:extLst>
      <p:ext uri="{BB962C8B-B14F-4D97-AF65-F5344CB8AC3E}">
        <p14:creationId xmlns:p14="http://schemas.microsoft.com/office/powerpoint/2010/main" val="3567911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BECA0-DF1E-473F-492F-1E2E05D57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3332A-6B33-FF53-B471-01276823C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F4E52-4584-BAEA-1F14-B5B2AA853E3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6EA131-9449-99EF-00F4-EC9E71FB6B75}"/>
              </a:ext>
            </a:extLst>
          </p:cNvPr>
          <p:cNvSpPr>
            <a:spLocks noGrp="1"/>
          </p:cNvSpPr>
          <p:nvPr>
            <p:ph type="sldNum" sz="quarter" idx="5"/>
          </p:nvPr>
        </p:nvSpPr>
        <p:spPr/>
        <p:txBody>
          <a:bodyPr/>
          <a:lstStyle/>
          <a:p>
            <a:pPr rtl="0"/>
            <a:fld id="{012E1C88-3939-4832-BAAB-091D6FA96EB5}" type="slidenum">
              <a:rPr lang="en-GB" smtClean="0"/>
              <a:t>21</a:t>
            </a:fld>
            <a:endParaRPr lang="en-GB"/>
          </a:p>
        </p:txBody>
      </p:sp>
    </p:spTree>
    <p:extLst>
      <p:ext uri="{BB962C8B-B14F-4D97-AF65-F5344CB8AC3E}">
        <p14:creationId xmlns:p14="http://schemas.microsoft.com/office/powerpoint/2010/main" val="3423297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8F489-E16C-7250-640E-7813C28CB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08D8A-6BBB-8D46-D696-982A19B07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14401-4506-5046-CB93-2736E29692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2F20B71-E11A-6A09-127B-1EC70E7D23B5}"/>
              </a:ext>
            </a:extLst>
          </p:cNvPr>
          <p:cNvSpPr>
            <a:spLocks noGrp="1"/>
          </p:cNvSpPr>
          <p:nvPr>
            <p:ph type="sldNum" sz="quarter" idx="5"/>
          </p:nvPr>
        </p:nvSpPr>
        <p:spPr/>
        <p:txBody>
          <a:bodyPr/>
          <a:lstStyle/>
          <a:p>
            <a:pPr rtl="0"/>
            <a:fld id="{012E1C88-3939-4832-BAAB-091D6FA96EB5}" type="slidenum">
              <a:rPr lang="en-GB" smtClean="0"/>
              <a:t>22</a:t>
            </a:fld>
            <a:endParaRPr lang="en-GB"/>
          </a:p>
        </p:txBody>
      </p:sp>
    </p:spTree>
    <p:extLst>
      <p:ext uri="{BB962C8B-B14F-4D97-AF65-F5344CB8AC3E}">
        <p14:creationId xmlns:p14="http://schemas.microsoft.com/office/powerpoint/2010/main" val="481932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A2A9-66AA-A616-FAF0-AD7B017D5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6E17E-969C-64B2-319C-BEEA5D435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C1092-B027-751F-3869-4ABC264DA74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D1A143-564F-2491-4C63-E7636D5BE90C}"/>
              </a:ext>
            </a:extLst>
          </p:cNvPr>
          <p:cNvSpPr>
            <a:spLocks noGrp="1"/>
          </p:cNvSpPr>
          <p:nvPr>
            <p:ph type="sldNum" sz="quarter" idx="5"/>
          </p:nvPr>
        </p:nvSpPr>
        <p:spPr/>
        <p:txBody>
          <a:bodyPr/>
          <a:lstStyle/>
          <a:p>
            <a:pPr rtl="0"/>
            <a:fld id="{012E1C88-3939-4832-BAAB-091D6FA96EB5}" type="slidenum">
              <a:rPr lang="en-GB" smtClean="0"/>
              <a:t>23</a:t>
            </a:fld>
            <a:endParaRPr lang="en-GB"/>
          </a:p>
        </p:txBody>
      </p:sp>
    </p:spTree>
    <p:extLst>
      <p:ext uri="{BB962C8B-B14F-4D97-AF65-F5344CB8AC3E}">
        <p14:creationId xmlns:p14="http://schemas.microsoft.com/office/powerpoint/2010/main" val="3567055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3A32-45DB-AD4C-2C69-D5A19E714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0F1E0-2F92-C036-FCD4-29F124FA3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2DD7F-EC28-61C0-071D-82E328617DF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5718297-E6D5-EB29-5F07-827831453B66}"/>
              </a:ext>
            </a:extLst>
          </p:cNvPr>
          <p:cNvSpPr>
            <a:spLocks noGrp="1"/>
          </p:cNvSpPr>
          <p:nvPr>
            <p:ph type="sldNum" sz="quarter" idx="5"/>
          </p:nvPr>
        </p:nvSpPr>
        <p:spPr/>
        <p:txBody>
          <a:bodyPr/>
          <a:lstStyle/>
          <a:p>
            <a:pPr rtl="0"/>
            <a:fld id="{012E1C88-3939-4832-BAAB-091D6FA96EB5}" type="slidenum">
              <a:rPr lang="en-GB" smtClean="0"/>
              <a:t>24</a:t>
            </a:fld>
            <a:endParaRPr lang="en-GB"/>
          </a:p>
        </p:txBody>
      </p:sp>
    </p:spTree>
    <p:extLst>
      <p:ext uri="{BB962C8B-B14F-4D97-AF65-F5344CB8AC3E}">
        <p14:creationId xmlns:p14="http://schemas.microsoft.com/office/powerpoint/2010/main" val="843019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3895-BFDD-DE40-525D-6BD05F131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D9A9A-7E88-1828-4720-BC3ECF2FC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89CDC-03DD-8A67-F54A-DE736807A3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25D576-AF8F-E20A-E888-99009957527D}"/>
              </a:ext>
            </a:extLst>
          </p:cNvPr>
          <p:cNvSpPr>
            <a:spLocks noGrp="1"/>
          </p:cNvSpPr>
          <p:nvPr>
            <p:ph type="sldNum" sz="quarter" idx="5"/>
          </p:nvPr>
        </p:nvSpPr>
        <p:spPr/>
        <p:txBody>
          <a:bodyPr/>
          <a:lstStyle/>
          <a:p>
            <a:pPr rtl="0"/>
            <a:fld id="{012E1C88-3939-4832-BAAB-091D6FA96EB5}" type="slidenum">
              <a:rPr lang="en-GB" smtClean="0"/>
              <a:t>25</a:t>
            </a:fld>
            <a:endParaRPr lang="en-GB"/>
          </a:p>
        </p:txBody>
      </p:sp>
    </p:spTree>
    <p:extLst>
      <p:ext uri="{BB962C8B-B14F-4D97-AF65-F5344CB8AC3E}">
        <p14:creationId xmlns:p14="http://schemas.microsoft.com/office/powerpoint/2010/main" val="25053694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F13EB-87F9-DEF9-5655-BA19C4426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83ED9-A3D9-B622-DEAB-6428CE43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2AA70-3D1E-FC04-A212-EEE7562D45E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4CBCF36-7522-77C4-35C7-B315DA9A4C16}"/>
              </a:ext>
            </a:extLst>
          </p:cNvPr>
          <p:cNvSpPr>
            <a:spLocks noGrp="1"/>
          </p:cNvSpPr>
          <p:nvPr>
            <p:ph type="sldNum" sz="quarter" idx="5"/>
          </p:nvPr>
        </p:nvSpPr>
        <p:spPr/>
        <p:txBody>
          <a:bodyPr/>
          <a:lstStyle/>
          <a:p>
            <a:pPr rtl="0"/>
            <a:fld id="{012E1C88-3939-4832-BAAB-091D6FA96EB5}" type="slidenum">
              <a:rPr lang="en-GB" smtClean="0"/>
              <a:t>26</a:t>
            </a:fld>
            <a:endParaRPr lang="en-GB"/>
          </a:p>
        </p:txBody>
      </p:sp>
    </p:spTree>
    <p:extLst>
      <p:ext uri="{BB962C8B-B14F-4D97-AF65-F5344CB8AC3E}">
        <p14:creationId xmlns:p14="http://schemas.microsoft.com/office/powerpoint/2010/main" val="3597328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D3584-2B72-7C9D-52CF-BA2135BFF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60523-9A12-98DD-F5BF-12F770C39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144D4-56CE-B524-0CA1-ACE5C9E7909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284CA39-117E-A355-6EA2-69EB1C793539}"/>
              </a:ext>
            </a:extLst>
          </p:cNvPr>
          <p:cNvSpPr>
            <a:spLocks noGrp="1"/>
          </p:cNvSpPr>
          <p:nvPr>
            <p:ph type="sldNum" sz="quarter" idx="5"/>
          </p:nvPr>
        </p:nvSpPr>
        <p:spPr/>
        <p:txBody>
          <a:bodyPr/>
          <a:lstStyle/>
          <a:p>
            <a:pPr rtl="0"/>
            <a:fld id="{012E1C88-3939-4832-BAAB-091D6FA96EB5}" type="slidenum">
              <a:rPr lang="en-GB" smtClean="0"/>
              <a:t>27</a:t>
            </a:fld>
            <a:endParaRPr lang="en-GB"/>
          </a:p>
        </p:txBody>
      </p:sp>
    </p:spTree>
    <p:extLst>
      <p:ext uri="{BB962C8B-B14F-4D97-AF65-F5344CB8AC3E}">
        <p14:creationId xmlns:p14="http://schemas.microsoft.com/office/powerpoint/2010/main" val="2887735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8B1AD-97D9-F41C-EC33-424C8B0AE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A8DEA-926A-C6B4-6B29-001DA4619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2484C-A776-90B9-7D05-B0D07EEAB30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949A6E7-F99D-C346-F332-7C4277CE4781}"/>
              </a:ext>
            </a:extLst>
          </p:cNvPr>
          <p:cNvSpPr>
            <a:spLocks noGrp="1"/>
          </p:cNvSpPr>
          <p:nvPr>
            <p:ph type="sldNum" sz="quarter" idx="5"/>
          </p:nvPr>
        </p:nvSpPr>
        <p:spPr/>
        <p:txBody>
          <a:bodyPr/>
          <a:lstStyle/>
          <a:p>
            <a:pPr rtl="0"/>
            <a:fld id="{012E1C88-3939-4832-BAAB-091D6FA96EB5}" type="slidenum">
              <a:rPr lang="en-GB" smtClean="0"/>
              <a:t>28</a:t>
            </a:fld>
            <a:endParaRPr lang="en-GB"/>
          </a:p>
        </p:txBody>
      </p:sp>
    </p:spTree>
    <p:extLst>
      <p:ext uri="{BB962C8B-B14F-4D97-AF65-F5344CB8AC3E}">
        <p14:creationId xmlns:p14="http://schemas.microsoft.com/office/powerpoint/2010/main" val="2723488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4B944-9D4A-CEF2-A088-96D41678B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D26E4-687E-B8C7-B184-4473ED477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83177-23AD-3E00-2FD0-A4B3166A30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9CE9C53-B012-96C2-9A3E-6DE26DEDC3D0}"/>
              </a:ext>
            </a:extLst>
          </p:cNvPr>
          <p:cNvSpPr>
            <a:spLocks noGrp="1"/>
          </p:cNvSpPr>
          <p:nvPr>
            <p:ph type="sldNum" sz="quarter" idx="5"/>
          </p:nvPr>
        </p:nvSpPr>
        <p:spPr/>
        <p:txBody>
          <a:bodyPr/>
          <a:lstStyle/>
          <a:p>
            <a:pPr rtl="0"/>
            <a:fld id="{012E1C88-3939-4832-BAAB-091D6FA96EB5}" type="slidenum">
              <a:rPr lang="en-GB" smtClean="0"/>
              <a:t>29</a:t>
            </a:fld>
            <a:endParaRPr lang="en-GB"/>
          </a:p>
        </p:txBody>
      </p:sp>
    </p:spTree>
    <p:extLst>
      <p:ext uri="{BB962C8B-B14F-4D97-AF65-F5344CB8AC3E}">
        <p14:creationId xmlns:p14="http://schemas.microsoft.com/office/powerpoint/2010/main" val="1507909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28115-363F-B90B-FC9A-C6FCB38CD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381DA-46F4-0CB1-8A3E-F5FC8B775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2F86C-52F8-24B6-27EB-613E7864D93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28E2A2-F3FF-F325-B4E0-363FB4AA82BE}"/>
              </a:ext>
            </a:extLst>
          </p:cNvPr>
          <p:cNvSpPr>
            <a:spLocks noGrp="1"/>
          </p:cNvSpPr>
          <p:nvPr>
            <p:ph type="sldNum" sz="quarter" idx="5"/>
          </p:nvPr>
        </p:nvSpPr>
        <p:spPr/>
        <p:txBody>
          <a:bodyPr/>
          <a:lstStyle/>
          <a:p>
            <a:pPr rtl="0"/>
            <a:fld id="{012E1C88-3939-4832-BAAB-091D6FA96EB5}" type="slidenum">
              <a:rPr lang="en-GB" smtClean="0"/>
              <a:t>30</a:t>
            </a:fld>
            <a:endParaRPr lang="en-GB"/>
          </a:p>
        </p:txBody>
      </p:sp>
    </p:spTree>
    <p:extLst>
      <p:ext uri="{BB962C8B-B14F-4D97-AF65-F5344CB8AC3E}">
        <p14:creationId xmlns:p14="http://schemas.microsoft.com/office/powerpoint/2010/main" val="22090777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E054-B501-772F-FBFA-D0537E392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02C41-CCDB-4830-0B75-981D80BA3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8F848-004A-C2A5-8B60-CDC735B12EB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381A8BD-E828-89FC-DC5D-0FCAB241CACE}"/>
              </a:ext>
            </a:extLst>
          </p:cNvPr>
          <p:cNvSpPr>
            <a:spLocks noGrp="1"/>
          </p:cNvSpPr>
          <p:nvPr>
            <p:ph type="sldNum" sz="quarter" idx="5"/>
          </p:nvPr>
        </p:nvSpPr>
        <p:spPr/>
        <p:txBody>
          <a:bodyPr/>
          <a:lstStyle/>
          <a:p>
            <a:pPr rtl="0"/>
            <a:fld id="{012E1C88-3939-4832-BAAB-091D6FA96EB5}" type="slidenum">
              <a:rPr lang="en-GB" smtClean="0"/>
              <a:t>31</a:t>
            </a:fld>
            <a:endParaRPr lang="en-GB"/>
          </a:p>
        </p:txBody>
      </p:sp>
    </p:spTree>
    <p:extLst>
      <p:ext uri="{BB962C8B-B14F-4D97-AF65-F5344CB8AC3E}">
        <p14:creationId xmlns:p14="http://schemas.microsoft.com/office/powerpoint/2010/main" val="16510912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2233-AFA0-42ED-92DD-F9B3CAC35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F100C-718A-2312-2BE2-6AC3858BD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6633A-F54F-04E8-60EE-A4F07C2473E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F47A92B-8246-1618-C396-2FC3784312FD}"/>
              </a:ext>
            </a:extLst>
          </p:cNvPr>
          <p:cNvSpPr>
            <a:spLocks noGrp="1"/>
          </p:cNvSpPr>
          <p:nvPr>
            <p:ph type="sldNum" sz="quarter" idx="5"/>
          </p:nvPr>
        </p:nvSpPr>
        <p:spPr/>
        <p:txBody>
          <a:bodyPr/>
          <a:lstStyle/>
          <a:p>
            <a:pPr rtl="0"/>
            <a:fld id="{012E1C88-3939-4832-BAAB-091D6FA96EB5}" type="slidenum">
              <a:rPr lang="en-GB" smtClean="0"/>
              <a:t>32</a:t>
            </a:fld>
            <a:endParaRPr lang="en-GB"/>
          </a:p>
        </p:txBody>
      </p:sp>
    </p:spTree>
    <p:extLst>
      <p:ext uri="{BB962C8B-B14F-4D97-AF65-F5344CB8AC3E}">
        <p14:creationId xmlns:p14="http://schemas.microsoft.com/office/powerpoint/2010/main" val="9178536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BD9A-A9A9-6805-BD78-284317D65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B477D-A053-64A6-D42C-6576188EE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9673D-1CAF-7846-0D3C-3299C5EFEA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5B28DDE-7261-C665-9F14-B19CBD75285D}"/>
              </a:ext>
            </a:extLst>
          </p:cNvPr>
          <p:cNvSpPr>
            <a:spLocks noGrp="1"/>
          </p:cNvSpPr>
          <p:nvPr>
            <p:ph type="sldNum" sz="quarter" idx="5"/>
          </p:nvPr>
        </p:nvSpPr>
        <p:spPr/>
        <p:txBody>
          <a:bodyPr/>
          <a:lstStyle/>
          <a:p>
            <a:pPr rtl="0"/>
            <a:fld id="{012E1C88-3939-4832-BAAB-091D6FA96EB5}" type="slidenum">
              <a:rPr lang="en-GB" smtClean="0"/>
              <a:t>33</a:t>
            </a:fld>
            <a:endParaRPr lang="en-GB"/>
          </a:p>
        </p:txBody>
      </p:sp>
    </p:spTree>
    <p:extLst>
      <p:ext uri="{BB962C8B-B14F-4D97-AF65-F5344CB8AC3E}">
        <p14:creationId xmlns:p14="http://schemas.microsoft.com/office/powerpoint/2010/main" val="17079232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A19F1-3173-1F89-1843-2CD07ED13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986BF-3A85-23C4-6378-2BB58AB3E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2B87A-1B8B-7C03-BDF6-5B45FC1CA24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6A5F020-9B5F-CBBE-A32A-2D307BC0A6E5}"/>
              </a:ext>
            </a:extLst>
          </p:cNvPr>
          <p:cNvSpPr>
            <a:spLocks noGrp="1"/>
          </p:cNvSpPr>
          <p:nvPr>
            <p:ph type="sldNum" sz="quarter" idx="5"/>
          </p:nvPr>
        </p:nvSpPr>
        <p:spPr/>
        <p:txBody>
          <a:bodyPr/>
          <a:lstStyle/>
          <a:p>
            <a:pPr rtl="0"/>
            <a:fld id="{012E1C88-3939-4832-BAAB-091D6FA96EB5}" type="slidenum">
              <a:rPr lang="en-GB" smtClean="0"/>
              <a:t>34</a:t>
            </a:fld>
            <a:endParaRPr lang="en-GB"/>
          </a:p>
        </p:txBody>
      </p:sp>
    </p:spTree>
    <p:extLst>
      <p:ext uri="{BB962C8B-B14F-4D97-AF65-F5344CB8AC3E}">
        <p14:creationId xmlns:p14="http://schemas.microsoft.com/office/powerpoint/2010/main" val="652110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EF06-972C-9306-CA15-DA5A88813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CE764-10B8-AA4B-D7A2-78B1E888B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F4E13-797F-5B6C-4A89-5E86AF953A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C69A573-6262-5D88-9681-45AEB0594562}"/>
              </a:ext>
            </a:extLst>
          </p:cNvPr>
          <p:cNvSpPr>
            <a:spLocks noGrp="1"/>
          </p:cNvSpPr>
          <p:nvPr>
            <p:ph type="sldNum" sz="quarter" idx="5"/>
          </p:nvPr>
        </p:nvSpPr>
        <p:spPr/>
        <p:txBody>
          <a:bodyPr/>
          <a:lstStyle/>
          <a:p>
            <a:pPr rtl="0"/>
            <a:fld id="{012E1C88-3939-4832-BAAB-091D6FA96EB5}" type="slidenum">
              <a:rPr lang="en-GB" smtClean="0"/>
              <a:t>35</a:t>
            </a:fld>
            <a:endParaRPr lang="en-GB"/>
          </a:p>
        </p:txBody>
      </p:sp>
    </p:spTree>
    <p:extLst>
      <p:ext uri="{BB962C8B-B14F-4D97-AF65-F5344CB8AC3E}">
        <p14:creationId xmlns:p14="http://schemas.microsoft.com/office/powerpoint/2010/main" val="28853893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449A-B7F4-13C8-8A31-DA8A4C950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8ED7F-B150-A38E-4050-758BB50D3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FA2CA-11B3-D623-8D8D-7D6D061D689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A318E8E-7FAA-88F0-F333-B01476A5E0CE}"/>
              </a:ext>
            </a:extLst>
          </p:cNvPr>
          <p:cNvSpPr>
            <a:spLocks noGrp="1"/>
          </p:cNvSpPr>
          <p:nvPr>
            <p:ph type="sldNum" sz="quarter" idx="5"/>
          </p:nvPr>
        </p:nvSpPr>
        <p:spPr/>
        <p:txBody>
          <a:bodyPr/>
          <a:lstStyle/>
          <a:p>
            <a:pPr rtl="0"/>
            <a:fld id="{012E1C88-3939-4832-BAAB-091D6FA96EB5}" type="slidenum">
              <a:rPr lang="en-GB" smtClean="0"/>
              <a:t>36</a:t>
            </a:fld>
            <a:endParaRPr lang="en-GB"/>
          </a:p>
        </p:txBody>
      </p:sp>
    </p:spTree>
    <p:extLst>
      <p:ext uri="{BB962C8B-B14F-4D97-AF65-F5344CB8AC3E}">
        <p14:creationId xmlns:p14="http://schemas.microsoft.com/office/powerpoint/2010/main" val="2487599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29A53-4ACF-51A3-DA40-4D0E142EB4A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09A9A17-1042-F250-2E9C-16562BAF90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4D7FA03-5D11-3E4D-3686-2119BE94DD82}"/>
              </a:ext>
            </a:extLst>
          </p:cNvPr>
          <p:cNvSpPr>
            <a:spLocks noGrp="1"/>
          </p:cNvSpPr>
          <p:nvPr>
            <p:ph type="dt" sz="half" idx="10"/>
          </p:nvPr>
        </p:nvSpPr>
        <p:spPr/>
        <p:txBody>
          <a:bodyPr/>
          <a:lstStyle/>
          <a:p>
            <a:pPr rtl="0"/>
            <a:fld id="{7A78F742-61F2-4FBD-B743-761C8864724A}" type="datetime8">
              <a:rPr lang="en-GB" noProof="0" smtClean="0"/>
              <a:t>14/09/2026 13:12</a:t>
            </a:fld>
            <a:endParaRPr lang="en-GB" noProof="0"/>
          </a:p>
        </p:txBody>
      </p:sp>
      <p:sp>
        <p:nvSpPr>
          <p:cNvPr id="5" name="Footer Placeholder 4">
            <a:extLst>
              <a:ext uri="{FF2B5EF4-FFF2-40B4-BE49-F238E27FC236}">
                <a16:creationId xmlns:a16="http://schemas.microsoft.com/office/drawing/2014/main" id="{AC2780E8-7C2F-3731-57DE-1B5F104349B8}"/>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F75096CF-2FD6-9952-8B23-F08B122DAE7E}"/>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145756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75F55-A62E-942C-45A3-83EB75C234B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1DB36E5-E14D-9454-AB11-7F44831AD4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EB1A695-BAE6-248A-D294-0FE05FE8932D}"/>
              </a:ext>
            </a:extLst>
          </p:cNvPr>
          <p:cNvSpPr>
            <a:spLocks noGrp="1"/>
          </p:cNvSpPr>
          <p:nvPr>
            <p:ph type="dt" sz="half" idx="10"/>
          </p:nvPr>
        </p:nvSpPr>
        <p:spPr/>
        <p:txBody>
          <a:bodyPr/>
          <a:lstStyle/>
          <a:p>
            <a:pPr rtl="0"/>
            <a:fld id="{5047E1E8-52C1-4CF6-8E50-E4E6A81E9407}" type="datetime8">
              <a:rPr lang="en-GB" noProof="0" smtClean="0"/>
              <a:t>14/09/2026 13:14</a:t>
            </a:fld>
            <a:endParaRPr lang="en-GB" noProof="0"/>
          </a:p>
        </p:txBody>
      </p:sp>
      <p:sp>
        <p:nvSpPr>
          <p:cNvPr id="5" name="Footer Placeholder 4">
            <a:extLst>
              <a:ext uri="{FF2B5EF4-FFF2-40B4-BE49-F238E27FC236}">
                <a16:creationId xmlns:a16="http://schemas.microsoft.com/office/drawing/2014/main" id="{AF9C7EA6-8C72-66AA-A08E-8291551398CD}"/>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21EA5760-7B39-0A1C-07EE-C97978CEAB3C}"/>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
        <p:nvSpPr>
          <p:cNvPr id="7" name="Rectangle 6">
            <a:extLst>
              <a:ext uri="{FF2B5EF4-FFF2-40B4-BE49-F238E27FC236}">
                <a16:creationId xmlns:a16="http://schemas.microsoft.com/office/drawing/2014/main" id="{B811BF73-A65C-07CA-FA3C-38291C90192A}"/>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245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B5023-E9AD-8A45-2728-D09C288125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05EE4DC-4BD6-ECC3-C706-586074AAD9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335277E-C205-C251-0778-97ECB7DC885A}"/>
              </a:ext>
            </a:extLst>
          </p:cNvPr>
          <p:cNvSpPr>
            <a:spLocks noGrp="1"/>
          </p:cNvSpPr>
          <p:nvPr>
            <p:ph type="dt" sz="half" idx="10"/>
          </p:nvPr>
        </p:nvSpPr>
        <p:spPr/>
        <p:txBody>
          <a:bodyPr/>
          <a:lstStyle/>
          <a:p>
            <a:pPr rtl="0"/>
            <a:fld id="{D313E7AC-0A89-4AE3-945A-C41498967886}" type="datetime8">
              <a:rPr lang="en-GB" noProof="0" smtClean="0"/>
              <a:t>14/09/2026 13:12</a:t>
            </a:fld>
            <a:endParaRPr lang="en-GB" noProof="0"/>
          </a:p>
        </p:txBody>
      </p:sp>
      <p:sp>
        <p:nvSpPr>
          <p:cNvPr id="5" name="Footer Placeholder 4">
            <a:extLst>
              <a:ext uri="{FF2B5EF4-FFF2-40B4-BE49-F238E27FC236}">
                <a16:creationId xmlns:a16="http://schemas.microsoft.com/office/drawing/2014/main" id="{F76BC764-2BE2-A4F6-D4A5-7FE8E268FAC7}"/>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310E3E82-C01F-2F39-2FE7-A10C9F025E27}"/>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4252994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3D6BC-C0E5-B372-968D-26D26972BB8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CE77645-12E8-4BF8-F9E0-F4DB143EAE7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6C1354E-B5C0-70B9-9036-6EF1A22B0C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24AB35B-845F-8C34-31C5-F5644A47844A}"/>
              </a:ext>
            </a:extLst>
          </p:cNvPr>
          <p:cNvSpPr>
            <a:spLocks noGrp="1"/>
          </p:cNvSpPr>
          <p:nvPr>
            <p:ph type="dt" sz="half" idx="10"/>
          </p:nvPr>
        </p:nvSpPr>
        <p:spPr/>
        <p:txBody>
          <a:bodyPr/>
          <a:lstStyle/>
          <a:p>
            <a:pPr rtl="0"/>
            <a:fld id="{2AA70CA8-7103-4BDE-AFB1-E1448C9A38DF}" type="datetime8">
              <a:rPr lang="en-GB" noProof="0" smtClean="0"/>
              <a:t>14/09/2026 13:12</a:t>
            </a:fld>
            <a:endParaRPr lang="en-GB" noProof="0"/>
          </a:p>
        </p:txBody>
      </p:sp>
      <p:sp>
        <p:nvSpPr>
          <p:cNvPr id="6" name="Footer Placeholder 5">
            <a:extLst>
              <a:ext uri="{FF2B5EF4-FFF2-40B4-BE49-F238E27FC236}">
                <a16:creationId xmlns:a16="http://schemas.microsoft.com/office/drawing/2014/main" id="{B0BDE0B7-E00D-721A-CDFA-653E16FDE21A}"/>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99706A1B-BDFC-13E4-3A2F-DEAD80BD75F0}"/>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65799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3E69-9A25-929C-353B-5FE96D556F0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9C25186C-FB29-B86F-4014-FFE9425D3E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0CF5A92-3A6B-F134-2D88-1CD76AE3163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D6EC1B4-E4D2-65C9-6123-4D2CDB9172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1F49EB-AD5B-A653-E0AC-2E70CD00C8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F60F515-FF5E-DC25-F9D9-7928AA843413}"/>
              </a:ext>
            </a:extLst>
          </p:cNvPr>
          <p:cNvSpPr>
            <a:spLocks noGrp="1"/>
          </p:cNvSpPr>
          <p:nvPr>
            <p:ph type="dt" sz="half" idx="10"/>
          </p:nvPr>
        </p:nvSpPr>
        <p:spPr/>
        <p:txBody>
          <a:bodyPr/>
          <a:lstStyle/>
          <a:p>
            <a:pPr rtl="0"/>
            <a:fld id="{38F7A71A-475B-4E9B-84F2-DFC406A3A06F}" type="datetime8">
              <a:rPr lang="en-GB" noProof="0" smtClean="0"/>
              <a:t>14/09/2026 13:12</a:t>
            </a:fld>
            <a:endParaRPr lang="en-GB" noProof="0"/>
          </a:p>
        </p:txBody>
      </p:sp>
      <p:sp>
        <p:nvSpPr>
          <p:cNvPr id="8" name="Footer Placeholder 7">
            <a:extLst>
              <a:ext uri="{FF2B5EF4-FFF2-40B4-BE49-F238E27FC236}">
                <a16:creationId xmlns:a16="http://schemas.microsoft.com/office/drawing/2014/main" id="{81E8131F-C011-9EBD-EDC7-9F15966AB939}"/>
              </a:ext>
            </a:extLst>
          </p:cNvPr>
          <p:cNvSpPr>
            <a:spLocks noGrp="1"/>
          </p:cNvSpPr>
          <p:nvPr>
            <p:ph type="ftr" sz="quarter" idx="11"/>
          </p:nvPr>
        </p:nvSpPr>
        <p:spPr/>
        <p:txBody>
          <a:bodyPr/>
          <a:lstStyle/>
          <a:p>
            <a:pPr rtl="0"/>
            <a:r>
              <a:rPr lang="en-GB" noProof="0"/>
              <a:t>ADD A FOOTER</a:t>
            </a:r>
          </a:p>
        </p:txBody>
      </p:sp>
      <p:sp>
        <p:nvSpPr>
          <p:cNvPr id="9" name="Slide Number Placeholder 8">
            <a:extLst>
              <a:ext uri="{FF2B5EF4-FFF2-40B4-BE49-F238E27FC236}">
                <a16:creationId xmlns:a16="http://schemas.microsoft.com/office/drawing/2014/main" id="{21BE3A42-6234-19CC-7D8E-6822B3A5C6A8}"/>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1055941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CA59-2797-D26E-6DD2-4D40E36715A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DD7C840-1E4E-3845-82FE-4DCD4E7D37A2}"/>
              </a:ext>
            </a:extLst>
          </p:cNvPr>
          <p:cNvSpPr>
            <a:spLocks noGrp="1"/>
          </p:cNvSpPr>
          <p:nvPr>
            <p:ph type="dt" sz="half" idx="10"/>
          </p:nvPr>
        </p:nvSpPr>
        <p:spPr/>
        <p:txBody>
          <a:bodyPr/>
          <a:lstStyle/>
          <a:p>
            <a:pPr rtl="0"/>
            <a:fld id="{6FDCD6C7-E4EE-4F90-96F6-3EFFFF399AE7}" type="datetime8">
              <a:rPr lang="en-GB" noProof="0" smtClean="0"/>
              <a:t>14/09/2026 13:12</a:t>
            </a:fld>
            <a:endParaRPr lang="en-GB" noProof="0"/>
          </a:p>
        </p:txBody>
      </p:sp>
      <p:sp>
        <p:nvSpPr>
          <p:cNvPr id="4" name="Footer Placeholder 3">
            <a:extLst>
              <a:ext uri="{FF2B5EF4-FFF2-40B4-BE49-F238E27FC236}">
                <a16:creationId xmlns:a16="http://schemas.microsoft.com/office/drawing/2014/main" id="{3940D970-B6B1-7F83-434C-65F79901E676}"/>
              </a:ext>
            </a:extLst>
          </p:cNvPr>
          <p:cNvSpPr>
            <a:spLocks noGrp="1"/>
          </p:cNvSpPr>
          <p:nvPr>
            <p:ph type="ftr" sz="quarter" idx="11"/>
          </p:nvPr>
        </p:nvSpPr>
        <p:spPr/>
        <p:txBody>
          <a:bodyPr/>
          <a:lstStyle/>
          <a:p>
            <a:pPr rtl="0"/>
            <a:r>
              <a:rPr lang="en-GB" noProof="0"/>
              <a:t>ADD A FOOTER</a:t>
            </a:r>
          </a:p>
        </p:txBody>
      </p:sp>
      <p:sp>
        <p:nvSpPr>
          <p:cNvPr id="5" name="Slide Number Placeholder 4">
            <a:extLst>
              <a:ext uri="{FF2B5EF4-FFF2-40B4-BE49-F238E27FC236}">
                <a16:creationId xmlns:a16="http://schemas.microsoft.com/office/drawing/2014/main" id="{5CE674F2-4DED-83FF-ACD2-C1BF95DB034E}"/>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2123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76034-A107-8D20-CE0E-89ED13EAB96D}"/>
              </a:ext>
            </a:extLst>
          </p:cNvPr>
          <p:cNvSpPr>
            <a:spLocks noGrp="1"/>
          </p:cNvSpPr>
          <p:nvPr>
            <p:ph type="dt" sz="half" idx="10"/>
          </p:nvPr>
        </p:nvSpPr>
        <p:spPr/>
        <p:txBody>
          <a:bodyPr/>
          <a:lstStyle/>
          <a:p>
            <a:pPr rtl="0"/>
            <a:fld id="{04F017CE-065A-4C2C-9C15-92CA7F8C3661}" type="datetime8">
              <a:rPr lang="en-GB" noProof="0" smtClean="0"/>
              <a:t>14/09/2026 13:12</a:t>
            </a:fld>
            <a:endParaRPr lang="en-GB" noProof="0"/>
          </a:p>
        </p:txBody>
      </p:sp>
      <p:sp>
        <p:nvSpPr>
          <p:cNvPr id="3" name="Footer Placeholder 2">
            <a:extLst>
              <a:ext uri="{FF2B5EF4-FFF2-40B4-BE49-F238E27FC236}">
                <a16:creationId xmlns:a16="http://schemas.microsoft.com/office/drawing/2014/main" id="{575CA0DE-C266-69E2-99ED-251EF28816EC}"/>
              </a:ext>
            </a:extLst>
          </p:cNvPr>
          <p:cNvSpPr>
            <a:spLocks noGrp="1"/>
          </p:cNvSpPr>
          <p:nvPr>
            <p:ph type="ftr" sz="quarter" idx="11"/>
          </p:nvPr>
        </p:nvSpPr>
        <p:spPr/>
        <p:txBody>
          <a:bodyPr/>
          <a:lstStyle/>
          <a:p>
            <a:pPr rtl="0"/>
            <a:r>
              <a:rPr lang="en-GB" noProof="0"/>
              <a:t>ADD A FOOTER</a:t>
            </a:r>
          </a:p>
        </p:txBody>
      </p:sp>
      <p:sp>
        <p:nvSpPr>
          <p:cNvPr id="4" name="Slide Number Placeholder 3">
            <a:extLst>
              <a:ext uri="{FF2B5EF4-FFF2-40B4-BE49-F238E27FC236}">
                <a16:creationId xmlns:a16="http://schemas.microsoft.com/office/drawing/2014/main" id="{5B9F6535-2FA2-73A6-D763-54C34C724653}"/>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7169120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2EE6-3C5D-5168-D047-444C0AE3DD9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14F3A74-031E-6B0D-4ACB-0E26000A08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7A60518-00DC-95EB-CCCC-9D7277591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D37540-6395-4116-7426-15B0818C99DD}"/>
              </a:ext>
            </a:extLst>
          </p:cNvPr>
          <p:cNvSpPr>
            <a:spLocks noGrp="1"/>
          </p:cNvSpPr>
          <p:nvPr>
            <p:ph type="dt" sz="half" idx="10"/>
          </p:nvPr>
        </p:nvSpPr>
        <p:spPr/>
        <p:txBody>
          <a:bodyPr/>
          <a:lstStyle/>
          <a:p>
            <a:pPr rtl="0"/>
            <a:fld id="{835C5EB1-7A73-4E93-BA6A-2BFECF8E86DE}" type="datetime8">
              <a:rPr lang="en-GB" noProof="0" smtClean="0"/>
              <a:t>14/09/2026 13:12</a:t>
            </a:fld>
            <a:endParaRPr lang="en-GB" noProof="0"/>
          </a:p>
        </p:txBody>
      </p:sp>
      <p:sp>
        <p:nvSpPr>
          <p:cNvPr id="6" name="Footer Placeholder 5">
            <a:extLst>
              <a:ext uri="{FF2B5EF4-FFF2-40B4-BE49-F238E27FC236}">
                <a16:creationId xmlns:a16="http://schemas.microsoft.com/office/drawing/2014/main" id="{186788BD-EA18-1712-ADEF-4EEB809B7BA1}"/>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BB11FA6C-C6F0-E00B-0439-600202E70CF7}"/>
              </a:ext>
            </a:extLst>
          </p:cNvPr>
          <p:cNvSpPr>
            <a:spLocks noGrp="1"/>
          </p:cNvSpPr>
          <p:nvPr>
            <p:ph type="sldNum" sz="quarter" idx="12"/>
          </p:nvPr>
        </p:nvSpPr>
        <p:spPr/>
        <p:txBody>
          <a:bodyPr/>
          <a:lstStyle/>
          <a:p>
            <a:pPr rtl="0"/>
            <a:fld id="{C5C3056E-1632-4A65-A24F-3F10A1450A6E}" type="slidenum">
              <a:rPr lang="en-GB" noProof="0" smtClean="0"/>
              <a:pPr/>
              <a:t>‹#›</a:t>
            </a:fld>
            <a:endParaRPr lang="en-GB" noProof="0"/>
          </a:p>
        </p:txBody>
      </p:sp>
    </p:spTree>
    <p:extLst>
      <p:ext uri="{BB962C8B-B14F-4D97-AF65-F5344CB8AC3E}">
        <p14:creationId xmlns:p14="http://schemas.microsoft.com/office/powerpoint/2010/main" val="312974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614C0-0256-2539-84A3-51267BD732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1E1E369-E2FC-9A2C-ABD1-BB34BFE67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7B10B95-32A3-A3AF-609A-2D6F52C23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F1EE61-F4A6-8DB0-C52E-14BAC01BA72C}"/>
              </a:ext>
            </a:extLst>
          </p:cNvPr>
          <p:cNvSpPr>
            <a:spLocks noGrp="1"/>
          </p:cNvSpPr>
          <p:nvPr>
            <p:ph type="dt" sz="half" idx="10"/>
          </p:nvPr>
        </p:nvSpPr>
        <p:spPr/>
        <p:txBody>
          <a:bodyPr/>
          <a:lstStyle/>
          <a:p>
            <a:pPr rtl="0"/>
            <a:fld id="{9D714BA3-99F4-4C00-B895-1AFEE58ECBA1}" type="datetime8">
              <a:rPr lang="en-GB" noProof="0" smtClean="0"/>
              <a:t>14/09/2026 13:12</a:t>
            </a:fld>
            <a:endParaRPr lang="en-GB" noProof="0"/>
          </a:p>
        </p:txBody>
      </p:sp>
      <p:sp>
        <p:nvSpPr>
          <p:cNvPr id="6" name="Footer Placeholder 5">
            <a:extLst>
              <a:ext uri="{FF2B5EF4-FFF2-40B4-BE49-F238E27FC236}">
                <a16:creationId xmlns:a16="http://schemas.microsoft.com/office/drawing/2014/main" id="{CDAE997F-1FFC-6945-ED2B-1164458DFE71}"/>
              </a:ext>
            </a:extLst>
          </p:cNvPr>
          <p:cNvSpPr>
            <a:spLocks noGrp="1"/>
          </p:cNvSpPr>
          <p:nvPr>
            <p:ph type="ftr" sz="quarter" idx="11"/>
          </p:nvPr>
        </p:nvSpPr>
        <p:spPr/>
        <p:txBody>
          <a:bodyPr/>
          <a:lstStyle/>
          <a:p>
            <a:pPr rtl="0"/>
            <a:r>
              <a:rPr lang="en-GB" noProof="0"/>
              <a:t>ADD A FOOTER</a:t>
            </a:r>
          </a:p>
        </p:txBody>
      </p:sp>
      <p:sp>
        <p:nvSpPr>
          <p:cNvPr id="7" name="Slide Number Placeholder 6">
            <a:extLst>
              <a:ext uri="{FF2B5EF4-FFF2-40B4-BE49-F238E27FC236}">
                <a16:creationId xmlns:a16="http://schemas.microsoft.com/office/drawing/2014/main" id="{271C7DB6-C04F-776B-7F63-E65B772FEC56}"/>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730815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51D6-EFEE-3647-0A62-6EB72B0CFB0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8E4E48C-EBA9-53E4-094E-9792456E4BD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3A9AF8B-57C8-5E13-B660-7695FC8A7972}"/>
              </a:ext>
            </a:extLst>
          </p:cNvPr>
          <p:cNvSpPr>
            <a:spLocks noGrp="1"/>
          </p:cNvSpPr>
          <p:nvPr>
            <p:ph type="dt" sz="half" idx="10"/>
          </p:nvPr>
        </p:nvSpPr>
        <p:spPr/>
        <p:txBody>
          <a:bodyPr/>
          <a:lstStyle/>
          <a:p>
            <a:pPr rtl="0"/>
            <a:fld id="{04F017CE-065A-4C2C-9C15-92CA7F8C3661}" type="datetime8">
              <a:rPr lang="en-GB" noProof="0" smtClean="0"/>
              <a:t>14/09/2026 13:12</a:t>
            </a:fld>
            <a:endParaRPr lang="en-GB" noProof="0"/>
          </a:p>
        </p:txBody>
      </p:sp>
      <p:sp>
        <p:nvSpPr>
          <p:cNvPr id="5" name="Footer Placeholder 4">
            <a:extLst>
              <a:ext uri="{FF2B5EF4-FFF2-40B4-BE49-F238E27FC236}">
                <a16:creationId xmlns:a16="http://schemas.microsoft.com/office/drawing/2014/main" id="{AEA02682-131A-CAEE-C1C7-01776368B8CD}"/>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E49C75AB-3066-5F8A-CBA5-1DC0D60B2F1E}"/>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10048745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E6D462-124D-FE02-9B93-AB4EA1EDA44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53A9CB88-8D6B-278A-2378-B7C3509B58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DE12817-A841-D938-47A1-BBB4BE21BDC7}"/>
              </a:ext>
            </a:extLst>
          </p:cNvPr>
          <p:cNvSpPr>
            <a:spLocks noGrp="1"/>
          </p:cNvSpPr>
          <p:nvPr>
            <p:ph type="dt" sz="half" idx="10"/>
          </p:nvPr>
        </p:nvSpPr>
        <p:spPr/>
        <p:txBody>
          <a:bodyPr/>
          <a:lstStyle/>
          <a:p>
            <a:pPr rtl="0"/>
            <a:fld id="{04F017CE-065A-4C2C-9C15-92CA7F8C3661}" type="datetime8">
              <a:rPr lang="en-GB" noProof="0" smtClean="0"/>
              <a:t>14/09/2026 13:12</a:t>
            </a:fld>
            <a:endParaRPr lang="en-GB" noProof="0"/>
          </a:p>
        </p:txBody>
      </p:sp>
      <p:sp>
        <p:nvSpPr>
          <p:cNvPr id="5" name="Footer Placeholder 4">
            <a:extLst>
              <a:ext uri="{FF2B5EF4-FFF2-40B4-BE49-F238E27FC236}">
                <a16:creationId xmlns:a16="http://schemas.microsoft.com/office/drawing/2014/main" id="{AC074F2C-1BB9-3461-53FE-28908A94DE62}"/>
              </a:ext>
            </a:extLst>
          </p:cNvPr>
          <p:cNvSpPr>
            <a:spLocks noGrp="1"/>
          </p:cNvSpPr>
          <p:nvPr>
            <p:ph type="ftr" sz="quarter" idx="11"/>
          </p:nvPr>
        </p:nvSpPr>
        <p:spPr/>
        <p:txBody>
          <a:bodyPr/>
          <a:lstStyle/>
          <a:p>
            <a:pPr rtl="0"/>
            <a:r>
              <a:rPr lang="en-GB" noProof="0"/>
              <a:t>ADD A FOOTER</a:t>
            </a:r>
          </a:p>
        </p:txBody>
      </p:sp>
      <p:sp>
        <p:nvSpPr>
          <p:cNvPr id="6" name="Slide Number Placeholder 5">
            <a:extLst>
              <a:ext uri="{FF2B5EF4-FFF2-40B4-BE49-F238E27FC236}">
                <a16:creationId xmlns:a16="http://schemas.microsoft.com/office/drawing/2014/main" id="{77803EC3-43AA-42C2-DE17-99862B1D1462}"/>
              </a:ext>
            </a:extLst>
          </p:cNvPr>
          <p:cNvSpPr>
            <a:spLocks noGrp="1"/>
          </p:cNvSpPr>
          <p:nvPr>
            <p:ph type="sldNum" sz="quarter" idx="12"/>
          </p:nvPr>
        </p:nvSpPr>
        <p:spPr/>
        <p:txBody>
          <a:body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31045840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rison 3 Column">
    <p:spTree>
      <p:nvGrpSpPr>
        <p:cNvPr id="1" name=""/>
        <p:cNvGrpSpPr/>
        <p:nvPr/>
      </p:nvGrpSpPr>
      <p:grpSpPr>
        <a:xfrm>
          <a:off x="0" y="0"/>
          <a:ext cx="0" cy="0"/>
          <a:chOff x="0" y="0"/>
          <a:chExt cx="0" cy="0"/>
        </a:xfrm>
      </p:grpSpPr>
      <p:sp>
        <p:nvSpPr>
          <p:cNvPr id="11" name="Rectangle 10"/>
          <p:cNvSpPr>
            <a:spLocks noChangeAspect="1"/>
          </p:cNvSpPr>
          <p:nvPr/>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677396"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81194"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lvl1pPr>
              <a:defRPr>
                <a:solidFill>
                  <a:srgbClr val="903163"/>
                </a:solidFill>
              </a:defRPr>
            </a:lvl1pPr>
          </a:lstStyle>
          <a:p>
            <a:pPr rtl="0"/>
            <a:fld id="{BE91ABD0-E850-4988-B093-1434C1973204}" type="datetime8">
              <a:rPr lang="en-GB" noProof="0" smtClean="0"/>
              <a:t>14/09/2026 13:14</a:t>
            </a:fld>
            <a:endParaRPr lang="en-GB" noProof="0"/>
          </a:p>
        </p:txBody>
      </p:sp>
      <p:sp>
        <p:nvSpPr>
          <p:cNvPr id="8" name="Footer Placeholder 7"/>
          <p:cNvSpPr>
            <a:spLocks noGrp="1"/>
          </p:cNvSpPr>
          <p:nvPr>
            <p:ph type="ftr" sz="quarter" idx="11"/>
          </p:nvPr>
        </p:nvSpPr>
        <p:spPr>
          <a:xfrm>
            <a:off x="581192" y="5951811"/>
            <a:ext cx="6917210" cy="365125"/>
          </a:xfrm>
        </p:spPr>
        <p:txBody>
          <a:bodyPr rtlCol="0"/>
          <a:lstStyle>
            <a:lvl1pPr>
              <a:defRPr>
                <a:solidFill>
                  <a:srgbClr val="903163"/>
                </a:solidFill>
              </a:defRPr>
            </a:lvl1pPr>
          </a:lstStyle>
          <a:p>
            <a:pPr rtl="0"/>
            <a:r>
              <a:rPr lang="en-GB" noProof="0"/>
              <a:t>ADD A FOOTER</a:t>
            </a:r>
          </a:p>
        </p:txBody>
      </p:sp>
      <p:sp>
        <p:nvSpPr>
          <p:cNvPr id="23" name="Content Placeholder 3">
            <a:extLst>
              <a:ext uri="{FF2B5EF4-FFF2-40B4-BE49-F238E27FC236}">
                <a16:creationId xmlns:a16="http://schemas.microsoft.com/office/drawing/2014/main" id="{6D289ABA-BA71-41AF-AA30-58CB8F426F6C}"/>
              </a:ext>
            </a:extLst>
          </p:cNvPr>
          <p:cNvSpPr>
            <a:spLocks noGrp="1"/>
          </p:cNvSpPr>
          <p:nvPr>
            <p:ph sz="half" idx="15" hasCustomPrompt="1"/>
          </p:nvPr>
        </p:nvSpPr>
        <p:spPr>
          <a:xfrm>
            <a:off x="8145430"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9" name="Slide Number Placeholder 8"/>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rtl="0"/>
              <a:t>‹#›</a:t>
            </a:fld>
            <a:endParaRPr lang="en-GB" noProof="0"/>
          </a:p>
        </p:txBody>
      </p:sp>
      <p:sp>
        <p:nvSpPr>
          <p:cNvPr id="22" name="Content Placeholder 3">
            <a:extLst>
              <a:ext uri="{FF2B5EF4-FFF2-40B4-BE49-F238E27FC236}">
                <a16:creationId xmlns:a16="http://schemas.microsoft.com/office/drawing/2014/main" id="{C06DFC81-3912-4844-B25C-E1D7CBCD80A0}"/>
              </a:ext>
            </a:extLst>
          </p:cNvPr>
          <p:cNvSpPr>
            <a:spLocks noGrp="1"/>
          </p:cNvSpPr>
          <p:nvPr>
            <p:ph sz="half" idx="14" hasCustomPrompt="1"/>
          </p:nvPr>
        </p:nvSpPr>
        <p:spPr>
          <a:xfrm>
            <a:off x="4400414" y="2714624"/>
            <a:ext cx="3378403" cy="3194051"/>
          </a:xfrm>
        </p:spPr>
        <p:txBody>
          <a:bodyPr rtlCol="0" anchor="t">
            <a:norm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24" name="Text Placeholder 2">
            <a:extLst>
              <a:ext uri="{FF2B5EF4-FFF2-40B4-BE49-F238E27FC236}">
                <a16:creationId xmlns:a16="http://schemas.microsoft.com/office/drawing/2014/main" id="{11556C46-FD2A-4916-B30C-DB066CAEA471}"/>
              </a:ext>
            </a:extLst>
          </p:cNvPr>
          <p:cNvSpPr>
            <a:spLocks noGrp="1"/>
          </p:cNvSpPr>
          <p:nvPr>
            <p:ph type="body" idx="16" hasCustomPrompt="1"/>
          </p:nvPr>
        </p:nvSpPr>
        <p:spPr>
          <a:xfrm>
            <a:off x="8241852"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cxnSp>
        <p:nvCxnSpPr>
          <p:cNvPr id="19" name="Straight Connector 18">
            <a:extLst>
              <a:ext uri="{FF2B5EF4-FFF2-40B4-BE49-F238E27FC236}">
                <a16:creationId xmlns:a16="http://schemas.microsoft.com/office/drawing/2014/main" id="{E2328988-0888-4C1A-8F73-17D455B6F882}"/>
              </a:ext>
              <a:ext uri="{C183D7F6-B498-43B3-948B-1728B52AA6E4}">
                <adec:decorative xmlns:adec="http://schemas.microsoft.com/office/drawing/2017/decorative" val="1"/>
              </a:ext>
            </a:extLst>
          </p:cNvPr>
          <p:cNvCxnSpPr>
            <a:cxnSpLocks/>
          </p:cNvCxnSpPr>
          <p:nvPr userDrawn="1"/>
        </p:nvCxnSpPr>
        <p:spPr>
          <a:xfrm>
            <a:off x="4180115" y="2714625"/>
            <a:ext cx="0" cy="3194051"/>
          </a:xfrm>
          <a:prstGeom prst="line">
            <a:avLst/>
          </a:prstGeom>
          <a:ln>
            <a:solidFill>
              <a:schemeClr val="accent1"/>
            </a:solidFill>
          </a:ln>
        </p:spPr>
        <p:style>
          <a:lnRef idx="2">
            <a:schemeClr val="accent4"/>
          </a:lnRef>
          <a:fillRef idx="0">
            <a:schemeClr val="accent4"/>
          </a:fillRef>
          <a:effectRef idx="1">
            <a:schemeClr val="accent4"/>
          </a:effectRef>
          <a:fontRef idx="minor">
            <a:schemeClr val="tx1"/>
          </a:fontRef>
        </p:style>
      </p:cxnSp>
      <p:cxnSp>
        <p:nvCxnSpPr>
          <p:cNvPr id="20" name="Straight Connector 19">
            <a:extLst>
              <a:ext uri="{FF2B5EF4-FFF2-40B4-BE49-F238E27FC236}">
                <a16:creationId xmlns:a16="http://schemas.microsoft.com/office/drawing/2014/main" id="{D81892BA-72AB-4029-BF58-4D6F90C43628}"/>
              </a:ext>
              <a:ext uri="{C183D7F6-B498-43B3-948B-1728B52AA6E4}">
                <adec:decorative xmlns:adec="http://schemas.microsoft.com/office/drawing/2017/decorative" val="1"/>
              </a:ext>
            </a:extLst>
          </p:cNvPr>
          <p:cNvCxnSpPr>
            <a:cxnSpLocks/>
          </p:cNvCxnSpPr>
          <p:nvPr userDrawn="1"/>
        </p:nvCxnSpPr>
        <p:spPr>
          <a:xfrm>
            <a:off x="7962123" y="2714625"/>
            <a:ext cx="0" cy="3194051"/>
          </a:xfrm>
          <a:prstGeom prst="line">
            <a:avLst/>
          </a:prstGeom>
          <a:ln>
            <a:solidFill>
              <a:schemeClr val="accent1"/>
            </a:solidFill>
          </a:ln>
        </p:spPr>
        <p:style>
          <a:lnRef idx="2">
            <a:schemeClr val="accent4"/>
          </a:lnRef>
          <a:fillRef idx="0">
            <a:schemeClr val="accent4"/>
          </a:fillRef>
          <a:effectRef idx="1">
            <a:schemeClr val="accent4"/>
          </a:effectRef>
          <a:fontRef idx="minor">
            <a:schemeClr val="tx1"/>
          </a:fontRef>
        </p:style>
      </p:cxnSp>
      <p:sp>
        <p:nvSpPr>
          <p:cNvPr id="21" name="Text Placeholder 2">
            <a:extLst>
              <a:ext uri="{FF2B5EF4-FFF2-40B4-BE49-F238E27FC236}">
                <a16:creationId xmlns:a16="http://schemas.microsoft.com/office/drawing/2014/main" id="{8E232301-6803-418F-8637-ABBAC64416DA}"/>
              </a:ext>
            </a:extLst>
          </p:cNvPr>
          <p:cNvSpPr>
            <a:spLocks noGrp="1"/>
          </p:cNvSpPr>
          <p:nvPr>
            <p:ph type="body" idx="13" hasCustomPrompt="1"/>
          </p:nvPr>
        </p:nvSpPr>
        <p:spPr>
          <a:xfrm>
            <a:off x="4496836" y="2023139"/>
            <a:ext cx="3198328" cy="536005"/>
          </a:xfrm>
        </p:spPr>
        <p:txBody>
          <a:bodyPr rtlCol="0" anchor="ctr" anchorCtr="0">
            <a:noAutofit/>
          </a:bodyPr>
          <a:lstStyle>
            <a:lvl1pPr marL="0" indent="0" algn="ctr">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Tree>
    <p:extLst>
      <p:ext uri="{BB962C8B-B14F-4D97-AF65-F5344CB8AC3E}">
        <p14:creationId xmlns:p14="http://schemas.microsoft.com/office/powerpoint/2010/main" val="1646007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14/09/2026 13:12</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87481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14/09/2026 13:12</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533386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14/09/2026 13:12</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25908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solidFill>
                  <a:srgbClr val="903163"/>
                </a:solidFill>
              </a:defRPr>
            </a:lvl1pPr>
          </a:lstStyle>
          <a:p>
            <a:pPr rtl="0"/>
            <a:fld id="{CA6BB528-6198-45A4-8D5E-6DD94DE6646F}" type="datetime8">
              <a:rPr lang="en-GB" noProof="0" smtClean="0"/>
              <a:t>14/09/2026 13:12</a:t>
            </a:fld>
            <a:endParaRPr lang="en-GB" noProof="0"/>
          </a:p>
        </p:txBody>
      </p:sp>
      <p:sp>
        <p:nvSpPr>
          <p:cNvPr id="3" name="Footer Placeholder 2"/>
          <p:cNvSpPr>
            <a:spLocks noGrp="1"/>
          </p:cNvSpPr>
          <p:nvPr>
            <p:ph type="ftr" sz="quarter" idx="11"/>
          </p:nvPr>
        </p:nvSpPr>
        <p:spPr/>
        <p:txBody>
          <a:bodyPr rtlCol="0"/>
          <a:lstStyle>
            <a:lvl1pPr>
              <a:defRPr>
                <a:solidFill>
                  <a:srgbClr val="903163"/>
                </a:solidFill>
              </a:defRPr>
            </a:lvl1pPr>
          </a:lstStyle>
          <a:p>
            <a:pPr rtl="0"/>
            <a:r>
              <a:rPr lang="en-GB" noProof="0"/>
              <a:t>ADD A FOOTER</a:t>
            </a:r>
          </a:p>
        </p:txBody>
      </p:sp>
      <p:sp>
        <p:nvSpPr>
          <p:cNvPr id="4" name="Slide Number Placeholder 3"/>
          <p:cNvSpPr>
            <a:spLocks noGrp="1"/>
          </p:cNvSpPr>
          <p:nvPr>
            <p:ph type="sldNum" sz="quarter" idx="12"/>
          </p:nvPr>
        </p:nvSpPr>
        <p:spPr/>
        <p:txBody>
          <a:bodyPr rtlCol="0"/>
          <a:lstStyle>
            <a:lvl1pPr>
              <a:defRPr>
                <a:solidFill>
                  <a:srgbClr val="903163"/>
                </a:solidFill>
              </a:defRPr>
            </a:lvl1pPr>
          </a:lstStyle>
          <a:p>
            <a:pPr rtl="0"/>
            <a:fld id="{C5C3056E-1632-4A65-A24F-3F10A1450A6E}" type="slidenum">
              <a:rPr lang="en-GB" noProof="0" smtClean="0"/>
              <a:pPr/>
              <a:t>‹#›</a:t>
            </a:fld>
            <a:endParaRPr lang="en-GB" noProof="0"/>
          </a:p>
        </p:txBody>
      </p:sp>
      <p:sp>
        <p:nvSpPr>
          <p:cNvPr id="5" name="Title 4">
            <a:extLst>
              <a:ext uri="{FF2B5EF4-FFF2-40B4-BE49-F238E27FC236}">
                <a16:creationId xmlns:a16="http://schemas.microsoft.com/office/drawing/2014/main" id="{DFBB0525-CFF9-4A39-B5EA-579253994F60}"/>
              </a:ext>
            </a:extLst>
          </p:cNvPr>
          <p:cNvSpPr>
            <a:spLocks noGrp="1"/>
          </p:cNvSpPr>
          <p:nvPr>
            <p:ph type="title"/>
          </p:nvPr>
        </p:nvSpPr>
        <p:spPr/>
        <p:txBody>
          <a:bodyPr rtlCol="0"/>
          <a:lstStyle>
            <a:lvl1pPr>
              <a:defRPr>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6626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C994CB-2BC6-164B-80D4-304B4CB6D8C3}"/>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hasCustomPrompt="1"/>
          </p:nvPr>
        </p:nvSpPr>
        <p:spPr>
          <a:xfrm>
            <a:off x="581192" y="2180496"/>
            <a:ext cx="11029615" cy="367830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5047E1E8-52C1-4CF6-8E50-E4E6A81E9407}" type="datetime8">
              <a:rPr lang="en-GB" noProof="0" smtClean="0"/>
              <a:t>14/09/2026 13:12</a:t>
            </a:fld>
            <a:endParaRPr lang="en-GB" noProof="0"/>
          </a:p>
        </p:txBody>
      </p:sp>
      <p:sp>
        <p:nvSpPr>
          <p:cNvPr id="5" name="Footer Placeholder 4"/>
          <p:cNvSpPr>
            <a:spLocks noGrp="1"/>
          </p:cNvSpPr>
          <p:nvPr>
            <p:ph type="ftr" sz="quarter" idx="11"/>
          </p:nvPr>
        </p:nvSpPr>
        <p:spPr/>
        <p:txBody>
          <a:bodyPr rtlCol="0"/>
          <a:lstStyle/>
          <a:p>
            <a:pPr rtl="0"/>
            <a:r>
              <a:rPr lang="en-GB" noProof="0"/>
              <a:t>ADD A FOOTER</a:t>
            </a:r>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B5BE0FDB-DB48-E242-8A1F-5B06F79B404A}"/>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2546653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Rectangle 6"/>
          <p:cNvSpPr>
            <a:spLocks noChangeAspect="1"/>
          </p:cNvSpPr>
          <p:nvPr/>
        </p:nvSpPr>
        <p:spPr bwMode="white">
          <a:xfrm>
            <a:off x="440683"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Date Placeholder 2"/>
          <p:cNvSpPr>
            <a:spLocks noGrp="1"/>
          </p:cNvSpPr>
          <p:nvPr>
            <p:ph type="dt" sz="half" idx="10"/>
          </p:nvPr>
        </p:nvSpPr>
        <p:spPr/>
        <p:txBody>
          <a:bodyPr rtlCol="0"/>
          <a:lstStyle/>
          <a:p>
            <a:pPr rtl="0"/>
            <a:fld id="{6FDCD6C7-E4EE-4F90-96F6-3EFFFF399AE7}" type="datetime8">
              <a:rPr lang="en-GB" noProof="0" smtClean="0"/>
              <a:t>14/09/2026 13:12</a:t>
            </a:fld>
            <a:endParaRPr lang="en-GB" noProof="0"/>
          </a:p>
        </p:txBody>
      </p:sp>
      <p:sp>
        <p:nvSpPr>
          <p:cNvPr id="4" name="Footer Placeholder 3"/>
          <p:cNvSpPr>
            <a:spLocks noGrp="1"/>
          </p:cNvSpPr>
          <p:nvPr>
            <p:ph type="ftr" sz="quarter" idx="11"/>
          </p:nvPr>
        </p:nvSpPr>
        <p:spPr/>
        <p:txBody>
          <a:bodyPr rtlCol="0"/>
          <a:lstStyle/>
          <a:p>
            <a:pPr rtl="0"/>
            <a:r>
              <a:rPr lang="en-GB" noProof="0"/>
              <a:t>ADD A FOOTER</a:t>
            </a:r>
          </a:p>
        </p:txBody>
      </p:sp>
      <p:sp>
        <p:nvSpPr>
          <p:cNvPr id="5" name="Slide Number Placeholder 4"/>
          <p:cNvSpPr>
            <a:spLocks noGrp="1"/>
          </p:cNvSpPr>
          <p:nvPr>
            <p:ph type="sldNum" sz="quarter" idx="12"/>
          </p:nvPr>
        </p:nvSpPr>
        <p:spPr/>
        <p:txBody>
          <a:bodyPr rtlCol="0"/>
          <a:lstStyle/>
          <a:p>
            <a:pPr rtl="0"/>
            <a:fld id="{C5C3056E-1632-4A65-A24F-3F10A1450A6E}" type="slidenum">
              <a:rPr lang="en-GB" noProof="0" smtClean="0"/>
              <a:t>‹#›</a:t>
            </a:fld>
            <a:endParaRPr lang="en-GB" noProof="0"/>
          </a:p>
        </p:txBody>
      </p:sp>
      <p:sp>
        <p:nvSpPr>
          <p:cNvPr id="9" name="Title 1">
            <a:extLst>
              <a:ext uri="{FF2B5EF4-FFF2-40B4-BE49-F238E27FC236}">
                <a16:creationId xmlns:a16="http://schemas.microsoft.com/office/drawing/2014/main" id="{5CEC16FA-81A4-6F41-9FCE-6262A4533E5C}"/>
              </a:ext>
            </a:extLst>
          </p:cNvPr>
          <p:cNvSpPr>
            <a:spLocks noGrp="1"/>
          </p:cNvSpPr>
          <p:nvPr>
            <p:ph type="title"/>
          </p:nvPr>
        </p:nvSpPr>
        <p:spPr>
          <a:xfrm>
            <a:off x="581193" y="729658"/>
            <a:ext cx="11029616" cy="988332"/>
          </a:xfrm>
        </p:spPr>
        <p:txBody>
          <a:bodyPr rtlCol="0" anchor="ctr" anchorCtr="0">
            <a:normAutofit/>
          </a:bodyPr>
          <a:lstStyle>
            <a:lvl1pPr algn="ctr">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154544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02C090-E06A-2323-54E2-B72B28ECD2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90598C3-F60D-F9E1-CC97-87D18BD372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C2A7771-BC08-A211-B14D-F6B3CE3126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04F017CE-065A-4C2C-9C15-92CA7F8C3661}" type="datetime8">
              <a:rPr lang="en-GB" noProof="0" smtClean="0"/>
              <a:t>14/09/2026 13:12</a:t>
            </a:fld>
            <a:endParaRPr lang="en-GB" noProof="0"/>
          </a:p>
        </p:txBody>
      </p:sp>
      <p:sp>
        <p:nvSpPr>
          <p:cNvPr id="5" name="Footer Placeholder 4">
            <a:extLst>
              <a:ext uri="{FF2B5EF4-FFF2-40B4-BE49-F238E27FC236}">
                <a16:creationId xmlns:a16="http://schemas.microsoft.com/office/drawing/2014/main" id="{24B65661-364C-5B31-19D2-952213771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en-GB" noProof="0"/>
              <a:t>ADD A FOOTER</a:t>
            </a:r>
          </a:p>
        </p:txBody>
      </p:sp>
      <p:sp>
        <p:nvSpPr>
          <p:cNvPr id="6" name="Slide Number Placeholder 5">
            <a:extLst>
              <a:ext uri="{FF2B5EF4-FFF2-40B4-BE49-F238E27FC236}">
                <a16:creationId xmlns:a16="http://schemas.microsoft.com/office/drawing/2014/main" id="{C1C180F2-3CFC-2FCF-5811-D1C51AB707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C5C3056E-1632-4A65-A24F-3F10A1450A6E}" type="slidenum">
              <a:rPr lang="en-GB" noProof="0" smtClean="0"/>
              <a:t>‹#›</a:t>
            </a:fld>
            <a:endParaRPr lang="en-GB" noProof="0"/>
          </a:p>
        </p:txBody>
      </p:sp>
    </p:spTree>
    <p:extLst>
      <p:ext uri="{BB962C8B-B14F-4D97-AF65-F5344CB8AC3E}">
        <p14:creationId xmlns:p14="http://schemas.microsoft.com/office/powerpoint/2010/main" val="407918208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8" r:id="rId13"/>
    <p:sldLayoutId id="2147483689" r:id="rId14"/>
    <p:sldLayoutId id="2147483690" r:id="rId15"/>
    <p:sldLayoutId id="2147483691" r:id="rId16"/>
    <p:sldLayoutId id="2147483662" r:id="rId17"/>
    <p:sldLayoutId id="2147483666" r:id="rId1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nu.edu/blog/how-to-present-dissertation-findings/#:~:text=Organize%20your%20presentation%20in%20a,and%20implications%20of%20your%20research"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methods.sagepub.com/book/mono/understanding-and-evaluating-research/chpt/13-results-finding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www.nu.edu/blog/how-to-present-dissertation-findings/#:~:text=Organize%20your%20presentation%20in%20a,and%20implications%20of%20your%20research"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9EA0F-FD88-464F-99D9-0E151D11E785}"/>
              </a:ext>
            </a:extLst>
          </p:cNvPr>
          <p:cNvSpPr>
            <a:spLocks noGrp="1"/>
          </p:cNvSpPr>
          <p:nvPr>
            <p:ph type="title"/>
          </p:nvPr>
        </p:nvSpPr>
        <p:spPr>
          <a:xfrm>
            <a:off x="1524000" y="1293338"/>
            <a:ext cx="9144000" cy="2135662"/>
          </a:xfrm>
        </p:spPr>
        <p:txBody>
          <a:bodyPr vert="horz" lIns="91440" tIns="45720" rIns="91440" bIns="45720" rtlCol="0" anchor="ctr">
            <a:normAutofit/>
          </a:bodyPr>
          <a:lstStyle/>
          <a:p>
            <a:pPr algn="ctr"/>
            <a:r>
              <a:rPr lang="en-US" sz="7200" kern="1200" dirty="0">
                <a:solidFill>
                  <a:schemeClr val="tx1"/>
                </a:solidFill>
                <a:latin typeface="Arial" panose="020B0604020202020204" pitchFamily="34" charset="0"/>
                <a:cs typeface="Arial" panose="020B0604020202020204" pitchFamily="34" charset="0"/>
              </a:rPr>
              <a:t>Semester Two – </a:t>
            </a:r>
            <a:br>
              <a:rPr lang="en-US" sz="7200" kern="1200" dirty="0">
                <a:solidFill>
                  <a:schemeClr val="tx1"/>
                </a:solidFill>
                <a:latin typeface="Arial" panose="020B0604020202020204" pitchFamily="34" charset="0"/>
                <a:cs typeface="Arial" panose="020B0604020202020204" pitchFamily="34" charset="0"/>
              </a:rPr>
            </a:br>
            <a:r>
              <a:rPr lang="en-US" kern="1200" dirty="0">
                <a:solidFill>
                  <a:schemeClr val="tx1"/>
                </a:solidFill>
                <a:latin typeface="Arial" panose="020B0604020202020204" pitchFamily="34" charset="0"/>
                <a:cs typeface="Arial" panose="020B0604020202020204" pitchFamily="34" charset="0"/>
              </a:rPr>
              <a:t>Weeks 6 &amp; 7: </a:t>
            </a:r>
          </a:p>
        </p:txBody>
      </p:sp>
      <p:sp>
        <p:nvSpPr>
          <p:cNvPr id="3" name="Subtitle 2">
            <a:extLst>
              <a:ext uri="{FF2B5EF4-FFF2-40B4-BE49-F238E27FC236}">
                <a16:creationId xmlns:a16="http://schemas.microsoft.com/office/drawing/2014/main" id="{7932A20C-8823-4E5C-BF21-C75BA56E76DE}"/>
              </a:ext>
            </a:extLst>
          </p:cNvPr>
          <p:cNvSpPr>
            <a:spLocks noGrp="1"/>
          </p:cNvSpPr>
          <p:nvPr>
            <p:ph type="body" idx="1"/>
          </p:nvPr>
        </p:nvSpPr>
        <p:spPr bwMode="black">
          <a:xfrm>
            <a:off x="1524000" y="3140770"/>
            <a:ext cx="9144000" cy="2319120"/>
          </a:xfrm>
        </p:spPr>
        <p:txBody>
          <a:bodyPr vert="horz" lIns="91440" tIns="45720" rIns="91440" bIns="45720" rtlCol="0" anchor="ctr">
            <a:noAutofit/>
          </a:bodyPr>
          <a:lstStyle/>
          <a:p>
            <a:pPr algn="ctr">
              <a:spcAft>
                <a:spcPts val="3000"/>
              </a:spcAft>
            </a:pPr>
            <a:r>
              <a:rPr lang="en-US" sz="1800" kern="1200" cap="none">
                <a:solidFill>
                  <a:schemeClr val="tx1"/>
                </a:solidFill>
                <a:latin typeface="Arial" panose="020B0604020202020204" pitchFamily="34" charset="0"/>
                <a:cs typeface="Arial" panose="020B0604020202020204" pitchFamily="34" charset="0"/>
              </a:rPr>
              <a:t>Elucidating Research Results (Findings)</a:t>
            </a:r>
          </a:p>
          <a:p>
            <a:pPr algn="ctr">
              <a:spcAft>
                <a:spcPts val="3000"/>
              </a:spcAft>
            </a:pPr>
            <a:r>
              <a:rPr lang="en-US" sz="1800" kern="1200" cap="none">
                <a:solidFill>
                  <a:schemeClr val="tx1"/>
                </a:solidFill>
                <a:latin typeface="Arial" panose="020B0604020202020204" pitchFamily="34" charset="0"/>
                <a:cs typeface="Arial" panose="020B0604020202020204" pitchFamily="34" charset="0"/>
              </a:rPr>
              <a:t>Interpretation and Discussion of Results</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03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2FC2D37-B308-D958-F402-373FAD51DE59}"/>
              </a:ext>
            </a:extLst>
          </p:cNvPr>
          <p:cNvPicPr>
            <a:picLocks noChangeAspect="1"/>
          </p:cNvPicPr>
          <p:nvPr/>
        </p:nvPicPr>
        <p:blipFill>
          <a:blip r:embed="rId2"/>
          <a:stretch>
            <a:fillRect/>
          </a:stretch>
        </p:blipFill>
        <p:spPr>
          <a:xfrm>
            <a:off x="3972031" y="643467"/>
            <a:ext cx="4247938" cy="5571066"/>
          </a:xfrm>
          <a:prstGeom prst="rect">
            <a:avLst/>
          </a:prstGeom>
        </p:spPr>
      </p:pic>
    </p:spTree>
    <p:extLst>
      <p:ext uri="{BB962C8B-B14F-4D97-AF65-F5344CB8AC3E}">
        <p14:creationId xmlns:p14="http://schemas.microsoft.com/office/powerpoint/2010/main" val="3904868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5614277E-CACC-4F9D-8C27-FB73FCBFB4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925" y="633056"/>
            <a:ext cx="1152000" cy="1152000"/>
          </a:xfrm>
          <a:prstGeom prst="rect">
            <a:avLst/>
          </a:prstGeom>
        </p:spPr>
      </p:pic>
      <p:sp>
        <p:nvSpPr>
          <p:cNvPr id="2" name="Title 1">
            <a:extLst>
              <a:ext uri="{FF2B5EF4-FFF2-40B4-BE49-F238E27FC236}">
                <a16:creationId xmlns:a16="http://schemas.microsoft.com/office/drawing/2014/main" id="{AC93C0E1-1796-41B4-AF64-2A823C4C83E8}"/>
              </a:ext>
            </a:extLst>
          </p:cNvPr>
          <p:cNvSpPr>
            <a:spLocks noGrp="1"/>
          </p:cNvSpPr>
          <p:nvPr>
            <p:ph type="title"/>
          </p:nvPr>
        </p:nvSpPr>
        <p:spPr>
          <a:xfrm>
            <a:off x="1865925" y="729658"/>
            <a:ext cx="8878275" cy="988332"/>
          </a:xfrm>
        </p:spPr>
        <p:txBody>
          <a:bodyPr rtlCol="0">
            <a:normAutofit fontScale="90000"/>
          </a:bodyPr>
          <a:lstStyle/>
          <a:p>
            <a:pPr rtl="0"/>
            <a:r>
              <a:rPr lang="en-US" dirty="0">
                <a:solidFill>
                  <a:schemeClr val="bg1"/>
                </a:solidFill>
              </a:rPr>
              <a:t>6. Elucidating Research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D5B13C35-702B-4BCE-824F-AAADB30905F6}"/>
              </a:ext>
            </a:extLst>
          </p:cNvPr>
          <p:cNvSpPr>
            <a:spLocks noGrp="1"/>
          </p:cNvSpPr>
          <p:nvPr>
            <p:ph idx="1"/>
          </p:nvPr>
        </p:nvSpPr>
        <p:spPr>
          <a:xfrm>
            <a:off x="581192" y="2180496"/>
            <a:ext cx="11029615" cy="4172803"/>
          </a:xfrm>
        </p:spPr>
        <p:txBody>
          <a:bodyPr rtlCol="0">
            <a:normAutofit/>
          </a:bodyPr>
          <a:lstStyle/>
          <a:p>
            <a:pPr rtl="0"/>
            <a:r>
              <a:rPr lang="en-US" sz="2400" dirty="0"/>
              <a:t>I have based the following introductory notes on the prescribed text of Kumar (2011), “Chapter 17 - Writing a Research Report”. </a:t>
            </a:r>
          </a:p>
          <a:p>
            <a:pPr rtl="0"/>
            <a:r>
              <a:rPr lang="en-US" sz="2400" dirty="0"/>
              <a:t>Additional material is drawn from related citations and noted accordingly. </a:t>
            </a:r>
          </a:p>
          <a:p>
            <a:pPr rtl="0"/>
            <a:r>
              <a:rPr lang="en-US" sz="2400" dirty="0"/>
              <a:t>Effectively presenting your results or findings is crucial for highlighting the significance and implications of your research within the academic community. </a:t>
            </a:r>
          </a:p>
          <a:p>
            <a:pPr rtl="0"/>
            <a:r>
              <a:rPr lang="en-US" sz="2400" dirty="0"/>
              <a:t>This involves understanding and interpreting your findings, creating a coherent findings section, articulating results clearly and accurately, using visual aids, and placing findings within the scholarly discourse. </a:t>
            </a:r>
            <a:endParaRPr lang="en-GB" sz="2400" dirty="0"/>
          </a:p>
          <a:p>
            <a:pPr rtl="0"/>
            <a:endParaRPr lang="en-GB" dirty="0"/>
          </a:p>
        </p:txBody>
      </p:sp>
      <p:sp>
        <p:nvSpPr>
          <p:cNvPr id="6" name="TextBox 5">
            <a:extLst>
              <a:ext uri="{FF2B5EF4-FFF2-40B4-BE49-F238E27FC236}">
                <a16:creationId xmlns:a16="http://schemas.microsoft.com/office/drawing/2014/main" id="{D0EF23D4-AC3C-E6D4-379E-C8A9F1CFE5CE}"/>
              </a:ext>
            </a:extLst>
          </p:cNvPr>
          <p:cNvSpPr txBox="1"/>
          <p:nvPr/>
        </p:nvSpPr>
        <p:spPr>
          <a:xfrm>
            <a:off x="372533" y="5825409"/>
            <a:ext cx="11506200" cy="276999"/>
          </a:xfrm>
          <a:prstGeom prst="rect">
            <a:avLst/>
          </a:prstGeom>
          <a:noFill/>
        </p:spPr>
        <p:txBody>
          <a:bodyPr wrap="square">
            <a:spAutoFit/>
          </a:bodyPr>
          <a:lstStyle/>
          <a:p>
            <a:r>
              <a:rPr lang="en-US" sz="12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4"/>
              </a:rPr>
              <a:t>https://www.nu.edu/blog/how-to-present-dissertation-findings/#:~:text=Organize%20your%20presentation%20in%20a,and%20implications%20of%20your%20research</a:t>
            </a:r>
            <a:r>
              <a:rPr lang="en-US" sz="1200" dirty="0">
                <a:effectLst/>
                <a:latin typeface="Aptos" panose="020B0004020202020204" pitchFamily="34" charset="0"/>
                <a:ea typeface="Aptos" panose="020B0004020202020204" pitchFamily="34" charset="0"/>
                <a:cs typeface="Times New Roman" panose="02020603050405020304" pitchFamily="18" charset="0"/>
              </a:rPr>
              <a:t>.</a:t>
            </a:r>
            <a:endParaRPr lang="en-GB" sz="1200" dirty="0"/>
          </a:p>
        </p:txBody>
      </p:sp>
    </p:spTree>
    <p:extLst>
      <p:ext uri="{BB962C8B-B14F-4D97-AF65-F5344CB8AC3E}">
        <p14:creationId xmlns:p14="http://schemas.microsoft.com/office/powerpoint/2010/main" val="109803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9C9EA133-4FC0-3B6F-69B4-038B80563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D9C4A-E78A-062F-4561-38163E59DFBA}"/>
              </a:ext>
            </a:extLst>
          </p:cNvPr>
          <p:cNvSpPr>
            <a:spLocks noGrp="1"/>
          </p:cNvSpPr>
          <p:nvPr>
            <p:ph type="title"/>
          </p:nvPr>
        </p:nvSpPr>
        <p:spPr/>
        <p:txBody>
          <a:bodyPr rtlCol="0" anchor="ctr">
            <a:normAutofit/>
          </a:bodyPr>
          <a:lstStyle/>
          <a:p>
            <a:pPr rtl="0"/>
            <a:r>
              <a:rPr lang="en-US" sz="3700" dirty="0"/>
              <a:t>Elucidating Research Results (Findings)</a:t>
            </a:r>
            <a:endParaRPr lang="en-GB" sz="3700" dirty="0"/>
          </a:p>
        </p:txBody>
      </p:sp>
      <p:sp>
        <p:nvSpPr>
          <p:cNvPr id="3" name="Content Placeholder 2">
            <a:extLst>
              <a:ext uri="{FF2B5EF4-FFF2-40B4-BE49-F238E27FC236}">
                <a16:creationId xmlns:a16="http://schemas.microsoft.com/office/drawing/2014/main" id="{A87914C8-3C5F-69C8-8902-0DE307CA4492}"/>
              </a:ext>
            </a:extLst>
          </p:cNvPr>
          <p:cNvSpPr>
            <a:spLocks noGrp="1"/>
          </p:cNvSpPr>
          <p:nvPr>
            <p:ph sz="half" idx="1"/>
          </p:nvPr>
        </p:nvSpPr>
        <p:spPr/>
        <p:txBody>
          <a:bodyPr rtlCol="0" anchor="t">
            <a:noAutofit/>
          </a:bodyPr>
          <a:lstStyle/>
          <a:p>
            <a:r>
              <a:rPr lang="en-US" sz="2400" dirty="0"/>
              <a:t>Generally speaking, there is no real difference between the two. </a:t>
            </a:r>
          </a:p>
          <a:p>
            <a:r>
              <a:rPr lang="en-US" sz="2400" dirty="0"/>
              <a:t>In most papers, they are used interchangeably. However, it helps to be consistent throughout the paper. </a:t>
            </a:r>
          </a:p>
          <a:p>
            <a:r>
              <a:rPr lang="en-US" sz="2400" dirty="0"/>
              <a:t>So, if you have used ‘findings’ the first time, you need to use only that throughout the paper and not switch back and forth between ‘findings’ and ‘results’.</a:t>
            </a:r>
            <a:endParaRPr lang="en-GB" sz="2400" dirty="0"/>
          </a:p>
          <a:p>
            <a:pPr rtl="0"/>
            <a:endParaRPr lang="en-GB" sz="2400" dirty="0"/>
          </a:p>
        </p:txBody>
      </p:sp>
      <p:pic>
        <p:nvPicPr>
          <p:cNvPr id="4" name="Graphic 3" descr="Teacher">
            <a:extLst>
              <a:ext uri="{FF2B5EF4-FFF2-40B4-BE49-F238E27FC236}">
                <a16:creationId xmlns:a16="http://schemas.microsoft.com/office/drawing/2014/main" id="{D92C7E96-6D4D-30C9-9F10-08DAD04010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2064" y="1612476"/>
            <a:ext cx="3633047" cy="3633047"/>
          </a:xfrm>
          <a:prstGeom prst="rect">
            <a:avLst/>
          </a:prstGeom>
        </p:spPr>
      </p:pic>
    </p:spTree>
    <p:extLst>
      <p:ext uri="{BB962C8B-B14F-4D97-AF65-F5344CB8AC3E}">
        <p14:creationId xmlns:p14="http://schemas.microsoft.com/office/powerpoint/2010/main" val="333860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100000">
              <a:schemeClr val="accent4">
                <a:lumMod val="60000"/>
                <a:lumOff val="40000"/>
              </a:schemeClr>
            </a:gs>
          </a:gsLst>
          <a:path path="circle">
            <a:fillToRect l="50000" t="50000" r="100000" b="100000"/>
          </a:path>
          <a:tileRect/>
        </a:gradFill>
        <a:effectLst/>
      </p:bgPr>
    </p:bg>
    <p:spTree>
      <p:nvGrpSpPr>
        <p:cNvPr id="1" name="">
          <a:extLst>
            <a:ext uri="{FF2B5EF4-FFF2-40B4-BE49-F238E27FC236}">
              <a16:creationId xmlns:a16="http://schemas.microsoft.com/office/drawing/2014/main" id="{51920791-755B-57CE-C89A-850C12ED4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DFB45-BE9B-9CBE-2E69-D0463A93F181}"/>
              </a:ext>
            </a:extLst>
          </p:cNvPr>
          <p:cNvSpPr>
            <a:spLocks noGrp="1"/>
          </p:cNvSpPr>
          <p:nvPr>
            <p:ph type="title"/>
          </p:nvPr>
        </p:nvSpPr>
        <p:spPr/>
        <p:txBody>
          <a:bodyPr rtlCol="0" anchor="ctr">
            <a:normAutofit/>
          </a:bodyPr>
          <a:lstStyle/>
          <a:p>
            <a:pPr rtl="0"/>
            <a:r>
              <a:rPr lang="en-US" sz="3700" dirty="0"/>
              <a:t>Elucidating Research Results (Findings)</a:t>
            </a:r>
            <a:endParaRPr lang="en-GB" sz="3700" dirty="0"/>
          </a:p>
        </p:txBody>
      </p:sp>
      <p:sp>
        <p:nvSpPr>
          <p:cNvPr id="3" name="Content Placeholder 2">
            <a:extLst>
              <a:ext uri="{FF2B5EF4-FFF2-40B4-BE49-F238E27FC236}">
                <a16:creationId xmlns:a16="http://schemas.microsoft.com/office/drawing/2014/main" id="{04113D17-4B4A-8F6A-5F89-4B592D1E9BA4}"/>
              </a:ext>
            </a:extLst>
          </p:cNvPr>
          <p:cNvSpPr>
            <a:spLocks noGrp="1"/>
          </p:cNvSpPr>
          <p:nvPr>
            <p:ph sz="half" idx="1"/>
          </p:nvPr>
        </p:nvSpPr>
        <p:spPr>
          <a:xfrm>
            <a:off x="838199" y="1825625"/>
            <a:ext cx="7907867" cy="4351338"/>
          </a:xfrm>
        </p:spPr>
        <p:txBody>
          <a:bodyPr rtlCol="0" anchor="t">
            <a:noAutofit/>
          </a:bodyPr>
          <a:lstStyle/>
          <a:p>
            <a:r>
              <a:rPr lang="en-US" sz="2400" dirty="0"/>
              <a:t>Technically or academically speaking, ‘findings’ seems to be used more for qualitative studies whereas ‘results’ seems to be used more for quantitative studies. </a:t>
            </a:r>
          </a:p>
          <a:p>
            <a:r>
              <a:rPr lang="en-US" sz="2400" dirty="0"/>
              <a:t>For example, in an IT study, you may say ‘</a:t>
            </a:r>
            <a:r>
              <a:rPr lang="en-US" sz="2400" i="1" dirty="0"/>
              <a:t>It was </a:t>
            </a:r>
            <a:r>
              <a:rPr lang="en-US" sz="2400" b="1" i="1" dirty="0"/>
              <a:t>found</a:t>
            </a:r>
            <a:r>
              <a:rPr lang="en-US" sz="2400" i="1" dirty="0"/>
              <a:t> that when IT executives aimed to build rapport with staff, it led to positive performance 72% of the time compared with 38% of the time when no rapport was built</a:t>
            </a:r>
            <a:r>
              <a:rPr lang="en-US" sz="2400" dirty="0"/>
              <a:t>.’ </a:t>
            </a:r>
          </a:p>
          <a:p>
            <a:r>
              <a:rPr lang="en-US" sz="2400" dirty="0"/>
              <a:t>On the other hand, for another IT study, you may say ‘</a:t>
            </a:r>
            <a:r>
              <a:rPr lang="en-US" sz="2400" i="1" dirty="0"/>
              <a:t>The combination of X and Y </a:t>
            </a:r>
            <a:r>
              <a:rPr lang="en-US" sz="2400" b="1" i="1" dirty="0"/>
              <a:t>results</a:t>
            </a:r>
            <a:r>
              <a:rPr lang="en-US" sz="2400" i="1" dirty="0"/>
              <a:t> in outcome Z</a:t>
            </a:r>
            <a:r>
              <a:rPr lang="en-US" sz="2400" dirty="0"/>
              <a:t>.’ </a:t>
            </a:r>
          </a:p>
          <a:p>
            <a:r>
              <a:rPr lang="en-US" sz="2400" dirty="0"/>
              <a:t>For more information on this distinction, you may refer to the work done by (McGregor, 2018).</a:t>
            </a:r>
            <a:endParaRPr lang="en-GB" sz="2400" dirty="0"/>
          </a:p>
        </p:txBody>
      </p:sp>
      <p:pic>
        <p:nvPicPr>
          <p:cNvPr id="4" name="Graphic 3" descr="Teacher">
            <a:extLst>
              <a:ext uri="{FF2B5EF4-FFF2-40B4-BE49-F238E27FC236}">
                <a16:creationId xmlns:a16="http://schemas.microsoft.com/office/drawing/2014/main" id="{6958EA69-3DB4-C4E5-BE88-554F3B93EC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8953" y="1612476"/>
            <a:ext cx="3633047" cy="3633047"/>
          </a:xfrm>
          <a:prstGeom prst="rect">
            <a:avLst/>
          </a:prstGeom>
        </p:spPr>
      </p:pic>
      <p:sp>
        <p:nvSpPr>
          <p:cNvPr id="6" name="TextBox 5">
            <a:extLst>
              <a:ext uri="{FF2B5EF4-FFF2-40B4-BE49-F238E27FC236}">
                <a16:creationId xmlns:a16="http://schemas.microsoft.com/office/drawing/2014/main" id="{E7F7E03D-EE13-BF91-1376-3B502EB31C2A}"/>
              </a:ext>
            </a:extLst>
          </p:cNvPr>
          <p:cNvSpPr txBox="1"/>
          <p:nvPr/>
        </p:nvSpPr>
        <p:spPr>
          <a:xfrm>
            <a:off x="2252133" y="6311900"/>
            <a:ext cx="7687733" cy="276999"/>
          </a:xfrm>
          <a:prstGeom prst="rect">
            <a:avLst/>
          </a:prstGeom>
          <a:noFill/>
        </p:spPr>
        <p:txBody>
          <a:bodyPr wrap="square">
            <a:spAutoFit/>
          </a:bodyPr>
          <a:lstStyle/>
          <a:p>
            <a:pPr>
              <a:spcAft>
                <a:spcPts val="1000"/>
              </a:spcAft>
            </a:pPr>
            <a:r>
              <a:rPr lang="en-US" sz="1800" baseline="300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4"/>
              </a:rPr>
              <a:t>https://methods.sagepub.com/book/mono/understanding-and-evaluating-research/chpt/13-results-findings</a:t>
            </a:r>
            <a:endParaRPr lang="en-US" sz="1800" baseline="30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2616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91BA-6A80-A2B2-483A-1B4296101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E61A-4802-CF36-6EF3-4812ADF2CC27}"/>
              </a:ext>
            </a:extLst>
          </p:cNvPr>
          <p:cNvSpPr>
            <a:spLocks noGrp="1"/>
          </p:cNvSpPr>
          <p:nvPr>
            <p:ph type="title"/>
          </p:nvPr>
        </p:nvSpPr>
        <p:spPr>
          <a:xfrm>
            <a:off x="838200" y="546274"/>
            <a:ext cx="10515600" cy="1325563"/>
          </a:xfrm>
        </p:spPr>
        <p:txBody>
          <a:bodyPr rtlCol="0">
            <a:normAutofit/>
          </a:bodyPr>
          <a:lstStyle/>
          <a:p>
            <a:pPr rtl="0"/>
            <a:r>
              <a:rPr lang="en-GB" dirty="0">
                <a:solidFill>
                  <a:schemeClr val="bg1"/>
                </a:solidFill>
              </a:rPr>
              <a:t>A. </a:t>
            </a:r>
            <a:r>
              <a:rPr lang="en-US" dirty="0">
                <a:solidFill>
                  <a:schemeClr val="bg1"/>
                </a:solidFill>
              </a:rPr>
              <a:t>Purpose of the Findings Section</a:t>
            </a:r>
            <a:endParaRPr lang="en-GB" dirty="0">
              <a:solidFill>
                <a:schemeClr val="bg1"/>
              </a:solidFill>
            </a:endParaRPr>
          </a:p>
        </p:txBody>
      </p:sp>
      <p:sp>
        <p:nvSpPr>
          <p:cNvPr id="3" name="Content Placeholder 2">
            <a:extLst>
              <a:ext uri="{FF2B5EF4-FFF2-40B4-BE49-F238E27FC236}">
                <a16:creationId xmlns:a16="http://schemas.microsoft.com/office/drawing/2014/main" id="{7969D62B-51CF-7B2C-7B5C-C4706144D2AB}"/>
              </a:ext>
            </a:extLst>
          </p:cNvPr>
          <p:cNvSpPr>
            <a:spLocks noGrp="1"/>
          </p:cNvSpPr>
          <p:nvPr>
            <p:ph idx="1"/>
          </p:nvPr>
        </p:nvSpPr>
        <p:spPr>
          <a:xfrm>
            <a:off x="838200" y="2237173"/>
            <a:ext cx="10515600" cy="3939790"/>
          </a:xfrm>
        </p:spPr>
        <p:txBody>
          <a:bodyPr rtlCol="0">
            <a:normAutofit/>
          </a:bodyPr>
          <a:lstStyle/>
          <a:p>
            <a:pPr rtl="0"/>
            <a:r>
              <a:rPr lang="en-US" sz="2000" dirty="0"/>
              <a:t>The findings section serves as the factual heart of a research study. </a:t>
            </a:r>
          </a:p>
          <a:p>
            <a:pPr rtl="0"/>
            <a:r>
              <a:rPr lang="en-US" sz="2000" dirty="0"/>
              <a:t>According to Kumar (2011), the primary purpose of this section is to present what was discovered through data collection without engaging in interpretation or explanation (p. 258). </a:t>
            </a:r>
          </a:p>
          <a:p>
            <a:pPr rtl="0"/>
            <a:r>
              <a:rPr lang="en-US" sz="2000" dirty="0"/>
              <a:t>This means showing the evidence, not discussing what it means that comes in the discussion chapter.</a:t>
            </a:r>
          </a:p>
          <a:p>
            <a:pPr rtl="0"/>
            <a:r>
              <a:rPr lang="en-US" sz="2000" dirty="0"/>
              <a:t>Creswell (2009) emphasises that the findings should be “presented objectively, in an unbiased manner, and free of personal opinions”. </a:t>
            </a:r>
          </a:p>
          <a:p>
            <a:pPr rtl="0"/>
            <a:r>
              <a:rPr lang="en-US" sz="2000" dirty="0"/>
              <a:t>All data must directly relate to the research questions or hypotheses formulated during the planning stage.</a:t>
            </a:r>
            <a:endParaRPr lang="en-GB" sz="2000" dirty="0"/>
          </a:p>
        </p:txBody>
      </p:sp>
      <p:pic>
        <p:nvPicPr>
          <p:cNvPr id="5" name="Graphic 4" descr="Checklist">
            <a:extLst>
              <a:ext uri="{FF2B5EF4-FFF2-40B4-BE49-F238E27FC236}">
                <a16:creationId xmlns:a16="http://schemas.microsoft.com/office/drawing/2014/main" id="{19A35695-1E9A-A717-8A37-6F37202555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7201" y="751855"/>
            <a:ext cx="914400" cy="914400"/>
          </a:xfrm>
          <a:prstGeom prst="rect">
            <a:avLst/>
          </a:prstGeom>
        </p:spPr>
      </p:pic>
      <p:sp>
        <p:nvSpPr>
          <p:cNvPr id="6" name="TextBox 5">
            <a:extLst>
              <a:ext uri="{FF2B5EF4-FFF2-40B4-BE49-F238E27FC236}">
                <a16:creationId xmlns:a16="http://schemas.microsoft.com/office/drawing/2014/main" id="{C8D4769F-33E4-2C24-59F3-229F2D48F5B4}"/>
              </a:ext>
            </a:extLst>
          </p:cNvPr>
          <p:cNvSpPr txBox="1"/>
          <p:nvPr/>
        </p:nvSpPr>
        <p:spPr>
          <a:xfrm>
            <a:off x="8286401" y="6596390"/>
            <a:ext cx="6096000" cy="261610"/>
          </a:xfrm>
          <a:prstGeom prst="rect">
            <a:avLst/>
          </a:prstGeom>
          <a:noFill/>
        </p:spPr>
        <p:txBody>
          <a:bodyPr wrap="square">
            <a:spAutoFit/>
          </a:bodyPr>
          <a:lstStyle/>
          <a:p>
            <a:r>
              <a:rPr lang="en-GB" sz="1100" dirty="0"/>
              <a:t>Credit: https://www.cultureamp.com/blog/what-is-a-likert-scale</a:t>
            </a:r>
          </a:p>
        </p:txBody>
      </p:sp>
    </p:spTree>
    <p:extLst>
      <p:ext uri="{BB962C8B-B14F-4D97-AF65-F5344CB8AC3E}">
        <p14:creationId xmlns:p14="http://schemas.microsoft.com/office/powerpoint/2010/main" val="574754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1E6FA-2598-82A3-B0C1-09DA8AB05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63EC5-FA4E-B6D4-980A-749AB995D7F1}"/>
              </a:ext>
            </a:extLst>
          </p:cNvPr>
          <p:cNvSpPr>
            <a:spLocks noGrp="1"/>
          </p:cNvSpPr>
          <p:nvPr>
            <p:ph type="title"/>
          </p:nvPr>
        </p:nvSpPr>
        <p:spPr>
          <a:xfrm>
            <a:off x="452761" y="546274"/>
            <a:ext cx="11310152" cy="1325563"/>
          </a:xfrm>
        </p:spPr>
        <p:txBody>
          <a:bodyPr rtlCol="0">
            <a:normAutofit/>
          </a:bodyPr>
          <a:lstStyle/>
          <a:p>
            <a:pPr rtl="0"/>
            <a:r>
              <a:rPr lang="en-GB" sz="3600" dirty="0">
                <a:solidFill>
                  <a:schemeClr val="bg1"/>
                </a:solidFill>
              </a:rPr>
              <a:t>B. </a:t>
            </a:r>
            <a:r>
              <a:rPr lang="en-US" sz="3600" dirty="0">
                <a:solidFill>
                  <a:schemeClr val="bg1"/>
                </a:solidFill>
              </a:rPr>
              <a:t>Structuring Findings According to Research Objectives</a:t>
            </a:r>
            <a:endParaRPr lang="en-GB" sz="3600" dirty="0">
              <a:solidFill>
                <a:schemeClr val="bg1"/>
              </a:solidFill>
            </a:endParaRPr>
          </a:p>
        </p:txBody>
      </p:sp>
      <p:sp>
        <p:nvSpPr>
          <p:cNvPr id="3" name="Content Placeholder 2">
            <a:extLst>
              <a:ext uri="{FF2B5EF4-FFF2-40B4-BE49-F238E27FC236}">
                <a16:creationId xmlns:a16="http://schemas.microsoft.com/office/drawing/2014/main" id="{79B3563C-1429-5FC9-4320-765561462A48}"/>
              </a:ext>
            </a:extLst>
          </p:cNvPr>
          <p:cNvSpPr>
            <a:spLocks noGrp="1"/>
          </p:cNvSpPr>
          <p:nvPr>
            <p:ph idx="1"/>
          </p:nvPr>
        </p:nvSpPr>
        <p:spPr>
          <a:xfrm>
            <a:off x="838200" y="2237173"/>
            <a:ext cx="10515600" cy="3939790"/>
          </a:xfrm>
        </p:spPr>
        <p:txBody>
          <a:bodyPr rtlCol="0">
            <a:normAutofit/>
          </a:bodyPr>
          <a:lstStyle/>
          <a:p>
            <a:pPr rtl="0"/>
            <a:r>
              <a:rPr lang="en-US" sz="2000" dirty="0"/>
              <a:t>A systematic structure is recommended where each subsection aligns with a specific research objective. </a:t>
            </a:r>
          </a:p>
          <a:p>
            <a:pPr rtl="0"/>
            <a:r>
              <a:rPr lang="en-US" sz="2000" dirty="0"/>
              <a:t>This strategy aids coherence and logical flow and helps the reader to trace how each finding emerged. </a:t>
            </a:r>
          </a:p>
          <a:p>
            <a:pPr marL="0" indent="0" rtl="0">
              <a:buNone/>
            </a:pPr>
            <a:r>
              <a:rPr lang="en-US" sz="2000" dirty="0"/>
              <a:t>You should:</a:t>
            </a:r>
          </a:p>
          <a:p>
            <a:pPr marL="457200" indent="-457200" rtl="0">
              <a:buFont typeface="+mj-lt"/>
              <a:buAutoNum type="arabicPeriod"/>
            </a:pPr>
            <a:r>
              <a:rPr lang="en-US" sz="2000" dirty="0"/>
              <a:t>Introduce the objective or research question</a:t>
            </a:r>
          </a:p>
          <a:p>
            <a:pPr marL="457200" indent="-457200" rtl="0">
              <a:buFont typeface="+mj-lt"/>
              <a:buAutoNum type="arabicPeriod"/>
            </a:pPr>
            <a:r>
              <a:rPr lang="en-US" sz="2000" dirty="0"/>
              <a:t>Present the relevant data (including frequency counts, quotes, or statistics)</a:t>
            </a:r>
          </a:p>
          <a:p>
            <a:pPr marL="457200" indent="-457200" rtl="0">
              <a:buFont typeface="+mj-lt"/>
              <a:buAutoNum type="arabicPeriod"/>
            </a:pPr>
            <a:r>
              <a:rPr lang="en-US" sz="2000" dirty="0"/>
              <a:t>Support with visuals (e.g., word frequency charts from NVivo or cross-tabulations in SPSS)</a:t>
            </a:r>
          </a:p>
        </p:txBody>
      </p:sp>
    </p:spTree>
    <p:extLst>
      <p:ext uri="{BB962C8B-B14F-4D97-AF65-F5344CB8AC3E}">
        <p14:creationId xmlns:p14="http://schemas.microsoft.com/office/powerpoint/2010/main" val="160961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3673C-72D3-DEF0-8C60-38FD0204A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B26C8-9340-A73D-BBF0-262A33213727}"/>
              </a:ext>
            </a:extLst>
          </p:cNvPr>
          <p:cNvSpPr>
            <a:spLocks noGrp="1"/>
          </p:cNvSpPr>
          <p:nvPr>
            <p:ph type="title"/>
          </p:nvPr>
        </p:nvSpPr>
        <p:spPr>
          <a:xfrm>
            <a:off x="452761" y="546274"/>
            <a:ext cx="11310152" cy="1325563"/>
          </a:xfrm>
        </p:spPr>
        <p:txBody>
          <a:bodyPr rtlCol="0">
            <a:normAutofit/>
          </a:bodyPr>
          <a:lstStyle/>
          <a:p>
            <a:pPr rtl="0"/>
            <a:r>
              <a:rPr lang="en-GB" sz="3600" dirty="0">
                <a:solidFill>
                  <a:schemeClr val="bg1"/>
                </a:solidFill>
              </a:rPr>
              <a:t>B. </a:t>
            </a:r>
            <a:r>
              <a:rPr lang="en-US" sz="3600" dirty="0">
                <a:solidFill>
                  <a:schemeClr val="bg1"/>
                </a:solidFill>
              </a:rPr>
              <a:t>Structuring Findings According to Research Objectives</a:t>
            </a:r>
            <a:endParaRPr lang="en-GB" sz="3600" dirty="0">
              <a:solidFill>
                <a:schemeClr val="bg1"/>
              </a:solidFill>
            </a:endParaRPr>
          </a:p>
        </p:txBody>
      </p:sp>
      <p:sp>
        <p:nvSpPr>
          <p:cNvPr id="3" name="Content Placeholder 2">
            <a:extLst>
              <a:ext uri="{FF2B5EF4-FFF2-40B4-BE49-F238E27FC236}">
                <a16:creationId xmlns:a16="http://schemas.microsoft.com/office/drawing/2014/main" id="{CF440A02-E55D-17B1-B082-4373CE9B67FA}"/>
              </a:ext>
            </a:extLst>
          </p:cNvPr>
          <p:cNvSpPr>
            <a:spLocks noGrp="1"/>
          </p:cNvSpPr>
          <p:nvPr>
            <p:ph idx="1"/>
          </p:nvPr>
        </p:nvSpPr>
        <p:spPr>
          <a:xfrm>
            <a:off x="838200" y="2237173"/>
            <a:ext cx="10515600" cy="3939790"/>
          </a:xfrm>
        </p:spPr>
        <p:txBody>
          <a:bodyPr rtlCol="0">
            <a:normAutofit/>
          </a:bodyPr>
          <a:lstStyle/>
          <a:p>
            <a:pPr marL="0" indent="0" rtl="0">
              <a:buNone/>
            </a:pPr>
            <a:r>
              <a:rPr lang="en-US" sz="2000" dirty="0"/>
              <a:t>IT Example:</a:t>
            </a:r>
          </a:p>
          <a:p>
            <a:pPr rtl="0"/>
            <a:r>
              <a:rPr lang="en-US" sz="2000" dirty="0"/>
              <a:t> If the research objective is "</a:t>
            </a:r>
            <a:r>
              <a:rPr lang="en-US" sz="2000" i="1" dirty="0"/>
              <a:t>To explore the perceptions of IT educators on the use of virtual labs</a:t>
            </a:r>
            <a:r>
              <a:rPr lang="en-US" sz="2000" dirty="0"/>
              <a:t>", the findings may include:</a:t>
            </a:r>
          </a:p>
          <a:p>
            <a:pPr lvl="1"/>
            <a:r>
              <a:rPr lang="en-US" sz="1800" dirty="0"/>
              <a:t>A frequency table showing how many participants prefer virtual labs over physical labs</a:t>
            </a:r>
          </a:p>
          <a:p>
            <a:pPr lvl="1"/>
            <a:r>
              <a:rPr lang="en-US" sz="1800" dirty="0"/>
              <a:t>A word cloud generated in NVivo with dominant themes like "accessibility," "scalability," and "technical issues"</a:t>
            </a:r>
          </a:p>
          <a:p>
            <a:pPr lvl="1"/>
            <a:r>
              <a:rPr lang="en-US" sz="1800" dirty="0"/>
              <a:t>Excerpts of participant narratives, such as "Virtual labs allow my students to experiment without fear of damaging equipment."</a:t>
            </a:r>
          </a:p>
        </p:txBody>
      </p:sp>
    </p:spTree>
    <p:extLst>
      <p:ext uri="{BB962C8B-B14F-4D97-AF65-F5344CB8AC3E}">
        <p14:creationId xmlns:p14="http://schemas.microsoft.com/office/powerpoint/2010/main" val="1910003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4F641-0AA4-46DF-B52D-011067E28896}"/>
              </a:ext>
            </a:extLst>
          </p:cNvPr>
          <p:cNvSpPr>
            <a:spLocks noGrp="1"/>
          </p:cNvSpPr>
          <p:nvPr>
            <p:ph type="title"/>
          </p:nvPr>
        </p:nvSpPr>
        <p:spPr/>
        <p:txBody>
          <a:bodyPr rtlCol="0">
            <a:normAutofit/>
          </a:bodyPr>
          <a:lstStyle/>
          <a:p>
            <a:r>
              <a:rPr lang="en-US" sz="3200" dirty="0">
                <a:solidFill>
                  <a:schemeClr val="bg1"/>
                </a:solidFill>
              </a:rPr>
              <a:t>C.	Visual Representation of Data</a:t>
            </a:r>
            <a:endParaRPr lang="en-GB" sz="3200" dirty="0">
              <a:solidFill>
                <a:schemeClr val="bg1"/>
              </a:solidFill>
            </a:endParaRPr>
          </a:p>
        </p:txBody>
      </p:sp>
      <p:sp>
        <p:nvSpPr>
          <p:cNvPr id="4" name="Content Placeholder 3">
            <a:extLst>
              <a:ext uri="{FF2B5EF4-FFF2-40B4-BE49-F238E27FC236}">
                <a16:creationId xmlns:a16="http://schemas.microsoft.com/office/drawing/2014/main" id="{C86B75F4-ECF0-452D-BB80-1416C7E14BDF}"/>
              </a:ext>
            </a:extLst>
          </p:cNvPr>
          <p:cNvSpPr>
            <a:spLocks noGrp="1"/>
          </p:cNvSpPr>
          <p:nvPr>
            <p:ph sz="half" idx="2"/>
          </p:nvPr>
        </p:nvSpPr>
        <p:spPr>
          <a:xfrm>
            <a:off x="581194" y="2785534"/>
            <a:ext cx="3378403" cy="3123142"/>
          </a:xfrm>
        </p:spPr>
        <p:txBody>
          <a:bodyPr rtlCol="0">
            <a:noAutofit/>
          </a:bodyPr>
          <a:lstStyle/>
          <a:p>
            <a:pPr>
              <a:lnSpc>
                <a:spcPct val="100000"/>
              </a:lnSpc>
            </a:pPr>
            <a:r>
              <a:rPr lang="en-US" sz="2000" dirty="0"/>
              <a:t>Ensure to balance textual narrative with visual aids to enhance comprehension.</a:t>
            </a:r>
          </a:p>
          <a:p>
            <a:pPr>
              <a:lnSpc>
                <a:spcPct val="100000"/>
              </a:lnSpc>
            </a:pPr>
            <a:r>
              <a:rPr lang="en-US" sz="2000" dirty="0"/>
              <a:t>Present the data through graphs, charts, and tables to simplify complex datasets</a:t>
            </a:r>
          </a:p>
          <a:p>
            <a:pPr>
              <a:lnSpc>
                <a:spcPct val="100000"/>
              </a:lnSpc>
            </a:pPr>
            <a:r>
              <a:rPr lang="en-GB" sz="2000" dirty="0"/>
              <a:t>Use clear labels and consistent formatting</a:t>
            </a:r>
            <a:r>
              <a:rPr lang="en-US" sz="2000" dirty="0"/>
              <a:t>.</a:t>
            </a:r>
          </a:p>
        </p:txBody>
      </p:sp>
      <p:pic>
        <p:nvPicPr>
          <p:cNvPr id="9" name="Graphic 8" descr="Head with Gears">
            <a:extLst>
              <a:ext uri="{FF2B5EF4-FFF2-40B4-BE49-F238E27FC236}">
                <a16:creationId xmlns:a16="http://schemas.microsoft.com/office/drawing/2014/main" id="{753F3215-AE85-4BAC-BB66-27697DDC57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266" y="729658"/>
            <a:ext cx="972000" cy="972000"/>
          </a:xfrm>
          <a:prstGeom prst="rect">
            <a:avLst/>
          </a:prstGeom>
        </p:spPr>
      </p:pic>
      <p:sp>
        <p:nvSpPr>
          <p:cNvPr id="18" name="Text Placeholder 2">
            <a:extLst>
              <a:ext uri="{FF2B5EF4-FFF2-40B4-BE49-F238E27FC236}">
                <a16:creationId xmlns:a16="http://schemas.microsoft.com/office/drawing/2014/main" id="{1D53338C-0789-5212-C35B-51E823ACCE0E}"/>
              </a:ext>
            </a:extLst>
          </p:cNvPr>
          <p:cNvSpPr txBox="1">
            <a:spLocks/>
          </p:cNvSpPr>
          <p:nvPr/>
        </p:nvSpPr>
        <p:spPr>
          <a:xfrm>
            <a:off x="4498173" y="2716836"/>
            <a:ext cx="3198328" cy="536005"/>
          </a:xfrm>
          <a:prstGeom prst="rect">
            <a:avLst/>
          </a:prstGeom>
        </p:spPr>
        <p:txBody>
          <a:bodyPr vert="horz" lIns="91440" tIns="45720" rIns="91440" bIns="45720" rtlCol="0" anchor="ctr" anchorCtr="0">
            <a:noAutofit/>
          </a:bodyPr>
          <a:lstStyle>
            <a:lvl1pPr marL="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Quantitative Visuals: </a:t>
            </a:r>
            <a:endParaRPr lang="en-GB" dirty="0"/>
          </a:p>
        </p:txBody>
      </p:sp>
      <p:sp>
        <p:nvSpPr>
          <p:cNvPr id="19" name="Content Placeholder 3">
            <a:extLst>
              <a:ext uri="{FF2B5EF4-FFF2-40B4-BE49-F238E27FC236}">
                <a16:creationId xmlns:a16="http://schemas.microsoft.com/office/drawing/2014/main" id="{36CA7D9B-37D5-0AE9-3602-EBB2249B5AB9}"/>
              </a:ext>
            </a:extLst>
          </p:cNvPr>
          <p:cNvSpPr txBox="1">
            <a:spLocks/>
          </p:cNvSpPr>
          <p:nvPr/>
        </p:nvSpPr>
        <p:spPr>
          <a:xfrm>
            <a:off x="4408136" y="3632201"/>
            <a:ext cx="3378403" cy="2276475"/>
          </a:xfrm>
          <a:prstGeom prst="rect">
            <a:avLst/>
          </a:prstGeom>
        </p:spPr>
        <p:txBody>
          <a:bodyPr vert="horz" lIns="91440" tIns="45720" rIns="91440" bIns="45720" rtlCol="0" anchor="t" anchorCtr="0">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accent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accent1"/>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accent1"/>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 Bar charts: e.g., distribution of IT graduates across specialisations</a:t>
            </a:r>
          </a:p>
          <a:p>
            <a:pPr marL="0" indent="0">
              <a:buNone/>
            </a:pPr>
            <a:r>
              <a:rPr lang="en-US" dirty="0"/>
              <a:t>• Line graphs: e.g., change in student performance before and after using AI tutors</a:t>
            </a:r>
          </a:p>
          <a:p>
            <a:pPr marL="0" indent="0">
              <a:buNone/>
            </a:pPr>
            <a:r>
              <a:rPr lang="en-US" dirty="0"/>
              <a:t>• Pie charts: e.g., breakdown of preferred development frameworks among developers</a:t>
            </a:r>
          </a:p>
        </p:txBody>
      </p:sp>
      <p:sp>
        <p:nvSpPr>
          <p:cNvPr id="5" name="Text Placeholder 2">
            <a:extLst>
              <a:ext uri="{FF2B5EF4-FFF2-40B4-BE49-F238E27FC236}">
                <a16:creationId xmlns:a16="http://schemas.microsoft.com/office/drawing/2014/main" id="{B92EB7C6-44B2-0A78-93B0-9D71973768C3}"/>
              </a:ext>
            </a:extLst>
          </p:cNvPr>
          <p:cNvSpPr txBox="1">
            <a:spLocks/>
          </p:cNvSpPr>
          <p:nvPr/>
        </p:nvSpPr>
        <p:spPr>
          <a:xfrm>
            <a:off x="8189650" y="2716832"/>
            <a:ext cx="3198328" cy="536005"/>
          </a:xfrm>
          <a:prstGeom prst="rect">
            <a:avLst/>
          </a:prstGeom>
        </p:spPr>
        <p:txBody>
          <a:bodyPr vert="horz" lIns="91440" tIns="45720" rIns="91440" bIns="45720" rtlCol="0" anchor="ctr" anchorCtr="0">
            <a:noAutofit/>
          </a:bodyPr>
          <a:lstStyle>
            <a:lvl1pPr marL="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Qualitative Visuals: </a:t>
            </a:r>
            <a:endParaRPr lang="en-GB" dirty="0"/>
          </a:p>
        </p:txBody>
      </p:sp>
      <p:sp>
        <p:nvSpPr>
          <p:cNvPr id="6" name="Content Placeholder 3">
            <a:extLst>
              <a:ext uri="{FF2B5EF4-FFF2-40B4-BE49-F238E27FC236}">
                <a16:creationId xmlns:a16="http://schemas.microsoft.com/office/drawing/2014/main" id="{E59941BD-2890-65A6-5624-8BE1547575BB}"/>
              </a:ext>
            </a:extLst>
          </p:cNvPr>
          <p:cNvSpPr txBox="1">
            <a:spLocks/>
          </p:cNvSpPr>
          <p:nvPr/>
        </p:nvSpPr>
        <p:spPr>
          <a:xfrm>
            <a:off x="8099613" y="3632197"/>
            <a:ext cx="3378403" cy="2276475"/>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accent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accent1"/>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accent1"/>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accent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 Thematic matrices (NVivo/</a:t>
            </a:r>
            <a:r>
              <a:rPr lang="en-US" dirty="0" err="1"/>
              <a:t>Atlas.ti</a:t>
            </a:r>
            <a:r>
              <a:rPr lang="en-US" dirty="0"/>
              <a:t>): e.g., mapping of interview themes related to "cybersecurity concerns"</a:t>
            </a:r>
          </a:p>
          <a:p>
            <a:pPr marL="0" indent="0">
              <a:buNone/>
            </a:pPr>
            <a:r>
              <a:rPr lang="en-US" dirty="0"/>
              <a:t>• Code frequency tables: e.g., listing themes like “system downtime,” “user resistance,” “automation benefits” by number of sources</a:t>
            </a:r>
          </a:p>
        </p:txBody>
      </p:sp>
    </p:spTree>
    <p:extLst>
      <p:ext uri="{BB962C8B-B14F-4D97-AF65-F5344CB8AC3E}">
        <p14:creationId xmlns:p14="http://schemas.microsoft.com/office/powerpoint/2010/main" val="4017599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Presenting your findings visually">
            <a:extLst>
              <a:ext uri="{FF2B5EF4-FFF2-40B4-BE49-F238E27FC236}">
                <a16:creationId xmlns:a16="http://schemas.microsoft.com/office/drawing/2014/main" id="{54196DE7-71F6-02C5-8443-25285AC5C6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9617" y="321734"/>
            <a:ext cx="4801933" cy="290517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2.3 Graphing one qualitative variable | Scientific Research Methods">
            <a:extLst>
              <a:ext uri="{FF2B5EF4-FFF2-40B4-BE49-F238E27FC236}">
                <a16:creationId xmlns:a16="http://schemas.microsoft.com/office/drawing/2014/main" id="{8BD6437C-0197-FA10-62AD-62CA8B992FC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11746" y="321734"/>
            <a:ext cx="2905170" cy="29051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rstanding the Interpretation of Results in Research - Mind the Graph  Blog">
            <a:extLst>
              <a:ext uri="{FF2B5EF4-FFF2-40B4-BE49-F238E27FC236}">
                <a16:creationId xmlns:a16="http://schemas.microsoft.com/office/drawing/2014/main" id="{29CFD1DC-F7B7-31CB-4943-4FABCEB6E07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99459" y="3631096"/>
            <a:ext cx="4742247" cy="27605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2948B58-6FB6-B901-41E2-AA6A464916A2}"/>
              </a:ext>
            </a:extLst>
          </p:cNvPr>
          <p:cNvPicPr>
            <a:picLocks noChangeAspect="1"/>
          </p:cNvPicPr>
          <p:nvPr/>
        </p:nvPicPr>
        <p:blipFill>
          <a:blip r:embed="rId5"/>
          <a:stretch>
            <a:fillRect/>
          </a:stretch>
        </p:blipFill>
        <p:spPr>
          <a:xfrm>
            <a:off x="6796496" y="3631096"/>
            <a:ext cx="4135670" cy="2760560"/>
          </a:xfrm>
          <a:prstGeom prst="rect">
            <a:avLst/>
          </a:prstGeom>
        </p:spPr>
      </p:pic>
    </p:spTree>
    <p:extLst>
      <p:ext uri="{BB962C8B-B14F-4D97-AF65-F5344CB8AC3E}">
        <p14:creationId xmlns:p14="http://schemas.microsoft.com/office/powerpoint/2010/main" val="1776925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DA30-2357-DDBC-70CD-CCBFFD18B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D711F-1D83-98A9-6237-6C20711B5604}"/>
              </a:ext>
            </a:extLst>
          </p:cNvPr>
          <p:cNvSpPr>
            <a:spLocks noGrp="1"/>
          </p:cNvSpPr>
          <p:nvPr>
            <p:ph type="title"/>
          </p:nvPr>
        </p:nvSpPr>
        <p:spPr>
          <a:xfrm>
            <a:off x="452761" y="546274"/>
            <a:ext cx="11310152" cy="1325563"/>
          </a:xfrm>
        </p:spPr>
        <p:txBody>
          <a:bodyPr rtlCol="0">
            <a:normAutofit/>
          </a:bodyPr>
          <a:lstStyle/>
          <a:p>
            <a:pPr rtl="0"/>
            <a:r>
              <a:rPr lang="en-US" sz="3600" dirty="0">
                <a:solidFill>
                  <a:schemeClr val="bg1"/>
                </a:solidFill>
              </a:rPr>
              <a:t>D.	Academic Style in Writing</a:t>
            </a:r>
            <a:endParaRPr lang="en-GB" sz="3600" dirty="0">
              <a:solidFill>
                <a:schemeClr val="bg1"/>
              </a:solidFill>
            </a:endParaRPr>
          </a:p>
        </p:txBody>
      </p:sp>
      <p:sp>
        <p:nvSpPr>
          <p:cNvPr id="3" name="Content Placeholder 2">
            <a:extLst>
              <a:ext uri="{FF2B5EF4-FFF2-40B4-BE49-F238E27FC236}">
                <a16:creationId xmlns:a16="http://schemas.microsoft.com/office/drawing/2014/main" id="{FA4F7700-278E-1AA6-A0B0-5090549C8A62}"/>
              </a:ext>
            </a:extLst>
          </p:cNvPr>
          <p:cNvSpPr>
            <a:spLocks noGrp="1"/>
          </p:cNvSpPr>
          <p:nvPr>
            <p:ph idx="1"/>
          </p:nvPr>
        </p:nvSpPr>
        <p:spPr>
          <a:xfrm>
            <a:off x="838200" y="2237173"/>
            <a:ext cx="10515600" cy="4375294"/>
          </a:xfrm>
        </p:spPr>
        <p:txBody>
          <a:bodyPr rtlCol="0">
            <a:normAutofit/>
          </a:bodyPr>
          <a:lstStyle/>
          <a:p>
            <a:pPr marL="0" indent="0" rtl="0">
              <a:buNone/>
            </a:pPr>
            <a:r>
              <a:rPr lang="en-US" sz="2000" dirty="0"/>
              <a:t>According to Cohen et al. (2017), it is critical that findings be accurate, verifiable, and unbiased, especially in educational and scientific disciplines (p. 482). </a:t>
            </a:r>
          </a:p>
          <a:p>
            <a:pPr marL="0" indent="0" rtl="0">
              <a:buNone/>
            </a:pPr>
            <a:r>
              <a:rPr lang="en-US" sz="2000" dirty="0"/>
              <a:t>You should:</a:t>
            </a:r>
          </a:p>
          <a:p>
            <a:pPr lvl="1"/>
            <a:r>
              <a:rPr lang="en-US" sz="1800" i="1" dirty="0"/>
              <a:t>Use a neutral, third-person academic voice</a:t>
            </a:r>
          </a:p>
          <a:p>
            <a:pPr lvl="1"/>
            <a:r>
              <a:rPr lang="en-US" sz="1800" i="1" dirty="0"/>
              <a:t>Avoid making interpretations or assumptions</a:t>
            </a:r>
          </a:p>
          <a:p>
            <a:pPr lvl="1"/>
            <a:r>
              <a:rPr lang="en-US" sz="1800" i="1" dirty="0"/>
              <a:t>Clearly attribute data to participants or datasets (e.g., P4, Q12)</a:t>
            </a:r>
          </a:p>
          <a:p>
            <a:pPr lvl="1"/>
            <a:r>
              <a:rPr lang="en-US" sz="1800" i="1" dirty="0"/>
              <a:t>Mention data collection methods (e.g., focus group, system logs, survey tool)</a:t>
            </a:r>
          </a:p>
          <a:p>
            <a:pPr marL="0" indent="0" rtl="0">
              <a:buNone/>
            </a:pPr>
            <a:r>
              <a:rPr lang="en-US" sz="2000" dirty="0"/>
              <a:t>Confidentiality is crucial in IT-related research, especially when handling sensitive data like user </a:t>
            </a:r>
            <a:r>
              <a:rPr lang="en-US" sz="2000" dirty="0" err="1"/>
              <a:t>behaviour</a:t>
            </a:r>
            <a:r>
              <a:rPr lang="en-US" sz="2000" dirty="0"/>
              <a:t> logs, server response times, or access rights. </a:t>
            </a:r>
          </a:p>
          <a:p>
            <a:pPr marL="0" indent="0" rtl="0">
              <a:buNone/>
            </a:pPr>
            <a:r>
              <a:rPr lang="en-US" sz="2000" dirty="0"/>
              <a:t>Data should be anonymised, coded properly, and referenced ethically.</a:t>
            </a:r>
          </a:p>
        </p:txBody>
      </p:sp>
    </p:spTree>
    <p:extLst>
      <p:ext uri="{BB962C8B-B14F-4D97-AF65-F5344CB8AC3E}">
        <p14:creationId xmlns:p14="http://schemas.microsoft.com/office/powerpoint/2010/main" val="4200262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DD21-28FE-DC92-082A-17F0EA19C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7CDC5-5219-6973-751F-17100C163864}"/>
              </a:ext>
            </a:extLst>
          </p:cNvPr>
          <p:cNvSpPr>
            <a:spLocks noGrp="1"/>
          </p:cNvSpPr>
          <p:nvPr>
            <p:ph type="title"/>
          </p:nvPr>
        </p:nvSpPr>
        <p:spPr>
          <a:xfrm>
            <a:off x="444500" y="570706"/>
            <a:ext cx="11303000" cy="1325563"/>
          </a:xfrm>
        </p:spPr>
        <p:txBody>
          <a:bodyPr rtlCol="0">
            <a:normAutofit/>
          </a:bodyPr>
          <a:lstStyle/>
          <a:p>
            <a:pPr rtl="0"/>
            <a:r>
              <a:rPr lang="en-US" sz="3600" dirty="0">
                <a:solidFill>
                  <a:schemeClr val="bg1"/>
                </a:solidFill>
              </a:rPr>
              <a:t>E.	IT-Relevant Examples for Elucidating Findings</a:t>
            </a:r>
            <a:endParaRPr lang="en-GB" sz="3600" dirty="0">
              <a:solidFill>
                <a:schemeClr val="bg1"/>
              </a:solidFill>
            </a:endParaRPr>
          </a:p>
        </p:txBody>
      </p:sp>
      <p:sp>
        <p:nvSpPr>
          <p:cNvPr id="3" name="Content Placeholder 2">
            <a:extLst>
              <a:ext uri="{FF2B5EF4-FFF2-40B4-BE49-F238E27FC236}">
                <a16:creationId xmlns:a16="http://schemas.microsoft.com/office/drawing/2014/main" id="{4374009F-E684-DFD5-41DC-FA9EDDC6CA43}"/>
              </a:ext>
            </a:extLst>
          </p:cNvPr>
          <p:cNvSpPr>
            <a:spLocks noGrp="1"/>
          </p:cNvSpPr>
          <p:nvPr>
            <p:ph idx="1"/>
          </p:nvPr>
        </p:nvSpPr>
        <p:spPr>
          <a:xfrm>
            <a:off x="838200" y="2387600"/>
            <a:ext cx="10515600" cy="4233333"/>
          </a:xfrm>
        </p:spPr>
        <p:txBody>
          <a:bodyPr rtlCol="0">
            <a:normAutofit lnSpcReduction="10000"/>
          </a:bodyPr>
          <a:lstStyle/>
          <a:p>
            <a:pPr marL="0" indent="0" rtl="0">
              <a:buNone/>
            </a:pPr>
            <a:r>
              <a:rPr lang="en-US" sz="2000" b="1" dirty="0"/>
              <a:t>Quantitative Example:</a:t>
            </a:r>
          </a:p>
          <a:p>
            <a:pPr marL="0" indent="0" rtl="0">
              <a:buNone/>
            </a:pPr>
            <a:r>
              <a:rPr lang="en-US" sz="2000" dirty="0"/>
              <a:t>A researcher measuring the response time of different cloud services might present:</a:t>
            </a:r>
          </a:p>
          <a:p>
            <a:pPr rtl="0"/>
            <a:endParaRPr lang="en-US" sz="2000" dirty="0"/>
          </a:p>
          <a:p>
            <a:pPr rtl="0"/>
            <a:endParaRPr lang="en-US" sz="2000" dirty="0"/>
          </a:p>
          <a:p>
            <a:pPr rtl="0"/>
            <a:endParaRPr lang="en-US" sz="2000" dirty="0"/>
          </a:p>
          <a:p>
            <a:pPr rtl="0"/>
            <a:endParaRPr lang="en-US" sz="2000" dirty="0"/>
          </a:p>
          <a:p>
            <a:pPr marL="0" indent="0">
              <a:buNone/>
            </a:pPr>
            <a:endParaRPr lang="en-US" sz="1200" b="1" dirty="0"/>
          </a:p>
          <a:p>
            <a:pPr marL="0" indent="0">
              <a:buNone/>
            </a:pPr>
            <a:r>
              <a:rPr lang="en-US" sz="1200" b="1" dirty="0"/>
              <a:t>							Figure 4.3</a:t>
            </a:r>
          </a:p>
          <a:p>
            <a:pPr rtl="0"/>
            <a:endParaRPr lang="en-US" sz="2000" dirty="0"/>
          </a:p>
          <a:p>
            <a:pPr rtl="0"/>
            <a:r>
              <a:rPr lang="en-US" sz="2000" dirty="0"/>
              <a:t>“Figure 4.3 illustrates the average response times in milliseconds for AWS, Azure, and Google Cloud during peak traffic periods. As observed, AWS maintained a consistent response time below 200ms, whereas Azure peaked at 350ms during high traffic intervals.”</a:t>
            </a:r>
          </a:p>
          <a:p>
            <a:pPr rtl="0"/>
            <a:endParaRPr lang="en-US" sz="2000" dirty="0"/>
          </a:p>
        </p:txBody>
      </p:sp>
      <p:pic>
        <p:nvPicPr>
          <p:cNvPr id="5" name="Graphic 4" descr="Checklist">
            <a:extLst>
              <a:ext uri="{FF2B5EF4-FFF2-40B4-BE49-F238E27FC236}">
                <a16:creationId xmlns:a16="http://schemas.microsoft.com/office/drawing/2014/main" id="{410F03A1-7F4C-B1A0-899A-B6C43C6C72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776288"/>
            <a:ext cx="914400" cy="914400"/>
          </a:xfrm>
          <a:prstGeom prst="rect">
            <a:avLst/>
          </a:prstGeom>
        </p:spPr>
      </p:pic>
      <p:graphicFrame>
        <p:nvGraphicFramePr>
          <p:cNvPr id="6" name="Table 5">
            <a:extLst>
              <a:ext uri="{FF2B5EF4-FFF2-40B4-BE49-F238E27FC236}">
                <a16:creationId xmlns:a16="http://schemas.microsoft.com/office/drawing/2014/main" id="{0970EFCC-5300-6DD0-C8B7-C2C51D6DDD63}"/>
              </a:ext>
            </a:extLst>
          </p:cNvPr>
          <p:cNvGraphicFramePr>
            <a:graphicFrameLocks noGrp="1"/>
          </p:cNvGraphicFramePr>
          <p:nvPr>
            <p:extLst>
              <p:ext uri="{D42A27DB-BD31-4B8C-83A1-F6EECF244321}">
                <p14:modId xmlns:p14="http://schemas.microsoft.com/office/powerpoint/2010/main" val="2676049993"/>
              </p:ext>
            </p:extLst>
          </p:nvPr>
        </p:nvGraphicFramePr>
        <p:xfrm>
          <a:off x="3763433" y="3429000"/>
          <a:ext cx="4665133" cy="1463040"/>
        </p:xfrm>
        <a:graphic>
          <a:graphicData uri="http://schemas.openxmlformats.org/drawingml/2006/table">
            <a:tbl>
              <a:tblPr>
                <a:tableStyleId>{3C2FFA5D-87B4-456A-9821-1D502468CF0F}</a:tableStyleId>
              </a:tblPr>
              <a:tblGrid>
                <a:gridCol w="1600772">
                  <a:extLst>
                    <a:ext uri="{9D8B030D-6E8A-4147-A177-3AD203B41FA5}">
                      <a16:colId xmlns:a16="http://schemas.microsoft.com/office/drawing/2014/main" val="924852319"/>
                    </a:ext>
                  </a:extLst>
                </a:gridCol>
                <a:gridCol w="3064361">
                  <a:extLst>
                    <a:ext uri="{9D8B030D-6E8A-4147-A177-3AD203B41FA5}">
                      <a16:colId xmlns:a16="http://schemas.microsoft.com/office/drawing/2014/main" val="712743145"/>
                    </a:ext>
                  </a:extLst>
                </a:gridCol>
              </a:tblGrid>
              <a:tr h="0">
                <a:tc>
                  <a:txBody>
                    <a:bodyPr/>
                    <a:lstStyle/>
                    <a:p>
                      <a:pPr>
                        <a:buNone/>
                      </a:pPr>
                      <a:r>
                        <a:rPr lang="en-GB"/>
                        <a:t>Cloud Service</a:t>
                      </a:r>
                    </a:p>
                  </a:txBody>
                  <a:tcPr anchor="ctr"/>
                </a:tc>
                <a:tc>
                  <a:txBody>
                    <a:bodyPr/>
                    <a:lstStyle/>
                    <a:p>
                      <a:pPr>
                        <a:buNone/>
                      </a:pPr>
                      <a:r>
                        <a:rPr lang="en-GB" dirty="0"/>
                        <a:t>Average Response Time (</a:t>
                      </a:r>
                      <a:r>
                        <a:rPr lang="en-GB" dirty="0" err="1"/>
                        <a:t>ms</a:t>
                      </a:r>
                      <a:r>
                        <a:rPr lang="en-GB" dirty="0"/>
                        <a:t>)</a:t>
                      </a:r>
                    </a:p>
                  </a:txBody>
                  <a:tcPr anchor="ctr"/>
                </a:tc>
                <a:extLst>
                  <a:ext uri="{0D108BD9-81ED-4DB2-BD59-A6C34878D82A}">
                    <a16:rowId xmlns:a16="http://schemas.microsoft.com/office/drawing/2014/main" val="1902129847"/>
                  </a:ext>
                </a:extLst>
              </a:tr>
              <a:tr h="0">
                <a:tc>
                  <a:txBody>
                    <a:bodyPr/>
                    <a:lstStyle/>
                    <a:p>
                      <a:pPr>
                        <a:buNone/>
                      </a:pPr>
                      <a:r>
                        <a:rPr lang="en-GB"/>
                        <a:t>AWS</a:t>
                      </a:r>
                    </a:p>
                  </a:txBody>
                  <a:tcPr anchor="ctr"/>
                </a:tc>
                <a:tc>
                  <a:txBody>
                    <a:bodyPr/>
                    <a:lstStyle/>
                    <a:p>
                      <a:pPr>
                        <a:buNone/>
                      </a:pPr>
                      <a:r>
                        <a:rPr lang="en-GB" dirty="0"/>
                        <a:t>190</a:t>
                      </a:r>
                    </a:p>
                  </a:txBody>
                  <a:tcPr anchor="ctr"/>
                </a:tc>
                <a:extLst>
                  <a:ext uri="{0D108BD9-81ED-4DB2-BD59-A6C34878D82A}">
                    <a16:rowId xmlns:a16="http://schemas.microsoft.com/office/drawing/2014/main" val="3366524955"/>
                  </a:ext>
                </a:extLst>
              </a:tr>
              <a:tr h="0">
                <a:tc>
                  <a:txBody>
                    <a:bodyPr/>
                    <a:lstStyle/>
                    <a:p>
                      <a:pPr>
                        <a:buNone/>
                      </a:pPr>
                      <a:r>
                        <a:rPr lang="en-GB"/>
                        <a:t>Azure</a:t>
                      </a:r>
                    </a:p>
                  </a:txBody>
                  <a:tcPr anchor="ctr"/>
                </a:tc>
                <a:tc>
                  <a:txBody>
                    <a:bodyPr/>
                    <a:lstStyle/>
                    <a:p>
                      <a:pPr>
                        <a:buNone/>
                      </a:pPr>
                      <a:r>
                        <a:rPr lang="en-GB"/>
                        <a:t>350</a:t>
                      </a:r>
                    </a:p>
                  </a:txBody>
                  <a:tcPr anchor="ctr"/>
                </a:tc>
                <a:extLst>
                  <a:ext uri="{0D108BD9-81ED-4DB2-BD59-A6C34878D82A}">
                    <a16:rowId xmlns:a16="http://schemas.microsoft.com/office/drawing/2014/main" val="1774839372"/>
                  </a:ext>
                </a:extLst>
              </a:tr>
              <a:tr h="0">
                <a:tc>
                  <a:txBody>
                    <a:bodyPr/>
                    <a:lstStyle/>
                    <a:p>
                      <a:pPr>
                        <a:buNone/>
                      </a:pPr>
                      <a:r>
                        <a:rPr lang="en-GB"/>
                        <a:t>Google Cloud</a:t>
                      </a:r>
                    </a:p>
                  </a:txBody>
                  <a:tcPr anchor="ctr"/>
                </a:tc>
                <a:tc>
                  <a:txBody>
                    <a:bodyPr/>
                    <a:lstStyle/>
                    <a:p>
                      <a:pPr>
                        <a:buNone/>
                      </a:pPr>
                      <a:r>
                        <a:rPr lang="en-GB" dirty="0"/>
                        <a:t>275</a:t>
                      </a:r>
                    </a:p>
                  </a:txBody>
                  <a:tcPr anchor="ctr"/>
                </a:tc>
                <a:extLst>
                  <a:ext uri="{0D108BD9-81ED-4DB2-BD59-A6C34878D82A}">
                    <a16:rowId xmlns:a16="http://schemas.microsoft.com/office/drawing/2014/main" val="2996829986"/>
                  </a:ext>
                </a:extLst>
              </a:tr>
            </a:tbl>
          </a:graphicData>
        </a:graphic>
      </p:graphicFrame>
    </p:spTree>
    <p:extLst>
      <p:ext uri="{BB962C8B-B14F-4D97-AF65-F5344CB8AC3E}">
        <p14:creationId xmlns:p14="http://schemas.microsoft.com/office/powerpoint/2010/main" val="3925032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D000-E0B2-D19B-8684-23B373EB9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12350-8D76-DBA3-4C7D-A0BDC9D39D12}"/>
              </a:ext>
            </a:extLst>
          </p:cNvPr>
          <p:cNvSpPr>
            <a:spLocks noGrp="1"/>
          </p:cNvSpPr>
          <p:nvPr>
            <p:ph type="title"/>
          </p:nvPr>
        </p:nvSpPr>
        <p:spPr>
          <a:xfrm>
            <a:off x="444500" y="570706"/>
            <a:ext cx="11303000" cy="1325563"/>
          </a:xfrm>
        </p:spPr>
        <p:txBody>
          <a:bodyPr rtlCol="0">
            <a:normAutofit/>
          </a:bodyPr>
          <a:lstStyle/>
          <a:p>
            <a:pPr rtl="0"/>
            <a:r>
              <a:rPr lang="en-US" sz="3600" dirty="0">
                <a:solidFill>
                  <a:schemeClr val="bg1"/>
                </a:solidFill>
              </a:rPr>
              <a:t>E.	IT-Relevant Examples for Elucidating Findings</a:t>
            </a:r>
            <a:endParaRPr lang="en-GB" sz="3600" dirty="0">
              <a:solidFill>
                <a:schemeClr val="bg1"/>
              </a:solidFill>
            </a:endParaRPr>
          </a:p>
        </p:txBody>
      </p:sp>
      <p:sp>
        <p:nvSpPr>
          <p:cNvPr id="3" name="Content Placeholder 2">
            <a:extLst>
              <a:ext uri="{FF2B5EF4-FFF2-40B4-BE49-F238E27FC236}">
                <a16:creationId xmlns:a16="http://schemas.microsoft.com/office/drawing/2014/main" id="{6B3974F9-5566-3970-9718-3106D7C01922}"/>
              </a:ext>
            </a:extLst>
          </p:cNvPr>
          <p:cNvSpPr>
            <a:spLocks noGrp="1"/>
          </p:cNvSpPr>
          <p:nvPr>
            <p:ph idx="1"/>
          </p:nvPr>
        </p:nvSpPr>
        <p:spPr>
          <a:xfrm>
            <a:off x="838200" y="2083066"/>
            <a:ext cx="10515600" cy="2649802"/>
          </a:xfrm>
        </p:spPr>
        <p:txBody>
          <a:bodyPr rtlCol="0">
            <a:normAutofit/>
          </a:bodyPr>
          <a:lstStyle/>
          <a:p>
            <a:pPr marL="0" indent="0">
              <a:buNone/>
            </a:pPr>
            <a:r>
              <a:rPr lang="en-GB" sz="2300" b="1" dirty="0"/>
              <a:t>Qualitative Example:</a:t>
            </a:r>
            <a:endParaRPr lang="en-GB" sz="2300" dirty="0"/>
          </a:p>
          <a:p>
            <a:pPr marL="0" indent="0">
              <a:buNone/>
            </a:pPr>
            <a:r>
              <a:rPr lang="en-GB" sz="2300" dirty="0"/>
              <a:t>For interviews with IT administrators about implementing cybersecurity protocols:</a:t>
            </a:r>
          </a:p>
          <a:p>
            <a:r>
              <a:rPr lang="en-GB" sz="2300" dirty="0"/>
              <a:t>“A common theme emerging from 8 out of 10 participants was the burden of policy compliance. As one administrator (P6) noted, </a:t>
            </a:r>
            <a:r>
              <a:rPr lang="en-GB" sz="2300" i="1" dirty="0"/>
              <a:t>'We spend more time ensuring tick-box compliance than mitigating real threats.'</a:t>
            </a:r>
            <a:r>
              <a:rPr lang="en-GB" sz="2300" dirty="0"/>
              <a:t> This theme is visualised in Figure 5.2”</a:t>
            </a:r>
          </a:p>
        </p:txBody>
      </p:sp>
      <p:pic>
        <p:nvPicPr>
          <p:cNvPr id="5" name="Graphic 4" descr="Checklist">
            <a:extLst>
              <a:ext uri="{FF2B5EF4-FFF2-40B4-BE49-F238E27FC236}">
                <a16:creationId xmlns:a16="http://schemas.microsoft.com/office/drawing/2014/main" id="{EE05AF1C-D16B-C345-8E50-1AFAEAD499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776288"/>
            <a:ext cx="914400" cy="914400"/>
          </a:xfrm>
          <a:prstGeom prst="rect">
            <a:avLst/>
          </a:prstGeom>
        </p:spPr>
      </p:pic>
      <p:graphicFrame>
        <p:nvGraphicFramePr>
          <p:cNvPr id="4" name="Table 3">
            <a:extLst>
              <a:ext uri="{FF2B5EF4-FFF2-40B4-BE49-F238E27FC236}">
                <a16:creationId xmlns:a16="http://schemas.microsoft.com/office/drawing/2014/main" id="{63FB4436-DE94-4D7F-0690-8B12E5404F42}"/>
              </a:ext>
            </a:extLst>
          </p:cNvPr>
          <p:cNvGraphicFramePr>
            <a:graphicFrameLocks noGrp="1"/>
          </p:cNvGraphicFramePr>
          <p:nvPr>
            <p:extLst>
              <p:ext uri="{D42A27DB-BD31-4B8C-83A1-F6EECF244321}">
                <p14:modId xmlns:p14="http://schemas.microsoft.com/office/powerpoint/2010/main" val="1134804434"/>
              </p:ext>
            </p:extLst>
          </p:nvPr>
        </p:nvGraphicFramePr>
        <p:xfrm>
          <a:off x="3268133" y="4538079"/>
          <a:ext cx="5655733" cy="1813506"/>
        </p:xfrm>
        <a:graphic>
          <a:graphicData uri="http://schemas.openxmlformats.org/drawingml/2006/table">
            <a:tbl>
              <a:tblPr>
                <a:tableStyleId>{284E427A-3D55-4303-BF80-6455036E1DE7}</a:tableStyleId>
              </a:tblPr>
              <a:tblGrid>
                <a:gridCol w="2633133">
                  <a:extLst>
                    <a:ext uri="{9D8B030D-6E8A-4147-A177-3AD203B41FA5}">
                      <a16:colId xmlns:a16="http://schemas.microsoft.com/office/drawing/2014/main" val="3689496671"/>
                    </a:ext>
                  </a:extLst>
                </a:gridCol>
                <a:gridCol w="3022600">
                  <a:extLst>
                    <a:ext uri="{9D8B030D-6E8A-4147-A177-3AD203B41FA5}">
                      <a16:colId xmlns:a16="http://schemas.microsoft.com/office/drawing/2014/main" val="3491506557"/>
                    </a:ext>
                  </a:extLst>
                </a:gridCol>
              </a:tblGrid>
              <a:tr h="302251">
                <a:tc>
                  <a:txBody>
                    <a:bodyPr/>
                    <a:lstStyle/>
                    <a:p>
                      <a:pPr>
                        <a:buNone/>
                      </a:pPr>
                      <a:r>
                        <a:rPr lang="en-GB" sz="1200" b="1" dirty="0"/>
                        <a:t>Theme</a:t>
                      </a:r>
                    </a:p>
                  </a:txBody>
                  <a:tcPr anchor="ctr"/>
                </a:tc>
                <a:tc>
                  <a:txBody>
                    <a:bodyPr/>
                    <a:lstStyle/>
                    <a:p>
                      <a:pPr algn="ctr">
                        <a:buNone/>
                      </a:pPr>
                      <a:r>
                        <a:rPr lang="en-US" sz="1200" b="1" dirty="0"/>
                        <a:t>Number of Participants Mentioning It</a:t>
                      </a:r>
                    </a:p>
                  </a:txBody>
                  <a:tcPr anchor="ctr"/>
                </a:tc>
                <a:extLst>
                  <a:ext uri="{0D108BD9-81ED-4DB2-BD59-A6C34878D82A}">
                    <a16:rowId xmlns:a16="http://schemas.microsoft.com/office/drawing/2014/main" val="2781302177"/>
                  </a:ext>
                </a:extLst>
              </a:tr>
              <a:tr h="302251">
                <a:tc>
                  <a:txBody>
                    <a:bodyPr/>
                    <a:lstStyle/>
                    <a:p>
                      <a:pPr>
                        <a:buNone/>
                      </a:pPr>
                      <a:r>
                        <a:rPr lang="en-GB" sz="1200" dirty="0"/>
                        <a:t>Burden of Policy Compliance</a:t>
                      </a:r>
                    </a:p>
                  </a:txBody>
                  <a:tcPr anchor="ctr"/>
                </a:tc>
                <a:tc>
                  <a:txBody>
                    <a:bodyPr/>
                    <a:lstStyle/>
                    <a:p>
                      <a:pPr algn="ctr">
                        <a:buNone/>
                      </a:pPr>
                      <a:r>
                        <a:rPr lang="en-GB" sz="1200" dirty="0"/>
                        <a:t>8</a:t>
                      </a:r>
                    </a:p>
                  </a:txBody>
                  <a:tcPr anchor="ctr"/>
                </a:tc>
                <a:extLst>
                  <a:ext uri="{0D108BD9-81ED-4DB2-BD59-A6C34878D82A}">
                    <a16:rowId xmlns:a16="http://schemas.microsoft.com/office/drawing/2014/main" val="1358397586"/>
                  </a:ext>
                </a:extLst>
              </a:tr>
              <a:tr h="302251">
                <a:tc>
                  <a:txBody>
                    <a:bodyPr/>
                    <a:lstStyle/>
                    <a:p>
                      <a:pPr>
                        <a:buNone/>
                      </a:pPr>
                      <a:r>
                        <a:rPr lang="en-US" sz="1200"/>
                        <a:t>Lack of Real-Time Threat Response</a:t>
                      </a:r>
                    </a:p>
                  </a:txBody>
                  <a:tcPr anchor="ctr"/>
                </a:tc>
                <a:tc>
                  <a:txBody>
                    <a:bodyPr/>
                    <a:lstStyle/>
                    <a:p>
                      <a:pPr algn="ctr">
                        <a:buNone/>
                      </a:pPr>
                      <a:r>
                        <a:rPr lang="en-GB" sz="1200" dirty="0"/>
                        <a:t>6</a:t>
                      </a:r>
                    </a:p>
                  </a:txBody>
                  <a:tcPr anchor="ctr"/>
                </a:tc>
                <a:extLst>
                  <a:ext uri="{0D108BD9-81ED-4DB2-BD59-A6C34878D82A}">
                    <a16:rowId xmlns:a16="http://schemas.microsoft.com/office/drawing/2014/main" val="398784006"/>
                  </a:ext>
                </a:extLst>
              </a:tr>
              <a:tr h="302251">
                <a:tc>
                  <a:txBody>
                    <a:bodyPr/>
                    <a:lstStyle/>
                    <a:p>
                      <a:pPr>
                        <a:buNone/>
                      </a:pPr>
                      <a:r>
                        <a:rPr lang="en-GB" sz="1200"/>
                        <a:t>Resource Constraints</a:t>
                      </a:r>
                    </a:p>
                  </a:txBody>
                  <a:tcPr anchor="ctr"/>
                </a:tc>
                <a:tc>
                  <a:txBody>
                    <a:bodyPr/>
                    <a:lstStyle/>
                    <a:p>
                      <a:pPr algn="ctr">
                        <a:buNone/>
                      </a:pPr>
                      <a:r>
                        <a:rPr lang="en-GB" sz="1200" dirty="0"/>
                        <a:t>5</a:t>
                      </a:r>
                    </a:p>
                  </a:txBody>
                  <a:tcPr anchor="ctr"/>
                </a:tc>
                <a:extLst>
                  <a:ext uri="{0D108BD9-81ED-4DB2-BD59-A6C34878D82A}">
                    <a16:rowId xmlns:a16="http://schemas.microsoft.com/office/drawing/2014/main" val="2685245088"/>
                  </a:ext>
                </a:extLst>
              </a:tr>
              <a:tr h="302251">
                <a:tc>
                  <a:txBody>
                    <a:bodyPr/>
                    <a:lstStyle/>
                    <a:p>
                      <a:pPr>
                        <a:buNone/>
                      </a:pPr>
                      <a:r>
                        <a:rPr lang="en-GB" sz="1200"/>
                        <a:t>Training and Awareness Gaps</a:t>
                      </a:r>
                    </a:p>
                  </a:txBody>
                  <a:tcPr anchor="ctr"/>
                </a:tc>
                <a:tc>
                  <a:txBody>
                    <a:bodyPr/>
                    <a:lstStyle/>
                    <a:p>
                      <a:pPr algn="ctr">
                        <a:buNone/>
                      </a:pPr>
                      <a:r>
                        <a:rPr lang="en-GB" sz="1200" dirty="0"/>
                        <a:t>4</a:t>
                      </a:r>
                    </a:p>
                  </a:txBody>
                  <a:tcPr anchor="ctr"/>
                </a:tc>
                <a:extLst>
                  <a:ext uri="{0D108BD9-81ED-4DB2-BD59-A6C34878D82A}">
                    <a16:rowId xmlns:a16="http://schemas.microsoft.com/office/drawing/2014/main" val="2247401883"/>
                  </a:ext>
                </a:extLst>
              </a:tr>
              <a:tr h="302251">
                <a:tc>
                  <a:txBody>
                    <a:bodyPr/>
                    <a:lstStyle/>
                    <a:p>
                      <a:pPr>
                        <a:buNone/>
                      </a:pPr>
                      <a:r>
                        <a:rPr lang="en-GB" sz="1200"/>
                        <a:t>Overly Complex Policy Language</a:t>
                      </a:r>
                    </a:p>
                  </a:txBody>
                  <a:tcPr anchor="ctr"/>
                </a:tc>
                <a:tc>
                  <a:txBody>
                    <a:bodyPr/>
                    <a:lstStyle/>
                    <a:p>
                      <a:pPr algn="ctr">
                        <a:buNone/>
                      </a:pPr>
                      <a:r>
                        <a:rPr lang="en-GB" sz="1200" dirty="0"/>
                        <a:t>3</a:t>
                      </a:r>
                    </a:p>
                  </a:txBody>
                  <a:tcPr anchor="ctr"/>
                </a:tc>
                <a:extLst>
                  <a:ext uri="{0D108BD9-81ED-4DB2-BD59-A6C34878D82A}">
                    <a16:rowId xmlns:a16="http://schemas.microsoft.com/office/drawing/2014/main" val="1132677331"/>
                  </a:ext>
                </a:extLst>
              </a:tr>
            </a:tbl>
          </a:graphicData>
        </a:graphic>
      </p:graphicFrame>
      <p:sp>
        <p:nvSpPr>
          <p:cNvPr id="8" name="TextBox 7">
            <a:extLst>
              <a:ext uri="{FF2B5EF4-FFF2-40B4-BE49-F238E27FC236}">
                <a16:creationId xmlns:a16="http://schemas.microsoft.com/office/drawing/2014/main" id="{AB78804D-E305-C4AE-F235-0100B221C230}"/>
              </a:ext>
            </a:extLst>
          </p:cNvPr>
          <p:cNvSpPr txBox="1"/>
          <p:nvPr/>
        </p:nvSpPr>
        <p:spPr>
          <a:xfrm>
            <a:off x="6917266" y="6351585"/>
            <a:ext cx="2332444" cy="369332"/>
          </a:xfrm>
          <a:prstGeom prst="rect">
            <a:avLst/>
          </a:prstGeom>
          <a:noFill/>
        </p:spPr>
        <p:txBody>
          <a:bodyPr wrap="square">
            <a:spAutoFit/>
          </a:bodyPr>
          <a:lstStyle/>
          <a:p>
            <a:pPr marL="0" indent="0">
              <a:buNone/>
            </a:pPr>
            <a:r>
              <a:rPr lang="en-US" sz="1800" b="1" dirty="0"/>
              <a:t>	Figure 5.2</a:t>
            </a:r>
          </a:p>
        </p:txBody>
      </p:sp>
    </p:spTree>
    <p:extLst>
      <p:ext uri="{BB962C8B-B14F-4D97-AF65-F5344CB8AC3E}">
        <p14:creationId xmlns:p14="http://schemas.microsoft.com/office/powerpoint/2010/main" val="1066802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40000"/>
                <a:lumOff val="60000"/>
              </a:schemeClr>
            </a:gs>
            <a:gs pos="100000">
              <a:schemeClr val="accent4">
                <a:lumMod val="60000"/>
                <a:lumOff val="4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1106-A246-4D28-94E0-0BCD20C76F51}"/>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F.	Software Tools for Presenting Findings</a:t>
            </a:r>
          </a:p>
        </p:txBody>
      </p:sp>
      <p:sp>
        <p:nvSpPr>
          <p:cNvPr id="3" name="Content Placeholder 2">
            <a:extLst>
              <a:ext uri="{FF2B5EF4-FFF2-40B4-BE49-F238E27FC236}">
                <a16:creationId xmlns:a16="http://schemas.microsoft.com/office/drawing/2014/main" id="{68B9C974-1FBD-45F1-9D81-5427101D1444}"/>
              </a:ext>
            </a:extLst>
          </p:cNvPr>
          <p:cNvSpPr>
            <a:spLocks noGrp="1"/>
          </p:cNvSpPr>
          <p:nvPr>
            <p:ph idx="1"/>
          </p:nvPr>
        </p:nvSpPr>
        <p:spPr>
          <a:xfrm>
            <a:off x="581192" y="2180496"/>
            <a:ext cx="11029615" cy="4482771"/>
          </a:xfrm>
        </p:spPr>
        <p:txBody>
          <a:bodyPr rtlCol="0"/>
          <a:lstStyle/>
          <a:p>
            <a:pPr marL="0" indent="0" rtl="0">
              <a:buNone/>
            </a:pPr>
            <a:r>
              <a:rPr lang="en-US" sz="2000" dirty="0"/>
              <a:t>Researchers can use various digital tools to format and illustrate findings. </a:t>
            </a:r>
          </a:p>
          <a:p>
            <a:pPr marL="0" indent="0" rtl="0">
              <a:buNone/>
            </a:pPr>
            <a:endParaRPr lang="en-US" sz="2000" dirty="0"/>
          </a:p>
          <a:p>
            <a:pPr marL="0" indent="0" rtl="0">
              <a:buNone/>
            </a:pPr>
            <a:r>
              <a:rPr lang="en-US" sz="2000" dirty="0"/>
              <a:t>These include:</a:t>
            </a:r>
          </a:p>
          <a:p>
            <a:pPr marL="0" indent="0" rtl="0">
              <a:buNone/>
            </a:pPr>
            <a:endParaRPr lang="en-US" sz="2000" dirty="0"/>
          </a:p>
          <a:p>
            <a:r>
              <a:rPr lang="en-US" sz="2000" dirty="0"/>
              <a:t>NVivo – word clouds, thematic matrices </a:t>
            </a:r>
            <a:r>
              <a:rPr lang="en-US" sz="2000" i="1" dirty="0"/>
              <a:t>– Qualitative Research</a:t>
            </a:r>
          </a:p>
          <a:p>
            <a:r>
              <a:rPr lang="en-US" sz="2000" dirty="0" err="1"/>
              <a:t>Atlas.ti</a:t>
            </a:r>
            <a:r>
              <a:rPr lang="en-US" sz="2000" dirty="0"/>
              <a:t> – code-document tables </a:t>
            </a:r>
            <a:r>
              <a:rPr lang="en-US" sz="2000" i="1" dirty="0"/>
              <a:t>– Qualitative Research</a:t>
            </a:r>
          </a:p>
          <a:p>
            <a:pPr rtl="0"/>
            <a:endParaRPr lang="en-US" sz="2000" dirty="0"/>
          </a:p>
          <a:p>
            <a:r>
              <a:rPr lang="en-US" sz="2000" dirty="0"/>
              <a:t>Excel/SPSS – charts for survey data </a:t>
            </a:r>
            <a:r>
              <a:rPr lang="en-US" sz="2000" i="1" dirty="0"/>
              <a:t>– Quantitative Research</a:t>
            </a:r>
          </a:p>
          <a:p>
            <a:r>
              <a:rPr lang="en-US" sz="2000" dirty="0"/>
              <a:t>Tableau – interactive dashboards (particularly useful for live presentations) </a:t>
            </a:r>
            <a:r>
              <a:rPr lang="en-US" sz="2000" i="1" dirty="0"/>
              <a:t>– Quantitative Research</a:t>
            </a:r>
            <a:endParaRPr lang="en-US" sz="2000" dirty="0"/>
          </a:p>
        </p:txBody>
      </p:sp>
    </p:spTree>
    <p:extLst>
      <p:ext uri="{BB962C8B-B14F-4D97-AF65-F5344CB8AC3E}">
        <p14:creationId xmlns:p14="http://schemas.microsoft.com/office/powerpoint/2010/main" val="3239282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4250-8D97-401F-A36C-5B5DB39DDD59}"/>
              </a:ext>
            </a:extLst>
          </p:cNvPr>
          <p:cNvSpPr>
            <a:spLocks noGrp="1"/>
          </p:cNvSpPr>
          <p:nvPr>
            <p:ph type="title"/>
          </p:nvPr>
        </p:nvSpPr>
        <p:spPr/>
        <p:txBody>
          <a:bodyPr rtlCol="0" anchor="ctr">
            <a:normAutofit/>
          </a:bodyPr>
          <a:lstStyle/>
          <a:p>
            <a:pPr rtl="0">
              <a:lnSpc>
                <a:spcPct val="90000"/>
              </a:lnSpc>
            </a:pPr>
            <a:r>
              <a:rPr lang="en-GB" sz="3100" b="1" dirty="0"/>
              <a:t>G.	In conclusion</a:t>
            </a:r>
          </a:p>
        </p:txBody>
      </p:sp>
      <p:sp>
        <p:nvSpPr>
          <p:cNvPr id="3" name="Subtitle 2">
            <a:extLst>
              <a:ext uri="{FF2B5EF4-FFF2-40B4-BE49-F238E27FC236}">
                <a16:creationId xmlns:a16="http://schemas.microsoft.com/office/drawing/2014/main" id="{6D55F7CC-C3DE-41F7-8BE1-39A9489FC047}"/>
              </a:ext>
            </a:extLst>
          </p:cNvPr>
          <p:cNvSpPr>
            <a:spLocks noGrp="1"/>
          </p:cNvSpPr>
          <p:nvPr>
            <p:ph type="body" idx="1"/>
          </p:nvPr>
        </p:nvSpPr>
        <p:spPr>
          <a:xfrm>
            <a:off x="581192" y="2250891"/>
            <a:ext cx="11029615" cy="3751975"/>
          </a:xfrm>
        </p:spPr>
        <p:txBody>
          <a:bodyPr rtlCol="0" anchor="b">
            <a:normAutofit/>
          </a:bodyPr>
          <a:lstStyle/>
          <a:p>
            <a:pPr marL="457200" indent="-457200" rtl="0">
              <a:lnSpc>
                <a:spcPct val="90000"/>
              </a:lnSpc>
              <a:buFont typeface="Arial" panose="020B0604020202020204" pitchFamily="34" charset="0"/>
              <a:buChar char="•"/>
            </a:pPr>
            <a:r>
              <a:rPr lang="en-US" sz="2800" dirty="0"/>
              <a:t>Do not mix interpretation with findings </a:t>
            </a:r>
          </a:p>
          <a:p>
            <a:pPr marL="914400" lvl="1" indent="-457200">
              <a:buFont typeface="Arial" panose="020B0604020202020204" pitchFamily="34" charset="0"/>
              <a:buChar char="•"/>
            </a:pPr>
            <a:r>
              <a:rPr lang="en-US" sz="2400" i="1" dirty="0"/>
              <a:t>e.g., avoid phrases like “This suggests…”</a:t>
            </a:r>
          </a:p>
          <a:p>
            <a:pPr marL="914400" lvl="1" indent="-457200">
              <a:buFont typeface="Arial" panose="020B0604020202020204" pitchFamily="34" charset="0"/>
              <a:buChar char="•"/>
            </a:pPr>
            <a:endParaRPr lang="en-US" sz="2400" dirty="0"/>
          </a:p>
          <a:p>
            <a:pPr marL="457200" indent="-457200" rtl="0">
              <a:lnSpc>
                <a:spcPct val="90000"/>
              </a:lnSpc>
              <a:buFont typeface="Arial" panose="020B0604020202020204" pitchFamily="34" charset="0"/>
              <a:buChar char="•"/>
            </a:pPr>
            <a:r>
              <a:rPr lang="en-US" sz="2800" dirty="0"/>
              <a:t>Don’t overload the section with too many quotes or stats </a:t>
            </a:r>
          </a:p>
          <a:p>
            <a:pPr marL="914400" lvl="1" indent="-457200">
              <a:buFont typeface="Arial" panose="020B0604020202020204" pitchFamily="34" charset="0"/>
              <a:buChar char="•"/>
            </a:pPr>
            <a:r>
              <a:rPr lang="en-US" sz="2400" i="1" dirty="0"/>
              <a:t>be selective</a:t>
            </a:r>
          </a:p>
          <a:p>
            <a:pPr marL="914400" lvl="1" indent="-457200">
              <a:buFont typeface="Arial" panose="020B0604020202020204" pitchFamily="34" charset="0"/>
              <a:buChar char="•"/>
            </a:pPr>
            <a:endParaRPr lang="en-US" sz="2400" dirty="0"/>
          </a:p>
          <a:p>
            <a:pPr marL="457200" indent="-457200" rtl="0">
              <a:lnSpc>
                <a:spcPct val="90000"/>
              </a:lnSpc>
              <a:buFont typeface="Arial" panose="020B0604020202020204" pitchFamily="34" charset="0"/>
              <a:buChar char="•"/>
            </a:pPr>
            <a:r>
              <a:rPr lang="en-US" sz="2800" dirty="0"/>
              <a:t>Avoid unexplained visuals </a:t>
            </a:r>
          </a:p>
          <a:p>
            <a:pPr marL="914400" lvl="1" indent="-457200">
              <a:buFont typeface="Arial" panose="020B0604020202020204" pitchFamily="34" charset="0"/>
              <a:buChar char="•"/>
            </a:pPr>
            <a:r>
              <a:rPr lang="en-US" sz="2400" i="1" dirty="0"/>
              <a:t>every chart/table must be </a:t>
            </a:r>
            <a:r>
              <a:rPr lang="en-US" sz="2400" i="1" dirty="0" err="1"/>
              <a:t>contextualised</a:t>
            </a:r>
            <a:r>
              <a:rPr lang="en-US" sz="2400" i="1" dirty="0"/>
              <a:t>.</a:t>
            </a:r>
          </a:p>
        </p:txBody>
      </p:sp>
    </p:spTree>
    <p:extLst>
      <p:ext uri="{BB962C8B-B14F-4D97-AF65-F5344CB8AC3E}">
        <p14:creationId xmlns:p14="http://schemas.microsoft.com/office/powerpoint/2010/main" val="2394075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304CEA-E169-7120-F228-9C1CE8E50814}"/>
              </a:ext>
            </a:extLst>
          </p:cNvPr>
          <p:cNvSpPr txBox="1"/>
          <p:nvPr/>
        </p:nvSpPr>
        <p:spPr>
          <a:xfrm>
            <a:off x="418641" y="2773363"/>
            <a:ext cx="11358390" cy="2123658"/>
          </a:xfrm>
          <a:prstGeom prst="rect">
            <a:avLst/>
          </a:prstGeom>
          <a:noFill/>
        </p:spPr>
        <p:txBody>
          <a:bodyPr wrap="square">
            <a:spAutoFit/>
          </a:bodyPr>
          <a:lstStyle/>
          <a:p>
            <a:pPr algn="ctr" rtl="0"/>
            <a:r>
              <a:rPr lang="en-GB" sz="4400" dirty="0">
                <a:solidFill>
                  <a:srgbClr val="0070C0"/>
                </a:solidFill>
              </a:rPr>
              <a:t>Let’s proceed to the</a:t>
            </a:r>
          </a:p>
          <a:p>
            <a:pPr algn="ctr" rtl="0"/>
            <a:r>
              <a:rPr lang="en-US" sz="4400" b="1" dirty="0">
                <a:solidFill>
                  <a:srgbClr val="0070C0"/>
                </a:solidFill>
              </a:rPr>
              <a:t>Interpretation and Discussion of Results (Findings)</a:t>
            </a:r>
            <a:endParaRPr lang="en-GB" sz="4400" dirty="0">
              <a:solidFill>
                <a:srgbClr val="0070C0"/>
              </a:solidFill>
            </a:endParaRPr>
          </a:p>
        </p:txBody>
      </p:sp>
      <p:sp>
        <p:nvSpPr>
          <p:cNvPr id="5" name="Title 4">
            <a:extLst>
              <a:ext uri="{FF2B5EF4-FFF2-40B4-BE49-F238E27FC236}">
                <a16:creationId xmlns:a16="http://schemas.microsoft.com/office/drawing/2014/main" id="{142CAC63-3C30-1231-71E1-499F6EB04149}"/>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394598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1719E-16F2-7396-CBFA-55522704C827}"/>
            </a:ext>
          </a:extLst>
        </p:cNvPr>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BD83D77E-042E-A386-9666-F6CF301AC8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2800" y="755592"/>
            <a:ext cx="1152000" cy="1152000"/>
          </a:xfrm>
          <a:prstGeom prst="rect">
            <a:avLst/>
          </a:prstGeom>
        </p:spPr>
      </p:pic>
      <p:sp>
        <p:nvSpPr>
          <p:cNvPr id="2" name="Title 1">
            <a:extLst>
              <a:ext uri="{FF2B5EF4-FFF2-40B4-BE49-F238E27FC236}">
                <a16:creationId xmlns:a16="http://schemas.microsoft.com/office/drawing/2014/main" id="{8551540F-9E64-95F7-3D9E-FB48AC36E96C}"/>
              </a:ext>
            </a:extLst>
          </p:cNvPr>
          <p:cNvSpPr>
            <a:spLocks noGrp="1"/>
          </p:cNvSpPr>
          <p:nvPr>
            <p:ph type="title"/>
          </p:nvPr>
        </p:nvSpPr>
        <p:spPr>
          <a:xfrm>
            <a:off x="457200" y="729658"/>
            <a:ext cx="11260667" cy="988332"/>
          </a:xfrm>
        </p:spPr>
        <p:txBody>
          <a:bodyPr rtlCol="0">
            <a:normAutofit fontScale="90000"/>
          </a:bodyPr>
          <a:lstStyle/>
          <a:p>
            <a:pPr rtl="0"/>
            <a:r>
              <a:rPr lang="en-US" dirty="0">
                <a:solidFill>
                  <a:schemeClr val="bg1"/>
                </a:solidFill>
              </a:rPr>
              <a:t>Interpretation and Discussion of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D4BBC66D-8EA4-EF45-2460-C45FAD8DED15}"/>
              </a:ext>
            </a:extLst>
          </p:cNvPr>
          <p:cNvSpPr>
            <a:spLocks noGrp="1"/>
          </p:cNvSpPr>
          <p:nvPr>
            <p:ph idx="1"/>
          </p:nvPr>
        </p:nvSpPr>
        <p:spPr>
          <a:xfrm>
            <a:off x="581192" y="2180496"/>
            <a:ext cx="11029615" cy="4172803"/>
          </a:xfrm>
        </p:spPr>
        <p:txBody>
          <a:bodyPr rtlCol="0">
            <a:normAutofit/>
          </a:bodyPr>
          <a:lstStyle/>
          <a:p>
            <a:pPr rtl="0"/>
            <a:r>
              <a:rPr lang="en-US" sz="2400" dirty="0"/>
              <a:t>For Week 7, I have based the following introductory notes on the prescribed text of Kumar (2011), “Chapter 17 - Writing a Research Report”. </a:t>
            </a:r>
          </a:p>
          <a:p>
            <a:pPr rtl="0"/>
            <a:r>
              <a:rPr lang="en-US" sz="2400" dirty="0"/>
              <a:t>Additional material is drawn from related citations and noted accordingly. </a:t>
            </a:r>
          </a:p>
          <a:p>
            <a:pPr rtl="0"/>
            <a:r>
              <a:rPr lang="en-US" sz="2400" dirty="0"/>
              <a:t>Kumar (2011) suggests that, as a beginner in research methods, it is important for you to understand these procedures and the assumptions behind them so that you can make appropriate and accurate interpretations of the findings.</a:t>
            </a:r>
            <a:endParaRPr lang="en-GB" sz="2400" dirty="0"/>
          </a:p>
          <a:p>
            <a:pPr rtl="0"/>
            <a:endParaRPr lang="en-GB" dirty="0"/>
          </a:p>
        </p:txBody>
      </p:sp>
    </p:spTree>
    <p:extLst>
      <p:ext uri="{BB962C8B-B14F-4D97-AF65-F5344CB8AC3E}">
        <p14:creationId xmlns:p14="http://schemas.microsoft.com/office/powerpoint/2010/main" val="2059102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73D46-D6E0-94A7-C200-DEC24F7DE5B1}"/>
            </a:ext>
          </a:extLst>
        </p:cNvPr>
        <p:cNvGrpSpPr/>
        <p:nvPr/>
      </p:nvGrpSpPr>
      <p:grpSpPr>
        <a:xfrm>
          <a:off x="0" y="0"/>
          <a:ext cx="0" cy="0"/>
          <a:chOff x="0" y="0"/>
          <a:chExt cx="0" cy="0"/>
        </a:xfrm>
      </p:grpSpPr>
      <p:pic>
        <p:nvPicPr>
          <p:cNvPr id="4" name="Graphic 3" descr="Teacher">
            <a:extLst>
              <a:ext uri="{FF2B5EF4-FFF2-40B4-BE49-F238E27FC236}">
                <a16:creationId xmlns:a16="http://schemas.microsoft.com/office/drawing/2014/main" id="{BCE231EF-C89D-59BD-8C6D-D5B5BB6647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2800" y="755592"/>
            <a:ext cx="1152000" cy="1152000"/>
          </a:xfrm>
          <a:prstGeom prst="rect">
            <a:avLst/>
          </a:prstGeom>
        </p:spPr>
      </p:pic>
      <p:sp>
        <p:nvSpPr>
          <p:cNvPr id="2" name="Title 1">
            <a:extLst>
              <a:ext uri="{FF2B5EF4-FFF2-40B4-BE49-F238E27FC236}">
                <a16:creationId xmlns:a16="http://schemas.microsoft.com/office/drawing/2014/main" id="{AACDF346-894D-34F7-CD65-32C5B41A136F}"/>
              </a:ext>
            </a:extLst>
          </p:cNvPr>
          <p:cNvSpPr>
            <a:spLocks noGrp="1"/>
          </p:cNvSpPr>
          <p:nvPr>
            <p:ph type="title"/>
          </p:nvPr>
        </p:nvSpPr>
        <p:spPr>
          <a:xfrm>
            <a:off x="457200" y="729658"/>
            <a:ext cx="11260667" cy="988332"/>
          </a:xfrm>
        </p:spPr>
        <p:txBody>
          <a:bodyPr rtlCol="0">
            <a:normAutofit fontScale="90000"/>
          </a:bodyPr>
          <a:lstStyle/>
          <a:p>
            <a:pPr rtl="0"/>
            <a:r>
              <a:rPr lang="en-US" dirty="0">
                <a:solidFill>
                  <a:schemeClr val="bg1"/>
                </a:solidFill>
              </a:rPr>
              <a:t>Interpretation and Discussion of Results (Findings)</a:t>
            </a:r>
            <a:endParaRPr lang="en-GB" dirty="0">
              <a:solidFill>
                <a:schemeClr val="bg1"/>
              </a:solidFill>
            </a:endParaRPr>
          </a:p>
        </p:txBody>
      </p:sp>
      <p:sp>
        <p:nvSpPr>
          <p:cNvPr id="3" name="Content Placeholder 2">
            <a:extLst>
              <a:ext uri="{FF2B5EF4-FFF2-40B4-BE49-F238E27FC236}">
                <a16:creationId xmlns:a16="http://schemas.microsoft.com/office/drawing/2014/main" id="{CEE646D7-1D29-D8C0-78E3-C3EC765812C5}"/>
              </a:ext>
            </a:extLst>
          </p:cNvPr>
          <p:cNvSpPr>
            <a:spLocks noGrp="1"/>
          </p:cNvSpPr>
          <p:nvPr>
            <p:ph idx="1"/>
          </p:nvPr>
        </p:nvSpPr>
        <p:spPr>
          <a:xfrm>
            <a:off x="581192" y="2180496"/>
            <a:ext cx="11029615" cy="4172803"/>
          </a:xfrm>
        </p:spPr>
        <p:txBody>
          <a:bodyPr rtlCol="0">
            <a:normAutofit/>
          </a:bodyPr>
          <a:lstStyle/>
          <a:p>
            <a:pPr rtl="0"/>
            <a:r>
              <a:rPr lang="en-US" sz="2400" dirty="0"/>
              <a:t>Conversely, Creswell (2009) indicates that qualitative approaches to data collection, analysis, interpretation, and report writing differ from traditional, quantitative methods. </a:t>
            </a:r>
          </a:p>
          <a:p>
            <a:pPr rtl="0"/>
            <a:r>
              <a:rPr lang="en-US" sz="2400" dirty="0"/>
              <a:t>In interpreting data, researchers need to provide an accurate account of the information. </a:t>
            </a:r>
          </a:p>
          <a:p>
            <a:pPr rtl="0"/>
            <a:r>
              <a:rPr lang="en-US" sz="2400" dirty="0"/>
              <a:t>This accuracy may require debriefing between the researcher and participants in quantitative research. </a:t>
            </a:r>
          </a:p>
          <a:p>
            <a:pPr rtl="0"/>
            <a:r>
              <a:rPr lang="en-US" sz="2400" dirty="0"/>
              <a:t>It may also involve, in qualitative research, using one or more strategies to check the data's accuracy with participants or across different data sources.</a:t>
            </a:r>
            <a:endParaRPr lang="en-GB" sz="2400" dirty="0"/>
          </a:p>
          <a:p>
            <a:pPr rtl="0"/>
            <a:endParaRPr lang="en-GB" dirty="0"/>
          </a:p>
        </p:txBody>
      </p:sp>
    </p:spTree>
    <p:extLst>
      <p:ext uri="{BB962C8B-B14F-4D97-AF65-F5344CB8AC3E}">
        <p14:creationId xmlns:p14="http://schemas.microsoft.com/office/powerpoint/2010/main" val="334888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1EAB-15F8-5046-CFA4-203E7CE4E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F9E02-C57A-0117-9C59-ECD0D37B9DCF}"/>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A.	Making Sense of the Data</a:t>
            </a:r>
          </a:p>
        </p:txBody>
      </p:sp>
      <p:sp>
        <p:nvSpPr>
          <p:cNvPr id="3" name="Content Placeholder 2">
            <a:extLst>
              <a:ext uri="{FF2B5EF4-FFF2-40B4-BE49-F238E27FC236}">
                <a16:creationId xmlns:a16="http://schemas.microsoft.com/office/drawing/2014/main" id="{BCEB5621-D270-6DDD-7A40-A8F21B092A86}"/>
              </a:ext>
            </a:extLst>
          </p:cNvPr>
          <p:cNvSpPr>
            <a:spLocks noGrp="1"/>
          </p:cNvSpPr>
          <p:nvPr>
            <p:ph idx="1"/>
          </p:nvPr>
        </p:nvSpPr>
        <p:spPr>
          <a:xfrm>
            <a:off x="581192" y="2878667"/>
            <a:ext cx="11029615" cy="3429000"/>
          </a:xfrm>
        </p:spPr>
        <p:txBody>
          <a:bodyPr rtlCol="0">
            <a:normAutofit/>
          </a:bodyPr>
          <a:lstStyle/>
          <a:p>
            <a:r>
              <a:rPr lang="en-US" sz="2400" dirty="0"/>
              <a:t>After presenting your findings (Week 6), the next step is to interpret their meaning. </a:t>
            </a:r>
          </a:p>
          <a:p>
            <a:r>
              <a:rPr lang="en-US" sz="2400" dirty="0"/>
              <a:t>According to Kumar (2011), interpretation is the process of making sense of numerical or thematic patterns and understanding their implications. </a:t>
            </a:r>
          </a:p>
          <a:p>
            <a:r>
              <a:rPr lang="en-US" sz="2400" dirty="0"/>
              <a:t>In qualitative research, this involves identifying what the themes suggest about the phenomenon studied, </a:t>
            </a:r>
          </a:p>
          <a:p>
            <a:r>
              <a:rPr lang="en-US" sz="2400" dirty="0"/>
              <a:t>while in quantitative research, it entails </a:t>
            </a:r>
            <a:r>
              <a:rPr lang="en-US" sz="2400" dirty="0" err="1"/>
              <a:t>analysing</a:t>
            </a:r>
            <a:r>
              <a:rPr lang="en-US" sz="2400" dirty="0"/>
              <a:t> statistical relationships and trends in the data.</a:t>
            </a:r>
          </a:p>
        </p:txBody>
      </p:sp>
      <p:pic>
        <p:nvPicPr>
          <p:cNvPr id="5" name="Graphic 4" descr="Stopwatch">
            <a:extLst>
              <a:ext uri="{FF2B5EF4-FFF2-40B4-BE49-F238E27FC236}">
                <a16:creationId xmlns:a16="http://schemas.microsoft.com/office/drawing/2014/main" id="{280FC988-B446-7484-129E-63485F7B36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09192" y="751856"/>
            <a:ext cx="914400" cy="914400"/>
          </a:xfrm>
          <a:prstGeom prst="rect">
            <a:avLst/>
          </a:prstGeom>
        </p:spPr>
      </p:pic>
    </p:spTree>
    <p:extLst>
      <p:ext uri="{BB962C8B-B14F-4D97-AF65-F5344CB8AC3E}">
        <p14:creationId xmlns:p14="http://schemas.microsoft.com/office/powerpoint/2010/main" val="3625718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0C2386C-212E-89D3-BEDE-E0766065D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3B38D-7B10-1F43-848C-23105291E811}"/>
              </a:ext>
            </a:extLst>
          </p:cNvPr>
          <p:cNvSpPr>
            <a:spLocks noGrp="1"/>
          </p:cNvSpPr>
          <p:nvPr>
            <p:ph type="title"/>
          </p:nvPr>
        </p:nvSpPr>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ED473CFA-82C3-95C6-9B01-EE23A07B6356}"/>
              </a:ext>
            </a:extLst>
          </p:cNvPr>
          <p:cNvSpPr>
            <a:spLocks noGrp="1"/>
          </p:cNvSpPr>
          <p:nvPr>
            <p:ph sz="half" idx="1"/>
          </p:nvPr>
        </p:nvSpPr>
        <p:spPr>
          <a:xfrm>
            <a:off x="838199" y="1825625"/>
            <a:ext cx="5926667" cy="4351338"/>
          </a:xfrm>
        </p:spPr>
        <p:txBody>
          <a:bodyPr rtlCol="0">
            <a:normAutofit/>
          </a:bodyPr>
          <a:lstStyle/>
          <a:p>
            <a:pPr marL="0" indent="0">
              <a:buNone/>
            </a:pPr>
            <a:r>
              <a:rPr lang="en-US" sz="2400" b="1" dirty="0"/>
              <a:t>ICT Example (Qualitative): </a:t>
            </a:r>
          </a:p>
          <a:p>
            <a:r>
              <a:rPr lang="en-US" sz="2400" dirty="0"/>
              <a:t>If a study explored students' perceptions of AI-based plagiarism detection tools, </a:t>
            </a:r>
          </a:p>
          <a:p>
            <a:r>
              <a:rPr lang="en-US" sz="2400" dirty="0"/>
              <a:t>interpretation may involve explaining what recurring themes (e.g., “</a:t>
            </a:r>
            <a:r>
              <a:rPr lang="en-US" sz="2400" b="1" dirty="0"/>
              <a:t>trust in the system</a:t>
            </a:r>
            <a:r>
              <a:rPr lang="en-US" sz="2400" dirty="0"/>
              <a:t>,” “perceived fairness,” or “lack of understanding”) reveal about how students engage with academic integrity technologies.</a:t>
            </a:r>
          </a:p>
        </p:txBody>
      </p:sp>
      <p:pic>
        <p:nvPicPr>
          <p:cNvPr id="5" name="Graphic 4" descr="Stopwatch">
            <a:extLst>
              <a:ext uri="{FF2B5EF4-FFF2-40B4-BE49-F238E27FC236}">
                <a16:creationId xmlns:a16="http://schemas.microsoft.com/office/drawing/2014/main" id="{C2FD9C7A-9E7C-92EA-E282-BF2500B9B6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3752040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DFA6859-EEB8-B9BB-633B-BAB74CF39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97355-ABE5-BBD3-A592-733CC20A5B11}"/>
              </a:ext>
            </a:extLst>
          </p:cNvPr>
          <p:cNvSpPr>
            <a:spLocks noGrp="1"/>
          </p:cNvSpPr>
          <p:nvPr>
            <p:ph type="title"/>
          </p:nvPr>
        </p:nvSpPr>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13F00D66-9D7B-04C9-80F5-2E0FE9DEB9D9}"/>
              </a:ext>
            </a:extLst>
          </p:cNvPr>
          <p:cNvSpPr>
            <a:spLocks noGrp="1"/>
          </p:cNvSpPr>
          <p:nvPr>
            <p:ph sz="half" idx="1"/>
          </p:nvPr>
        </p:nvSpPr>
        <p:spPr>
          <a:xfrm>
            <a:off x="838199" y="1825625"/>
            <a:ext cx="10609613" cy="4351338"/>
          </a:xfrm>
        </p:spPr>
        <p:txBody>
          <a:bodyPr rtlCol="0">
            <a:normAutofit fontScale="92500" lnSpcReduction="10000"/>
          </a:bodyPr>
          <a:lstStyle/>
          <a:p>
            <a:pPr marL="0" indent="0">
              <a:buNone/>
            </a:pPr>
            <a:r>
              <a:rPr lang="en-US" sz="2400" b="1" dirty="0"/>
              <a:t>Example:</a:t>
            </a:r>
          </a:p>
          <a:p>
            <a:pPr marL="4749800" indent="-4749800">
              <a:buNone/>
            </a:pPr>
            <a:r>
              <a:rPr lang="en-US" sz="2400" b="1" dirty="0"/>
              <a:t>Qualitative Interpretation of Themes: Students’ Engagement with Academic Integrity Technologies</a:t>
            </a:r>
          </a:p>
          <a:p>
            <a:pPr marL="0" indent="0">
              <a:buNone/>
            </a:pPr>
            <a:r>
              <a:rPr lang="en-US" sz="2400" b="1" dirty="0"/>
              <a:t>Theme 1: "Trust in the System.”</a:t>
            </a:r>
          </a:p>
          <a:p>
            <a:pPr marL="903288" indent="-903288">
              <a:buNone/>
            </a:pPr>
            <a:r>
              <a:rPr lang="en-US" sz="2400" dirty="0"/>
              <a:t>	</a:t>
            </a:r>
            <a:r>
              <a:rPr lang="en-US" sz="2400" i="1" dirty="0"/>
              <a:t>“I just hope Turnitin knows what it’s doing. I’m scared to even quote something now.”  </a:t>
            </a:r>
            <a:r>
              <a:rPr lang="en-US" sz="2400" dirty="0"/>
              <a:t>(Participant 4)</a:t>
            </a:r>
          </a:p>
          <a:p>
            <a:pPr marL="0" indent="0">
              <a:buNone/>
            </a:pPr>
            <a:r>
              <a:rPr lang="en-US" sz="2400" dirty="0"/>
              <a:t>This theme suggests that students’ trust in AI systems plays a crucial role in shaping their </a:t>
            </a:r>
            <a:r>
              <a:rPr lang="en-US" sz="2400" dirty="0" err="1"/>
              <a:t>behaviour</a:t>
            </a:r>
            <a:r>
              <a:rPr lang="en-US" sz="2400" dirty="0"/>
              <a:t>. When trust is low, students may over-correct their writing, avoid paraphrasing, or become anxious during submissions. This reveals a compliance-based engagement rather than genuine academic development, where students are focused more on “not being caught” than learning proper citation practices. It also implies that the black-box nature of many AI tools undermines confidence in the fairness of outcomes.</a:t>
            </a:r>
            <a:endParaRPr lang="en-US" dirty="0"/>
          </a:p>
        </p:txBody>
      </p:sp>
    </p:spTree>
    <p:extLst>
      <p:ext uri="{BB962C8B-B14F-4D97-AF65-F5344CB8AC3E}">
        <p14:creationId xmlns:p14="http://schemas.microsoft.com/office/powerpoint/2010/main" val="1167319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21D9CE1-F0A4-FF02-9E10-271AE03E3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23C90-B6F3-9D33-E51A-7EFA28A49A40}"/>
              </a:ext>
            </a:extLst>
          </p:cNvPr>
          <p:cNvSpPr>
            <a:spLocks noGrp="1"/>
          </p:cNvSpPr>
          <p:nvPr>
            <p:ph type="title"/>
          </p:nvPr>
        </p:nvSpPr>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5F2E678C-0F86-8AD9-16CD-2881FEA0DED4}"/>
              </a:ext>
            </a:extLst>
          </p:cNvPr>
          <p:cNvSpPr>
            <a:spLocks noGrp="1"/>
          </p:cNvSpPr>
          <p:nvPr>
            <p:ph sz="half" idx="1"/>
          </p:nvPr>
        </p:nvSpPr>
        <p:spPr>
          <a:xfrm>
            <a:off x="838199" y="1825625"/>
            <a:ext cx="5926667" cy="4351338"/>
          </a:xfrm>
        </p:spPr>
        <p:txBody>
          <a:bodyPr rtlCol="0">
            <a:normAutofit/>
          </a:bodyPr>
          <a:lstStyle/>
          <a:p>
            <a:pPr marL="0" indent="0">
              <a:buNone/>
            </a:pPr>
            <a:r>
              <a:rPr lang="en-US" sz="2400" b="1" dirty="0"/>
              <a:t>ICT Example (Quantitative): </a:t>
            </a:r>
          </a:p>
          <a:p>
            <a:r>
              <a:rPr lang="en-US" sz="2400" dirty="0"/>
              <a:t>If a study explored students' perceptions of AI-based plagiarism detection tools, </a:t>
            </a:r>
          </a:p>
          <a:p>
            <a:r>
              <a:rPr lang="en-US" sz="2400" dirty="0"/>
              <a:t>interpretation may involve explaining what recurring themes (e.g., “trust in the system,” “perceived fairness,” or “lack of understanding”) reveal about how students engage with academic integrity technologies.</a:t>
            </a:r>
          </a:p>
        </p:txBody>
      </p:sp>
      <p:pic>
        <p:nvPicPr>
          <p:cNvPr id="5" name="Graphic 4" descr="Stopwatch">
            <a:extLst>
              <a:ext uri="{FF2B5EF4-FFF2-40B4-BE49-F238E27FC236}">
                <a16:creationId xmlns:a16="http://schemas.microsoft.com/office/drawing/2014/main" id="{4CF65281-DDBE-7293-D8AF-BC468E5B2D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1789786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C9ADAC2-57DC-12F7-5A46-443527CCA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9C308-B916-FE2B-3461-AAA2C6E4C2AD}"/>
              </a:ext>
            </a:extLst>
          </p:cNvPr>
          <p:cNvSpPr>
            <a:spLocks noGrp="1"/>
          </p:cNvSpPr>
          <p:nvPr>
            <p:ph type="title"/>
          </p:nvPr>
        </p:nvSpPr>
        <p:spPr/>
        <p:txBody>
          <a:bodyPr rtlCol="0" anchor="ctr">
            <a:normAutofit/>
          </a:bodyPr>
          <a:lstStyle/>
          <a:p>
            <a:pPr rtl="0"/>
            <a:r>
              <a:rPr lang="en-US"/>
              <a:t>A.	Making Sense of the Data</a:t>
            </a:r>
          </a:p>
        </p:txBody>
      </p:sp>
      <p:sp>
        <p:nvSpPr>
          <p:cNvPr id="3" name="Content Placeholder 2">
            <a:extLst>
              <a:ext uri="{FF2B5EF4-FFF2-40B4-BE49-F238E27FC236}">
                <a16:creationId xmlns:a16="http://schemas.microsoft.com/office/drawing/2014/main" id="{47A445B2-6EB5-F9F6-A259-EEB10A55974F}"/>
              </a:ext>
            </a:extLst>
          </p:cNvPr>
          <p:cNvSpPr>
            <a:spLocks noGrp="1"/>
          </p:cNvSpPr>
          <p:nvPr>
            <p:ph sz="half" idx="1"/>
          </p:nvPr>
        </p:nvSpPr>
        <p:spPr>
          <a:xfrm>
            <a:off x="838199" y="1825625"/>
            <a:ext cx="10609613" cy="4351338"/>
          </a:xfrm>
        </p:spPr>
        <p:txBody>
          <a:bodyPr rtlCol="0">
            <a:normAutofit/>
          </a:bodyPr>
          <a:lstStyle/>
          <a:p>
            <a:pPr marL="0" indent="0">
              <a:buNone/>
            </a:pPr>
            <a:r>
              <a:rPr lang="en-US" sz="2400" b="1" dirty="0"/>
              <a:t>Example:</a:t>
            </a:r>
          </a:p>
          <a:p>
            <a:pPr marL="3675063" indent="-3675063">
              <a:buNone/>
            </a:pPr>
            <a:r>
              <a:rPr lang="en-US" sz="2400" b="1" dirty="0"/>
              <a:t>ICT Quantitative Example: Interpreting Lecturer Dissatisfaction with AI Grading  Tools </a:t>
            </a:r>
          </a:p>
          <a:p>
            <a:pPr marL="4749800" indent="-4749800">
              <a:buNone/>
            </a:pPr>
            <a:r>
              <a:rPr lang="en-US" sz="2400" b="1" dirty="0"/>
              <a:t>Survey Finding:</a:t>
            </a:r>
          </a:p>
          <a:p>
            <a:pPr marL="903288" indent="-903288">
              <a:buNone/>
            </a:pPr>
            <a:r>
              <a:rPr lang="en-US" sz="2400" dirty="0"/>
              <a:t>	</a:t>
            </a:r>
            <a:r>
              <a:rPr lang="en-US" sz="2400" i="1" dirty="0"/>
              <a:t>75% of lecturers (n = 150) reported dissatisfaction with AI grading tools, rating them as “inaccurate” or “very inaccurate” on a 5-point Likert scale.</a:t>
            </a:r>
            <a:endParaRPr lang="en-US" sz="2400" dirty="0"/>
          </a:p>
          <a:p>
            <a:pPr marL="0" indent="0">
              <a:buNone/>
            </a:pPr>
            <a:r>
              <a:rPr lang="en-US" sz="2400" dirty="0"/>
              <a:t>The high dissatisfaction rate (75%) suggests systemic concerns rather than isolated issues. This quantitative insight reinforces that AI tools, while efficient, need </a:t>
            </a:r>
            <a:r>
              <a:rPr lang="en-US" sz="2400" b="1" dirty="0"/>
              <a:t>clearer logic, flexible rubrics</a:t>
            </a:r>
            <a:r>
              <a:rPr lang="en-US" sz="2400" dirty="0"/>
              <a:t>, and </a:t>
            </a:r>
            <a:r>
              <a:rPr lang="en-US" sz="2400" b="1" dirty="0"/>
              <a:t>human oversight</a:t>
            </a:r>
            <a:r>
              <a:rPr lang="en-US" sz="2400" dirty="0"/>
              <a:t> to gain wider acceptance. The numbers show that dissatisfaction is rooted not just in performance, but also in </a:t>
            </a:r>
            <a:r>
              <a:rPr lang="en-US" sz="2400" b="1" dirty="0"/>
              <a:t>pedagogical values and expectations</a:t>
            </a:r>
            <a:r>
              <a:rPr lang="en-US" sz="2400" dirty="0"/>
              <a:t>.</a:t>
            </a:r>
            <a:endParaRPr lang="en-US" dirty="0"/>
          </a:p>
        </p:txBody>
      </p:sp>
    </p:spTree>
    <p:extLst>
      <p:ext uri="{BB962C8B-B14F-4D97-AF65-F5344CB8AC3E}">
        <p14:creationId xmlns:p14="http://schemas.microsoft.com/office/powerpoint/2010/main" val="4274854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54676-BA92-56A2-8DF2-46999F09B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B8821-8293-54AA-80CE-87A607808D00}"/>
              </a:ext>
            </a:extLst>
          </p:cNvPr>
          <p:cNvSpPr>
            <a:spLocks noGrp="1"/>
          </p:cNvSpPr>
          <p:nvPr>
            <p:ph type="title"/>
          </p:nvPr>
        </p:nvSpPr>
        <p:spPr>
          <a:xfrm>
            <a:off x="1124562" y="751856"/>
            <a:ext cx="9942874" cy="988332"/>
          </a:xfrm>
        </p:spPr>
        <p:txBody>
          <a:bodyPr rtlCol="0">
            <a:normAutofit fontScale="90000"/>
          </a:bodyPr>
          <a:lstStyle/>
          <a:p>
            <a:pPr rtl="0"/>
            <a:r>
              <a:rPr lang="en-US" dirty="0">
                <a:solidFill>
                  <a:schemeClr val="bg1"/>
                </a:solidFill>
              </a:rPr>
              <a:t>B.	Linking Findings to Research Objectives</a:t>
            </a:r>
          </a:p>
        </p:txBody>
      </p:sp>
      <p:sp>
        <p:nvSpPr>
          <p:cNvPr id="3" name="Content Placeholder 2">
            <a:extLst>
              <a:ext uri="{FF2B5EF4-FFF2-40B4-BE49-F238E27FC236}">
                <a16:creationId xmlns:a16="http://schemas.microsoft.com/office/drawing/2014/main" id="{0E32758D-BB2A-FB7C-D928-16E8ACACA725}"/>
              </a:ext>
            </a:extLst>
          </p:cNvPr>
          <p:cNvSpPr>
            <a:spLocks noGrp="1"/>
          </p:cNvSpPr>
          <p:nvPr>
            <p:ph idx="1"/>
          </p:nvPr>
        </p:nvSpPr>
        <p:spPr>
          <a:xfrm>
            <a:off x="581192" y="2878667"/>
            <a:ext cx="11029615" cy="3429000"/>
          </a:xfrm>
        </p:spPr>
        <p:txBody>
          <a:bodyPr rtlCol="0">
            <a:normAutofit/>
          </a:bodyPr>
          <a:lstStyle/>
          <a:p>
            <a:pPr marL="0" indent="0">
              <a:buNone/>
            </a:pPr>
            <a:r>
              <a:rPr lang="en-US" sz="2400" dirty="0"/>
              <a:t>Effective interpretation requires that findings are tied explicitly back to your original research objectives. This demonstrates logical continuity and a clear research “golden thread.”</a:t>
            </a:r>
          </a:p>
          <a:p>
            <a:pPr marL="0" indent="0">
              <a:buNone/>
            </a:pPr>
            <a:r>
              <a:rPr lang="en-US" sz="2400" dirty="0"/>
              <a:t>For each objective, you should:</a:t>
            </a:r>
          </a:p>
          <a:p>
            <a:r>
              <a:rPr lang="en-US" sz="2400" dirty="0" err="1"/>
              <a:t>Summarise</a:t>
            </a:r>
            <a:r>
              <a:rPr lang="en-US" sz="2400" dirty="0"/>
              <a:t> what the data reveals.</a:t>
            </a:r>
          </a:p>
          <a:p>
            <a:r>
              <a:rPr lang="en-US" sz="2400" dirty="0"/>
              <a:t>Compare this to what you expected based on your literature review or research aim.</a:t>
            </a:r>
          </a:p>
          <a:p>
            <a:r>
              <a:rPr lang="en-US" sz="2400" dirty="0"/>
              <a:t>Reflect on the implications for the research problem.</a:t>
            </a:r>
          </a:p>
        </p:txBody>
      </p:sp>
      <p:pic>
        <p:nvPicPr>
          <p:cNvPr id="5" name="Graphic 4" descr="Stopwatch">
            <a:extLst>
              <a:ext uri="{FF2B5EF4-FFF2-40B4-BE49-F238E27FC236}">
                <a16:creationId xmlns:a16="http://schemas.microsoft.com/office/drawing/2014/main" id="{052332CD-4F55-947A-A873-2A6C26AC59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1296371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9A31-7969-E31A-BE61-191E1EFE5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26022-707B-121C-B6A0-B0220ED6A328}"/>
              </a:ext>
            </a:extLst>
          </p:cNvPr>
          <p:cNvSpPr>
            <a:spLocks noGrp="1"/>
          </p:cNvSpPr>
          <p:nvPr>
            <p:ph type="title"/>
          </p:nvPr>
        </p:nvSpPr>
        <p:spPr>
          <a:xfrm>
            <a:off x="1124562" y="751856"/>
            <a:ext cx="9942874" cy="988332"/>
          </a:xfrm>
        </p:spPr>
        <p:txBody>
          <a:bodyPr rtlCol="0">
            <a:normAutofit fontScale="90000"/>
          </a:bodyPr>
          <a:lstStyle/>
          <a:p>
            <a:pPr rtl="0"/>
            <a:r>
              <a:rPr lang="en-US" dirty="0">
                <a:solidFill>
                  <a:schemeClr val="bg1"/>
                </a:solidFill>
              </a:rPr>
              <a:t>B.	Linking Findings to Research Objectives</a:t>
            </a:r>
          </a:p>
        </p:txBody>
      </p:sp>
      <p:sp>
        <p:nvSpPr>
          <p:cNvPr id="3" name="Content Placeholder 2">
            <a:extLst>
              <a:ext uri="{FF2B5EF4-FFF2-40B4-BE49-F238E27FC236}">
                <a16:creationId xmlns:a16="http://schemas.microsoft.com/office/drawing/2014/main" id="{56167858-6F30-808A-6743-E8AA2E959B15}"/>
              </a:ext>
            </a:extLst>
          </p:cNvPr>
          <p:cNvSpPr>
            <a:spLocks noGrp="1"/>
          </p:cNvSpPr>
          <p:nvPr>
            <p:ph idx="1"/>
          </p:nvPr>
        </p:nvSpPr>
        <p:spPr>
          <a:xfrm>
            <a:off x="581191" y="2285999"/>
            <a:ext cx="11029615" cy="4385733"/>
          </a:xfrm>
        </p:spPr>
        <p:txBody>
          <a:bodyPr rtlCol="0">
            <a:normAutofit fontScale="92500" lnSpcReduction="10000"/>
          </a:bodyPr>
          <a:lstStyle/>
          <a:p>
            <a:pPr marL="0" indent="0">
              <a:buNone/>
            </a:pPr>
            <a:r>
              <a:rPr lang="en-US" sz="2400" b="1" dirty="0"/>
              <a:t>Example: </a:t>
            </a:r>
          </a:p>
          <a:p>
            <a:pPr marL="0" indent="0">
              <a:buNone/>
            </a:pPr>
            <a:r>
              <a:rPr lang="en-US" sz="2400" dirty="0"/>
              <a:t>If one research objective was </a:t>
            </a:r>
          </a:p>
          <a:p>
            <a:pPr marL="0" indent="0">
              <a:buNone/>
            </a:pPr>
            <a:r>
              <a:rPr lang="en-US" sz="2400" dirty="0"/>
              <a:t>	“To assess student engagement with AI tools in programming assignments,”</a:t>
            </a:r>
          </a:p>
          <a:p>
            <a:pPr marL="0" indent="0">
              <a:buNone/>
            </a:pPr>
            <a:r>
              <a:rPr lang="en-US" sz="2400" dirty="0"/>
              <a:t> and your findings show low usage due to unfamiliarity with the tools, </a:t>
            </a:r>
          </a:p>
          <a:p>
            <a:pPr marL="0" indent="0">
              <a:buNone/>
            </a:pPr>
            <a:r>
              <a:rPr lang="en-US" sz="2400" dirty="0"/>
              <a:t>your discussion must reflect this in relation to institutional training gaps.</a:t>
            </a:r>
          </a:p>
          <a:p>
            <a:pPr marL="355600" indent="0">
              <a:buNone/>
            </a:pPr>
            <a:r>
              <a:rPr lang="en-US" sz="2400" i="1" dirty="0"/>
              <a:t>“The interview data revealed that the majority of students used AI programming tools rarely or not at all. When probed further, students attributed this to unfamiliarity with the tools’ functions and uncertainty about their academic legitimacy. This finding directly ties back to the objective of assessing engagement. It strongly suggests that any effort to increase AI tool usage must begin with formal integration into curricula, hands-on tutorials, and clear institutional guidelines that demystify their use in academic work. Without addressing these training gaps, students will continue to </a:t>
            </a:r>
            <a:r>
              <a:rPr lang="en-US" sz="2400" i="1" dirty="0" err="1"/>
              <a:t>underutilise</a:t>
            </a:r>
            <a:r>
              <a:rPr lang="en-US" sz="2400" i="1" dirty="0"/>
              <a:t> AI tools, even if their potential benefits are widely acknowledged.”</a:t>
            </a:r>
          </a:p>
        </p:txBody>
      </p:sp>
      <p:pic>
        <p:nvPicPr>
          <p:cNvPr id="5" name="Graphic 4" descr="Stopwatch">
            <a:extLst>
              <a:ext uri="{FF2B5EF4-FFF2-40B4-BE49-F238E27FC236}">
                <a16:creationId xmlns:a16="http://schemas.microsoft.com/office/drawing/2014/main" id="{DAE7A486-244C-B54C-8DBF-0FB5B0A57F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2657618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32CC393-5B73-8D79-F00B-A5B64762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A73CB-169E-4323-ECE1-3CB3A38ABF68}"/>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C.	Comparing with Existing Literature</a:t>
            </a:r>
          </a:p>
        </p:txBody>
      </p:sp>
      <p:sp>
        <p:nvSpPr>
          <p:cNvPr id="3" name="Content Placeholder 2">
            <a:extLst>
              <a:ext uri="{FF2B5EF4-FFF2-40B4-BE49-F238E27FC236}">
                <a16:creationId xmlns:a16="http://schemas.microsoft.com/office/drawing/2014/main" id="{C38CBAF6-6298-131A-E8F9-90B8B732D056}"/>
              </a:ext>
            </a:extLst>
          </p:cNvPr>
          <p:cNvSpPr>
            <a:spLocks noGrp="1"/>
          </p:cNvSpPr>
          <p:nvPr>
            <p:ph idx="1"/>
          </p:nvPr>
        </p:nvSpPr>
        <p:spPr>
          <a:xfrm>
            <a:off x="581191" y="2285999"/>
            <a:ext cx="11029615" cy="3123283"/>
          </a:xfrm>
        </p:spPr>
        <p:txBody>
          <a:bodyPr rtlCol="0">
            <a:noAutofit/>
          </a:bodyPr>
          <a:lstStyle/>
          <a:p>
            <a:r>
              <a:rPr lang="en-US" dirty="0"/>
              <a:t>According to Cohen et al. (2017), the discussion should not occur in isolation. </a:t>
            </a:r>
          </a:p>
          <a:p>
            <a:r>
              <a:rPr lang="en-US" dirty="0"/>
              <a:t>Engage critically with other studies and ask, </a:t>
            </a:r>
          </a:p>
          <a:p>
            <a:pPr lvl="1"/>
            <a:r>
              <a:rPr lang="en-US" sz="2800" i="1" dirty="0"/>
              <a:t>“Did your findings support or contradict prior research?” </a:t>
            </a:r>
          </a:p>
          <a:p>
            <a:r>
              <a:rPr lang="en-US" dirty="0"/>
              <a:t>This helps position your work within the wider academic conversation.</a:t>
            </a:r>
            <a:endParaRPr lang="en-US" i="1" dirty="0"/>
          </a:p>
        </p:txBody>
      </p:sp>
      <p:pic>
        <p:nvPicPr>
          <p:cNvPr id="5" name="Graphic 4" descr="Stopwatch">
            <a:extLst>
              <a:ext uri="{FF2B5EF4-FFF2-40B4-BE49-F238E27FC236}">
                <a16:creationId xmlns:a16="http://schemas.microsoft.com/office/drawing/2014/main" id="{08755876-FDDB-179A-6367-2FA4297FD6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4233634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248910F-8DF8-3406-BDCE-6DDF3D84D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6DE04-2D60-5F89-E4EE-D9D85BB4AE5A}"/>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C.	Comparing with Existing Literature</a:t>
            </a:r>
          </a:p>
        </p:txBody>
      </p:sp>
      <p:sp>
        <p:nvSpPr>
          <p:cNvPr id="3" name="Content Placeholder 2">
            <a:extLst>
              <a:ext uri="{FF2B5EF4-FFF2-40B4-BE49-F238E27FC236}">
                <a16:creationId xmlns:a16="http://schemas.microsoft.com/office/drawing/2014/main" id="{20224B4A-E5CA-0DEC-4018-9DDC6C88498B}"/>
              </a:ext>
            </a:extLst>
          </p:cNvPr>
          <p:cNvSpPr>
            <a:spLocks noGrp="1"/>
          </p:cNvSpPr>
          <p:nvPr>
            <p:ph idx="1"/>
          </p:nvPr>
        </p:nvSpPr>
        <p:spPr>
          <a:xfrm>
            <a:off x="581191" y="2285999"/>
            <a:ext cx="11029615" cy="4385733"/>
          </a:xfrm>
        </p:spPr>
        <p:txBody>
          <a:bodyPr rtlCol="0">
            <a:normAutofit/>
          </a:bodyPr>
          <a:lstStyle/>
          <a:p>
            <a:pPr marL="0" indent="0">
              <a:buNone/>
            </a:pPr>
            <a:r>
              <a:rPr lang="en-US" sz="2400" b="1" dirty="0"/>
              <a:t>Example: </a:t>
            </a:r>
          </a:p>
          <a:p>
            <a:r>
              <a:rPr lang="en-US" sz="2400" dirty="0"/>
              <a:t>If your study reveals that AI tools reduce marking time for lecturers, you might compare this with earlier findings by Creswell (2009), who notes that technology can streamline educational administration, but that user adaptation is key.</a:t>
            </a:r>
          </a:p>
          <a:p>
            <a:endParaRPr lang="en-US" sz="2400" dirty="0"/>
          </a:p>
          <a:p>
            <a:r>
              <a:rPr lang="en-US" sz="2400" dirty="0"/>
              <a:t>This critical comparison strengthens your argument and showcases your academic maturity.</a:t>
            </a:r>
          </a:p>
        </p:txBody>
      </p:sp>
      <p:pic>
        <p:nvPicPr>
          <p:cNvPr id="5" name="Graphic 4" descr="Stopwatch">
            <a:extLst>
              <a:ext uri="{FF2B5EF4-FFF2-40B4-BE49-F238E27FC236}">
                <a16:creationId xmlns:a16="http://schemas.microsoft.com/office/drawing/2014/main" id="{3DD21DB6-D1B9-9A16-372D-79999D471B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351775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AEBC7B1A-9F47-D630-F196-A4C607F7D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14A5F-F20E-2AEC-A80C-2212E582FDB9}"/>
              </a:ext>
            </a:extLst>
          </p:cNvPr>
          <p:cNvSpPr>
            <a:spLocks noGrp="1"/>
          </p:cNvSpPr>
          <p:nvPr>
            <p:ph type="title"/>
          </p:nvPr>
        </p:nvSpPr>
        <p:spPr/>
        <p:txBody>
          <a:bodyPr rtlCol="0" anchor="ctr">
            <a:normAutofit/>
          </a:bodyPr>
          <a:lstStyle/>
          <a:p>
            <a:pPr rtl="0"/>
            <a:r>
              <a:rPr lang="en-US" dirty="0"/>
              <a:t>D.	Drawing Valid Inferences</a:t>
            </a:r>
          </a:p>
        </p:txBody>
      </p:sp>
      <p:sp>
        <p:nvSpPr>
          <p:cNvPr id="3" name="Content Placeholder 2">
            <a:extLst>
              <a:ext uri="{FF2B5EF4-FFF2-40B4-BE49-F238E27FC236}">
                <a16:creationId xmlns:a16="http://schemas.microsoft.com/office/drawing/2014/main" id="{516E1AA1-34F4-A788-5955-B372E79CA361}"/>
              </a:ext>
            </a:extLst>
          </p:cNvPr>
          <p:cNvSpPr>
            <a:spLocks noGrp="1"/>
          </p:cNvSpPr>
          <p:nvPr>
            <p:ph sz="half" idx="1"/>
          </p:nvPr>
        </p:nvSpPr>
        <p:spPr>
          <a:xfrm>
            <a:off x="838199" y="1825625"/>
            <a:ext cx="10609613" cy="4351338"/>
          </a:xfrm>
        </p:spPr>
        <p:txBody>
          <a:bodyPr rtlCol="0">
            <a:normAutofit/>
          </a:bodyPr>
          <a:lstStyle/>
          <a:p>
            <a:pPr marL="0" indent="0">
              <a:buNone/>
            </a:pPr>
            <a:r>
              <a:rPr lang="en-US" dirty="0"/>
              <a:t>While interpretation involves analysis, it is crucial to avoid </a:t>
            </a:r>
            <a:r>
              <a:rPr lang="en-US" dirty="0" err="1"/>
              <a:t>overgeneralising</a:t>
            </a:r>
            <a:r>
              <a:rPr lang="en-US" dirty="0"/>
              <a:t> findings, especially in small-scale or qualitative studies. </a:t>
            </a:r>
          </a:p>
          <a:p>
            <a:pPr marL="0" indent="0">
              <a:buNone/>
            </a:pPr>
            <a:r>
              <a:rPr lang="en-US" dirty="0"/>
              <a:t>Qualitative interpretations should rely on rich, contextual data, and quantitative claims must be backed by statistically significant evidence.</a:t>
            </a:r>
          </a:p>
        </p:txBody>
      </p:sp>
    </p:spTree>
    <p:extLst>
      <p:ext uri="{BB962C8B-B14F-4D97-AF65-F5344CB8AC3E}">
        <p14:creationId xmlns:p14="http://schemas.microsoft.com/office/powerpoint/2010/main" val="3451697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856DB97-FD14-E90A-1D9B-CCD48B10B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55AE0-AEB2-255A-85F5-BE98C0923419}"/>
              </a:ext>
            </a:extLst>
          </p:cNvPr>
          <p:cNvSpPr>
            <a:spLocks noGrp="1"/>
          </p:cNvSpPr>
          <p:nvPr>
            <p:ph type="title"/>
          </p:nvPr>
        </p:nvSpPr>
        <p:spPr/>
        <p:txBody>
          <a:bodyPr rtlCol="0" anchor="ctr">
            <a:normAutofit/>
          </a:bodyPr>
          <a:lstStyle/>
          <a:p>
            <a:pPr rtl="0"/>
            <a:r>
              <a:rPr lang="en-US" dirty="0"/>
              <a:t>D.	Drawing Valid Inferences</a:t>
            </a:r>
          </a:p>
        </p:txBody>
      </p:sp>
      <p:sp>
        <p:nvSpPr>
          <p:cNvPr id="3" name="Content Placeholder 2">
            <a:extLst>
              <a:ext uri="{FF2B5EF4-FFF2-40B4-BE49-F238E27FC236}">
                <a16:creationId xmlns:a16="http://schemas.microsoft.com/office/drawing/2014/main" id="{A2514B67-BCD1-036C-67F7-75E494F1145A}"/>
              </a:ext>
            </a:extLst>
          </p:cNvPr>
          <p:cNvSpPr>
            <a:spLocks noGrp="1"/>
          </p:cNvSpPr>
          <p:nvPr>
            <p:ph sz="half" idx="1"/>
          </p:nvPr>
        </p:nvSpPr>
        <p:spPr>
          <a:xfrm>
            <a:off x="838199" y="1825625"/>
            <a:ext cx="10609613" cy="4351338"/>
          </a:xfrm>
        </p:spPr>
        <p:txBody>
          <a:bodyPr rtlCol="0">
            <a:normAutofit/>
          </a:bodyPr>
          <a:lstStyle/>
          <a:p>
            <a:pPr marL="0" indent="0">
              <a:buNone/>
            </a:pPr>
            <a:r>
              <a:rPr lang="en-US" dirty="0"/>
              <a:t>Do not say: 	</a:t>
            </a:r>
            <a:r>
              <a:rPr lang="en-US" i="1" dirty="0"/>
              <a:t>“All students prefer AI tools.”</a:t>
            </a:r>
          </a:p>
          <a:p>
            <a:pPr marL="0" indent="0">
              <a:buNone/>
            </a:pPr>
            <a:r>
              <a:rPr lang="en-US" dirty="0"/>
              <a:t>Do say: 	</a:t>
            </a:r>
            <a:r>
              <a:rPr lang="en-US" i="1" dirty="0"/>
              <a:t>“Among the 24 students interviewed, most expressed a 		preference for AI-supported feedback tools due to 			immediate responses.”</a:t>
            </a:r>
          </a:p>
          <a:p>
            <a:pPr marL="0" indent="0">
              <a:buNone/>
            </a:pPr>
            <a:r>
              <a:rPr lang="en-US" dirty="0"/>
              <a:t>This distinction is particularly important for maintaining ethical and scholarly credibility (Kumar, 2011).</a:t>
            </a:r>
          </a:p>
        </p:txBody>
      </p:sp>
    </p:spTree>
    <p:extLst>
      <p:ext uri="{BB962C8B-B14F-4D97-AF65-F5344CB8AC3E}">
        <p14:creationId xmlns:p14="http://schemas.microsoft.com/office/powerpoint/2010/main" val="2576471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53450-0FB6-480F-E3B2-58B7F9D4F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589F4-3EA0-734E-E0CF-501F86632223}"/>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E.	Ethical Presentation of Results</a:t>
            </a:r>
          </a:p>
        </p:txBody>
      </p:sp>
      <p:sp>
        <p:nvSpPr>
          <p:cNvPr id="3" name="Content Placeholder 2">
            <a:extLst>
              <a:ext uri="{FF2B5EF4-FFF2-40B4-BE49-F238E27FC236}">
                <a16:creationId xmlns:a16="http://schemas.microsoft.com/office/drawing/2014/main" id="{71E86607-82FD-AE58-FB06-B1EB02B53EE9}"/>
              </a:ext>
            </a:extLst>
          </p:cNvPr>
          <p:cNvSpPr>
            <a:spLocks noGrp="1"/>
          </p:cNvSpPr>
          <p:nvPr>
            <p:ph idx="1"/>
          </p:nvPr>
        </p:nvSpPr>
        <p:spPr>
          <a:xfrm>
            <a:off x="581192" y="2878667"/>
            <a:ext cx="11029615" cy="2420446"/>
          </a:xfrm>
        </p:spPr>
        <p:txBody>
          <a:bodyPr rtlCol="0">
            <a:normAutofit/>
          </a:bodyPr>
          <a:lstStyle/>
          <a:p>
            <a:pPr marL="0" indent="0">
              <a:buNone/>
            </a:pPr>
            <a:r>
              <a:rPr lang="en-US" sz="2400" dirty="0"/>
              <a:t>Your interpretations should maintain academic honesty. </a:t>
            </a:r>
          </a:p>
          <a:p>
            <a:pPr marL="0" indent="0">
              <a:buNone/>
            </a:pPr>
            <a:r>
              <a:rPr lang="en-US" sz="2400" dirty="0"/>
              <a:t>Avoid “cherry-picking” data or using persuasive language that skews the objectivity of your study. </a:t>
            </a:r>
          </a:p>
          <a:p>
            <a:pPr marL="0" indent="0">
              <a:buNone/>
            </a:pPr>
            <a:r>
              <a:rPr lang="en-US" sz="2400" dirty="0"/>
              <a:t>It is essential to present interpretations in cautious, balanced language that respects the limitations of your data.</a:t>
            </a:r>
          </a:p>
          <a:p>
            <a:pPr marL="0" indent="0">
              <a:buNone/>
            </a:pPr>
            <a:endParaRPr lang="en-US" sz="2400" dirty="0"/>
          </a:p>
        </p:txBody>
      </p:sp>
      <p:pic>
        <p:nvPicPr>
          <p:cNvPr id="5" name="Graphic 4" descr="Stopwatch">
            <a:extLst>
              <a:ext uri="{FF2B5EF4-FFF2-40B4-BE49-F238E27FC236}">
                <a16:creationId xmlns:a16="http://schemas.microsoft.com/office/drawing/2014/main" id="{15F808E8-0AE7-60B2-14E8-D0BDCE4E8B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
        <p:nvSpPr>
          <p:cNvPr id="6" name="TextBox 5">
            <a:extLst>
              <a:ext uri="{FF2B5EF4-FFF2-40B4-BE49-F238E27FC236}">
                <a16:creationId xmlns:a16="http://schemas.microsoft.com/office/drawing/2014/main" id="{9900C0E4-E135-482A-38F3-385897E1B96B}"/>
              </a:ext>
            </a:extLst>
          </p:cNvPr>
          <p:cNvSpPr txBox="1"/>
          <p:nvPr/>
        </p:nvSpPr>
        <p:spPr>
          <a:xfrm>
            <a:off x="290595" y="5621244"/>
            <a:ext cx="11610807" cy="276999"/>
          </a:xfrm>
          <a:prstGeom prst="rect">
            <a:avLst/>
          </a:prstGeom>
          <a:noFill/>
        </p:spPr>
        <p:txBody>
          <a:bodyPr wrap="square">
            <a:spAutoFit/>
          </a:bodyPr>
          <a:lstStyle/>
          <a:p>
            <a:r>
              <a:rPr lang="en-US" sz="1200" dirty="0">
                <a:solidFill>
                  <a:srgbClr val="156082"/>
                </a:solidFill>
                <a:effectLst/>
                <a:latin typeface="Aptos" panose="020B0004020202020204" pitchFamily="34" charset="0"/>
                <a:ea typeface="Aptos" panose="020B0004020202020204" pitchFamily="34" charset="0"/>
                <a:cs typeface="Times New Roman" panose="02020603050405020304" pitchFamily="18" charset="0"/>
                <a:hlinkClick r:id="rId4"/>
              </a:rPr>
              <a:t>https://www.nu.edu/blog/how-to-present-dissertation-findings/#:~:text=Organize%20your%20presentation%20in%20a,and%20implications%20of%20your%20research</a:t>
            </a:r>
            <a:r>
              <a:rPr lang="en-US" sz="1200" dirty="0">
                <a:effectLst/>
                <a:latin typeface="Aptos" panose="020B0004020202020204" pitchFamily="34" charset="0"/>
                <a:ea typeface="Aptos" panose="020B0004020202020204" pitchFamily="34" charset="0"/>
                <a:cs typeface="Times New Roman" panose="02020603050405020304" pitchFamily="18" charset="0"/>
              </a:rPr>
              <a:t>.</a:t>
            </a:r>
            <a:endParaRPr lang="en-GB" sz="1200" dirty="0"/>
          </a:p>
        </p:txBody>
      </p:sp>
    </p:spTree>
    <p:extLst>
      <p:ext uri="{BB962C8B-B14F-4D97-AF65-F5344CB8AC3E}">
        <p14:creationId xmlns:p14="http://schemas.microsoft.com/office/powerpoint/2010/main" val="3827672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1459-E11F-640D-5BD7-3FC857925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671F8-B16B-6F34-B6C9-AEE20F063485}"/>
              </a:ext>
            </a:extLst>
          </p:cNvPr>
          <p:cNvSpPr>
            <a:spLocks noGrp="1"/>
          </p:cNvSpPr>
          <p:nvPr>
            <p:ph type="title"/>
          </p:nvPr>
        </p:nvSpPr>
        <p:spPr>
          <a:xfrm>
            <a:off x="1124562" y="751856"/>
            <a:ext cx="9942874" cy="988332"/>
          </a:xfrm>
        </p:spPr>
        <p:txBody>
          <a:bodyPr rtlCol="0">
            <a:normAutofit/>
          </a:bodyPr>
          <a:lstStyle/>
          <a:p>
            <a:pPr rtl="0"/>
            <a:r>
              <a:rPr lang="en-US" dirty="0">
                <a:solidFill>
                  <a:schemeClr val="bg1"/>
                </a:solidFill>
              </a:rPr>
              <a:t>E.	Ethical Presentation of Results</a:t>
            </a:r>
          </a:p>
        </p:txBody>
      </p:sp>
      <p:sp>
        <p:nvSpPr>
          <p:cNvPr id="3" name="Content Placeholder 2">
            <a:extLst>
              <a:ext uri="{FF2B5EF4-FFF2-40B4-BE49-F238E27FC236}">
                <a16:creationId xmlns:a16="http://schemas.microsoft.com/office/drawing/2014/main" id="{6149912F-EA1B-7135-54A2-0E7E36C8BCD2}"/>
              </a:ext>
            </a:extLst>
          </p:cNvPr>
          <p:cNvSpPr>
            <a:spLocks noGrp="1"/>
          </p:cNvSpPr>
          <p:nvPr>
            <p:ph idx="1"/>
          </p:nvPr>
        </p:nvSpPr>
        <p:spPr>
          <a:xfrm>
            <a:off x="581192" y="2878667"/>
            <a:ext cx="11029615" cy="2420446"/>
          </a:xfrm>
        </p:spPr>
        <p:txBody>
          <a:bodyPr rtlCol="0">
            <a:normAutofit lnSpcReduction="10000"/>
          </a:bodyPr>
          <a:lstStyle/>
          <a:p>
            <a:pPr marL="0" indent="0">
              <a:buNone/>
            </a:pPr>
            <a:r>
              <a:rPr lang="en-US" sz="2400" dirty="0"/>
              <a:t>Example Phrasing:</a:t>
            </a:r>
          </a:p>
          <a:p>
            <a:pPr indent="311150"/>
            <a:r>
              <a:rPr lang="en-US" sz="2400" dirty="0"/>
              <a:t>	</a:t>
            </a:r>
            <a:r>
              <a:rPr lang="en-US" sz="2400" i="1" dirty="0"/>
              <a:t>“These results suggest that…”</a:t>
            </a:r>
          </a:p>
          <a:p>
            <a:pPr indent="311150"/>
            <a:r>
              <a:rPr lang="en-US" sz="2400" i="1" dirty="0"/>
              <a:t>	“It appears that…”</a:t>
            </a:r>
          </a:p>
          <a:p>
            <a:pPr indent="311150"/>
            <a:r>
              <a:rPr lang="en-US" sz="2400" i="1" dirty="0"/>
              <a:t>	“Participants seemed to feel…”</a:t>
            </a:r>
          </a:p>
          <a:p>
            <a:pPr marL="0" indent="0">
              <a:buNone/>
            </a:pPr>
            <a:r>
              <a:rPr lang="en-US" sz="2400" dirty="0"/>
              <a:t>This cautious tone aligns with the ethical principle of non-malfeasance and supports academic </a:t>
            </a:r>
            <a:r>
              <a:rPr lang="en-US" sz="2400" dirty="0" err="1"/>
              <a:t>rigour</a:t>
            </a:r>
            <a:r>
              <a:rPr lang="en-US" sz="2400" dirty="0"/>
              <a:t>.</a:t>
            </a:r>
          </a:p>
          <a:p>
            <a:pPr marL="0" indent="0">
              <a:buNone/>
            </a:pPr>
            <a:endParaRPr lang="en-US" sz="2400" dirty="0"/>
          </a:p>
        </p:txBody>
      </p:sp>
      <p:pic>
        <p:nvPicPr>
          <p:cNvPr id="5" name="Graphic 4" descr="Stopwatch">
            <a:extLst>
              <a:ext uri="{FF2B5EF4-FFF2-40B4-BE49-F238E27FC236}">
                <a16:creationId xmlns:a16="http://schemas.microsoft.com/office/drawing/2014/main" id="{EDD0A62E-FE29-A5E1-89F5-846C867793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96407" y="751856"/>
            <a:ext cx="914400" cy="914400"/>
          </a:xfrm>
          <a:prstGeom prst="rect">
            <a:avLst/>
          </a:prstGeom>
        </p:spPr>
      </p:pic>
    </p:spTree>
    <p:extLst>
      <p:ext uri="{BB962C8B-B14F-4D97-AF65-F5344CB8AC3E}">
        <p14:creationId xmlns:p14="http://schemas.microsoft.com/office/powerpoint/2010/main" val="2671108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158B-155C-9A14-2A12-66A040A9B8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5779FD-7293-FD18-CADC-A64C91EBF85E}"/>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4E889B39-6DFB-6A6C-9D17-8016EA9F7C76}"/>
              </a:ext>
            </a:extLst>
          </p:cNvPr>
          <p:cNvSpPr txBox="1"/>
          <p:nvPr/>
        </p:nvSpPr>
        <p:spPr>
          <a:xfrm>
            <a:off x="506776" y="1679671"/>
            <a:ext cx="11358390" cy="4524315"/>
          </a:xfrm>
          <a:prstGeom prst="rect">
            <a:avLst/>
          </a:prstGeom>
          <a:noFill/>
        </p:spPr>
        <p:txBody>
          <a:bodyPr wrap="square">
            <a:spAutoFit/>
          </a:bodyPr>
          <a:lstStyle/>
          <a:p>
            <a:pPr rtl="0"/>
            <a:r>
              <a:rPr lang="en-US" sz="3200" b="1" dirty="0">
                <a:solidFill>
                  <a:srgbClr val="0070C0"/>
                </a:solidFill>
              </a:rPr>
              <a:t>Research Objective:</a:t>
            </a:r>
          </a:p>
          <a:p>
            <a:pPr rtl="0"/>
            <a:r>
              <a:rPr lang="en-US" sz="3200" i="1" dirty="0">
                <a:solidFill>
                  <a:srgbClr val="0070C0"/>
                </a:solidFill>
              </a:rPr>
              <a:t>	To investigate how undergraduate IT students perceive the 	use of AI tools for automated feedback in programming 	assessments.</a:t>
            </a:r>
          </a:p>
          <a:p>
            <a:pPr rtl="0"/>
            <a:r>
              <a:rPr lang="en-US" sz="3200" b="1" dirty="0">
                <a:solidFill>
                  <a:srgbClr val="0070C0"/>
                </a:solidFill>
              </a:rPr>
              <a:t>Finding:</a:t>
            </a:r>
          </a:p>
          <a:p>
            <a:r>
              <a:rPr lang="en-US" sz="3200" i="1" dirty="0">
                <a:solidFill>
                  <a:srgbClr val="0070C0"/>
                </a:solidFill>
              </a:rPr>
              <a:t>	The majority of participants reported appreciating the 	immediate feedback provided by AI tools, but expressed 	concerns about the accuracy and contextual relevance of 	such feedback.</a:t>
            </a:r>
          </a:p>
        </p:txBody>
      </p:sp>
    </p:spTree>
    <p:extLst>
      <p:ext uri="{BB962C8B-B14F-4D97-AF65-F5344CB8AC3E}">
        <p14:creationId xmlns:p14="http://schemas.microsoft.com/office/powerpoint/2010/main" val="1156638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0CDC-D1E9-0750-868B-50C2A75A9A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9F3E0A-B7D9-C0BD-FE2A-C83FECCE95B3}"/>
              </a:ext>
            </a:extLst>
          </p:cNvPr>
          <p:cNvSpPr>
            <a:spLocks noGrp="1"/>
          </p:cNvSpPr>
          <p:nvPr>
            <p:ph type="title"/>
          </p:nvPr>
        </p:nvSpPr>
        <p:spPr>
          <a:xfrm>
            <a:off x="418641" y="354108"/>
            <a:ext cx="11534660" cy="1325563"/>
          </a:xfrm>
        </p:spPr>
        <p:txBody>
          <a:bodyPr rtlCol="0">
            <a:normAutofit/>
          </a:bodyPr>
          <a:lstStyle/>
          <a:p>
            <a:pPr rtl="0"/>
            <a:r>
              <a:rPr lang="en-US" sz="3600" b="1" dirty="0"/>
              <a:t>F.	A practical example of interpreting qualitative results:</a:t>
            </a:r>
            <a:endParaRPr lang="en-GB" sz="3600" b="1" dirty="0"/>
          </a:p>
        </p:txBody>
      </p:sp>
      <p:sp>
        <p:nvSpPr>
          <p:cNvPr id="3" name="TextBox 2">
            <a:extLst>
              <a:ext uri="{FF2B5EF4-FFF2-40B4-BE49-F238E27FC236}">
                <a16:creationId xmlns:a16="http://schemas.microsoft.com/office/drawing/2014/main" id="{D41B8E29-37FB-B592-45E2-8CC7046C9CC6}"/>
              </a:ext>
            </a:extLst>
          </p:cNvPr>
          <p:cNvSpPr txBox="1"/>
          <p:nvPr/>
        </p:nvSpPr>
        <p:spPr>
          <a:xfrm>
            <a:off x="506776" y="1679671"/>
            <a:ext cx="11358390" cy="4893647"/>
          </a:xfrm>
          <a:prstGeom prst="rect">
            <a:avLst/>
          </a:prstGeom>
          <a:noFill/>
        </p:spPr>
        <p:txBody>
          <a:bodyPr wrap="square">
            <a:spAutoFit/>
          </a:bodyPr>
          <a:lstStyle/>
          <a:p>
            <a:pPr rtl="0"/>
            <a:r>
              <a:rPr lang="en-US" sz="2400" b="1" dirty="0">
                <a:solidFill>
                  <a:srgbClr val="0070C0"/>
                </a:solidFill>
              </a:rPr>
              <a:t>Interpretive Paragraph:</a:t>
            </a:r>
          </a:p>
          <a:p>
            <a:r>
              <a:rPr lang="en-US" sz="2400" i="1" dirty="0">
                <a:solidFill>
                  <a:srgbClr val="0070C0"/>
                </a:solidFill>
              </a:rPr>
              <a:t>	The findings show that undergraduate IT students value the instant responses provided by AI-based feedback tools in programming assessments; however, some </a:t>
            </a:r>
            <a:r>
              <a:rPr lang="en-US" sz="2400" i="1" dirty="0" err="1">
                <a:solidFill>
                  <a:srgbClr val="0070C0"/>
                </a:solidFill>
              </a:rPr>
              <a:t>scepticism</a:t>
            </a:r>
            <a:r>
              <a:rPr lang="en-US" sz="2400" i="1" dirty="0">
                <a:solidFill>
                  <a:srgbClr val="0070C0"/>
                </a:solidFill>
              </a:rPr>
              <a:t> remains about the reliability of the feedback for complex coding problems. This indicates a dual perception: students appreciate the efficiency of AI tools yet question their pedagogical usefulness. This interpretation aligns with Creswell’s (2009) assertion that technology adoption in education must be suitable for the context and sensitive to users to be effective. Similarly, Kumar (2011) notes that data should be interpreted considering the participants’ environment and the nature of the research problem, especially in emerging fields such as educational AI. Therefore, the discussion supports the idea that while AI introduces innovation into assessment practices, its effectiveness still depends on how well it can adapt to students’ nuanced needs and expectations.</a:t>
            </a:r>
          </a:p>
        </p:txBody>
      </p:sp>
    </p:spTree>
    <p:extLst>
      <p:ext uri="{BB962C8B-B14F-4D97-AF65-F5344CB8AC3E}">
        <p14:creationId xmlns:p14="http://schemas.microsoft.com/office/powerpoint/2010/main" val="1448789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0D23-7217-7AB1-F8BE-3180927338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CA6E00-D22B-2381-C3D9-1CDC59C4F07C}"/>
              </a:ext>
            </a:extLst>
          </p:cNvPr>
          <p:cNvSpPr>
            <a:spLocks noGrp="1"/>
          </p:cNvSpPr>
          <p:nvPr>
            <p:ph type="title"/>
          </p:nvPr>
        </p:nvSpPr>
        <p:spPr>
          <a:xfrm>
            <a:off x="418640" y="354108"/>
            <a:ext cx="11773359" cy="1325563"/>
          </a:xfrm>
        </p:spPr>
        <p:txBody>
          <a:bodyPr rtlCol="0">
            <a:normAutofit/>
          </a:bodyPr>
          <a:lstStyle/>
          <a:p>
            <a:r>
              <a:rPr lang="en-US" sz="3600" b="1" dirty="0"/>
              <a:t>F.	A practical example of interpreting quantitative results:</a:t>
            </a:r>
            <a:endParaRPr lang="en-GB" sz="3600" b="1" dirty="0"/>
          </a:p>
        </p:txBody>
      </p:sp>
      <p:sp>
        <p:nvSpPr>
          <p:cNvPr id="3" name="TextBox 2">
            <a:extLst>
              <a:ext uri="{FF2B5EF4-FFF2-40B4-BE49-F238E27FC236}">
                <a16:creationId xmlns:a16="http://schemas.microsoft.com/office/drawing/2014/main" id="{213D6A07-A42E-D118-45C0-5E0EC062C7DB}"/>
              </a:ext>
            </a:extLst>
          </p:cNvPr>
          <p:cNvSpPr txBox="1"/>
          <p:nvPr/>
        </p:nvSpPr>
        <p:spPr>
          <a:xfrm>
            <a:off x="506776" y="1679671"/>
            <a:ext cx="11358390" cy="4832092"/>
          </a:xfrm>
          <a:prstGeom prst="rect">
            <a:avLst/>
          </a:prstGeom>
          <a:noFill/>
        </p:spPr>
        <p:txBody>
          <a:bodyPr wrap="square">
            <a:spAutoFit/>
          </a:bodyPr>
          <a:lstStyle/>
          <a:p>
            <a:pPr rtl="0"/>
            <a:r>
              <a:rPr lang="en-US" sz="2800" b="1" dirty="0">
                <a:solidFill>
                  <a:srgbClr val="0070C0"/>
                </a:solidFill>
              </a:rPr>
              <a:t>Research Objective:</a:t>
            </a:r>
          </a:p>
          <a:p>
            <a:pPr rtl="0"/>
            <a:r>
              <a:rPr lang="en-US" sz="2800" i="1" dirty="0">
                <a:solidFill>
                  <a:srgbClr val="0070C0"/>
                </a:solidFill>
              </a:rPr>
              <a:t>	To determine whether there is a correlation between the number of hours spent using online assessment platforms and student performance in ICT modules.</a:t>
            </a:r>
          </a:p>
          <a:p>
            <a:pPr rtl="0"/>
            <a:r>
              <a:rPr lang="en-US" sz="2800" b="1" dirty="0">
                <a:solidFill>
                  <a:srgbClr val="0070C0"/>
                </a:solidFill>
              </a:rPr>
              <a:t>Finding:</a:t>
            </a:r>
          </a:p>
          <a:p>
            <a:r>
              <a:rPr lang="en-US" sz="2800" i="1" dirty="0">
                <a:solidFill>
                  <a:srgbClr val="0070C0"/>
                </a:solidFill>
              </a:rPr>
              <a:t>	“A moderate to strong positive correlation (r = 0.62) was found between the number of weekly hours spent on platforms like Moodle Quizzes or </a:t>
            </a:r>
            <a:r>
              <a:rPr lang="en-US" sz="2800" i="1" dirty="0" err="1">
                <a:solidFill>
                  <a:srgbClr val="0070C0"/>
                </a:solidFill>
              </a:rPr>
              <a:t>HackerRank</a:t>
            </a:r>
            <a:r>
              <a:rPr lang="en-US" sz="2800" i="1" dirty="0">
                <a:solidFill>
                  <a:srgbClr val="0070C0"/>
                </a:solidFill>
              </a:rPr>
              <a:t> and students' final grades in the ICT module. This relationship was statistically significant, with a p-value less than 0.01, indicating that the likelihood of this result occurring by chance is less than 1%.”</a:t>
            </a:r>
          </a:p>
        </p:txBody>
      </p:sp>
    </p:spTree>
    <p:extLst>
      <p:ext uri="{BB962C8B-B14F-4D97-AF65-F5344CB8AC3E}">
        <p14:creationId xmlns:p14="http://schemas.microsoft.com/office/powerpoint/2010/main" val="1371157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CAAD9-A0D8-EC78-EDC9-255ECA00D1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FEC071-78DF-E903-25D0-EDDFA85293FB}"/>
              </a:ext>
            </a:extLst>
          </p:cNvPr>
          <p:cNvSpPr>
            <a:spLocks noGrp="1"/>
          </p:cNvSpPr>
          <p:nvPr>
            <p:ph type="title"/>
          </p:nvPr>
        </p:nvSpPr>
        <p:spPr>
          <a:xfrm>
            <a:off x="418640" y="354108"/>
            <a:ext cx="11773359" cy="1325563"/>
          </a:xfrm>
        </p:spPr>
        <p:txBody>
          <a:bodyPr rtlCol="0">
            <a:normAutofit/>
          </a:bodyPr>
          <a:lstStyle/>
          <a:p>
            <a:pPr rtl="0"/>
            <a:r>
              <a:rPr lang="en-US" sz="3600" b="1" dirty="0"/>
              <a:t>F.	A practical example of interpreting quantitative results:</a:t>
            </a:r>
            <a:endParaRPr lang="en-GB" sz="3600" b="1" dirty="0"/>
          </a:p>
        </p:txBody>
      </p:sp>
      <p:sp>
        <p:nvSpPr>
          <p:cNvPr id="3" name="TextBox 2">
            <a:extLst>
              <a:ext uri="{FF2B5EF4-FFF2-40B4-BE49-F238E27FC236}">
                <a16:creationId xmlns:a16="http://schemas.microsoft.com/office/drawing/2014/main" id="{B5984AA1-9D0B-C5E0-DB66-5A2966F08C14}"/>
              </a:ext>
            </a:extLst>
          </p:cNvPr>
          <p:cNvSpPr txBox="1"/>
          <p:nvPr/>
        </p:nvSpPr>
        <p:spPr>
          <a:xfrm>
            <a:off x="506776" y="1679671"/>
            <a:ext cx="11358390" cy="4893647"/>
          </a:xfrm>
          <a:prstGeom prst="rect">
            <a:avLst/>
          </a:prstGeom>
          <a:noFill/>
        </p:spPr>
        <p:txBody>
          <a:bodyPr wrap="square">
            <a:spAutoFit/>
          </a:bodyPr>
          <a:lstStyle/>
          <a:p>
            <a:pPr rtl="0"/>
            <a:r>
              <a:rPr lang="en-US" sz="2400" b="1" dirty="0">
                <a:solidFill>
                  <a:srgbClr val="0070C0"/>
                </a:solidFill>
              </a:rPr>
              <a:t>Interpretive Paragraph:</a:t>
            </a:r>
          </a:p>
          <a:p>
            <a:r>
              <a:rPr lang="en-US" sz="2400" i="1" dirty="0">
                <a:solidFill>
                  <a:srgbClr val="0070C0"/>
                </a:solidFill>
              </a:rPr>
              <a:t>	The quantitative data analysis reveals a moderately strong positive correlation between the number of hours students engage with online assessment platforms and their academic performance in ICT modules. This suggests that greater use of these tools may support student learning and outcomes, possibly due to increased practice opportunities and immediate feedback loops. According to Cohen, Manion, and Morrison (2017), establishing such statistical relationships can inform instructional strategies and resource allocation in educational technology. Creswell (2009) also emphasises the importance of linking statistical findings to practical outcomes, especially in applied fields such as computer science education. However, while the result is statistically significant, causation cannot be inferred without further experimental research. These findings align with prior studies that suggest consistent use of digital platforms contributes to enhanced performance in technical subjects.</a:t>
            </a:r>
          </a:p>
        </p:txBody>
      </p:sp>
    </p:spTree>
    <p:extLst>
      <p:ext uri="{BB962C8B-B14F-4D97-AF65-F5344CB8AC3E}">
        <p14:creationId xmlns:p14="http://schemas.microsoft.com/office/powerpoint/2010/main" val="20226091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F36F-AD9D-C235-E7B7-56CAAF8CE0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040274-86A9-B76C-80A9-CF8E15D3751F}"/>
              </a:ext>
            </a:extLst>
          </p:cNvPr>
          <p:cNvSpPr txBox="1"/>
          <p:nvPr/>
        </p:nvSpPr>
        <p:spPr>
          <a:xfrm>
            <a:off x="418641" y="2773363"/>
            <a:ext cx="11358390" cy="1446550"/>
          </a:xfrm>
          <a:prstGeom prst="rect">
            <a:avLst/>
          </a:prstGeom>
          <a:noFill/>
        </p:spPr>
        <p:txBody>
          <a:bodyPr wrap="square">
            <a:spAutoFit/>
          </a:bodyPr>
          <a:lstStyle/>
          <a:p>
            <a:pPr algn="ctr" rtl="0"/>
            <a:r>
              <a:rPr lang="en-GB" sz="4400" dirty="0">
                <a:solidFill>
                  <a:srgbClr val="0070C0"/>
                </a:solidFill>
              </a:rPr>
              <a:t>See you next time for our last lecture on…</a:t>
            </a:r>
          </a:p>
          <a:p>
            <a:pPr algn="ctr" rtl="0"/>
            <a:r>
              <a:rPr lang="en-US" sz="4400" b="1" dirty="0">
                <a:solidFill>
                  <a:srgbClr val="0070C0"/>
                </a:solidFill>
              </a:rPr>
              <a:t>Conclusion and Recommendations</a:t>
            </a:r>
            <a:endParaRPr lang="en-GB" sz="4400" dirty="0">
              <a:solidFill>
                <a:srgbClr val="0070C0"/>
              </a:solidFill>
            </a:endParaRPr>
          </a:p>
        </p:txBody>
      </p:sp>
      <p:sp>
        <p:nvSpPr>
          <p:cNvPr id="5" name="Title 4">
            <a:extLst>
              <a:ext uri="{FF2B5EF4-FFF2-40B4-BE49-F238E27FC236}">
                <a16:creationId xmlns:a16="http://schemas.microsoft.com/office/drawing/2014/main" id="{4A7CB07E-9813-AFCC-C50C-CDECAC17BE32}"/>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391709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53253B1-1887-43EF-BBA6-7E1941C427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58AF07-9E42-47AF-83DF-C9E8FADF7120}">
  <ds:schemaRefs>
    <ds:schemaRef ds:uri="http://schemas.microsoft.com/sharepoint/v3/contenttype/forms"/>
  </ds:schemaRefs>
</ds:datastoreItem>
</file>

<file path=customXml/itemProps3.xml><?xml version="1.0" encoding="utf-8"?>
<ds:datastoreItem xmlns:ds="http://schemas.openxmlformats.org/officeDocument/2006/customXml" ds:itemID="{DFC4EF74-2977-4065-95FE-55F8E4B639D4}">
  <ds:schemaRefs>
    <ds:schemaRef ds:uri="fb0879af-3eba-417a-a55a-ffe6dcd6ca77"/>
    <ds:schemaRef ds:uri="http://schemas.microsoft.com/office/2006/documentManagement/types"/>
    <ds:schemaRef ds:uri="http://schemas.openxmlformats.org/package/2006/metadata/core-properties"/>
    <ds:schemaRef ds:uri="http://schemas.microsoft.com/office/infopath/2007/PartnerControls"/>
    <ds:schemaRef ds:uri="http://purl.org/dc/terms/"/>
    <ds:schemaRef ds:uri="6dc4bcd6-49db-4c07-9060-8acfc67cef9f"/>
    <ds:schemaRef ds:uri="http://schemas.microsoft.com/office/2006/metadata/properties"/>
    <ds:schemaRef ds:uri="http://purl.org/dc/elements/1.1/"/>
    <ds:schemaRef ds:uri="http://schemas.microsoft.com/sharepoint/v3"/>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Helena</Template>
  <TotalTime>1104</TotalTime>
  <Words>3059</Words>
  <Application>Microsoft Macintosh PowerPoint</Application>
  <PresentationFormat>Widescreen</PresentationFormat>
  <Paragraphs>244</Paragraphs>
  <Slides>36</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Calibri</vt:lpstr>
      <vt:lpstr>Office Theme</vt:lpstr>
      <vt:lpstr>Semester Two –  Weeks 6 &amp; 7: </vt:lpstr>
      <vt:lpstr>PowerPoint Presentation</vt:lpstr>
      <vt:lpstr>6. Elucidating Research Results (Findings)</vt:lpstr>
      <vt:lpstr>Elucidating Research Results (Findings)</vt:lpstr>
      <vt:lpstr>Elucidating Research Results (Findings)</vt:lpstr>
      <vt:lpstr>A. Purpose of the Findings Section</vt:lpstr>
      <vt:lpstr>B. Structuring Findings According to Research Objectives</vt:lpstr>
      <vt:lpstr>B. Structuring Findings According to Research Objectives</vt:lpstr>
      <vt:lpstr>C. Visual Representation of Data</vt:lpstr>
      <vt:lpstr>PowerPoint Presentation</vt:lpstr>
      <vt:lpstr>D. Academic Style in Writing</vt:lpstr>
      <vt:lpstr>E. IT-Relevant Examples for Elucidating Findings</vt:lpstr>
      <vt:lpstr>E. IT-Relevant Examples for Elucidating Findings</vt:lpstr>
      <vt:lpstr>F. Software Tools for Presenting Findings</vt:lpstr>
      <vt:lpstr>G. In conclusion</vt:lpstr>
      <vt:lpstr>PowerPoint Presentation</vt:lpstr>
      <vt:lpstr>Interpretation and Discussion of Results (Findings)</vt:lpstr>
      <vt:lpstr>Interpretation and Discussion of Results (Findings)</vt:lpstr>
      <vt:lpstr>A. Making Sense of the Data</vt:lpstr>
      <vt:lpstr>A. Making Sense of the Data</vt:lpstr>
      <vt:lpstr>A. Making Sense of the Data</vt:lpstr>
      <vt:lpstr>A. Making Sense of the Data</vt:lpstr>
      <vt:lpstr>A. Making Sense of the Data</vt:lpstr>
      <vt:lpstr>B. Linking Findings to Research Objectives</vt:lpstr>
      <vt:lpstr>B. Linking Findings to Research Objectives</vt:lpstr>
      <vt:lpstr>C. Comparing with Existing Literature</vt:lpstr>
      <vt:lpstr>C. Comparing with Existing Literature</vt:lpstr>
      <vt:lpstr>D. Drawing Valid Inferences</vt:lpstr>
      <vt:lpstr>D. Drawing Valid Inferences</vt:lpstr>
      <vt:lpstr>E. Ethical Presentation of Results</vt:lpstr>
      <vt:lpstr>E. Ethical Presentation of Results</vt:lpstr>
      <vt:lpstr>F. A practical example of interpreting qualitative results:</vt:lpstr>
      <vt:lpstr>F. A practical example of interpreting qualitative results:</vt:lpstr>
      <vt:lpstr>F. A practical example of interpreting quantitative results:</vt:lpstr>
      <vt:lpstr>F. A practical example of interpreting quantitative results:</vt:lpstr>
      <vt:lpstr>PowerPoint Presentation</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Errol Francke</cp:lastModifiedBy>
  <cp:revision>3</cp:revision>
  <dcterms:created xsi:type="dcterms:W3CDTF">2025-07-17T09:57:23Z</dcterms:created>
  <dcterms:modified xsi:type="dcterms:W3CDTF">2026-09-14T14:37:47Z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