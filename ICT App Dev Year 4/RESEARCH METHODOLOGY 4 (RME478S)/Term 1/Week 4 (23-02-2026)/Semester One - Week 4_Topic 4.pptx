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4"/>
  </p:sldMasterIdLst>
  <p:notesMasterIdLst>
    <p:notesMasterId r:id="rId36"/>
  </p:notesMasterIdLst>
  <p:handoutMasterIdLst>
    <p:handoutMasterId r:id="rId37"/>
  </p:handoutMasterIdLst>
  <p:sldIdLst>
    <p:sldId id="256" r:id="rId5"/>
    <p:sldId id="258" r:id="rId6"/>
    <p:sldId id="267" r:id="rId7"/>
    <p:sldId id="320" r:id="rId8"/>
    <p:sldId id="292" r:id="rId9"/>
    <p:sldId id="321" r:id="rId10"/>
    <p:sldId id="322" r:id="rId11"/>
    <p:sldId id="323" r:id="rId12"/>
    <p:sldId id="257" r:id="rId13"/>
    <p:sldId id="324" r:id="rId14"/>
    <p:sldId id="325" r:id="rId15"/>
    <p:sldId id="326" r:id="rId16"/>
    <p:sldId id="327" r:id="rId17"/>
    <p:sldId id="328" r:id="rId18"/>
    <p:sldId id="329" r:id="rId19"/>
    <p:sldId id="330" r:id="rId20"/>
    <p:sldId id="331" r:id="rId21"/>
    <p:sldId id="332" r:id="rId22"/>
    <p:sldId id="333" r:id="rId23"/>
    <p:sldId id="339" r:id="rId24"/>
    <p:sldId id="340" r:id="rId25"/>
    <p:sldId id="341" r:id="rId26"/>
    <p:sldId id="342" r:id="rId27"/>
    <p:sldId id="343" r:id="rId28"/>
    <p:sldId id="264" r:id="rId29"/>
    <p:sldId id="334" r:id="rId30"/>
    <p:sldId id="335" r:id="rId31"/>
    <p:sldId id="336" r:id="rId32"/>
    <p:sldId id="337" r:id="rId33"/>
    <p:sldId id="338" r:id="rId34"/>
    <p:sldId id="26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5A00"/>
    <a:srgbClr val="2E0C1F"/>
    <a:srgbClr val="903163"/>
    <a:srgbClr val="E1E1E1"/>
    <a:srgbClr val="AA2C71"/>
    <a:srgbClr val="A62C6F"/>
    <a:srgbClr val="F9E7F1"/>
    <a:srgbClr val="852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8B5D97-5C8B-2445-A12A-FDD88B5D0BDD}" v="120" dt="2026-02-19T07:31:13.0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81" autoAdjust="0"/>
    <p:restoredTop sz="95567"/>
  </p:normalViewPr>
  <p:slideViewPr>
    <p:cSldViewPr snapToGrid="0">
      <p:cViewPr varScale="1">
        <p:scale>
          <a:sx n="95" d="100"/>
          <a:sy n="95" d="100"/>
        </p:scale>
        <p:origin x="1384" y="192"/>
      </p:cViewPr>
      <p:guideLst/>
    </p:cSldViewPr>
  </p:slideViewPr>
  <p:notesTextViewPr>
    <p:cViewPr>
      <p:scale>
        <a:sx n="1" d="1"/>
        <a:sy n="1" d="1"/>
      </p:scale>
      <p:origin x="0" y="0"/>
    </p:cViewPr>
  </p:notesTextViewPr>
  <p:notesViewPr>
    <p:cSldViewPr snapToGrid="0">
      <p:cViewPr varScale="1">
        <p:scale>
          <a:sx n="89" d="100"/>
          <a:sy n="89" d="100"/>
        </p:scale>
        <p:origin x="3798"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rol Francke" userId="1baf5052-8130-4f07-8591-895c85ed967e" providerId="ADAL" clId="{2770844B-FD3E-5261-B270-BCCC5ACA5C5D}"/>
    <pc:docChg chg="undo custSel addSld delSld modSld sldOrd">
      <pc:chgData name="Errol Francke" userId="1baf5052-8130-4f07-8591-895c85ed967e" providerId="ADAL" clId="{2770844B-FD3E-5261-B270-BCCC5ACA5C5D}" dt="2026-02-19T07:31:14.320" v="1343" actId="20577"/>
      <pc:docMkLst>
        <pc:docMk/>
      </pc:docMkLst>
      <pc:sldChg chg="addSp modSp mod setBg">
        <pc:chgData name="Errol Francke" userId="1baf5052-8130-4f07-8591-895c85ed967e" providerId="ADAL" clId="{2770844B-FD3E-5261-B270-BCCC5ACA5C5D}" dt="2026-02-05T12:00:24.912" v="235" actId="26606"/>
        <pc:sldMkLst>
          <pc:docMk/>
          <pc:sldMk cId="2394075835" sldId="257"/>
        </pc:sldMkLst>
        <pc:spChg chg="mod">
          <ac:chgData name="Errol Francke" userId="1baf5052-8130-4f07-8591-895c85ed967e" providerId="ADAL" clId="{2770844B-FD3E-5261-B270-BCCC5ACA5C5D}" dt="2026-02-05T12:00:24.912" v="235" actId="26606"/>
          <ac:spMkLst>
            <pc:docMk/>
            <pc:sldMk cId="2394075835" sldId="257"/>
            <ac:spMk id="2" creationId="{1CF94250-8D97-401F-A36C-5B5DB39DDD59}"/>
          </ac:spMkLst>
        </pc:spChg>
        <pc:spChg chg="mod">
          <ac:chgData name="Errol Francke" userId="1baf5052-8130-4f07-8591-895c85ed967e" providerId="ADAL" clId="{2770844B-FD3E-5261-B270-BCCC5ACA5C5D}" dt="2026-02-05T12:00:24.912" v="235" actId="26606"/>
          <ac:spMkLst>
            <pc:docMk/>
            <pc:sldMk cId="2394075835" sldId="257"/>
            <ac:spMk id="3" creationId="{6D55F7CC-C3DE-41F7-8BE1-39A9489FC047}"/>
          </ac:spMkLst>
        </pc:spChg>
        <pc:spChg chg="add">
          <ac:chgData name="Errol Francke" userId="1baf5052-8130-4f07-8591-895c85ed967e" providerId="ADAL" clId="{2770844B-FD3E-5261-B270-BCCC5ACA5C5D}" dt="2026-02-05T12:00:24.912" v="235" actId="26606"/>
          <ac:spMkLst>
            <pc:docMk/>
            <pc:sldMk cId="2394075835" sldId="257"/>
            <ac:spMk id="8" creationId="{B6CDA21F-E7AF-4C75-8395-33F58D5B0E45}"/>
          </ac:spMkLst>
        </pc:spChg>
        <pc:spChg chg="add">
          <ac:chgData name="Errol Francke" userId="1baf5052-8130-4f07-8591-895c85ed967e" providerId="ADAL" clId="{2770844B-FD3E-5261-B270-BCCC5ACA5C5D}" dt="2026-02-05T12:00:24.912" v="235" actId="26606"/>
          <ac:spMkLst>
            <pc:docMk/>
            <pc:sldMk cId="2394075835" sldId="257"/>
            <ac:spMk id="15" creationId="{D5B0017B-2ECA-49AF-B397-DC140825DF8D}"/>
          </ac:spMkLst>
        </pc:spChg>
        <pc:grpChg chg="add">
          <ac:chgData name="Errol Francke" userId="1baf5052-8130-4f07-8591-895c85ed967e" providerId="ADAL" clId="{2770844B-FD3E-5261-B270-BCCC5ACA5C5D}" dt="2026-02-05T12:00:24.912" v="235" actId="26606"/>
          <ac:grpSpMkLst>
            <pc:docMk/>
            <pc:sldMk cId="2394075835" sldId="257"/>
            <ac:grpSpMk id="10" creationId="{AE1C45F0-260A-458C-96ED-C1F6D2151219}"/>
          </ac:grpSpMkLst>
        </pc:grpChg>
        <pc:cxnChg chg="add">
          <ac:chgData name="Errol Francke" userId="1baf5052-8130-4f07-8591-895c85ed967e" providerId="ADAL" clId="{2770844B-FD3E-5261-B270-BCCC5ACA5C5D}" dt="2026-02-05T12:00:24.912" v="235" actId="26606"/>
          <ac:cxnSpMkLst>
            <pc:docMk/>
            <pc:sldMk cId="2394075835" sldId="257"/>
            <ac:cxnSpMk id="17" creationId="{6CF1BAF6-AD41-4082-B212-8A1F9A2E8779}"/>
          </ac:cxnSpMkLst>
        </pc:cxnChg>
      </pc:sldChg>
      <pc:sldChg chg="modSp mod setBg">
        <pc:chgData name="Errol Francke" userId="1baf5052-8130-4f07-8591-895c85ed967e" providerId="ADAL" clId="{2770844B-FD3E-5261-B270-BCCC5ACA5C5D}" dt="2026-02-06T08:30:08.444" v="510" actId="113"/>
        <pc:sldMkLst>
          <pc:docMk/>
          <pc:sldMk cId="2857889781" sldId="264"/>
        </pc:sldMkLst>
        <pc:graphicFrameChg chg="mod modGraphic">
          <ac:chgData name="Errol Francke" userId="1baf5052-8130-4f07-8591-895c85ed967e" providerId="ADAL" clId="{2770844B-FD3E-5261-B270-BCCC5ACA5C5D}" dt="2026-02-06T08:30:08.444" v="510" actId="113"/>
          <ac:graphicFrameMkLst>
            <pc:docMk/>
            <pc:sldMk cId="2857889781" sldId="264"/>
            <ac:graphicFrameMk id="2" creationId="{0F00EC9B-79F8-4A58-B6CF-D855783541BD}"/>
          </ac:graphicFrameMkLst>
        </pc:graphicFrameChg>
      </pc:sldChg>
      <pc:sldChg chg="addSp modSp mod setBg">
        <pc:chgData name="Errol Francke" userId="1baf5052-8130-4f07-8591-895c85ed967e" providerId="ADAL" clId="{2770844B-FD3E-5261-B270-BCCC5ACA5C5D}" dt="2026-02-06T08:46:58.750" v="792" actId="207"/>
        <pc:sldMkLst>
          <pc:docMk/>
          <pc:sldMk cId="2394598200" sldId="266"/>
        </pc:sldMkLst>
        <pc:spChg chg="mod">
          <ac:chgData name="Errol Francke" userId="1baf5052-8130-4f07-8591-895c85ed967e" providerId="ADAL" clId="{2770844B-FD3E-5261-B270-BCCC5ACA5C5D}" dt="2026-02-06T08:46:58.750" v="792" actId="207"/>
          <ac:spMkLst>
            <pc:docMk/>
            <pc:sldMk cId="2394598200" sldId="266"/>
            <ac:spMk id="3" creationId="{38304CEA-E169-7120-F228-9C1CE8E50814}"/>
          </ac:spMkLst>
        </pc:spChg>
        <pc:spChg chg="mod">
          <ac:chgData name="Errol Francke" userId="1baf5052-8130-4f07-8591-895c85ed967e" providerId="ADAL" clId="{2770844B-FD3E-5261-B270-BCCC5ACA5C5D}" dt="2026-02-06T08:44:30.320" v="782" actId="1035"/>
          <ac:spMkLst>
            <pc:docMk/>
            <pc:sldMk cId="2394598200" sldId="266"/>
            <ac:spMk id="4" creationId="{E98DCA46-603B-4178-8707-30E192CE6B8D}"/>
          </ac:spMkLst>
        </pc:spChg>
        <pc:spChg chg="add">
          <ac:chgData name="Errol Francke" userId="1baf5052-8130-4f07-8591-895c85ed967e" providerId="ADAL" clId="{2770844B-FD3E-5261-B270-BCCC5ACA5C5D}" dt="2026-02-06T08:44:19.299" v="755" actId="26606"/>
          <ac:spMkLst>
            <pc:docMk/>
            <pc:sldMk cId="2394598200" sldId="266"/>
            <ac:spMk id="13" creationId="{5D7F64A8-D625-4F61-A290-B499BB62ACFF}"/>
          </ac:spMkLst>
        </pc:spChg>
        <pc:picChg chg="add mod">
          <ac:chgData name="Errol Francke" userId="1baf5052-8130-4f07-8591-895c85ed967e" providerId="ADAL" clId="{2770844B-FD3E-5261-B270-BCCC5ACA5C5D}" dt="2026-02-06T08:44:30.320" v="782" actId="1035"/>
          <ac:picMkLst>
            <pc:docMk/>
            <pc:sldMk cId="2394598200" sldId="266"/>
            <ac:picMk id="8" creationId="{A2CC866B-4F50-2BC2-B171-C9C9BF138AF3}"/>
          </ac:picMkLst>
        </pc:picChg>
        <pc:picChg chg="add">
          <ac:chgData name="Errol Francke" userId="1baf5052-8130-4f07-8591-895c85ed967e" providerId="ADAL" clId="{2770844B-FD3E-5261-B270-BCCC5ACA5C5D}" dt="2026-02-06T08:44:19.299" v="755" actId="26606"/>
          <ac:picMkLst>
            <pc:docMk/>
            <pc:sldMk cId="2394598200" sldId="266"/>
            <ac:picMk id="10" creationId="{FB0127E0-A268-466E-AE0B-4D41F6257117}"/>
          </ac:picMkLst>
        </pc:picChg>
      </pc:sldChg>
      <pc:sldChg chg="modSp mod">
        <pc:chgData name="Errol Francke" userId="1baf5052-8130-4f07-8591-895c85ed967e" providerId="ADAL" clId="{2770844B-FD3E-5261-B270-BCCC5ACA5C5D}" dt="2026-02-05T11:44:32.751" v="184" actId="27636"/>
        <pc:sldMkLst>
          <pc:docMk/>
          <pc:sldMk cId="574754444" sldId="292"/>
        </pc:sldMkLst>
        <pc:spChg chg="mod">
          <ac:chgData name="Errol Francke" userId="1baf5052-8130-4f07-8591-895c85ed967e" providerId="ADAL" clId="{2770844B-FD3E-5261-B270-BCCC5ACA5C5D}" dt="2026-02-05T11:44:32.751" v="184" actId="27636"/>
          <ac:spMkLst>
            <pc:docMk/>
            <pc:sldMk cId="574754444" sldId="292"/>
            <ac:spMk id="3" creationId="{7969D62B-51CF-7B2C-7B5C-C4706144D2AB}"/>
          </ac:spMkLst>
        </pc:spChg>
      </pc:sldChg>
      <pc:sldChg chg="addSp delSp modSp add mod ord">
        <pc:chgData name="Errol Francke" userId="1baf5052-8130-4f07-8591-895c85ed967e" providerId="ADAL" clId="{2770844B-FD3E-5261-B270-BCCC5ACA5C5D}" dt="2026-02-05T11:36:09.381" v="135" actId="255"/>
        <pc:sldMkLst>
          <pc:docMk/>
          <pc:sldMk cId="2627367226" sldId="322"/>
        </pc:sldMkLst>
        <pc:spChg chg="mod">
          <ac:chgData name="Errol Francke" userId="1baf5052-8130-4f07-8591-895c85ed967e" providerId="ADAL" clId="{2770844B-FD3E-5261-B270-BCCC5ACA5C5D}" dt="2026-02-05T11:33:35.981" v="126" actId="1076"/>
          <ac:spMkLst>
            <pc:docMk/>
            <pc:sldMk cId="2627367226" sldId="322"/>
            <ac:spMk id="2" creationId="{2FC35013-8980-C67A-3DC1-4010254AA067}"/>
          </ac:spMkLst>
        </pc:spChg>
        <pc:graphicFrameChg chg="add mod">
          <ac:chgData name="Errol Francke" userId="1baf5052-8130-4f07-8591-895c85ed967e" providerId="ADAL" clId="{2770844B-FD3E-5261-B270-BCCC5ACA5C5D}" dt="2026-02-05T11:36:09.381" v="135" actId="255"/>
          <ac:graphicFrameMkLst>
            <pc:docMk/>
            <pc:sldMk cId="2627367226" sldId="322"/>
            <ac:graphicFrameMk id="28" creationId="{F8CCDBDF-B81C-CBFF-CAAB-0426A8B48398}"/>
          </ac:graphicFrameMkLst>
        </pc:graphicFrameChg>
      </pc:sldChg>
      <pc:sldChg chg="modSp add mod">
        <pc:chgData name="Errol Francke" userId="1baf5052-8130-4f07-8591-895c85ed967e" providerId="ADAL" clId="{2770844B-FD3E-5261-B270-BCCC5ACA5C5D}" dt="2026-02-05T11:42:37.981" v="164" actId="12100"/>
        <pc:sldMkLst>
          <pc:docMk/>
          <pc:sldMk cId="3170405596" sldId="323"/>
        </pc:sldMkLst>
        <pc:spChg chg="mod">
          <ac:chgData name="Errol Francke" userId="1baf5052-8130-4f07-8591-895c85ed967e" providerId="ADAL" clId="{2770844B-FD3E-5261-B270-BCCC5ACA5C5D}" dt="2026-02-05T11:40:00.821" v="138" actId="20577"/>
          <ac:spMkLst>
            <pc:docMk/>
            <pc:sldMk cId="3170405596" sldId="323"/>
            <ac:spMk id="2" creationId="{2DC5FEB5-4910-6918-29D6-669F8D086C67}"/>
          </ac:spMkLst>
        </pc:spChg>
        <pc:graphicFrameChg chg="mod">
          <ac:chgData name="Errol Francke" userId="1baf5052-8130-4f07-8591-895c85ed967e" providerId="ADAL" clId="{2770844B-FD3E-5261-B270-BCCC5ACA5C5D}" dt="2026-02-05T11:42:37.981" v="164" actId="12100"/>
          <ac:graphicFrameMkLst>
            <pc:docMk/>
            <pc:sldMk cId="3170405596" sldId="323"/>
            <ac:graphicFrameMk id="28" creationId="{9CD8FC3B-09B2-3111-BE8A-AE4E7CC9E2BB}"/>
          </ac:graphicFrameMkLst>
        </pc:graphicFrameChg>
      </pc:sldChg>
      <pc:sldChg chg="addSp modSp add mod setBg">
        <pc:chgData name="Errol Francke" userId="1baf5052-8130-4f07-8591-895c85ed967e" providerId="ADAL" clId="{2770844B-FD3E-5261-B270-BCCC5ACA5C5D}" dt="2026-02-05T12:03:25.988" v="240" actId="207"/>
        <pc:sldMkLst>
          <pc:docMk/>
          <pc:sldMk cId="10469073" sldId="324"/>
        </pc:sldMkLst>
        <pc:spChg chg="mod">
          <ac:chgData name="Errol Francke" userId="1baf5052-8130-4f07-8591-895c85ed967e" providerId="ADAL" clId="{2770844B-FD3E-5261-B270-BCCC5ACA5C5D}" dt="2026-02-05T12:00:34.713" v="236" actId="26606"/>
          <ac:spMkLst>
            <pc:docMk/>
            <pc:sldMk cId="10469073" sldId="324"/>
            <ac:spMk id="2" creationId="{0703E363-2FA2-EC59-2E5A-C7AE5B95CBD1}"/>
          </ac:spMkLst>
        </pc:spChg>
        <pc:spChg chg="mod">
          <ac:chgData name="Errol Francke" userId="1baf5052-8130-4f07-8591-895c85ed967e" providerId="ADAL" clId="{2770844B-FD3E-5261-B270-BCCC5ACA5C5D}" dt="2026-02-05T12:03:25.988" v="240" actId="207"/>
          <ac:spMkLst>
            <pc:docMk/>
            <pc:sldMk cId="10469073" sldId="324"/>
            <ac:spMk id="3" creationId="{18B4FB12-30B1-9341-5AE1-FB155AA394C6}"/>
          </ac:spMkLst>
        </pc:spChg>
        <pc:spChg chg="add">
          <ac:chgData name="Errol Francke" userId="1baf5052-8130-4f07-8591-895c85ed967e" providerId="ADAL" clId="{2770844B-FD3E-5261-B270-BCCC5ACA5C5D}" dt="2026-02-05T12:00:34.713" v="236" actId="26606"/>
          <ac:spMkLst>
            <pc:docMk/>
            <pc:sldMk cId="10469073" sldId="324"/>
            <ac:spMk id="8" creationId="{B6CDA21F-E7AF-4C75-8395-33F58D5B0E45}"/>
          </ac:spMkLst>
        </pc:spChg>
        <pc:spChg chg="add">
          <ac:chgData name="Errol Francke" userId="1baf5052-8130-4f07-8591-895c85ed967e" providerId="ADAL" clId="{2770844B-FD3E-5261-B270-BCCC5ACA5C5D}" dt="2026-02-05T12:00:34.713" v="236" actId="26606"/>
          <ac:spMkLst>
            <pc:docMk/>
            <pc:sldMk cId="10469073" sldId="324"/>
            <ac:spMk id="15" creationId="{D5B0017B-2ECA-49AF-B397-DC140825DF8D}"/>
          </ac:spMkLst>
        </pc:spChg>
        <pc:grpChg chg="add">
          <ac:chgData name="Errol Francke" userId="1baf5052-8130-4f07-8591-895c85ed967e" providerId="ADAL" clId="{2770844B-FD3E-5261-B270-BCCC5ACA5C5D}" dt="2026-02-05T12:00:34.713" v="236" actId="26606"/>
          <ac:grpSpMkLst>
            <pc:docMk/>
            <pc:sldMk cId="10469073" sldId="324"/>
            <ac:grpSpMk id="10" creationId="{AE1C45F0-260A-458C-96ED-C1F6D2151219}"/>
          </ac:grpSpMkLst>
        </pc:grpChg>
        <pc:cxnChg chg="add">
          <ac:chgData name="Errol Francke" userId="1baf5052-8130-4f07-8591-895c85ed967e" providerId="ADAL" clId="{2770844B-FD3E-5261-B270-BCCC5ACA5C5D}" dt="2026-02-05T12:00:34.713" v="236" actId="26606"/>
          <ac:cxnSpMkLst>
            <pc:docMk/>
            <pc:sldMk cId="10469073" sldId="324"/>
            <ac:cxnSpMk id="17" creationId="{6CF1BAF6-AD41-4082-B212-8A1F9A2E8779}"/>
          </ac:cxnSpMkLst>
        </pc:cxnChg>
      </pc:sldChg>
      <pc:sldChg chg="modSp add mod">
        <pc:chgData name="Errol Francke" userId="1baf5052-8130-4f07-8591-895c85ed967e" providerId="ADAL" clId="{2770844B-FD3E-5261-B270-BCCC5ACA5C5D}" dt="2026-02-05T12:05:08.473" v="246" actId="20577"/>
        <pc:sldMkLst>
          <pc:docMk/>
          <pc:sldMk cId="308569766" sldId="325"/>
        </pc:sldMkLst>
        <pc:spChg chg="mod">
          <ac:chgData name="Errol Francke" userId="1baf5052-8130-4f07-8591-895c85ed967e" providerId="ADAL" clId="{2770844B-FD3E-5261-B270-BCCC5ACA5C5D}" dt="2026-02-05T12:05:08.473" v="246" actId="20577"/>
          <ac:spMkLst>
            <pc:docMk/>
            <pc:sldMk cId="308569766" sldId="325"/>
            <ac:spMk id="3" creationId="{9F77225C-C73C-38E9-D058-4A41A4A0DFB5}"/>
          </ac:spMkLst>
        </pc:spChg>
      </pc:sldChg>
      <pc:sldChg chg="modSp add mod">
        <pc:chgData name="Errol Francke" userId="1baf5052-8130-4f07-8591-895c85ed967e" providerId="ADAL" clId="{2770844B-FD3E-5261-B270-BCCC5ACA5C5D}" dt="2026-02-05T12:07:57.274" v="272" actId="114"/>
        <pc:sldMkLst>
          <pc:docMk/>
          <pc:sldMk cId="1862121185" sldId="326"/>
        </pc:sldMkLst>
        <pc:spChg chg="mod">
          <ac:chgData name="Errol Francke" userId="1baf5052-8130-4f07-8591-895c85ed967e" providerId="ADAL" clId="{2770844B-FD3E-5261-B270-BCCC5ACA5C5D}" dt="2026-02-05T12:05:55.373" v="249" actId="20577"/>
          <ac:spMkLst>
            <pc:docMk/>
            <pc:sldMk cId="1862121185" sldId="326"/>
            <ac:spMk id="2" creationId="{FD3660D8-33AE-1388-BA40-8191FB012D7A}"/>
          </ac:spMkLst>
        </pc:spChg>
        <pc:spChg chg="mod">
          <ac:chgData name="Errol Francke" userId="1baf5052-8130-4f07-8591-895c85ed967e" providerId="ADAL" clId="{2770844B-FD3E-5261-B270-BCCC5ACA5C5D}" dt="2026-02-05T12:07:57.274" v="272" actId="114"/>
          <ac:spMkLst>
            <pc:docMk/>
            <pc:sldMk cId="1862121185" sldId="326"/>
            <ac:spMk id="3" creationId="{E210E2EB-AE9A-7A34-BE37-5BEDF023AD5D}"/>
          </ac:spMkLst>
        </pc:spChg>
      </pc:sldChg>
      <pc:sldChg chg="modSp add mod">
        <pc:chgData name="Errol Francke" userId="1baf5052-8130-4f07-8591-895c85ed967e" providerId="ADAL" clId="{2770844B-FD3E-5261-B270-BCCC5ACA5C5D}" dt="2026-02-05T12:12:39.123" v="326" actId="20577"/>
        <pc:sldMkLst>
          <pc:docMk/>
          <pc:sldMk cId="1837732387" sldId="327"/>
        </pc:sldMkLst>
        <pc:spChg chg="mod">
          <ac:chgData name="Errol Francke" userId="1baf5052-8130-4f07-8591-895c85ed967e" providerId="ADAL" clId="{2770844B-FD3E-5261-B270-BCCC5ACA5C5D}" dt="2026-02-05T12:09:55.186" v="278" actId="20577"/>
          <ac:spMkLst>
            <pc:docMk/>
            <pc:sldMk cId="1837732387" sldId="327"/>
            <ac:spMk id="2" creationId="{5B9C02FA-5F9A-5533-E9A8-5C2AF758AE69}"/>
          </ac:spMkLst>
        </pc:spChg>
        <pc:spChg chg="mod">
          <ac:chgData name="Errol Francke" userId="1baf5052-8130-4f07-8591-895c85ed967e" providerId="ADAL" clId="{2770844B-FD3E-5261-B270-BCCC5ACA5C5D}" dt="2026-02-05T12:12:39.123" v="326" actId="20577"/>
          <ac:spMkLst>
            <pc:docMk/>
            <pc:sldMk cId="1837732387" sldId="327"/>
            <ac:spMk id="3" creationId="{343B63A9-ABB2-2E53-FAFD-97C2973118A6}"/>
          </ac:spMkLst>
        </pc:spChg>
      </pc:sldChg>
      <pc:sldChg chg="addSp delSp modSp add mod setBg delDesignElem">
        <pc:chgData name="Errol Francke" userId="1baf5052-8130-4f07-8591-895c85ed967e" providerId="ADAL" clId="{2770844B-FD3E-5261-B270-BCCC5ACA5C5D}" dt="2026-02-06T07:36:34.048" v="410" actId="20577"/>
        <pc:sldMkLst>
          <pc:docMk/>
          <pc:sldMk cId="1790449542" sldId="328"/>
        </pc:sldMkLst>
        <pc:spChg chg="mod">
          <ac:chgData name="Errol Francke" userId="1baf5052-8130-4f07-8591-895c85ed967e" providerId="ADAL" clId="{2770844B-FD3E-5261-B270-BCCC5ACA5C5D}" dt="2026-02-06T07:34:26.308" v="400" actId="27636"/>
          <ac:spMkLst>
            <pc:docMk/>
            <pc:sldMk cId="1790449542" sldId="328"/>
            <ac:spMk id="2" creationId="{E348C64E-D25F-FCB5-B200-77D3C9C9974F}"/>
          </ac:spMkLst>
        </pc:spChg>
        <pc:spChg chg="mod">
          <ac:chgData name="Errol Francke" userId="1baf5052-8130-4f07-8591-895c85ed967e" providerId="ADAL" clId="{2770844B-FD3E-5261-B270-BCCC5ACA5C5D}" dt="2026-02-06T07:36:34.048" v="410" actId="20577"/>
          <ac:spMkLst>
            <pc:docMk/>
            <pc:sldMk cId="1790449542" sldId="328"/>
            <ac:spMk id="3" creationId="{98730093-BEE5-D0F8-DD1E-F2BB68391F4F}"/>
          </ac:spMkLst>
        </pc:spChg>
        <pc:spChg chg="add">
          <ac:chgData name="Errol Francke" userId="1baf5052-8130-4f07-8591-895c85ed967e" providerId="ADAL" clId="{2770844B-FD3E-5261-B270-BCCC5ACA5C5D}" dt="2026-02-06T07:29:20.397" v="331" actId="26606"/>
          <ac:spMkLst>
            <pc:docMk/>
            <pc:sldMk cId="1790449542" sldId="328"/>
            <ac:spMk id="8" creationId="{21739CA5-F0F5-48E1-8E8C-F24B71827E46}"/>
          </ac:spMkLst>
        </pc:spChg>
        <pc:spChg chg="add">
          <ac:chgData name="Errol Francke" userId="1baf5052-8130-4f07-8591-895c85ed967e" providerId="ADAL" clId="{2770844B-FD3E-5261-B270-BCCC5ACA5C5D}" dt="2026-02-06T07:29:20.397" v="331" actId="26606"/>
          <ac:spMkLst>
            <pc:docMk/>
            <pc:sldMk cId="1790449542" sldId="328"/>
            <ac:spMk id="10" creationId="{3EAD2937-F230-41D4-B9C5-975B129BFC20}"/>
          </ac:spMkLst>
        </pc:spChg>
        <pc:spChg chg="add">
          <ac:chgData name="Errol Francke" userId="1baf5052-8130-4f07-8591-895c85ed967e" providerId="ADAL" clId="{2770844B-FD3E-5261-B270-BCCC5ACA5C5D}" dt="2026-02-06T07:29:20.397" v="331" actId="26606"/>
          <ac:spMkLst>
            <pc:docMk/>
            <pc:sldMk cId="1790449542" sldId="328"/>
            <ac:spMk id="12" creationId="{CCD444A3-C338-4886-B7F1-4BA2AF46EB64}"/>
          </ac:spMkLst>
        </pc:spChg>
      </pc:sldChg>
      <pc:sldChg chg="modSp add mod">
        <pc:chgData name="Errol Francke" userId="1baf5052-8130-4f07-8591-895c85ed967e" providerId="ADAL" clId="{2770844B-FD3E-5261-B270-BCCC5ACA5C5D}" dt="2026-02-06T07:37:22.716" v="419" actId="255"/>
        <pc:sldMkLst>
          <pc:docMk/>
          <pc:sldMk cId="1339413284" sldId="329"/>
        </pc:sldMkLst>
        <pc:spChg chg="mod">
          <ac:chgData name="Errol Francke" userId="1baf5052-8130-4f07-8591-895c85ed967e" providerId="ADAL" clId="{2770844B-FD3E-5261-B270-BCCC5ACA5C5D}" dt="2026-02-06T07:37:22.716" v="419" actId="255"/>
          <ac:spMkLst>
            <pc:docMk/>
            <pc:sldMk cId="1339413284" sldId="329"/>
            <ac:spMk id="3" creationId="{442F5F9E-C5D3-ABBE-8FF9-981290EDDA25}"/>
          </ac:spMkLst>
        </pc:spChg>
      </pc:sldChg>
      <pc:sldChg chg="modSp add mod ord">
        <pc:chgData name="Errol Francke" userId="1baf5052-8130-4f07-8591-895c85ed967e" providerId="ADAL" clId="{2770844B-FD3E-5261-B270-BCCC5ACA5C5D}" dt="2026-02-06T07:42:40.283" v="459" actId="5793"/>
        <pc:sldMkLst>
          <pc:docMk/>
          <pc:sldMk cId="1769300147" sldId="330"/>
        </pc:sldMkLst>
        <pc:spChg chg="mod">
          <ac:chgData name="Errol Francke" userId="1baf5052-8130-4f07-8591-895c85ed967e" providerId="ADAL" clId="{2770844B-FD3E-5261-B270-BCCC5ACA5C5D}" dt="2026-02-06T07:39:48.795" v="426" actId="14100"/>
          <ac:spMkLst>
            <pc:docMk/>
            <pc:sldMk cId="1769300147" sldId="330"/>
            <ac:spMk id="2" creationId="{E53E0616-B1D5-A67D-E3F8-34B7B0180529}"/>
          </ac:spMkLst>
        </pc:spChg>
        <pc:spChg chg="mod">
          <ac:chgData name="Errol Francke" userId="1baf5052-8130-4f07-8591-895c85ed967e" providerId="ADAL" clId="{2770844B-FD3E-5261-B270-BCCC5ACA5C5D}" dt="2026-02-06T07:42:40.283" v="459" actId="5793"/>
          <ac:spMkLst>
            <pc:docMk/>
            <pc:sldMk cId="1769300147" sldId="330"/>
            <ac:spMk id="3" creationId="{98E4F267-013E-93D3-71DB-9860593AC92C}"/>
          </ac:spMkLst>
        </pc:spChg>
      </pc:sldChg>
      <pc:sldChg chg="addSp modSp add mod">
        <pc:chgData name="Errol Francke" userId="1baf5052-8130-4f07-8591-895c85ed967e" providerId="ADAL" clId="{2770844B-FD3E-5261-B270-BCCC5ACA5C5D}" dt="2026-02-06T07:44:02.042" v="470" actId="1076"/>
        <pc:sldMkLst>
          <pc:docMk/>
          <pc:sldMk cId="2416009983" sldId="331"/>
        </pc:sldMkLst>
        <pc:spChg chg="mod">
          <ac:chgData name="Errol Francke" userId="1baf5052-8130-4f07-8591-895c85ed967e" providerId="ADAL" clId="{2770844B-FD3E-5261-B270-BCCC5ACA5C5D}" dt="2026-02-06T07:43:42.655" v="467" actId="5793"/>
          <ac:spMkLst>
            <pc:docMk/>
            <pc:sldMk cId="2416009983" sldId="331"/>
            <ac:spMk id="3" creationId="{E9AA7DFE-5FE2-9669-EE2C-3CA35A05D2D1}"/>
          </ac:spMkLst>
        </pc:spChg>
        <pc:picChg chg="add mod">
          <ac:chgData name="Errol Francke" userId="1baf5052-8130-4f07-8591-895c85ed967e" providerId="ADAL" clId="{2770844B-FD3E-5261-B270-BCCC5ACA5C5D}" dt="2026-02-06T07:44:02.042" v="470" actId="1076"/>
          <ac:picMkLst>
            <pc:docMk/>
            <pc:sldMk cId="2416009983" sldId="331"/>
            <ac:picMk id="4" creationId="{B1FE2DBE-04F1-10F2-4BDD-3AD529C3C78E}"/>
          </ac:picMkLst>
        </pc:picChg>
      </pc:sldChg>
      <pc:sldChg chg="delSp modSp add mod">
        <pc:chgData name="Errol Francke" userId="1baf5052-8130-4f07-8591-895c85ed967e" providerId="ADAL" clId="{2770844B-FD3E-5261-B270-BCCC5ACA5C5D}" dt="2026-02-06T07:44:55.796" v="476" actId="15"/>
        <pc:sldMkLst>
          <pc:docMk/>
          <pc:sldMk cId="2072336723" sldId="332"/>
        </pc:sldMkLst>
        <pc:spChg chg="mod">
          <ac:chgData name="Errol Francke" userId="1baf5052-8130-4f07-8591-895c85ed967e" providerId="ADAL" clId="{2770844B-FD3E-5261-B270-BCCC5ACA5C5D}" dt="2026-02-06T07:44:55.796" v="476" actId="15"/>
          <ac:spMkLst>
            <pc:docMk/>
            <pc:sldMk cId="2072336723" sldId="332"/>
            <ac:spMk id="3" creationId="{4AF5F080-8170-A973-1AF3-3AEA5D9E79D4}"/>
          </ac:spMkLst>
        </pc:spChg>
      </pc:sldChg>
      <pc:sldChg chg="modSp add mod">
        <pc:chgData name="Errol Francke" userId="1baf5052-8130-4f07-8591-895c85ed967e" providerId="ADAL" clId="{2770844B-FD3E-5261-B270-BCCC5ACA5C5D}" dt="2026-02-06T07:47:05.368" v="502" actId="20577"/>
        <pc:sldMkLst>
          <pc:docMk/>
          <pc:sldMk cId="3838886041" sldId="333"/>
        </pc:sldMkLst>
        <pc:spChg chg="mod">
          <ac:chgData name="Errol Francke" userId="1baf5052-8130-4f07-8591-895c85ed967e" providerId="ADAL" clId="{2770844B-FD3E-5261-B270-BCCC5ACA5C5D}" dt="2026-02-06T07:47:05.368" v="502" actId="20577"/>
          <ac:spMkLst>
            <pc:docMk/>
            <pc:sldMk cId="3838886041" sldId="333"/>
            <ac:spMk id="3" creationId="{43A717E4-6574-4FD2-69F0-48A2AE2D755E}"/>
          </ac:spMkLst>
        </pc:spChg>
      </pc:sldChg>
      <pc:sldChg chg="modSp add mod">
        <pc:chgData name="Errol Francke" userId="1baf5052-8130-4f07-8591-895c85ed967e" providerId="ADAL" clId="{2770844B-FD3E-5261-B270-BCCC5ACA5C5D}" dt="2026-02-06T08:31:02.329" v="516" actId="113"/>
        <pc:sldMkLst>
          <pc:docMk/>
          <pc:sldMk cId="1409647412" sldId="334"/>
        </pc:sldMkLst>
        <pc:graphicFrameChg chg="mod modGraphic">
          <ac:chgData name="Errol Francke" userId="1baf5052-8130-4f07-8591-895c85ed967e" providerId="ADAL" clId="{2770844B-FD3E-5261-B270-BCCC5ACA5C5D}" dt="2026-02-06T08:31:02.329" v="516" actId="113"/>
          <ac:graphicFrameMkLst>
            <pc:docMk/>
            <pc:sldMk cId="1409647412" sldId="334"/>
            <ac:graphicFrameMk id="2" creationId="{D60A8F78-6D60-7BEA-6D0F-1990BB40C1F9}"/>
          </ac:graphicFrameMkLst>
        </pc:graphicFrameChg>
      </pc:sldChg>
      <pc:sldChg chg="modSp add mod">
        <pc:chgData name="Errol Francke" userId="1baf5052-8130-4f07-8591-895c85ed967e" providerId="ADAL" clId="{2770844B-FD3E-5261-B270-BCCC5ACA5C5D}" dt="2026-02-06T08:32:09.913" v="523" actId="113"/>
        <pc:sldMkLst>
          <pc:docMk/>
          <pc:sldMk cId="2135892270" sldId="335"/>
        </pc:sldMkLst>
        <pc:graphicFrameChg chg="mod modGraphic">
          <ac:chgData name="Errol Francke" userId="1baf5052-8130-4f07-8591-895c85ed967e" providerId="ADAL" clId="{2770844B-FD3E-5261-B270-BCCC5ACA5C5D}" dt="2026-02-06T08:32:09.913" v="523" actId="113"/>
          <ac:graphicFrameMkLst>
            <pc:docMk/>
            <pc:sldMk cId="2135892270" sldId="335"/>
            <ac:graphicFrameMk id="2" creationId="{D4D0E0F9-4444-B798-D882-B10EC6E18827}"/>
          </ac:graphicFrameMkLst>
        </pc:graphicFrameChg>
      </pc:sldChg>
      <pc:sldChg chg="modSp add mod">
        <pc:chgData name="Errol Francke" userId="1baf5052-8130-4f07-8591-895c85ed967e" providerId="ADAL" clId="{2770844B-FD3E-5261-B270-BCCC5ACA5C5D}" dt="2026-02-06T08:33:32.241" v="550" actId="113"/>
        <pc:sldMkLst>
          <pc:docMk/>
          <pc:sldMk cId="750717044" sldId="336"/>
        </pc:sldMkLst>
        <pc:graphicFrameChg chg="mod modGraphic">
          <ac:chgData name="Errol Francke" userId="1baf5052-8130-4f07-8591-895c85ed967e" providerId="ADAL" clId="{2770844B-FD3E-5261-B270-BCCC5ACA5C5D}" dt="2026-02-06T08:33:32.241" v="550" actId="113"/>
          <ac:graphicFrameMkLst>
            <pc:docMk/>
            <pc:sldMk cId="750717044" sldId="336"/>
            <ac:graphicFrameMk id="2" creationId="{8E60D88D-D8B1-F66C-9EB0-C2B6F20971FD}"/>
          </ac:graphicFrameMkLst>
        </pc:graphicFrameChg>
      </pc:sldChg>
      <pc:sldChg chg="modSp add mod">
        <pc:chgData name="Errol Francke" userId="1baf5052-8130-4f07-8591-895c85ed967e" providerId="ADAL" clId="{2770844B-FD3E-5261-B270-BCCC5ACA5C5D}" dt="2026-02-06T08:36:46.828" v="674"/>
        <pc:sldMkLst>
          <pc:docMk/>
          <pc:sldMk cId="1930014632" sldId="337"/>
        </pc:sldMkLst>
        <pc:graphicFrameChg chg="mod modGraphic">
          <ac:chgData name="Errol Francke" userId="1baf5052-8130-4f07-8591-895c85ed967e" providerId="ADAL" clId="{2770844B-FD3E-5261-B270-BCCC5ACA5C5D}" dt="2026-02-06T08:36:46.828" v="674"/>
          <ac:graphicFrameMkLst>
            <pc:docMk/>
            <pc:sldMk cId="1930014632" sldId="337"/>
            <ac:graphicFrameMk id="2" creationId="{663EAC2B-7485-4F3A-0F1C-8C818E552214}"/>
          </ac:graphicFrameMkLst>
        </pc:graphicFrameChg>
      </pc:sldChg>
      <pc:sldChg chg="modSp add mod">
        <pc:chgData name="Errol Francke" userId="1baf5052-8130-4f07-8591-895c85ed967e" providerId="ADAL" clId="{2770844B-FD3E-5261-B270-BCCC5ACA5C5D}" dt="2026-02-06T08:42:39.481" v="725" actId="113"/>
        <pc:sldMkLst>
          <pc:docMk/>
          <pc:sldMk cId="3215063002" sldId="338"/>
        </pc:sldMkLst>
        <pc:graphicFrameChg chg="mod modGraphic">
          <ac:chgData name="Errol Francke" userId="1baf5052-8130-4f07-8591-895c85ed967e" providerId="ADAL" clId="{2770844B-FD3E-5261-B270-BCCC5ACA5C5D}" dt="2026-02-06T08:42:39.481" v="725" actId="113"/>
          <ac:graphicFrameMkLst>
            <pc:docMk/>
            <pc:sldMk cId="3215063002" sldId="338"/>
            <ac:graphicFrameMk id="2" creationId="{CB5793E5-4E82-00D4-8202-1DEB448505FF}"/>
          </ac:graphicFrameMkLst>
        </pc:graphicFrameChg>
      </pc:sldChg>
      <pc:sldChg chg="addSp delSp modSp add mod setBg">
        <pc:chgData name="Errol Francke" userId="1baf5052-8130-4f07-8591-895c85ed967e" providerId="ADAL" clId="{2770844B-FD3E-5261-B270-BCCC5ACA5C5D}" dt="2026-02-19T07:08:10.743" v="1171" actId="255"/>
        <pc:sldMkLst>
          <pc:docMk/>
          <pc:sldMk cId="2196398240" sldId="339"/>
        </pc:sldMkLst>
        <pc:spChg chg="mod">
          <ac:chgData name="Errol Francke" userId="1baf5052-8130-4f07-8591-895c85ed967e" providerId="ADAL" clId="{2770844B-FD3E-5261-B270-BCCC5ACA5C5D}" dt="2026-02-19T07:07:20.194" v="1168" actId="14100"/>
          <ac:spMkLst>
            <pc:docMk/>
            <pc:sldMk cId="2196398240" sldId="339"/>
            <ac:spMk id="2" creationId="{7A6CE07A-A723-421F-17FC-84114E398323}"/>
          </ac:spMkLst>
        </pc:spChg>
        <pc:spChg chg="mod">
          <ac:chgData name="Errol Francke" userId="1baf5052-8130-4f07-8591-895c85ed967e" providerId="ADAL" clId="{2770844B-FD3E-5261-B270-BCCC5ACA5C5D}" dt="2026-02-19T07:08:10.743" v="1171" actId="255"/>
          <ac:spMkLst>
            <pc:docMk/>
            <pc:sldMk cId="2196398240" sldId="339"/>
            <ac:spMk id="3" creationId="{1CA0C725-ED9A-6BDA-2023-CAAD0349D8D0}"/>
          </ac:spMkLst>
        </pc:spChg>
        <pc:spChg chg="add">
          <ac:chgData name="Errol Francke" userId="1baf5052-8130-4f07-8591-895c85ed967e" providerId="ADAL" clId="{2770844B-FD3E-5261-B270-BCCC5ACA5C5D}" dt="2026-02-19T07:06:00.791" v="1095" actId="26606"/>
          <ac:spMkLst>
            <pc:docMk/>
            <pc:sldMk cId="2196398240" sldId="339"/>
            <ac:spMk id="10" creationId="{55F7ABCA-A68A-47DD-B732-76FF34C6FB7D}"/>
          </ac:spMkLst>
        </pc:spChg>
        <pc:picChg chg="del">
          <ac:chgData name="Errol Francke" userId="1baf5052-8130-4f07-8591-895c85ed967e" providerId="ADAL" clId="{2770844B-FD3E-5261-B270-BCCC5ACA5C5D}" dt="2026-02-19T06:55:03.699" v="1010" actId="478"/>
          <ac:picMkLst>
            <pc:docMk/>
            <pc:sldMk cId="2196398240" sldId="339"/>
            <ac:picMk id="5" creationId="{3DC09712-0024-2761-B5D9-8042741D0C24}"/>
          </ac:picMkLst>
        </pc:picChg>
        <pc:picChg chg="add mod">
          <ac:chgData name="Errol Francke" userId="1baf5052-8130-4f07-8591-895c85ed967e" providerId="ADAL" clId="{2770844B-FD3E-5261-B270-BCCC5ACA5C5D}" dt="2026-02-19T07:07:06.312" v="1165" actId="1076"/>
          <ac:picMkLst>
            <pc:docMk/>
            <pc:sldMk cId="2196398240" sldId="339"/>
            <ac:picMk id="7" creationId="{5AEDC88B-64C0-4842-4CC0-4B6734A03255}"/>
          </ac:picMkLst>
        </pc:picChg>
      </pc:sldChg>
      <pc:sldChg chg="add del">
        <pc:chgData name="Errol Francke" userId="1baf5052-8130-4f07-8591-895c85ed967e" providerId="ADAL" clId="{2770844B-FD3E-5261-B270-BCCC5ACA5C5D}" dt="2026-02-19T06:43:02.188" v="794" actId="2696"/>
        <pc:sldMkLst>
          <pc:docMk/>
          <pc:sldMk cId="3223975174" sldId="339"/>
        </pc:sldMkLst>
      </pc:sldChg>
      <pc:sldChg chg="addSp delSp modSp add mod">
        <pc:chgData name="Errol Francke" userId="1baf5052-8130-4f07-8591-895c85ed967e" providerId="ADAL" clId="{2770844B-FD3E-5261-B270-BCCC5ACA5C5D}" dt="2026-02-19T07:15:26.821" v="1253" actId="12"/>
        <pc:sldMkLst>
          <pc:docMk/>
          <pc:sldMk cId="332476008" sldId="340"/>
        </pc:sldMkLst>
        <pc:spChg chg="mod">
          <ac:chgData name="Errol Francke" userId="1baf5052-8130-4f07-8591-895c85ed967e" providerId="ADAL" clId="{2770844B-FD3E-5261-B270-BCCC5ACA5C5D}" dt="2026-02-19T07:15:26.821" v="1253" actId="12"/>
          <ac:spMkLst>
            <pc:docMk/>
            <pc:sldMk cId="332476008" sldId="340"/>
            <ac:spMk id="3" creationId="{18F72D14-95EA-4CD5-F8DE-2204C3B61807}"/>
          </ac:spMkLst>
        </pc:spChg>
        <pc:spChg chg="add">
          <ac:chgData name="Errol Francke" userId="1baf5052-8130-4f07-8591-895c85ed967e" providerId="ADAL" clId="{2770844B-FD3E-5261-B270-BCCC5ACA5C5D}" dt="2026-02-19T07:10:45.304" v="1174"/>
          <ac:spMkLst>
            <pc:docMk/>
            <pc:sldMk cId="332476008" sldId="340"/>
            <ac:spMk id="4" creationId="{B8B05C48-15EF-C149-F359-1F82B1AFBCDF}"/>
          </ac:spMkLst>
        </pc:spChg>
        <pc:spChg chg="add mod">
          <ac:chgData name="Errol Francke" userId="1baf5052-8130-4f07-8591-895c85ed967e" providerId="ADAL" clId="{2770844B-FD3E-5261-B270-BCCC5ACA5C5D}" dt="2026-02-19T07:11:06.429" v="1176"/>
          <ac:spMkLst>
            <pc:docMk/>
            <pc:sldMk cId="332476008" sldId="340"/>
            <ac:spMk id="5" creationId="{BD4BB413-55E6-E649-CE09-868103B7D04E}"/>
          </ac:spMkLst>
        </pc:spChg>
        <pc:spChg chg="add mod">
          <ac:chgData name="Errol Francke" userId="1baf5052-8130-4f07-8591-895c85ed967e" providerId="ADAL" clId="{2770844B-FD3E-5261-B270-BCCC5ACA5C5D}" dt="2026-02-19T07:11:20.420" v="1179" actId="21"/>
          <ac:spMkLst>
            <pc:docMk/>
            <pc:sldMk cId="332476008" sldId="340"/>
            <ac:spMk id="6" creationId="{7DA9BBEF-D428-5638-C8BB-A4F04DF86DCF}"/>
          </ac:spMkLst>
        </pc:spChg>
        <pc:spChg chg="add del mod">
          <ac:chgData name="Errol Francke" userId="1baf5052-8130-4f07-8591-895c85ed967e" providerId="ADAL" clId="{2770844B-FD3E-5261-B270-BCCC5ACA5C5D}" dt="2026-02-19T07:13:54.205" v="1249"/>
          <ac:spMkLst>
            <pc:docMk/>
            <pc:sldMk cId="332476008" sldId="340"/>
            <ac:spMk id="8" creationId="{15FBEF2C-23A7-E1D8-F447-82E35CB5D0F1}"/>
          </ac:spMkLst>
        </pc:spChg>
      </pc:sldChg>
      <pc:sldChg chg="add del">
        <pc:chgData name="Errol Francke" userId="1baf5052-8130-4f07-8591-895c85ed967e" providerId="ADAL" clId="{2770844B-FD3E-5261-B270-BCCC5ACA5C5D}" dt="2026-02-19T07:08:40.187" v="1172" actId="2696"/>
        <pc:sldMkLst>
          <pc:docMk/>
          <pc:sldMk cId="4009052558" sldId="340"/>
        </pc:sldMkLst>
      </pc:sldChg>
      <pc:sldChg chg="modSp add mod">
        <pc:chgData name="Errol Francke" userId="1baf5052-8130-4f07-8591-895c85ed967e" providerId="ADAL" clId="{2770844B-FD3E-5261-B270-BCCC5ACA5C5D}" dt="2026-02-19T07:18:19.066" v="1316" actId="5793"/>
        <pc:sldMkLst>
          <pc:docMk/>
          <pc:sldMk cId="1301853191" sldId="341"/>
        </pc:sldMkLst>
        <pc:spChg chg="mod">
          <ac:chgData name="Errol Francke" userId="1baf5052-8130-4f07-8591-895c85ed967e" providerId="ADAL" clId="{2770844B-FD3E-5261-B270-BCCC5ACA5C5D}" dt="2026-02-19T07:18:19.066" v="1316" actId="5793"/>
          <ac:spMkLst>
            <pc:docMk/>
            <pc:sldMk cId="1301853191" sldId="341"/>
            <ac:spMk id="3" creationId="{1E5C31C0-B89E-8074-1AAD-28061EA11D60}"/>
          </ac:spMkLst>
        </pc:spChg>
      </pc:sldChg>
      <pc:sldChg chg="modSp add mod">
        <pc:chgData name="Errol Francke" userId="1baf5052-8130-4f07-8591-895c85ed967e" providerId="ADAL" clId="{2770844B-FD3E-5261-B270-BCCC5ACA5C5D}" dt="2026-02-19T07:29:37.647" v="1337" actId="5793"/>
        <pc:sldMkLst>
          <pc:docMk/>
          <pc:sldMk cId="2682371878" sldId="342"/>
        </pc:sldMkLst>
        <pc:spChg chg="mod">
          <ac:chgData name="Errol Francke" userId="1baf5052-8130-4f07-8591-895c85ed967e" providerId="ADAL" clId="{2770844B-FD3E-5261-B270-BCCC5ACA5C5D}" dt="2026-02-19T07:29:37.647" v="1337" actId="5793"/>
          <ac:spMkLst>
            <pc:docMk/>
            <pc:sldMk cId="2682371878" sldId="342"/>
            <ac:spMk id="3" creationId="{0B1847E8-5625-D2E5-90D6-45C16CC5C808}"/>
          </ac:spMkLst>
        </pc:spChg>
      </pc:sldChg>
      <pc:sldChg chg="modSp add mod">
        <pc:chgData name="Errol Francke" userId="1baf5052-8130-4f07-8591-895c85ed967e" providerId="ADAL" clId="{2770844B-FD3E-5261-B270-BCCC5ACA5C5D}" dt="2026-02-19T07:31:14.320" v="1343" actId="20577"/>
        <pc:sldMkLst>
          <pc:docMk/>
          <pc:sldMk cId="2392902248" sldId="343"/>
        </pc:sldMkLst>
        <pc:spChg chg="mod">
          <ac:chgData name="Errol Francke" userId="1baf5052-8130-4f07-8591-895c85ed967e" providerId="ADAL" clId="{2770844B-FD3E-5261-B270-BCCC5ACA5C5D}" dt="2026-02-19T07:31:14.320" v="1343" actId="20577"/>
          <ac:spMkLst>
            <pc:docMk/>
            <pc:sldMk cId="2392902248" sldId="343"/>
            <ac:spMk id="3" creationId="{E1812EF4-1FC8-1EB9-41A7-6352443756D7}"/>
          </ac:spMkLst>
        </pc:spChg>
      </pc:sldChg>
      <pc:sldMasterChg chg="delSldLayout">
        <pc:chgData name="Errol Francke" userId="1baf5052-8130-4f07-8591-895c85ed967e" providerId="ADAL" clId="{2770844B-FD3E-5261-B270-BCCC5ACA5C5D}" dt="2026-02-05T11:25:11.596" v="0" actId="2696"/>
        <pc:sldMasterMkLst>
          <pc:docMk/>
          <pc:sldMasterMk cId="4162240640" sldId="2147483692"/>
        </pc:sldMasterMkLst>
      </pc:sldMasterChg>
    </pc:docChg>
  </pc:docChgLst>
  <pc:docChgLst>
    <pc:chgData name="Errol Francke" userId="1baf5052-8130-4f07-8591-895c85ed967e" providerId="ADAL" clId="{5CC828F7-7581-413F-9545-7387B2A59550}"/>
    <pc:docChg chg="undo custSel addSld delSld modSld modMainMaster">
      <pc:chgData name="Errol Francke" userId="1baf5052-8130-4f07-8591-895c85ed967e" providerId="ADAL" clId="{5CC828F7-7581-413F-9545-7387B2A59550}" dt="2026-02-05T09:57:46.354" v="392" actId="1076"/>
      <pc:docMkLst>
        <pc:docMk/>
      </pc:docMkLst>
      <pc:sldChg chg="addSp delSp modSp mod setBg">
        <pc:chgData name="Errol Francke" userId="1baf5052-8130-4f07-8591-895c85ed967e" providerId="ADAL" clId="{5CC828F7-7581-413F-9545-7387B2A59550}" dt="2026-02-05T09:44:10.212" v="208" actId="14100"/>
        <pc:sldMkLst>
          <pc:docMk/>
          <pc:sldMk cId="1806037817" sldId="256"/>
        </pc:sldMkLst>
        <pc:spChg chg="mod">
          <ac:chgData name="Errol Francke" userId="1baf5052-8130-4f07-8591-895c85ed967e" providerId="ADAL" clId="{5CC828F7-7581-413F-9545-7387B2A59550}" dt="2026-02-05T09:42:42.315" v="206" actId="26606"/>
          <ac:spMkLst>
            <pc:docMk/>
            <pc:sldMk cId="1806037817" sldId="256"/>
            <ac:spMk id="2" creationId="{A6E9EA0F-FD88-464F-99D9-0E151D11E785}"/>
          </ac:spMkLst>
        </pc:spChg>
        <pc:spChg chg="add mod">
          <ac:chgData name="Errol Francke" userId="1baf5052-8130-4f07-8591-895c85ed967e" providerId="ADAL" clId="{5CC828F7-7581-413F-9545-7387B2A59550}" dt="2026-02-05T09:44:10.212" v="208" actId="14100"/>
          <ac:spMkLst>
            <pc:docMk/>
            <pc:sldMk cId="1806037817" sldId="256"/>
            <ac:spMk id="5" creationId="{18360725-CFBB-8F9A-230F-C67D3C833887}"/>
          </ac:spMkLst>
        </pc:spChg>
        <pc:spChg chg="add">
          <ac:chgData name="Errol Francke" userId="1baf5052-8130-4f07-8591-895c85ed967e" providerId="ADAL" clId="{5CC828F7-7581-413F-9545-7387B2A59550}" dt="2026-02-05T09:42:42.315" v="206" actId="26606"/>
          <ac:spMkLst>
            <pc:docMk/>
            <pc:sldMk cId="1806037817" sldId="256"/>
            <ac:spMk id="19" creationId="{787F4F1C-8D3D-4EC1-B72D-A0470A5A08B8}"/>
          </ac:spMkLst>
        </pc:spChg>
        <pc:grpChg chg="add">
          <ac:chgData name="Errol Francke" userId="1baf5052-8130-4f07-8591-895c85ed967e" providerId="ADAL" clId="{5CC828F7-7581-413F-9545-7387B2A59550}" dt="2026-02-05T09:42:42.315" v="206" actId="26606"/>
          <ac:grpSpMkLst>
            <pc:docMk/>
            <pc:sldMk cId="1806037817" sldId="256"/>
            <ac:grpSpMk id="21" creationId="{D1E3DD61-64DB-46AD-B249-E273CD86B051}"/>
          </ac:grpSpMkLst>
        </pc:grpChg>
      </pc:sldChg>
      <pc:sldChg chg="modSp">
        <pc:chgData name="Errol Francke" userId="1baf5052-8130-4f07-8591-895c85ed967e" providerId="ADAL" clId="{5CC828F7-7581-413F-9545-7387B2A59550}" dt="2026-02-05T09:17:04.092" v="1"/>
        <pc:sldMkLst>
          <pc:docMk/>
          <pc:sldMk cId="2394075835" sldId="257"/>
        </pc:sldMkLst>
        <pc:spChg chg="mod">
          <ac:chgData name="Errol Francke" userId="1baf5052-8130-4f07-8591-895c85ed967e" providerId="ADAL" clId="{5CC828F7-7581-413F-9545-7387B2A59550}" dt="2026-02-05T09:17:04.092" v="1"/>
          <ac:spMkLst>
            <pc:docMk/>
            <pc:sldMk cId="2394075835" sldId="257"/>
            <ac:spMk id="2" creationId="{1CF94250-8D97-401F-A36C-5B5DB39DDD59}"/>
          </ac:spMkLst>
        </pc:spChg>
      </pc:sldChg>
      <pc:sldChg chg="addSp delSp modSp mod setBg modClrScheme chgLayout">
        <pc:chgData name="Errol Francke" userId="1baf5052-8130-4f07-8591-895c85ed967e" providerId="ADAL" clId="{5CC828F7-7581-413F-9545-7387B2A59550}" dt="2026-02-05T09:41:38.722" v="205" actId="20577"/>
        <pc:sldMkLst>
          <pc:docMk/>
          <pc:sldMk cId="1098036093" sldId="258"/>
        </pc:sldMkLst>
        <pc:spChg chg="mod ord">
          <ac:chgData name="Errol Francke" userId="1baf5052-8130-4f07-8591-895c85ed967e" providerId="ADAL" clId="{5CC828F7-7581-413F-9545-7387B2A59550}" dt="2026-02-05T09:40:28.569" v="201" actId="166"/>
          <ac:spMkLst>
            <pc:docMk/>
            <pc:sldMk cId="1098036093" sldId="258"/>
            <ac:spMk id="2" creationId="{AC93C0E1-1796-41B4-AF64-2A823C4C83E8}"/>
          </ac:spMkLst>
        </pc:spChg>
        <pc:spChg chg="mod ord">
          <ac:chgData name="Errol Francke" userId="1baf5052-8130-4f07-8591-895c85ed967e" providerId="ADAL" clId="{5CC828F7-7581-413F-9545-7387B2A59550}" dt="2026-02-05T09:41:38.722" v="205" actId="20577"/>
          <ac:spMkLst>
            <pc:docMk/>
            <pc:sldMk cId="1098036093" sldId="258"/>
            <ac:spMk id="3" creationId="{D5B13C35-702B-4BCE-824F-AAADB30905F6}"/>
          </ac:spMkLst>
        </pc:spChg>
        <pc:spChg chg="add">
          <ac:chgData name="Errol Francke" userId="1baf5052-8130-4f07-8591-895c85ed967e" providerId="ADAL" clId="{5CC828F7-7581-413F-9545-7387B2A59550}" dt="2026-02-05T09:37:43.837" v="118" actId="26606"/>
          <ac:spMkLst>
            <pc:docMk/>
            <pc:sldMk cId="1098036093" sldId="258"/>
            <ac:spMk id="28" creationId="{B95B9BA8-1D69-4796-85F5-B6D0BD52354B}"/>
          </ac:spMkLst>
        </pc:spChg>
        <pc:grpChg chg="add">
          <ac:chgData name="Errol Francke" userId="1baf5052-8130-4f07-8591-895c85ed967e" providerId="ADAL" clId="{5CC828F7-7581-413F-9545-7387B2A59550}" dt="2026-02-05T09:37:43.837" v="118" actId="26606"/>
          <ac:grpSpMkLst>
            <pc:docMk/>
            <pc:sldMk cId="1098036093" sldId="258"/>
            <ac:grpSpMk id="29" creationId="{B868920F-3C89-4780-A399-2A0099F45D9B}"/>
          </ac:grpSpMkLst>
        </pc:grpChg>
        <pc:picChg chg="mod ord">
          <ac:chgData name="Errol Francke" userId="1baf5052-8130-4f07-8591-895c85ed967e" providerId="ADAL" clId="{5CC828F7-7581-413F-9545-7387B2A59550}" dt="2026-02-05T09:40:59.123" v="203" actId="27349"/>
          <ac:picMkLst>
            <pc:docMk/>
            <pc:sldMk cId="1098036093" sldId="258"/>
            <ac:picMk id="4" creationId="{5614277E-CACC-4F9D-8C27-FB73FCBFB485}"/>
          </ac:picMkLst>
        </pc:picChg>
      </pc:sldChg>
      <pc:sldChg chg="modSp">
        <pc:chgData name="Errol Francke" userId="1baf5052-8130-4f07-8591-895c85ed967e" providerId="ADAL" clId="{5CC828F7-7581-413F-9545-7387B2A59550}" dt="2026-02-05T09:17:04.092" v="1"/>
        <pc:sldMkLst>
          <pc:docMk/>
          <pc:sldMk cId="2394598200" sldId="266"/>
        </pc:sldMkLst>
        <pc:spChg chg="mod">
          <ac:chgData name="Errol Francke" userId="1baf5052-8130-4f07-8591-895c85ed967e" providerId="ADAL" clId="{5CC828F7-7581-413F-9545-7387B2A59550}" dt="2026-02-05T09:17:04.092" v="1"/>
          <ac:spMkLst>
            <pc:docMk/>
            <pc:sldMk cId="2394598200" sldId="266"/>
            <ac:spMk id="4" creationId="{E98DCA46-603B-4178-8707-30E192CE6B8D}"/>
          </ac:spMkLst>
        </pc:spChg>
      </pc:sldChg>
      <pc:sldChg chg="addSp delSp modSp mod setBg setClrOvrMap">
        <pc:chgData name="Errol Francke" userId="1baf5052-8130-4f07-8591-895c85ed967e" providerId="ADAL" clId="{5CC828F7-7581-413F-9545-7387B2A59550}" dt="2026-02-05T09:46:59.048" v="245" actId="255"/>
        <pc:sldMkLst>
          <pc:docMk/>
          <pc:sldMk cId="3338609507" sldId="267"/>
        </pc:sldMkLst>
        <pc:spChg chg="mod">
          <ac:chgData name="Errol Francke" userId="1baf5052-8130-4f07-8591-895c85ed967e" providerId="ADAL" clId="{5CC828F7-7581-413F-9545-7387B2A59550}" dt="2026-02-05T09:46:17.694" v="242" actId="1035"/>
          <ac:spMkLst>
            <pc:docMk/>
            <pc:sldMk cId="3338609507" sldId="267"/>
            <ac:spMk id="2" creationId="{55BD9C4A-E78A-062F-4561-38163E59DFBA}"/>
          </ac:spMkLst>
        </pc:spChg>
        <pc:spChg chg="mod">
          <ac:chgData name="Errol Francke" userId="1baf5052-8130-4f07-8591-895c85ed967e" providerId="ADAL" clId="{5CC828F7-7581-413F-9545-7387B2A59550}" dt="2026-02-05T09:46:59.048" v="245" actId="255"/>
          <ac:spMkLst>
            <pc:docMk/>
            <pc:sldMk cId="3338609507" sldId="267"/>
            <ac:spMk id="3" creationId="{A87914C8-3C5F-69C8-8902-0DE307CA4492}"/>
          </ac:spMkLst>
        </pc:spChg>
        <pc:spChg chg="add">
          <ac:chgData name="Errol Francke" userId="1baf5052-8130-4f07-8591-895c85ed967e" providerId="ADAL" clId="{5CC828F7-7581-413F-9545-7387B2A59550}" dt="2026-02-05T09:46:01.993" v="216" actId="26606"/>
          <ac:spMkLst>
            <pc:docMk/>
            <pc:sldMk cId="3338609507" sldId="267"/>
            <ac:spMk id="20" creationId="{C6D09588-9668-4D38-8AD4-C27CF2B2D41C}"/>
          </ac:spMkLst>
        </pc:spChg>
        <pc:grpChg chg="add">
          <ac:chgData name="Errol Francke" userId="1baf5052-8130-4f07-8591-895c85ed967e" providerId="ADAL" clId="{5CC828F7-7581-413F-9545-7387B2A59550}" dt="2026-02-05T09:46:01.993" v="216" actId="26606"/>
          <ac:grpSpMkLst>
            <pc:docMk/>
            <pc:sldMk cId="3338609507" sldId="267"/>
            <ac:grpSpMk id="22" creationId="{95A28492-272D-4814-AE2C-61575C989EA3}"/>
          </ac:grpSpMkLst>
        </pc:grpChg>
      </pc:sldChg>
      <pc:sldChg chg="delSp modSp mod modClrScheme chgLayout">
        <pc:chgData name="Errol Francke" userId="1baf5052-8130-4f07-8591-895c85ed967e" providerId="ADAL" clId="{5CC828F7-7581-413F-9545-7387B2A59550}" dt="2026-02-05T09:56:05.593" v="383" actId="5793"/>
        <pc:sldMkLst>
          <pc:docMk/>
          <pc:sldMk cId="574754444" sldId="292"/>
        </pc:sldMkLst>
        <pc:spChg chg="mod">
          <ac:chgData name="Errol Francke" userId="1baf5052-8130-4f07-8591-895c85ed967e" providerId="ADAL" clId="{5CC828F7-7581-413F-9545-7387B2A59550}" dt="2026-02-05T09:55:02.706" v="304" actId="26606"/>
          <ac:spMkLst>
            <pc:docMk/>
            <pc:sldMk cId="574754444" sldId="292"/>
            <ac:spMk id="2" creationId="{8EDCE61A-4802-CF36-6EF3-4812ADF2CC27}"/>
          </ac:spMkLst>
        </pc:spChg>
        <pc:spChg chg="mod">
          <ac:chgData name="Errol Francke" userId="1baf5052-8130-4f07-8591-895c85ed967e" providerId="ADAL" clId="{5CC828F7-7581-413F-9545-7387B2A59550}" dt="2026-02-05T09:56:05.593" v="383" actId="5793"/>
          <ac:spMkLst>
            <pc:docMk/>
            <pc:sldMk cId="574754444" sldId="292"/>
            <ac:spMk id="3" creationId="{7969D62B-51CF-7B2C-7B5C-C4706144D2AB}"/>
          </ac:spMkLst>
        </pc:spChg>
        <pc:picChg chg="mod">
          <ac:chgData name="Errol Francke" userId="1baf5052-8130-4f07-8591-895c85ed967e" providerId="ADAL" clId="{5CC828F7-7581-413F-9545-7387B2A59550}" dt="2026-02-05T09:55:51.394" v="380" actId="1038"/>
          <ac:picMkLst>
            <pc:docMk/>
            <pc:sldMk cId="574754444" sldId="292"/>
            <ac:picMk id="5" creationId="{19A35695-1E9A-A717-8A37-6F3720255537}"/>
          </ac:picMkLst>
        </pc:picChg>
      </pc:sldChg>
      <pc:sldChg chg="modSp add mod">
        <pc:chgData name="Errol Francke" userId="1baf5052-8130-4f07-8591-895c85ed967e" providerId="ADAL" clId="{5CC828F7-7581-413F-9545-7387B2A59550}" dt="2026-02-05T09:49:52.696" v="293" actId="5793"/>
        <pc:sldMkLst>
          <pc:docMk/>
          <pc:sldMk cId="3035512727" sldId="320"/>
        </pc:sldMkLst>
        <pc:spChg chg="mod">
          <ac:chgData name="Errol Francke" userId="1baf5052-8130-4f07-8591-895c85ed967e" providerId="ADAL" clId="{5CC828F7-7581-413F-9545-7387B2A59550}" dt="2026-02-05T09:49:52.696" v="293" actId="5793"/>
          <ac:spMkLst>
            <pc:docMk/>
            <pc:sldMk cId="3035512727" sldId="320"/>
            <ac:spMk id="3" creationId="{8B79592E-489D-1DFC-8FF0-754592C34BA6}"/>
          </ac:spMkLst>
        </pc:spChg>
      </pc:sldChg>
      <pc:sldChg chg="addSp delSp modSp add mod">
        <pc:chgData name="Errol Francke" userId="1baf5052-8130-4f07-8591-895c85ed967e" providerId="ADAL" clId="{5CC828F7-7581-413F-9545-7387B2A59550}" dt="2026-02-05T09:57:46.354" v="392" actId="1076"/>
        <pc:sldMkLst>
          <pc:docMk/>
          <pc:sldMk cId="2885888256" sldId="321"/>
        </pc:sldMkLst>
        <pc:spChg chg="mod">
          <ac:chgData name="Errol Francke" userId="1baf5052-8130-4f07-8591-895c85ed967e" providerId="ADAL" clId="{5CC828F7-7581-413F-9545-7387B2A59550}" dt="2026-02-05T09:57:28.364" v="391" actId="1076"/>
          <ac:spMkLst>
            <pc:docMk/>
            <pc:sldMk cId="2885888256" sldId="321"/>
            <ac:spMk id="3" creationId="{630F4B6D-F807-9F89-C604-C13B99DA5134}"/>
          </ac:spMkLst>
        </pc:spChg>
        <pc:graphicFrameChg chg="add mod">
          <ac:chgData name="Errol Francke" userId="1baf5052-8130-4f07-8591-895c85ed967e" providerId="ADAL" clId="{5CC828F7-7581-413F-9545-7387B2A59550}" dt="2026-02-05T09:57:46.354" v="392" actId="1076"/>
          <ac:graphicFrameMkLst>
            <pc:docMk/>
            <pc:sldMk cId="2885888256" sldId="321"/>
            <ac:graphicFrameMk id="4" creationId="{1AB51EF0-4A2C-DB68-3C11-05A0564BE378}"/>
          </ac:graphicFrameMkLst>
        </pc:graphicFrameChg>
      </pc:sldChg>
      <pc:sldMasterChg chg="modSldLayout">
        <pc:chgData name="Errol Francke" userId="1baf5052-8130-4f07-8591-895c85ed967e" providerId="ADAL" clId="{5CC828F7-7581-413F-9545-7387B2A59550}" dt="2026-02-05T09:17:04.092" v="1"/>
        <pc:sldMasterMkLst>
          <pc:docMk/>
          <pc:sldMasterMk cId="4162240640" sldId="2147483692"/>
        </pc:sldMasterMkLst>
        <pc:sldLayoutChg chg="addSp">
          <pc:chgData name="Errol Francke" userId="1baf5052-8130-4f07-8591-895c85ed967e" providerId="ADAL" clId="{5CC828F7-7581-413F-9545-7387B2A59550}" dt="2026-02-05T09:17:04.092" v="1"/>
          <pc:sldLayoutMkLst>
            <pc:docMk/>
            <pc:sldMasterMk cId="4162240640" sldId="2147483692"/>
            <pc:sldLayoutMk cId="1772662051" sldId="2147483694"/>
          </pc:sldLayoutMkLst>
          <pc:spChg chg="add">
            <ac:chgData name="Errol Francke" userId="1baf5052-8130-4f07-8591-895c85ed967e" providerId="ADAL" clId="{5CC828F7-7581-413F-9545-7387B2A59550}" dt="2026-02-05T09:17:04.092" v="1"/>
            <ac:spMkLst>
              <pc:docMk/>
              <pc:sldMasterMk cId="4162240640" sldId="2147483692"/>
              <pc:sldLayoutMk cId="1772662051" sldId="2147483694"/>
              <ac:spMk id="7" creationId="{858E4094-FAC9-8C4D-A7B7-1154712F0786}"/>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D18E86-F45A-9E45-B2CF-174366D7B3C1}" type="doc">
      <dgm:prSet loTypeId="urn:microsoft.com/office/officeart/2005/8/layout/cycle6" loCatId="" qsTypeId="urn:microsoft.com/office/officeart/2005/8/quickstyle/3d1" qsCatId="3D" csTypeId="urn:microsoft.com/office/officeart/2005/8/colors/colorful1" csCatId="colorful" phldr="1"/>
      <dgm:spPr/>
      <dgm:t>
        <a:bodyPr/>
        <a:lstStyle/>
        <a:p>
          <a:endParaRPr lang="en-GB"/>
        </a:p>
      </dgm:t>
    </dgm:pt>
    <dgm:pt modelId="{C959EBCB-9A71-1146-AFA8-1B3CD31A7D3B}">
      <dgm:prSet phldrT="[Text]"/>
      <dgm:spPr/>
      <dgm:t>
        <a:bodyPr/>
        <a:lstStyle/>
        <a:p>
          <a:r>
            <a:rPr lang="en-US"/>
            <a:t>Brainstorm your interests and passions (what you enjoy and want to learn more about).</a:t>
          </a:r>
          <a:endParaRPr lang="en-GB"/>
        </a:p>
      </dgm:t>
    </dgm:pt>
    <dgm:pt modelId="{666C9F44-0413-0A47-A7B4-F2BAA4AE0380}" type="parTrans" cxnId="{1C7BF34B-5633-0649-9891-877FCA35B6D7}">
      <dgm:prSet/>
      <dgm:spPr/>
      <dgm:t>
        <a:bodyPr/>
        <a:lstStyle/>
        <a:p>
          <a:endParaRPr lang="en-GB"/>
        </a:p>
      </dgm:t>
    </dgm:pt>
    <dgm:pt modelId="{9BB02A28-A879-C14B-AEB7-199A30819E54}" type="sibTrans" cxnId="{1C7BF34B-5633-0649-9891-877FCA35B6D7}">
      <dgm:prSet/>
      <dgm:spPr/>
      <dgm:t>
        <a:bodyPr/>
        <a:lstStyle/>
        <a:p>
          <a:endParaRPr lang="en-GB"/>
        </a:p>
      </dgm:t>
    </dgm:pt>
    <dgm:pt modelId="{409241E2-8577-F843-B597-E512FC3D99CB}">
      <dgm:prSet phldrT="[Text]"/>
      <dgm:spPr/>
      <dgm:t>
        <a:bodyPr/>
        <a:lstStyle/>
        <a:p>
          <a:r>
            <a:rPr lang="en-US"/>
            <a:t>Identify current issues and problems in your environment (campus systems, community tech needs, workplace challenges).</a:t>
          </a:r>
          <a:endParaRPr lang="en-GB" dirty="0"/>
        </a:p>
      </dgm:t>
    </dgm:pt>
    <dgm:pt modelId="{FA5A90D8-F8C9-3F40-8E2A-EC9F9C8E967A}" type="parTrans" cxnId="{7EC3658F-11F2-F941-B20E-182325632855}">
      <dgm:prSet/>
      <dgm:spPr/>
      <dgm:t>
        <a:bodyPr/>
        <a:lstStyle/>
        <a:p>
          <a:endParaRPr lang="en-GB"/>
        </a:p>
      </dgm:t>
    </dgm:pt>
    <dgm:pt modelId="{D1A5B959-6036-AE4D-BA63-F42D5EFD198B}" type="sibTrans" cxnId="{7EC3658F-11F2-F941-B20E-182325632855}">
      <dgm:prSet/>
      <dgm:spPr/>
      <dgm:t>
        <a:bodyPr/>
        <a:lstStyle/>
        <a:p>
          <a:endParaRPr lang="en-GB"/>
        </a:p>
      </dgm:t>
    </dgm:pt>
    <dgm:pt modelId="{CDC28E79-866E-FD40-95CB-0F853DE192C6}">
      <dgm:prSet phldrT="[Text]"/>
      <dgm:spPr/>
      <dgm:t>
        <a:bodyPr/>
        <a:lstStyle/>
        <a:p>
          <a:r>
            <a:rPr lang="en-US"/>
            <a:t>Conduct preliminary reading to see whether there is enough credible literature to support a study.</a:t>
          </a:r>
          <a:endParaRPr lang="en-GB"/>
        </a:p>
      </dgm:t>
    </dgm:pt>
    <dgm:pt modelId="{B8B29C52-7362-F649-AD9A-0398B3DA2AE1}" type="parTrans" cxnId="{2DB9EB8F-71DF-6F4B-A95D-9F3A326D2A8B}">
      <dgm:prSet/>
      <dgm:spPr/>
      <dgm:t>
        <a:bodyPr/>
        <a:lstStyle/>
        <a:p>
          <a:endParaRPr lang="en-GB"/>
        </a:p>
      </dgm:t>
    </dgm:pt>
    <dgm:pt modelId="{8C6C5C9E-EBAC-B148-92F4-FB568F308148}" type="sibTrans" cxnId="{2DB9EB8F-71DF-6F4B-A95D-9F3A326D2A8B}">
      <dgm:prSet/>
      <dgm:spPr/>
      <dgm:t>
        <a:bodyPr/>
        <a:lstStyle/>
        <a:p>
          <a:endParaRPr lang="en-GB"/>
        </a:p>
      </dgm:t>
    </dgm:pt>
    <dgm:pt modelId="{944D248F-8055-9A4E-A367-34392941D29D}">
      <dgm:prSet phldrT="[Text]"/>
      <dgm:spPr/>
      <dgm:t>
        <a:bodyPr/>
        <a:lstStyle/>
        <a:p>
          <a:r>
            <a:rPr lang="en-US"/>
            <a:t>Narrow down to one promising topic that is specific, manageable, and clearly stated.</a:t>
          </a:r>
          <a:endParaRPr lang="en-GB"/>
        </a:p>
      </dgm:t>
    </dgm:pt>
    <dgm:pt modelId="{0B8D3FBC-7946-914A-9DE9-95E65B491469}" type="parTrans" cxnId="{EBF23F31-41E3-F049-9E39-5EEAED223531}">
      <dgm:prSet/>
      <dgm:spPr/>
      <dgm:t>
        <a:bodyPr/>
        <a:lstStyle/>
        <a:p>
          <a:endParaRPr lang="en-GB"/>
        </a:p>
      </dgm:t>
    </dgm:pt>
    <dgm:pt modelId="{12D413C0-397C-EE43-AF50-8C5C328BD985}" type="sibTrans" cxnId="{EBF23F31-41E3-F049-9E39-5EEAED223531}">
      <dgm:prSet/>
      <dgm:spPr/>
      <dgm:t>
        <a:bodyPr/>
        <a:lstStyle/>
        <a:p>
          <a:endParaRPr lang="en-GB"/>
        </a:p>
      </dgm:t>
    </dgm:pt>
    <dgm:pt modelId="{87A18380-75B5-DD4E-84E9-A239BB2101ED}">
      <dgm:prSet phldrT="[Text]"/>
      <dgm:spPr/>
      <dgm:t>
        <a:bodyPr/>
        <a:lstStyle/>
        <a:p>
          <a:r>
            <a:rPr lang="en-US"/>
            <a:t>Define the research question or problem your topic will address, and confirm that it fits the available time and resources.</a:t>
          </a:r>
          <a:endParaRPr lang="en-GB"/>
        </a:p>
      </dgm:t>
    </dgm:pt>
    <dgm:pt modelId="{32AD292A-73AA-E04A-B8EE-386D89FB096F}" type="parTrans" cxnId="{C835346B-A71E-2949-B477-835234F15B1D}">
      <dgm:prSet/>
      <dgm:spPr/>
      <dgm:t>
        <a:bodyPr/>
        <a:lstStyle/>
        <a:p>
          <a:endParaRPr lang="en-GB"/>
        </a:p>
      </dgm:t>
    </dgm:pt>
    <dgm:pt modelId="{D483D160-B5B9-8342-AF62-F5971828AE25}" type="sibTrans" cxnId="{C835346B-A71E-2949-B477-835234F15B1D}">
      <dgm:prSet/>
      <dgm:spPr/>
      <dgm:t>
        <a:bodyPr/>
        <a:lstStyle/>
        <a:p>
          <a:endParaRPr lang="en-GB"/>
        </a:p>
      </dgm:t>
    </dgm:pt>
    <dgm:pt modelId="{7FBF8CFD-3807-7A43-A67F-C6E4A1B7582C}" type="pres">
      <dgm:prSet presAssocID="{9AD18E86-F45A-9E45-B2CF-174366D7B3C1}" presName="cycle" presStyleCnt="0">
        <dgm:presLayoutVars>
          <dgm:dir/>
          <dgm:resizeHandles val="exact"/>
        </dgm:presLayoutVars>
      </dgm:prSet>
      <dgm:spPr/>
    </dgm:pt>
    <dgm:pt modelId="{262D2C0E-7997-E14E-AA35-8A939A3274D2}" type="pres">
      <dgm:prSet presAssocID="{C959EBCB-9A71-1146-AFA8-1B3CD31A7D3B}" presName="node" presStyleLbl="node1" presStyleIdx="0" presStyleCnt="5">
        <dgm:presLayoutVars>
          <dgm:bulletEnabled val="1"/>
        </dgm:presLayoutVars>
      </dgm:prSet>
      <dgm:spPr/>
    </dgm:pt>
    <dgm:pt modelId="{6E01DD0B-E5C2-7944-B2A9-1B2132ECA255}" type="pres">
      <dgm:prSet presAssocID="{C959EBCB-9A71-1146-AFA8-1B3CD31A7D3B}" presName="spNode" presStyleCnt="0"/>
      <dgm:spPr/>
    </dgm:pt>
    <dgm:pt modelId="{4CE475D4-B092-A04F-8F87-BBF465491B0A}" type="pres">
      <dgm:prSet presAssocID="{9BB02A28-A879-C14B-AEB7-199A30819E54}" presName="sibTrans" presStyleLbl="sibTrans1D1" presStyleIdx="0" presStyleCnt="5"/>
      <dgm:spPr/>
    </dgm:pt>
    <dgm:pt modelId="{6C7DB427-01E9-D845-B9E0-A6626C8BCDD6}" type="pres">
      <dgm:prSet presAssocID="{409241E2-8577-F843-B597-E512FC3D99CB}" presName="node" presStyleLbl="node1" presStyleIdx="1" presStyleCnt="5">
        <dgm:presLayoutVars>
          <dgm:bulletEnabled val="1"/>
        </dgm:presLayoutVars>
      </dgm:prSet>
      <dgm:spPr/>
    </dgm:pt>
    <dgm:pt modelId="{C15D298C-2F8B-7242-9873-D1DB15E6238D}" type="pres">
      <dgm:prSet presAssocID="{409241E2-8577-F843-B597-E512FC3D99CB}" presName="spNode" presStyleCnt="0"/>
      <dgm:spPr/>
    </dgm:pt>
    <dgm:pt modelId="{3E5BDA4C-5DA2-5B43-96DC-61D47585DD97}" type="pres">
      <dgm:prSet presAssocID="{D1A5B959-6036-AE4D-BA63-F42D5EFD198B}" presName="sibTrans" presStyleLbl="sibTrans1D1" presStyleIdx="1" presStyleCnt="5"/>
      <dgm:spPr/>
    </dgm:pt>
    <dgm:pt modelId="{4E79BC30-F4C5-AD4D-A555-ED762ADEDC3F}" type="pres">
      <dgm:prSet presAssocID="{CDC28E79-866E-FD40-95CB-0F853DE192C6}" presName="node" presStyleLbl="node1" presStyleIdx="2" presStyleCnt="5">
        <dgm:presLayoutVars>
          <dgm:bulletEnabled val="1"/>
        </dgm:presLayoutVars>
      </dgm:prSet>
      <dgm:spPr/>
    </dgm:pt>
    <dgm:pt modelId="{BA4D68F8-5E5D-594A-9B17-EAC1AD492E0A}" type="pres">
      <dgm:prSet presAssocID="{CDC28E79-866E-FD40-95CB-0F853DE192C6}" presName="spNode" presStyleCnt="0"/>
      <dgm:spPr/>
    </dgm:pt>
    <dgm:pt modelId="{A9BDA523-CD84-AB40-B22B-817663777EDA}" type="pres">
      <dgm:prSet presAssocID="{8C6C5C9E-EBAC-B148-92F4-FB568F308148}" presName="sibTrans" presStyleLbl="sibTrans1D1" presStyleIdx="2" presStyleCnt="5"/>
      <dgm:spPr/>
    </dgm:pt>
    <dgm:pt modelId="{BFC97BCC-FC95-2345-967E-9059263530C3}" type="pres">
      <dgm:prSet presAssocID="{944D248F-8055-9A4E-A367-34392941D29D}" presName="node" presStyleLbl="node1" presStyleIdx="3" presStyleCnt="5">
        <dgm:presLayoutVars>
          <dgm:bulletEnabled val="1"/>
        </dgm:presLayoutVars>
      </dgm:prSet>
      <dgm:spPr/>
    </dgm:pt>
    <dgm:pt modelId="{1429DBAE-DB13-AA48-A079-EB6BE0DF6ED2}" type="pres">
      <dgm:prSet presAssocID="{944D248F-8055-9A4E-A367-34392941D29D}" presName="spNode" presStyleCnt="0"/>
      <dgm:spPr/>
    </dgm:pt>
    <dgm:pt modelId="{2D7EB045-91CF-284C-9A7C-B2F49C535F63}" type="pres">
      <dgm:prSet presAssocID="{12D413C0-397C-EE43-AF50-8C5C328BD985}" presName="sibTrans" presStyleLbl="sibTrans1D1" presStyleIdx="3" presStyleCnt="5"/>
      <dgm:spPr/>
    </dgm:pt>
    <dgm:pt modelId="{B0F4B5CC-76A7-8B4E-8A8B-65ECDC2AFE49}" type="pres">
      <dgm:prSet presAssocID="{87A18380-75B5-DD4E-84E9-A239BB2101ED}" presName="node" presStyleLbl="node1" presStyleIdx="4" presStyleCnt="5">
        <dgm:presLayoutVars>
          <dgm:bulletEnabled val="1"/>
        </dgm:presLayoutVars>
      </dgm:prSet>
      <dgm:spPr/>
    </dgm:pt>
    <dgm:pt modelId="{B2596095-EC58-D140-878F-3C1CD194274A}" type="pres">
      <dgm:prSet presAssocID="{87A18380-75B5-DD4E-84E9-A239BB2101ED}" presName="spNode" presStyleCnt="0"/>
      <dgm:spPr/>
    </dgm:pt>
    <dgm:pt modelId="{5CF75293-E620-3B49-B410-06441E4F4D64}" type="pres">
      <dgm:prSet presAssocID="{D483D160-B5B9-8342-AF62-F5971828AE25}" presName="sibTrans" presStyleLbl="sibTrans1D1" presStyleIdx="4" presStyleCnt="5"/>
      <dgm:spPr/>
    </dgm:pt>
  </dgm:ptLst>
  <dgm:cxnLst>
    <dgm:cxn modelId="{33300F0D-9DB3-3C48-A36C-1EBE685134C1}" type="presOf" srcId="{944D248F-8055-9A4E-A367-34392941D29D}" destId="{BFC97BCC-FC95-2345-967E-9059263530C3}" srcOrd="0" destOrd="0" presId="urn:microsoft.com/office/officeart/2005/8/layout/cycle6"/>
    <dgm:cxn modelId="{73196B12-AB2F-014F-B107-FFD8BA80016A}" type="presOf" srcId="{CDC28E79-866E-FD40-95CB-0F853DE192C6}" destId="{4E79BC30-F4C5-AD4D-A555-ED762ADEDC3F}" srcOrd="0" destOrd="0" presId="urn:microsoft.com/office/officeart/2005/8/layout/cycle6"/>
    <dgm:cxn modelId="{6C5BFB12-2642-D24C-9EE0-7C619254BEF1}" type="presOf" srcId="{9AD18E86-F45A-9E45-B2CF-174366D7B3C1}" destId="{7FBF8CFD-3807-7A43-A67F-C6E4A1B7582C}" srcOrd="0" destOrd="0" presId="urn:microsoft.com/office/officeart/2005/8/layout/cycle6"/>
    <dgm:cxn modelId="{DD515E2A-FE5B-3F4E-8C24-2D4ADE6E9938}" type="presOf" srcId="{9BB02A28-A879-C14B-AEB7-199A30819E54}" destId="{4CE475D4-B092-A04F-8F87-BBF465491B0A}" srcOrd="0" destOrd="0" presId="urn:microsoft.com/office/officeart/2005/8/layout/cycle6"/>
    <dgm:cxn modelId="{EBF23F31-41E3-F049-9E39-5EEAED223531}" srcId="{9AD18E86-F45A-9E45-B2CF-174366D7B3C1}" destId="{944D248F-8055-9A4E-A367-34392941D29D}" srcOrd="3" destOrd="0" parTransId="{0B8D3FBC-7946-914A-9DE9-95E65B491469}" sibTransId="{12D413C0-397C-EE43-AF50-8C5C328BD985}"/>
    <dgm:cxn modelId="{1C7BF34B-5633-0649-9891-877FCA35B6D7}" srcId="{9AD18E86-F45A-9E45-B2CF-174366D7B3C1}" destId="{C959EBCB-9A71-1146-AFA8-1B3CD31A7D3B}" srcOrd="0" destOrd="0" parTransId="{666C9F44-0413-0A47-A7B4-F2BAA4AE0380}" sibTransId="{9BB02A28-A879-C14B-AEB7-199A30819E54}"/>
    <dgm:cxn modelId="{996FFD53-BE0D-ED44-83DD-C1EC0475C917}" type="presOf" srcId="{D1A5B959-6036-AE4D-BA63-F42D5EFD198B}" destId="{3E5BDA4C-5DA2-5B43-96DC-61D47585DD97}" srcOrd="0" destOrd="0" presId="urn:microsoft.com/office/officeart/2005/8/layout/cycle6"/>
    <dgm:cxn modelId="{C835346B-A71E-2949-B477-835234F15B1D}" srcId="{9AD18E86-F45A-9E45-B2CF-174366D7B3C1}" destId="{87A18380-75B5-DD4E-84E9-A239BB2101ED}" srcOrd="4" destOrd="0" parTransId="{32AD292A-73AA-E04A-B8EE-386D89FB096F}" sibTransId="{D483D160-B5B9-8342-AF62-F5971828AE25}"/>
    <dgm:cxn modelId="{9C40D981-BE8E-4C49-9264-0ED81C01086C}" type="presOf" srcId="{C959EBCB-9A71-1146-AFA8-1B3CD31A7D3B}" destId="{262D2C0E-7997-E14E-AA35-8A939A3274D2}" srcOrd="0" destOrd="0" presId="urn:microsoft.com/office/officeart/2005/8/layout/cycle6"/>
    <dgm:cxn modelId="{7EC3658F-11F2-F941-B20E-182325632855}" srcId="{9AD18E86-F45A-9E45-B2CF-174366D7B3C1}" destId="{409241E2-8577-F843-B597-E512FC3D99CB}" srcOrd="1" destOrd="0" parTransId="{FA5A90D8-F8C9-3F40-8E2A-EC9F9C8E967A}" sibTransId="{D1A5B959-6036-AE4D-BA63-F42D5EFD198B}"/>
    <dgm:cxn modelId="{2DB9EB8F-71DF-6F4B-A95D-9F3A326D2A8B}" srcId="{9AD18E86-F45A-9E45-B2CF-174366D7B3C1}" destId="{CDC28E79-866E-FD40-95CB-0F853DE192C6}" srcOrd="2" destOrd="0" parTransId="{B8B29C52-7362-F649-AD9A-0398B3DA2AE1}" sibTransId="{8C6C5C9E-EBAC-B148-92F4-FB568F308148}"/>
    <dgm:cxn modelId="{443F55CB-08FF-8A4C-BF7F-55E7775AD833}" type="presOf" srcId="{8C6C5C9E-EBAC-B148-92F4-FB568F308148}" destId="{A9BDA523-CD84-AB40-B22B-817663777EDA}" srcOrd="0" destOrd="0" presId="urn:microsoft.com/office/officeart/2005/8/layout/cycle6"/>
    <dgm:cxn modelId="{16D572E8-F772-2A41-BE2F-37E6C496955B}" type="presOf" srcId="{12D413C0-397C-EE43-AF50-8C5C328BD985}" destId="{2D7EB045-91CF-284C-9A7C-B2F49C535F63}" srcOrd="0" destOrd="0" presId="urn:microsoft.com/office/officeart/2005/8/layout/cycle6"/>
    <dgm:cxn modelId="{3C4653EB-B645-494F-919B-DDE6C54E1BA5}" type="presOf" srcId="{D483D160-B5B9-8342-AF62-F5971828AE25}" destId="{5CF75293-E620-3B49-B410-06441E4F4D64}" srcOrd="0" destOrd="0" presId="urn:microsoft.com/office/officeart/2005/8/layout/cycle6"/>
    <dgm:cxn modelId="{5DB146F9-30AE-934D-BE86-7F63B456AEC4}" type="presOf" srcId="{87A18380-75B5-DD4E-84E9-A239BB2101ED}" destId="{B0F4B5CC-76A7-8B4E-8A8B-65ECDC2AFE49}" srcOrd="0" destOrd="0" presId="urn:microsoft.com/office/officeart/2005/8/layout/cycle6"/>
    <dgm:cxn modelId="{2AADA4FA-8740-6649-B21A-46FAE7593514}" type="presOf" srcId="{409241E2-8577-F843-B597-E512FC3D99CB}" destId="{6C7DB427-01E9-D845-B9E0-A6626C8BCDD6}" srcOrd="0" destOrd="0" presId="urn:microsoft.com/office/officeart/2005/8/layout/cycle6"/>
    <dgm:cxn modelId="{2B4F5BAE-7784-3040-A14C-04F152E5E2D1}" type="presParOf" srcId="{7FBF8CFD-3807-7A43-A67F-C6E4A1B7582C}" destId="{262D2C0E-7997-E14E-AA35-8A939A3274D2}" srcOrd="0" destOrd="0" presId="urn:microsoft.com/office/officeart/2005/8/layout/cycle6"/>
    <dgm:cxn modelId="{68EC437B-FBA9-E34D-BC05-4FE55DCECA29}" type="presParOf" srcId="{7FBF8CFD-3807-7A43-A67F-C6E4A1B7582C}" destId="{6E01DD0B-E5C2-7944-B2A9-1B2132ECA255}" srcOrd="1" destOrd="0" presId="urn:microsoft.com/office/officeart/2005/8/layout/cycle6"/>
    <dgm:cxn modelId="{27C0B389-64B5-B643-92EE-791044DBEDD5}" type="presParOf" srcId="{7FBF8CFD-3807-7A43-A67F-C6E4A1B7582C}" destId="{4CE475D4-B092-A04F-8F87-BBF465491B0A}" srcOrd="2" destOrd="0" presId="urn:microsoft.com/office/officeart/2005/8/layout/cycle6"/>
    <dgm:cxn modelId="{6C6F41B4-99F1-8141-A1F0-DFAC1B99428E}" type="presParOf" srcId="{7FBF8CFD-3807-7A43-A67F-C6E4A1B7582C}" destId="{6C7DB427-01E9-D845-B9E0-A6626C8BCDD6}" srcOrd="3" destOrd="0" presId="urn:microsoft.com/office/officeart/2005/8/layout/cycle6"/>
    <dgm:cxn modelId="{4B04ECE9-3AA4-0F43-9740-113D764F0EDC}" type="presParOf" srcId="{7FBF8CFD-3807-7A43-A67F-C6E4A1B7582C}" destId="{C15D298C-2F8B-7242-9873-D1DB15E6238D}" srcOrd="4" destOrd="0" presId="urn:microsoft.com/office/officeart/2005/8/layout/cycle6"/>
    <dgm:cxn modelId="{207ADCF0-DAC1-1141-B37C-D4EAF593F69C}" type="presParOf" srcId="{7FBF8CFD-3807-7A43-A67F-C6E4A1B7582C}" destId="{3E5BDA4C-5DA2-5B43-96DC-61D47585DD97}" srcOrd="5" destOrd="0" presId="urn:microsoft.com/office/officeart/2005/8/layout/cycle6"/>
    <dgm:cxn modelId="{EB203DC6-28DB-5442-8709-E2BF467A67A8}" type="presParOf" srcId="{7FBF8CFD-3807-7A43-A67F-C6E4A1B7582C}" destId="{4E79BC30-F4C5-AD4D-A555-ED762ADEDC3F}" srcOrd="6" destOrd="0" presId="urn:microsoft.com/office/officeart/2005/8/layout/cycle6"/>
    <dgm:cxn modelId="{836DB449-B3D8-1443-9EBD-AF69E814B45C}" type="presParOf" srcId="{7FBF8CFD-3807-7A43-A67F-C6E4A1B7582C}" destId="{BA4D68F8-5E5D-594A-9B17-EAC1AD492E0A}" srcOrd="7" destOrd="0" presId="urn:microsoft.com/office/officeart/2005/8/layout/cycle6"/>
    <dgm:cxn modelId="{DE09C693-6935-5947-A0EB-3F066E11B838}" type="presParOf" srcId="{7FBF8CFD-3807-7A43-A67F-C6E4A1B7582C}" destId="{A9BDA523-CD84-AB40-B22B-817663777EDA}" srcOrd="8" destOrd="0" presId="urn:microsoft.com/office/officeart/2005/8/layout/cycle6"/>
    <dgm:cxn modelId="{BF33D6DE-E29B-8C47-A947-AC7CF15F21B2}" type="presParOf" srcId="{7FBF8CFD-3807-7A43-A67F-C6E4A1B7582C}" destId="{BFC97BCC-FC95-2345-967E-9059263530C3}" srcOrd="9" destOrd="0" presId="urn:microsoft.com/office/officeart/2005/8/layout/cycle6"/>
    <dgm:cxn modelId="{D233E606-59B5-914C-AD1E-C0AE60054DB2}" type="presParOf" srcId="{7FBF8CFD-3807-7A43-A67F-C6E4A1B7582C}" destId="{1429DBAE-DB13-AA48-A079-EB6BE0DF6ED2}" srcOrd="10" destOrd="0" presId="urn:microsoft.com/office/officeart/2005/8/layout/cycle6"/>
    <dgm:cxn modelId="{AF4E4B35-A4D1-3B43-953B-121F15BD66DF}" type="presParOf" srcId="{7FBF8CFD-3807-7A43-A67F-C6E4A1B7582C}" destId="{2D7EB045-91CF-284C-9A7C-B2F49C535F63}" srcOrd="11" destOrd="0" presId="urn:microsoft.com/office/officeart/2005/8/layout/cycle6"/>
    <dgm:cxn modelId="{41C08E6C-3DCB-1C44-AE1F-6291A26BC5BE}" type="presParOf" srcId="{7FBF8CFD-3807-7A43-A67F-C6E4A1B7582C}" destId="{B0F4B5CC-76A7-8B4E-8A8B-65ECDC2AFE49}" srcOrd="12" destOrd="0" presId="urn:microsoft.com/office/officeart/2005/8/layout/cycle6"/>
    <dgm:cxn modelId="{6FCCC45C-1224-934E-B341-69E443C085F3}" type="presParOf" srcId="{7FBF8CFD-3807-7A43-A67F-C6E4A1B7582C}" destId="{B2596095-EC58-D140-878F-3C1CD194274A}" srcOrd="13" destOrd="0" presId="urn:microsoft.com/office/officeart/2005/8/layout/cycle6"/>
    <dgm:cxn modelId="{A4D0E6EA-AA52-E346-A2B2-4C2A00C4CE93}" type="presParOf" srcId="{7FBF8CFD-3807-7A43-A67F-C6E4A1B7582C}" destId="{5CF75293-E620-3B49-B410-06441E4F4D64}" srcOrd="14"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440AFC-8052-479C-BC55-81C64CDC819B}" type="doc">
      <dgm:prSet loTypeId="urn:microsoft.com/office/officeart/2016/7/layout/VerticalHollowActionList" loCatId="List" qsTypeId="urn:microsoft.com/office/officeart/2005/8/quickstyle/simple5" qsCatId="simple" csTypeId="urn:microsoft.com/office/officeart/2005/8/colors/accent0_3" csCatId="mainScheme" phldr="1"/>
      <dgm:spPr/>
      <dgm:t>
        <a:bodyPr/>
        <a:lstStyle/>
        <a:p>
          <a:endParaRPr lang="en-US"/>
        </a:p>
      </dgm:t>
    </dgm:pt>
    <dgm:pt modelId="{0727CEC7-AFB7-4DA8-B6CD-88023ECD66B1}">
      <dgm:prSet custT="1"/>
      <dgm:spPr/>
      <dgm:t>
        <a:bodyPr/>
        <a:lstStyle/>
        <a:p>
          <a:r>
            <a:rPr lang="en-US" sz="1600"/>
            <a:t>Interest</a:t>
          </a:r>
        </a:p>
      </dgm:t>
    </dgm:pt>
    <dgm:pt modelId="{9DF0FC5B-C21B-454D-B59B-E4DE8DE800AA}" type="parTrans" cxnId="{5BD01351-CCC6-43BD-914F-A07699953E9B}">
      <dgm:prSet/>
      <dgm:spPr/>
      <dgm:t>
        <a:bodyPr/>
        <a:lstStyle/>
        <a:p>
          <a:endParaRPr lang="en-US" sz="1600"/>
        </a:p>
      </dgm:t>
    </dgm:pt>
    <dgm:pt modelId="{F638BC06-C1ED-4AF2-96DA-71811945035E}" type="sibTrans" cxnId="{5BD01351-CCC6-43BD-914F-A07699953E9B}">
      <dgm:prSet/>
      <dgm:spPr/>
      <dgm:t>
        <a:bodyPr/>
        <a:lstStyle/>
        <a:p>
          <a:endParaRPr lang="en-US" sz="1600"/>
        </a:p>
      </dgm:t>
    </dgm:pt>
    <dgm:pt modelId="{40269CFE-49D5-4262-852F-0901B72DA957}">
      <dgm:prSet custT="1"/>
      <dgm:spPr/>
      <dgm:t>
        <a:bodyPr/>
        <a:lstStyle/>
        <a:p>
          <a:r>
            <a:rPr lang="en-US" sz="1600" dirty="0"/>
            <a:t>Choose something you genuinely care about, because research takes time and persistence.</a:t>
          </a:r>
        </a:p>
      </dgm:t>
    </dgm:pt>
    <dgm:pt modelId="{C48B9370-71E0-4BF0-8606-F5FE9A4C3375}" type="parTrans" cxnId="{49008FA8-28F1-495A-B5BF-EB8DF4B8ABEC}">
      <dgm:prSet/>
      <dgm:spPr/>
      <dgm:t>
        <a:bodyPr/>
        <a:lstStyle/>
        <a:p>
          <a:endParaRPr lang="en-US" sz="1600"/>
        </a:p>
      </dgm:t>
    </dgm:pt>
    <dgm:pt modelId="{F2B5C258-C85B-46B4-B076-CDF1463143B8}" type="sibTrans" cxnId="{49008FA8-28F1-495A-B5BF-EB8DF4B8ABEC}">
      <dgm:prSet/>
      <dgm:spPr/>
      <dgm:t>
        <a:bodyPr/>
        <a:lstStyle/>
        <a:p>
          <a:endParaRPr lang="en-US" sz="1600"/>
        </a:p>
      </dgm:t>
    </dgm:pt>
    <dgm:pt modelId="{1DF4AA91-5235-4B86-BF44-26E483A160AC}">
      <dgm:prSet custT="1"/>
      <dgm:spPr/>
      <dgm:t>
        <a:bodyPr/>
        <a:lstStyle/>
        <a:p>
          <a:r>
            <a:rPr lang="en-US" sz="1600" dirty="0"/>
            <a:t>Magnitude and manageability</a:t>
          </a:r>
        </a:p>
      </dgm:t>
    </dgm:pt>
    <dgm:pt modelId="{7AE659AE-907E-40AC-B4EB-B04D61DC221D}" type="parTrans" cxnId="{679BF442-573B-4FDF-AD57-E90D80918F41}">
      <dgm:prSet/>
      <dgm:spPr/>
      <dgm:t>
        <a:bodyPr/>
        <a:lstStyle/>
        <a:p>
          <a:endParaRPr lang="en-US" sz="1600"/>
        </a:p>
      </dgm:t>
    </dgm:pt>
    <dgm:pt modelId="{2250C8F0-F51C-41C8-8509-85A7CA63F632}" type="sibTrans" cxnId="{679BF442-573B-4FDF-AD57-E90D80918F41}">
      <dgm:prSet/>
      <dgm:spPr/>
      <dgm:t>
        <a:bodyPr/>
        <a:lstStyle/>
        <a:p>
          <a:endParaRPr lang="en-US" sz="1600"/>
        </a:p>
      </dgm:t>
    </dgm:pt>
    <dgm:pt modelId="{C7E1019B-A1AF-4882-8363-CBFA3BAAA2C7}">
      <dgm:prSet custT="1"/>
      <dgm:spPr/>
      <dgm:t>
        <a:bodyPr/>
        <a:lstStyle/>
        <a:p>
          <a:r>
            <a:rPr lang="en-US" sz="1600" dirty="0"/>
            <a:t>Narrow the topic so it can be completed with the time, resources, and data access you have.</a:t>
          </a:r>
        </a:p>
      </dgm:t>
    </dgm:pt>
    <dgm:pt modelId="{04926FCA-2D4B-46FB-BECC-E043F993743C}" type="parTrans" cxnId="{889B9E58-5760-4654-93BA-EF90459AD2DB}">
      <dgm:prSet/>
      <dgm:spPr/>
      <dgm:t>
        <a:bodyPr/>
        <a:lstStyle/>
        <a:p>
          <a:endParaRPr lang="en-US" sz="1600"/>
        </a:p>
      </dgm:t>
    </dgm:pt>
    <dgm:pt modelId="{4D5F0829-12F0-4ED6-A02C-CF325D062227}" type="sibTrans" cxnId="{889B9E58-5760-4654-93BA-EF90459AD2DB}">
      <dgm:prSet/>
      <dgm:spPr/>
      <dgm:t>
        <a:bodyPr/>
        <a:lstStyle/>
        <a:p>
          <a:endParaRPr lang="en-US" sz="1600"/>
        </a:p>
      </dgm:t>
    </dgm:pt>
    <dgm:pt modelId="{C74564EC-2827-42FE-95E9-E6974365CD20}">
      <dgm:prSet custT="1"/>
      <dgm:spPr/>
      <dgm:t>
        <a:bodyPr/>
        <a:lstStyle/>
        <a:p>
          <a:r>
            <a:rPr lang="en-US" sz="1600" dirty="0"/>
            <a:t>Relevance and contribution</a:t>
          </a:r>
        </a:p>
      </dgm:t>
    </dgm:pt>
    <dgm:pt modelId="{A22DD5B9-C700-498F-8DAD-2BA7DA2D4A4C}" type="parTrans" cxnId="{5AA165B6-FBFE-472D-893C-9C2E311BCD66}">
      <dgm:prSet/>
      <dgm:spPr/>
      <dgm:t>
        <a:bodyPr/>
        <a:lstStyle/>
        <a:p>
          <a:endParaRPr lang="en-US" sz="1600"/>
        </a:p>
      </dgm:t>
    </dgm:pt>
    <dgm:pt modelId="{C75D7FB0-1743-4420-937E-7CE2B8C6D917}" type="sibTrans" cxnId="{5AA165B6-FBFE-472D-893C-9C2E311BCD66}">
      <dgm:prSet/>
      <dgm:spPr/>
      <dgm:t>
        <a:bodyPr/>
        <a:lstStyle/>
        <a:p>
          <a:endParaRPr lang="en-US" sz="1600"/>
        </a:p>
      </dgm:t>
    </dgm:pt>
    <dgm:pt modelId="{47977AAB-3250-4CD1-86FE-73DC49B288DD}">
      <dgm:prSet custT="1"/>
      <dgm:spPr/>
      <dgm:t>
        <a:bodyPr/>
        <a:lstStyle/>
        <a:p>
          <a:r>
            <a:rPr lang="en-US" sz="1600" dirty="0"/>
            <a:t>Select a topic that is useful to your field and adds to existing knowledge or solves a practical problem.</a:t>
          </a:r>
        </a:p>
      </dgm:t>
    </dgm:pt>
    <dgm:pt modelId="{391EC6CD-B63E-4F0F-974A-08AC5B0C30FC}" type="parTrans" cxnId="{67F67740-32FE-4D0E-B805-DE1465A63038}">
      <dgm:prSet/>
      <dgm:spPr/>
      <dgm:t>
        <a:bodyPr/>
        <a:lstStyle/>
        <a:p>
          <a:endParaRPr lang="en-US" sz="1600"/>
        </a:p>
      </dgm:t>
    </dgm:pt>
    <dgm:pt modelId="{C54DA802-E1C0-4775-B335-A5B5EA369AB0}" type="sibTrans" cxnId="{67F67740-32FE-4D0E-B805-DE1465A63038}">
      <dgm:prSet/>
      <dgm:spPr/>
      <dgm:t>
        <a:bodyPr/>
        <a:lstStyle/>
        <a:p>
          <a:endParaRPr lang="en-US" sz="1600"/>
        </a:p>
      </dgm:t>
    </dgm:pt>
    <dgm:pt modelId="{F9FA469A-FE6A-4BE3-976B-072D81655107}">
      <dgm:prSet custT="1"/>
      <dgm:spPr/>
      <dgm:t>
        <a:bodyPr/>
        <a:lstStyle/>
        <a:p>
          <a:r>
            <a:rPr lang="en-US" sz="1600" dirty="0"/>
            <a:t>Availability of data</a:t>
          </a:r>
        </a:p>
      </dgm:t>
    </dgm:pt>
    <dgm:pt modelId="{80FB8F36-EB71-4233-8D63-BA7E980E869D}" type="parTrans" cxnId="{3CBA1F29-3BA0-4D70-8ACC-FB2732C16B4E}">
      <dgm:prSet/>
      <dgm:spPr/>
      <dgm:t>
        <a:bodyPr/>
        <a:lstStyle/>
        <a:p>
          <a:endParaRPr lang="en-US" sz="1600"/>
        </a:p>
      </dgm:t>
    </dgm:pt>
    <dgm:pt modelId="{1E68852B-F532-41B8-9E8D-43A31EE05428}" type="sibTrans" cxnId="{3CBA1F29-3BA0-4D70-8ACC-FB2732C16B4E}">
      <dgm:prSet/>
      <dgm:spPr/>
      <dgm:t>
        <a:bodyPr/>
        <a:lstStyle/>
        <a:p>
          <a:endParaRPr lang="en-US" sz="1600"/>
        </a:p>
      </dgm:t>
    </dgm:pt>
    <dgm:pt modelId="{98F29B67-BECE-4927-B44B-0B1BC69A36A4}">
      <dgm:prSet custT="1"/>
      <dgm:spPr/>
      <dgm:t>
        <a:bodyPr/>
        <a:lstStyle/>
        <a:p>
          <a:r>
            <a:rPr lang="en-US" sz="1600" dirty="0"/>
            <a:t>Confirm that participants, documents, system logs, survey access, or other data sources are realistically available.</a:t>
          </a:r>
        </a:p>
      </dgm:t>
    </dgm:pt>
    <dgm:pt modelId="{103EBC00-5876-4AAE-8475-2B850A481591}" type="parTrans" cxnId="{DFF45558-B3F5-4A95-A265-400B6C5001FC}">
      <dgm:prSet/>
      <dgm:spPr/>
      <dgm:t>
        <a:bodyPr/>
        <a:lstStyle/>
        <a:p>
          <a:endParaRPr lang="en-US" sz="1600"/>
        </a:p>
      </dgm:t>
    </dgm:pt>
    <dgm:pt modelId="{4FE79E56-BAFA-4E98-841B-E199355AE338}" type="sibTrans" cxnId="{DFF45558-B3F5-4A95-A265-400B6C5001FC}">
      <dgm:prSet/>
      <dgm:spPr/>
      <dgm:t>
        <a:bodyPr/>
        <a:lstStyle/>
        <a:p>
          <a:endParaRPr lang="en-US" sz="1600"/>
        </a:p>
      </dgm:t>
    </dgm:pt>
    <dgm:pt modelId="{CCAEF024-B84B-45F5-A9AF-3E600B3DFF94}">
      <dgm:prSet custT="1"/>
      <dgm:spPr/>
      <dgm:t>
        <a:bodyPr/>
        <a:lstStyle/>
        <a:p>
          <a:r>
            <a:rPr lang="en-US" sz="1600" dirty="0"/>
            <a:t>Measurement and clarity of concepts</a:t>
          </a:r>
        </a:p>
      </dgm:t>
    </dgm:pt>
    <dgm:pt modelId="{9910B172-A5C9-4072-B49A-F34A259E1F9C}" type="parTrans" cxnId="{71779A45-6100-403D-84B8-27E326DA6A27}">
      <dgm:prSet/>
      <dgm:spPr/>
      <dgm:t>
        <a:bodyPr/>
        <a:lstStyle/>
        <a:p>
          <a:endParaRPr lang="en-US" sz="1600"/>
        </a:p>
      </dgm:t>
    </dgm:pt>
    <dgm:pt modelId="{A2DC17B5-2480-48BC-AB16-463A82FC4CFA}" type="sibTrans" cxnId="{71779A45-6100-403D-84B8-27E326DA6A27}">
      <dgm:prSet/>
      <dgm:spPr/>
      <dgm:t>
        <a:bodyPr/>
        <a:lstStyle/>
        <a:p>
          <a:endParaRPr lang="en-US" sz="1600"/>
        </a:p>
      </dgm:t>
    </dgm:pt>
    <dgm:pt modelId="{833DC1F3-F559-4466-8DA4-6110AE167891}">
      <dgm:prSet custT="1"/>
      <dgm:spPr/>
      <dgm:t>
        <a:bodyPr/>
        <a:lstStyle/>
        <a:p>
          <a:r>
            <a:rPr lang="en-US" sz="1600" dirty="0"/>
            <a:t>In quantitative studies, ensure you can define and measure key concepts (e.g., “usability”, “performance”, “security awareness”).</a:t>
          </a:r>
        </a:p>
      </dgm:t>
    </dgm:pt>
    <dgm:pt modelId="{2967DAF9-AB21-4A81-829C-AAB07033AC81}" type="parTrans" cxnId="{8731A553-487A-405A-AFA7-C3B68502C3BA}">
      <dgm:prSet/>
      <dgm:spPr/>
      <dgm:t>
        <a:bodyPr/>
        <a:lstStyle/>
        <a:p>
          <a:endParaRPr lang="en-US" sz="1600"/>
        </a:p>
      </dgm:t>
    </dgm:pt>
    <dgm:pt modelId="{90B97879-0201-4D9A-B5CD-07B68CD50EA0}" type="sibTrans" cxnId="{8731A553-487A-405A-AFA7-C3B68502C3BA}">
      <dgm:prSet/>
      <dgm:spPr/>
      <dgm:t>
        <a:bodyPr/>
        <a:lstStyle/>
        <a:p>
          <a:endParaRPr lang="en-US" sz="1600"/>
        </a:p>
      </dgm:t>
    </dgm:pt>
    <dgm:pt modelId="{12ECF6A2-C51F-4279-8F65-F3256AD1B8E2}">
      <dgm:prSet custT="1"/>
      <dgm:spPr/>
      <dgm:t>
        <a:bodyPr/>
        <a:lstStyle/>
        <a:p>
          <a:r>
            <a:rPr lang="en-US" sz="1600" dirty="0"/>
            <a:t>Level of expertise</a:t>
          </a:r>
        </a:p>
      </dgm:t>
    </dgm:pt>
    <dgm:pt modelId="{1E3BCC68-2F6D-4514-A147-A47E5A4E6935}" type="parTrans" cxnId="{7098A28D-9C48-4D6F-BD63-F48F0BBCB919}">
      <dgm:prSet/>
      <dgm:spPr/>
      <dgm:t>
        <a:bodyPr/>
        <a:lstStyle/>
        <a:p>
          <a:endParaRPr lang="en-US" sz="1600"/>
        </a:p>
      </dgm:t>
    </dgm:pt>
    <dgm:pt modelId="{6F929F49-86FB-4F47-B07E-F914681991A6}" type="sibTrans" cxnId="{7098A28D-9C48-4D6F-BD63-F48F0BBCB919}">
      <dgm:prSet/>
      <dgm:spPr/>
      <dgm:t>
        <a:bodyPr/>
        <a:lstStyle/>
        <a:p>
          <a:endParaRPr lang="en-US" sz="1600"/>
        </a:p>
      </dgm:t>
    </dgm:pt>
    <dgm:pt modelId="{718691C0-97D4-4940-AEC9-644E511FB2A6}">
      <dgm:prSet custT="1"/>
      <dgm:spPr/>
      <dgm:t>
        <a:bodyPr/>
        <a:lstStyle/>
        <a:p>
          <a:r>
            <a:rPr lang="en-US" sz="1600" dirty="0"/>
            <a:t>Ensure you have (or can realistically develop) the skills needed to collect and </a:t>
          </a:r>
          <a:r>
            <a:rPr lang="en-US" sz="1600" dirty="0" err="1"/>
            <a:t>analyse</a:t>
          </a:r>
          <a:r>
            <a:rPr lang="en-US" sz="1600" dirty="0"/>
            <a:t> the data.</a:t>
          </a:r>
        </a:p>
      </dgm:t>
    </dgm:pt>
    <dgm:pt modelId="{91918281-61A5-48CA-B366-48872708E01F}" type="parTrans" cxnId="{DB1740A5-3127-4007-A8BE-7936027C1F8E}">
      <dgm:prSet/>
      <dgm:spPr/>
      <dgm:t>
        <a:bodyPr/>
        <a:lstStyle/>
        <a:p>
          <a:endParaRPr lang="en-US" sz="1600"/>
        </a:p>
      </dgm:t>
    </dgm:pt>
    <dgm:pt modelId="{0F639ADC-1897-45E7-B85E-9A24FD1F8162}" type="sibTrans" cxnId="{DB1740A5-3127-4007-A8BE-7936027C1F8E}">
      <dgm:prSet/>
      <dgm:spPr/>
      <dgm:t>
        <a:bodyPr/>
        <a:lstStyle/>
        <a:p>
          <a:endParaRPr lang="en-US" sz="1600"/>
        </a:p>
      </dgm:t>
    </dgm:pt>
    <dgm:pt modelId="{18C3B504-9E3E-4946-AE41-E2C3FCAEA4B9}">
      <dgm:prSet custT="1"/>
      <dgm:spPr/>
      <dgm:t>
        <a:bodyPr/>
        <a:lstStyle/>
        <a:p>
          <a:r>
            <a:rPr lang="en-US" sz="1600" dirty="0"/>
            <a:t>Ethical acceptability</a:t>
          </a:r>
        </a:p>
      </dgm:t>
    </dgm:pt>
    <dgm:pt modelId="{4E32BAEC-9A1E-43A2-BCF0-8F2857AD212A}" type="parTrans" cxnId="{D7E6FC32-DD2F-4CDF-AC36-C3F902E7A6D8}">
      <dgm:prSet/>
      <dgm:spPr/>
      <dgm:t>
        <a:bodyPr/>
        <a:lstStyle/>
        <a:p>
          <a:endParaRPr lang="en-US" sz="1600"/>
        </a:p>
      </dgm:t>
    </dgm:pt>
    <dgm:pt modelId="{687645A9-C1B5-4703-9E39-885EEC5E0477}" type="sibTrans" cxnId="{D7E6FC32-DD2F-4CDF-AC36-C3F902E7A6D8}">
      <dgm:prSet/>
      <dgm:spPr/>
      <dgm:t>
        <a:bodyPr/>
        <a:lstStyle/>
        <a:p>
          <a:endParaRPr lang="en-US" sz="1600"/>
        </a:p>
      </dgm:t>
    </dgm:pt>
    <dgm:pt modelId="{CF93D2AE-7607-429B-95E8-588AF4C2C216}">
      <dgm:prSet custT="1"/>
      <dgm:spPr/>
      <dgm:t>
        <a:bodyPr/>
        <a:lstStyle/>
        <a:p>
          <a:r>
            <a:rPr lang="en-US" sz="1600" dirty="0"/>
            <a:t>Identify privacy and consent risks early, especially when collecting user data, system logs, or workplace information.</a:t>
          </a:r>
        </a:p>
      </dgm:t>
    </dgm:pt>
    <dgm:pt modelId="{F14B8718-F675-473F-8CCE-6E091EB28758}" type="parTrans" cxnId="{A4819151-5D8A-4786-87EB-452DE54327F6}">
      <dgm:prSet/>
      <dgm:spPr/>
      <dgm:t>
        <a:bodyPr/>
        <a:lstStyle/>
        <a:p>
          <a:endParaRPr lang="en-US" sz="1600"/>
        </a:p>
      </dgm:t>
    </dgm:pt>
    <dgm:pt modelId="{F86CEA7A-B0DB-4201-91EC-E1BC48BED47B}" type="sibTrans" cxnId="{A4819151-5D8A-4786-87EB-452DE54327F6}">
      <dgm:prSet/>
      <dgm:spPr/>
      <dgm:t>
        <a:bodyPr/>
        <a:lstStyle/>
        <a:p>
          <a:endParaRPr lang="en-US" sz="1600"/>
        </a:p>
      </dgm:t>
    </dgm:pt>
    <dgm:pt modelId="{211E84CC-293B-2443-B062-3EE710A92B6D}" type="pres">
      <dgm:prSet presAssocID="{87440AFC-8052-479C-BC55-81C64CDC819B}" presName="Name0" presStyleCnt="0">
        <dgm:presLayoutVars>
          <dgm:dir/>
          <dgm:animLvl val="lvl"/>
          <dgm:resizeHandles val="exact"/>
        </dgm:presLayoutVars>
      </dgm:prSet>
      <dgm:spPr/>
    </dgm:pt>
    <dgm:pt modelId="{18302A43-2843-1446-B765-DE639C39F5D5}" type="pres">
      <dgm:prSet presAssocID="{0727CEC7-AFB7-4DA8-B6CD-88023ECD66B1}" presName="linNode" presStyleCnt="0"/>
      <dgm:spPr/>
    </dgm:pt>
    <dgm:pt modelId="{08F1FF7E-82E5-7D45-8128-9BCDA6AA60A6}" type="pres">
      <dgm:prSet presAssocID="{0727CEC7-AFB7-4DA8-B6CD-88023ECD66B1}" presName="parentText" presStyleLbl="solidFgAcc1" presStyleIdx="0" presStyleCnt="7">
        <dgm:presLayoutVars>
          <dgm:chMax val="1"/>
          <dgm:bulletEnabled/>
        </dgm:presLayoutVars>
      </dgm:prSet>
      <dgm:spPr/>
    </dgm:pt>
    <dgm:pt modelId="{42BEFC84-EEE5-2949-911E-C683FD0933D9}" type="pres">
      <dgm:prSet presAssocID="{0727CEC7-AFB7-4DA8-B6CD-88023ECD66B1}" presName="descendantText" presStyleLbl="alignNode1" presStyleIdx="0" presStyleCnt="7" custLinFactNeighborX="-632" custLinFactNeighborY="-43581">
        <dgm:presLayoutVars>
          <dgm:bulletEnabled/>
        </dgm:presLayoutVars>
      </dgm:prSet>
      <dgm:spPr/>
    </dgm:pt>
    <dgm:pt modelId="{ECA59962-BA83-954E-A466-0FC6594CE764}" type="pres">
      <dgm:prSet presAssocID="{F638BC06-C1ED-4AF2-96DA-71811945035E}" presName="sp" presStyleCnt="0"/>
      <dgm:spPr/>
    </dgm:pt>
    <dgm:pt modelId="{F9825582-8650-384B-83BA-91A2A2695ED9}" type="pres">
      <dgm:prSet presAssocID="{1DF4AA91-5235-4B86-BF44-26E483A160AC}" presName="linNode" presStyleCnt="0"/>
      <dgm:spPr/>
    </dgm:pt>
    <dgm:pt modelId="{3DF8BC5B-CB1D-3C40-8B08-85D07893C757}" type="pres">
      <dgm:prSet presAssocID="{1DF4AA91-5235-4B86-BF44-26E483A160AC}" presName="parentText" presStyleLbl="solidFgAcc1" presStyleIdx="1" presStyleCnt="7">
        <dgm:presLayoutVars>
          <dgm:chMax val="1"/>
          <dgm:bulletEnabled/>
        </dgm:presLayoutVars>
      </dgm:prSet>
      <dgm:spPr/>
    </dgm:pt>
    <dgm:pt modelId="{4052C491-D659-3549-8582-A0F6884BD34F}" type="pres">
      <dgm:prSet presAssocID="{1DF4AA91-5235-4B86-BF44-26E483A160AC}" presName="descendantText" presStyleLbl="alignNode1" presStyleIdx="1" presStyleCnt="7">
        <dgm:presLayoutVars>
          <dgm:bulletEnabled/>
        </dgm:presLayoutVars>
      </dgm:prSet>
      <dgm:spPr/>
    </dgm:pt>
    <dgm:pt modelId="{BCFFD7DA-30DB-9943-B2BC-1CEAFC8881BE}" type="pres">
      <dgm:prSet presAssocID="{2250C8F0-F51C-41C8-8509-85A7CA63F632}" presName="sp" presStyleCnt="0"/>
      <dgm:spPr/>
    </dgm:pt>
    <dgm:pt modelId="{90D24111-7373-234C-A755-8AAB51C546BD}" type="pres">
      <dgm:prSet presAssocID="{C74564EC-2827-42FE-95E9-E6974365CD20}" presName="linNode" presStyleCnt="0"/>
      <dgm:spPr/>
    </dgm:pt>
    <dgm:pt modelId="{B79784E6-02EC-D44E-95C7-6FF8E00FCE3B}" type="pres">
      <dgm:prSet presAssocID="{C74564EC-2827-42FE-95E9-E6974365CD20}" presName="parentText" presStyleLbl="solidFgAcc1" presStyleIdx="2" presStyleCnt="7">
        <dgm:presLayoutVars>
          <dgm:chMax val="1"/>
          <dgm:bulletEnabled/>
        </dgm:presLayoutVars>
      </dgm:prSet>
      <dgm:spPr/>
    </dgm:pt>
    <dgm:pt modelId="{34402F5C-696D-9E47-88DB-23E51738C801}" type="pres">
      <dgm:prSet presAssocID="{C74564EC-2827-42FE-95E9-E6974365CD20}" presName="descendantText" presStyleLbl="alignNode1" presStyleIdx="2" presStyleCnt="7">
        <dgm:presLayoutVars>
          <dgm:bulletEnabled/>
        </dgm:presLayoutVars>
      </dgm:prSet>
      <dgm:spPr/>
    </dgm:pt>
    <dgm:pt modelId="{2DEFFCFB-DF01-0A4A-B956-3D0292242B45}" type="pres">
      <dgm:prSet presAssocID="{C75D7FB0-1743-4420-937E-7CE2B8C6D917}" presName="sp" presStyleCnt="0"/>
      <dgm:spPr/>
    </dgm:pt>
    <dgm:pt modelId="{BF6BF225-3347-E14A-9C13-A2C20B31AA93}" type="pres">
      <dgm:prSet presAssocID="{F9FA469A-FE6A-4BE3-976B-072D81655107}" presName="linNode" presStyleCnt="0"/>
      <dgm:spPr/>
    </dgm:pt>
    <dgm:pt modelId="{800B8FAD-93AA-6D49-BD6B-107CF0CAB0E3}" type="pres">
      <dgm:prSet presAssocID="{F9FA469A-FE6A-4BE3-976B-072D81655107}" presName="parentText" presStyleLbl="solidFgAcc1" presStyleIdx="3" presStyleCnt="7">
        <dgm:presLayoutVars>
          <dgm:chMax val="1"/>
          <dgm:bulletEnabled/>
        </dgm:presLayoutVars>
      </dgm:prSet>
      <dgm:spPr/>
    </dgm:pt>
    <dgm:pt modelId="{D2ED757E-141D-BA42-8181-F84CE01D26B9}" type="pres">
      <dgm:prSet presAssocID="{F9FA469A-FE6A-4BE3-976B-072D81655107}" presName="descendantText" presStyleLbl="alignNode1" presStyleIdx="3" presStyleCnt="7">
        <dgm:presLayoutVars>
          <dgm:bulletEnabled/>
        </dgm:presLayoutVars>
      </dgm:prSet>
      <dgm:spPr/>
    </dgm:pt>
    <dgm:pt modelId="{7926B57D-43C5-CE4D-BC47-FAEA720FC32A}" type="pres">
      <dgm:prSet presAssocID="{1E68852B-F532-41B8-9E8D-43A31EE05428}" presName="sp" presStyleCnt="0"/>
      <dgm:spPr/>
    </dgm:pt>
    <dgm:pt modelId="{C71BF776-CBD7-C94A-9852-6BC668373AC9}" type="pres">
      <dgm:prSet presAssocID="{CCAEF024-B84B-45F5-A9AF-3E600B3DFF94}" presName="linNode" presStyleCnt="0"/>
      <dgm:spPr/>
    </dgm:pt>
    <dgm:pt modelId="{40351B9A-0225-4542-A7E6-C084BB7CED67}" type="pres">
      <dgm:prSet presAssocID="{CCAEF024-B84B-45F5-A9AF-3E600B3DFF94}" presName="parentText" presStyleLbl="solidFgAcc1" presStyleIdx="4" presStyleCnt="7">
        <dgm:presLayoutVars>
          <dgm:chMax val="1"/>
          <dgm:bulletEnabled/>
        </dgm:presLayoutVars>
      </dgm:prSet>
      <dgm:spPr/>
    </dgm:pt>
    <dgm:pt modelId="{D7D930F9-0450-CC41-9C0E-BE82A889EE09}" type="pres">
      <dgm:prSet presAssocID="{CCAEF024-B84B-45F5-A9AF-3E600B3DFF94}" presName="descendantText" presStyleLbl="alignNode1" presStyleIdx="4" presStyleCnt="7">
        <dgm:presLayoutVars>
          <dgm:bulletEnabled/>
        </dgm:presLayoutVars>
      </dgm:prSet>
      <dgm:spPr/>
    </dgm:pt>
    <dgm:pt modelId="{01317CE1-83B4-FB45-A6E5-9760C34DE50E}" type="pres">
      <dgm:prSet presAssocID="{A2DC17B5-2480-48BC-AB16-463A82FC4CFA}" presName="sp" presStyleCnt="0"/>
      <dgm:spPr/>
    </dgm:pt>
    <dgm:pt modelId="{5367B820-632D-F04F-987B-17FCA36BD313}" type="pres">
      <dgm:prSet presAssocID="{12ECF6A2-C51F-4279-8F65-F3256AD1B8E2}" presName="linNode" presStyleCnt="0"/>
      <dgm:spPr/>
    </dgm:pt>
    <dgm:pt modelId="{CAAD5D82-1AFD-EE45-B264-6533E15AA219}" type="pres">
      <dgm:prSet presAssocID="{12ECF6A2-C51F-4279-8F65-F3256AD1B8E2}" presName="parentText" presStyleLbl="solidFgAcc1" presStyleIdx="5" presStyleCnt="7">
        <dgm:presLayoutVars>
          <dgm:chMax val="1"/>
          <dgm:bulletEnabled/>
        </dgm:presLayoutVars>
      </dgm:prSet>
      <dgm:spPr/>
    </dgm:pt>
    <dgm:pt modelId="{8E9CBD16-278A-2C40-A3D4-70B8D650589A}" type="pres">
      <dgm:prSet presAssocID="{12ECF6A2-C51F-4279-8F65-F3256AD1B8E2}" presName="descendantText" presStyleLbl="alignNode1" presStyleIdx="5" presStyleCnt="7">
        <dgm:presLayoutVars>
          <dgm:bulletEnabled/>
        </dgm:presLayoutVars>
      </dgm:prSet>
      <dgm:spPr/>
    </dgm:pt>
    <dgm:pt modelId="{AE60BCE5-E701-F540-913E-39483E5B188D}" type="pres">
      <dgm:prSet presAssocID="{6F929F49-86FB-4F47-B07E-F914681991A6}" presName="sp" presStyleCnt="0"/>
      <dgm:spPr/>
    </dgm:pt>
    <dgm:pt modelId="{88032E2B-3B7A-C245-B952-DA449B352D82}" type="pres">
      <dgm:prSet presAssocID="{18C3B504-9E3E-4946-AE41-E2C3FCAEA4B9}" presName="linNode" presStyleCnt="0"/>
      <dgm:spPr/>
    </dgm:pt>
    <dgm:pt modelId="{D318BFAE-FED8-E44A-9FC5-7AE6D761BDF1}" type="pres">
      <dgm:prSet presAssocID="{18C3B504-9E3E-4946-AE41-E2C3FCAEA4B9}" presName="parentText" presStyleLbl="solidFgAcc1" presStyleIdx="6" presStyleCnt="7">
        <dgm:presLayoutVars>
          <dgm:chMax val="1"/>
          <dgm:bulletEnabled/>
        </dgm:presLayoutVars>
      </dgm:prSet>
      <dgm:spPr/>
    </dgm:pt>
    <dgm:pt modelId="{98CA540E-24B8-0043-9B8A-DA59929FCC62}" type="pres">
      <dgm:prSet presAssocID="{18C3B504-9E3E-4946-AE41-E2C3FCAEA4B9}" presName="descendantText" presStyleLbl="alignNode1" presStyleIdx="6" presStyleCnt="7">
        <dgm:presLayoutVars>
          <dgm:bulletEnabled/>
        </dgm:presLayoutVars>
      </dgm:prSet>
      <dgm:spPr/>
    </dgm:pt>
  </dgm:ptLst>
  <dgm:cxnLst>
    <dgm:cxn modelId="{D18A8F19-CDED-C042-A850-947FB074C1EF}" type="presOf" srcId="{40269CFE-49D5-4262-852F-0901B72DA957}" destId="{42BEFC84-EEE5-2949-911E-C683FD0933D9}" srcOrd="0" destOrd="0" presId="urn:microsoft.com/office/officeart/2016/7/layout/VerticalHollowActionList"/>
    <dgm:cxn modelId="{3CBA1F29-3BA0-4D70-8ACC-FB2732C16B4E}" srcId="{87440AFC-8052-479C-BC55-81C64CDC819B}" destId="{F9FA469A-FE6A-4BE3-976B-072D81655107}" srcOrd="3" destOrd="0" parTransId="{80FB8F36-EB71-4233-8D63-BA7E980E869D}" sibTransId="{1E68852B-F532-41B8-9E8D-43A31EE05428}"/>
    <dgm:cxn modelId="{D7E6FC32-DD2F-4CDF-AC36-C3F902E7A6D8}" srcId="{87440AFC-8052-479C-BC55-81C64CDC819B}" destId="{18C3B504-9E3E-4946-AE41-E2C3FCAEA4B9}" srcOrd="6" destOrd="0" parTransId="{4E32BAEC-9A1E-43A2-BCF0-8F2857AD212A}" sibTransId="{687645A9-C1B5-4703-9E39-885EEC5E0477}"/>
    <dgm:cxn modelId="{CA4C3B33-7FD1-5748-948D-D45DC1A14CC5}" type="presOf" srcId="{98F29B67-BECE-4927-B44B-0B1BC69A36A4}" destId="{D2ED757E-141D-BA42-8181-F84CE01D26B9}" srcOrd="0" destOrd="0" presId="urn:microsoft.com/office/officeart/2016/7/layout/VerticalHollowActionList"/>
    <dgm:cxn modelId="{67F67740-32FE-4D0E-B805-DE1465A63038}" srcId="{C74564EC-2827-42FE-95E9-E6974365CD20}" destId="{47977AAB-3250-4CD1-86FE-73DC49B288DD}" srcOrd="0" destOrd="0" parTransId="{391EC6CD-B63E-4F0F-974A-08AC5B0C30FC}" sibTransId="{C54DA802-E1C0-4775-B335-A5B5EA369AB0}"/>
    <dgm:cxn modelId="{679BF442-573B-4FDF-AD57-E90D80918F41}" srcId="{87440AFC-8052-479C-BC55-81C64CDC819B}" destId="{1DF4AA91-5235-4B86-BF44-26E483A160AC}" srcOrd="1" destOrd="0" parTransId="{7AE659AE-907E-40AC-B4EB-B04D61DC221D}" sibTransId="{2250C8F0-F51C-41C8-8509-85A7CA63F632}"/>
    <dgm:cxn modelId="{71779A45-6100-403D-84B8-27E326DA6A27}" srcId="{87440AFC-8052-479C-BC55-81C64CDC819B}" destId="{CCAEF024-B84B-45F5-A9AF-3E600B3DFF94}" srcOrd="4" destOrd="0" parTransId="{9910B172-A5C9-4072-B49A-F34A259E1F9C}" sibTransId="{A2DC17B5-2480-48BC-AB16-463A82FC4CFA}"/>
    <dgm:cxn modelId="{9F335B4A-EB18-7E4C-A907-82CCA8FAB867}" type="presOf" srcId="{718691C0-97D4-4940-AEC9-644E511FB2A6}" destId="{8E9CBD16-278A-2C40-A3D4-70B8D650589A}" srcOrd="0" destOrd="0" presId="urn:microsoft.com/office/officeart/2016/7/layout/VerticalHollowActionList"/>
    <dgm:cxn modelId="{C4830B50-87CB-AB43-AE18-8BAF303A1B0A}" type="presOf" srcId="{C74564EC-2827-42FE-95E9-E6974365CD20}" destId="{B79784E6-02EC-D44E-95C7-6FF8E00FCE3B}" srcOrd="0" destOrd="0" presId="urn:microsoft.com/office/officeart/2016/7/layout/VerticalHollowActionList"/>
    <dgm:cxn modelId="{5BD01351-CCC6-43BD-914F-A07699953E9B}" srcId="{87440AFC-8052-479C-BC55-81C64CDC819B}" destId="{0727CEC7-AFB7-4DA8-B6CD-88023ECD66B1}" srcOrd="0" destOrd="0" parTransId="{9DF0FC5B-C21B-454D-B59B-E4DE8DE800AA}" sibTransId="{F638BC06-C1ED-4AF2-96DA-71811945035E}"/>
    <dgm:cxn modelId="{A4819151-5D8A-4786-87EB-452DE54327F6}" srcId="{18C3B504-9E3E-4946-AE41-E2C3FCAEA4B9}" destId="{CF93D2AE-7607-429B-95E8-588AF4C2C216}" srcOrd="0" destOrd="0" parTransId="{F14B8718-F675-473F-8CCE-6E091EB28758}" sibTransId="{F86CEA7A-B0DB-4201-91EC-E1BC48BED47B}"/>
    <dgm:cxn modelId="{8731A553-487A-405A-AFA7-C3B68502C3BA}" srcId="{CCAEF024-B84B-45F5-A9AF-3E600B3DFF94}" destId="{833DC1F3-F559-4466-8DA4-6110AE167891}" srcOrd="0" destOrd="0" parTransId="{2967DAF9-AB21-4A81-829C-AAB07033AC81}" sibTransId="{90B97879-0201-4D9A-B5CD-07B68CD50EA0}"/>
    <dgm:cxn modelId="{DFF45558-B3F5-4A95-A265-400B6C5001FC}" srcId="{F9FA469A-FE6A-4BE3-976B-072D81655107}" destId="{98F29B67-BECE-4927-B44B-0B1BC69A36A4}" srcOrd="0" destOrd="0" parTransId="{103EBC00-5876-4AAE-8475-2B850A481591}" sibTransId="{4FE79E56-BAFA-4E98-841B-E199355AE338}"/>
    <dgm:cxn modelId="{889B9E58-5760-4654-93BA-EF90459AD2DB}" srcId="{1DF4AA91-5235-4B86-BF44-26E483A160AC}" destId="{C7E1019B-A1AF-4882-8363-CBFA3BAAA2C7}" srcOrd="0" destOrd="0" parTransId="{04926FCA-2D4B-46FB-BECC-E043F993743C}" sibTransId="{4D5F0829-12F0-4ED6-A02C-CF325D062227}"/>
    <dgm:cxn modelId="{8D09A064-449A-804F-A6D3-B4AC70391654}" type="presOf" srcId="{0727CEC7-AFB7-4DA8-B6CD-88023ECD66B1}" destId="{08F1FF7E-82E5-7D45-8128-9BCDA6AA60A6}" srcOrd="0" destOrd="0" presId="urn:microsoft.com/office/officeart/2016/7/layout/VerticalHollowActionList"/>
    <dgm:cxn modelId="{472A006B-B4CF-1D45-ACF3-9CBE768A339A}" type="presOf" srcId="{47977AAB-3250-4CD1-86FE-73DC49B288DD}" destId="{34402F5C-696D-9E47-88DB-23E51738C801}" srcOrd="0" destOrd="0" presId="urn:microsoft.com/office/officeart/2016/7/layout/VerticalHollowActionList"/>
    <dgm:cxn modelId="{3D71C97B-B195-984E-AEFD-B860AF5112A1}" type="presOf" srcId="{CF93D2AE-7607-429B-95E8-588AF4C2C216}" destId="{98CA540E-24B8-0043-9B8A-DA59929FCC62}" srcOrd="0" destOrd="0" presId="urn:microsoft.com/office/officeart/2016/7/layout/VerticalHollowActionList"/>
    <dgm:cxn modelId="{10217B7D-5CDB-7042-A9D1-5DCF016D86A9}" type="presOf" srcId="{F9FA469A-FE6A-4BE3-976B-072D81655107}" destId="{800B8FAD-93AA-6D49-BD6B-107CF0CAB0E3}" srcOrd="0" destOrd="0" presId="urn:microsoft.com/office/officeart/2016/7/layout/VerticalHollowActionList"/>
    <dgm:cxn modelId="{7098A28D-9C48-4D6F-BD63-F48F0BBCB919}" srcId="{87440AFC-8052-479C-BC55-81C64CDC819B}" destId="{12ECF6A2-C51F-4279-8F65-F3256AD1B8E2}" srcOrd="5" destOrd="0" parTransId="{1E3BCC68-2F6D-4514-A147-A47E5A4E6935}" sibTransId="{6F929F49-86FB-4F47-B07E-F914681991A6}"/>
    <dgm:cxn modelId="{DB1740A5-3127-4007-A8BE-7936027C1F8E}" srcId="{12ECF6A2-C51F-4279-8F65-F3256AD1B8E2}" destId="{718691C0-97D4-4940-AEC9-644E511FB2A6}" srcOrd="0" destOrd="0" parTransId="{91918281-61A5-48CA-B366-48872708E01F}" sibTransId="{0F639ADC-1897-45E7-B85E-9A24FD1F8162}"/>
    <dgm:cxn modelId="{49008FA8-28F1-495A-B5BF-EB8DF4B8ABEC}" srcId="{0727CEC7-AFB7-4DA8-B6CD-88023ECD66B1}" destId="{40269CFE-49D5-4262-852F-0901B72DA957}" srcOrd="0" destOrd="0" parTransId="{C48B9370-71E0-4BF0-8606-F5FE9A4C3375}" sibTransId="{F2B5C258-C85B-46B4-B076-CDF1463143B8}"/>
    <dgm:cxn modelId="{5AA165B6-FBFE-472D-893C-9C2E311BCD66}" srcId="{87440AFC-8052-479C-BC55-81C64CDC819B}" destId="{C74564EC-2827-42FE-95E9-E6974365CD20}" srcOrd="2" destOrd="0" parTransId="{A22DD5B9-C700-498F-8DAD-2BA7DA2D4A4C}" sibTransId="{C75D7FB0-1743-4420-937E-7CE2B8C6D917}"/>
    <dgm:cxn modelId="{D1DCB3BD-040B-9F4C-8186-61D86C35803F}" type="presOf" srcId="{CCAEF024-B84B-45F5-A9AF-3E600B3DFF94}" destId="{40351B9A-0225-4542-A7E6-C084BB7CED67}" srcOrd="0" destOrd="0" presId="urn:microsoft.com/office/officeart/2016/7/layout/VerticalHollowActionList"/>
    <dgm:cxn modelId="{14F930C1-2229-454C-8D00-6E409D1F083D}" type="presOf" srcId="{87440AFC-8052-479C-BC55-81C64CDC819B}" destId="{211E84CC-293B-2443-B062-3EE710A92B6D}" srcOrd="0" destOrd="0" presId="urn:microsoft.com/office/officeart/2016/7/layout/VerticalHollowActionList"/>
    <dgm:cxn modelId="{904418CB-5D18-A94C-B000-05476FCC4DEB}" type="presOf" srcId="{C7E1019B-A1AF-4882-8363-CBFA3BAAA2C7}" destId="{4052C491-D659-3549-8582-A0F6884BD34F}" srcOrd="0" destOrd="0" presId="urn:microsoft.com/office/officeart/2016/7/layout/VerticalHollowActionList"/>
    <dgm:cxn modelId="{DB2F9BDF-5884-0E4C-A481-9B1AB1696886}" type="presOf" srcId="{1DF4AA91-5235-4B86-BF44-26E483A160AC}" destId="{3DF8BC5B-CB1D-3C40-8B08-85D07893C757}" srcOrd="0" destOrd="0" presId="urn:microsoft.com/office/officeart/2016/7/layout/VerticalHollowActionList"/>
    <dgm:cxn modelId="{C2789AEE-A5B6-D445-8D3E-DA5E48451199}" type="presOf" srcId="{833DC1F3-F559-4466-8DA4-6110AE167891}" destId="{D7D930F9-0450-CC41-9C0E-BE82A889EE09}" srcOrd="0" destOrd="0" presId="urn:microsoft.com/office/officeart/2016/7/layout/VerticalHollowActionList"/>
    <dgm:cxn modelId="{77CBC8EE-8C39-BE4F-9F5D-89FDB68CFEA9}" type="presOf" srcId="{18C3B504-9E3E-4946-AE41-E2C3FCAEA4B9}" destId="{D318BFAE-FED8-E44A-9FC5-7AE6D761BDF1}" srcOrd="0" destOrd="0" presId="urn:microsoft.com/office/officeart/2016/7/layout/VerticalHollowActionList"/>
    <dgm:cxn modelId="{B6F4D1F7-358A-5A40-A30C-83CA1043553C}" type="presOf" srcId="{12ECF6A2-C51F-4279-8F65-F3256AD1B8E2}" destId="{CAAD5D82-1AFD-EE45-B264-6533E15AA219}" srcOrd="0" destOrd="0" presId="urn:microsoft.com/office/officeart/2016/7/layout/VerticalHollowActionList"/>
    <dgm:cxn modelId="{0087148D-19C0-7B44-AE4B-431B5E83BC06}" type="presParOf" srcId="{211E84CC-293B-2443-B062-3EE710A92B6D}" destId="{18302A43-2843-1446-B765-DE639C39F5D5}" srcOrd="0" destOrd="0" presId="urn:microsoft.com/office/officeart/2016/7/layout/VerticalHollowActionList"/>
    <dgm:cxn modelId="{B8FBF538-ABB8-E040-A6A8-6DBDC3933AC8}" type="presParOf" srcId="{18302A43-2843-1446-B765-DE639C39F5D5}" destId="{08F1FF7E-82E5-7D45-8128-9BCDA6AA60A6}" srcOrd="0" destOrd="0" presId="urn:microsoft.com/office/officeart/2016/7/layout/VerticalHollowActionList"/>
    <dgm:cxn modelId="{EACECAAF-780B-5A40-92D2-BD525C21B022}" type="presParOf" srcId="{18302A43-2843-1446-B765-DE639C39F5D5}" destId="{42BEFC84-EEE5-2949-911E-C683FD0933D9}" srcOrd="1" destOrd="0" presId="urn:microsoft.com/office/officeart/2016/7/layout/VerticalHollowActionList"/>
    <dgm:cxn modelId="{DB06E6F8-4AB3-1641-8CAE-56D272675500}" type="presParOf" srcId="{211E84CC-293B-2443-B062-3EE710A92B6D}" destId="{ECA59962-BA83-954E-A466-0FC6594CE764}" srcOrd="1" destOrd="0" presId="urn:microsoft.com/office/officeart/2016/7/layout/VerticalHollowActionList"/>
    <dgm:cxn modelId="{78CA6BC7-A2D7-A743-BCFB-E4B17D24ECBB}" type="presParOf" srcId="{211E84CC-293B-2443-B062-3EE710A92B6D}" destId="{F9825582-8650-384B-83BA-91A2A2695ED9}" srcOrd="2" destOrd="0" presId="urn:microsoft.com/office/officeart/2016/7/layout/VerticalHollowActionList"/>
    <dgm:cxn modelId="{FC186C51-1A0F-9341-8434-8F4462FB82EE}" type="presParOf" srcId="{F9825582-8650-384B-83BA-91A2A2695ED9}" destId="{3DF8BC5B-CB1D-3C40-8B08-85D07893C757}" srcOrd="0" destOrd="0" presId="urn:microsoft.com/office/officeart/2016/7/layout/VerticalHollowActionList"/>
    <dgm:cxn modelId="{FF15D99A-EA6E-004E-A8BC-CF229FA0C32F}" type="presParOf" srcId="{F9825582-8650-384B-83BA-91A2A2695ED9}" destId="{4052C491-D659-3549-8582-A0F6884BD34F}" srcOrd="1" destOrd="0" presId="urn:microsoft.com/office/officeart/2016/7/layout/VerticalHollowActionList"/>
    <dgm:cxn modelId="{6AC25A92-1579-194C-8A50-578A0C32A2D9}" type="presParOf" srcId="{211E84CC-293B-2443-B062-3EE710A92B6D}" destId="{BCFFD7DA-30DB-9943-B2BC-1CEAFC8881BE}" srcOrd="3" destOrd="0" presId="urn:microsoft.com/office/officeart/2016/7/layout/VerticalHollowActionList"/>
    <dgm:cxn modelId="{010ECBA8-471B-184F-91B7-DEB568AA68E9}" type="presParOf" srcId="{211E84CC-293B-2443-B062-3EE710A92B6D}" destId="{90D24111-7373-234C-A755-8AAB51C546BD}" srcOrd="4" destOrd="0" presId="urn:microsoft.com/office/officeart/2016/7/layout/VerticalHollowActionList"/>
    <dgm:cxn modelId="{1457F2A0-133B-1E45-9708-9F823129F523}" type="presParOf" srcId="{90D24111-7373-234C-A755-8AAB51C546BD}" destId="{B79784E6-02EC-D44E-95C7-6FF8E00FCE3B}" srcOrd="0" destOrd="0" presId="urn:microsoft.com/office/officeart/2016/7/layout/VerticalHollowActionList"/>
    <dgm:cxn modelId="{F6D9D1CB-DE08-674F-8E00-DBD0907EF833}" type="presParOf" srcId="{90D24111-7373-234C-A755-8AAB51C546BD}" destId="{34402F5C-696D-9E47-88DB-23E51738C801}" srcOrd="1" destOrd="0" presId="urn:microsoft.com/office/officeart/2016/7/layout/VerticalHollowActionList"/>
    <dgm:cxn modelId="{CD0149E8-CD10-9943-AF48-3C89EC16E033}" type="presParOf" srcId="{211E84CC-293B-2443-B062-3EE710A92B6D}" destId="{2DEFFCFB-DF01-0A4A-B956-3D0292242B45}" srcOrd="5" destOrd="0" presId="urn:microsoft.com/office/officeart/2016/7/layout/VerticalHollowActionList"/>
    <dgm:cxn modelId="{2DADF02B-405F-F642-8CFD-F8A2BFC266E5}" type="presParOf" srcId="{211E84CC-293B-2443-B062-3EE710A92B6D}" destId="{BF6BF225-3347-E14A-9C13-A2C20B31AA93}" srcOrd="6" destOrd="0" presId="urn:microsoft.com/office/officeart/2016/7/layout/VerticalHollowActionList"/>
    <dgm:cxn modelId="{093F9D06-2ACD-F044-8A26-E0212B208F7C}" type="presParOf" srcId="{BF6BF225-3347-E14A-9C13-A2C20B31AA93}" destId="{800B8FAD-93AA-6D49-BD6B-107CF0CAB0E3}" srcOrd="0" destOrd="0" presId="urn:microsoft.com/office/officeart/2016/7/layout/VerticalHollowActionList"/>
    <dgm:cxn modelId="{EA2272B2-BA9E-0F4C-8DCC-BA682A230D2E}" type="presParOf" srcId="{BF6BF225-3347-E14A-9C13-A2C20B31AA93}" destId="{D2ED757E-141D-BA42-8181-F84CE01D26B9}" srcOrd="1" destOrd="0" presId="urn:microsoft.com/office/officeart/2016/7/layout/VerticalHollowActionList"/>
    <dgm:cxn modelId="{518F2237-E735-DE44-9C4E-FD50A298843C}" type="presParOf" srcId="{211E84CC-293B-2443-B062-3EE710A92B6D}" destId="{7926B57D-43C5-CE4D-BC47-FAEA720FC32A}" srcOrd="7" destOrd="0" presId="urn:microsoft.com/office/officeart/2016/7/layout/VerticalHollowActionList"/>
    <dgm:cxn modelId="{DE98FD76-96BD-EC45-BDCF-38ED18954481}" type="presParOf" srcId="{211E84CC-293B-2443-B062-3EE710A92B6D}" destId="{C71BF776-CBD7-C94A-9852-6BC668373AC9}" srcOrd="8" destOrd="0" presId="urn:microsoft.com/office/officeart/2016/7/layout/VerticalHollowActionList"/>
    <dgm:cxn modelId="{53F7EC2C-6620-6E45-BEA0-832D83201674}" type="presParOf" srcId="{C71BF776-CBD7-C94A-9852-6BC668373AC9}" destId="{40351B9A-0225-4542-A7E6-C084BB7CED67}" srcOrd="0" destOrd="0" presId="urn:microsoft.com/office/officeart/2016/7/layout/VerticalHollowActionList"/>
    <dgm:cxn modelId="{C454FC36-0A2B-BC43-AD82-FC81CF8F6847}" type="presParOf" srcId="{C71BF776-CBD7-C94A-9852-6BC668373AC9}" destId="{D7D930F9-0450-CC41-9C0E-BE82A889EE09}" srcOrd="1" destOrd="0" presId="urn:microsoft.com/office/officeart/2016/7/layout/VerticalHollowActionList"/>
    <dgm:cxn modelId="{A4FD9AF0-6CE3-7749-8002-276D34CDC0B2}" type="presParOf" srcId="{211E84CC-293B-2443-B062-3EE710A92B6D}" destId="{01317CE1-83B4-FB45-A6E5-9760C34DE50E}" srcOrd="9" destOrd="0" presId="urn:microsoft.com/office/officeart/2016/7/layout/VerticalHollowActionList"/>
    <dgm:cxn modelId="{B4196547-8598-1444-B82F-AA14C3985DDD}" type="presParOf" srcId="{211E84CC-293B-2443-B062-3EE710A92B6D}" destId="{5367B820-632D-F04F-987B-17FCA36BD313}" srcOrd="10" destOrd="0" presId="urn:microsoft.com/office/officeart/2016/7/layout/VerticalHollowActionList"/>
    <dgm:cxn modelId="{B3000AB0-4FD9-E44F-BE54-1164B16C1EB4}" type="presParOf" srcId="{5367B820-632D-F04F-987B-17FCA36BD313}" destId="{CAAD5D82-1AFD-EE45-B264-6533E15AA219}" srcOrd="0" destOrd="0" presId="urn:microsoft.com/office/officeart/2016/7/layout/VerticalHollowActionList"/>
    <dgm:cxn modelId="{DFD9A75C-5B05-254B-87C3-291B0BD28A0C}" type="presParOf" srcId="{5367B820-632D-F04F-987B-17FCA36BD313}" destId="{8E9CBD16-278A-2C40-A3D4-70B8D650589A}" srcOrd="1" destOrd="0" presId="urn:microsoft.com/office/officeart/2016/7/layout/VerticalHollowActionList"/>
    <dgm:cxn modelId="{32FD1E4D-F654-5548-94BE-4E44C0328345}" type="presParOf" srcId="{211E84CC-293B-2443-B062-3EE710A92B6D}" destId="{AE60BCE5-E701-F540-913E-39483E5B188D}" srcOrd="11" destOrd="0" presId="urn:microsoft.com/office/officeart/2016/7/layout/VerticalHollowActionList"/>
    <dgm:cxn modelId="{B2FE3322-E927-444B-875E-705FF5B91366}" type="presParOf" srcId="{211E84CC-293B-2443-B062-3EE710A92B6D}" destId="{88032E2B-3B7A-C245-B952-DA449B352D82}" srcOrd="12" destOrd="0" presId="urn:microsoft.com/office/officeart/2016/7/layout/VerticalHollowActionList"/>
    <dgm:cxn modelId="{F1541B74-A5AD-3C47-9E91-BC25DF08F553}" type="presParOf" srcId="{88032E2B-3B7A-C245-B952-DA449B352D82}" destId="{D318BFAE-FED8-E44A-9FC5-7AE6D761BDF1}" srcOrd="0" destOrd="0" presId="urn:microsoft.com/office/officeart/2016/7/layout/VerticalHollowActionList"/>
    <dgm:cxn modelId="{DB40BC36-8CAD-B64F-91EF-CA3336668FB9}" type="presParOf" srcId="{88032E2B-3B7A-C245-B952-DA449B352D82}" destId="{98CA540E-24B8-0043-9B8A-DA59929FCC62}" srcOrd="1" destOrd="0" presId="urn:microsoft.com/office/officeart/2016/7/layout/VerticalHollow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7440AFC-8052-479C-BC55-81C64CDC819B}" type="doc">
      <dgm:prSet loTypeId="urn:microsoft.com/office/officeart/2016/7/layout/VerticalHollowActionList" loCatId="List" qsTypeId="urn:microsoft.com/office/officeart/2005/8/quickstyle/simple5" qsCatId="simple" csTypeId="urn:microsoft.com/office/officeart/2005/8/colors/accent5_5" csCatId="accent5" phldr="1"/>
      <dgm:spPr/>
      <dgm:t>
        <a:bodyPr/>
        <a:lstStyle/>
        <a:p>
          <a:endParaRPr lang="en-US"/>
        </a:p>
      </dgm:t>
    </dgm:pt>
    <dgm:pt modelId="{0727CEC7-AFB7-4DA8-B6CD-88023ECD66B1}">
      <dgm:prSet custT="1"/>
      <dgm:spPr/>
      <dgm:t>
        <a:bodyPr/>
        <a:lstStyle/>
        <a:p>
          <a:r>
            <a:rPr lang="en-ZA" sz="1600" dirty="0"/>
            <a:t>Too broad</a:t>
          </a:r>
          <a:endParaRPr lang="en-US" sz="1600" dirty="0"/>
        </a:p>
      </dgm:t>
    </dgm:pt>
    <dgm:pt modelId="{9DF0FC5B-C21B-454D-B59B-E4DE8DE800AA}" type="parTrans" cxnId="{5BD01351-CCC6-43BD-914F-A07699953E9B}">
      <dgm:prSet/>
      <dgm:spPr/>
      <dgm:t>
        <a:bodyPr/>
        <a:lstStyle/>
        <a:p>
          <a:endParaRPr lang="en-US" sz="1600"/>
        </a:p>
      </dgm:t>
    </dgm:pt>
    <dgm:pt modelId="{F638BC06-C1ED-4AF2-96DA-71811945035E}" type="sibTrans" cxnId="{5BD01351-CCC6-43BD-914F-A07699953E9B}">
      <dgm:prSet/>
      <dgm:spPr/>
      <dgm:t>
        <a:bodyPr/>
        <a:lstStyle/>
        <a:p>
          <a:endParaRPr lang="en-US" sz="1600"/>
        </a:p>
      </dgm:t>
    </dgm:pt>
    <dgm:pt modelId="{40269CFE-49D5-4262-852F-0901B72DA957}">
      <dgm:prSet custT="1"/>
      <dgm:spPr/>
      <dgm:t>
        <a:bodyPr/>
        <a:lstStyle/>
        <a:p>
          <a:r>
            <a:rPr lang="en-ZA" sz="1600" dirty="0"/>
            <a:t>The topic covers too many issues (e.g., “Cybersecurity in South Africa”).</a:t>
          </a:r>
          <a:endParaRPr lang="en-US" sz="1600" dirty="0"/>
        </a:p>
      </dgm:t>
    </dgm:pt>
    <dgm:pt modelId="{C48B9370-71E0-4BF0-8606-F5FE9A4C3375}" type="parTrans" cxnId="{49008FA8-28F1-495A-B5BF-EB8DF4B8ABEC}">
      <dgm:prSet/>
      <dgm:spPr/>
      <dgm:t>
        <a:bodyPr/>
        <a:lstStyle/>
        <a:p>
          <a:endParaRPr lang="en-US" sz="1600"/>
        </a:p>
      </dgm:t>
    </dgm:pt>
    <dgm:pt modelId="{F2B5C258-C85B-46B4-B076-CDF1463143B8}" type="sibTrans" cxnId="{49008FA8-28F1-495A-B5BF-EB8DF4B8ABEC}">
      <dgm:prSet/>
      <dgm:spPr/>
      <dgm:t>
        <a:bodyPr/>
        <a:lstStyle/>
        <a:p>
          <a:endParaRPr lang="en-US" sz="1600"/>
        </a:p>
      </dgm:t>
    </dgm:pt>
    <dgm:pt modelId="{1DF4AA91-5235-4B86-BF44-26E483A160AC}">
      <dgm:prSet custT="1"/>
      <dgm:spPr/>
      <dgm:t>
        <a:bodyPr/>
        <a:lstStyle/>
        <a:p>
          <a:r>
            <a:rPr lang="en-ZA" sz="1600" dirty="0"/>
            <a:t>Too vague</a:t>
          </a:r>
          <a:endParaRPr lang="en-US" sz="1600" dirty="0"/>
        </a:p>
      </dgm:t>
    </dgm:pt>
    <dgm:pt modelId="{7AE659AE-907E-40AC-B4EB-B04D61DC221D}" type="parTrans" cxnId="{679BF442-573B-4FDF-AD57-E90D80918F41}">
      <dgm:prSet/>
      <dgm:spPr/>
      <dgm:t>
        <a:bodyPr/>
        <a:lstStyle/>
        <a:p>
          <a:endParaRPr lang="en-US" sz="1600"/>
        </a:p>
      </dgm:t>
    </dgm:pt>
    <dgm:pt modelId="{2250C8F0-F51C-41C8-8509-85A7CA63F632}" type="sibTrans" cxnId="{679BF442-573B-4FDF-AD57-E90D80918F41}">
      <dgm:prSet/>
      <dgm:spPr/>
      <dgm:t>
        <a:bodyPr/>
        <a:lstStyle/>
        <a:p>
          <a:endParaRPr lang="en-US" sz="1600"/>
        </a:p>
      </dgm:t>
    </dgm:pt>
    <dgm:pt modelId="{C7E1019B-A1AF-4882-8363-CBFA3BAAA2C7}">
      <dgm:prSet custT="1"/>
      <dgm:spPr/>
      <dgm:t>
        <a:bodyPr/>
        <a:lstStyle/>
        <a:p>
          <a:r>
            <a:rPr lang="en-ZA" sz="1600" dirty="0"/>
            <a:t>Key terms are unclear (e.g., “Technology and productivity”).</a:t>
          </a:r>
          <a:endParaRPr lang="en-US" sz="1600" dirty="0"/>
        </a:p>
      </dgm:t>
    </dgm:pt>
    <dgm:pt modelId="{04926FCA-2D4B-46FB-BECC-E043F993743C}" type="parTrans" cxnId="{889B9E58-5760-4654-93BA-EF90459AD2DB}">
      <dgm:prSet/>
      <dgm:spPr/>
      <dgm:t>
        <a:bodyPr/>
        <a:lstStyle/>
        <a:p>
          <a:endParaRPr lang="en-US" sz="1600"/>
        </a:p>
      </dgm:t>
    </dgm:pt>
    <dgm:pt modelId="{4D5F0829-12F0-4ED6-A02C-CF325D062227}" type="sibTrans" cxnId="{889B9E58-5760-4654-93BA-EF90459AD2DB}">
      <dgm:prSet/>
      <dgm:spPr/>
      <dgm:t>
        <a:bodyPr/>
        <a:lstStyle/>
        <a:p>
          <a:endParaRPr lang="en-US" sz="1600"/>
        </a:p>
      </dgm:t>
    </dgm:pt>
    <dgm:pt modelId="{C74564EC-2827-42FE-95E9-E6974365CD20}">
      <dgm:prSet custT="1"/>
      <dgm:spPr/>
      <dgm:t>
        <a:bodyPr/>
        <a:lstStyle/>
        <a:p>
          <a:r>
            <a:rPr lang="en-ZA" sz="1600" dirty="0"/>
            <a:t>Low significance or weak relevance</a:t>
          </a:r>
          <a:endParaRPr lang="en-US" sz="1600" dirty="0"/>
        </a:p>
      </dgm:t>
    </dgm:pt>
    <dgm:pt modelId="{A22DD5B9-C700-498F-8DAD-2BA7DA2D4A4C}" type="parTrans" cxnId="{5AA165B6-FBFE-472D-893C-9C2E311BCD66}">
      <dgm:prSet/>
      <dgm:spPr/>
      <dgm:t>
        <a:bodyPr/>
        <a:lstStyle/>
        <a:p>
          <a:endParaRPr lang="en-US" sz="1600"/>
        </a:p>
      </dgm:t>
    </dgm:pt>
    <dgm:pt modelId="{C75D7FB0-1743-4420-937E-7CE2B8C6D917}" type="sibTrans" cxnId="{5AA165B6-FBFE-472D-893C-9C2E311BCD66}">
      <dgm:prSet/>
      <dgm:spPr/>
      <dgm:t>
        <a:bodyPr/>
        <a:lstStyle/>
        <a:p>
          <a:endParaRPr lang="en-US" sz="1600"/>
        </a:p>
      </dgm:t>
    </dgm:pt>
    <dgm:pt modelId="{47977AAB-3250-4CD1-86FE-73DC49B288DD}">
      <dgm:prSet custT="1"/>
      <dgm:spPr/>
      <dgm:t>
        <a:bodyPr/>
        <a:lstStyle/>
        <a:p>
          <a:r>
            <a:rPr lang="en-ZA" sz="1600" dirty="0"/>
            <a:t>The topic does not solve a real problem or add new insight.</a:t>
          </a:r>
          <a:endParaRPr lang="en-US" sz="1600" dirty="0"/>
        </a:p>
      </dgm:t>
    </dgm:pt>
    <dgm:pt modelId="{391EC6CD-B63E-4F0F-974A-08AC5B0C30FC}" type="parTrans" cxnId="{67F67740-32FE-4D0E-B805-DE1465A63038}">
      <dgm:prSet/>
      <dgm:spPr/>
      <dgm:t>
        <a:bodyPr/>
        <a:lstStyle/>
        <a:p>
          <a:endParaRPr lang="en-US" sz="1600"/>
        </a:p>
      </dgm:t>
    </dgm:pt>
    <dgm:pt modelId="{C54DA802-E1C0-4775-B335-A5B5EA369AB0}" type="sibTrans" cxnId="{67F67740-32FE-4D0E-B805-DE1465A63038}">
      <dgm:prSet/>
      <dgm:spPr/>
      <dgm:t>
        <a:bodyPr/>
        <a:lstStyle/>
        <a:p>
          <a:endParaRPr lang="en-US" sz="1600"/>
        </a:p>
      </dgm:t>
    </dgm:pt>
    <dgm:pt modelId="{F9FA469A-FE6A-4BE3-976B-072D81655107}">
      <dgm:prSet custT="1"/>
      <dgm:spPr/>
      <dgm:t>
        <a:bodyPr/>
        <a:lstStyle/>
        <a:p>
          <a:r>
            <a:rPr lang="en-ZA" sz="1600" dirty="0"/>
            <a:t>Poor feasibility</a:t>
          </a:r>
          <a:endParaRPr lang="en-US" sz="1600" dirty="0"/>
        </a:p>
      </dgm:t>
    </dgm:pt>
    <dgm:pt modelId="{80FB8F36-EB71-4233-8D63-BA7E980E869D}" type="parTrans" cxnId="{3CBA1F29-3BA0-4D70-8ACC-FB2732C16B4E}">
      <dgm:prSet/>
      <dgm:spPr/>
      <dgm:t>
        <a:bodyPr/>
        <a:lstStyle/>
        <a:p>
          <a:endParaRPr lang="en-US" sz="1600"/>
        </a:p>
      </dgm:t>
    </dgm:pt>
    <dgm:pt modelId="{1E68852B-F532-41B8-9E8D-43A31EE05428}" type="sibTrans" cxnId="{3CBA1F29-3BA0-4D70-8ACC-FB2732C16B4E}">
      <dgm:prSet/>
      <dgm:spPr/>
      <dgm:t>
        <a:bodyPr/>
        <a:lstStyle/>
        <a:p>
          <a:endParaRPr lang="en-US" sz="1600"/>
        </a:p>
      </dgm:t>
    </dgm:pt>
    <dgm:pt modelId="{98F29B67-BECE-4927-B44B-0B1BC69A36A4}">
      <dgm:prSet custT="1"/>
      <dgm:spPr/>
      <dgm:t>
        <a:bodyPr/>
        <a:lstStyle/>
        <a:p>
          <a:r>
            <a:rPr lang="en-ZA" sz="1600" dirty="0"/>
            <a:t>The topic needs data you cannot access (e.g., confidential corporate datasets without permission).</a:t>
          </a:r>
          <a:endParaRPr lang="en-US" sz="1600" dirty="0"/>
        </a:p>
      </dgm:t>
    </dgm:pt>
    <dgm:pt modelId="{103EBC00-5876-4AAE-8475-2B850A481591}" type="parTrans" cxnId="{DFF45558-B3F5-4A95-A265-400B6C5001FC}">
      <dgm:prSet/>
      <dgm:spPr/>
      <dgm:t>
        <a:bodyPr/>
        <a:lstStyle/>
        <a:p>
          <a:endParaRPr lang="en-US" sz="1600"/>
        </a:p>
      </dgm:t>
    </dgm:pt>
    <dgm:pt modelId="{4FE79E56-BAFA-4E98-841B-E199355AE338}" type="sibTrans" cxnId="{DFF45558-B3F5-4A95-A265-400B6C5001FC}">
      <dgm:prSet/>
      <dgm:spPr/>
      <dgm:t>
        <a:bodyPr/>
        <a:lstStyle/>
        <a:p>
          <a:endParaRPr lang="en-US" sz="1600"/>
        </a:p>
      </dgm:t>
    </dgm:pt>
    <dgm:pt modelId="{CCAEF024-B84B-45F5-A9AF-3E600B3DFF94}">
      <dgm:prSet custT="1"/>
      <dgm:spPr/>
      <dgm:t>
        <a:bodyPr/>
        <a:lstStyle/>
        <a:p>
          <a:r>
            <a:rPr lang="en-ZA" sz="1600" dirty="0"/>
            <a:t>Weak alignment with literature</a:t>
          </a:r>
          <a:endParaRPr lang="en-US" sz="1600" dirty="0"/>
        </a:p>
      </dgm:t>
    </dgm:pt>
    <dgm:pt modelId="{9910B172-A5C9-4072-B49A-F34A259E1F9C}" type="parTrans" cxnId="{71779A45-6100-403D-84B8-27E326DA6A27}">
      <dgm:prSet/>
      <dgm:spPr/>
      <dgm:t>
        <a:bodyPr/>
        <a:lstStyle/>
        <a:p>
          <a:endParaRPr lang="en-US" sz="1600"/>
        </a:p>
      </dgm:t>
    </dgm:pt>
    <dgm:pt modelId="{A2DC17B5-2480-48BC-AB16-463A82FC4CFA}" type="sibTrans" cxnId="{71779A45-6100-403D-84B8-27E326DA6A27}">
      <dgm:prSet/>
      <dgm:spPr/>
      <dgm:t>
        <a:bodyPr/>
        <a:lstStyle/>
        <a:p>
          <a:endParaRPr lang="en-US" sz="1600"/>
        </a:p>
      </dgm:t>
    </dgm:pt>
    <dgm:pt modelId="{833DC1F3-F559-4466-8DA4-6110AE167891}">
      <dgm:prSet custT="1"/>
      <dgm:spPr/>
      <dgm:t>
        <a:bodyPr/>
        <a:lstStyle/>
        <a:p>
          <a:r>
            <a:rPr lang="en-ZA" sz="1600" dirty="0"/>
            <a:t>You cannot find enough credible sources to support the study.</a:t>
          </a:r>
          <a:endParaRPr lang="en-US" sz="1600" dirty="0"/>
        </a:p>
      </dgm:t>
    </dgm:pt>
    <dgm:pt modelId="{2967DAF9-AB21-4A81-829C-AAB07033AC81}" type="parTrans" cxnId="{8731A553-487A-405A-AFA7-C3B68502C3BA}">
      <dgm:prSet/>
      <dgm:spPr/>
      <dgm:t>
        <a:bodyPr/>
        <a:lstStyle/>
        <a:p>
          <a:endParaRPr lang="en-US" sz="1600"/>
        </a:p>
      </dgm:t>
    </dgm:pt>
    <dgm:pt modelId="{90B97879-0201-4D9A-B5CD-07B68CD50EA0}" type="sibTrans" cxnId="{8731A553-487A-405A-AFA7-C3B68502C3BA}">
      <dgm:prSet/>
      <dgm:spPr/>
      <dgm:t>
        <a:bodyPr/>
        <a:lstStyle/>
        <a:p>
          <a:endParaRPr lang="en-US" sz="1600"/>
        </a:p>
      </dgm:t>
    </dgm:pt>
    <dgm:pt modelId="{211E84CC-293B-2443-B062-3EE710A92B6D}" type="pres">
      <dgm:prSet presAssocID="{87440AFC-8052-479C-BC55-81C64CDC819B}" presName="Name0" presStyleCnt="0">
        <dgm:presLayoutVars>
          <dgm:dir/>
          <dgm:animLvl val="lvl"/>
          <dgm:resizeHandles val="exact"/>
        </dgm:presLayoutVars>
      </dgm:prSet>
      <dgm:spPr/>
    </dgm:pt>
    <dgm:pt modelId="{18302A43-2843-1446-B765-DE639C39F5D5}" type="pres">
      <dgm:prSet presAssocID="{0727CEC7-AFB7-4DA8-B6CD-88023ECD66B1}" presName="linNode" presStyleCnt="0"/>
      <dgm:spPr/>
    </dgm:pt>
    <dgm:pt modelId="{08F1FF7E-82E5-7D45-8128-9BCDA6AA60A6}" type="pres">
      <dgm:prSet presAssocID="{0727CEC7-AFB7-4DA8-B6CD-88023ECD66B1}" presName="parentText" presStyleLbl="solidFgAcc1" presStyleIdx="0" presStyleCnt="5">
        <dgm:presLayoutVars>
          <dgm:chMax val="1"/>
          <dgm:bulletEnabled/>
        </dgm:presLayoutVars>
      </dgm:prSet>
      <dgm:spPr/>
    </dgm:pt>
    <dgm:pt modelId="{42BEFC84-EEE5-2949-911E-C683FD0933D9}" type="pres">
      <dgm:prSet presAssocID="{0727CEC7-AFB7-4DA8-B6CD-88023ECD66B1}" presName="descendantText" presStyleLbl="alignNode1" presStyleIdx="0" presStyleCnt="5" custLinFactNeighborX="-632" custLinFactNeighborY="-43581">
        <dgm:presLayoutVars>
          <dgm:bulletEnabled/>
        </dgm:presLayoutVars>
      </dgm:prSet>
      <dgm:spPr/>
    </dgm:pt>
    <dgm:pt modelId="{ECA59962-BA83-954E-A466-0FC6594CE764}" type="pres">
      <dgm:prSet presAssocID="{F638BC06-C1ED-4AF2-96DA-71811945035E}" presName="sp" presStyleCnt="0"/>
      <dgm:spPr/>
    </dgm:pt>
    <dgm:pt modelId="{F9825582-8650-384B-83BA-91A2A2695ED9}" type="pres">
      <dgm:prSet presAssocID="{1DF4AA91-5235-4B86-BF44-26E483A160AC}" presName="linNode" presStyleCnt="0"/>
      <dgm:spPr/>
    </dgm:pt>
    <dgm:pt modelId="{3DF8BC5B-CB1D-3C40-8B08-85D07893C757}" type="pres">
      <dgm:prSet presAssocID="{1DF4AA91-5235-4B86-BF44-26E483A160AC}" presName="parentText" presStyleLbl="solidFgAcc1" presStyleIdx="1" presStyleCnt="5">
        <dgm:presLayoutVars>
          <dgm:chMax val="1"/>
          <dgm:bulletEnabled/>
        </dgm:presLayoutVars>
      </dgm:prSet>
      <dgm:spPr/>
    </dgm:pt>
    <dgm:pt modelId="{4052C491-D659-3549-8582-A0F6884BD34F}" type="pres">
      <dgm:prSet presAssocID="{1DF4AA91-5235-4B86-BF44-26E483A160AC}" presName="descendantText" presStyleLbl="alignNode1" presStyleIdx="1" presStyleCnt="5">
        <dgm:presLayoutVars>
          <dgm:bulletEnabled/>
        </dgm:presLayoutVars>
      </dgm:prSet>
      <dgm:spPr/>
    </dgm:pt>
    <dgm:pt modelId="{BCFFD7DA-30DB-9943-B2BC-1CEAFC8881BE}" type="pres">
      <dgm:prSet presAssocID="{2250C8F0-F51C-41C8-8509-85A7CA63F632}" presName="sp" presStyleCnt="0"/>
      <dgm:spPr/>
    </dgm:pt>
    <dgm:pt modelId="{90D24111-7373-234C-A755-8AAB51C546BD}" type="pres">
      <dgm:prSet presAssocID="{C74564EC-2827-42FE-95E9-E6974365CD20}" presName="linNode" presStyleCnt="0"/>
      <dgm:spPr/>
    </dgm:pt>
    <dgm:pt modelId="{B79784E6-02EC-D44E-95C7-6FF8E00FCE3B}" type="pres">
      <dgm:prSet presAssocID="{C74564EC-2827-42FE-95E9-E6974365CD20}" presName="parentText" presStyleLbl="solidFgAcc1" presStyleIdx="2" presStyleCnt="5">
        <dgm:presLayoutVars>
          <dgm:chMax val="1"/>
          <dgm:bulletEnabled/>
        </dgm:presLayoutVars>
      </dgm:prSet>
      <dgm:spPr/>
    </dgm:pt>
    <dgm:pt modelId="{34402F5C-696D-9E47-88DB-23E51738C801}" type="pres">
      <dgm:prSet presAssocID="{C74564EC-2827-42FE-95E9-E6974365CD20}" presName="descendantText" presStyleLbl="alignNode1" presStyleIdx="2" presStyleCnt="5">
        <dgm:presLayoutVars>
          <dgm:bulletEnabled/>
        </dgm:presLayoutVars>
      </dgm:prSet>
      <dgm:spPr/>
    </dgm:pt>
    <dgm:pt modelId="{2DEFFCFB-DF01-0A4A-B956-3D0292242B45}" type="pres">
      <dgm:prSet presAssocID="{C75D7FB0-1743-4420-937E-7CE2B8C6D917}" presName="sp" presStyleCnt="0"/>
      <dgm:spPr/>
    </dgm:pt>
    <dgm:pt modelId="{BF6BF225-3347-E14A-9C13-A2C20B31AA93}" type="pres">
      <dgm:prSet presAssocID="{F9FA469A-FE6A-4BE3-976B-072D81655107}" presName="linNode" presStyleCnt="0"/>
      <dgm:spPr/>
    </dgm:pt>
    <dgm:pt modelId="{800B8FAD-93AA-6D49-BD6B-107CF0CAB0E3}" type="pres">
      <dgm:prSet presAssocID="{F9FA469A-FE6A-4BE3-976B-072D81655107}" presName="parentText" presStyleLbl="solidFgAcc1" presStyleIdx="3" presStyleCnt="5">
        <dgm:presLayoutVars>
          <dgm:chMax val="1"/>
          <dgm:bulletEnabled/>
        </dgm:presLayoutVars>
      </dgm:prSet>
      <dgm:spPr/>
    </dgm:pt>
    <dgm:pt modelId="{D2ED757E-141D-BA42-8181-F84CE01D26B9}" type="pres">
      <dgm:prSet presAssocID="{F9FA469A-FE6A-4BE3-976B-072D81655107}" presName="descendantText" presStyleLbl="alignNode1" presStyleIdx="3" presStyleCnt="5">
        <dgm:presLayoutVars>
          <dgm:bulletEnabled/>
        </dgm:presLayoutVars>
      </dgm:prSet>
      <dgm:spPr/>
    </dgm:pt>
    <dgm:pt modelId="{7926B57D-43C5-CE4D-BC47-FAEA720FC32A}" type="pres">
      <dgm:prSet presAssocID="{1E68852B-F532-41B8-9E8D-43A31EE05428}" presName="sp" presStyleCnt="0"/>
      <dgm:spPr/>
    </dgm:pt>
    <dgm:pt modelId="{C71BF776-CBD7-C94A-9852-6BC668373AC9}" type="pres">
      <dgm:prSet presAssocID="{CCAEF024-B84B-45F5-A9AF-3E600B3DFF94}" presName="linNode" presStyleCnt="0"/>
      <dgm:spPr/>
    </dgm:pt>
    <dgm:pt modelId="{40351B9A-0225-4542-A7E6-C084BB7CED67}" type="pres">
      <dgm:prSet presAssocID="{CCAEF024-B84B-45F5-A9AF-3E600B3DFF94}" presName="parentText" presStyleLbl="solidFgAcc1" presStyleIdx="4" presStyleCnt="5">
        <dgm:presLayoutVars>
          <dgm:chMax val="1"/>
          <dgm:bulletEnabled/>
        </dgm:presLayoutVars>
      </dgm:prSet>
      <dgm:spPr/>
    </dgm:pt>
    <dgm:pt modelId="{D7D930F9-0450-CC41-9C0E-BE82A889EE09}" type="pres">
      <dgm:prSet presAssocID="{CCAEF024-B84B-45F5-A9AF-3E600B3DFF94}" presName="descendantText" presStyleLbl="alignNode1" presStyleIdx="4" presStyleCnt="5">
        <dgm:presLayoutVars>
          <dgm:bulletEnabled/>
        </dgm:presLayoutVars>
      </dgm:prSet>
      <dgm:spPr/>
    </dgm:pt>
  </dgm:ptLst>
  <dgm:cxnLst>
    <dgm:cxn modelId="{D18A8F19-CDED-C042-A850-947FB074C1EF}" type="presOf" srcId="{40269CFE-49D5-4262-852F-0901B72DA957}" destId="{42BEFC84-EEE5-2949-911E-C683FD0933D9}" srcOrd="0" destOrd="0" presId="urn:microsoft.com/office/officeart/2016/7/layout/VerticalHollowActionList"/>
    <dgm:cxn modelId="{3CBA1F29-3BA0-4D70-8ACC-FB2732C16B4E}" srcId="{87440AFC-8052-479C-BC55-81C64CDC819B}" destId="{F9FA469A-FE6A-4BE3-976B-072D81655107}" srcOrd="3" destOrd="0" parTransId="{80FB8F36-EB71-4233-8D63-BA7E980E869D}" sibTransId="{1E68852B-F532-41B8-9E8D-43A31EE05428}"/>
    <dgm:cxn modelId="{CA4C3B33-7FD1-5748-948D-D45DC1A14CC5}" type="presOf" srcId="{98F29B67-BECE-4927-B44B-0B1BC69A36A4}" destId="{D2ED757E-141D-BA42-8181-F84CE01D26B9}" srcOrd="0" destOrd="0" presId="urn:microsoft.com/office/officeart/2016/7/layout/VerticalHollowActionList"/>
    <dgm:cxn modelId="{67F67740-32FE-4D0E-B805-DE1465A63038}" srcId="{C74564EC-2827-42FE-95E9-E6974365CD20}" destId="{47977AAB-3250-4CD1-86FE-73DC49B288DD}" srcOrd="0" destOrd="0" parTransId="{391EC6CD-B63E-4F0F-974A-08AC5B0C30FC}" sibTransId="{C54DA802-E1C0-4775-B335-A5B5EA369AB0}"/>
    <dgm:cxn modelId="{679BF442-573B-4FDF-AD57-E90D80918F41}" srcId="{87440AFC-8052-479C-BC55-81C64CDC819B}" destId="{1DF4AA91-5235-4B86-BF44-26E483A160AC}" srcOrd="1" destOrd="0" parTransId="{7AE659AE-907E-40AC-B4EB-B04D61DC221D}" sibTransId="{2250C8F0-F51C-41C8-8509-85A7CA63F632}"/>
    <dgm:cxn modelId="{71779A45-6100-403D-84B8-27E326DA6A27}" srcId="{87440AFC-8052-479C-BC55-81C64CDC819B}" destId="{CCAEF024-B84B-45F5-A9AF-3E600B3DFF94}" srcOrd="4" destOrd="0" parTransId="{9910B172-A5C9-4072-B49A-F34A259E1F9C}" sibTransId="{A2DC17B5-2480-48BC-AB16-463A82FC4CFA}"/>
    <dgm:cxn modelId="{C4830B50-87CB-AB43-AE18-8BAF303A1B0A}" type="presOf" srcId="{C74564EC-2827-42FE-95E9-E6974365CD20}" destId="{B79784E6-02EC-D44E-95C7-6FF8E00FCE3B}" srcOrd="0" destOrd="0" presId="urn:microsoft.com/office/officeart/2016/7/layout/VerticalHollowActionList"/>
    <dgm:cxn modelId="{5BD01351-CCC6-43BD-914F-A07699953E9B}" srcId="{87440AFC-8052-479C-BC55-81C64CDC819B}" destId="{0727CEC7-AFB7-4DA8-B6CD-88023ECD66B1}" srcOrd="0" destOrd="0" parTransId="{9DF0FC5B-C21B-454D-B59B-E4DE8DE800AA}" sibTransId="{F638BC06-C1ED-4AF2-96DA-71811945035E}"/>
    <dgm:cxn modelId="{8731A553-487A-405A-AFA7-C3B68502C3BA}" srcId="{CCAEF024-B84B-45F5-A9AF-3E600B3DFF94}" destId="{833DC1F3-F559-4466-8DA4-6110AE167891}" srcOrd="0" destOrd="0" parTransId="{2967DAF9-AB21-4A81-829C-AAB07033AC81}" sibTransId="{90B97879-0201-4D9A-B5CD-07B68CD50EA0}"/>
    <dgm:cxn modelId="{DFF45558-B3F5-4A95-A265-400B6C5001FC}" srcId="{F9FA469A-FE6A-4BE3-976B-072D81655107}" destId="{98F29B67-BECE-4927-B44B-0B1BC69A36A4}" srcOrd="0" destOrd="0" parTransId="{103EBC00-5876-4AAE-8475-2B850A481591}" sibTransId="{4FE79E56-BAFA-4E98-841B-E199355AE338}"/>
    <dgm:cxn modelId="{889B9E58-5760-4654-93BA-EF90459AD2DB}" srcId="{1DF4AA91-5235-4B86-BF44-26E483A160AC}" destId="{C7E1019B-A1AF-4882-8363-CBFA3BAAA2C7}" srcOrd="0" destOrd="0" parTransId="{04926FCA-2D4B-46FB-BECC-E043F993743C}" sibTransId="{4D5F0829-12F0-4ED6-A02C-CF325D062227}"/>
    <dgm:cxn modelId="{8D09A064-449A-804F-A6D3-B4AC70391654}" type="presOf" srcId="{0727CEC7-AFB7-4DA8-B6CD-88023ECD66B1}" destId="{08F1FF7E-82E5-7D45-8128-9BCDA6AA60A6}" srcOrd="0" destOrd="0" presId="urn:microsoft.com/office/officeart/2016/7/layout/VerticalHollowActionList"/>
    <dgm:cxn modelId="{472A006B-B4CF-1D45-ACF3-9CBE768A339A}" type="presOf" srcId="{47977AAB-3250-4CD1-86FE-73DC49B288DD}" destId="{34402F5C-696D-9E47-88DB-23E51738C801}" srcOrd="0" destOrd="0" presId="urn:microsoft.com/office/officeart/2016/7/layout/VerticalHollowActionList"/>
    <dgm:cxn modelId="{10217B7D-5CDB-7042-A9D1-5DCF016D86A9}" type="presOf" srcId="{F9FA469A-FE6A-4BE3-976B-072D81655107}" destId="{800B8FAD-93AA-6D49-BD6B-107CF0CAB0E3}" srcOrd="0" destOrd="0" presId="urn:microsoft.com/office/officeart/2016/7/layout/VerticalHollowActionList"/>
    <dgm:cxn modelId="{49008FA8-28F1-495A-B5BF-EB8DF4B8ABEC}" srcId="{0727CEC7-AFB7-4DA8-B6CD-88023ECD66B1}" destId="{40269CFE-49D5-4262-852F-0901B72DA957}" srcOrd="0" destOrd="0" parTransId="{C48B9370-71E0-4BF0-8606-F5FE9A4C3375}" sibTransId="{F2B5C258-C85B-46B4-B076-CDF1463143B8}"/>
    <dgm:cxn modelId="{5AA165B6-FBFE-472D-893C-9C2E311BCD66}" srcId="{87440AFC-8052-479C-BC55-81C64CDC819B}" destId="{C74564EC-2827-42FE-95E9-E6974365CD20}" srcOrd="2" destOrd="0" parTransId="{A22DD5B9-C700-498F-8DAD-2BA7DA2D4A4C}" sibTransId="{C75D7FB0-1743-4420-937E-7CE2B8C6D917}"/>
    <dgm:cxn modelId="{D1DCB3BD-040B-9F4C-8186-61D86C35803F}" type="presOf" srcId="{CCAEF024-B84B-45F5-A9AF-3E600B3DFF94}" destId="{40351B9A-0225-4542-A7E6-C084BB7CED67}" srcOrd="0" destOrd="0" presId="urn:microsoft.com/office/officeart/2016/7/layout/VerticalHollowActionList"/>
    <dgm:cxn modelId="{14F930C1-2229-454C-8D00-6E409D1F083D}" type="presOf" srcId="{87440AFC-8052-479C-BC55-81C64CDC819B}" destId="{211E84CC-293B-2443-B062-3EE710A92B6D}" srcOrd="0" destOrd="0" presId="urn:microsoft.com/office/officeart/2016/7/layout/VerticalHollowActionList"/>
    <dgm:cxn modelId="{904418CB-5D18-A94C-B000-05476FCC4DEB}" type="presOf" srcId="{C7E1019B-A1AF-4882-8363-CBFA3BAAA2C7}" destId="{4052C491-D659-3549-8582-A0F6884BD34F}" srcOrd="0" destOrd="0" presId="urn:microsoft.com/office/officeart/2016/7/layout/VerticalHollowActionList"/>
    <dgm:cxn modelId="{DB2F9BDF-5884-0E4C-A481-9B1AB1696886}" type="presOf" srcId="{1DF4AA91-5235-4B86-BF44-26E483A160AC}" destId="{3DF8BC5B-CB1D-3C40-8B08-85D07893C757}" srcOrd="0" destOrd="0" presId="urn:microsoft.com/office/officeart/2016/7/layout/VerticalHollowActionList"/>
    <dgm:cxn modelId="{C2789AEE-A5B6-D445-8D3E-DA5E48451199}" type="presOf" srcId="{833DC1F3-F559-4466-8DA4-6110AE167891}" destId="{D7D930F9-0450-CC41-9C0E-BE82A889EE09}" srcOrd="0" destOrd="0" presId="urn:microsoft.com/office/officeart/2016/7/layout/VerticalHollowActionList"/>
    <dgm:cxn modelId="{0087148D-19C0-7B44-AE4B-431B5E83BC06}" type="presParOf" srcId="{211E84CC-293B-2443-B062-3EE710A92B6D}" destId="{18302A43-2843-1446-B765-DE639C39F5D5}" srcOrd="0" destOrd="0" presId="urn:microsoft.com/office/officeart/2016/7/layout/VerticalHollowActionList"/>
    <dgm:cxn modelId="{B8FBF538-ABB8-E040-A6A8-6DBDC3933AC8}" type="presParOf" srcId="{18302A43-2843-1446-B765-DE639C39F5D5}" destId="{08F1FF7E-82E5-7D45-8128-9BCDA6AA60A6}" srcOrd="0" destOrd="0" presId="urn:microsoft.com/office/officeart/2016/7/layout/VerticalHollowActionList"/>
    <dgm:cxn modelId="{EACECAAF-780B-5A40-92D2-BD525C21B022}" type="presParOf" srcId="{18302A43-2843-1446-B765-DE639C39F5D5}" destId="{42BEFC84-EEE5-2949-911E-C683FD0933D9}" srcOrd="1" destOrd="0" presId="urn:microsoft.com/office/officeart/2016/7/layout/VerticalHollowActionList"/>
    <dgm:cxn modelId="{DB06E6F8-4AB3-1641-8CAE-56D272675500}" type="presParOf" srcId="{211E84CC-293B-2443-B062-3EE710A92B6D}" destId="{ECA59962-BA83-954E-A466-0FC6594CE764}" srcOrd="1" destOrd="0" presId="urn:microsoft.com/office/officeart/2016/7/layout/VerticalHollowActionList"/>
    <dgm:cxn modelId="{78CA6BC7-A2D7-A743-BCFB-E4B17D24ECBB}" type="presParOf" srcId="{211E84CC-293B-2443-B062-3EE710A92B6D}" destId="{F9825582-8650-384B-83BA-91A2A2695ED9}" srcOrd="2" destOrd="0" presId="urn:microsoft.com/office/officeart/2016/7/layout/VerticalHollowActionList"/>
    <dgm:cxn modelId="{FC186C51-1A0F-9341-8434-8F4462FB82EE}" type="presParOf" srcId="{F9825582-8650-384B-83BA-91A2A2695ED9}" destId="{3DF8BC5B-CB1D-3C40-8B08-85D07893C757}" srcOrd="0" destOrd="0" presId="urn:microsoft.com/office/officeart/2016/7/layout/VerticalHollowActionList"/>
    <dgm:cxn modelId="{FF15D99A-EA6E-004E-A8BC-CF229FA0C32F}" type="presParOf" srcId="{F9825582-8650-384B-83BA-91A2A2695ED9}" destId="{4052C491-D659-3549-8582-A0F6884BD34F}" srcOrd="1" destOrd="0" presId="urn:microsoft.com/office/officeart/2016/7/layout/VerticalHollowActionList"/>
    <dgm:cxn modelId="{6AC25A92-1579-194C-8A50-578A0C32A2D9}" type="presParOf" srcId="{211E84CC-293B-2443-B062-3EE710A92B6D}" destId="{BCFFD7DA-30DB-9943-B2BC-1CEAFC8881BE}" srcOrd="3" destOrd="0" presId="urn:microsoft.com/office/officeart/2016/7/layout/VerticalHollowActionList"/>
    <dgm:cxn modelId="{010ECBA8-471B-184F-91B7-DEB568AA68E9}" type="presParOf" srcId="{211E84CC-293B-2443-B062-3EE710A92B6D}" destId="{90D24111-7373-234C-A755-8AAB51C546BD}" srcOrd="4" destOrd="0" presId="urn:microsoft.com/office/officeart/2016/7/layout/VerticalHollowActionList"/>
    <dgm:cxn modelId="{1457F2A0-133B-1E45-9708-9F823129F523}" type="presParOf" srcId="{90D24111-7373-234C-A755-8AAB51C546BD}" destId="{B79784E6-02EC-D44E-95C7-6FF8E00FCE3B}" srcOrd="0" destOrd="0" presId="urn:microsoft.com/office/officeart/2016/7/layout/VerticalHollowActionList"/>
    <dgm:cxn modelId="{F6D9D1CB-DE08-674F-8E00-DBD0907EF833}" type="presParOf" srcId="{90D24111-7373-234C-A755-8AAB51C546BD}" destId="{34402F5C-696D-9E47-88DB-23E51738C801}" srcOrd="1" destOrd="0" presId="urn:microsoft.com/office/officeart/2016/7/layout/VerticalHollowActionList"/>
    <dgm:cxn modelId="{CD0149E8-CD10-9943-AF48-3C89EC16E033}" type="presParOf" srcId="{211E84CC-293B-2443-B062-3EE710A92B6D}" destId="{2DEFFCFB-DF01-0A4A-B956-3D0292242B45}" srcOrd="5" destOrd="0" presId="urn:microsoft.com/office/officeart/2016/7/layout/VerticalHollowActionList"/>
    <dgm:cxn modelId="{2DADF02B-405F-F642-8CFD-F8A2BFC266E5}" type="presParOf" srcId="{211E84CC-293B-2443-B062-3EE710A92B6D}" destId="{BF6BF225-3347-E14A-9C13-A2C20B31AA93}" srcOrd="6" destOrd="0" presId="urn:microsoft.com/office/officeart/2016/7/layout/VerticalHollowActionList"/>
    <dgm:cxn modelId="{093F9D06-2ACD-F044-8A26-E0212B208F7C}" type="presParOf" srcId="{BF6BF225-3347-E14A-9C13-A2C20B31AA93}" destId="{800B8FAD-93AA-6D49-BD6B-107CF0CAB0E3}" srcOrd="0" destOrd="0" presId="urn:microsoft.com/office/officeart/2016/7/layout/VerticalHollowActionList"/>
    <dgm:cxn modelId="{EA2272B2-BA9E-0F4C-8DCC-BA682A230D2E}" type="presParOf" srcId="{BF6BF225-3347-E14A-9C13-A2C20B31AA93}" destId="{D2ED757E-141D-BA42-8181-F84CE01D26B9}" srcOrd="1" destOrd="0" presId="urn:microsoft.com/office/officeart/2016/7/layout/VerticalHollowActionList"/>
    <dgm:cxn modelId="{518F2237-E735-DE44-9C4E-FD50A298843C}" type="presParOf" srcId="{211E84CC-293B-2443-B062-3EE710A92B6D}" destId="{7926B57D-43C5-CE4D-BC47-FAEA720FC32A}" srcOrd="7" destOrd="0" presId="urn:microsoft.com/office/officeart/2016/7/layout/VerticalHollowActionList"/>
    <dgm:cxn modelId="{DE98FD76-96BD-EC45-BDCF-38ED18954481}" type="presParOf" srcId="{211E84CC-293B-2443-B062-3EE710A92B6D}" destId="{C71BF776-CBD7-C94A-9852-6BC668373AC9}" srcOrd="8" destOrd="0" presId="urn:microsoft.com/office/officeart/2016/7/layout/VerticalHollowActionList"/>
    <dgm:cxn modelId="{53F7EC2C-6620-6E45-BEA0-832D83201674}" type="presParOf" srcId="{C71BF776-CBD7-C94A-9852-6BC668373AC9}" destId="{40351B9A-0225-4542-A7E6-C084BB7CED67}" srcOrd="0" destOrd="0" presId="urn:microsoft.com/office/officeart/2016/7/layout/VerticalHollowActionList"/>
    <dgm:cxn modelId="{C454FC36-0A2B-BC43-AD82-FC81CF8F6847}" type="presParOf" srcId="{C71BF776-CBD7-C94A-9852-6BC668373AC9}" destId="{D7D930F9-0450-CC41-9C0E-BE82A889EE09}" srcOrd="1" destOrd="0" presId="urn:microsoft.com/office/officeart/2016/7/layout/VerticalHollow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2D2C0E-7997-E14E-AA35-8A939A3274D2}">
      <dsp:nvSpPr>
        <dsp:cNvPr id="0" name=""/>
        <dsp:cNvSpPr/>
      </dsp:nvSpPr>
      <dsp:spPr>
        <a:xfrm>
          <a:off x="4312580" y="2310"/>
          <a:ext cx="1650772" cy="1073002"/>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Brainstorm your interests and passions (what you enjoy and want to learn more about).</a:t>
          </a:r>
          <a:endParaRPr lang="en-GB" sz="1000" kern="1200"/>
        </a:p>
      </dsp:txBody>
      <dsp:txXfrm>
        <a:off x="4364960" y="54690"/>
        <a:ext cx="1546012" cy="968242"/>
      </dsp:txXfrm>
    </dsp:sp>
    <dsp:sp modelId="{4CE475D4-B092-A04F-8F87-BBF465491B0A}">
      <dsp:nvSpPr>
        <dsp:cNvPr id="0" name=""/>
        <dsp:cNvSpPr/>
      </dsp:nvSpPr>
      <dsp:spPr>
        <a:xfrm>
          <a:off x="2992973" y="538811"/>
          <a:ext cx="4289985" cy="4289985"/>
        </a:xfrm>
        <a:custGeom>
          <a:avLst/>
          <a:gdLst/>
          <a:ahLst/>
          <a:cxnLst/>
          <a:rect l="0" t="0" r="0" b="0"/>
          <a:pathLst>
            <a:path>
              <a:moveTo>
                <a:pt x="2981734" y="169934"/>
              </a:moveTo>
              <a:arcTo wR="2144992" hR="2144992" stAng="17577609" swAng="1962890"/>
            </a:path>
          </a:pathLst>
        </a:custGeom>
        <a:noFill/>
        <a:ln w="12700" cap="flat" cmpd="sng" algn="ctr">
          <a:solidFill>
            <a:schemeClr val="accent2">
              <a:hueOff val="0"/>
              <a:satOff val="0"/>
              <a:lumOff val="0"/>
              <a:alphaOff val="0"/>
            </a:schemeClr>
          </a:solidFill>
          <a:prstDash val="solid"/>
          <a:miter lim="800000"/>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 modelId="{6C7DB427-01E9-D845-B9E0-A6626C8BCDD6}">
      <dsp:nvSpPr>
        <dsp:cNvPr id="0" name=""/>
        <dsp:cNvSpPr/>
      </dsp:nvSpPr>
      <dsp:spPr>
        <a:xfrm>
          <a:off x="6352589" y="1484463"/>
          <a:ext cx="1650772" cy="1073002"/>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Identify current issues and problems in your environment (campus systems, community tech needs, workplace challenges).</a:t>
          </a:r>
          <a:endParaRPr lang="en-GB" sz="1000" kern="1200" dirty="0"/>
        </a:p>
      </dsp:txBody>
      <dsp:txXfrm>
        <a:off x="6404969" y="1536843"/>
        <a:ext cx="1546012" cy="968242"/>
      </dsp:txXfrm>
    </dsp:sp>
    <dsp:sp modelId="{3E5BDA4C-5DA2-5B43-96DC-61D47585DD97}">
      <dsp:nvSpPr>
        <dsp:cNvPr id="0" name=""/>
        <dsp:cNvSpPr/>
      </dsp:nvSpPr>
      <dsp:spPr>
        <a:xfrm>
          <a:off x="2992973" y="538811"/>
          <a:ext cx="4289985" cy="4289985"/>
        </a:xfrm>
        <a:custGeom>
          <a:avLst/>
          <a:gdLst/>
          <a:ahLst/>
          <a:cxnLst/>
          <a:rect l="0" t="0" r="0" b="0"/>
          <a:pathLst>
            <a:path>
              <a:moveTo>
                <a:pt x="4287026" y="2032371"/>
              </a:moveTo>
              <a:arcTo wR="2144992" hR="2144992" stAng="21419421" swAng="2197342"/>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 modelId="{4E79BC30-F4C5-AD4D-A555-ED762ADEDC3F}">
      <dsp:nvSpPr>
        <dsp:cNvPr id="0" name=""/>
        <dsp:cNvSpPr/>
      </dsp:nvSpPr>
      <dsp:spPr>
        <a:xfrm>
          <a:off x="5573375" y="3882638"/>
          <a:ext cx="1650772" cy="1073002"/>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Conduct preliminary reading to see whether there is enough credible literature to support a study.</a:t>
          </a:r>
          <a:endParaRPr lang="en-GB" sz="1000" kern="1200"/>
        </a:p>
      </dsp:txBody>
      <dsp:txXfrm>
        <a:off x="5625755" y="3935018"/>
        <a:ext cx="1546012" cy="968242"/>
      </dsp:txXfrm>
    </dsp:sp>
    <dsp:sp modelId="{A9BDA523-CD84-AB40-B22B-817663777EDA}">
      <dsp:nvSpPr>
        <dsp:cNvPr id="0" name=""/>
        <dsp:cNvSpPr/>
      </dsp:nvSpPr>
      <dsp:spPr>
        <a:xfrm>
          <a:off x="2992973" y="538811"/>
          <a:ext cx="4289985" cy="4289985"/>
        </a:xfrm>
        <a:custGeom>
          <a:avLst/>
          <a:gdLst/>
          <a:ahLst/>
          <a:cxnLst/>
          <a:rect l="0" t="0" r="0" b="0"/>
          <a:pathLst>
            <a:path>
              <a:moveTo>
                <a:pt x="2571871" y="4247079"/>
              </a:moveTo>
              <a:arcTo wR="2144992" hR="2144992" stAng="4711250" swAng="1377500"/>
            </a:path>
          </a:pathLst>
        </a:custGeom>
        <a:noFill/>
        <a:ln w="12700" cap="flat" cmpd="sng" algn="ctr">
          <a:solidFill>
            <a:schemeClr val="accent4">
              <a:hueOff val="0"/>
              <a:satOff val="0"/>
              <a:lumOff val="0"/>
              <a:alphaOff val="0"/>
            </a:schemeClr>
          </a:solidFill>
          <a:prstDash val="solid"/>
          <a:miter lim="800000"/>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 modelId="{BFC97BCC-FC95-2345-967E-9059263530C3}">
      <dsp:nvSpPr>
        <dsp:cNvPr id="0" name=""/>
        <dsp:cNvSpPr/>
      </dsp:nvSpPr>
      <dsp:spPr>
        <a:xfrm>
          <a:off x="3051785" y="3882638"/>
          <a:ext cx="1650772" cy="1073002"/>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Narrow down to one promising topic that is specific, manageable, and clearly stated.</a:t>
          </a:r>
          <a:endParaRPr lang="en-GB" sz="1000" kern="1200"/>
        </a:p>
      </dsp:txBody>
      <dsp:txXfrm>
        <a:off x="3104165" y="3935018"/>
        <a:ext cx="1546012" cy="968242"/>
      </dsp:txXfrm>
    </dsp:sp>
    <dsp:sp modelId="{2D7EB045-91CF-284C-9A7C-B2F49C535F63}">
      <dsp:nvSpPr>
        <dsp:cNvPr id="0" name=""/>
        <dsp:cNvSpPr/>
      </dsp:nvSpPr>
      <dsp:spPr>
        <a:xfrm>
          <a:off x="2992973" y="538811"/>
          <a:ext cx="4289985" cy="4289985"/>
        </a:xfrm>
        <a:custGeom>
          <a:avLst/>
          <a:gdLst/>
          <a:ahLst/>
          <a:cxnLst/>
          <a:rect l="0" t="0" r="0" b="0"/>
          <a:pathLst>
            <a:path>
              <a:moveTo>
                <a:pt x="358646" y="3332410"/>
              </a:moveTo>
              <a:arcTo wR="2144992" hR="2144992" stAng="8783237" swAng="2197342"/>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 modelId="{B0F4B5CC-76A7-8B4E-8A8B-65ECDC2AFE49}">
      <dsp:nvSpPr>
        <dsp:cNvPr id="0" name=""/>
        <dsp:cNvSpPr/>
      </dsp:nvSpPr>
      <dsp:spPr>
        <a:xfrm>
          <a:off x="2272570" y="1484463"/>
          <a:ext cx="1650772" cy="107300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Define the research question or problem your topic will address, and confirm that it fits the available time and resources.</a:t>
          </a:r>
          <a:endParaRPr lang="en-GB" sz="1000" kern="1200"/>
        </a:p>
      </dsp:txBody>
      <dsp:txXfrm>
        <a:off x="2324950" y="1536843"/>
        <a:ext cx="1546012" cy="968242"/>
      </dsp:txXfrm>
    </dsp:sp>
    <dsp:sp modelId="{5CF75293-E620-3B49-B410-06441E4F4D64}">
      <dsp:nvSpPr>
        <dsp:cNvPr id="0" name=""/>
        <dsp:cNvSpPr/>
      </dsp:nvSpPr>
      <dsp:spPr>
        <a:xfrm>
          <a:off x="2992973" y="538811"/>
          <a:ext cx="4289985" cy="4289985"/>
        </a:xfrm>
        <a:custGeom>
          <a:avLst/>
          <a:gdLst/>
          <a:ahLst/>
          <a:cxnLst/>
          <a:rect l="0" t="0" r="0" b="0"/>
          <a:pathLst>
            <a:path>
              <a:moveTo>
                <a:pt x="373545" y="935459"/>
              </a:moveTo>
              <a:arcTo wR="2144992" hR="2144992" stAng="12859501" swAng="1962890"/>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BEFC84-EEE5-2949-911E-C683FD0933D9}">
      <dsp:nvSpPr>
        <dsp:cNvPr id="0" name=""/>
        <dsp:cNvSpPr/>
      </dsp:nvSpPr>
      <dsp:spPr>
        <a:xfrm>
          <a:off x="2115875" y="0"/>
          <a:ext cx="8517332" cy="734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5260" tIns="186649" rIns="165260" bIns="186649" numCol="1" spcCol="1270" anchor="ctr" anchorCtr="0">
          <a:noAutofit/>
        </a:bodyPr>
        <a:lstStyle/>
        <a:p>
          <a:pPr marL="0" lvl="0" indent="0" algn="l" defTabSz="711200">
            <a:lnSpc>
              <a:spcPct val="90000"/>
            </a:lnSpc>
            <a:spcBef>
              <a:spcPct val="0"/>
            </a:spcBef>
            <a:spcAft>
              <a:spcPct val="35000"/>
            </a:spcAft>
            <a:buNone/>
          </a:pPr>
          <a:r>
            <a:rPr lang="en-US" sz="1600" kern="1200" dirty="0"/>
            <a:t>Choose something you genuinely care about, because research takes time and persistence.</a:t>
          </a:r>
        </a:p>
      </dsp:txBody>
      <dsp:txXfrm>
        <a:off x="2115875" y="0"/>
        <a:ext cx="8517332" cy="734840"/>
      </dsp:txXfrm>
    </dsp:sp>
    <dsp:sp modelId="{08F1FF7E-82E5-7D45-8128-9BCDA6AA60A6}">
      <dsp:nvSpPr>
        <dsp:cNvPr id="0" name=""/>
        <dsp:cNvSpPr/>
      </dsp:nvSpPr>
      <dsp:spPr>
        <a:xfrm>
          <a:off x="0" y="2537"/>
          <a:ext cx="2129333" cy="734840"/>
        </a:xfrm>
        <a:prstGeom prst="rect">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2677" tIns="72586" rIns="112677" bIns="72586" numCol="1" spcCol="1270" anchor="ctr" anchorCtr="0">
          <a:noAutofit/>
        </a:bodyPr>
        <a:lstStyle/>
        <a:p>
          <a:pPr marL="0" lvl="0" indent="0" algn="ctr" defTabSz="711200">
            <a:lnSpc>
              <a:spcPct val="90000"/>
            </a:lnSpc>
            <a:spcBef>
              <a:spcPct val="0"/>
            </a:spcBef>
            <a:spcAft>
              <a:spcPct val="35000"/>
            </a:spcAft>
            <a:buNone/>
          </a:pPr>
          <a:r>
            <a:rPr lang="en-US" sz="1600" kern="1200"/>
            <a:t>Interest</a:t>
          </a:r>
        </a:p>
      </dsp:txBody>
      <dsp:txXfrm>
        <a:off x="0" y="2537"/>
        <a:ext cx="2129333" cy="734840"/>
      </dsp:txXfrm>
    </dsp:sp>
    <dsp:sp modelId="{4052C491-D659-3549-8582-A0F6884BD34F}">
      <dsp:nvSpPr>
        <dsp:cNvPr id="0" name=""/>
        <dsp:cNvSpPr/>
      </dsp:nvSpPr>
      <dsp:spPr>
        <a:xfrm>
          <a:off x="2129333" y="781468"/>
          <a:ext cx="8517332" cy="734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5260" tIns="186649" rIns="165260" bIns="186649" numCol="1" spcCol="1270" anchor="ctr" anchorCtr="0">
          <a:noAutofit/>
        </a:bodyPr>
        <a:lstStyle/>
        <a:p>
          <a:pPr marL="0" lvl="0" indent="0" algn="l" defTabSz="711200">
            <a:lnSpc>
              <a:spcPct val="90000"/>
            </a:lnSpc>
            <a:spcBef>
              <a:spcPct val="0"/>
            </a:spcBef>
            <a:spcAft>
              <a:spcPct val="35000"/>
            </a:spcAft>
            <a:buNone/>
          </a:pPr>
          <a:r>
            <a:rPr lang="en-US" sz="1600" kern="1200" dirty="0"/>
            <a:t>Narrow the topic so it can be completed with the time, resources, and data access you have.</a:t>
          </a:r>
        </a:p>
      </dsp:txBody>
      <dsp:txXfrm>
        <a:off x="2129333" y="781468"/>
        <a:ext cx="8517332" cy="734840"/>
      </dsp:txXfrm>
    </dsp:sp>
    <dsp:sp modelId="{3DF8BC5B-CB1D-3C40-8B08-85D07893C757}">
      <dsp:nvSpPr>
        <dsp:cNvPr id="0" name=""/>
        <dsp:cNvSpPr/>
      </dsp:nvSpPr>
      <dsp:spPr>
        <a:xfrm>
          <a:off x="0" y="781468"/>
          <a:ext cx="2129333" cy="734840"/>
        </a:xfrm>
        <a:prstGeom prst="rect">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2677" tIns="72586" rIns="112677" bIns="72586" numCol="1" spcCol="1270" anchor="ctr" anchorCtr="0">
          <a:noAutofit/>
        </a:bodyPr>
        <a:lstStyle/>
        <a:p>
          <a:pPr marL="0" lvl="0" indent="0" algn="ctr" defTabSz="711200">
            <a:lnSpc>
              <a:spcPct val="90000"/>
            </a:lnSpc>
            <a:spcBef>
              <a:spcPct val="0"/>
            </a:spcBef>
            <a:spcAft>
              <a:spcPct val="35000"/>
            </a:spcAft>
            <a:buNone/>
          </a:pPr>
          <a:r>
            <a:rPr lang="en-US" sz="1600" kern="1200" dirty="0"/>
            <a:t>Magnitude and manageability</a:t>
          </a:r>
        </a:p>
      </dsp:txBody>
      <dsp:txXfrm>
        <a:off x="0" y="781468"/>
        <a:ext cx="2129333" cy="734840"/>
      </dsp:txXfrm>
    </dsp:sp>
    <dsp:sp modelId="{34402F5C-696D-9E47-88DB-23E51738C801}">
      <dsp:nvSpPr>
        <dsp:cNvPr id="0" name=""/>
        <dsp:cNvSpPr/>
      </dsp:nvSpPr>
      <dsp:spPr>
        <a:xfrm>
          <a:off x="2129333" y="1560398"/>
          <a:ext cx="8517332" cy="734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5260" tIns="186649" rIns="165260" bIns="186649" numCol="1" spcCol="1270" anchor="ctr" anchorCtr="0">
          <a:noAutofit/>
        </a:bodyPr>
        <a:lstStyle/>
        <a:p>
          <a:pPr marL="0" lvl="0" indent="0" algn="l" defTabSz="711200">
            <a:lnSpc>
              <a:spcPct val="90000"/>
            </a:lnSpc>
            <a:spcBef>
              <a:spcPct val="0"/>
            </a:spcBef>
            <a:spcAft>
              <a:spcPct val="35000"/>
            </a:spcAft>
            <a:buNone/>
          </a:pPr>
          <a:r>
            <a:rPr lang="en-US" sz="1600" kern="1200" dirty="0"/>
            <a:t>Select a topic that is useful to your field and adds to existing knowledge or solves a practical problem.</a:t>
          </a:r>
        </a:p>
      </dsp:txBody>
      <dsp:txXfrm>
        <a:off x="2129333" y="1560398"/>
        <a:ext cx="8517332" cy="734840"/>
      </dsp:txXfrm>
    </dsp:sp>
    <dsp:sp modelId="{B79784E6-02EC-D44E-95C7-6FF8E00FCE3B}">
      <dsp:nvSpPr>
        <dsp:cNvPr id="0" name=""/>
        <dsp:cNvSpPr/>
      </dsp:nvSpPr>
      <dsp:spPr>
        <a:xfrm>
          <a:off x="0" y="1560398"/>
          <a:ext cx="2129333" cy="734840"/>
        </a:xfrm>
        <a:prstGeom prst="rect">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2677" tIns="72586" rIns="112677" bIns="72586" numCol="1" spcCol="1270" anchor="ctr" anchorCtr="0">
          <a:noAutofit/>
        </a:bodyPr>
        <a:lstStyle/>
        <a:p>
          <a:pPr marL="0" lvl="0" indent="0" algn="ctr" defTabSz="711200">
            <a:lnSpc>
              <a:spcPct val="90000"/>
            </a:lnSpc>
            <a:spcBef>
              <a:spcPct val="0"/>
            </a:spcBef>
            <a:spcAft>
              <a:spcPct val="35000"/>
            </a:spcAft>
            <a:buNone/>
          </a:pPr>
          <a:r>
            <a:rPr lang="en-US" sz="1600" kern="1200" dirty="0"/>
            <a:t>Relevance and contribution</a:t>
          </a:r>
        </a:p>
      </dsp:txBody>
      <dsp:txXfrm>
        <a:off x="0" y="1560398"/>
        <a:ext cx="2129333" cy="734840"/>
      </dsp:txXfrm>
    </dsp:sp>
    <dsp:sp modelId="{D2ED757E-141D-BA42-8181-F84CE01D26B9}">
      <dsp:nvSpPr>
        <dsp:cNvPr id="0" name=""/>
        <dsp:cNvSpPr/>
      </dsp:nvSpPr>
      <dsp:spPr>
        <a:xfrm>
          <a:off x="2129333" y="2339328"/>
          <a:ext cx="8517332" cy="734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5260" tIns="186649" rIns="165260" bIns="186649" numCol="1" spcCol="1270" anchor="ctr" anchorCtr="0">
          <a:noAutofit/>
        </a:bodyPr>
        <a:lstStyle/>
        <a:p>
          <a:pPr marL="0" lvl="0" indent="0" algn="l" defTabSz="711200">
            <a:lnSpc>
              <a:spcPct val="90000"/>
            </a:lnSpc>
            <a:spcBef>
              <a:spcPct val="0"/>
            </a:spcBef>
            <a:spcAft>
              <a:spcPct val="35000"/>
            </a:spcAft>
            <a:buNone/>
          </a:pPr>
          <a:r>
            <a:rPr lang="en-US" sz="1600" kern="1200" dirty="0"/>
            <a:t>Confirm that participants, documents, system logs, survey access, or other data sources are realistically available.</a:t>
          </a:r>
        </a:p>
      </dsp:txBody>
      <dsp:txXfrm>
        <a:off x="2129333" y="2339328"/>
        <a:ext cx="8517332" cy="734840"/>
      </dsp:txXfrm>
    </dsp:sp>
    <dsp:sp modelId="{800B8FAD-93AA-6D49-BD6B-107CF0CAB0E3}">
      <dsp:nvSpPr>
        <dsp:cNvPr id="0" name=""/>
        <dsp:cNvSpPr/>
      </dsp:nvSpPr>
      <dsp:spPr>
        <a:xfrm>
          <a:off x="0" y="2339328"/>
          <a:ext cx="2129333" cy="734840"/>
        </a:xfrm>
        <a:prstGeom prst="rect">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2677" tIns="72586" rIns="112677" bIns="72586" numCol="1" spcCol="1270" anchor="ctr" anchorCtr="0">
          <a:noAutofit/>
        </a:bodyPr>
        <a:lstStyle/>
        <a:p>
          <a:pPr marL="0" lvl="0" indent="0" algn="ctr" defTabSz="711200">
            <a:lnSpc>
              <a:spcPct val="90000"/>
            </a:lnSpc>
            <a:spcBef>
              <a:spcPct val="0"/>
            </a:spcBef>
            <a:spcAft>
              <a:spcPct val="35000"/>
            </a:spcAft>
            <a:buNone/>
          </a:pPr>
          <a:r>
            <a:rPr lang="en-US" sz="1600" kern="1200" dirty="0"/>
            <a:t>Availability of data</a:t>
          </a:r>
        </a:p>
      </dsp:txBody>
      <dsp:txXfrm>
        <a:off x="0" y="2339328"/>
        <a:ext cx="2129333" cy="734840"/>
      </dsp:txXfrm>
    </dsp:sp>
    <dsp:sp modelId="{D7D930F9-0450-CC41-9C0E-BE82A889EE09}">
      <dsp:nvSpPr>
        <dsp:cNvPr id="0" name=""/>
        <dsp:cNvSpPr/>
      </dsp:nvSpPr>
      <dsp:spPr>
        <a:xfrm>
          <a:off x="2129333" y="3118259"/>
          <a:ext cx="8517332" cy="734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5260" tIns="186649" rIns="165260" bIns="186649" numCol="1" spcCol="1270" anchor="ctr" anchorCtr="0">
          <a:noAutofit/>
        </a:bodyPr>
        <a:lstStyle/>
        <a:p>
          <a:pPr marL="0" lvl="0" indent="0" algn="l" defTabSz="711200">
            <a:lnSpc>
              <a:spcPct val="90000"/>
            </a:lnSpc>
            <a:spcBef>
              <a:spcPct val="0"/>
            </a:spcBef>
            <a:spcAft>
              <a:spcPct val="35000"/>
            </a:spcAft>
            <a:buNone/>
          </a:pPr>
          <a:r>
            <a:rPr lang="en-US" sz="1600" kern="1200" dirty="0"/>
            <a:t>In quantitative studies, ensure you can define and measure key concepts (e.g., “usability”, “performance”, “security awareness”).</a:t>
          </a:r>
        </a:p>
      </dsp:txBody>
      <dsp:txXfrm>
        <a:off x="2129333" y="3118259"/>
        <a:ext cx="8517332" cy="734840"/>
      </dsp:txXfrm>
    </dsp:sp>
    <dsp:sp modelId="{40351B9A-0225-4542-A7E6-C084BB7CED67}">
      <dsp:nvSpPr>
        <dsp:cNvPr id="0" name=""/>
        <dsp:cNvSpPr/>
      </dsp:nvSpPr>
      <dsp:spPr>
        <a:xfrm>
          <a:off x="0" y="3118259"/>
          <a:ext cx="2129333" cy="734840"/>
        </a:xfrm>
        <a:prstGeom prst="rect">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2677" tIns="72586" rIns="112677" bIns="72586" numCol="1" spcCol="1270" anchor="ctr" anchorCtr="0">
          <a:noAutofit/>
        </a:bodyPr>
        <a:lstStyle/>
        <a:p>
          <a:pPr marL="0" lvl="0" indent="0" algn="ctr" defTabSz="711200">
            <a:lnSpc>
              <a:spcPct val="90000"/>
            </a:lnSpc>
            <a:spcBef>
              <a:spcPct val="0"/>
            </a:spcBef>
            <a:spcAft>
              <a:spcPct val="35000"/>
            </a:spcAft>
            <a:buNone/>
          </a:pPr>
          <a:r>
            <a:rPr lang="en-US" sz="1600" kern="1200" dirty="0"/>
            <a:t>Measurement and clarity of concepts</a:t>
          </a:r>
        </a:p>
      </dsp:txBody>
      <dsp:txXfrm>
        <a:off x="0" y="3118259"/>
        <a:ext cx="2129333" cy="734840"/>
      </dsp:txXfrm>
    </dsp:sp>
    <dsp:sp modelId="{8E9CBD16-278A-2C40-A3D4-70B8D650589A}">
      <dsp:nvSpPr>
        <dsp:cNvPr id="0" name=""/>
        <dsp:cNvSpPr/>
      </dsp:nvSpPr>
      <dsp:spPr>
        <a:xfrm>
          <a:off x="2129333" y="3897189"/>
          <a:ext cx="8517332" cy="734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5260" tIns="186649" rIns="165260" bIns="186649" numCol="1" spcCol="1270" anchor="ctr" anchorCtr="0">
          <a:noAutofit/>
        </a:bodyPr>
        <a:lstStyle/>
        <a:p>
          <a:pPr marL="0" lvl="0" indent="0" algn="l" defTabSz="711200">
            <a:lnSpc>
              <a:spcPct val="90000"/>
            </a:lnSpc>
            <a:spcBef>
              <a:spcPct val="0"/>
            </a:spcBef>
            <a:spcAft>
              <a:spcPct val="35000"/>
            </a:spcAft>
            <a:buNone/>
          </a:pPr>
          <a:r>
            <a:rPr lang="en-US" sz="1600" kern="1200" dirty="0"/>
            <a:t>Ensure you have (or can realistically develop) the skills needed to collect and </a:t>
          </a:r>
          <a:r>
            <a:rPr lang="en-US" sz="1600" kern="1200" dirty="0" err="1"/>
            <a:t>analyse</a:t>
          </a:r>
          <a:r>
            <a:rPr lang="en-US" sz="1600" kern="1200" dirty="0"/>
            <a:t> the data.</a:t>
          </a:r>
        </a:p>
      </dsp:txBody>
      <dsp:txXfrm>
        <a:off x="2129333" y="3897189"/>
        <a:ext cx="8517332" cy="734840"/>
      </dsp:txXfrm>
    </dsp:sp>
    <dsp:sp modelId="{CAAD5D82-1AFD-EE45-B264-6533E15AA219}">
      <dsp:nvSpPr>
        <dsp:cNvPr id="0" name=""/>
        <dsp:cNvSpPr/>
      </dsp:nvSpPr>
      <dsp:spPr>
        <a:xfrm>
          <a:off x="0" y="3897189"/>
          <a:ext cx="2129333" cy="734840"/>
        </a:xfrm>
        <a:prstGeom prst="rect">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2677" tIns="72586" rIns="112677" bIns="72586" numCol="1" spcCol="1270" anchor="ctr" anchorCtr="0">
          <a:noAutofit/>
        </a:bodyPr>
        <a:lstStyle/>
        <a:p>
          <a:pPr marL="0" lvl="0" indent="0" algn="ctr" defTabSz="711200">
            <a:lnSpc>
              <a:spcPct val="90000"/>
            </a:lnSpc>
            <a:spcBef>
              <a:spcPct val="0"/>
            </a:spcBef>
            <a:spcAft>
              <a:spcPct val="35000"/>
            </a:spcAft>
            <a:buNone/>
          </a:pPr>
          <a:r>
            <a:rPr lang="en-US" sz="1600" kern="1200" dirty="0"/>
            <a:t>Level of expertise</a:t>
          </a:r>
        </a:p>
      </dsp:txBody>
      <dsp:txXfrm>
        <a:off x="0" y="3897189"/>
        <a:ext cx="2129333" cy="734840"/>
      </dsp:txXfrm>
    </dsp:sp>
    <dsp:sp modelId="{98CA540E-24B8-0043-9B8A-DA59929FCC62}">
      <dsp:nvSpPr>
        <dsp:cNvPr id="0" name=""/>
        <dsp:cNvSpPr/>
      </dsp:nvSpPr>
      <dsp:spPr>
        <a:xfrm>
          <a:off x="2129333" y="4676120"/>
          <a:ext cx="8517332" cy="734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5260" tIns="186649" rIns="165260" bIns="186649" numCol="1" spcCol="1270" anchor="ctr" anchorCtr="0">
          <a:noAutofit/>
        </a:bodyPr>
        <a:lstStyle/>
        <a:p>
          <a:pPr marL="0" lvl="0" indent="0" algn="l" defTabSz="711200">
            <a:lnSpc>
              <a:spcPct val="90000"/>
            </a:lnSpc>
            <a:spcBef>
              <a:spcPct val="0"/>
            </a:spcBef>
            <a:spcAft>
              <a:spcPct val="35000"/>
            </a:spcAft>
            <a:buNone/>
          </a:pPr>
          <a:r>
            <a:rPr lang="en-US" sz="1600" kern="1200" dirty="0"/>
            <a:t>Identify privacy and consent risks early, especially when collecting user data, system logs, or workplace information.</a:t>
          </a:r>
        </a:p>
      </dsp:txBody>
      <dsp:txXfrm>
        <a:off x="2129333" y="4676120"/>
        <a:ext cx="8517332" cy="734840"/>
      </dsp:txXfrm>
    </dsp:sp>
    <dsp:sp modelId="{D318BFAE-FED8-E44A-9FC5-7AE6D761BDF1}">
      <dsp:nvSpPr>
        <dsp:cNvPr id="0" name=""/>
        <dsp:cNvSpPr/>
      </dsp:nvSpPr>
      <dsp:spPr>
        <a:xfrm>
          <a:off x="0" y="4676120"/>
          <a:ext cx="2129333" cy="734840"/>
        </a:xfrm>
        <a:prstGeom prst="rect">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2677" tIns="72586" rIns="112677" bIns="72586" numCol="1" spcCol="1270" anchor="ctr" anchorCtr="0">
          <a:noAutofit/>
        </a:bodyPr>
        <a:lstStyle/>
        <a:p>
          <a:pPr marL="0" lvl="0" indent="0" algn="ctr" defTabSz="711200">
            <a:lnSpc>
              <a:spcPct val="90000"/>
            </a:lnSpc>
            <a:spcBef>
              <a:spcPct val="0"/>
            </a:spcBef>
            <a:spcAft>
              <a:spcPct val="35000"/>
            </a:spcAft>
            <a:buNone/>
          </a:pPr>
          <a:r>
            <a:rPr lang="en-US" sz="1600" kern="1200" dirty="0"/>
            <a:t>Ethical acceptability</a:t>
          </a:r>
        </a:p>
      </dsp:txBody>
      <dsp:txXfrm>
        <a:off x="0" y="4676120"/>
        <a:ext cx="2129333" cy="7348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BEFC84-EEE5-2949-911E-C683FD0933D9}">
      <dsp:nvSpPr>
        <dsp:cNvPr id="0" name=""/>
        <dsp:cNvSpPr/>
      </dsp:nvSpPr>
      <dsp:spPr>
        <a:xfrm>
          <a:off x="2115875" y="0"/>
          <a:ext cx="8517332" cy="1032212"/>
        </a:xfrm>
        <a:prstGeom prst="rect">
          <a:avLst/>
        </a:prstGeom>
        <a:gradFill rotWithShape="0">
          <a:gsLst>
            <a:gs pos="0">
              <a:schemeClr val="accent5">
                <a:alpha val="90000"/>
                <a:hueOff val="0"/>
                <a:satOff val="0"/>
                <a:lumOff val="0"/>
                <a:alphaOff val="0"/>
                <a:satMod val="103000"/>
                <a:lumMod val="102000"/>
                <a:tint val="94000"/>
              </a:schemeClr>
            </a:gs>
            <a:gs pos="50000">
              <a:schemeClr val="accent5">
                <a:alpha val="90000"/>
                <a:hueOff val="0"/>
                <a:satOff val="0"/>
                <a:lumOff val="0"/>
                <a:alphaOff val="0"/>
                <a:satMod val="110000"/>
                <a:lumMod val="100000"/>
                <a:shade val="100000"/>
              </a:schemeClr>
            </a:gs>
            <a:gs pos="100000">
              <a:schemeClr val="accent5">
                <a:alpha val="90000"/>
                <a:hueOff val="0"/>
                <a:satOff val="0"/>
                <a:lumOff val="0"/>
                <a:alphaOff val="0"/>
                <a:lumMod val="99000"/>
                <a:satMod val="120000"/>
                <a:shade val="78000"/>
              </a:schemeClr>
            </a:gs>
          </a:gsLst>
          <a:lin ang="5400000" scaled="0"/>
        </a:gradFill>
        <a:ln w="12700" cap="flat" cmpd="sng" algn="ctr">
          <a:solidFill>
            <a:schemeClr val="accent5">
              <a:alpha val="90000"/>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5260" tIns="262182" rIns="165260" bIns="262182" numCol="1" spcCol="1270" anchor="ctr" anchorCtr="0">
          <a:noAutofit/>
        </a:bodyPr>
        <a:lstStyle/>
        <a:p>
          <a:pPr marL="0" lvl="0" indent="0" algn="l" defTabSz="711200">
            <a:lnSpc>
              <a:spcPct val="90000"/>
            </a:lnSpc>
            <a:spcBef>
              <a:spcPct val="0"/>
            </a:spcBef>
            <a:spcAft>
              <a:spcPct val="35000"/>
            </a:spcAft>
            <a:buNone/>
          </a:pPr>
          <a:r>
            <a:rPr lang="en-ZA" sz="1600" kern="1200" dirty="0"/>
            <a:t>The topic covers too many issues (e.g., “Cybersecurity in South Africa”).</a:t>
          </a:r>
          <a:endParaRPr lang="en-US" sz="1600" kern="1200" dirty="0"/>
        </a:p>
      </dsp:txBody>
      <dsp:txXfrm>
        <a:off x="2115875" y="0"/>
        <a:ext cx="8517332" cy="1032212"/>
      </dsp:txXfrm>
    </dsp:sp>
    <dsp:sp modelId="{08F1FF7E-82E5-7D45-8128-9BCDA6AA60A6}">
      <dsp:nvSpPr>
        <dsp:cNvPr id="0" name=""/>
        <dsp:cNvSpPr/>
      </dsp:nvSpPr>
      <dsp:spPr>
        <a:xfrm>
          <a:off x="0" y="2352"/>
          <a:ext cx="2129333" cy="1032212"/>
        </a:xfrm>
        <a:prstGeom prst="rect">
          <a:avLst/>
        </a:prstGeom>
        <a:solidFill>
          <a:schemeClr val="lt1">
            <a:hueOff val="0"/>
            <a:satOff val="0"/>
            <a:lumOff val="0"/>
            <a:alphaOff val="0"/>
          </a:schemeClr>
        </a:solidFill>
        <a:ln w="12700" cap="flat" cmpd="sng" algn="ctr">
          <a:solidFill>
            <a:schemeClr val="accent5">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2677" tIns="101960" rIns="112677" bIns="101960" numCol="1" spcCol="1270" anchor="ctr" anchorCtr="0">
          <a:noAutofit/>
        </a:bodyPr>
        <a:lstStyle/>
        <a:p>
          <a:pPr marL="0" lvl="0" indent="0" algn="ctr" defTabSz="711200">
            <a:lnSpc>
              <a:spcPct val="90000"/>
            </a:lnSpc>
            <a:spcBef>
              <a:spcPct val="0"/>
            </a:spcBef>
            <a:spcAft>
              <a:spcPct val="35000"/>
            </a:spcAft>
            <a:buNone/>
          </a:pPr>
          <a:r>
            <a:rPr lang="en-ZA" sz="1600" kern="1200" dirty="0"/>
            <a:t>Too broad</a:t>
          </a:r>
          <a:endParaRPr lang="en-US" sz="1600" kern="1200" dirty="0"/>
        </a:p>
      </dsp:txBody>
      <dsp:txXfrm>
        <a:off x="0" y="2352"/>
        <a:ext cx="2129333" cy="1032212"/>
      </dsp:txXfrm>
    </dsp:sp>
    <dsp:sp modelId="{4052C491-D659-3549-8582-A0F6884BD34F}">
      <dsp:nvSpPr>
        <dsp:cNvPr id="0" name=""/>
        <dsp:cNvSpPr/>
      </dsp:nvSpPr>
      <dsp:spPr>
        <a:xfrm>
          <a:off x="2129333" y="1096497"/>
          <a:ext cx="8517332" cy="1032212"/>
        </a:xfrm>
        <a:prstGeom prst="rect">
          <a:avLst/>
        </a:prstGeom>
        <a:gradFill rotWithShape="0">
          <a:gsLst>
            <a:gs pos="0">
              <a:schemeClr val="accent5">
                <a:alpha val="90000"/>
                <a:hueOff val="0"/>
                <a:satOff val="0"/>
                <a:lumOff val="0"/>
                <a:alphaOff val="-10000"/>
                <a:satMod val="103000"/>
                <a:lumMod val="102000"/>
                <a:tint val="94000"/>
              </a:schemeClr>
            </a:gs>
            <a:gs pos="50000">
              <a:schemeClr val="accent5">
                <a:alpha val="90000"/>
                <a:hueOff val="0"/>
                <a:satOff val="0"/>
                <a:lumOff val="0"/>
                <a:alphaOff val="-10000"/>
                <a:satMod val="110000"/>
                <a:lumMod val="100000"/>
                <a:shade val="100000"/>
              </a:schemeClr>
            </a:gs>
            <a:gs pos="100000">
              <a:schemeClr val="accent5">
                <a:alpha val="90000"/>
                <a:hueOff val="0"/>
                <a:satOff val="0"/>
                <a:lumOff val="0"/>
                <a:alphaOff val="-10000"/>
                <a:lumMod val="99000"/>
                <a:satMod val="120000"/>
                <a:shade val="78000"/>
              </a:schemeClr>
            </a:gs>
          </a:gsLst>
          <a:lin ang="5400000" scaled="0"/>
        </a:gradFill>
        <a:ln w="12700" cap="flat" cmpd="sng" algn="ctr">
          <a:solidFill>
            <a:schemeClr val="accent5">
              <a:alpha val="90000"/>
              <a:hueOff val="0"/>
              <a:satOff val="0"/>
              <a:lumOff val="0"/>
              <a:alphaOff val="-1000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5260" tIns="262182" rIns="165260" bIns="262182" numCol="1" spcCol="1270" anchor="ctr" anchorCtr="0">
          <a:noAutofit/>
        </a:bodyPr>
        <a:lstStyle/>
        <a:p>
          <a:pPr marL="0" lvl="0" indent="0" algn="l" defTabSz="711200">
            <a:lnSpc>
              <a:spcPct val="90000"/>
            </a:lnSpc>
            <a:spcBef>
              <a:spcPct val="0"/>
            </a:spcBef>
            <a:spcAft>
              <a:spcPct val="35000"/>
            </a:spcAft>
            <a:buNone/>
          </a:pPr>
          <a:r>
            <a:rPr lang="en-ZA" sz="1600" kern="1200" dirty="0"/>
            <a:t>Key terms are unclear (e.g., “Technology and productivity”).</a:t>
          </a:r>
          <a:endParaRPr lang="en-US" sz="1600" kern="1200" dirty="0"/>
        </a:p>
      </dsp:txBody>
      <dsp:txXfrm>
        <a:off x="2129333" y="1096497"/>
        <a:ext cx="8517332" cy="1032212"/>
      </dsp:txXfrm>
    </dsp:sp>
    <dsp:sp modelId="{3DF8BC5B-CB1D-3C40-8B08-85D07893C757}">
      <dsp:nvSpPr>
        <dsp:cNvPr id="0" name=""/>
        <dsp:cNvSpPr/>
      </dsp:nvSpPr>
      <dsp:spPr>
        <a:xfrm>
          <a:off x="0" y="1096497"/>
          <a:ext cx="2129333" cy="1032212"/>
        </a:xfrm>
        <a:prstGeom prst="rect">
          <a:avLst/>
        </a:prstGeom>
        <a:solidFill>
          <a:schemeClr val="lt1">
            <a:hueOff val="0"/>
            <a:satOff val="0"/>
            <a:lumOff val="0"/>
            <a:alphaOff val="0"/>
          </a:schemeClr>
        </a:solidFill>
        <a:ln w="12700" cap="flat" cmpd="sng" algn="ctr">
          <a:solidFill>
            <a:schemeClr val="accent5">
              <a:alpha val="90000"/>
              <a:hueOff val="0"/>
              <a:satOff val="0"/>
              <a:lumOff val="0"/>
              <a:alphaOff val="-1000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2677" tIns="101960" rIns="112677" bIns="101960" numCol="1" spcCol="1270" anchor="ctr" anchorCtr="0">
          <a:noAutofit/>
        </a:bodyPr>
        <a:lstStyle/>
        <a:p>
          <a:pPr marL="0" lvl="0" indent="0" algn="ctr" defTabSz="711200">
            <a:lnSpc>
              <a:spcPct val="90000"/>
            </a:lnSpc>
            <a:spcBef>
              <a:spcPct val="0"/>
            </a:spcBef>
            <a:spcAft>
              <a:spcPct val="35000"/>
            </a:spcAft>
            <a:buNone/>
          </a:pPr>
          <a:r>
            <a:rPr lang="en-ZA" sz="1600" kern="1200" dirty="0"/>
            <a:t>Too vague</a:t>
          </a:r>
          <a:endParaRPr lang="en-US" sz="1600" kern="1200" dirty="0"/>
        </a:p>
      </dsp:txBody>
      <dsp:txXfrm>
        <a:off x="0" y="1096497"/>
        <a:ext cx="2129333" cy="1032212"/>
      </dsp:txXfrm>
    </dsp:sp>
    <dsp:sp modelId="{34402F5C-696D-9E47-88DB-23E51738C801}">
      <dsp:nvSpPr>
        <dsp:cNvPr id="0" name=""/>
        <dsp:cNvSpPr/>
      </dsp:nvSpPr>
      <dsp:spPr>
        <a:xfrm>
          <a:off x="2129333" y="2190642"/>
          <a:ext cx="8517332" cy="1032212"/>
        </a:xfrm>
        <a:prstGeom prst="rect">
          <a:avLst/>
        </a:prstGeom>
        <a:gradFill rotWithShape="0">
          <a:gsLst>
            <a:gs pos="0">
              <a:schemeClr val="accent5">
                <a:alpha val="90000"/>
                <a:hueOff val="0"/>
                <a:satOff val="0"/>
                <a:lumOff val="0"/>
                <a:alphaOff val="-20000"/>
                <a:satMod val="103000"/>
                <a:lumMod val="102000"/>
                <a:tint val="94000"/>
              </a:schemeClr>
            </a:gs>
            <a:gs pos="50000">
              <a:schemeClr val="accent5">
                <a:alpha val="90000"/>
                <a:hueOff val="0"/>
                <a:satOff val="0"/>
                <a:lumOff val="0"/>
                <a:alphaOff val="-20000"/>
                <a:satMod val="110000"/>
                <a:lumMod val="100000"/>
                <a:shade val="100000"/>
              </a:schemeClr>
            </a:gs>
            <a:gs pos="100000">
              <a:schemeClr val="accent5">
                <a:alpha val="90000"/>
                <a:hueOff val="0"/>
                <a:satOff val="0"/>
                <a:lumOff val="0"/>
                <a:alphaOff val="-20000"/>
                <a:lumMod val="99000"/>
                <a:satMod val="120000"/>
                <a:shade val="78000"/>
              </a:schemeClr>
            </a:gs>
          </a:gsLst>
          <a:lin ang="5400000" scaled="0"/>
        </a:gradFill>
        <a:ln w="12700" cap="flat" cmpd="sng" algn="ctr">
          <a:solidFill>
            <a:schemeClr val="accent5">
              <a:alpha val="90000"/>
              <a:hueOff val="0"/>
              <a:satOff val="0"/>
              <a:lumOff val="0"/>
              <a:alphaOff val="-2000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5260" tIns="262182" rIns="165260" bIns="262182" numCol="1" spcCol="1270" anchor="ctr" anchorCtr="0">
          <a:noAutofit/>
        </a:bodyPr>
        <a:lstStyle/>
        <a:p>
          <a:pPr marL="0" lvl="0" indent="0" algn="l" defTabSz="711200">
            <a:lnSpc>
              <a:spcPct val="90000"/>
            </a:lnSpc>
            <a:spcBef>
              <a:spcPct val="0"/>
            </a:spcBef>
            <a:spcAft>
              <a:spcPct val="35000"/>
            </a:spcAft>
            <a:buNone/>
          </a:pPr>
          <a:r>
            <a:rPr lang="en-ZA" sz="1600" kern="1200" dirty="0"/>
            <a:t>The topic does not solve a real problem or add new insight.</a:t>
          </a:r>
          <a:endParaRPr lang="en-US" sz="1600" kern="1200" dirty="0"/>
        </a:p>
      </dsp:txBody>
      <dsp:txXfrm>
        <a:off x="2129333" y="2190642"/>
        <a:ext cx="8517332" cy="1032212"/>
      </dsp:txXfrm>
    </dsp:sp>
    <dsp:sp modelId="{B79784E6-02EC-D44E-95C7-6FF8E00FCE3B}">
      <dsp:nvSpPr>
        <dsp:cNvPr id="0" name=""/>
        <dsp:cNvSpPr/>
      </dsp:nvSpPr>
      <dsp:spPr>
        <a:xfrm>
          <a:off x="0" y="2190642"/>
          <a:ext cx="2129333" cy="1032212"/>
        </a:xfrm>
        <a:prstGeom prst="rect">
          <a:avLst/>
        </a:prstGeom>
        <a:solidFill>
          <a:schemeClr val="lt1">
            <a:hueOff val="0"/>
            <a:satOff val="0"/>
            <a:lumOff val="0"/>
            <a:alphaOff val="0"/>
          </a:schemeClr>
        </a:solidFill>
        <a:ln w="12700" cap="flat" cmpd="sng" algn="ctr">
          <a:solidFill>
            <a:schemeClr val="accent5">
              <a:alpha val="90000"/>
              <a:hueOff val="0"/>
              <a:satOff val="0"/>
              <a:lumOff val="0"/>
              <a:alphaOff val="-2000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2677" tIns="101960" rIns="112677" bIns="101960" numCol="1" spcCol="1270" anchor="ctr" anchorCtr="0">
          <a:noAutofit/>
        </a:bodyPr>
        <a:lstStyle/>
        <a:p>
          <a:pPr marL="0" lvl="0" indent="0" algn="ctr" defTabSz="711200">
            <a:lnSpc>
              <a:spcPct val="90000"/>
            </a:lnSpc>
            <a:spcBef>
              <a:spcPct val="0"/>
            </a:spcBef>
            <a:spcAft>
              <a:spcPct val="35000"/>
            </a:spcAft>
            <a:buNone/>
          </a:pPr>
          <a:r>
            <a:rPr lang="en-ZA" sz="1600" kern="1200" dirty="0"/>
            <a:t>Low significance or weak relevance</a:t>
          </a:r>
          <a:endParaRPr lang="en-US" sz="1600" kern="1200" dirty="0"/>
        </a:p>
      </dsp:txBody>
      <dsp:txXfrm>
        <a:off x="0" y="2190642"/>
        <a:ext cx="2129333" cy="1032212"/>
      </dsp:txXfrm>
    </dsp:sp>
    <dsp:sp modelId="{D2ED757E-141D-BA42-8181-F84CE01D26B9}">
      <dsp:nvSpPr>
        <dsp:cNvPr id="0" name=""/>
        <dsp:cNvSpPr/>
      </dsp:nvSpPr>
      <dsp:spPr>
        <a:xfrm>
          <a:off x="2129333" y="3284787"/>
          <a:ext cx="8517332" cy="1032212"/>
        </a:xfrm>
        <a:prstGeom prst="rect">
          <a:avLst/>
        </a:prstGeom>
        <a:gradFill rotWithShape="0">
          <a:gsLst>
            <a:gs pos="0">
              <a:schemeClr val="accent5">
                <a:alpha val="90000"/>
                <a:hueOff val="0"/>
                <a:satOff val="0"/>
                <a:lumOff val="0"/>
                <a:alphaOff val="-30000"/>
                <a:satMod val="103000"/>
                <a:lumMod val="102000"/>
                <a:tint val="94000"/>
              </a:schemeClr>
            </a:gs>
            <a:gs pos="50000">
              <a:schemeClr val="accent5">
                <a:alpha val="90000"/>
                <a:hueOff val="0"/>
                <a:satOff val="0"/>
                <a:lumOff val="0"/>
                <a:alphaOff val="-30000"/>
                <a:satMod val="110000"/>
                <a:lumMod val="100000"/>
                <a:shade val="100000"/>
              </a:schemeClr>
            </a:gs>
            <a:gs pos="100000">
              <a:schemeClr val="accent5">
                <a:alpha val="90000"/>
                <a:hueOff val="0"/>
                <a:satOff val="0"/>
                <a:lumOff val="0"/>
                <a:alphaOff val="-30000"/>
                <a:lumMod val="99000"/>
                <a:satMod val="120000"/>
                <a:shade val="78000"/>
              </a:schemeClr>
            </a:gs>
          </a:gsLst>
          <a:lin ang="5400000" scaled="0"/>
        </a:gradFill>
        <a:ln w="12700" cap="flat" cmpd="sng" algn="ctr">
          <a:solidFill>
            <a:schemeClr val="accent5">
              <a:alpha val="90000"/>
              <a:hueOff val="0"/>
              <a:satOff val="0"/>
              <a:lumOff val="0"/>
              <a:alphaOff val="-3000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5260" tIns="262182" rIns="165260" bIns="262182" numCol="1" spcCol="1270" anchor="ctr" anchorCtr="0">
          <a:noAutofit/>
        </a:bodyPr>
        <a:lstStyle/>
        <a:p>
          <a:pPr marL="0" lvl="0" indent="0" algn="l" defTabSz="711200">
            <a:lnSpc>
              <a:spcPct val="90000"/>
            </a:lnSpc>
            <a:spcBef>
              <a:spcPct val="0"/>
            </a:spcBef>
            <a:spcAft>
              <a:spcPct val="35000"/>
            </a:spcAft>
            <a:buNone/>
          </a:pPr>
          <a:r>
            <a:rPr lang="en-ZA" sz="1600" kern="1200" dirty="0"/>
            <a:t>The topic needs data you cannot access (e.g., confidential corporate datasets without permission).</a:t>
          </a:r>
          <a:endParaRPr lang="en-US" sz="1600" kern="1200" dirty="0"/>
        </a:p>
      </dsp:txBody>
      <dsp:txXfrm>
        <a:off x="2129333" y="3284787"/>
        <a:ext cx="8517332" cy="1032212"/>
      </dsp:txXfrm>
    </dsp:sp>
    <dsp:sp modelId="{800B8FAD-93AA-6D49-BD6B-107CF0CAB0E3}">
      <dsp:nvSpPr>
        <dsp:cNvPr id="0" name=""/>
        <dsp:cNvSpPr/>
      </dsp:nvSpPr>
      <dsp:spPr>
        <a:xfrm>
          <a:off x="0" y="3284787"/>
          <a:ext cx="2129333" cy="1032212"/>
        </a:xfrm>
        <a:prstGeom prst="rect">
          <a:avLst/>
        </a:prstGeom>
        <a:solidFill>
          <a:schemeClr val="lt1">
            <a:hueOff val="0"/>
            <a:satOff val="0"/>
            <a:lumOff val="0"/>
            <a:alphaOff val="0"/>
          </a:schemeClr>
        </a:solidFill>
        <a:ln w="12700" cap="flat" cmpd="sng" algn="ctr">
          <a:solidFill>
            <a:schemeClr val="accent5">
              <a:alpha val="90000"/>
              <a:hueOff val="0"/>
              <a:satOff val="0"/>
              <a:lumOff val="0"/>
              <a:alphaOff val="-3000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2677" tIns="101960" rIns="112677" bIns="101960" numCol="1" spcCol="1270" anchor="ctr" anchorCtr="0">
          <a:noAutofit/>
        </a:bodyPr>
        <a:lstStyle/>
        <a:p>
          <a:pPr marL="0" lvl="0" indent="0" algn="ctr" defTabSz="711200">
            <a:lnSpc>
              <a:spcPct val="90000"/>
            </a:lnSpc>
            <a:spcBef>
              <a:spcPct val="0"/>
            </a:spcBef>
            <a:spcAft>
              <a:spcPct val="35000"/>
            </a:spcAft>
            <a:buNone/>
          </a:pPr>
          <a:r>
            <a:rPr lang="en-ZA" sz="1600" kern="1200" dirty="0"/>
            <a:t>Poor feasibility</a:t>
          </a:r>
          <a:endParaRPr lang="en-US" sz="1600" kern="1200" dirty="0"/>
        </a:p>
      </dsp:txBody>
      <dsp:txXfrm>
        <a:off x="0" y="3284787"/>
        <a:ext cx="2129333" cy="1032212"/>
      </dsp:txXfrm>
    </dsp:sp>
    <dsp:sp modelId="{D7D930F9-0450-CC41-9C0E-BE82A889EE09}">
      <dsp:nvSpPr>
        <dsp:cNvPr id="0" name=""/>
        <dsp:cNvSpPr/>
      </dsp:nvSpPr>
      <dsp:spPr>
        <a:xfrm>
          <a:off x="2129333" y="4378933"/>
          <a:ext cx="8517332" cy="1032212"/>
        </a:xfrm>
        <a:prstGeom prst="rect">
          <a:avLst/>
        </a:prstGeom>
        <a:gradFill rotWithShape="0">
          <a:gsLst>
            <a:gs pos="0">
              <a:schemeClr val="accent5">
                <a:alpha val="90000"/>
                <a:hueOff val="0"/>
                <a:satOff val="0"/>
                <a:lumOff val="0"/>
                <a:alphaOff val="-40000"/>
                <a:satMod val="103000"/>
                <a:lumMod val="102000"/>
                <a:tint val="94000"/>
              </a:schemeClr>
            </a:gs>
            <a:gs pos="50000">
              <a:schemeClr val="accent5">
                <a:alpha val="90000"/>
                <a:hueOff val="0"/>
                <a:satOff val="0"/>
                <a:lumOff val="0"/>
                <a:alphaOff val="-40000"/>
                <a:satMod val="110000"/>
                <a:lumMod val="100000"/>
                <a:shade val="100000"/>
              </a:schemeClr>
            </a:gs>
            <a:gs pos="100000">
              <a:schemeClr val="accent5">
                <a:alpha val="90000"/>
                <a:hueOff val="0"/>
                <a:satOff val="0"/>
                <a:lumOff val="0"/>
                <a:alphaOff val="-40000"/>
                <a:lumMod val="99000"/>
                <a:satMod val="120000"/>
                <a:shade val="78000"/>
              </a:schemeClr>
            </a:gs>
          </a:gsLst>
          <a:lin ang="5400000" scaled="0"/>
        </a:gradFill>
        <a:ln w="12700" cap="flat" cmpd="sng" algn="ctr">
          <a:solidFill>
            <a:schemeClr val="accent5">
              <a:alpha val="90000"/>
              <a:hueOff val="0"/>
              <a:satOff val="0"/>
              <a:lumOff val="0"/>
              <a:alphaOff val="-4000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5260" tIns="262182" rIns="165260" bIns="262182" numCol="1" spcCol="1270" anchor="ctr" anchorCtr="0">
          <a:noAutofit/>
        </a:bodyPr>
        <a:lstStyle/>
        <a:p>
          <a:pPr marL="0" lvl="0" indent="0" algn="l" defTabSz="711200">
            <a:lnSpc>
              <a:spcPct val="90000"/>
            </a:lnSpc>
            <a:spcBef>
              <a:spcPct val="0"/>
            </a:spcBef>
            <a:spcAft>
              <a:spcPct val="35000"/>
            </a:spcAft>
            <a:buNone/>
          </a:pPr>
          <a:r>
            <a:rPr lang="en-ZA" sz="1600" kern="1200" dirty="0"/>
            <a:t>You cannot find enough credible sources to support the study.</a:t>
          </a:r>
          <a:endParaRPr lang="en-US" sz="1600" kern="1200" dirty="0"/>
        </a:p>
      </dsp:txBody>
      <dsp:txXfrm>
        <a:off x="2129333" y="4378933"/>
        <a:ext cx="8517332" cy="1032212"/>
      </dsp:txXfrm>
    </dsp:sp>
    <dsp:sp modelId="{40351B9A-0225-4542-A7E6-C084BB7CED67}">
      <dsp:nvSpPr>
        <dsp:cNvPr id="0" name=""/>
        <dsp:cNvSpPr/>
      </dsp:nvSpPr>
      <dsp:spPr>
        <a:xfrm>
          <a:off x="0" y="4378933"/>
          <a:ext cx="2129333" cy="1032212"/>
        </a:xfrm>
        <a:prstGeom prst="rect">
          <a:avLst/>
        </a:prstGeom>
        <a:solidFill>
          <a:schemeClr val="lt1">
            <a:hueOff val="0"/>
            <a:satOff val="0"/>
            <a:lumOff val="0"/>
            <a:alphaOff val="0"/>
          </a:schemeClr>
        </a:solidFill>
        <a:ln w="12700" cap="flat" cmpd="sng" algn="ctr">
          <a:solidFill>
            <a:schemeClr val="accent5">
              <a:alpha val="90000"/>
              <a:hueOff val="0"/>
              <a:satOff val="0"/>
              <a:lumOff val="0"/>
              <a:alphaOff val="-4000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2677" tIns="101960" rIns="112677" bIns="101960" numCol="1" spcCol="1270" anchor="ctr" anchorCtr="0">
          <a:noAutofit/>
        </a:bodyPr>
        <a:lstStyle/>
        <a:p>
          <a:pPr marL="0" lvl="0" indent="0" algn="ctr" defTabSz="711200">
            <a:lnSpc>
              <a:spcPct val="90000"/>
            </a:lnSpc>
            <a:spcBef>
              <a:spcPct val="0"/>
            </a:spcBef>
            <a:spcAft>
              <a:spcPct val="35000"/>
            </a:spcAft>
            <a:buNone/>
          </a:pPr>
          <a:r>
            <a:rPr lang="en-ZA" sz="1600" kern="1200" dirty="0"/>
            <a:t>Weak alignment with literature</a:t>
          </a:r>
          <a:endParaRPr lang="en-US" sz="1600" kern="1200" dirty="0"/>
        </a:p>
      </dsp:txBody>
      <dsp:txXfrm>
        <a:off x="0" y="4378933"/>
        <a:ext cx="2129333" cy="1032212"/>
      </dsp:txXfrm>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BBDC8D5-9F2E-4D75-BAEE-90A72223126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0C57A6F2-2E55-423C-935C-925413569C7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6E9299-4E8A-4BB2-9AA7-863DADCC4931}" type="datetime1">
              <a:rPr lang="en-GB" smtClean="0"/>
              <a:t>19/02/2026</a:t>
            </a:fld>
            <a:endParaRPr lang="en-GB"/>
          </a:p>
        </p:txBody>
      </p:sp>
      <p:sp>
        <p:nvSpPr>
          <p:cNvPr id="4" name="Footer Placeholder 3">
            <a:extLst>
              <a:ext uri="{FF2B5EF4-FFF2-40B4-BE49-F238E27FC236}">
                <a16:creationId xmlns:a16="http://schemas.microsoft.com/office/drawing/2014/main" id="{FD3ABEBD-355E-4010-8101-DFA2D9F905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5ADE3BFC-BA40-4B4D-9A7D-25A56E2F48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34A419-76DC-4350-B872-894E435241AB}" type="slidenum">
              <a:rPr lang="en-GB" smtClean="0"/>
              <a:t>‹#›</a:t>
            </a:fld>
            <a:endParaRPr lang="en-GB"/>
          </a:p>
        </p:txBody>
      </p:sp>
    </p:spTree>
    <p:extLst>
      <p:ext uri="{BB962C8B-B14F-4D97-AF65-F5344CB8AC3E}">
        <p14:creationId xmlns:p14="http://schemas.microsoft.com/office/powerpoint/2010/main" val="49958199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31ED0794-9995-430A-B305-37B685009D0F}" type="datetime1">
              <a:rPr lang="en-GB" noProof="0" smtClean="0"/>
              <a:t>19/02/2026</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2E1C88-3939-4832-BAAB-091D6FA96EB5}" type="slidenum">
              <a:rPr lang="en-GB" noProof="0" smtClean="0"/>
              <a:t>‹#›</a:t>
            </a:fld>
            <a:endParaRPr lang="en-GB" noProof="0"/>
          </a:p>
        </p:txBody>
      </p:sp>
    </p:spTree>
    <p:extLst>
      <p:ext uri="{BB962C8B-B14F-4D97-AF65-F5344CB8AC3E}">
        <p14:creationId xmlns:p14="http://schemas.microsoft.com/office/powerpoint/2010/main" val="131050048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Delete this slide when you’ve finished preparing the other slides.</a:t>
            </a:r>
          </a:p>
        </p:txBody>
      </p:sp>
      <p:sp>
        <p:nvSpPr>
          <p:cNvPr id="4" name="Slide Number Placeholder 3"/>
          <p:cNvSpPr>
            <a:spLocks noGrp="1"/>
          </p:cNvSpPr>
          <p:nvPr>
            <p:ph type="sldNum" sz="quarter" idx="10"/>
          </p:nvPr>
        </p:nvSpPr>
        <p:spPr/>
        <p:txBody>
          <a:bodyPr rtlCol="0"/>
          <a:lstStyle/>
          <a:p>
            <a:pPr rtl="0"/>
            <a:fld id="{012E1C88-3939-4832-BAAB-091D6FA96EB5}" type="slidenum">
              <a:rPr lang="en-GB" smtClean="0"/>
              <a:t>1</a:t>
            </a:fld>
            <a:endParaRPr lang="en-GB"/>
          </a:p>
        </p:txBody>
      </p:sp>
    </p:spTree>
    <p:extLst>
      <p:ext uri="{BB962C8B-B14F-4D97-AF65-F5344CB8AC3E}">
        <p14:creationId xmlns:p14="http://schemas.microsoft.com/office/powerpoint/2010/main" val="492598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2</a:t>
            </a:fld>
            <a:endParaRPr lang="en-GB"/>
          </a:p>
        </p:txBody>
      </p:sp>
    </p:spTree>
    <p:extLst>
      <p:ext uri="{BB962C8B-B14F-4D97-AF65-F5344CB8AC3E}">
        <p14:creationId xmlns:p14="http://schemas.microsoft.com/office/powerpoint/2010/main" val="4031010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4DEB2-10A7-89F2-BD92-50C070C42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C3ED0-DB06-C062-1B40-978C80E62D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5D65E0-C99B-C801-7C5A-0D2DAFFBCF8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A44D2D0-6D2A-AFF0-CBC9-88FC83E76371}"/>
              </a:ext>
            </a:extLst>
          </p:cNvPr>
          <p:cNvSpPr>
            <a:spLocks noGrp="1"/>
          </p:cNvSpPr>
          <p:nvPr>
            <p:ph type="sldNum" sz="quarter" idx="5"/>
          </p:nvPr>
        </p:nvSpPr>
        <p:spPr/>
        <p:txBody>
          <a:bodyPr/>
          <a:lstStyle/>
          <a:p>
            <a:pPr rtl="0"/>
            <a:fld id="{012E1C88-3939-4832-BAAB-091D6FA96EB5}" type="slidenum">
              <a:rPr lang="en-GB" smtClean="0"/>
              <a:t>3</a:t>
            </a:fld>
            <a:endParaRPr lang="en-GB"/>
          </a:p>
        </p:txBody>
      </p:sp>
    </p:spTree>
    <p:extLst>
      <p:ext uri="{BB962C8B-B14F-4D97-AF65-F5344CB8AC3E}">
        <p14:creationId xmlns:p14="http://schemas.microsoft.com/office/powerpoint/2010/main" val="2849276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F0649-921E-031F-38A4-46FCE2386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D9B59-B26B-F6F9-FF20-C7D58A994A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50C9C-EA6D-E9C7-241F-E403EC3DECB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B1523BA-2133-87D2-D163-B2E68FFAD909}"/>
              </a:ext>
            </a:extLst>
          </p:cNvPr>
          <p:cNvSpPr>
            <a:spLocks noGrp="1"/>
          </p:cNvSpPr>
          <p:nvPr>
            <p:ph type="sldNum" sz="quarter" idx="5"/>
          </p:nvPr>
        </p:nvSpPr>
        <p:spPr/>
        <p:txBody>
          <a:bodyPr/>
          <a:lstStyle/>
          <a:p>
            <a:pPr rtl="0"/>
            <a:fld id="{012E1C88-3939-4832-BAAB-091D6FA96EB5}" type="slidenum">
              <a:rPr lang="en-GB" smtClean="0"/>
              <a:t>4</a:t>
            </a:fld>
            <a:endParaRPr lang="en-GB"/>
          </a:p>
        </p:txBody>
      </p:sp>
    </p:spTree>
    <p:extLst>
      <p:ext uri="{BB962C8B-B14F-4D97-AF65-F5344CB8AC3E}">
        <p14:creationId xmlns:p14="http://schemas.microsoft.com/office/powerpoint/2010/main" val="3481790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94D5C-5C77-E6F5-EA6F-41C2732A3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8C40CC-20D1-8FB2-B543-742C7FE0A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E8A644-A7AA-B832-4E96-4FB2EAF2597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5783430-A75C-9270-FACB-16E1907BEF05}"/>
              </a:ext>
            </a:extLst>
          </p:cNvPr>
          <p:cNvSpPr>
            <a:spLocks noGrp="1"/>
          </p:cNvSpPr>
          <p:nvPr>
            <p:ph type="sldNum" sz="quarter" idx="5"/>
          </p:nvPr>
        </p:nvSpPr>
        <p:spPr/>
        <p:txBody>
          <a:bodyPr/>
          <a:lstStyle/>
          <a:p>
            <a:pPr rtl="0"/>
            <a:fld id="{012E1C88-3939-4832-BAAB-091D6FA96EB5}" type="slidenum">
              <a:rPr lang="en-GB" smtClean="0"/>
              <a:t>5</a:t>
            </a:fld>
            <a:endParaRPr lang="en-GB"/>
          </a:p>
        </p:txBody>
      </p:sp>
    </p:spTree>
    <p:extLst>
      <p:ext uri="{BB962C8B-B14F-4D97-AF65-F5344CB8AC3E}">
        <p14:creationId xmlns:p14="http://schemas.microsoft.com/office/powerpoint/2010/main" val="2740138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61EE9-67EF-77F9-F532-1874F27F3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A3998-83D8-1617-5757-AC8C94F974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6F6B12-ECF4-A5C6-89D3-DACBF24AD25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86790EE-95D1-EE14-998B-D440455D38FD}"/>
              </a:ext>
            </a:extLst>
          </p:cNvPr>
          <p:cNvSpPr>
            <a:spLocks noGrp="1"/>
          </p:cNvSpPr>
          <p:nvPr>
            <p:ph type="sldNum" sz="quarter" idx="5"/>
          </p:nvPr>
        </p:nvSpPr>
        <p:spPr/>
        <p:txBody>
          <a:bodyPr/>
          <a:lstStyle/>
          <a:p>
            <a:pPr rtl="0"/>
            <a:fld id="{012E1C88-3939-4832-BAAB-091D6FA96EB5}" type="slidenum">
              <a:rPr lang="en-GB" smtClean="0"/>
              <a:t>6</a:t>
            </a:fld>
            <a:endParaRPr lang="en-GB"/>
          </a:p>
        </p:txBody>
      </p:sp>
    </p:spTree>
    <p:extLst>
      <p:ext uri="{BB962C8B-B14F-4D97-AF65-F5344CB8AC3E}">
        <p14:creationId xmlns:p14="http://schemas.microsoft.com/office/powerpoint/2010/main" val="3006485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C1FC1-E0B8-A393-87E3-0C3B38019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2BC0B1-3C7A-C1A8-071C-B9622783C9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603B7-81A5-762D-FE78-852D8CDFEDF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5B0C338-A2AA-F317-937A-A17557B89D74}"/>
              </a:ext>
            </a:extLst>
          </p:cNvPr>
          <p:cNvSpPr>
            <a:spLocks noGrp="1"/>
          </p:cNvSpPr>
          <p:nvPr>
            <p:ph type="sldNum" sz="quarter" idx="5"/>
          </p:nvPr>
        </p:nvSpPr>
        <p:spPr/>
        <p:txBody>
          <a:bodyPr/>
          <a:lstStyle/>
          <a:p>
            <a:pPr rtl="0"/>
            <a:fld id="{012E1C88-3939-4832-BAAB-091D6FA96EB5}" type="slidenum">
              <a:rPr lang="en-GB" smtClean="0"/>
              <a:t>7</a:t>
            </a:fld>
            <a:endParaRPr lang="en-GB"/>
          </a:p>
        </p:txBody>
      </p:sp>
    </p:spTree>
    <p:extLst>
      <p:ext uri="{BB962C8B-B14F-4D97-AF65-F5344CB8AC3E}">
        <p14:creationId xmlns:p14="http://schemas.microsoft.com/office/powerpoint/2010/main" val="2832760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CBDB2-7473-48E8-47BC-61574C9FCA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79ED31-42A4-2A2F-2CC3-95DEF666D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47A48-6FC9-392E-2E46-BA9B0CD7A4E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7FD4700-A1B1-D556-691F-437BD69047DE}"/>
              </a:ext>
            </a:extLst>
          </p:cNvPr>
          <p:cNvSpPr>
            <a:spLocks noGrp="1"/>
          </p:cNvSpPr>
          <p:nvPr>
            <p:ph type="sldNum" sz="quarter" idx="5"/>
          </p:nvPr>
        </p:nvSpPr>
        <p:spPr/>
        <p:txBody>
          <a:bodyPr/>
          <a:lstStyle/>
          <a:p>
            <a:pPr rtl="0"/>
            <a:fld id="{012E1C88-3939-4832-BAAB-091D6FA96EB5}" type="slidenum">
              <a:rPr lang="en-GB" smtClean="0"/>
              <a:t>8</a:t>
            </a:fld>
            <a:endParaRPr lang="en-GB"/>
          </a:p>
        </p:txBody>
      </p:sp>
    </p:spTree>
    <p:extLst>
      <p:ext uri="{BB962C8B-B14F-4D97-AF65-F5344CB8AC3E}">
        <p14:creationId xmlns:p14="http://schemas.microsoft.com/office/powerpoint/2010/main" val="2249075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9</a:t>
            </a:fld>
            <a:endParaRPr lang="en-GB"/>
          </a:p>
        </p:txBody>
      </p:sp>
    </p:spTree>
    <p:extLst>
      <p:ext uri="{BB962C8B-B14F-4D97-AF65-F5344CB8AC3E}">
        <p14:creationId xmlns:p14="http://schemas.microsoft.com/office/powerpoint/2010/main" val="4052285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7D0F2-4B01-430B-9ED0-368B161553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C34D6-C6BF-F44E-942C-2975BF56A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2B6488-685E-DAB5-75AF-2F6FA35817C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B4BABAF-2360-11E6-486F-F162EFEBA98B}"/>
              </a:ext>
            </a:extLst>
          </p:cNvPr>
          <p:cNvSpPr>
            <a:spLocks noGrp="1"/>
          </p:cNvSpPr>
          <p:nvPr>
            <p:ph type="sldNum" sz="quarter" idx="5"/>
          </p:nvPr>
        </p:nvSpPr>
        <p:spPr/>
        <p:txBody>
          <a:bodyPr/>
          <a:lstStyle/>
          <a:p>
            <a:pPr rtl="0"/>
            <a:fld id="{012E1C88-3939-4832-BAAB-091D6FA96EB5}" type="slidenum">
              <a:rPr lang="en-GB" smtClean="0"/>
              <a:t>10</a:t>
            </a:fld>
            <a:endParaRPr lang="en-GB"/>
          </a:p>
        </p:txBody>
      </p:sp>
    </p:spTree>
    <p:extLst>
      <p:ext uri="{BB962C8B-B14F-4D97-AF65-F5344CB8AC3E}">
        <p14:creationId xmlns:p14="http://schemas.microsoft.com/office/powerpoint/2010/main" val="1847859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C1809-5C14-B494-151A-64B07C32B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8C07AA-1E47-4009-AF47-564E04C4E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518D62-9BD3-C178-C79B-1D0DA50BEC3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3240FDA-EDEB-FCEB-55EC-4E4D0DD2E135}"/>
              </a:ext>
            </a:extLst>
          </p:cNvPr>
          <p:cNvSpPr>
            <a:spLocks noGrp="1"/>
          </p:cNvSpPr>
          <p:nvPr>
            <p:ph type="sldNum" sz="quarter" idx="5"/>
          </p:nvPr>
        </p:nvSpPr>
        <p:spPr/>
        <p:txBody>
          <a:bodyPr/>
          <a:lstStyle/>
          <a:p>
            <a:pPr rtl="0"/>
            <a:fld id="{012E1C88-3939-4832-BAAB-091D6FA96EB5}" type="slidenum">
              <a:rPr lang="en-GB" smtClean="0"/>
              <a:t>11</a:t>
            </a:fld>
            <a:endParaRPr lang="en-GB"/>
          </a:p>
        </p:txBody>
      </p:sp>
    </p:spTree>
    <p:extLst>
      <p:ext uri="{BB962C8B-B14F-4D97-AF65-F5344CB8AC3E}">
        <p14:creationId xmlns:p14="http://schemas.microsoft.com/office/powerpoint/2010/main" val="328447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77D1C-AA20-E385-9869-9D791F450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DEAF29-9319-1A8C-812B-2899A8D76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B9BBBD-9933-BE2D-37BC-6CD50834A05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A790DEE-26B6-6CD7-4924-D0A77250E845}"/>
              </a:ext>
            </a:extLst>
          </p:cNvPr>
          <p:cNvSpPr>
            <a:spLocks noGrp="1"/>
          </p:cNvSpPr>
          <p:nvPr>
            <p:ph type="sldNum" sz="quarter" idx="5"/>
          </p:nvPr>
        </p:nvSpPr>
        <p:spPr/>
        <p:txBody>
          <a:bodyPr/>
          <a:lstStyle/>
          <a:p>
            <a:pPr rtl="0"/>
            <a:fld id="{012E1C88-3939-4832-BAAB-091D6FA96EB5}" type="slidenum">
              <a:rPr lang="en-GB" smtClean="0"/>
              <a:t>12</a:t>
            </a:fld>
            <a:endParaRPr lang="en-GB"/>
          </a:p>
        </p:txBody>
      </p:sp>
    </p:spTree>
    <p:extLst>
      <p:ext uri="{BB962C8B-B14F-4D97-AF65-F5344CB8AC3E}">
        <p14:creationId xmlns:p14="http://schemas.microsoft.com/office/powerpoint/2010/main" val="33289967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2A142-9D97-2EBE-35AA-DA724D72A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1A950-7C27-29B7-7015-E78EB92944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9BE7CB-6C38-D8E1-EEAA-2EDB32DFE9E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1981B3C-F6CE-867F-5482-54D0CB367A4C}"/>
              </a:ext>
            </a:extLst>
          </p:cNvPr>
          <p:cNvSpPr>
            <a:spLocks noGrp="1"/>
          </p:cNvSpPr>
          <p:nvPr>
            <p:ph type="sldNum" sz="quarter" idx="5"/>
          </p:nvPr>
        </p:nvSpPr>
        <p:spPr/>
        <p:txBody>
          <a:bodyPr/>
          <a:lstStyle/>
          <a:p>
            <a:pPr rtl="0"/>
            <a:fld id="{012E1C88-3939-4832-BAAB-091D6FA96EB5}" type="slidenum">
              <a:rPr lang="en-GB" smtClean="0"/>
              <a:t>13</a:t>
            </a:fld>
            <a:endParaRPr lang="en-GB"/>
          </a:p>
        </p:txBody>
      </p:sp>
    </p:spTree>
    <p:extLst>
      <p:ext uri="{BB962C8B-B14F-4D97-AF65-F5344CB8AC3E}">
        <p14:creationId xmlns:p14="http://schemas.microsoft.com/office/powerpoint/2010/main" val="3068334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D7BF7-A88E-1C41-3F7A-0B268137CF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2DBFD-BEA4-1ADC-38B5-0F9A6977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3CF98-9A29-2688-C83D-F385725184A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F96E603-60F8-661F-A24F-DF7081085292}"/>
              </a:ext>
            </a:extLst>
          </p:cNvPr>
          <p:cNvSpPr>
            <a:spLocks noGrp="1"/>
          </p:cNvSpPr>
          <p:nvPr>
            <p:ph type="sldNum" sz="quarter" idx="5"/>
          </p:nvPr>
        </p:nvSpPr>
        <p:spPr/>
        <p:txBody>
          <a:bodyPr/>
          <a:lstStyle/>
          <a:p>
            <a:pPr rtl="0"/>
            <a:fld id="{012E1C88-3939-4832-BAAB-091D6FA96EB5}" type="slidenum">
              <a:rPr lang="en-GB" smtClean="0"/>
              <a:t>14</a:t>
            </a:fld>
            <a:endParaRPr lang="en-GB"/>
          </a:p>
        </p:txBody>
      </p:sp>
    </p:spTree>
    <p:extLst>
      <p:ext uri="{BB962C8B-B14F-4D97-AF65-F5344CB8AC3E}">
        <p14:creationId xmlns:p14="http://schemas.microsoft.com/office/powerpoint/2010/main" val="2477754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84D74-DF0B-9923-330A-7CBBA2504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197A54-EA03-D9E3-0D23-080BD03785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242CA-0C72-6D20-C28D-84BF3137E1F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5B27F7C-381E-3D8A-50D0-E6A9C1C1E6CB}"/>
              </a:ext>
            </a:extLst>
          </p:cNvPr>
          <p:cNvSpPr>
            <a:spLocks noGrp="1"/>
          </p:cNvSpPr>
          <p:nvPr>
            <p:ph type="sldNum" sz="quarter" idx="5"/>
          </p:nvPr>
        </p:nvSpPr>
        <p:spPr/>
        <p:txBody>
          <a:bodyPr/>
          <a:lstStyle/>
          <a:p>
            <a:pPr rtl="0"/>
            <a:fld id="{012E1C88-3939-4832-BAAB-091D6FA96EB5}" type="slidenum">
              <a:rPr lang="en-GB" smtClean="0"/>
              <a:t>15</a:t>
            </a:fld>
            <a:endParaRPr lang="en-GB"/>
          </a:p>
        </p:txBody>
      </p:sp>
    </p:spTree>
    <p:extLst>
      <p:ext uri="{BB962C8B-B14F-4D97-AF65-F5344CB8AC3E}">
        <p14:creationId xmlns:p14="http://schemas.microsoft.com/office/powerpoint/2010/main" val="1759014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D14C-4F23-72D0-1C97-49039D4918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AFFFF-CF14-00DE-D2A4-659EA71540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1A14B7-84BD-377E-63DA-2EF0F74F738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A36D415-798B-59CF-7798-C990F72DF3F1}"/>
              </a:ext>
            </a:extLst>
          </p:cNvPr>
          <p:cNvSpPr>
            <a:spLocks noGrp="1"/>
          </p:cNvSpPr>
          <p:nvPr>
            <p:ph type="sldNum" sz="quarter" idx="5"/>
          </p:nvPr>
        </p:nvSpPr>
        <p:spPr/>
        <p:txBody>
          <a:bodyPr/>
          <a:lstStyle/>
          <a:p>
            <a:pPr rtl="0"/>
            <a:fld id="{012E1C88-3939-4832-BAAB-091D6FA96EB5}" type="slidenum">
              <a:rPr lang="en-GB" smtClean="0"/>
              <a:t>16</a:t>
            </a:fld>
            <a:endParaRPr lang="en-GB"/>
          </a:p>
        </p:txBody>
      </p:sp>
    </p:spTree>
    <p:extLst>
      <p:ext uri="{BB962C8B-B14F-4D97-AF65-F5344CB8AC3E}">
        <p14:creationId xmlns:p14="http://schemas.microsoft.com/office/powerpoint/2010/main" val="3655158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86A52-32D4-E916-160A-645D8E447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B9A0D-6DD8-F3A8-4AE2-E2A743E542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B10B7-07F5-9E5B-649D-DC6703E028F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F1FBDDE-9A9F-B404-968E-369098F304B8}"/>
              </a:ext>
            </a:extLst>
          </p:cNvPr>
          <p:cNvSpPr>
            <a:spLocks noGrp="1"/>
          </p:cNvSpPr>
          <p:nvPr>
            <p:ph type="sldNum" sz="quarter" idx="5"/>
          </p:nvPr>
        </p:nvSpPr>
        <p:spPr/>
        <p:txBody>
          <a:bodyPr/>
          <a:lstStyle/>
          <a:p>
            <a:pPr rtl="0"/>
            <a:fld id="{012E1C88-3939-4832-BAAB-091D6FA96EB5}" type="slidenum">
              <a:rPr lang="en-GB" smtClean="0"/>
              <a:t>17</a:t>
            </a:fld>
            <a:endParaRPr lang="en-GB"/>
          </a:p>
        </p:txBody>
      </p:sp>
    </p:spTree>
    <p:extLst>
      <p:ext uri="{BB962C8B-B14F-4D97-AF65-F5344CB8AC3E}">
        <p14:creationId xmlns:p14="http://schemas.microsoft.com/office/powerpoint/2010/main" val="1056607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F3385-0E87-4CDF-83AC-8AC34FE3A9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349BB-91A2-4270-6577-293B307884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0D2AE-D71A-5D03-ACD4-E9E94D4A211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2F162BB-FD20-FEAA-4D0D-6FE75E130172}"/>
              </a:ext>
            </a:extLst>
          </p:cNvPr>
          <p:cNvSpPr>
            <a:spLocks noGrp="1"/>
          </p:cNvSpPr>
          <p:nvPr>
            <p:ph type="sldNum" sz="quarter" idx="5"/>
          </p:nvPr>
        </p:nvSpPr>
        <p:spPr/>
        <p:txBody>
          <a:bodyPr/>
          <a:lstStyle/>
          <a:p>
            <a:pPr rtl="0"/>
            <a:fld id="{012E1C88-3939-4832-BAAB-091D6FA96EB5}" type="slidenum">
              <a:rPr lang="en-GB" smtClean="0"/>
              <a:t>18</a:t>
            </a:fld>
            <a:endParaRPr lang="en-GB"/>
          </a:p>
        </p:txBody>
      </p:sp>
    </p:spTree>
    <p:extLst>
      <p:ext uri="{BB962C8B-B14F-4D97-AF65-F5344CB8AC3E}">
        <p14:creationId xmlns:p14="http://schemas.microsoft.com/office/powerpoint/2010/main" val="27840247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06A49-17AC-BB85-03AC-317C430BB5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6C808-1EE2-2274-F906-E497432BA8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75AFAB-E58F-D346-889F-C9BF3DC80C8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CB66BCB-43E3-957A-1506-372446A4C81F}"/>
              </a:ext>
            </a:extLst>
          </p:cNvPr>
          <p:cNvSpPr>
            <a:spLocks noGrp="1"/>
          </p:cNvSpPr>
          <p:nvPr>
            <p:ph type="sldNum" sz="quarter" idx="5"/>
          </p:nvPr>
        </p:nvSpPr>
        <p:spPr/>
        <p:txBody>
          <a:bodyPr/>
          <a:lstStyle/>
          <a:p>
            <a:pPr rtl="0"/>
            <a:fld id="{012E1C88-3939-4832-BAAB-091D6FA96EB5}" type="slidenum">
              <a:rPr lang="en-GB" smtClean="0"/>
              <a:t>19</a:t>
            </a:fld>
            <a:endParaRPr lang="en-GB"/>
          </a:p>
        </p:txBody>
      </p:sp>
    </p:spTree>
    <p:extLst>
      <p:ext uri="{BB962C8B-B14F-4D97-AF65-F5344CB8AC3E}">
        <p14:creationId xmlns:p14="http://schemas.microsoft.com/office/powerpoint/2010/main" val="3012906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4D56F-8D08-CADF-0112-D24A57C5C0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2CE31-2D84-128A-DFC4-F5AA4C84F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F7DFA5-F64B-BF35-E630-568150B2C69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630E00D-332B-089D-A799-471EEF7606CF}"/>
              </a:ext>
            </a:extLst>
          </p:cNvPr>
          <p:cNvSpPr>
            <a:spLocks noGrp="1"/>
          </p:cNvSpPr>
          <p:nvPr>
            <p:ph type="sldNum" sz="quarter" idx="5"/>
          </p:nvPr>
        </p:nvSpPr>
        <p:spPr/>
        <p:txBody>
          <a:bodyPr/>
          <a:lstStyle/>
          <a:p>
            <a:pPr rtl="0"/>
            <a:fld id="{012E1C88-3939-4832-BAAB-091D6FA96EB5}" type="slidenum">
              <a:rPr lang="en-GB" smtClean="0"/>
              <a:t>20</a:t>
            </a:fld>
            <a:endParaRPr lang="en-GB"/>
          </a:p>
        </p:txBody>
      </p:sp>
    </p:spTree>
    <p:extLst>
      <p:ext uri="{BB962C8B-B14F-4D97-AF65-F5344CB8AC3E}">
        <p14:creationId xmlns:p14="http://schemas.microsoft.com/office/powerpoint/2010/main" val="28657010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92DFF-E513-EDA3-89F1-9147986856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F6C540-168F-B15D-18ED-7D70E68DA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6C5FA-EA23-44F4-0463-232459FF178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8451222-4868-4FAB-78FA-5F91140BDB16}"/>
              </a:ext>
            </a:extLst>
          </p:cNvPr>
          <p:cNvSpPr>
            <a:spLocks noGrp="1"/>
          </p:cNvSpPr>
          <p:nvPr>
            <p:ph type="sldNum" sz="quarter" idx="5"/>
          </p:nvPr>
        </p:nvSpPr>
        <p:spPr/>
        <p:txBody>
          <a:bodyPr/>
          <a:lstStyle/>
          <a:p>
            <a:pPr rtl="0"/>
            <a:fld id="{012E1C88-3939-4832-BAAB-091D6FA96EB5}" type="slidenum">
              <a:rPr lang="en-GB" smtClean="0"/>
              <a:t>21</a:t>
            </a:fld>
            <a:endParaRPr lang="en-GB"/>
          </a:p>
        </p:txBody>
      </p:sp>
    </p:spTree>
    <p:extLst>
      <p:ext uri="{BB962C8B-B14F-4D97-AF65-F5344CB8AC3E}">
        <p14:creationId xmlns:p14="http://schemas.microsoft.com/office/powerpoint/2010/main" val="1132155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92A75-5642-B0C1-4C3B-18D1D0A2D0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94EE7-4151-5646-32EE-FF0D0E6974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A12062-DFBA-9DE0-6AAF-67BF46C00D0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D4D45A2-D18D-C255-8DE0-8FC02DE0B601}"/>
              </a:ext>
            </a:extLst>
          </p:cNvPr>
          <p:cNvSpPr>
            <a:spLocks noGrp="1"/>
          </p:cNvSpPr>
          <p:nvPr>
            <p:ph type="sldNum" sz="quarter" idx="5"/>
          </p:nvPr>
        </p:nvSpPr>
        <p:spPr/>
        <p:txBody>
          <a:bodyPr/>
          <a:lstStyle/>
          <a:p>
            <a:pPr rtl="0"/>
            <a:fld id="{012E1C88-3939-4832-BAAB-091D6FA96EB5}" type="slidenum">
              <a:rPr lang="en-GB" smtClean="0"/>
              <a:t>22</a:t>
            </a:fld>
            <a:endParaRPr lang="en-GB"/>
          </a:p>
        </p:txBody>
      </p:sp>
    </p:spTree>
    <p:extLst>
      <p:ext uri="{BB962C8B-B14F-4D97-AF65-F5344CB8AC3E}">
        <p14:creationId xmlns:p14="http://schemas.microsoft.com/office/powerpoint/2010/main" val="33668699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8C752-D2CA-BDA7-8BAB-B62D3559D5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CED86-FB4E-547D-59BC-9C4AC64AED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9FE6EA-E114-9C80-BC61-0FB3726B454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E5C8312-72C9-C59B-97A7-917F0E5661F5}"/>
              </a:ext>
            </a:extLst>
          </p:cNvPr>
          <p:cNvSpPr>
            <a:spLocks noGrp="1"/>
          </p:cNvSpPr>
          <p:nvPr>
            <p:ph type="sldNum" sz="quarter" idx="5"/>
          </p:nvPr>
        </p:nvSpPr>
        <p:spPr/>
        <p:txBody>
          <a:bodyPr/>
          <a:lstStyle/>
          <a:p>
            <a:pPr rtl="0"/>
            <a:fld id="{012E1C88-3939-4832-BAAB-091D6FA96EB5}" type="slidenum">
              <a:rPr lang="en-GB" smtClean="0"/>
              <a:t>23</a:t>
            </a:fld>
            <a:endParaRPr lang="en-GB"/>
          </a:p>
        </p:txBody>
      </p:sp>
    </p:spTree>
    <p:extLst>
      <p:ext uri="{BB962C8B-B14F-4D97-AF65-F5344CB8AC3E}">
        <p14:creationId xmlns:p14="http://schemas.microsoft.com/office/powerpoint/2010/main" val="14479007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220F6-CC39-6561-D94B-944DA3985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D6388-A043-385A-482A-E185C680BC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8BF05A-1626-A9F5-8915-5B4C2B34DF2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EE86E6C-0076-AE8E-CFA8-56FCB4C8B7D6}"/>
              </a:ext>
            </a:extLst>
          </p:cNvPr>
          <p:cNvSpPr>
            <a:spLocks noGrp="1"/>
          </p:cNvSpPr>
          <p:nvPr>
            <p:ph type="sldNum" sz="quarter" idx="5"/>
          </p:nvPr>
        </p:nvSpPr>
        <p:spPr/>
        <p:txBody>
          <a:bodyPr/>
          <a:lstStyle/>
          <a:p>
            <a:pPr rtl="0"/>
            <a:fld id="{012E1C88-3939-4832-BAAB-091D6FA96EB5}" type="slidenum">
              <a:rPr lang="en-GB" smtClean="0"/>
              <a:t>24</a:t>
            </a:fld>
            <a:endParaRPr lang="en-GB"/>
          </a:p>
        </p:txBody>
      </p:sp>
    </p:spTree>
    <p:extLst>
      <p:ext uri="{BB962C8B-B14F-4D97-AF65-F5344CB8AC3E}">
        <p14:creationId xmlns:p14="http://schemas.microsoft.com/office/powerpoint/2010/main" val="4839743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25</a:t>
            </a:fld>
            <a:endParaRPr lang="en-GB"/>
          </a:p>
        </p:txBody>
      </p:sp>
    </p:spTree>
    <p:extLst>
      <p:ext uri="{BB962C8B-B14F-4D97-AF65-F5344CB8AC3E}">
        <p14:creationId xmlns:p14="http://schemas.microsoft.com/office/powerpoint/2010/main" val="42307520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9200E-D38D-915D-AD4E-A1840DBFF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42BED-794F-ABDE-E343-06FA2B50B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75384-5C13-B799-8011-8EB5D550AB0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395676B-4D22-9EF8-4B51-AA2ECC1A1F12}"/>
              </a:ext>
            </a:extLst>
          </p:cNvPr>
          <p:cNvSpPr>
            <a:spLocks noGrp="1"/>
          </p:cNvSpPr>
          <p:nvPr>
            <p:ph type="sldNum" sz="quarter" idx="5"/>
          </p:nvPr>
        </p:nvSpPr>
        <p:spPr/>
        <p:txBody>
          <a:bodyPr/>
          <a:lstStyle/>
          <a:p>
            <a:pPr rtl="0"/>
            <a:fld id="{012E1C88-3939-4832-BAAB-091D6FA96EB5}" type="slidenum">
              <a:rPr lang="en-GB" smtClean="0"/>
              <a:t>26</a:t>
            </a:fld>
            <a:endParaRPr lang="en-GB"/>
          </a:p>
        </p:txBody>
      </p:sp>
    </p:spTree>
    <p:extLst>
      <p:ext uri="{BB962C8B-B14F-4D97-AF65-F5344CB8AC3E}">
        <p14:creationId xmlns:p14="http://schemas.microsoft.com/office/powerpoint/2010/main" val="35102955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9DF8F-FF7D-0101-888C-79CF3D3DC7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79086-CAF0-96B9-EEE8-E1A864CFF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940049-A041-4E42-4FD2-2E72B19DAA5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5B73838-331C-7ED2-CF46-0DABA4DAA37E}"/>
              </a:ext>
            </a:extLst>
          </p:cNvPr>
          <p:cNvSpPr>
            <a:spLocks noGrp="1"/>
          </p:cNvSpPr>
          <p:nvPr>
            <p:ph type="sldNum" sz="quarter" idx="5"/>
          </p:nvPr>
        </p:nvSpPr>
        <p:spPr/>
        <p:txBody>
          <a:bodyPr/>
          <a:lstStyle/>
          <a:p>
            <a:pPr rtl="0"/>
            <a:fld id="{012E1C88-3939-4832-BAAB-091D6FA96EB5}" type="slidenum">
              <a:rPr lang="en-GB" smtClean="0"/>
              <a:t>27</a:t>
            </a:fld>
            <a:endParaRPr lang="en-GB"/>
          </a:p>
        </p:txBody>
      </p:sp>
    </p:spTree>
    <p:extLst>
      <p:ext uri="{BB962C8B-B14F-4D97-AF65-F5344CB8AC3E}">
        <p14:creationId xmlns:p14="http://schemas.microsoft.com/office/powerpoint/2010/main" val="9566107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9E3C5-130A-7E06-BA33-60D4FEAC10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A2FB2D-61C6-8A0C-F579-CAD66CCE6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088-E9D9-5987-72A0-2E83FEC803B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0E4F3EF-2E8B-6AB1-D3DE-122FA5F83936}"/>
              </a:ext>
            </a:extLst>
          </p:cNvPr>
          <p:cNvSpPr>
            <a:spLocks noGrp="1"/>
          </p:cNvSpPr>
          <p:nvPr>
            <p:ph type="sldNum" sz="quarter" idx="5"/>
          </p:nvPr>
        </p:nvSpPr>
        <p:spPr/>
        <p:txBody>
          <a:bodyPr/>
          <a:lstStyle/>
          <a:p>
            <a:pPr rtl="0"/>
            <a:fld id="{012E1C88-3939-4832-BAAB-091D6FA96EB5}" type="slidenum">
              <a:rPr lang="en-GB" smtClean="0"/>
              <a:t>28</a:t>
            </a:fld>
            <a:endParaRPr lang="en-GB"/>
          </a:p>
        </p:txBody>
      </p:sp>
    </p:spTree>
    <p:extLst>
      <p:ext uri="{BB962C8B-B14F-4D97-AF65-F5344CB8AC3E}">
        <p14:creationId xmlns:p14="http://schemas.microsoft.com/office/powerpoint/2010/main" val="27705849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EEE69-8EF5-77B9-D632-533779153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1F50D8-F85C-C33F-C7AA-C1841E7259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BF4E4-4867-2B2D-C8D9-D1161502CF4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CB33F0F-1A9A-35CE-5A74-B5319683D2FD}"/>
              </a:ext>
            </a:extLst>
          </p:cNvPr>
          <p:cNvSpPr>
            <a:spLocks noGrp="1"/>
          </p:cNvSpPr>
          <p:nvPr>
            <p:ph type="sldNum" sz="quarter" idx="5"/>
          </p:nvPr>
        </p:nvSpPr>
        <p:spPr/>
        <p:txBody>
          <a:bodyPr/>
          <a:lstStyle/>
          <a:p>
            <a:pPr rtl="0"/>
            <a:fld id="{012E1C88-3939-4832-BAAB-091D6FA96EB5}" type="slidenum">
              <a:rPr lang="en-GB" smtClean="0"/>
              <a:t>29</a:t>
            </a:fld>
            <a:endParaRPr lang="en-GB"/>
          </a:p>
        </p:txBody>
      </p:sp>
    </p:spTree>
    <p:extLst>
      <p:ext uri="{BB962C8B-B14F-4D97-AF65-F5344CB8AC3E}">
        <p14:creationId xmlns:p14="http://schemas.microsoft.com/office/powerpoint/2010/main" val="17220837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7AA51-886A-927D-2259-2D33CC1D1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B291A2-5196-67D2-9D1D-393C205650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5FB40-3B0A-312D-02BD-435B36AADB6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911AB57-CB1C-CDED-9D80-DAA0688C813A}"/>
              </a:ext>
            </a:extLst>
          </p:cNvPr>
          <p:cNvSpPr>
            <a:spLocks noGrp="1"/>
          </p:cNvSpPr>
          <p:nvPr>
            <p:ph type="sldNum" sz="quarter" idx="5"/>
          </p:nvPr>
        </p:nvSpPr>
        <p:spPr/>
        <p:txBody>
          <a:bodyPr/>
          <a:lstStyle/>
          <a:p>
            <a:pPr rtl="0"/>
            <a:fld id="{012E1C88-3939-4832-BAAB-091D6FA96EB5}" type="slidenum">
              <a:rPr lang="en-GB" smtClean="0"/>
              <a:t>30</a:t>
            </a:fld>
            <a:endParaRPr lang="en-GB"/>
          </a:p>
        </p:txBody>
      </p:sp>
    </p:spTree>
    <p:extLst>
      <p:ext uri="{BB962C8B-B14F-4D97-AF65-F5344CB8AC3E}">
        <p14:creationId xmlns:p14="http://schemas.microsoft.com/office/powerpoint/2010/main" val="29403395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31</a:t>
            </a:fld>
            <a:endParaRPr lang="en-GB"/>
          </a:p>
        </p:txBody>
      </p:sp>
    </p:spTree>
    <p:extLst>
      <p:ext uri="{BB962C8B-B14F-4D97-AF65-F5344CB8AC3E}">
        <p14:creationId xmlns:p14="http://schemas.microsoft.com/office/powerpoint/2010/main" val="2356341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2B1BD-0CEB-0520-C546-24D4181A35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E6C5490-64BF-0E68-A663-BFE3CA78B9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C9A5C2D-3FB7-B110-9C9B-94C03DF478E9}"/>
              </a:ext>
            </a:extLst>
          </p:cNvPr>
          <p:cNvSpPr>
            <a:spLocks noGrp="1"/>
          </p:cNvSpPr>
          <p:nvPr>
            <p:ph type="dt" sz="half" idx="10"/>
          </p:nvPr>
        </p:nvSpPr>
        <p:spPr/>
        <p:txBody>
          <a:bodyPr/>
          <a:lstStyle/>
          <a:p>
            <a:pPr rtl="0"/>
            <a:fld id="{7A78F742-61F2-4FBD-B743-761C8864724A}" type="datetime8">
              <a:rPr lang="en-GB" noProof="0" smtClean="0"/>
              <a:t>19/02/2026 08:41</a:t>
            </a:fld>
            <a:endParaRPr lang="en-GB" noProof="0"/>
          </a:p>
        </p:txBody>
      </p:sp>
      <p:sp>
        <p:nvSpPr>
          <p:cNvPr id="5" name="Footer Placeholder 4">
            <a:extLst>
              <a:ext uri="{FF2B5EF4-FFF2-40B4-BE49-F238E27FC236}">
                <a16:creationId xmlns:a16="http://schemas.microsoft.com/office/drawing/2014/main" id="{CFD062CB-0F35-2506-F051-F8277AFAEA9F}"/>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C3E7CDF2-A542-3A0D-9049-25E6DD0EBDE3}"/>
              </a:ext>
            </a:extLst>
          </p:cNvPr>
          <p:cNvSpPr>
            <a:spLocks noGrp="1"/>
          </p:cNvSpPr>
          <p:nvPr>
            <p:ph type="sldNum" sz="quarter" idx="12"/>
          </p:nvPr>
        </p:nvSpPr>
        <p:spPr/>
        <p:txBody>
          <a:bodyPr/>
          <a:lstStyle/>
          <a:p>
            <a:pPr rtl="0"/>
            <a:fld id="{C5C3056E-1632-4A65-A24F-3F10A1450A6E}" type="slidenum">
              <a:rPr lang="en-GB" noProof="0" smtClean="0"/>
              <a:pPr/>
              <a:t>‹#›</a:t>
            </a:fld>
            <a:endParaRPr lang="en-GB" noProof="0"/>
          </a:p>
        </p:txBody>
      </p:sp>
    </p:spTree>
    <p:extLst>
      <p:ext uri="{BB962C8B-B14F-4D97-AF65-F5344CB8AC3E}">
        <p14:creationId xmlns:p14="http://schemas.microsoft.com/office/powerpoint/2010/main" val="3429004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6DE3-FA01-5E33-459B-AFC61EBEB99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A949EE2-F071-948D-FDF3-7C87F1F0C1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981D9C-8BE9-DAF7-6F2D-229813B3F144}"/>
              </a:ext>
            </a:extLst>
          </p:cNvPr>
          <p:cNvSpPr>
            <a:spLocks noGrp="1"/>
          </p:cNvSpPr>
          <p:nvPr>
            <p:ph type="dt" sz="half" idx="10"/>
          </p:nvPr>
        </p:nvSpPr>
        <p:spPr/>
        <p:txBody>
          <a:bodyPr/>
          <a:lstStyle/>
          <a:p>
            <a:pPr rtl="0"/>
            <a:fld id="{5047E1E8-52C1-4CF6-8E50-E4E6A81E9407}" type="datetime8">
              <a:rPr lang="en-GB" noProof="0" smtClean="0"/>
              <a:t>19/02/2026 08:41</a:t>
            </a:fld>
            <a:endParaRPr lang="en-GB" noProof="0"/>
          </a:p>
        </p:txBody>
      </p:sp>
      <p:sp>
        <p:nvSpPr>
          <p:cNvPr id="5" name="Footer Placeholder 4">
            <a:extLst>
              <a:ext uri="{FF2B5EF4-FFF2-40B4-BE49-F238E27FC236}">
                <a16:creationId xmlns:a16="http://schemas.microsoft.com/office/drawing/2014/main" id="{C2F67CEC-9194-2DD0-23ED-C594943CE2BE}"/>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2882E7DF-5FEA-3908-5703-2B0ED55A145B}"/>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
        <p:nvSpPr>
          <p:cNvPr id="7" name="Rectangle 6">
            <a:extLst>
              <a:ext uri="{FF2B5EF4-FFF2-40B4-BE49-F238E27FC236}">
                <a16:creationId xmlns:a16="http://schemas.microsoft.com/office/drawing/2014/main" id="{858E4094-FAC9-8C4D-A7B7-1154712F0786}"/>
              </a:ext>
            </a:extLst>
          </p:cNvPr>
          <p:cNvSpPr>
            <a:spLocks noChangeAspect="1"/>
          </p:cNvSpPr>
          <p:nvPr userDrawn="1"/>
        </p:nvSpPr>
        <p:spPr bwMode="white">
          <a:xfrm>
            <a:off x="445982"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4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772662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132E5-716E-4AE8-DFEE-C4161E9CD5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09E2B9A-7233-9BFB-EA20-65FBA7910F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C9CE7D-4052-CB8E-05B4-A1F75C3E2ED3}"/>
              </a:ext>
            </a:extLst>
          </p:cNvPr>
          <p:cNvSpPr>
            <a:spLocks noGrp="1"/>
          </p:cNvSpPr>
          <p:nvPr>
            <p:ph type="dt" sz="half" idx="10"/>
          </p:nvPr>
        </p:nvSpPr>
        <p:spPr/>
        <p:txBody>
          <a:bodyPr/>
          <a:lstStyle/>
          <a:p>
            <a:pPr rtl="0"/>
            <a:fld id="{D313E7AC-0A89-4AE3-945A-C41498967886}" type="datetime8">
              <a:rPr lang="en-GB" noProof="0" smtClean="0"/>
              <a:t>19/02/2026 08:41</a:t>
            </a:fld>
            <a:endParaRPr lang="en-GB" noProof="0"/>
          </a:p>
        </p:txBody>
      </p:sp>
      <p:sp>
        <p:nvSpPr>
          <p:cNvPr id="5" name="Footer Placeholder 4">
            <a:extLst>
              <a:ext uri="{FF2B5EF4-FFF2-40B4-BE49-F238E27FC236}">
                <a16:creationId xmlns:a16="http://schemas.microsoft.com/office/drawing/2014/main" id="{A24E962D-4ADE-C7C1-F33E-B8004662D0D5}"/>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64EB0288-0021-2252-39DD-C080BD491DA9}"/>
              </a:ext>
            </a:extLst>
          </p:cNvPr>
          <p:cNvSpPr>
            <a:spLocks noGrp="1"/>
          </p:cNvSpPr>
          <p:nvPr>
            <p:ph type="sldNum" sz="quarter" idx="12"/>
          </p:nvPr>
        </p:nvSpPr>
        <p:spPr/>
        <p:txBody>
          <a:bodyPr/>
          <a:lstStyle/>
          <a:p>
            <a:pPr rtl="0"/>
            <a:fld id="{C5C3056E-1632-4A65-A24F-3F10A1450A6E}" type="slidenum">
              <a:rPr lang="en-GB" noProof="0" smtClean="0"/>
              <a:pPr/>
              <a:t>‹#›</a:t>
            </a:fld>
            <a:endParaRPr lang="en-GB" noProof="0"/>
          </a:p>
        </p:txBody>
      </p:sp>
    </p:spTree>
    <p:extLst>
      <p:ext uri="{BB962C8B-B14F-4D97-AF65-F5344CB8AC3E}">
        <p14:creationId xmlns:p14="http://schemas.microsoft.com/office/powerpoint/2010/main" val="604803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859A2-A4EC-673C-1E28-EA6B3790DBA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3C4EF49-DF7B-075F-90EC-68F5E3DA69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ECF42EB-C1BF-7484-FA1F-9CE00E4FBF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F001BE6-5730-D734-E3F9-328BDD91A9BD}"/>
              </a:ext>
            </a:extLst>
          </p:cNvPr>
          <p:cNvSpPr>
            <a:spLocks noGrp="1"/>
          </p:cNvSpPr>
          <p:nvPr>
            <p:ph type="dt" sz="half" idx="10"/>
          </p:nvPr>
        </p:nvSpPr>
        <p:spPr/>
        <p:txBody>
          <a:bodyPr/>
          <a:lstStyle/>
          <a:p>
            <a:pPr rtl="0"/>
            <a:fld id="{2AA70CA8-7103-4BDE-AFB1-E1448C9A38DF}" type="datetime8">
              <a:rPr lang="en-GB" noProof="0" smtClean="0"/>
              <a:t>19/02/2026 08:41</a:t>
            </a:fld>
            <a:endParaRPr lang="en-GB" noProof="0"/>
          </a:p>
        </p:txBody>
      </p:sp>
      <p:sp>
        <p:nvSpPr>
          <p:cNvPr id="6" name="Footer Placeholder 5">
            <a:extLst>
              <a:ext uri="{FF2B5EF4-FFF2-40B4-BE49-F238E27FC236}">
                <a16:creationId xmlns:a16="http://schemas.microsoft.com/office/drawing/2014/main" id="{1E210182-265A-4B95-1177-E3B2ACBF0DA0}"/>
              </a:ext>
            </a:extLst>
          </p:cNvPr>
          <p:cNvSpPr>
            <a:spLocks noGrp="1"/>
          </p:cNvSpPr>
          <p:nvPr>
            <p:ph type="ftr" sz="quarter" idx="11"/>
          </p:nvPr>
        </p:nvSpPr>
        <p:spPr/>
        <p:txBody>
          <a:bodyPr/>
          <a:lstStyle/>
          <a:p>
            <a:pPr rtl="0"/>
            <a:r>
              <a:rPr lang="en-GB" noProof="0"/>
              <a:t>ADD A FOOTER</a:t>
            </a:r>
          </a:p>
        </p:txBody>
      </p:sp>
      <p:sp>
        <p:nvSpPr>
          <p:cNvPr id="7" name="Slide Number Placeholder 6">
            <a:extLst>
              <a:ext uri="{FF2B5EF4-FFF2-40B4-BE49-F238E27FC236}">
                <a16:creationId xmlns:a16="http://schemas.microsoft.com/office/drawing/2014/main" id="{C8DABFD3-AF90-0FF0-2C92-4ABB91D9EF3B}"/>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1639030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017B4-B866-474A-570F-F28520B0245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1140E27-2E4B-E8F4-A30B-3BA6A35591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960B55-F324-92DA-639A-A2EF7B7F75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ADA8F6F-56DC-008B-99E7-38B42259ED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D710FD-67C6-BCAB-08CF-B19D44E8EB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7B36610-8290-0295-5D02-C4CEB274D8DC}"/>
              </a:ext>
            </a:extLst>
          </p:cNvPr>
          <p:cNvSpPr>
            <a:spLocks noGrp="1"/>
          </p:cNvSpPr>
          <p:nvPr>
            <p:ph type="dt" sz="half" idx="10"/>
          </p:nvPr>
        </p:nvSpPr>
        <p:spPr/>
        <p:txBody>
          <a:bodyPr/>
          <a:lstStyle/>
          <a:p>
            <a:pPr rtl="0"/>
            <a:fld id="{38F7A71A-475B-4E9B-84F2-DFC406A3A06F}" type="datetime8">
              <a:rPr lang="en-GB" noProof="0" smtClean="0"/>
              <a:t>19/02/2026 08:41</a:t>
            </a:fld>
            <a:endParaRPr lang="en-GB" noProof="0"/>
          </a:p>
        </p:txBody>
      </p:sp>
      <p:sp>
        <p:nvSpPr>
          <p:cNvPr id="8" name="Footer Placeholder 7">
            <a:extLst>
              <a:ext uri="{FF2B5EF4-FFF2-40B4-BE49-F238E27FC236}">
                <a16:creationId xmlns:a16="http://schemas.microsoft.com/office/drawing/2014/main" id="{86DCBC99-7142-5896-98EE-D9830B97F83A}"/>
              </a:ext>
            </a:extLst>
          </p:cNvPr>
          <p:cNvSpPr>
            <a:spLocks noGrp="1"/>
          </p:cNvSpPr>
          <p:nvPr>
            <p:ph type="ftr" sz="quarter" idx="11"/>
          </p:nvPr>
        </p:nvSpPr>
        <p:spPr/>
        <p:txBody>
          <a:bodyPr/>
          <a:lstStyle/>
          <a:p>
            <a:pPr rtl="0"/>
            <a:r>
              <a:rPr lang="en-GB" noProof="0"/>
              <a:t>ADD A FOOTER</a:t>
            </a:r>
          </a:p>
        </p:txBody>
      </p:sp>
      <p:sp>
        <p:nvSpPr>
          <p:cNvPr id="9" name="Slide Number Placeholder 8">
            <a:extLst>
              <a:ext uri="{FF2B5EF4-FFF2-40B4-BE49-F238E27FC236}">
                <a16:creationId xmlns:a16="http://schemas.microsoft.com/office/drawing/2014/main" id="{2FA422DB-50B3-B270-7BE2-939B64D6CE0E}"/>
              </a:ext>
            </a:extLst>
          </p:cNvPr>
          <p:cNvSpPr>
            <a:spLocks noGrp="1"/>
          </p:cNvSpPr>
          <p:nvPr>
            <p:ph type="sldNum" sz="quarter" idx="12"/>
          </p:nvPr>
        </p:nvSpPr>
        <p:spPr/>
        <p:txBody>
          <a:bodyPr/>
          <a:lstStyle/>
          <a:p>
            <a:pPr rtl="0"/>
            <a:fld id="{C5C3056E-1632-4A65-A24F-3F10A1450A6E}" type="slidenum">
              <a:rPr lang="en-GB" noProof="0" smtClean="0"/>
              <a:pPr/>
              <a:t>‹#›</a:t>
            </a:fld>
            <a:endParaRPr lang="en-GB" noProof="0"/>
          </a:p>
        </p:txBody>
      </p:sp>
    </p:spTree>
    <p:extLst>
      <p:ext uri="{BB962C8B-B14F-4D97-AF65-F5344CB8AC3E}">
        <p14:creationId xmlns:p14="http://schemas.microsoft.com/office/powerpoint/2010/main" val="2822631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A9E10-6503-49AD-746D-5D21766C0A5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0A3AAEB-26D0-73AC-6EF1-5F3A43C64F43}"/>
              </a:ext>
            </a:extLst>
          </p:cNvPr>
          <p:cNvSpPr>
            <a:spLocks noGrp="1"/>
          </p:cNvSpPr>
          <p:nvPr>
            <p:ph type="dt" sz="half" idx="10"/>
          </p:nvPr>
        </p:nvSpPr>
        <p:spPr/>
        <p:txBody>
          <a:bodyPr/>
          <a:lstStyle/>
          <a:p>
            <a:pPr rtl="0"/>
            <a:fld id="{6FDCD6C7-E4EE-4F90-96F6-3EFFFF399AE7}" type="datetime8">
              <a:rPr lang="en-GB" noProof="0" smtClean="0"/>
              <a:t>19/02/2026 08:41</a:t>
            </a:fld>
            <a:endParaRPr lang="en-GB" noProof="0"/>
          </a:p>
        </p:txBody>
      </p:sp>
      <p:sp>
        <p:nvSpPr>
          <p:cNvPr id="4" name="Footer Placeholder 3">
            <a:extLst>
              <a:ext uri="{FF2B5EF4-FFF2-40B4-BE49-F238E27FC236}">
                <a16:creationId xmlns:a16="http://schemas.microsoft.com/office/drawing/2014/main" id="{F3971DCB-E094-3BDE-19E3-6117AD19FE7E}"/>
              </a:ext>
            </a:extLst>
          </p:cNvPr>
          <p:cNvSpPr>
            <a:spLocks noGrp="1"/>
          </p:cNvSpPr>
          <p:nvPr>
            <p:ph type="ftr" sz="quarter" idx="11"/>
          </p:nvPr>
        </p:nvSpPr>
        <p:spPr/>
        <p:txBody>
          <a:bodyPr/>
          <a:lstStyle/>
          <a:p>
            <a:pPr rtl="0"/>
            <a:r>
              <a:rPr lang="en-GB" noProof="0"/>
              <a:t>ADD A FOOTER</a:t>
            </a:r>
          </a:p>
        </p:txBody>
      </p:sp>
      <p:sp>
        <p:nvSpPr>
          <p:cNvPr id="5" name="Slide Number Placeholder 4">
            <a:extLst>
              <a:ext uri="{FF2B5EF4-FFF2-40B4-BE49-F238E27FC236}">
                <a16:creationId xmlns:a16="http://schemas.microsoft.com/office/drawing/2014/main" id="{72EE88C8-365E-D661-15AD-6386FC304E4B}"/>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3558206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C00683-2159-52BF-4138-DAD8B13C2C5C}"/>
              </a:ext>
            </a:extLst>
          </p:cNvPr>
          <p:cNvSpPr>
            <a:spLocks noGrp="1"/>
          </p:cNvSpPr>
          <p:nvPr>
            <p:ph type="dt" sz="half" idx="10"/>
          </p:nvPr>
        </p:nvSpPr>
        <p:spPr/>
        <p:txBody>
          <a:bodyPr/>
          <a:lstStyle/>
          <a:p>
            <a:pPr rtl="0"/>
            <a:fld id="{04F017CE-065A-4C2C-9C15-92CA7F8C3661}" type="datetime8">
              <a:rPr lang="en-GB" noProof="0" smtClean="0"/>
              <a:t>19/02/2026 08:41</a:t>
            </a:fld>
            <a:endParaRPr lang="en-GB" noProof="0"/>
          </a:p>
        </p:txBody>
      </p:sp>
      <p:sp>
        <p:nvSpPr>
          <p:cNvPr id="3" name="Footer Placeholder 2">
            <a:extLst>
              <a:ext uri="{FF2B5EF4-FFF2-40B4-BE49-F238E27FC236}">
                <a16:creationId xmlns:a16="http://schemas.microsoft.com/office/drawing/2014/main" id="{D6A9F1AC-6FF9-7F12-1824-BA92F43F2CBC}"/>
              </a:ext>
            </a:extLst>
          </p:cNvPr>
          <p:cNvSpPr>
            <a:spLocks noGrp="1"/>
          </p:cNvSpPr>
          <p:nvPr>
            <p:ph type="ftr" sz="quarter" idx="11"/>
          </p:nvPr>
        </p:nvSpPr>
        <p:spPr/>
        <p:txBody>
          <a:bodyPr/>
          <a:lstStyle/>
          <a:p>
            <a:pPr rtl="0"/>
            <a:r>
              <a:rPr lang="en-GB" noProof="0"/>
              <a:t>ADD A FOOTER</a:t>
            </a:r>
          </a:p>
        </p:txBody>
      </p:sp>
      <p:sp>
        <p:nvSpPr>
          <p:cNvPr id="4" name="Slide Number Placeholder 3">
            <a:extLst>
              <a:ext uri="{FF2B5EF4-FFF2-40B4-BE49-F238E27FC236}">
                <a16:creationId xmlns:a16="http://schemas.microsoft.com/office/drawing/2014/main" id="{6E23E794-D4C4-4747-2C11-6D4F832FAC6F}"/>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102097378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D9A09-8F47-608C-8EF3-7C8C7BBF9B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94653E5-D41A-8DD9-A5E0-494326DEF4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63051B8-6CF2-E6B9-D546-5B94B46C1C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1BE300-7EB4-F204-D893-A32EF4ADA127}"/>
              </a:ext>
            </a:extLst>
          </p:cNvPr>
          <p:cNvSpPr>
            <a:spLocks noGrp="1"/>
          </p:cNvSpPr>
          <p:nvPr>
            <p:ph type="dt" sz="half" idx="10"/>
          </p:nvPr>
        </p:nvSpPr>
        <p:spPr/>
        <p:txBody>
          <a:bodyPr/>
          <a:lstStyle/>
          <a:p>
            <a:pPr rtl="0"/>
            <a:fld id="{835C5EB1-7A73-4E93-BA6A-2BFECF8E86DE}" type="datetime8">
              <a:rPr lang="en-GB" noProof="0" smtClean="0"/>
              <a:t>19/02/2026 08:41</a:t>
            </a:fld>
            <a:endParaRPr lang="en-GB" noProof="0"/>
          </a:p>
        </p:txBody>
      </p:sp>
      <p:sp>
        <p:nvSpPr>
          <p:cNvPr id="6" name="Footer Placeholder 5">
            <a:extLst>
              <a:ext uri="{FF2B5EF4-FFF2-40B4-BE49-F238E27FC236}">
                <a16:creationId xmlns:a16="http://schemas.microsoft.com/office/drawing/2014/main" id="{11732E06-938E-35B6-3752-758C7AD9B4D8}"/>
              </a:ext>
            </a:extLst>
          </p:cNvPr>
          <p:cNvSpPr>
            <a:spLocks noGrp="1"/>
          </p:cNvSpPr>
          <p:nvPr>
            <p:ph type="ftr" sz="quarter" idx="11"/>
          </p:nvPr>
        </p:nvSpPr>
        <p:spPr/>
        <p:txBody>
          <a:bodyPr/>
          <a:lstStyle/>
          <a:p>
            <a:pPr rtl="0"/>
            <a:r>
              <a:rPr lang="en-GB" noProof="0"/>
              <a:t>ADD A FOOTER</a:t>
            </a:r>
          </a:p>
        </p:txBody>
      </p:sp>
      <p:sp>
        <p:nvSpPr>
          <p:cNvPr id="7" name="Slide Number Placeholder 6">
            <a:extLst>
              <a:ext uri="{FF2B5EF4-FFF2-40B4-BE49-F238E27FC236}">
                <a16:creationId xmlns:a16="http://schemas.microsoft.com/office/drawing/2014/main" id="{52968AE3-A43D-E7F7-4B3F-7505CD705FF1}"/>
              </a:ext>
            </a:extLst>
          </p:cNvPr>
          <p:cNvSpPr>
            <a:spLocks noGrp="1"/>
          </p:cNvSpPr>
          <p:nvPr>
            <p:ph type="sldNum" sz="quarter" idx="12"/>
          </p:nvPr>
        </p:nvSpPr>
        <p:spPr/>
        <p:txBody>
          <a:bodyPr/>
          <a:lstStyle/>
          <a:p>
            <a:pPr rtl="0"/>
            <a:fld id="{C5C3056E-1632-4A65-A24F-3F10A1450A6E}" type="slidenum">
              <a:rPr lang="en-GB" noProof="0" smtClean="0"/>
              <a:pPr/>
              <a:t>‹#›</a:t>
            </a:fld>
            <a:endParaRPr lang="en-GB" noProof="0"/>
          </a:p>
        </p:txBody>
      </p:sp>
    </p:spTree>
    <p:extLst>
      <p:ext uri="{BB962C8B-B14F-4D97-AF65-F5344CB8AC3E}">
        <p14:creationId xmlns:p14="http://schemas.microsoft.com/office/powerpoint/2010/main" val="941150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76EAA-F2F8-1836-D3A0-5AB867C537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C8A75AA-887C-6610-9695-A0F6F25220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A36F237-CA36-7303-0863-4A069B9A25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930F57-50FC-1844-21A2-566326905D3D}"/>
              </a:ext>
            </a:extLst>
          </p:cNvPr>
          <p:cNvSpPr>
            <a:spLocks noGrp="1"/>
          </p:cNvSpPr>
          <p:nvPr>
            <p:ph type="dt" sz="half" idx="10"/>
          </p:nvPr>
        </p:nvSpPr>
        <p:spPr/>
        <p:txBody>
          <a:bodyPr/>
          <a:lstStyle/>
          <a:p>
            <a:pPr rtl="0"/>
            <a:fld id="{9D714BA3-99F4-4C00-B895-1AFEE58ECBA1}" type="datetime8">
              <a:rPr lang="en-GB" noProof="0" smtClean="0"/>
              <a:t>19/02/2026 08:41</a:t>
            </a:fld>
            <a:endParaRPr lang="en-GB" noProof="0"/>
          </a:p>
        </p:txBody>
      </p:sp>
      <p:sp>
        <p:nvSpPr>
          <p:cNvPr id="6" name="Footer Placeholder 5">
            <a:extLst>
              <a:ext uri="{FF2B5EF4-FFF2-40B4-BE49-F238E27FC236}">
                <a16:creationId xmlns:a16="http://schemas.microsoft.com/office/drawing/2014/main" id="{13A6B64D-274B-DF9A-2A8E-164F9B210A3C}"/>
              </a:ext>
            </a:extLst>
          </p:cNvPr>
          <p:cNvSpPr>
            <a:spLocks noGrp="1"/>
          </p:cNvSpPr>
          <p:nvPr>
            <p:ph type="ftr" sz="quarter" idx="11"/>
          </p:nvPr>
        </p:nvSpPr>
        <p:spPr/>
        <p:txBody>
          <a:bodyPr/>
          <a:lstStyle/>
          <a:p>
            <a:pPr rtl="0"/>
            <a:r>
              <a:rPr lang="en-GB" noProof="0"/>
              <a:t>ADD A FOOTER</a:t>
            </a:r>
          </a:p>
        </p:txBody>
      </p:sp>
      <p:sp>
        <p:nvSpPr>
          <p:cNvPr id="7" name="Slide Number Placeholder 6">
            <a:extLst>
              <a:ext uri="{FF2B5EF4-FFF2-40B4-BE49-F238E27FC236}">
                <a16:creationId xmlns:a16="http://schemas.microsoft.com/office/drawing/2014/main" id="{380E6E3E-6B2E-DB80-8190-FC12D5569A88}"/>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1668957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801CE-AA57-C338-647B-E377FEA6DD4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D84AAEA-2458-BD2A-1E25-2828CE4D2A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9689409-D6AB-D642-1498-E05F4D99AE7F}"/>
              </a:ext>
            </a:extLst>
          </p:cNvPr>
          <p:cNvSpPr>
            <a:spLocks noGrp="1"/>
          </p:cNvSpPr>
          <p:nvPr>
            <p:ph type="dt" sz="half" idx="10"/>
          </p:nvPr>
        </p:nvSpPr>
        <p:spPr/>
        <p:txBody>
          <a:bodyPr/>
          <a:lstStyle/>
          <a:p>
            <a:pPr rtl="0"/>
            <a:fld id="{04F017CE-065A-4C2C-9C15-92CA7F8C3661}" type="datetime8">
              <a:rPr lang="en-GB" noProof="0" smtClean="0"/>
              <a:t>19/02/2026 08:41</a:t>
            </a:fld>
            <a:endParaRPr lang="en-GB" noProof="0"/>
          </a:p>
        </p:txBody>
      </p:sp>
      <p:sp>
        <p:nvSpPr>
          <p:cNvPr id="5" name="Footer Placeholder 4">
            <a:extLst>
              <a:ext uri="{FF2B5EF4-FFF2-40B4-BE49-F238E27FC236}">
                <a16:creationId xmlns:a16="http://schemas.microsoft.com/office/drawing/2014/main" id="{E5C56E2A-5FFD-73E1-FA48-D9C934DDD617}"/>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518EE983-172C-5FC0-5F3D-9ED8660D2959}"/>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367626977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8B5570-5D6D-28DC-A298-99698883A5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DA96A17-2E87-1F70-606E-372E6F9182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8121F56-C86B-957B-9B34-8FCCD48521C7}"/>
              </a:ext>
            </a:extLst>
          </p:cNvPr>
          <p:cNvSpPr>
            <a:spLocks noGrp="1"/>
          </p:cNvSpPr>
          <p:nvPr>
            <p:ph type="dt" sz="half" idx="10"/>
          </p:nvPr>
        </p:nvSpPr>
        <p:spPr/>
        <p:txBody>
          <a:bodyPr/>
          <a:lstStyle/>
          <a:p>
            <a:pPr rtl="0"/>
            <a:fld id="{04F017CE-065A-4C2C-9C15-92CA7F8C3661}" type="datetime8">
              <a:rPr lang="en-GB" noProof="0" smtClean="0"/>
              <a:t>19/02/2026 08:41</a:t>
            </a:fld>
            <a:endParaRPr lang="en-GB" noProof="0"/>
          </a:p>
        </p:txBody>
      </p:sp>
      <p:sp>
        <p:nvSpPr>
          <p:cNvPr id="5" name="Footer Placeholder 4">
            <a:extLst>
              <a:ext uri="{FF2B5EF4-FFF2-40B4-BE49-F238E27FC236}">
                <a16:creationId xmlns:a16="http://schemas.microsoft.com/office/drawing/2014/main" id="{4AA42C57-5ABB-3BD9-6B9A-9AEAF77F6D99}"/>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0ACED49F-E107-DFE2-36D2-AB14E6E89712}"/>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299374113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19/02/2026 08:41</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454605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19/02/2026 08:41</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41874810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19/02/2026 08:41</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533386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19/02/2026 08:41</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259086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19/02/2026 08:41</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96626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C994CB-2BC6-164B-80D4-304B4CB6D8C3}"/>
              </a:ext>
            </a:extLst>
          </p:cNvPr>
          <p:cNvSpPr>
            <a:spLocks noChangeAspect="1"/>
          </p:cNvSpPr>
          <p:nvPr userDrawn="1"/>
        </p:nvSpPr>
        <p:spPr bwMode="white">
          <a:xfrm>
            <a:off x="445982"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4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hasCustomPrompt="1"/>
          </p:nvPr>
        </p:nvSpPr>
        <p:spPr>
          <a:xfrm>
            <a:off x="581192" y="2180496"/>
            <a:ext cx="11029615" cy="3678303"/>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5047E1E8-52C1-4CF6-8E50-E4E6A81E9407}" type="datetime8">
              <a:rPr lang="en-GB" noProof="0" smtClean="0"/>
              <a:t>19/02/2026 08:41</a:t>
            </a:fld>
            <a:endParaRPr lang="en-GB" noProof="0"/>
          </a:p>
        </p:txBody>
      </p:sp>
      <p:sp>
        <p:nvSpPr>
          <p:cNvPr id="5" name="Footer Placeholder 4"/>
          <p:cNvSpPr>
            <a:spLocks noGrp="1"/>
          </p:cNvSpPr>
          <p:nvPr>
            <p:ph type="ftr" sz="quarter" idx="11"/>
          </p:nvPr>
        </p:nvSpPr>
        <p:spPr/>
        <p:txBody>
          <a:bodyPr rtlCol="0"/>
          <a:lstStyle/>
          <a:p>
            <a:pPr rtl="0"/>
            <a:r>
              <a:rPr lang="en-GB" noProof="0"/>
              <a:t>ADD A FOOTER</a:t>
            </a:r>
          </a:p>
        </p:txBody>
      </p:sp>
      <p:sp>
        <p:nvSpPr>
          <p:cNvPr id="6" name="Slide Number Placeholder 5"/>
          <p:cNvSpPr>
            <a:spLocks noGrp="1"/>
          </p:cNvSpPr>
          <p:nvPr>
            <p:ph type="sldNum" sz="quarter" idx="12"/>
          </p:nvPr>
        </p:nvSpPr>
        <p:spPr>
          <a:xfrm>
            <a:off x="10558300" y="5956137"/>
            <a:ext cx="1052508" cy="365125"/>
          </a:xfrm>
        </p:spPr>
        <p:txBody>
          <a:bodyPr rtlCol="0"/>
          <a:lstStyle/>
          <a:p>
            <a:pPr rtl="0"/>
            <a:fld id="{C5C3056E-1632-4A65-A24F-3F10A1450A6E}" type="slidenum">
              <a:rPr lang="en-GB" noProof="0" smtClean="0"/>
              <a:t>‹#›</a:t>
            </a:fld>
            <a:endParaRPr lang="en-GB" noProof="0"/>
          </a:p>
        </p:txBody>
      </p:sp>
      <p:sp>
        <p:nvSpPr>
          <p:cNvPr id="9" name="Title 1">
            <a:extLst>
              <a:ext uri="{FF2B5EF4-FFF2-40B4-BE49-F238E27FC236}">
                <a16:creationId xmlns:a16="http://schemas.microsoft.com/office/drawing/2014/main" id="{B5BE0FDB-DB48-E242-8A1F-5B06F79B404A}"/>
              </a:ext>
            </a:extLst>
          </p:cNvPr>
          <p:cNvSpPr>
            <a:spLocks noGrp="1"/>
          </p:cNvSpPr>
          <p:nvPr>
            <p:ph type="title"/>
          </p:nvPr>
        </p:nvSpPr>
        <p:spPr>
          <a:xfrm>
            <a:off x="581193" y="729658"/>
            <a:ext cx="11029616" cy="988332"/>
          </a:xfrm>
        </p:spPr>
        <p:txBody>
          <a:bodyPr rtlCol="0" anchor="ctr" anchorCtr="0">
            <a:normAutofit/>
          </a:bodyPr>
          <a:lstStyle>
            <a:lvl1pPr algn="ctr">
              <a:defRPr sz="4000"/>
            </a:lvl1pPr>
          </a:lstStyle>
          <a:p>
            <a:pPr rtl="0"/>
            <a:r>
              <a:rPr lang="en-US" noProof="0"/>
              <a:t>Click to edit Master title style</a:t>
            </a:r>
            <a:endParaRPr lang="en-GB" noProof="0"/>
          </a:p>
        </p:txBody>
      </p:sp>
    </p:spTree>
    <p:extLst>
      <p:ext uri="{BB962C8B-B14F-4D97-AF65-F5344CB8AC3E}">
        <p14:creationId xmlns:p14="http://schemas.microsoft.com/office/powerpoint/2010/main" val="25466538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Rectangle 6"/>
          <p:cNvSpPr>
            <a:spLocks noChangeAspect="1"/>
          </p:cNvSpPr>
          <p:nvPr/>
        </p:nvSpPr>
        <p:spPr bwMode="white">
          <a:xfrm>
            <a:off x="440683"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6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 name="Date Placeholder 2"/>
          <p:cNvSpPr>
            <a:spLocks noGrp="1"/>
          </p:cNvSpPr>
          <p:nvPr>
            <p:ph type="dt" sz="half" idx="10"/>
          </p:nvPr>
        </p:nvSpPr>
        <p:spPr/>
        <p:txBody>
          <a:bodyPr rtlCol="0"/>
          <a:lstStyle/>
          <a:p>
            <a:pPr rtl="0"/>
            <a:fld id="{6FDCD6C7-E4EE-4F90-96F6-3EFFFF399AE7}" type="datetime8">
              <a:rPr lang="en-GB" noProof="0" smtClean="0"/>
              <a:t>19/02/2026 08:41</a:t>
            </a:fld>
            <a:endParaRPr lang="en-GB" noProof="0"/>
          </a:p>
        </p:txBody>
      </p:sp>
      <p:sp>
        <p:nvSpPr>
          <p:cNvPr id="4" name="Footer Placeholder 3"/>
          <p:cNvSpPr>
            <a:spLocks noGrp="1"/>
          </p:cNvSpPr>
          <p:nvPr>
            <p:ph type="ftr" sz="quarter" idx="11"/>
          </p:nvPr>
        </p:nvSpPr>
        <p:spPr/>
        <p:txBody>
          <a:bodyPr rtlCol="0"/>
          <a:lstStyle/>
          <a:p>
            <a:pPr rtl="0"/>
            <a:r>
              <a:rPr lang="en-GB" noProof="0"/>
              <a:t>ADD A FOOTER</a:t>
            </a:r>
          </a:p>
        </p:txBody>
      </p:sp>
      <p:sp>
        <p:nvSpPr>
          <p:cNvPr id="5" name="Slide Number Placeholder 4"/>
          <p:cNvSpPr>
            <a:spLocks noGrp="1"/>
          </p:cNvSpPr>
          <p:nvPr>
            <p:ph type="sldNum" sz="quarter" idx="12"/>
          </p:nvPr>
        </p:nvSpPr>
        <p:spPr/>
        <p:txBody>
          <a:bodyPr rtlCol="0"/>
          <a:lstStyle/>
          <a:p>
            <a:pPr rtl="0"/>
            <a:fld id="{C5C3056E-1632-4A65-A24F-3F10A1450A6E}" type="slidenum">
              <a:rPr lang="en-GB" noProof="0" smtClean="0"/>
              <a:t>‹#›</a:t>
            </a:fld>
            <a:endParaRPr lang="en-GB" noProof="0"/>
          </a:p>
        </p:txBody>
      </p:sp>
      <p:sp>
        <p:nvSpPr>
          <p:cNvPr id="9" name="Title 1">
            <a:extLst>
              <a:ext uri="{FF2B5EF4-FFF2-40B4-BE49-F238E27FC236}">
                <a16:creationId xmlns:a16="http://schemas.microsoft.com/office/drawing/2014/main" id="{5CEC16FA-81A4-6F41-9FCE-6262A4533E5C}"/>
              </a:ext>
            </a:extLst>
          </p:cNvPr>
          <p:cNvSpPr>
            <a:spLocks noGrp="1"/>
          </p:cNvSpPr>
          <p:nvPr>
            <p:ph type="title"/>
          </p:nvPr>
        </p:nvSpPr>
        <p:spPr>
          <a:xfrm>
            <a:off x="581193" y="729658"/>
            <a:ext cx="11029616" cy="988332"/>
          </a:xfrm>
        </p:spPr>
        <p:txBody>
          <a:bodyPr rtlCol="0" anchor="ctr" anchorCtr="0">
            <a:normAutofit/>
          </a:bodyPr>
          <a:lstStyle>
            <a:lvl1pPr algn="ctr">
              <a:defRPr sz="4000"/>
            </a:lvl1pPr>
          </a:lstStyle>
          <a:p>
            <a:pPr rtl="0"/>
            <a:r>
              <a:rPr lang="en-US" noProof="0"/>
              <a:t>Click to edit Master title style</a:t>
            </a:r>
            <a:endParaRPr lang="en-GB" noProof="0"/>
          </a:p>
        </p:txBody>
      </p:sp>
    </p:spTree>
    <p:extLst>
      <p:ext uri="{BB962C8B-B14F-4D97-AF65-F5344CB8AC3E}">
        <p14:creationId xmlns:p14="http://schemas.microsoft.com/office/powerpoint/2010/main" val="154544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7EE58C-7807-19D8-F4CB-25E39370F8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26BC33A-87B0-6DD6-DC96-F29BC3A159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A26EA90-36E1-ADA3-97EA-E101AA7064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rtl="0"/>
            <a:fld id="{04F017CE-065A-4C2C-9C15-92CA7F8C3661}" type="datetime8">
              <a:rPr lang="en-GB" noProof="0" smtClean="0"/>
              <a:t>19/02/2026 08:41</a:t>
            </a:fld>
            <a:endParaRPr lang="en-GB" noProof="0"/>
          </a:p>
        </p:txBody>
      </p:sp>
      <p:sp>
        <p:nvSpPr>
          <p:cNvPr id="5" name="Footer Placeholder 4">
            <a:extLst>
              <a:ext uri="{FF2B5EF4-FFF2-40B4-BE49-F238E27FC236}">
                <a16:creationId xmlns:a16="http://schemas.microsoft.com/office/drawing/2014/main" id="{FE1C421C-FB67-4B05-6CE8-E387E20558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rtl="0"/>
            <a:r>
              <a:rPr lang="en-GB" noProof="0"/>
              <a:t>ADD A FOOTER</a:t>
            </a:r>
          </a:p>
        </p:txBody>
      </p:sp>
      <p:sp>
        <p:nvSpPr>
          <p:cNvPr id="6" name="Slide Number Placeholder 5">
            <a:extLst>
              <a:ext uri="{FF2B5EF4-FFF2-40B4-BE49-F238E27FC236}">
                <a16:creationId xmlns:a16="http://schemas.microsoft.com/office/drawing/2014/main" id="{AC6DF141-7A9D-0F61-C9BC-B8D3F4EA11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4162240640"/>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5" r:id="rId12"/>
    <p:sldLayoutId id="2147483688" r:id="rId13"/>
    <p:sldLayoutId id="2147483689" r:id="rId14"/>
    <p:sldLayoutId id="2147483690" r:id="rId15"/>
    <p:sldLayoutId id="2147483691" r:id="rId16"/>
    <p:sldLayoutId id="2147483662" r:id="rId17"/>
    <p:sldLayoutId id="2147483666" r:id="rId1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eg"/><Relationship Id="rId7" Type="http://schemas.openxmlformats.org/officeDocument/2006/relationships/diagramColors" Target="../diagrams/colors2.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jpeg"/><Relationship Id="rId7" Type="http://schemas.openxmlformats.org/officeDocument/2006/relationships/diagramColors" Target="../diagrams/colors3.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8.sv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8.sv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8.sv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22" name="Group 21">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26" name="Freeform: Shape 25">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3" name="Group 22">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24" name="Freeform: Shape 23">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3">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Title 1">
            <a:extLst>
              <a:ext uri="{FF2B5EF4-FFF2-40B4-BE49-F238E27FC236}">
                <a16:creationId xmlns:a16="http://schemas.microsoft.com/office/drawing/2014/main" id="{A6E9EA0F-FD88-464F-99D9-0E151D11E785}"/>
              </a:ext>
            </a:extLst>
          </p:cNvPr>
          <p:cNvSpPr>
            <a:spLocks noGrp="1"/>
          </p:cNvSpPr>
          <p:nvPr>
            <p:ph type="title"/>
          </p:nvPr>
        </p:nvSpPr>
        <p:spPr>
          <a:xfrm>
            <a:off x="838199" y="1120676"/>
            <a:ext cx="7021513" cy="2308324"/>
          </a:xfrm>
        </p:spPr>
        <p:txBody>
          <a:bodyPr vert="horz" lIns="91440" tIns="45720" rIns="91440" bIns="45720" rtlCol="0" anchor="b">
            <a:normAutofit/>
          </a:bodyPr>
          <a:lstStyle/>
          <a:p>
            <a:r>
              <a:rPr lang="en-US" sz="7200" kern="1200">
                <a:solidFill>
                  <a:schemeClr val="bg1"/>
                </a:solidFill>
                <a:latin typeface="+mj-lt"/>
                <a:ea typeface="+mj-ea"/>
                <a:cs typeface="+mj-cs"/>
              </a:rPr>
              <a:t>Semester One – </a:t>
            </a:r>
            <a:br>
              <a:rPr lang="en-US" sz="7200" kern="1200">
                <a:solidFill>
                  <a:schemeClr val="bg1"/>
                </a:solidFill>
                <a:latin typeface="+mj-lt"/>
                <a:ea typeface="+mj-ea"/>
                <a:cs typeface="+mj-cs"/>
              </a:rPr>
            </a:br>
            <a:r>
              <a:rPr lang="en-US" sz="7200" kern="1200">
                <a:solidFill>
                  <a:schemeClr val="bg1"/>
                </a:solidFill>
                <a:latin typeface="+mj-lt"/>
                <a:ea typeface="+mj-ea"/>
                <a:cs typeface="+mj-cs"/>
              </a:rPr>
              <a:t>Week 4: Topic 4 </a:t>
            </a:r>
          </a:p>
        </p:txBody>
      </p:sp>
      <p:sp>
        <p:nvSpPr>
          <p:cNvPr id="5" name="Text Placeholder 4">
            <a:extLst>
              <a:ext uri="{FF2B5EF4-FFF2-40B4-BE49-F238E27FC236}">
                <a16:creationId xmlns:a16="http://schemas.microsoft.com/office/drawing/2014/main" id="{18360725-CFBB-8F9A-230F-C67D3C833887}"/>
              </a:ext>
            </a:extLst>
          </p:cNvPr>
          <p:cNvSpPr>
            <a:spLocks noGrp="1"/>
          </p:cNvSpPr>
          <p:nvPr>
            <p:ph type="body" idx="1"/>
          </p:nvPr>
        </p:nvSpPr>
        <p:spPr>
          <a:xfrm>
            <a:off x="835024" y="3809999"/>
            <a:ext cx="8875904" cy="1012778"/>
          </a:xfrm>
        </p:spPr>
        <p:txBody>
          <a:bodyPr vert="horz" lIns="91440" tIns="45720" rIns="91440" bIns="45720" rtlCol="0">
            <a:noAutofit/>
          </a:bodyPr>
          <a:lstStyle/>
          <a:p>
            <a:r>
              <a:rPr lang="en-US" sz="2800" kern="1200" dirty="0">
                <a:solidFill>
                  <a:schemeClr val="bg1"/>
                </a:solidFill>
                <a:latin typeface="+mn-lt"/>
                <a:ea typeface="+mn-ea"/>
                <a:cs typeface="+mn-cs"/>
              </a:rPr>
              <a:t>Settling on the Topic and Title of your Research Study</a:t>
            </a:r>
          </a:p>
          <a:p>
            <a:endParaRPr lang="en-US" sz="2800" kern="1200" dirty="0">
              <a:solidFill>
                <a:schemeClr val="bg1"/>
              </a:solidFill>
              <a:latin typeface="+mn-lt"/>
              <a:ea typeface="+mn-ea"/>
              <a:cs typeface="+mn-cs"/>
            </a:endParaRPr>
          </a:p>
          <a:p>
            <a:r>
              <a:rPr lang="en-US" sz="2800" kern="1200" dirty="0">
                <a:solidFill>
                  <a:schemeClr val="bg1"/>
                </a:solidFill>
                <a:latin typeface="+mn-lt"/>
                <a:ea typeface="+mn-ea"/>
                <a:cs typeface="+mn-cs"/>
              </a:rPr>
              <a:t>23 February 2026</a:t>
            </a:r>
          </a:p>
        </p:txBody>
      </p:sp>
    </p:spTree>
    <p:extLst>
      <p:ext uri="{BB962C8B-B14F-4D97-AF65-F5344CB8AC3E}">
        <p14:creationId xmlns:p14="http://schemas.microsoft.com/office/powerpoint/2010/main" val="180603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B13C35-702B-4BCE-824F-AAADB30905F6}"/>
              </a:ext>
            </a:extLst>
          </p:cNvPr>
          <p:cNvSpPr>
            <a:spLocks noGrp="1"/>
          </p:cNvSpPr>
          <p:nvPr>
            <p:ph sz="half" idx="2"/>
          </p:nvPr>
        </p:nvSpPr>
        <p:spPr>
          <a:xfrm>
            <a:off x="391886" y="1591056"/>
            <a:ext cx="7374576" cy="4417632"/>
          </a:xfrm>
        </p:spPr>
        <p:txBody>
          <a:bodyPr vert="horz" lIns="91440" tIns="45720" rIns="91440" bIns="45720" rtlCol="0">
            <a:noAutofit/>
          </a:bodyPr>
          <a:lstStyle/>
          <a:p>
            <a:r>
              <a:rPr lang="en-US" sz="2400" dirty="0">
                <a:solidFill>
                  <a:schemeClr val="bg1">
                    <a:alpha val="80000"/>
                  </a:schemeClr>
                </a:solidFill>
              </a:rPr>
              <a:t> This section guides you through choosing a workable research topic and shaping it into a clear, researchable title. </a:t>
            </a:r>
          </a:p>
          <a:p>
            <a:r>
              <a:rPr lang="en-US" sz="2400" dirty="0">
                <a:solidFill>
                  <a:schemeClr val="bg1">
                    <a:alpha val="80000"/>
                  </a:schemeClr>
                </a:solidFill>
              </a:rPr>
              <a:t>In practice, your topic and title act as the “anchor” for all later decisions: </a:t>
            </a:r>
          </a:p>
          <a:p>
            <a:pPr lvl="1"/>
            <a:r>
              <a:rPr lang="en-US" dirty="0">
                <a:solidFill>
                  <a:schemeClr val="bg1">
                    <a:alpha val="80000"/>
                  </a:schemeClr>
                </a:solidFill>
              </a:rPr>
              <a:t>the literature you review,</a:t>
            </a:r>
          </a:p>
          <a:p>
            <a:pPr lvl="1"/>
            <a:r>
              <a:rPr lang="en-US" dirty="0">
                <a:solidFill>
                  <a:schemeClr val="bg1">
                    <a:alpha val="80000"/>
                  </a:schemeClr>
                </a:solidFill>
              </a:rPr>
              <a:t>the variables or concepts you define, </a:t>
            </a:r>
          </a:p>
          <a:p>
            <a:pPr lvl="1"/>
            <a:r>
              <a:rPr lang="en-US" dirty="0">
                <a:solidFill>
                  <a:schemeClr val="bg1">
                    <a:alpha val="80000"/>
                  </a:schemeClr>
                </a:solidFill>
              </a:rPr>
              <a:t>the population you choose, and </a:t>
            </a:r>
          </a:p>
          <a:p>
            <a:pPr lvl="1"/>
            <a:r>
              <a:rPr lang="en-US" dirty="0">
                <a:solidFill>
                  <a:schemeClr val="bg1">
                    <a:alpha val="80000"/>
                  </a:schemeClr>
                </a:solidFill>
              </a:rPr>
              <a:t>the study design you adopt. </a:t>
            </a:r>
          </a:p>
          <a:p>
            <a:r>
              <a:rPr lang="en-US" sz="2400" dirty="0">
                <a:solidFill>
                  <a:schemeClr val="bg1">
                    <a:alpha val="80000"/>
                  </a:schemeClr>
                </a:solidFill>
              </a:rPr>
              <a:t>The goal is not to find a perfect topic on day one, but to develop a well-justified, manageable topic and a working title that you can refine as the project develops.</a:t>
            </a:r>
          </a:p>
        </p:txBody>
      </p:sp>
      <p:grpSp>
        <p:nvGrpSpPr>
          <p:cNvPr id="29" name="Group 28">
            <a:extLst>
              <a:ext uri="{FF2B5EF4-FFF2-40B4-BE49-F238E27FC236}">
                <a16:creationId xmlns:a16="http://schemas.microsoft.com/office/drawing/2014/main" id="{B868920F-3C89-4780-A399-2A0099F45D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20000" y="-1"/>
            <a:ext cx="4572000" cy="6858001"/>
            <a:chOff x="7620000" y="-1"/>
            <a:chExt cx="4572000" cy="6858001"/>
          </a:xfrm>
          <a:effectLst>
            <a:outerShdw blurRad="381000" dist="152400" dir="10800000" algn="ctr" rotWithShape="0">
              <a:srgbClr val="000000">
                <a:alpha val="10000"/>
              </a:srgbClr>
            </a:outerShdw>
          </a:effectLst>
        </p:grpSpPr>
        <p:grpSp>
          <p:nvGrpSpPr>
            <p:cNvPr id="30" name="Group 29">
              <a:extLst>
                <a:ext uri="{FF2B5EF4-FFF2-40B4-BE49-F238E27FC236}">
                  <a16:creationId xmlns:a16="http://schemas.microsoft.com/office/drawing/2014/main" id="{86BC9098-A1F2-42B4-B3CE-C89D727FAFE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7648048" y="0"/>
              <a:ext cx="4543952" cy="6858000"/>
              <a:chOff x="7648048" y="0"/>
              <a:chExt cx="4543952" cy="6858000"/>
            </a:xfrm>
          </p:grpSpPr>
          <p:sp>
            <p:nvSpPr>
              <p:cNvPr id="16" name="Freeform: Shape 15">
                <a:extLst>
                  <a:ext uri="{FF2B5EF4-FFF2-40B4-BE49-F238E27FC236}">
                    <a16:creationId xmlns:a16="http://schemas.microsoft.com/office/drawing/2014/main" id="{421BA563-EEB4-4E92-9277-DBB5C6315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48048" y="0"/>
                <a:ext cx="4543952" cy="6858000"/>
              </a:xfrm>
              <a:custGeom>
                <a:avLst/>
                <a:gdLst>
                  <a:gd name="connsiteX0" fmla="*/ 328959 w 4543952"/>
                  <a:gd name="connsiteY0" fmla="*/ 6564619 h 6858000"/>
                  <a:gd name="connsiteX1" fmla="*/ 306480 w 4543952"/>
                  <a:gd name="connsiteY1" fmla="*/ 6588624 h 6858000"/>
                  <a:gd name="connsiteX2" fmla="*/ 289858 w 4543952"/>
                  <a:gd name="connsiteY2" fmla="*/ 6625223 h 6858000"/>
                  <a:gd name="connsiteX3" fmla="*/ 289858 w 4543952"/>
                  <a:gd name="connsiteY3" fmla="*/ 6625224 h 6858000"/>
                  <a:gd name="connsiteX4" fmla="*/ 289870 w 4543952"/>
                  <a:gd name="connsiteY4" fmla="*/ 6645551 h 6858000"/>
                  <a:gd name="connsiteX5" fmla="*/ 296953 w 4543952"/>
                  <a:gd name="connsiteY5" fmla="*/ 6662539 h 6858000"/>
                  <a:gd name="connsiteX6" fmla="*/ 296953 w 4543952"/>
                  <a:gd name="connsiteY6" fmla="*/ 6662541 h 6858000"/>
                  <a:gd name="connsiteX7" fmla="*/ 296954 w 4543952"/>
                  <a:gd name="connsiteY7" fmla="*/ 6662543 h 6858000"/>
                  <a:gd name="connsiteX8" fmla="*/ 311551 w 4543952"/>
                  <a:gd name="connsiteY8" fmla="*/ 6702975 h 6858000"/>
                  <a:gd name="connsiteX9" fmla="*/ 297715 w 4543952"/>
                  <a:gd name="connsiteY9" fmla="*/ 6742551 h 6858000"/>
                  <a:gd name="connsiteX10" fmla="*/ 297714 w 4543952"/>
                  <a:gd name="connsiteY10" fmla="*/ 6742554 h 6858000"/>
                  <a:gd name="connsiteX11" fmla="*/ 283011 w 4543952"/>
                  <a:gd name="connsiteY11" fmla="*/ 6776799 h 6858000"/>
                  <a:gd name="connsiteX12" fmla="*/ 278238 w 4543952"/>
                  <a:gd name="connsiteY12" fmla="*/ 6812061 h 6858000"/>
                  <a:gd name="connsiteX13" fmla="*/ 278237 w 4543952"/>
                  <a:gd name="connsiteY13" fmla="*/ 6812062 h 6858000"/>
                  <a:gd name="connsiteX14" fmla="*/ 278237 w 4543952"/>
                  <a:gd name="connsiteY14" fmla="*/ 6812063 h 6858000"/>
                  <a:gd name="connsiteX15" fmla="*/ 278238 w 4543952"/>
                  <a:gd name="connsiteY15" fmla="*/ 6812061 h 6858000"/>
                  <a:gd name="connsiteX16" fmla="*/ 297714 w 4543952"/>
                  <a:gd name="connsiteY16" fmla="*/ 6742554 h 6858000"/>
                  <a:gd name="connsiteX17" fmla="*/ 297715 w 4543952"/>
                  <a:gd name="connsiteY17" fmla="*/ 6742552 h 6858000"/>
                  <a:gd name="connsiteX18" fmla="*/ 311551 w 4543952"/>
                  <a:gd name="connsiteY18" fmla="*/ 6702976 h 6858000"/>
                  <a:gd name="connsiteX19" fmla="*/ 311551 w 4543952"/>
                  <a:gd name="connsiteY19" fmla="*/ 6702975 h 6858000"/>
                  <a:gd name="connsiteX20" fmla="*/ 308405 w 4543952"/>
                  <a:gd name="connsiteY20" fmla="*/ 6683026 h 6858000"/>
                  <a:gd name="connsiteX21" fmla="*/ 296954 w 4543952"/>
                  <a:gd name="connsiteY21" fmla="*/ 6662543 h 6858000"/>
                  <a:gd name="connsiteX22" fmla="*/ 296953 w 4543952"/>
                  <a:gd name="connsiteY22" fmla="*/ 6662540 h 6858000"/>
                  <a:gd name="connsiteX23" fmla="*/ 296953 w 4543952"/>
                  <a:gd name="connsiteY23" fmla="*/ 6662539 h 6858000"/>
                  <a:gd name="connsiteX24" fmla="*/ 289858 w 4543952"/>
                  <a:gd name="connsiteY24" fmla="*/ 6625224 h 6858000"/>
                  <a:gd name="connsiteX25" fmla="*/ 306480 w 4543952"/>
                  <a:gd name="connsiteY25" fmla="*/ 6588625 h 6858000"/>
                  <a:gd name="connsiteX26" fmla="*/ 328959 w 4543952"/>
                  <a:gd name="connsiteY26" fmla="*/ 6564620 h 6858000"/>
                  <a:gd name="connsiteX27" fmla="*/ 248638 w 4543952"/>
                  <a:gd name="connsiteY27" fmla="*/ 6438980 h 6858000"/>
                  <a:gd name="connsiteX28" fmla="*/ 268569 w 4543952"/>
                  <a:gd name="connsiteY28" fmla="*/ 6463840 h 6858000"/>
                  <a:gd name="connsiteX29" fmla="*/ 268572 w 4543952"/>
                  <a:gd name="connsiteY29" fmla="*/ 6463848 h 6858000"/>
                  <a:gd name="connsiteX30" fmla="*/ 279556 w 4543952"/>
                  <a:gd name="connsiteY30" fmla="*/ 6508051 h 6858000"/>
                  <a:gd name="connsiteX31" fmla="*/ 282367 w 4543952"/>
                  <a:gd name="connsiteY31" fmla="*/ 6513011 h 6858000"/>
                  <a:gd name="connsiteX32" fmla="*/ 284834 w 4543952"/>
                  <a:gd name="connsiteY32" fmla="*/ 6521803 h 6858000"/>
                  <a:gd name="connsiteX33" fmla="*/ 301172 w 4543952"/>
                  <a:gd name="connsiteY33" fmla="*/ 6546194 h 6858000"/>
                  <a:gd name="connsiteX34" fmla="*/ 301172 w 4543952"/>
                  <a:gd name="connsiteY34" fmla="*/ 6546193 h 6858000"/>
                  <a:gd name="connsiteX35" fmla="*/ 282367 w 4543952"/>
                  <a:gd name="connsiteY35" fmla="*/ 6513011 h 6858000"/>
                  <a:gd name="connsiteX36" fmla="*/ 268572 w 4543952"/>
                  <a:gd name="connsiteY36" fmla="*/ 6463848 h 6858000"/>
                  <a:gd name="connsiteX37" fmla="*/ 268569 w 4543952"/>
                  <a:gd name="connsiteY37" fmla="*/ 6463839 h 6858000"/>
                  <a:gd name="connsiteX38" fmla="*/ 166047 w 4543952"/>
                  <a:gd name="connsiteY38" fmla="*/ 6392242 h 6858000"/>
                  <a:gd name="connsiteX39" fmla="*/ 173364 w 4543952"/>
                  <a:gd name="connsiteY39" fmla="*/ 6407332 h 6858000"/>
                  <a:gd name="connsiteX40" fmla="*/ 173364 w 4543952"/>
                  <a:gd name="connsiteY40" fmla="*/ 6407331 h 6858000"/>
                  <a:gd name="connsiteX41" fmla="*/ 401733 w 4543952"/>
                  <a:gd name="connsiteY41" fmla="*/ 4221390 h 6858000"/>
                  <a:gd name="connsiteX42" fmla="*/ 396017 w 4543952"/>
                  <a:gd name="connsiteY42" fmla="*/ 4253013 h 6858000"/>
                  <a:gd name="connsiteX43" fmla="*/ 356201 w 4543952"/>
                  <a:gd name="connsiteY43" fmla="*/ 4324644 h 6858000"/>
                  <a:gd name="connsiteX44" fmla="*/ 347247 w 4543952"/>
                  <a:gd name="connsiteY44" fmla="*/ 4363889 h 6858000"/>
                  <a:gd name="connsiteX45" fmla="*/ 347247 w 4543952"/>
                  <a:gd name="connsiteY45" fmla="*/ 4363890 h 6858000"/>
                  <a:gd name="connsiteX46" fmla="*/ 348009 w 4543952"/>
                  <a:gd name="connsiteY46" fmla="*/ 4482004 h 6858000"/>
                  <a:gd name="connsiteX47" fmla="*/ 408019 w 4543952"/>
                  <a:gd name="connsiteY47" fmla="*/ 4659174 h 6858000"/>
                  <a:gd name="connsiteX48" fmla="*/ 416021 w 4543952"/>
                  <a:gd name="connsiteY48" fmla="*/ 4677655 h 6858000"/>
                  <a:gd name="connsiteX49" fmla="*/ 425928 w 4543952"/>
                  <a:gd name="connsiteY49" fmla="*/ 4767764 h 6858000"/>
                  <a:gd name="connsiteX50" fmla="*/ 427237 w 4543952"/>
                  <a:gd name="connsiteY50" fmla="*/ 4800482 h 6858000"/>
                  <a:gd name="connsiteX51" fmla="*/ 412401 w 4543952"/>
                  <a:gd name="connsiteY51" fmla="*/ 4828915 h 6858000"/>
                  <a:gd name="connsiteX52" fmla="*/ 391971 w 4543952"/>
                  <a:gd name="connsiteY52" fmla="*/ 4857316 h 6858000"/>
                  <a:gd name="connsiteX53" fmla="*/ 390221 w 4543952"/>
                  <a:gd name="connsiteY53" fmla="*/ 4863342 h 6858000"/>
                  <a:gd name="connsiteX54" fmla="*/ 387469 w 4543952"/>
                  <a:gd name="connsiteY54" fmla="*/ 4867613 h 6858000"/>
                  <a:gd name="connsiteX55" fmla="*/ 382691 w 4543952"/>
                  <a:gd name="connsiteY55" fmla="*/ 4889274 h 6858000"/>
                  <a:gd name="connsiteX56" fmla="*/ 382691 w 4543952"/>
                  <a:gd name="connsiteY56" fmla="*/ 4889275 h 6858000"/>
                  <a:gd name="connsiteX57" fmla="*/ 384396 w 4543952"/>
                  <a:gd name="connsiteY57" fmla="*/ 4912168 h 6858000"/>
                  <a:gd name="connsiteX58" fmla="*/ 385799 w 4543952"/>
                  <a:gd name="connsiteY58" fmla="*/ 4933804 h 6858000"/>
                  <a:gd name="connsiteX59" fmla="*/ 378247 w 4543952"/>
                  <a:gd name="connsiteY59" fmla="*/ 4957452 h 6858000"/>
                  <a:gd name="connsiteX60" fmla="*/ 360964 w 4543952"/>
                  <a:gd name="connsiteY60" fmla="*/ 4987036 h 6858000"/>
                  <a:gd name="connsiteX61" fmla="*/ 334485 w 4543952"/>
                  <a:gd name="connsiteY61" fmla="*/ 5041520 h 6858000"/>
                  <a:gd name="connsiteX62" fmla="*/ 321371 w 4543952"/>
                  <a:gd name="connsiteY62" fmla="*/ 5087422 h 6858000"/>
                  <a:gd name="connsiteX63" fmla="*/ 321364 w 4543952"/>
                  <a:gd name="connsiteY63" fmla="*/ 5087449 h 6858000"/>
                  <a:gd name="connsiteX64" fmla="*/ 315482 w 4543952"/>
                  <a:gd name="connsiteY64" fmla="*/ 5102460 h 6858000"/>
                  <a:gd name="connsiteX65" fmla="*/ 308338 w 4543952"/>
                  <a:gd name="connsiteY65" fmla="*/ 5133219 h 6858000"/>
                  <a:gd name="connsiteX66" fmla="*/ 308337 w 4543952"/>
                  <a:gd name="connsiteY66" fmla="*/ 5133223 h 6858000"/>
                  <a:gd name="connsiteX67" fmla="*/ 308337 w 4543952"/>
                  <a:gd name="connsiteY67" fmla="*/ 5133224 h 6858000"/>
                  <a:gd name="connsiteX68" fmla="*/ 315052 w 4543952"/>
                  <a:gd name="connsiteY68" fmla="*/ 5166113 h 6858000"/>
                  <a:gd name="connsiteX69" fmla="*/ 314362 w 4543952"/>
                  <a:gd name="connsiteY69" fmla="*/ 5172089 h 6858000"/>
                  <a:gd name="connsiteX70" fmla="*/ 311814 w 4543952"/>
                  <a:gd name="connsiteY70" fmla="*/ 5179066 h 6858000"/>
                  <a:gd name="connsiteX71" fmla="*/ 311814 w 4543952"/>
                  <a:gd name="connsiteY71" fmla="*/ 5179067 h 6858000"/>
                  <a:gd name="connsiteX72" fmla="*/ 335437 w 4543952"/>
                  <a:gd name="connsiteY72" fmla="*/ 5272796 h 6858000"/>
                  <a:gd name="connsiteX73" fmla="*/ 360397 w 4543952"/>
                  <a:gd name="connsiteY73" fmla="*/ 5321350 h 6858000"/>
                  <a:gd name="connsiteX74" fmla="*/ 364317 w 4543952"/>
                  <a:gd name="connsiteY74" fmla="*/ 5355013 h 6858000"/>
                  <a:gd name="connsiteX75" fmla="*/ 359440 w 4543952"/>
                  <a:gd name="connsiteY75" fmla="*/ 5385383 h 6858000"/>
                  <a:gd name="connsiteX76" fmla="*/ 351249 w 4543952"/>
                  <a:gd name="connsiteY76" fmla="*/ 5425581 h 6858000"/>
                  <a:gd name="connsiteX77" fmla="*/ 339627 w 4543952"/>
                  <a:gd name="connsiteY77" fmla="*/ 5480636 h 6858000"/>
                  <a:gd name="connsiteX78" fmla="*/ 335103 w 4543952"/>
                  <a:gd name="connsiteY78" fmla="*/ 5507666 h 6858000"/>
                  <a:gd name="connsiteX79" fmla="*/ 335103 w 4543952"/>
                  <a:gd name="connsiteY79" fmla="*/ 5507667 h 6858000"/>
                  <a:gd name="connsiteX80" fmla="*/ 337324 w 4543952"/>
                  <a:gd name="connsiteY80" fmla="*/ 5520421 h 6858000"/>
                  <a:gd name="connsiteX81" fmla="*/ 345722 w 4543952"/>
                  <a:gd name="connsiteY81" fmla="*/ 5531691 h 6858000"/>
                  <a:gd name="connsiteX82" fmla="*/ 345723 w 4543952"/>
                  <a:gd name="connsiteY82" fmla="*/ 5531693 h 6858000"/>
                  <a:gd name="connsiteX83" fmla="*/ 355869 w 4543952"/>
                  <a:gd name="connsiteY83" fmla="*/ 5547577 h 6858000"/>
                  <a:gd name="connsiteX84" fmla="*/ 346295 w 4543952"/>
                  <a:gd name="connsiteY84" fmla="*/ 5562745 h 6858000"/>
                  <a:gd name="connsiteX85" fmla="*/ 275047 w 4543952"/>
                  <a:gd name="connsiteY85" fmla="*/ 5704482 h 6858000"/>
                  <a:gd name="connsiteX86" fmla="*/ 269141 w 4543952"/>
                  <a:gd name="connsiteY86" fmla="*/ 5740487 h 6858000"/>
                  <a:gd name="connsiteX87" fmla="*/ 260376 w 4543952"/>
                  <a:gd name="connsiteY87" fmla="*/ 5760872 h 6858000"/>
                  <a:gd name="connsiteX88" fmla="*/ 171981 w 4543952"/>
                  <a:gd name="connsiteY88" fmla="*/ 5883750 h 6858000"/>
                  <a:gd name="connsiteX89" fmla="*/ 171979 w 4543952"/>
                  <a:gd name="connsiteY89" fmla="*/ 5883755 h 6858000"/>
                  <a:gd name="connsiteX90" fmla="*/ 160957 w 4543952"/>
                  <a:gd name="connsiteY90" fmla="*/ 5909350 h 6858000"/>
                  <a:gd name="connsiteX91" fmla="*/ 154076 w 4543952"/>
                  <a:gd name="connsiteY91" fmla="*/ 5935945 h 6858000"/>
                  <a:gd name="connsiteX92" fmla="*/ 154075 w 4543952"/>
                  <a:gd name="connsiteY92" fmla="*/ 5935948 h 6858000"/>
                  <a:gd name="connsiteX93" fmla="*/ 154075 w 4543952"/>
                  <a:gd name="connsiteY93" fmla="*/ 5935949 h 6858000"/>
                  <a:gd name="connsiteX94" fmla="*/ 154242 w 4543952"/>
                  <a:gd name="connsiteY94" fmla="*/ 5964476 h 6858000"/>
                  <a:gd name="connsiteX95" fmla="*/ 157695 w 4543952"/>
                  <a:gd name="connsiteY95" fmla="*/ 5993289 h 6858000"/>
                  <a:gd name="connsiteX96" fmla="*/ 157695 w 4543952"/>
                  <a:gd name="connsiteY96" fmla="*/ 5993291 h 6858000"/>
                  <a:gd name="connsiteX97" fmla="*/ 164171 w 4543952"/>
                  <a:gd name="connsiteY97" fmla="*/ 6026440 h 6858000"/>
                  <a:gd name="connsiteX98" fmla="*/ 220371 w 4543952"/>
                  <a:gd name="connsiteY98" fmla="*/ 6108738 h 6858000"/>
                  <a:gd name="connsiteX99" fmla="*/ 234064 w 4543952"/>
                  <a:gd name="connsiteY99" fmla="*/ 6133314 h 6858000"/>
                  <a:gd name="connsiteX100" fmla="*/ 218468 w 4543952"/>
                  <a:gd name="connsiteY100" fmla="*/ 6155599 h 6858000"/>
                  <a:gd name="connsiteX101" fmla="*/ 218465 w 4543952"/>
                  <a:gd name="connsiteY101" fmla="*/ 6155601 h 6858000"/>
                  <a:gd name="connsiteX102" fmla="*/ 179794 w 4543952"/>
                  <a:gd name="connsiteY102" fmla="*/ 6228755 h 6858000"/>
                  <a:gd name="connsiteX103" fmla="*/ 162457 w 4543952"/>
                  <a:gd name="connsiteY103" fmla="*/ 6361538 h 6858000"/>
                  <a:gd name="connsiteX104" fmla="*/ 162457 w 4543952"/>
                  <a:gd name="connsiteY104" fmla="*/ 6361539 h 6858000"/>
                  <a:gd name="connsiteX105" fmla="*/ 179794 w 4543952"/>
                  <a:gd name="connsiteY105" fmla="*/ 6228756 h 6858000"/>
                  <a:gd name="connsiteX106" fmla="*/ 218465 w 4543952"/>
                  <a:gd name="connsiteY106" fmla="*/ 6155602 h 6858000"/>
                  <a:gd name="connsiteX107" fmla="*/ 218468 w 4543952"/>
                  <a:gd name="connsiteY107" fmla="*/ 6155599 h 6858000"/>
                  <a:gd name="connsiteX108" fmla="*/ 230364 w 4543952"/>
                  <a:gd name="connsiteY108" fmla="*/ 6143189 h 6858000"/>
                  <a:gd name="connsiteX109" fmla="*/ 234064 w 4543952"/>
                  <a:gd name="connsiteY109" fmla="*/ 6133314 h 6858000"/>
                  <a:gd name="connsiteX110" fmla="*/ 234064 w 4543952"/>
                  <a:gd name="connsiteY110" fmla="*/ 6133313 h 6858000"/>
                  <a:gd name="connsiteX111" fmla="*/ 220371 w 4543952"/>
                  <a:gd name="connsiteY111" fmla="*/ 6108737 h 6858000"/>
                  <a:gd name="connsiteX112" fmla="*/ 164171 w 4543952"/>
                  <a:gd name="connsiteY112" fmla="*/ 6026439 h 6858000"/>
                  <a:gd name="connsiteX113" fmla="*/ 157695 w 4543952"/>
                  <a:gd name="connsiteY113" fmla="*/ 5993290 h 6858000"/>
                  <a:gd name="connsiteX114" fmla="*/ 157695 w 4543952"/>
                  <a:gd name="connsiteY114" fmla="*/ 5993289 h 6858000"/>
                  <a:gd name="connsiteX115" fmla="*/ 154075 w 4543952"/>
                  <a:gd name="connsiteY115" fmla="*/ 5935949 h 6858000"/>
                  <a:gd name="connsiteX116" fmla="*/ 154076 w 4543952"/>
                  <a:gd name="connsiteY116" fmla="*/ 5935945 h 6858000"/>
                  <a:gd name="connsiteX117" fmla="*/ 171979 w 4543952"/>
                  <a:gd name="connsiteY117" fmla="*/ 5883755 h 6858000"/>
                  <a:gd name="connsiteX118" fmla="*/ 171981 w 4543952"/>
                  <a:gd name="connsiteY118" fmla="*/ 5883751 h 6858000"/>
                  <a:gd name="connsiteX119" fmla="*/ 260376 w 4543952"/>
                  <a:gd name="connsiteY119" fmla="*/ 5760873 h 6858000"/>
                  <a:gd name="connsiteX120" fmla="*/ 269141 w 4543952"/>
                  <a:gd name="connsiteY120" fmla="*/ 5740488 h 6858000"/>
                  <a:gd name="connsiteX121" fmla="*/ 275047 w 4543952"/>
                  <a:gd name="connsiteY121" fmla="*/ 5704483 h 6858000"/>
                  <a:gd name="connsiteX122" fmla="*/ 346295 w 4543952"/>
                  <a:gd name="connsiteY122" fmla="*/ 5562746 h 6858000"/>
                  <a:gd name="connsiteX123" fmla="*/ 355869 w 4543952"/>
                  <a:gd name="connsiteY123" fmla="*/ 5547578 h 6858000"/>
                  <a:gd name="connsiteX124" fmla="*/ 355869 w 4543952"/>
                  <a:gd name="connsiteY124" fmla="*/ 5547577 h 6858000"/>
                  <a:gd name="connsiteX125" fmla="*/ 345723 w 4543952"/>
                  <a:gd name="connsiteY125" fmla="*/ 5531692 h 6858000"/>
                  <a:gd name="connsiteX126" fmla="*/ 345722 w 4543952"/>
                  <a:gd name="connsiteY126" fmla="*/ 5531691 h 6858000"/>
                  <a:gd name="connsiteX127" fmla="*/ 335103 w 4543952"/>
                  <a:gd name="connsiteY127" fmla="*/ 5507667 h 6858000"/>
                  <a:gd name="connsiteX128" fmla="*/ 339627 w 4543952"/>
                  <a:gd name="connsiteY128" fmla="*/ 5480637 h 6858000"/>
                  <a:gd name="connsiteX129" fmla="*/ 351249 w 4543952"/>
                  <a:gd name="connsiteY129" fmla="*/ 5425582 h 6858000"/>
                  <a:gd name="connsiteX130" fmla="*/ 359440 w 4543952"/>
                  <a:gd name="connsiteY130" fmla="*/ 5385384 h 6858000"/>
                  <a:gd name="connsiteX131" fmla="*/ 364317 w 4543952"/>
                  <a:gd name="connsiteY131" fmla="*/ 5355014 h 6858000"/>
                  <a:gd name="connsiteX132" fmla="*/ 364317 w 4543952"/>
                  <a:gd name="connsiteY132" fmla="*/ 5355013 h 6858000"/>
                  <a:gd name="connsiteX133" fmla="*/ 362870 w 4543952"/>
                  <a:gd name="connsiteY133" fmla="*/ 5326162 h 6858000"/>
                  <a:gd name="connsiteX134" fmla="*/ 360397 w 4543952"/>
                  <a:gd name="connsiteY134" fmla="*/ 5321350 h 6858000"/>
                  <a:gd name="connsiteX135" fmla="*/ 359341 w 4543952"/>
                  <a:gd name="connsiteY135" fmla="*/ 5312287 h 6858000"/>
                  <a:gd name="connsiteX136" fmla="*/ 335437 w 4543952"/>
                  <a:gd name="connsiteY136" fmla="*/ 5272795 h 6858000"/>
                  <a:gd name="connsiteX137" fmla="*/ 311981 w 4543952"/>
                  <a:gd name="connsiteY137" fmla="*/ 5229432 h 6858000"/>
                  <a:gd name="connsiteX138" fmla="*/ 311814 w 4543952"/>
                  <a:gd name="connsiteY138" fmla="*/ 5179067 h 6858000"/>
                  <a:gd name="connsiteX139" fmla="*/ 314362 w 4543952"/>
                  <a:gd name="connsiteY139" fmla="*/ 5172090 h 6858000"/>
                  <a:gd name="connsiteX140" fmla="*/ 315052 w 4543952"/>
                  <a:gd name="connsiteY140" fmla="*/ 5166113 h 6858000"/>
                  <a:gd name="connsiteX141" fmla="*/ 315052 w 4543952"/>
                  <a:gd name="connsiteY141" fmla="*/ 5166112 h 6858000"/>
                  <a:gd name="connsiteX142" fmla="*/ 308337 w 4543952"/>
                  <a:gd name="connsiteY142" fmla="*/ 5133224 h 6858000"/>
                  <a:gd name="connsiteX143" fmla="*/ 308338 w 4543952"/>
                  <a:gd name="connsiteY143" fmla="*/ 5133219 h 6858000"/>
                  <a:gd name="connsiteX144" fmla="*/ 321364 w 4543952"/>
                  <a:gd name="connsiteY144" fmla="*/ 5087449 h 6858000"/>
                  <a:gd name="connsiteX145" fmla="*/ 327270 w 4543952"/>
                  <a:gd name="connsiteY145" fmla="*/ 5072375 h 6858000"/>
                  <a:gd name="connsiteX146" fmla="*/ 334485 w 4543952"/>
                  <a:gd name="connsiteY146" fmla="*/ 5041521 h 6858000"/>
                  <a:gd name="connsiteX147" fmla="*/ 360964 w 4543952"/>
                  <a:gd name="connsiteY147" fmla="*/ 4987037 h 6858000"/>
                  <a:gd name="connsiteX148" fmla="*/ 376969 w 4543952"/>
                  <a:gd name="connsiteY148" fmla="*/ 4961455 h 6858000"/>
                  <a:gd name="connsiteX149" fmla="*/ 378247 w 4543952"/>
                  <a:gd name="connsiteY149" fmla="*/ 4957452 h 6858000"/>
                  <a:gd name="connsiteX150" fmla="*/ 381039 w 4543952"/>
                  <a:gd name="connsiteY150" fmla="*/ 4952672 h 6858000"/>
                  <a:gd name="connsiteX151" fmla="*/ 385799 w 4543952"/>
                  <a:gd name="connsiteY151" fmla="*/ 4933804 h 6858000"/>
                  <a:gd name="connsiteX152" fmla="*/ 384396 w 4543952"/>
                  <a:gd name="connsiteY152" fmla="*/ 4912167 h 6858000"/>
                  <a:gd name="connsiteX153" fmla="*/ 382691 w 4543952"/>
                  <a:gd name="connsiteY153" fmla="*/ 4889274 h 6858000"/>
                  <a:gd name="connsiteX154" fmla="*/ 390221 w 4543952"/>
                  <a:gd name="connsiteY154" fmla="*/ 4863342 h 6858000"/>
                  <a:gd name="connsiteX155" fmla="*/ 412401 w 4543952"/>
                  <a:gd name="connsiteY155" fmla="*/ 4828916 h 6858000"/>
                  <a:gd name="connsiteX156" fmla="*/ 427237 w 4543952"/>
                  <a:gd name="connsiteY156" fmla="*/ 4800483 h 6858000"/>
                  <a:gd name="connsiteX157" fmla="*/ 427237 w 4543952"/>
                  <a:gd name="connsiteY157" fmla="*/ 4800482 h 6858000"/>
                  <a:gd name="connsiteX158" fmla="*/ 425928 w 4543952"/>
                  <a:gd name="connsiteY158" fmla="*/ 4767763 h 6858000"/>
                  <a:gd name="connsiteX159" fmla="*/ 416021 w 4543952"/>
                  <a:gd name="connsiteY159" fmla="*/ 4677654 h 6858000"/>
                  <a:gd name="connsiteX160" fmla="*/ 408019 w 4543952"/>
                  <a:gd name="connsiteY160" fmla="*/ 4659173 h 6858000"/>
                  <a:gd name="connsiteX161" fmla="*/ 348009 w 4543952"/>
                  <a:gd name="connsiteY161" fmla="*/ 4482003 h 6858000"/>
                  <a:gd name="connsiteX162" fmla="*/ 347247 w 4543952"/>
                  <a:gd name="connsiteY162" fmla="*/ 4363890 h 6858000"/>
                  <a:gd name="connsiteX163" fmla="*/ 356201 w 4543952"/>
                  <a:gd name="connsiteY163" fmla="*/ 4324645 h 6858000"/>
                  <a:gd name="connsiteX164" fmla="*/ 396017 w 4543952"/>
                  <a:gd name="connsiteY164" fmla="*/ 4253014 h 6858000"/>
                  <a:gd name="connsiteX165" fmla="*/ 401733 w 4543952"/>
                  <a:gd name="connsiteY165" fmla="*/ 4221391 h 6858000"/>
                  <a:gd name="connsiteX166" fmla="*/ 332842 w 4543952"/>
                  <a:gd name="connsiteY166" fmla="*/ 2836171 h 6858000"/>
                  <a:gd name="connsiteX167" fmla="*/ 332842 w 4543952"/>
                  <a:gd name="connsiteY167" fmla="*/ 2836172 h 6858000"/>
                  <a:gd name="connsiteX168" fmla="*/ 341533 w 4543952"/>
                  <a:gd name="connsiteY168" fmla="*/ 2848793 h 6858000"/>
                  <a:gd name="connsiteX169" fmla="*/ 358166 w 4543952"/>
                  <a:gd name="connsiteY169" fmla="*/ 2903544 h 6858000"/>
                  <a:gd name="connsiteX170" fmla="*/ 366072 w 4543952"/>
                  <a:gd name="connsiteY170" fmla="*/ 2947858 h 6858000"/>
                  <a:gd name="connsiteX171" fmla="*/ 366072 w 4543952"/>
                  <a:gd name="connsiteY171" fmla="*/ 2947862 h 6858000"/>
                  <a:gd name="connsiteX172" fmla="*/ 362488 w 4543952"/>
                  <a:gd name="connsiteY172" fmla="*/ 2982147 h 6858000"/>
                  <a:gd name="connsiteX173" fmla="*/ 350796 w 4543952"/>
                  <a:gd name="connsiteY173" fmla="*/ 3077400 h 6858000"/>
                  <a:gd name="connsiteX174" fmla="*/ 350796 w 4543952"/>
                  <a:gd name="connsiteY174" fmla="*/ 3077401 h 6858000"/>
                  <a:gd name="connsiteX175" fmla="*/ 363250 w 4543952"/>
                  <a:gd name="connsiteY175" fmla="*/ 3172654 h 6858000"/>
                  <a:gd name="connsiteX176" fmla="*/ 410877 w 4543952"/>
                  <a:gd name="connsiteY176" fmla="*/ 3489467 h 6858000"/>
                  <a:gd name="connsiteX177" fmla="*/ 432976 w 4543952"/>
                  <a:gd name="connsiteY177" fmla="*/ 3544713 h 6858000"/>
                  <a:gd name="connsiteX178" fmla="*/ 445520 w 4543952"/>
                  <a:gd name="connsiteY178" fmla="*/ 3562320 h 6858000"/>
                  <a:gd name="connsiteX179" fmla="*/ 450598 w 4543952"/>
                  <a:gd name="connsiteY179" fmla="*/ 3574407 h 6858000"/>
                  <a:gd name="connsiteX180" fmla="*/ 448246 w 4543952"/>
                  <a:gd name="connsiteY180" fmla="*/ 3587173 h 6858000"/>
                  <a:gd name="connsiteX181" fmla="*/ 438500 w 4543952"/>
                  <a:gd name="connsiteY181" fmla="*/ 3606816 h 6858000"/>
                  <a:gd name="connsiteX182" fmla="*/ 424974 w 4543952"/>
                  <a:gd name="connsiteY182" fmla="*/ 3630631 h 6858000"/>
                  <a:gd name="connsiteX183" fmla="*/ 400733 w 4543952"/>
                  <a:gd name="connsiteY183" fmla="*/ 3680162 h 6858000"/>
                  <a:gd name="connsiteX184" fmla="*/ 400733 w 4543952"/>
                  <a:gd name="connsiteY184" fmla="*/ 3680163 h 6858000"/>
                  <a:gd name="connsiteX185" fmla="*/ 404781 w 4543952"/>
                  <a:gd name="connsiteY185" fmla="*/ 3734837 h 6858000"/>
                  <a:gd name="connsiteX186" fmla="*/ 404399 w 4543952"/>
                  <a:gd name="connsiteY186" fmla="*/ 3754651 h 6858000"/>
                  <a:gd name="connsiteX187" fmla="*/ 398042 w 4543952"/>
                  <a:gd name="connsiteY187" fmla="*/ 3789775 h 6858000"/>
                  <a:gd name="connsiteX188" fmla="*/ 398042 w 4543952"/>
                  <a:gd name="connsiteY188" fmla="*/ 3789776 h 6858000"/>
                  <a:gd name="connsiteX189" fmla="*/ 412973 w 4543952"/>
                  <a:gd name="connsiteY189" fmla="*/ 3822472 h 6858000"/>
                  <a:gd name="connsiteX190" fmla="*/ 427308 w 4543952"/>
                  <a:gd name="connsiteY190" fmla="*/ 3852619 h 6858000"/>
                  <a:gd name="connsiteX191" fmla="*/ 417926 w 4543952"/>
                  <a:gd name="connsiteY191" fmla="*/ 3885336 h 6858000"/>
                  <a:gd name="connsiteX192" fmla="*/ 417925 w 4543952"/>
                  <a:gd name="connsiteY192" fmla="*/ 3885337 h 6858000"/>
                  <a:gd name="connsiteX193" fmla="*/ 386040 w 4543952"/>
                  <a:gd name="connsiteY193" fmla="*/ 3962158 h 6858000"/>
                  <a:gd name="connsiteX194" fmla="*/ 386040 w 4543952"/>
                  <a:gd name="connsiteY194" fmla="*/ 3962159 h 6858000"/>
                  <a:gd name="connsiteX195" fmla="*/ 388431 w 4543952"/>
                  <a:gd name="connsiteY195" fmla="*/ 4002409 h 6858000"/>
                  <a:gd name="connsiteX196" fmla="*/ 401733 w 4543952"/>
                  <a:gd name="connsiteY196" fmla="*/ 4043837 h 6858000"/>
                  <a:gd name="connsiteX197" fmla="*/ 401733 w 4543952"/>
                  <a:gd name="connsiteY197" fmla="*/ 4043839 h 6858000"/>
                  <a:gd name="connsiteX198" fmla="*/ 416855 w 4543952"/>
                  <a:gd name="connsiteY198" fmla="*/ 4103825 h 6858000"/>
                  <a:gd name="connsiteX199" fmla="*/ 405544 w 4543952"/>
                  <a:gd name="connsiteY199" fmla="*/ 4165381 h 6858000"/>
                  <a:gd name="connsiteX200" fmla="*/ 405543 w 4543952"/>
                  <a:gd name="connsiteY200" fmla="*/ 4165382 h 6858000"/>
                  <a:gd name="connsiteX201" fmla="*/ 401638 w 4543952"/>
                  <a:gd name="connsiteY201" fmla="*/ 4192386 h 6858000"/>
                  <a:gd name="connsiteX202" fmla="*/ 401638 w 4543952"/>
                  <a:gd name="connsiteY202" fmla="*/ 4192387 h 6858000"/>
                  <a:gd name="connsiteX203" fmla="*/ 405543 w 4543952"/>
                  <a:gd name="connsiteY203" fmla="*/ 4165383 h 6858000"/>
                  <a:gd name="connsiteX204" fmla="*/ 405544 w 4543952"/>
                  <a:gd name="connsiteY204" fmla="*/ 4165381 h 6858000"/>
                  <a:gd name="connsiteX205" fmla="*/ 414887 w 4543952"/>
                  <a:gd name="connsiteY205" fmla="*/ 4134255 h 6858000"/>
                  <a:gd name="connsiteX206" fmla="*/ 416855 w 4543952"/>
                  <a:gd name="connsiteY206" fmla="*/ 4103825 h 6858000"/>
                  <a:gd name="connsiteX207" fmla="*/ 416855 w 4543952"/>
                  <a:gd name="connsiteY207" fmla="*/ 4103824 h 6858000"/>
                  <a:gd name="connsiteX208" fmla="*/ 401733 w 4543952"/>
                  <a:gd name="connsiteY208" fmla="*/ 4043838 h 6858000"/>
                  <a:gd name="connsiteX209" fmla="*/ 401733 w 4543952"/>
                  <a:gd name="connsiteY209" fmla="*/ 4043837 h 6858000"/>
                  <a:gd name="connsiteX210" fmla="*/ 386040 w 4543952"/>
                  <a:gd name="connsiteY210" fmla="*/ 3962159 h 6858000"/>
                  <a:gd name="connsiteX211" fmla="*/ 395544 w 4543952"/>
                  <a:gd name="connsiteY211" fmla="*/ 3923124 h 6858000"/>
                  <a:gd name="connsiteX212" fmla="*/ 417925 w 4543952"/>
                  <a:gd name="connsiteY212" fmla="*/ 3885338 h 6858000"/>
                  <a:gd name="connsiteX213" fmla="*/ 417926 w 4543952"/>
                  <a:gd name="connsiteY213" fmla="*/ 3885336 h 6858000"/>
                  <a:gd name="connsiteX214" fmla="*/ 426528 w 4543952"/>
                  <a:gd name="connsiteY214" fmla="*/ 3868763 h 6858000"/>
                  <a:gd name="connsiteX215" fmla="*/ 427308 w 4543952"/>
                  <a:gd name="connsiteY215" fmla="*/ 3852619 h 6858000"/>
                  <a:gd name="connsiteX216" fmla="*/ 427308 w 4543952"/>
                  <a:gd name="connsiteY216" fmla="*/ 3852618 h 6858000"/>
                  <a:gd name="connsiteX217" fmla="*/ 412973 w 4543952"/>
                  <a:gd name="connsiteY217" fmla="*/ 3822471 h 6858000"/>
                  <a:gd name="connsiteX218" fmla="*/ 398042 w 4543952"/>
                  <a:gd name="connsiteY218" fmla="*/ 3789775 h 6858000"/>
                  <a:gd name="connsiteX219" fmla="*/ 404399 w 4543952"/>
                  <a:gd name="connsiteY219" fmla="*/ 3754652 h 6858000"/>
                  <a:gd name="connsiteX220" fmla="*/ 404781 w 4543952"/>
                  <a:gd name="connsiteY220" fmla="*/ 3734837 h 6858000"/>
                  <a:gd name="connsiteX221" fmla="*/ 404781 w 4543952"/>
                  <a:gd name="connsiteY221" fmla="*/ 3734836 h 6858000"/>
                  <a:gd name="connsiteX222" fmla="*/ 400733 w 4543952"/>
                  <a:gd name="connsiteY222" fmla="*/ 3680163 h 6858000"/>
                  <a:gd name="connsiteX223" fmla="*/ 407246 w 4543952"/>
                  <a:gd name="connsiteY223" fmla="*/ 3654415 h 6858000"/>
                  <a:gd name="connsiteX224" fmla="*/ 424974 w 4543952"/>
                  <a:gd name="connsiteY224" fmla="*/ 3630632 h 6858000"/>
                  <a:gd name="connsiteX225" fmla="*/ 438500 w 4543952"/>
                  <a:gd name="connsiteY225" fmla="*/ 3606817 h 6858000"/>
                  <a:gd name="connsiteX226" fmla="*/ 450598 w 4543952"/>
                  <a:gd name="connsiteY226" fmla="*/ 3574408 h 6858000"/>
                  <a:gd name="connsiteX227" fmla="*/ 450598 w 4543952"/>
                  <a:gd name="connsiteY227" fmla="*/ 3574407 h 6858000"/>
                  <a:gd name="connsiteX228" fmla="*/ 432976 w 4543952"/>
                  <a:gd name="connsiteY228" fmla="*/ 3544712 h 6858000"/>
                  <a:gd name="connsiteX229" fmla="*/ 410877 w 4543952"/>
                  <a:gd name="connsiteY229" fmla="*/ 3489466 h 6858000"/>
                  <a:gd name="connsiteX230" fmla="*/ 363250 w 4543952"/>
                  <a:gd name="connsiteY230" fmla="*/ 3172653 h 6858000"/>
                  <a:gd name="connsiteX231" fmla="*/ 350796 w 4543952"/>
                  <a:gd name="connsiteY231" fmla="*/ 3077401 h 6858000"/>
                  <a:gd name="connsiteX232" fmla="*/ 362488 w 4543952"/>
                  <a:gd name="connsiteY232" fmla="*/ 2982148 h 6858000"/>
                  <a:gd name="connsiteX233" fmla="*/ 366072 w 4543952"/>
                  <a:gd name="connsiteY233" fmla="*/ 2947862 h 6858000"/>
                  <a:gd name="connsiteX234" fmla="*/ 366072 w 4543952"/>
                  <a:gd name="connsiteY234" fmla="*/ 2947861 h 6858000"/>
                  <a:gd name="connsiteX235" fmla="*/ 366072 w 4543952"/>
                  <a:gd name="connsiteY235" fmla="*/ 2947858 h 6858000"/>
                  <a:gd name="connsiteX236" fmla="*/ 361441 w 4543952"/>
                  <a:gd name="connsiteY236" fmla="*/ 2914327 h 6858000"/>
                  <a:gd name="connsiteX237" fmla="*/ 358166 w 4543952"/>
                  <a:gd name="connsiteY237" fmla="*/ 2903544 h 6858000"/>
                  <a:gd name="connsiteX238" fmla="*/ 357138 w 4543952"/>
                  <a:gd name="connsiteY238" fmla="*/ 2897784 h 6858000"/>
                  <a:gd name="connsiteX239" fmla="*/ 341533 w 4543952"/>
                  <a:gd name="connsiteY239" fmla="*/ 2848792 h 6858000"/>
                  <a:gd name="connsiteX240" fmla="*/ 296001 w 4543952"/>
                  <a:gd name="connsiteY240" fmla="*/ 2745351 h 6858000"/>
                  <a:gd name="connsiteX241" fmla="*/ 289670 w 4543952"/>
                  <a:gd name="connsiteY241" fmla="*/ 2770757 h 6858000"/>
                  <a:gd name="connsiteX242" fmla="*/ 290080 w 4543952"/>
                  <a:gd name="connsiteY242" fmla="*/ 2778005 h 6858000"/>
                  <a:gd name="connsiteX243" fmla="*/ 289301 w 4543952"/>
                  <a:gd name="connsiteY243" fmla="*/ 2782304 h 6858000"/>
                  <a:gd name="connsiteX244" fmla="*/ 290501 w 4543952"/>
                  <a:gd name="connsiteY244" fmla="*/ 2785439 h 6858000"/>
                  <a:gd name="connsiteX245" fmla="*/ 290929 w 4543952"/>
                  <a:gd name="connsiteY245" fmla="*/ 2793022 h 6858000"/>
                  <a:gd name="connsiteX246" fmla="*/ 300579 w 4543952"/>
                  <a:gd name="connsiteY246" fmla="*/ 2811779 h 6858000"/>
                  <a:gd name="connsiteX247" fmla="*/ 300582 w 4543952"/>
                  <a:gd name="connsiteY247" fmla="*/ 2811786 h 6858000"/>
                  <a:gd name="connsiteX248" fmla="*/ 300583 w 4543952"/>
                  <a:gd name="connsiteY248" fmla="*/ 2811786 h 6858000"/>
                  <a:gd name="connsiteX249" fmla="*/ 300579 w 4543952"/>
                  <a:gd name="connsiteY249" fmla="*/ 2811779 h 6858000"/>
                  <a:gd name="connsiteX250" fmla="*/ 290501 w 4543952"/>
                  <a:gd name="connsiteY250" fmla="*/ 2785439 h 6858000"/>
                  <a:gd name="connsiteX251" fmla="*/ 290080 w 4543952"/>
                  <a:gd name="connsiteY251" fmla="*/ 2778005 h 6858000"/>
                  <a:gd name="connsiteX252" fmla="*/ 817328 w 4543952"/>
                  <a:gd name="connsiteY252" fmla="*/ 1508457 h 6858000"/>
                  <a:gd name="connsiteX253" fmla="*/ 845421 w 4543952"/>
                  <a:gd name="connsiteY253" fmla="*/ 1596212 h 6858000"/>
                  <a:gd name="connsiteX254" fmla="*/ 843517 w 4543952"/>
                  <a:gd name="connsiteY254" fmla="*/ 1624979 h 6858000"/>
                  <a:gd name="connsiteX255" fmla="*/ 786935 w 4543952"/>
                  <a:gd name="connsiteY255" fmla="*/ 1697752 h 6858000"/>
                  <a:gd name="connsiteX256" fmla="*/ 764267 w 4543952"/>
                  <a:gd name="connsiteY256" fmla="*/ 1733187 h 6858000"/>
                  <a:gd name="connsiteX257" fmla="*/ 722546 w 4543952"/>
                  <a:gd name="connsiteY257" fmla="*/ 1833774 h 6858000"/>
                  <a:gd name="connsiteX258" fmla="*/ 714925 w 4543952"/>
                  <a:gd name="connsiteY258" fmla="*/ 1842157 h 6858000"/>
                  <a:gd name="connsiteX259" fmla="*/ 624434 w 4543952"/>
                  <a:gd name="connsiteY259" fmla="*/ 1916453 h 6858000"/>
                  <a:gd name="connsiteX260" fmla="*/ 609004 w 4543952"/>
                  <a:gd name="connsiteY260" fmla="*/ 1933218 h 6858000"/>
                  <a:gd name="connsiteX261" fmla="*/ 584999 w 4543952"/>
                  <a:gd name="connsiteY261" fmla="*/ 1953412 h 6858000"/>
                  <a:gd name="connsiteX262" fmla="*/ 538516 w 4543952"/>
                  <a:gd name="connsiteY262" fmla="*/ 2016468 h 6858000"/>
                  <a:gd name="connsiteX263" fmla="*/ 523657 w 4543952"/>
                  <a:gd name="connsiteY263" fmla="*/ 2094577 h 6858000"/>
                  <a:gd name="connsiteX264" fmla="*/ 500986 w 4543952"/>
                  <a:gd name="connsiteY264" fmla="*/ 2188878 h 6858000"/>
                  <a:gd name="connsiteX265" fmla="*/ 485746 w 4543952"/>
                  <a:gd name="connsiteY265" fmla="*/ 2228313 h 6858000"/>
                  <a:gd name="connsiteX266" fmla="*/ 456789 w 4543952"/>
                  <a:gd name="connsiteY266" fmla="*/ 2334043 h 6858000"/>
                  <a:gd name="connsiteX267" fmla="*/ 432404 w 4543952"/>
                  <a:gd name="connsiteY267" fmla="*/ 2409484 h 6858000"/>
                  <a:gd name="connsiteX268" fmla="*/ 415303 w 4543952"/>
                  <a:gd name="connsiteY268" fmla="*/ 2435912 h 6858000"/>
                  <a:gd name="connsiteX269" fmla="*/ 415303 w 4543952"/>
                  <a:gd name="connsiteY269" fmla="*/ 2435912 h 6858000"/>
                  <a:gd name="connsiteX270" fmla="*/ 415303 w 4543952"/>
                  <a:gd name="connsiteY270" fmla="*/ 2435912 h 6858000"/>
                  <a:gd name="connsiteX271" fmla="*/ 414227 w 4543952"/>
                  <a:gd name="connsiteY271" fmla="*/ 2440915 h 6858000"/>
                  <a:gd name="connsiteX272" fmla="*/ 409472 w 4543952"/>
                  <a:gd name="connsiteY272" fmla="*/ 2463016 h 6858000"/>
                  <a:gd name="connsiteX273" fmla="*/ 409472 w 4543952"/>
                  <a:gd name="connsiteY273" fmla="*/ 2463017 h 6858000"/>
                  <a:gd name="connsiteX274" fmla="*/ 411535 w 4543952"/>
                  <a:gd name="connsiteY274" fmla="*/ 2490550 h 6858000"/>
                  <a:gd name="connsiteX275" fmla="*/ 418115 w 4543952"/>
                  <a:gd name="connsiteY275" fmla="*/ 2518261 h 6858000"/>
                  <a:gd name="connsiteX276" fmla="*/ 418115 w 4543952"/>
                  <a:gd name="connsiteY276" fmla="*/ 2518264 h 6858000"/>
                  <a:gd name="connsiteX277" fmla="*/ 421759 w 4543952"/>
                  <a:gd name="connsiteY277" fmla="*/ 2545006 h 6858000"/>
                  <a:gd name="connsiteX278" fmla="*/ 417545 w 4543952"/>
                  <a:gd name="connsiteY278" fmla="*/ 2571033 h 6858000"/>
                  <a:gd name="connsiteX279" fmla="*/ 344391 w 4543952"/>
                  <a:gd name="connsiteY279" fmla="*/ 2668000 h 6858000"/>
                  <a:gd name="connsiteX280" fmla="*/ 296001 w 4543952"/>
                  <a:gd name="connsiteY280" fmla="*/ 2745347 h 6858000"/>
                  <a:gd name="connsiteX281" fmla="*/ 296001 w 4543952"/>
                  <a:gd name="connsiteY281" fmla="*/ 2745348 h 6858000"/>
                  <a:gd name="connsiteX282" fmla="*/ 344391 w 4543952"/>
                  <a:gd name="connsiteY282" fmla="*/ 2668001 h 6858000"/>
                  <a:gd name="connsiteX283" fmla="*/ 417545 w 4543952"/>
                  <a:gd name="connsiteY283" fmla="*/ 2571034 h 6858000"/>
                  <a:gd name="connsiteX284" fmla="*/ 421760 w 4543952"/>
                  <a:gd name="connsiteY284" fmla="*/ 2545006 h 6858000"/>
                  <a:gd name="connsiteX285" fmla="*/ 421759 w 4543952"/>
                  <a:gd name="connsiteY285" fmla="*/ 2545006 h 6858000"/>
                  <a:gd name="connsiteX286" fmla="*/ 421760 w 4543952"/>
                  <a:gd name="connsiteY286" fmla="*/ 2545005 h 6858000"/>
                  <a:gd name="connsiteX287" fmla="*/ 418115 w 4543952"/>
                  <a:gd name="connsiteY287" fmla="*/ 2518263 h 6858000"/>
                  <a:gd name="connsiteX288" fmla="*/ 418115 w 4543952"/>
                  <a:gd name="connsiteY288" fmla="*/ 2518261 h 6858000"/>
                  <a:gd name="connsiteX289" fmla="*/ 409472 w 4543952"/>
                  <a:gd name="connsiteY289" fmla="*/ 2463017 h 6858000"/>
                  <a:gd name="connsiteX290" fmla="*/ 414227 w 4543952"/>
                  <a:gd name="connsiteY290" fmla="*/ 2440915 h 6858000"/>
                  <a:gd name="connsiteX291" fmla="*/ 415303 w 4543952"/>
                  <a:gd name="connsiteY291" fmla="*/ 2435912 h 6858000"/>
                  <a:gd name="connsiteX292" fmla="*/ 432404 w 4543952"/>
                  <a:gd name="connsiteY292" fmla="*/ 2409485 h 6858000"/>
                  <a:gd name="connsiteX293" fmla="*/ 456789 w 4543952"/>
                  <a:gd name="connsiteY293" fmla="*/ 2334044 h 6858000"/>
                  <a:gd name="connsiteX294" fmla="*/ 485746 w 4543952"/>
                  <a:gd name="connsiteY294" fmla="*/ 2228314 h 6858000"/>
                  <a:gd name="connsiteX295" fmla="*/ 500986 w 4543952"/>
                  <a:gd name="connsiteY295" fmla="*/ 2188879 h 6858000"/>
                  <a:gd name="connsiteX296" fmla="*/ 523657 w 4543952"/>
                  <a:gd name="connsiteY296" fmla="*/ 2094578 h 6858000"/>
                  <a:gd name="connsiteX297" fmla="*/ 538516 w 4543952"/>
                  <a:gd name="connsiteY297" fmla="*/ 2016469 h 6858000"/>
                  <a:gd name="connsiteX298" fmla="*/ 584999 w 4543952"/>
                  <a:gd name="connsiteY298" fmla="*/ 1953413 h 6858000"/>
                  <a:gd name="connsiteX299" fmla="*/ 609004 w 4543952"/>
                  <a:gd name="connsiteY299" fmla="*/ 1933219 h 6858000"/>
                  <a:gd name="connsiteX300" fmla="*/ 624434 w 4543952"/>
                  <a:gd name="connsiteY300" fmla="*/ 1916454 h 6858000"/>
                  <a:gd name="connsiteX301" fmla="*/ 714925 w 4543952"/>
                  <a:gd name="connsiteY301" fmla="*/ 1842158 h 6858000"/>
                  <a:gd name="connsiteX302" fmla="*/ 722546 w 4543952"/>
                  <a:gd name="connsiteY302" fmla="*/ 1833775 h 6858000"/>
                  <a:gd name="connsiteX303" fmla="*/ 764267 w 4543952"/>
                  <a:gd name="connsiteY303" fmla="*/ 1733188 h 6858000"/>
                  <a:gd name="connsiteX304" fmla="*/ 786936 w 4543952"/>
                  <a:gd name="connsiteY304" fmla="*/ 1697753 h 6858000"/>
                  <a:gd name="connsiteX305" fmla="*/ 843517 w 4543952"/>
                  <a:gd name="connsiteY305" fmla="*/ 1624980 h 6858000"/>
                  <a:gd name="connsiteX306" fmla="*/ 845422 w 4543952"/>
                  <a:gd name="connsiteY306" fmla="*/ 1596213 h 6858000"/>
                  <a:gd name="connsiteX307" fmla="*/ 798723 w 4543952"/>
                  <a:gd name="connsiteY307" fmla="*/ 1459072 h 6858000"/>
                  <a:gd name="connsiteX308" fmla="*/ 807941 w 4543952"/>
                  <a:gd name="connsiteY308" fmla="*/ 1481571 h 6858000"/>
                  <a:gd name="connsiteX309" fmla="*/ 798724 w 4543952"/>
                  <a:gd name="connsiteY309" fmla="*/ 1459073 h 6858000"/>
                  <a:gd name="connsiteX310" fmla="*/ 779530 w 4543952"/>
                  <a:gd name="connsiteY310" fmla="*/ 1268757 h 6858000"/>
                  <a:gd name="connsiteX311" fmla="*/ 774363 w 4543952"/>
                  <a:gd name="connsiteY311" fmla="*/ 1286068 h 6858000"/>
                  <a:gd name="connsiteX312" fmla="*/ 752025 w 4543952"/>
                  <a:gd name="connsiteY312" fmla="*/ 1350626 h 6858000"/>
                  <a:gd name="connsiteX313" fmla="*/ 757620 w 4543952"/>
                  <a:gd name="connsiteY313" fmla="*/ 1413839 h 6858000"/>
                  <a:gd name="connsiteX314" fmla="*/ 752026 w 4543952"/>
                  <a:gd name="connsiteY314" fmla="*/ 1350627 h 6858000"/>
                  <a:gd name="connsiteX315" fmla="*/ 774363 w 4543952"/>
                  <a:gd name="connsiteY315" fmla="*/ 1286069 h 6858000"/>
                  <a:gd name="connsiteX316" fmla="*/ 779530 w 4543952"/>
                  <a:gd name="connsiteY316" fmla="*/ 1268757 h 6858000"/>
                  <a:gd name="connsiteX317" fmla="*/ 837801 w 4543952"/>
                  <a:gd name="connsiteY317" fmla="*/ 773034 h 6858000"/>
                  <a:gd name="connsiteX318" fmla="*/ 829801 w 4543952"/>
                  <a:gd name="connsiteY318" fmla="*/ 854378 h 6858000"/>
                  <a:gd name="connsiteX319" fmla="*/ 798747 w 4543952"/>
                  <a:gd name="connsiteY319" fmla="*/ 915342 h 6858000"/>
                  <a:gd name="connsiteX320" fmla="*/ 788269 w 4543952"/>
                  <a:gd name="connsiteY320" fmla="*/ 927154 h 6858000"/>
                  <a:gd name="connsiteX321" fmla="*/ 791889 w 4543952"/>
                  <a:gd name="connsiteY321" fmla="*/ 1097086 h 6858000"/>
                  <a:gd name="connsiteX322" fmla="*/ 796271 w 4543952"/>
                  <a:gd name="connsiteY322" fmla="*/ 1123184 h 6858000"/>
                  <a:gd name="connsiteX323" fmla="*/ 771553 w 4543952"/>
                  <a:gd name="connsiteY323" fmla="*/ 1184028 h 6858000"/>
                  <a:gd name="connsiteX324" fmla="*/ 796272 w 4543952"/>
                  <a:gd name="connsiteY324" fmla="*/ 1123185 h 6858000"/>
                  <a:gd name="connsiteX325" fmla="*/ 791890 w 4543952"/>
                  <a:gd name="connsiteY325" fmla="*/ 1097087 h 6858000"/>
                  <a:gd name="connsiteX326" fmla="*/ 788270 w 4543952"/>
                  <a:gd name="connsiteY326" fmla="*/ 927155 h 6858000"/>
                  <a:gd name="connsiteX327" fmla="*/ 798748 w 4543952"/>
                  <a:gd name="connsiteY327" fmla="*/ 915343 h 6858000"/>
                  <a:gd name="connsiteX328" fmla="*/ 829801 w 4543952"/>
                  <a:gd name="connsiteY328" fmla="*/ 854379 h 6858000"/>
                  <a:gd name="connsiteX329" fmla="*/ 837801 w 4543952"/>
                  <a:gd name="connsiteY329" fmla="*/ 773035 h 6858000"/>
                  <a:gd name="connsiteX330" fmla="*/ 782400 w 4543952"/>
                  <a:gd name="connsiteY330" fmla="*/ 517850 h 6858000"/>
                  <a:gd name="connsiteX331" fmla="*/ 791317 w 4543952"/>
                  <a:gd name="connsiteY331" fmla="*/ 556046 h 6858000"/>
                  <a:gd name="connsiteX332" fmla="*/ 797795 w 4543952"/>
                  <a:gd name="connsiteY332" fmla="*/ 580049 h 6858000"/>
                  <a:gd name="connsiteX333" fmla="*/ 801176 w 4543952"/>
                  <a:gd name="connsiteY333" fmla="*/ 642536 h 6858000"/>
                  <a:gd name="connsiteX334" fmla="*/ 813700 w 4543952"/>
                  <a:gd name="connsiteY334" fmla="*/ 694927 h 6858000"/>
                  <a:gd name="connsiteX335" fmla="*/ 801177 w 4543952"/>
                  <a:gd name="connsiteY335" fmla="*/ 642537 h 6858000"/>
                  <a:gd name="connsiteX336" fmla="*/ 797796 w 4543952"/>
                  <a:gd name="connsiteY336" fmla="*/ 580050 h 6858000"/>
                  <a:gd name="connsiteX337" fmla="*/ 791318 w 4543952"/>
                  <a:gd name="connsiteY337" fmla="*/ 556047 h 6858000"/>
                  <a:gd name="connsiteX338" fmla="*/ 783887 w 4543952"/>
                  <a:gd name="connsiteY338" fmla="*/ 313532 h 6858000"/>
                  <a:gd name="connsiteX339" fmla="*/ 786245 w 4543952"/>
                  <a:gd name="connsiteY339" fmla="*/ 324057 h 6858000"/>
                  <a:gd name="connsiteX340" fmla="*/ 784459 w 4543952"/>
                  <a:gd name="connsiteY340" fmla="*/ 338869 h 6858000"/>
                  <a:gd name="connsiteX341" fmla="*/ 784454 w 4543952"/>
                  <a:gd name="connsiteY341" fmla="*/ 338897 h 6858000"/>
                  <a:gd name="connsiteX342" fmla="*/ 778363 w 4543952"/>
                  <a:gd name="connsiteY342" fmla="*/ 367327 h 6858000"/>
                  <a:gd name="connsiteX343" fmla="*/ 774553 w 4543952"/>
                  <a:gd name="connsiteY343" fmla="*/ 395639 h 6858000"/>
                  <a:gd name="connsiteX344" fmla="*/ 784454 w 4543952"/>
                  <a:gd name="connsiteY344" fmla="*/ 338897 h 6858000"/>
                  <a:gd name="connsiteX345" fmla="*/ 784460 w 4543952"/>
                  <a:gd name="connsiteY345" fmla="*/ 338870 h 6858000"/>
                  <a:gd name="connsiteX346" fmla="*/ 783888 w 4543952"/>
                  <a:gd name="connsiteY346" fmla="*/ 313533 h 6858000"/>
                  <a:gd name="connsiteX347" fmla="*/ 761560 w 4543952"/>
                  <a:gd name="connsiteY347" fmla="*/ 281567 h 6858000"/>
                  <a:gd name="connsiteX348" fmla="*/ 766454 w 4543952"/>
                  <a:gd name="connsiteY348" fmla="*/ 295414 h 6858000"/>
                  <a:gd name="connsiteX349" fmla="*/ 766455 w 4543952"/>
                  <a:gd name="connsiteY349" fmla="*/ 295414 h 6858000"/>
                  <a:gd name="connsiteX350" fmla="*/ 774880 w 4543952"/>
                  <a:gd name="connsiteY350" fmla="*/ 24485 h 6858000"/>
                  <a:gd name="connsiteX351" fmla="*/ 777142 w 4543952"/>
                  <a:gd name="connsiteY351" fmla="*/ 74128 h 6858000"/>
                  <a:gd name="connsiteX352" fmla="*/ 767023 w 4543952"/>
                  <a:gd name="connsiteY352" fmla="*/ 151568 h 6858000"/>
                  <a:gd name="connsiteX353" fmla="*/ 766824 w 4543952"/>
                  <a:gd name="connsiteY353" fmla="*/ 153387 h 6858000"/>
                  <a:gd name="connsiteX354" fmla="*/ 763010 w 4543952"/>
                  <a:gd name="connsiteY354" fmla="*/ 177270 h 6858000"/>
                  <a:gd name="connsiteX355" fmla="*/ 758551 w 4543952"/>
                  <a:gd name="connsiteY355" fmla="*/ 228943 h 6858000"/>
                  <a:gd name="connsiteX356" fmla="*/ 766824 w 4543952"/>
                  <a:gd name="connsiteY356" fmla="*/ 153387 h 6858000"/>
                  <a:gd name="connsiteX357" fmla="*/ 771220 w 4543952"/>
                  <a:gd name="connsiteY357" fmla="*/ 125860 h 6858000"/>
                  <a:gd name="connsiteX358" fmla="*/ 777143 w 4543952"/>
                  <a:gd name="connsiteY358" fmla="*/ 74128 h 6858000"/>
                  <a:gd name="connsiteX359" fmla="*/ 313354 w 4543952"/>
                  <a:gd name="connsiteY359" fmla="*/ 0 h 6858000"/>
                  <a:gd name="connsiteX360" fmla="*/ 777461 w 4543952"/>
                  <a:gd name="connsiteY360" fmla="*/ 0 h 6858000"/>
                  <a:gd name="connsiteX361" fmla="*/ 774743 w 4543952"/>
                  <a:gd name="connsiteY361" fmla="*/ 21485 h 6858000"/>
                  <a:gd name="connsiteX362" fmla="*/ 777461 w 4543952"/>
                  <a:gd name="connsiteY362" fmla="*/ 0 h 6858000"/>
                  <a:gd name="connsiteX363" fmla="*/ 4543952 w 4543952"/>
                  <a:gd name="connsiteY363" fmla="*/ 1 h 6858000"/>
                  <a:gd name="connsiteX364" fmla="*/ 4543952 w 4543952"/>
                  <a:gd name="connsiteY364" fmla="*/ 6858000 h 6858000"/>
                  <a:gd name="connsiteX365" fmla="*/ 284400 w 4543952"/>
                  <a:gd name="connsiteY365" fmla="*/ 6858000 h 6858000"/>
                  <a:gd name="connsiteX366" fmla="*/ 112147 w 4543952"/>
                  <a:gd name="connsiteY366" fmla="*/ 6858000 h 6858000"/>
                  <a:gd name="connsiteX367" fmla="*/ 102447 w 4543952"/>
                  <a:gd name="connsiteY367" fmla="*/ 6815515 h 6858000"/>
                  <a:gd name="connsiteX368" fmla="*/ 83396 w 4543952"/>
                  <a:gd name="connsiteY368" fmla="*/ 6748457 h 6858000"/>
                  <a:gd name="connsiteX369" fmla="*/ 61870 w 4543952"/>
                  <a:gd name="connsiteY369" fmla="*/ 6584811 h 6858000"/>
                  <a:gd name="connsiteX370" fmla="*/ 41105 w 4543952"/>
                  <a:gd name="connsiteY370" fmla="*/ 6415832 h 6858000"/>
                  <a:gd name="connsiteX371" fmla="*/ 34247 w 4543952"/>
                  <a:gd name="connsiteY371" fmla="*/ 6323057 h 6858000"/>
                  <a:gd name="connsiteX372" fmla="*/ 23386 w 4543952"/>
                  <a:gd name="connsiteY372" fmla="*/ 6242092 h 6858000"/>
                  <a:gd name="connsiteX373" fmla="*/ 16528 w 4543952"/>
                  <a:gd name="connsiteY373" fmla="*/ 6171604 h 6858000"/>
                  <a:gd name="connsiteX374" fmla="*/ 2622 w 4543952"/>
                  <a:gd name="connsiteY374" fmla="*/ 6059396 h 6858000"/>
                  <a:gd name="connsiteX375" fmla="*/ 0 w 4543952"/>
                  <a:gd name="connsiteY375" fmla="*/ 6041768 h 6858000"/>
                  <a:gd name="connsiteX376" fmla="*/ 0 w 4543952"/>
                  <a:gd name="connsiteY376" fmla="*/ 6000936 h 6858000"/>
                  <a:gd name="connsiteX377" fmla="*/ 3670 w 4543952"/>
                  <a:gd name="connsiteY377" fmla="*/ 5957594 h 6858000"/>
                  <a:gd name="connsiteX378" fmla="*/ 0 w 4543952"/>
                  <a:gd name="connsiteY378" fmla="*/ 5912510 h 6858000"/>
                  <a:gd name="connsiteX379" fmla="*/ 0 w 4543952"/>
                  <a:gd name="connsiteY379" fmla="*/ 5886400 h 6858000"/>
                  <a:gd name="connsiteX380" fmla="*/ 1098 w 4543952"/>
                  <a:gd name="connsiteY380" fmla="*/ 5864317 h 6858000"/>
                  <a:gd name="connsiteX381" fmla="*/ 24720 w 4543952"/>
                  <a:gd name="connsiteY381" fmla="*/ 5790591 h 6858000"/>
                  <a:gd name="connsiteX382" fmla="*/ 26434 w 4543952"/>
                  <a:gd name="connsiteY382" fmla="*/ 5781829 h 6858000"/>
                  <a:gd name="connsiteX383" fmla="*/ 35771 w 4543952"/>
                  <a:gd name="connsiteY383" fmla="*/ 5733439 h 6858000"/>
                  <a:gd name="connsiteX384" fmla="*/ 38819 w 4543952"/>
                  <a:gd name="connsiteY384" fmla="*/ 5706958 h 6858000"/>
                  <a:gd name="connsiteX385" fmla="*/ 58250 w 4543952"/>
                  <a:gd name="connsiteY385" fmla="*/ 5606371 h 6858000"/>
                  <a:gd name="connsiteX386" fmla="*/ 67394 w 4543952"/>
                  <a:gd name="connsiteY386" fmla="*/ 5548459 h 6858000"/>
                  <a:gd name="connsiteX387" fmla="*/ 66060 w 4543952"/>
                  <a:gd name="connsiteY387" fmla="*/ 5501593 h 6858000"/>
                  <a:gd name="connsiteX388" fmla="*/ 64346 w 4543952"/>
                  <a:gd name="connsiteY388" fmla="*/ 5419294 h 6858000"/>
                  <a:gd name="connsiteX389" fmla="*/ 59964 w 4543952"/>
                  <a:gd name="connsiteY389" fmla="*/ 5393004 h 6858000"/>
                  <a:gd name="connsiteX390" fmla="*/ 72538 w 4543952"/>
                  <a:gd name="connsiteY390" fmla="*/ 5274128 h 6858000"/>
                  <a:gd name="connsiteX391" fmla="*/ 73490 w 4543952"/>
                  <a:gd name="connsiteY391" fmla="*/ 5206307 h 6858000"/>
                  <a:gd name="connsiteX392" fmla="*/ 89113 w 4543952"/>
                  <a:gd name="connsiteY392" fmla="*/ 5129915 h 6858000"/>
                  <a:gd name="connsiteX393" fmla="*/ 88351 w 4543952"/>
                  <a:gd name="connsiteY393" fmla="*/ 5107626 h 6858000"/>
                  <a:gd name="connsiteX394" fmla="*/ 87016 w 4543952"/>
                  <a:gd name="connsiteY394" fmla="*/ 5082669 h 6858000"/>
                  <a:gd name="connsiteX395" fmla="*/ 85872 w 4543952"/>
                  <a:gd name="connsiteY395" fmla="*/ 5006085 h 6858000"/>
                  <a:gd name="connsiteX396" fmla="*/ 80158 w 4543952"/>
                  <a:gd name="connsiteY396" fmla="*/ 4959601 h 6858000"/>
                  <a:gd name="connsiteX397" fmla="*/ 83586 w 4543952"/>
                  <a:gd name="connsiteY397" fmla="*/ 4871018 h 6858000"/>
                  <a:gd name="connsiteX398" fmla="*/ 78634 w 4543952"/>
                  <a:gd name="connsiteY398" fmla="*/ 4838249 h 6858000"/>
                  <a:gd name="connsiteX399" fmla="*/ 78062 w 4543952"/>
                  <a:gd name="connsiteY399" fmla="*/ 4755380 h 6858000"/>
                  <a:gd name="connsiteX400" fmla="*/ 80920 w 4543952"/>
                  <a:gd name="connsiteY400" fmla="*/ 4681082 h 6858000"/>
                  <a:gd name="connsiteX401" fmla="*/ 79396 w 4543952"/>
                  <a:gd name="connsiteY401" fmla="*/ 4609451 h 6858000"/>
                  <a:gd name="connsiteX402" fmla="*/ 73110 w 4543952"/>
                  <a:gd name="connsiteY402" fmla="*/ 4558206 h 6858000"/>
                  <a:gd name="connsiteX403" fmla="*/ 69300 w 4543952"/>
                  <a:gd name="connsiteY403" fmla="*/ 4502578 h 6858000"/>
                  <a:gd name="connsiteX404" fmla="*/ 46629 w 4543952"/>
                  <a:gd name="connsiteY404" fmla="*/ 4349221 h 6858000"/>
                  <a:gd name="connsiteX405" fmla="*/ 52153 w 4543952"/>
                  <a:gd name="connsiteY405" fmla="*/ 4320836 h 6858000"/>
                  <a:gd name="connsiteX406" fmla="*/ 57297 w 4543952"/>
                  <a:gd name="connsiteY406" fmla="*/ 4159666 h 6858000"/>
                  <a:gd name="connsiteX407" fmla="*/ 56915 w 4543952"/>
                  <a:gd name="connsiteY407" fmla="*/ 4124613 h 6858000"/>
                  <a:gd name="connsiteX408" fmla="*/ 79396 w 4543952"/>
                  <a:gd name="connsiteY408" fmla="*/ 4030502 h 6858000"/>
                  <a:gd name="connsiteX409" fmla="*/ 43771 w 4543952"/>
                  <a:gd name="connsiteY409" fmla="*/ 3885337 h 6858000"/>
                  <a:gd name="connsiteX410" fmla="*/ 426 w 4543952"/>
                  <a:gd name="connsiteY410" fmla="*/ 3786776 h 6858000"/>
                  <a:gd name="connsiteX411" fmla="*/ 0 w 4543952"/>
                  <a:gd name="connsiteY411" fmla="*/ 3773896 h 6858000"/>
                  <a:gd name="connsiteX412" fmla="*/ 0 w 4543952"/>
                  <a:gd name="connsiteY412" fmla="*/ 3393881 h 6858000"/>
                  <a:gd name="connsiteX413" fmla="*/ 11838 w 4543952"/>
                  <a:gd name="connsiteY413" fmla="*/ 3359515 h 6858000"/>
                  <a:gd name="connsiteX414" fmla="*/ 12910 w 4543952"/>
                  <a:gd name="connsiteY414" fmla="*/ 3318770 h 6858000"/>
                  <a:gd name="connsiteX415" fmla="*/ 6718 w 4543952"/>
                  <a:gd name="connsiteY415" fmla="*/ 3304078 h 6858000"/>
                  <a:gd name="connsiteX416" fmla="*/ 0 w 4543952"/>
                  <a:gd name="connsiteY416" fmla="*/ 3297656 h 6858000"/>
                  <a:gd name="connsiteX417" fmla="*/ 0 w 4543952"/>
                  <a:gd name="connsiteY417" fmla="*/ 3207866 h 6858000"/>
                  <a:gd name="connsiteX418" fmla="*/ 15553 w 4543952"/>
                  <a:gd name="connsiteY418" fmla="*/ 3186770 h 6858000"/>
                  <a:gd name="connsiteX419" fmla="*/ 36341 w 4543952"/>
                  <a:gd name="connsiteY419" fmla="*/ 3107499 h 6858000"/>
                  <a:gd name="connsiteX420" fmla="*/ 38057 w 4543952"/>
                  <a:gd name="connsiteY420" fmla="*/ 3042727 h 6858000"/>
                  <a:gd name="connsiteX421" fmla="*/ 54249 w 4543952"/>
                  <a:gd name="connsiteY421" fmla="*/ 2901942 h 6858000"/>
                  <a:gd name="connsiteX422" fmla="*/ 77300 w 4543952"/>
                  <a:gd name="connsiteY422" fmla="*/ 2809929 h 6858000"/>
                  <a:gd name="connsiteX423" fmla="*/ 103399 w 4543952"/>
                  <a:gd name="connsiteY423" fmla="*/ 2743825 h 6858000"/>
                  <a:gd name="connsiteX424" fmla="*/ 137500 w 4543952"/>
                  <a:gd name="connsiteY424" fmla="*/ 2649142 h 6858000"/>
                  <a:gd name="connsiteX425" fmla="*/ 155217 w 4543952"/>
                  <a:gd name="connsiteY425" fmla="*/ 2554078 h 6858000"/>
                  <a:gd name="connsiteX426" fmla="*/ 177507 w 4543952"/>
                  <a:gd name="connsiteY426" fmla="*/ 2485306 h 6858000"/>
                  <a:gd name="connsiteX427" fmla="*/ 192748 w 4543952"/>
                  <a:gd name="connsiteY427" fmla="*/ 2401291 h 6858000"/>
                  <a:gd name="connsiteX428" fmla="*/ 193318 w 4543952"/>
                  <a:gd name="connsiteY428" fmla="*/ 2330805 h 6858000"/>
                  <a:gd name="connsiteX429" fmla="*/ 190652 w 4543952"/>
                  <a:gd name="connsiteY429" fmla="*/ 2220311 h 6858000"/>
                  <a:gd name="connsiteX430" fmla="*/ 236753 w 4543952"/>
                  <a:gd name="connsiteY430" fmla="*/ 2085053 h 6858000"/>
                  <a:gd name="connsiteX431" fmla="*/ 247042 w 4543952"/>
                  <a:gd name="connsiteY431" fmla="*/ 2030377 h 6858000"/>
                  <a:gd name="connsiteX432" fmla="*/ 251804 w 4543952"/>
                  <a:gd name="connsiteY432" fmla="*/ 1978939 h 6858000"/>
                  <a:gd name="connsiteX433" fmla="*/ 282475 w 4543952"/>
                  <a:gd name="connsiteY433" fmla="*/ 1869779 h 6858000"/>
                  <a:gd name="connsiteX434" fmla="*/ 292573 w 4543952"/>
                  <a:gd name="connsiteY434" fmla="*/ 1825392 h 6858000"/>
                  <a:gd name="connsiteX435" fmla="*/ 292381 w 4543952"/>
                  <a:gd name="connsiteY435" fmla="*/ 1763286 h 6858000"/>
                  <a:gd name="connsiteX436" fmla="*/ 306480 w 4543952"/>
                  <a:gd name="connsiteY436" fmla="*/ 1650316 h 6858000"/>
                  <a:gd name="connsiteX437" fmla="*/ 347629 w 4543952"/>
                  <a:gd name="connsiteY437" fmla="*/ 1537536 h 6858000"/>
                  <a:gd name="connsiteX438" fmla="*/ 343629 w 4543952"/>
                  <a:gd name="connsiteY438" fmla="*/ 1489719 h 6858000"/>
                  <a:gd name="connsiteX439" fmla="*/ 344581 w 4543952"/>
                  <a:gd name="connsiteY439" fmla="*/ 1472574 h 6858000"/>
                  <a:gd name="connsiteX440" fmla="*/ 367252 w 4543952"/>
                  <a:gd name="connsiteY440" fmla="*/ 1318455 h 6858000"/>
                  <a:gd name="connsiteX441" fmla="*/ 369728 w 4543952"/>
                  <a:gd name="connsiteY441" fmla="*/ 1303023 h 6858000"/>
                  <a:gd name="connsiteX442" fmla="*/ 389921 w 4543952"/>
                  <a:gd name="connsiteY442" fmla="*/ 1230632 h 6858000"/>
                  <a:gd name="connsiteX443" fmla="*/ 402495 w 4543952"/>
                  <a:gd name="connsiteY443" fmla="*/ 1048124 h 6858000"/>
                  <a:gd name="connsiteX444" fmla="*/ 404019 w 4543952"/>
                  <a:gd name="connsiteY444" fmla="*/ 1036886 h 6858000"/>
                  <a:gd name="connsiteX445" fmla="*/ 393923 w 4543952"/>
                  <a:gd name="connsiteY445" fmla="*/ 975732 h 6858000"/>
                  <a:gd name="connsiteX446" fmla="*/ 379634 w 4543952"/>
                  <a:gd name="connsiteY446" fmla="*/ 945443 h 6858000"/>
                  <a:gd name="connsiteX447" fmla="*/ 364774 w 4543952"/>
                  <a:gd name="connsiteY447" fmla="*/ 898197 h 6858000"/>
                  <a:gd name="connsiteX448" fmla="*/ 359250 w 4543952"/>
                  <a:gd name="connsiteY448" fmla="*/ 850188 h 6858000"/>
                  <a:gd name="connsiteX449" fmla="*/ 381730 w 4543952"/>
                  <a:gd name="connsiteY449" fmla="*/ 769604 h 6858000"/>
                  <a:gd name="connsiteX450" fmla="*/ 384016 w 4543952"/>
                  <a:gd name="connsiteY450" fmla="*/ 740267 h 6858000"/>
                  <a:gd name="connsiteX451" fmla="*/ 394875 w 4543952"/>
                  <a:gd name="connsiteY451" fmla="*/ 674922 h 6858000"/>
                  <a:gd name="connsiteX452" fmla="*/ 394113 w 4543952"/>
                  <a:gd name="connsiteY452" fmla="*/ 617771 h 6858000"/>
                  <a:gd name="connsiteX453" fmla="*/ 376776 w 4543952"/>
                  <a:gd name="connsiteY453" fmla="*/ 571859 h 6858000"/>
                  <a:gd name="connsiteX454" fmla="*/ 373348 w 4543952"/>
                  <a:gd name="connsiteY454" fmla="*/ 505181 h 6858000"/>
                  <a:gd name="connsiteX455" fmla="*/ 385920 w 4543952"/>
                  <a:gd name="connsiteY455" fmla="*/ 462125 h 6858000"/>
                  <a:gd name="connsiteX456" fmla="*/ 387634 w 4543952"/>
                  <a:gd name="connsiteY456" fmla="*/ 453363 h 6858000"/>
                  <a:gd name="connsiteX457" fmla="*/ 388399 w 4543952"/>
                  <a:gd name="connsiteY457" fmla="*/ 340773 h 6858000"/>
                  <a:gd name="connsiteX458" fmla="*/ 350487 w 4543952"/>
                  <a:gd name="connsiteY458" fmla="*/ 200181 h 6858000"/>
                  <a:gd name="connsiteX459" fmla="*/ 342485 w 4543952"/>
                  <a:gd name="connsiteY459" fmla="*/ 176938 h 6858000"/>
                  <a:gd name="connsiteX460" fmla="*/ 328579 w 4543952"/>
                  <a:gd name="connsiteY460" fmla="*/ 63586 h 6858000"/>
                  <a:gd name="connsiteX461" fmla="*/ 314480 w 4543952"/>
                  <a:gd name="connsiteY461" fmla="*/ 2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Lst>
                <a:rect l="l" t="t" r="r" b="b"/>
                <a:pathLst>
                  <a:path w="4543952" h="6858000">
                    <a:moveTo>
                      <a:pt x="328959" y="6564619"/>
                    </a:moveTo>
                    <a:lnTo>
                      <a:pt x="306480" y="6588624"/>
                    </a:lnTo>
                    <a:cubicBezTo>
                      <a:pt x="298003" y="6597577"/>
                      <a:pt x="291954" y="6611341"/>
                      <a:pt x="289858" y="6625223"/>
                    </a:cubicBezTo>
                    <a:lnTo>
                      <a:pt x="289858" y="6625224"/>
                    </a:lnTo>
                    <a:lnTo>
                      <a:pt x="289870" y="6645551"/>
                    </a:lnTo>
                    <a:lnTo>
                      <a:pt x="296953" y="6662539"/>
                    </a:lnTo>
                    <a:lnTo>
                      <a:pt x="296953" y="6662541"/>
                    </a:lnTo>
                    <a:lnTo>
                      <a:pt x="296954" y="6662543"/>
                    </a:lnTo>
                    <a:lnTo>
                      <a:pt x="311551" y="6702975"/>
                    </a:lnTo>
                    <a:lnTo>
                      <a:pt x="297715" y="6742551"/>
                    </a:lnTo>
                    <a:lnTo>
                      <a:pt x="297714" y="6742554"/>
                    </a:lnTo>
                    <a:lnTo>
                      <a:pt x="283011" y="6776799"/>
                    </a:lnTo>
                    <a:lnTo>
                      <a:pt x="278238" y="6812061"/>
                    </a:lnTo>
                    <a:lnTo>
                      <a:pt x="278237" y="6812062"/>
                    </a:lnTo>
                    <a:lnTo>
                      <a:pt x="278237" y="6812063"/>
                    </a:lnTo>
                    <a:lnTo>
                      <a:pt x="278238" y="6812061"/>
                    </a:lnTo>
                    <a:lnTo>
                      <a:pt x="297714" y="6742554"/>
                    </a:lnTo>
                    <a:lnTo>
                      <a:pt x="297715" y="6742552"/>
                    </a:lnTo>
                    <a:cubicBezTo>
                      <a:pt x="306003" y="6729218"/>
                      <a:pt x="311147" y="6716168"/>
                      <a:pt x="311551" y="6702976"/>
                    </a:cubicBezTo>
                    <a:lnTo>
                      <a:pt x="311551" y="6702975"/>
                    </a:lnTo>
                    <a:lnTo>
                      <a:pt x="308405" y="6683026"/>
                    </a:lnTo>
                    <a:lnTo>
                      <a:pt x="296954" y="6662543"/>
                    </a:lnTo>
                    <a:lnTo>
                      <a:pt x="296953" y="6662540"/>
                    </a:lnTo>
                    <a:lnTo>
                      <a:pt x="296953" y="6662539"/>
                    </a:lnTo>
                    <a:lnTo>
                      <a:pt x="289858" y="6625224"/>
                    </a:lnTo>
                    <a:lnTo>
                      <a:pt x="306480" y="6588625"/>
                    </a:lnTo>
                    <a:cubicBezTo>
                      <a:pt x="312576" y="6582146"/>
                      <a:pt x="318672" y="6575478"/>
                      <a:pt x="328959" y="6564620"/>
                    </a:cubicBezTo>
                    <a:close/>
                    <a:moveTo>
                      <a:pt x="248638" y="6438980"/>
                    </a:moveTo>
                    <a:cubicBezTo>
                      <a:pt x="258140" y="6444076"/>
                      <a:pt x="265617" y="6451649"/>
                      <a:pt x="268569" y="6463840"/>
                    </a:cubicBezTo>
                    <a:lnTo>
                      <a:pt x="268572" y="6463848"/>
                    </a:lnTo>
                    <a:lnTo>
                      <a:pt x="279556" y="6508051"/>
                    </a:lnTo>
                    <a:lnTo>
                      <a:pt x="282367" y="6513011"/>
                    </a:lnTo>
                    <a:lnTo>
                      <a:pt x="284834" y="6521803"/>
                    </a:lnTo>
                    <a:lnTo>
                      <a:pt x="301172" y="6546194"/>
                    </a:lnTo>
                    <a:lnTo>
                      <a:pt x="301172" y="6546193"/>
                    </a:lnTo>
                    <a:lnTo>
                      <a:pt x="282367" y="6513011"/>
                    </a:lnTo>
                    <a:lnTo>
                      <a:pt x="268572" y="6463848"/>
                    </a:lnTo>
                    <a:lnTo>
                      <a:pt x="268569" y="6463839"/>
                    </a:lnTo>
                    <a:close/>
                    <a:moveTo>
                      <a:pt x="166047" y="6392242"/>
                    </a:moveTo>
                    <a:lnTo>
                      <a:pt x="173364" y="6407332"/>
                    </a:lnTo>
                    <a:lnTo>
                      <a:pt x="173364" y="6407331"/>
                    </a:lnTo>
                    <a:close/>
                    <a:moveTo>
                      <a:pt x="401733" y="4221390"/>
                    </a:moveTo>
                    <a:lnTo>
                      <a:pt x="396017" y="4253013"/>
                    </a:lnTo>
                    <a:cubicBezTo>
                      <a:pt x="383824" y="4277400"/>
                      <a:pt x="368204" y="4300069"/>
                      <a:pt x="356201" y="4324644"/>
                    </a:cubicBezTo>
                    <a:cubicBezTo>
                      <a:pt x="350487" y="4336456"/>
                      <a:pt x="347439" y="4350553"/>
                      <a:pt x="347247" y="4363889"/>
                    </a:cubicBezTo>
                    <a:lnTo>
                      <a:pt x="347247" y="4363890"/>
                    </a:lnTo>
                    <a:cubicBezTo>
                      <a:pt x="346295" y="4403325"/>
                      <a:pt x="346295" y="4442761"/>
                      <a:pt x="348009" y="4482004"/>
                    </a:cubicBezTo>
                    <a:cubicBezTo>
                      <a:pt x="350677" y="4546776"/>
                      <a:pt x="351249" y="4612500"/>
                      <a:pt x="408019" y="4659174"/>
                    </a:cubicBezTo>
                    <a:cubicBezTo>
                      <a:pt x="412591" y="4662986"/>
                      <a:pt x="415259" y="4671176"/>
                      <a:pt x="416021" y="4677655"/>
                    </a:cubicBezTo>
                    <a:cubicBezTo>
                      <a:pt x="419640" y="4707564"/>
                      <a:pt x="420022" y="4738235"/>
                      <a:pt x="425928" y="4767764"/>
                    </a:cubicBezTo>
                    <a:lnTo>
                      <a:pt x="427237" y="4800482"/>
                    </a:lnTo>
                    <a:lnTo>
                      <a:pt x="412401" y="4828915"/>
                    </a:lnTo>
                    <a:cubicBezTo>
                      <a:pt x="404115" y="4837702"/>
                      <a:pt x="397114" y="4847213"/>
                      <a:pt x="391971" y="4857316"/>
                    </a:cubicBezTo>
                    <a:lnTo>
                      <a:pt x="390221" y="4863342"/>
                    </a:lnTo>
                    <a:lnTo>
                      <a:pt x="387469" y="4867613"/>
                    </a:lnTo>
                    <a:lnTo>
                      <a:pt x="382691" y="4889274"/>
                    </a:lnTo>
                    <a:lnTo>
                      <a:pt x="382691" y="4889275"/>
                    </a:lnTo>
                    <a:cubicBezTo>
                      <a:pt x="382122" y="4896713"/>
                      <a:pt x="382634" y="4904357"/>
                      <a:pt x="384396" y="4912168"/>
                    </a:cubicBezTo>
                    <a:lnTo>
                      <a:pt x="385799" y="4933804"/>
                    </a:lnTo>
                    <a:lnTo>
                      <a:pt x="378247" y="4957452"/>
                    </a:lnTo>
                    <a:lnTo>
                      <a:pt x="360964" y="4987036"/>
                    </a:lnTo>
                    <a:cubicBezTo>
                      <a:pt x="349725" y="5003800"/>
                      <a:pt x="335627" y="5022851"/>
                      <a:pt x="334485" y="5041520"/>
                    </a:cubicBezTo>
                    <a:cubicBezTo>
                      <a:pt x="333557" y="5057380"/>
                      <a:pt x="327458" y="5072410"/>
                      <a:pt x="321371" y="5087422"/>
                    </a:cubicBezTo>
                    <a:lnTo>
                      <a:pt x="321364" y="5087449"/>
                    </a:lnTo>
                    <a:lnTo>
                      <a:pt x="315482" y="5102460"/>
                    </a:lnTo>
                    <a:lnTo>
                      <a:pt x="308338" y="5133219"/>
                    </a:lnTo>
                    <a:lnTo>
                      <a:pt x="308337" y="5133223"/>
                    </a:lnTo>
                    <a:lnTo>
                      <a:pt x="308337" y="5133224"/>
                    </a:lnTo>
                    <a:lnTo>
                      <a:pt x="315052" y="5166113"/>
                    </a:lnTo>
                    <a:lnTo>
                      <a:pt x="314362" y="5172089"/>
                    </a:lnTo>
                    <a:cubicBezTo>
                      <a:pt x="313481" y="5174399"/>
                      <a:pt x="312290" y="5176875"/>
                      <a:pt x="311814" y="5179066"/>
                    </a:cubicBezTo>
                    <a:lnTo>
                      <a:pt x="311814" y="5179067"/>
                    </a:lnTo>
                    <a:cubicBezTo>
                      <a:pt x="304574" y="5214121"/>
                      <a:pt x="311624" y="5247078"/>
                      <a:pt x="335437" y="5272796"/>
                    </a:cubicBezTo>
                    <a:lnTo>
                      <a:pt x="360397" y="5321350"/>
                    </a:lnTo>
                    <a:lnTo>
                      <a:pt x="364317" y="5355013"/>
                    </a:lnTo>
                    <a:lnTo>
                      <a:pt x="359440" y="5385383"/>
                    </a:lnTo>
                    <a:cubicBezTo>
                      <a:pt x="356201" y="5398720"/>
                      <a:pt x="353915" y="5412056"/>
                      <a:pt x="351249" y="5425581"/>
                    </a:cubicBezTo>
                    <a:cubicBezTo>
                      <a:pt x="347439" y="5443869"/>
                      <a:pt x="343437" y="5462350"/>
                      <a:pt x="339627" y="5480636"/>
                    </a:cubicBezTo>
                    <a:cubicBezTo>
                      <a:pt x="337722" y="5489496"/>
                      <a:pt x="335151" y="5498831"/>
                      <a:pt x="335103" y="5507666"/>
                    </a:cubicBezTo>
                    <a:lnTo>
                      <a:pt x="335103" y="5507667"/>
                    </a:lnTo>
                    <a:lnTo>
                      <a:pt x="337324" y="5520421"/>
                    </a:lnTo>
                    <a:lnTo>
                      <a:pt x="345722" y="5531691"/>
                    </a:lnTo>
                    <a:lnTo>
                      <a:pt x="345723" y="5531693"/>
                    </a:lnTo>
                    <a:lnTo>
                      <a:pt x="355869" y="5547577"/>
                    </a:lnTo>
                    <a:lnTo>
                      <a:pt x="346295" y="5562745"/>
                    </a:lnTo>
                    <a:cubicBezTo>
                      <a:pt x="303622" y="5600466"/>
                      <a:pt x="276951" y="5646188"/>
                      <a:pt x="275047" y="5704482"/>
                    </a:cubicBezTo>
                    <a:cubicBezTo>
                      <a:pt x="274665" y="5716484"/>
                      <a:pt x="271999" y="5728677"/>
                      <a:pt x="269141" y="5740487"/>
                    </a:cubicBezTo>
                    <a:cubicBezTo>
                      <a:pt x="267426" y="5747727"/>
                      <a:pt x="265520" y="5756492"/>
                      <a:pt x="260376" y="5760872"/>
                    </a:cubicBezTo>
                    <a:cubicBezTo>
                      <a:pt x="221133" y="5794973"/>
                      <a:pt x="193890" y="5837456"/>
                      <a:pt x="171981" y="5883750"/>
                    </a:cubicBezTo>
                    <a:lnTo>
                      <a:pt x="171979" y="5883755"/>
                    </a:lnTo>
                    <a:lnTo>
                      <a:pt x="160957" y="5909350"/>
                    </a:lnTo>
                    <a:lnTo>
                      <a:pt x="154076" y="5935945"/>
                    </a:lnTo>
                    <a:lnTo>
                      <a:pt x="154075" y="5935948"/>
                    </a:lnTo>
                    <a:lnTo>
                      <a:pt x="154075" y="5935949"/>
                    </a:lnTo>
                    <a:lnTo>
                      <a:pt x="154242" y="5964476"/>
                    </a:lnTo>
                    <a:lnTo>
                      <a:pt x="157695" y="5993289"/>
                    </a:lnTo>
                    <a:lnTo>
                      <a:pt x="157695" y="5993291"/>
                    </a:lnTo>
                    <a:cubicBezTo>
                      <a:pt x="158837" y="6004531"/>
                      <a:pt x="158647" y="6017485"/>
                      <a:pt x="164171" y="6026440"/>
                    </a:cubicBezTo>
                    <a:cubicBezTo>
                      <a:pt x="181508" y="6054825"/>
                      <a:pt x="200176" y="6082258"/>
                      <a:pt x="220371" y="6108738"/>
                    </a:cubicBezTo>
                    <a:lnTo>
                      <a:pt x="234064" y="6133314"/>
                    </a:lnTo>
                    <a:lnTo>
                      <a:pt x="218468" y="6155599"/>
                    </a:lnTo>
                    <a:lnTo>
                      <a:pt x="218465" y="6155601"/>
                    </a:lnTo>
                    <a:cubicBezTo>
                      <a:pt x="196176" y="6175796"/>
                      <a:pt x="184556" y="6200943"/>
                      <a:pt x="179794" y="6228755"/>
                    </a:cubicBezTo>
                    <a:cubicBezTo>
                      <a:pt x="172363" y="6272763"/>
                      <a:pt x="166077" y="6317150"/>
                      <a:pt x="162457" y="6361538"/>
                    </a:cubicBezTo>
                    <a:lnTo>
                      <a:pt x="162457" y="6361539"/>
                    </a:lnTo>
                    <a:lnTo>
                      <a:pt x="179794" y="6228756"/>
                    </a:lnTo>
                    <a:cubicBezTo>
                      <a:pt x="184556" y="6200944"/>
                      <a:pt x="196176" y="6175797"/>
                      <a:pt x="218465" y="6155602"/>
                    </a:cubicBezTo>
                    <a:lnTo>
                      <a:pt x="218468" y="6155599"/>
                    </a:lnTo>
                    <a:lnTo>
                      <a:pt x="230364" y="6143189"/>
                    </a:lnTo>
                    <a:lnTo>
                      <a:pt x="234064" y="6133314"/>
                    </a:lnTo>
                    <a:lnTo>
                      <a:pt x="234064" y="6133313"/>
                    </a:lnTo>
                    <a:cubicBezTo>
                      <a:pt x="233993" y="6126883"/>
                      <a:pt x="229039" y="6120073"/>
                      <a:pt x="220371" y="6108737"/>
                    </a:cubicBezTo>
                    <a:cubicBezTo>
                      <a:pt x="200176" y="6082257"/>
                      <a:pt x="181508" y="6054824"/>
                      <a:pt x="164171" y="6026439"/>
                    </a:cubicBezTo>
                    <a:cubicBezTo>
                      <a:pt x="158647" y="6017484"/>
                      <a:pt x="158837" y="6004530"/>
                      <a:pt x="157695" y="5993290"/>
                    </a:cubicBezTo>
                    <a:lnTo>
                      <a:pt x="157695" y="5993289"/>
                    </a:lnTo>
                    <a:lnTo>
                      <a:pt x="154075" y="5935949"/>
                    </a:lnTo>
                    <a:lnTo>
                      <a:pt x="154076" y="5935945"/>
                    </a:lnTo>
                    <a:lnTo>
                      <a:pt x="171979" y="5883755"/>
                    </a:lnTo>
                    <a:lnTo>
                      <a:pt x="171981" y="5883751"/>
                    </a:lnTo>
                    <a:cubicBezTo>
                      <a:pt x="193890" y="5837457"/>
                      <a:pt x="221133" y="5794974"/>
                      <a:pt x="260376" y="5760873"/>
                    </a:cubicBezTo>
                    <a:cubicBezTo>
                      <a:pt x="265520" y="5756493"/>
                      <a:pt x="267426" y="5747728"/>
                      <a:pt x="269141" y="5740488"/>
                    </a:cubicBezTo>
                    <a:cubicBezTo>
                      <a:pt x="271999" y="5728678"/>
                      <a:pt x="274665" y="5716485"/>
                      <a:pt x="275047" y="5704483"/>
                    </a:cubicBezTo>
                    <a:cubicBezTo>
                      <a:pt x="276951" y="5646189"/>
                      <a:pt x="303622" y="5600467"/>
                      <a:pt x="346295" y="5562746"/>
                    </a:cubicBezTo>
                    <a:cubicBezTo>
                      <a:pt x="352392" y="5557317"/>
                      <a:pt x="355774" y="5552507"/>
                      <a:pt x="355869" y="5547578"/>
                    </a:cubicBezTo>
                    <a:lnTo>
                      <a:pt x="355869" y="5547577"/>
                    </a:lnTo>
                    <a:cubicBezTo>
                      <a:pt x="355964" y="5542648"/>
                      <a:pt x="352773" y="5537599"/>
                      <a:pt x="345723" y="5531692"/>
                    </a:cubicBezTo>
                    <a:lnTo>
                      <a:pt x="345722" y="5531691"/>
                    </a:lnTo>
                    <a:lnTo>
                      <a:pt x="335103" y="5507667"/>
                    </a:lnTo>
                    <a:lnTo>
                      <a:pt x="339627" y="5480637"/>
                    </a:lnTo>
                    <a:cubicBezTo>
                      <a:pt x="343437" y="5462351"/>
                      <a:pt x="347439" y="5443870"/>
                      <a:pt x="351249" y="5425582"/>
                    </a:cubicBezTo>
                    <a:cubicBezTo>
                      <a:pt x="353915" y="5412057"/>
                      <a:pt x="356201" y="5398721"/>
                      <a:pt x="359440" y="5385384"/>
                    </a:cubicBezTo>
                    <a:cubicBezTo>
                      <a:pt x="361965" y="5375002"/>
                      <a:pt x="363668" y="5364882"/>
                      <a:pt x="364317" y="5355014"/>
                    </a:cubicBezTo>
                    <a:lnTo>
                      <a:pt x="364317" y="5355013"/>
                    </a:lnTo>
                    <a:lnTo>
                      <a:pt x="362870" y="5326162"/>
                    </a:lnTo>
                    <a:lnTo>
                      <a:pt x="360397" y="5321350"/>
                    </a:lnTo>
                    <a:lnTo>
                      <a:pt x="359341" y="5312287"/>
                    </a:lnTo>
                    <a:cubicBezTo>
                      <a:pt x="354789" y="5298594"/>
                      <a:pt x="347082" y="5285440"/>
                      <a:pt x="335437" y="5272795"/>
                    </a:cubicBezTo>
                    <a:cubicBezTo>
                      <a:pt x="323531" y="5259936"/>
                      <a:pt x="315815" y="5245268"/>
                      <a:pt x="311981" y="5229432"/>
                    </a:cubicBezTo>
                    <a:lnTo>
                      <a:pt x="311814" y="5179067"/>
                    </a:lnTo>
                    <a:lnTo>
                      <a:pt x="314362" y="5172090"/>
                    </a:lnTo>
                    <a:cubicBezTo>
                      <a:pt x="315243" y="5169780"/>
                      <a:pt x="315814" y="5167637"/>
                      <a:pt x="315052" y="5166113"/>
                    </a:cubicBezTo>
                    <a:lnTo>
                      <a:pt x="315052" y="5166112"/>
                    </a:lnTo>
                    <a:lnTo>
                      <a:pt x="308337" y="5133224"/>
                    </a:lnTo>
                    <a:lnTo>
                      <a:pt x="308338" y="5133219"/>
                    </a:lnTo>
                    <a:lnTo>
                      <a:pt x="321364" y="5087449"/>
                    </a:lnTo>
                    <a:lnTo>
                      <a:pt x="327270" y="5072375"/>
                    </a:lnTo>
                    <a:cubicBezTo>
                      <a:pt x="330949" y="5062299"/>
                      <a:pt x="333866" y="5052095"/>
                      <a:pt x="334485" y="5041521"/>
                    </a:cubicBezTo>
                    <a:cubicBezTo>
                      <a:pt x="335627" y="5022852"/>
                      <a:pt x="349725" y="5003801"/>
                      <a:pt x="360964" y="4987037"/>
                    </a:cubicBezTo>
                    <a:cubicBezTo>
                      <a:pt x="366751" y="4978392"/>
                      <a:pt x="372458" y="4970096"/>
                      <a:pt x="376969" y="4961455"/>
                    </a:cubicBezTo>
                    <a:lnTo>
                      <a:pt x="378247" y="4957452"/>
                    </a:lnTo>
                    <a:lnTo>
                      <a:pt x="381039" y="4952672"/>
                    </a:lnTo>
                    <a:lnTo>
                      <a:pt x="385799" y="4933804"/>
                    </a:lnTo>
                    <a:cubicBezTo>
                      <a:pt x="386468" y="4927121"/>
                      <a:pt x="386111" y="4919978"/>
                      <a:pt x="384396" y="4912167"/>
                    </a:cubicBezTo>
                    <a:lnTo>
                      <a:pt x="382691" y="4889274"/>
                    </a:lnTo>
                    <a:lnTo>
                      <a:pt x="390221" y="4863342"/>
                    </a:lnTo>
                    <a:lnTo>
                      <a:pt x="412401" y="4828916"/>
                    </a:lnTo>
                    <a:cubicBezTo>
                      <a:pt x="420784" y="4819963"/>
                      <a:pt x="425356" y="4810580"/>
                      <a:pt x="427237" y="4800483"/>
                    </a:cubicBezTo>
                    <a:lnTo>
                      <a:pt x="427237" y="4800482"/>
                    </a:lnTo>
                    <a:cubicBezTo>
                      <a:pt x="429119" y="4790385"/>
                      <a:pt x="428309" y="4779574"/>
                      <a:pt x="425928" y="4767763"/>
                    </a:cubicBezTo>
                    <a:cubicBezTo>
                      <a:pt x="420022" y="4738234"/>
                      <a:pt x="419640" y="4707563"/>
                      <a:pt x="416021" y="4677654"/>
                    </a:cubicBezTo>
                    <a:cubicBezTo>
                      <a:pt x="415259" y="4671175"/>
                      <a:pt x="412591" y="4662985"/>
                      <a:pt x="408019" y="4659173"/>
                    </a:cubicBezTo>
                    <a:cubicBezTo>
                      <a:pt x="351249" y="4612499"/>
                      <a:pt x="350677" y="4546775"/>
                      <a:pt x="348009" y="4482003"/>
                    </a:cubicBezTo>
                    <a:lnTo>
                      <a:pt x="347247" y="4363890"/>
                    </a:lnTo>
                    <a:lnTo>
                      <a:pt x="356201" y="4324645"/>
                    </a:lnTo>
                    <a:cubicBezTo>
                      <a:pt x="368204" y="4300070"/>
                      <a:pt x="383824" y="4277401"/>
                      <a:pt x="396017" y="4253014"/>
                    </a:cubicBezTo>
                    <a:cubicBezTo>
                      <a:pt x="400781" y="4243872"/>
                      <a:pt x="400971" y="4232060"/>
                      <a:pt x="401733" y="4221391"/>
                    </a:cubicBezTo>
                    <a:close/>
                    <a:moveTo>
                      <a:pt x="332842" y="2836171"/>
                    </a:moveTo>
                    <a:lnTo>
                      <a:pt x="332842" y="2836172"/>
                    </a:lnTo>
                    <a:cubicBezTo>
                      <a:pt x="336914" y="2839982"/>
                      <a:pt x="340200" y="2844316"/>
                      <a:pt x="341533" y="2848793"/>
                    </a:cubicBezTo>
                    <a:lnTo>
                      <a:pt x="358166" y="2903544"/>
                    </a:lnTo>
                    <a:lnTo>
                      <a:pt x="366072" y="2947858"/>
                    </a:lnTo>
                    <a:lnTo>
                      <a:pt x="366072" y="2947862"/>
                    </a:lnTo>
                    <a:lnTo>
                      <a:pt x="362488" y="2982147"/>
                    </a:lnTo>
                    <a:cubicBezTo>
                      <a:pt x="354392" y="3014152"/>
                      <a:pt x="350582" y="3045776"/>
                      <a:pt x="350796" y="3077400"/>
                    </a:cubicBezTo>
                    <a:lnTo>
                      <a:pt x="350796" y="3077401"/>
                    </a:lnTo>
                    <a:cubicBezTo>
                      <a:pt x="351010" y="3109025"/>
                      <a:pt x="355249" y="3140649"/>
                      <a:pt x="363250" y="3172654"/>
                    </a:cubicBezTo>
                    <a:cubicBezTo>
                      <a:pt x="389159" y="3276480"/>
                      <a:pt x="416591" y="3380305"/>
                      <a:pt x="410877" y="3489467"/>
                    </a:cubicBezTo>
                    <a:cubicBezTo>
                      <a:pt x="409925" y="3507563"/>
                      <a:pt x="421546" y="3529090"/>
                      <a:pt x="432976" y="3544713"/>
                    </a:cubicBezTo>
                    <a:cubicBezTo>
                      <a:pt x="438406" y="3552190"/>
                      <a:pt x="442585" y="3557715"/>
                      <a:pt x="445520" y="3562320"/>
                    </a:cubicBezTo>
                    <a:lnTo>
                      <a:pt x="450598" y="3574407"/>
                    </a:lnTo>
                    <a:lnTo>
                      <a:pt x="448246" y="3587173"/>
                    </a:lnTo>
                    <a:cubicBezTo>
                      <a:pt x="446228" y="3592231"/>
                      <a:pt x="442978" y="3598434"/>
                      <a:pt x="438500" y="3606816"/>
                    </a:cubicBezTo>
                    <a:cubicBezTo>
                      <a:pt x="434118" y="3614818"/>
                      <a:pt x="431452" y="3624724"/>
                      <a:pt x="424974" y="3630631"/>
                    </a:cubicBezTo>
                    <a:cubicBezTo>
                      <a:pt x="408496" y="3645681"/>
                      <a:pt x="402257" y="3662493"/>
                      <a:pt x="400733" y="3680162"/>
                    </a:cubicBezTo>
                    <a:lnTo>
                      <a:pt x="400733" y="3680163"/>
                    </a:lnTo>
                    <a:lnTo>
                      <a:pt x="404781" y="3734837"/>
                    </a:lnTo>
                    <a:lnTo>
                      <a:pt x="404399" y="3754651"/>
                    </a:lnTo>
                    <a:cubicBezTo>
                      <a:pt x="398399" y="3767129"/>
                      <a:pt x="396447" y="3778654"/>
                      <a:pt x="398042" y="3789775"/>
                    </a:cubicBezTo>
                    <a:lnTo>
                      <a:pt x="398042" y="3789776"/>
                    </a:lnTo>
                    <a:cubicBezTo>
                      <a:pt x="399638" y="3800896"/>
                      <a:pt x="404781" y="3811613"/>
                      <a:pt x="412973" y="3822472"/>
                    </a:cubicBezTo>
                    <a:lnTo>
                      <a:pt x="427308" y="3852619"/>
                    </a:lnTo>
                    <a:lnTo>
                      <a:pt x="417926" y="3885336"/>
                    </a:lnTo>
                    <a:lnTo>
                      <a:pt x="417925" y="3885337"/>
                    </a:lnTo>
                    <a:cubicBezTo>
                      <a:pt x="398494" y="3910103"/>
                      <a:pt x="388302" y="3935726"/>
                      <a:pt x="386040" y="3962158"/>
                    </a:cubicBezTo>
                    <a:lnTo>
                      <a:pt x="386040" y="3962159"/>
                    </a:lnTo>
                    <a:lnTo>
                      <a:pt x="388431" y="4002409"/>
                    </a:lnTo>
                    <a:lnTo>
                      <a:pt x="401733" y="4043837"/>
                    </a:lnTo>
                    <a:lnTo>
                      <a:pt x="401733" y="4043839"/>
                    </a:lnTo>
                    <a:lnTo>
                      <a:pt x="416855" y="4103825"/>
                    </a:lnTo>
                    <a:lnTo>
                      <a:pt x="405544" y="4165381"/>
                    </a:lnTo>
                    <a:lnTo>
                      <a:pt x="405543" y="4165382"/>
                    </a:lnTo>
                    <a:cubicBezTo>
                      <a:pt x="402114" y="4173479"/>
                      <a:pt x="401543" y="4182766"/>
                      <a:pt x="401638" y="4192386"/>
                    </a:cubicBezTo>
                    <a:lnTo>
                      <a:pt x="401638" y="4192387"/>
                    </a:lnTo>
                    <a:lnTo>
                      <a:pt x="405543" y="4165383"/>
                    </a:lnTo>
                    <a:lnTo>
                      <a:pt x="405544" y="4165381"/>
                    </a:lnTo>
                    <a:lnTo>
                      <a:pt x="414887" y="4134255"/>
                    </a:lnTo>
                    <a:lnTo>
                      <a:pt x="416855" y="4103825"/>
                    </a:lnTo>
                    <a:lnTo>
                      <a:pt x="416855" y="4103824"/>
                    </a:lnTo>
                    <a:cubicBezTo>
                      <a:pt x="415879" y="4083701"/>
                      <a:pt x="410497" y="4063841"/>
                      <a:pt x="401733" y="4043838"/>
                    </a:cubicBezTo>
                    <a:lnTo>
                      <a:pt x="401733" y="4043837"/>
                    </a:lnTo>
                    <a:lnTo>
                      <a:pt x="386040" y="3962159"/>
                    </a:lnTo>
                    <a:lnTo>
                      <a:pt x="395544" y="3923124"/>
                    </a:lnTo>
                    <a:cubicBezTo>
                      <a:pt x="400804" y="3910318"/>
                      <a:pt x="408210" y="3897721"/>
                      <a:pt x="417925" y="3885338"/>
                    </a:cubicBezTo>
                    <a:lnTo>
                      <a:pt x="417926" y="3885336"/>
                    </a:lnTo>
                    <a:lnTo>
                      <a:pt x="426528" y="3868763"/>
                    </a:lnTo>
                    <a:lnTo>
                      <a:pt x="427308" y="3852619"/>
                    </a:lnTo>
                    <a:lnTo>
                      <a:pt x="427308" y="3852618"/>
                    </a:lnTo>
                    <a:cubicBezTo>
                      <a:pt x="425642" y="3842045"/>
                      <a:pt x="420022" y="3831901"/>
                      <a:pt x="412973" y="3822471"/>
                    </a:cubicBezTo>
                    <a:lnTo>
                      <a:pt x="398042" y="3789775"/>
                    </a:lnTo>
                    <a:lnTo>
                      <a:pt x="404399" y="3754652"/>
                    </a:lnTo>
                    <a:cubicBezTo>
                      <a:pt x="407067" y="3749125"/>
                      <a:pt x="405733" y="3741315"/>
                      <a:pt x="404781" y="3734837"/>
                    </a:cubicBezTo>
                    <a:lnTo>
                      <a:pt x="404781" y="3734836"/>
                    </a:lnTo>
                    <a:lnTo>
                      <a:pt x="400733" y="3680163"/>
                    </a:lnTo>
                    <a:lnTo>
                      <a:pt x="407246" y="3654415"/>
                    </a:lnTo>
                    <a:cubicBezTo>
                      <a:pt x="411056" y="3646122"/>
                      <a:pt x="416735" y="3638157"/>
                      <a:pt x="424974" y="3630632"/>
                    </a:cubicBezTo>
                    <a:cubicBezTo>
                      <a:pt x="431452" y="3624725"/>
                      <a:pt x="434118" y="3614819"/>
                      <a:pt x="438500" y="3606817"/>
                    </a:cubicBezTo>
                    <a:cubicBezTo>
                      <a:pt x="447455" y="3590053"/>
                      <a:pt x="451503" y="3582004"/>
                      <a:pt x="450598" y="3574408"/>
                    </a:cubicBezTo>
                    <a:lnTo>
                      <a:pt x="450598" y="3574407"/>
                    </a:lnTo>
                    <a:cubicBezTo>
                      <a:pt x="449693" y="3566810"/>
                      <a:pt x="443835" y="3559667"/>
                      <a:pt x="432976" y="3544712"/>
                    </a:cubicBezTo>
                    <a:cubicBezTo>
                      <a:pt x="421546" y="3529089"/>
                      <a:pt x="409925" y="3507562"/>
                      <a:pt x="410877" y="3489466"/>
                    </a:cubicBezTo>
                    <a:cubicBezTo>
                      <a:pt x="416591" y="3380304"/>
                      <a:pt x="389159" y="3276479"/>
                      <a:pt x="363250" y="3172653"/>
                    </a:cubicBezTo>
                    <a:lnTo>
                      <a:pt x="350796" y="3077401"/>
                    </a:lnTo>
                    <a:lnTo>
                      <a:pt x="362488" y="2982148"/>
                    </a:lnTo>
                    <a:cubicBezTo>
                      <a:pt x="365441" y="2970575"/>
                      <a:pt x="366442" y="2959156"/>
                      <a:pt x="366072" y="2947862"/>
                    </a:cubicBezTo>
                    <a:lnTo>
                      <a:pt x="366072" y="2947861"/>
                    </a:lnTo>
                    <a:lnTo>
                      <a:pt x="366072" y="2947858"/>
                    </a:lnTo>
                    <a:lnTo>
                      <a:pt x="361441" y="2914327"/>
                    </a:lnTo>
                    <a:lnTo>
                      <a:pt x="358166" y="2903544"/>
                    </a:lnTo>
                    <a:lnTo>
                      <a:pt x="357138" y="2897784"/>
                    </a:lnTo>
                    <a:cubicBezTo>
                      <a:pt x="352392" y="2881306"/>
                      <a:pt x="346534" y="2865009"/>
                      <a:pt x="341533" y="2848792"/>
                    </a:cubicBezTo>
                    <a:close/>
                    <a:moveTo>
                      <a:pt x="296001" y="2745351"/>
                    </a:moveTo>
                    <a:lnTo>
                      <a:pt x="289670" y="2770757"/>
                    </a:lnTo>
                    <a:lnTo>
                      <a:pt x="290080" y="2778005"/>
                    </a:lnTo>
                    <a:lnTo>
                      <a:pt x="289301" y="2782304"/>
                    </a:lnTo>
                    <a:lnTo>
                      <a:pt x="290501" y="2785439"/>
                    </a:lnTo>
                    <a:lnTo>
                      <a:pt x="290929" y="2793022"/>
                    </a:lnTo>
                    <a:lnTo>
                      <a:pt x="300579" y="2811779"/>
                    </a:lnTo>
                    <a:lnTo>
                      <a:pt x="300582" y="2811786"/>
                    </a:lnTo>
                    <a:lnTo>
                      <a:pt x="300583" y="2811786"/>
                    </a:lnTo>
                    <a:lnTo>
                      <a:pt x="300579" y="2811779"/>
                    </a:lnTo>
                    <a:lnTo>
                      <a:pt x="290501" y="2785439"/>
                    </a:lnTo>
                    <a:lnTo>
                      <a:pt x="290080" y="2778005"/>
                    </a:lnTo>
                    <a:close/>
                    <a:moveTo>
                      <a:pt x="817328" y="1508457"/>
                    </a:moveTo>
                    <a:lnTo>
                      <a:pt x="845421" y="1596212"/>
                    </a:lnTo>
                    <a:cubicBezTo>
                      <a:pt x="847898" y="1604977"/>
                      <a:pt x="846373" y="1615835"/>
                      <a:pt x="843517" y="1624979"/>
                    </a:cubicBezTo>
                    <a:cubicBezTo>
                      <a:pt x="833801" y="1656222"/>
                      <a:pt x="809415" y="1676035"/>
                      <a:pt x="786935" y="1697752"/>
                    </a:cubicBezTo>
                    <a:cubicBezTo>
                      <a:pt x="777029" y="1707278"/>
                      <a:pt x="769981" y="1720422"/>
                      <a:pt x="764267" y="1733187"/>
                    </a:cubicBezTo>
                    <a:cubicBezTo>
                      <a:pt x="749595" y="1766334"/>
                      <a:pt x="736452" y="1800245"/>
                      <a:pt x="722546" y="1833774"/>
                    </a:cubicBezTo>
                    <a:cubicBezTo>
                      <a:pt x="721212" y="1837012"/>
                      <a:pt x="717783" y="1839678"/>
                      <a:pt x="714925" y="1842157"/>
                    </a:cubicBezTo>
                    <a:cubicBezTo>
                      <a:pt x="684824" y="1866921"/>
                      <a:pt x="654535" y="1891496"/>
                      <a:pt x="624434" y="1916453"/>
                    </a:cubicBezTo>
                    <a:cubicBezTo>
                      <a:pt x="618720" y="1921215"/>
                      <a:pt x="614528" y="1928075"/>
                      <a:pt x="609004" y="1933218"/>
                    </a:cubicBezTo>
                    <a:cubicBezTo>
                      <a:pt x="601384" y="1940458"/>
                      <a:pt x="594143" y="1949602"/>
                      <a:pt x="584999" y="1953412"/>
                    </a:cubicBezTo>
                    <a:cubicBezTo>
                      <a:pt x="556234" y="1965223"/>
                      <a:pt x="543850" y="1987893"/>
                      <a:pt x="538516" y="2016468"/>
                    </a:cubicBezTo>
                    <a:cubicBezTo>
                      <a:pt x="533563" y="2042569"/>
                      <a:pt x="529371" y="2068668"/>
                      <a:pt x="523657" y="2094577"/>
                    </a:cubicBezTo>
                    <a:cubicBezTo>
                      <a:pt x="516799" y="2126200"/>
                      <a:pt x="509369" y="2157635"/>
                      <a:pt x="500986" y="2188878"/>
                    </a:cubicBezTo>
                    <a:cubicBezTo>
                      <a:pt x="497366" y="2202403"/>
                      <a:pt x="493176" y="2216691"/>
                      <a:pt x="485746" y="2228313"/>
                    </a:cubicBezTo>
                    <a:cubicBezTo>
                      <a:pt x="465171" y="2260889"/>
                      <a:pt x="451265" y="2295752"/>
                      <a:pt x="456789" y="2334043"/>
                    </a:cubicBezTo>
                    <a:cubicBezTo>
                      <a:pt x="461171" y="2364714"/>
                      <a:pt x="449931" y="2390433"/>
                      <a:pt x="432404" y="2409484"/>
                    </a:cubicBezTo>
                    <a:cubicBezTo>
                      <a:pt x="424451" y="2418153"/>
                      <a:pt x="418938" y="2426976"/>
                      <a:pt x="415303" y="2435912"/>
                    </a:cubicBezTo>
                    <a:lnTo>
                      <a:pt x="415303" y="2435912"/>
                    </a:lnTo>
                    <a:lnTo>
                      <a:pt x="415303" y="2435912"/>
                    </a:lnTo>
                    <a:lnTo>
                      <a:pt x="414227" y="2440915"/>
                    </a:lnTo>
                    <a:lnTo>
                      <a:pt x="409472" y="2463016"/>
                    </a:lnTo>
                    <a:lnTo>
                      <a:pt x="409472" y="2463017"/>
                    </a:lnTo>
                    <a:lnTo>
                      <a:pt x="411535" y="2490550"/>
                    </a:lnTo>
                    <a:lnTo>
                      <a:pt x="418115" y="2518261"/>
                    </a:lnTo>
                    <a:lnTo>
                      <a:pt x="418115" y="2518264"/>
                    </a:lnTo>
                    <a:lnTo>
                      <a:pt x="421759" y="2545006"/>
                    </a:lnTo>
                    <a:lnTo>
                      <a:pt x="417545" y="2571033"/>
                    </a:lnTo>
                    <a:cubicBezTo>
                      <a:pt x="405543" y="2612944"/>
                      <a:pt x="372966" y="2640949"/>
                      <a:pt x="344391" y="2668000"/>
                    </a:cubicBezTo>
                    <a:cubicBezTo>
                      <a:pt x="320006" y="2691053"/>
                      <a:pt x="306290" y="2716962"/>
                      <a:pt x="296001" y="2745347"/>
                    </a:cubicBezTo>
                    <a:lnTo>
                      <a:pt x="296001" y="2745348"/>
                    </a:lnTo>
                    <a:cubicBezTo>
                      <a:pt x="306290" y="2716963"/>
                      <a:pt x="320006" y="2691054"/>
                      <a:pt x="344391" y="2668001"/>
                    </a:cubicBezTo>
                    <a:cubicBezTo>
                      <a:pt x="372966" y="2640950"/>
                      <a:pt x="405543" y="2612945"/>
                      <a:pt x="417545" y="2571034"/>
                    </a:cubicBezTo>
                    <a:cubicBezTo>
                      <a:pt x="420117" y="2561985"/>
                      <a:pt x="421593" y="2553555"/>
                      <a:pt x="421760" y="2545006"/>
                    </a:cubicBezTo>
                    <a:lnTo>
                      <a:pt x="421759" y="2545006"/>
                    </a:lnTo>
                    <a:lnTo>
                      <a:pt x="421760" y="2545005"/>
                    </a:lnTo>
                    <a:cubicBezTo>
                      <a:pt x="421926" y="2536456"/>
                      <a:pt x="420783" y="2527789"/>
                      <a:pt x="418115" y="2518263"/>
                    </a:cubicBezTo>
                    <a:lnTo>
                      <a:pt x="418115" y="2518261"/>
                    </a:lnTo>
                    <a:lnTo>
                      <a:pt x="409472" y="2463017"/>
                    </a:lnTo>
                    <a:lnTo>
                      <a:pt x="414227" y="2440915"/>
                    </a:lnTo>
                    <a:lnTo>
                      <a:pt x="415303" y="2435912"/>
                    </a:lnTo>
                    <a:lnTo>
                      <a:pt x="432404" y="2409485"/>
                    </a:lnTo>
                    <a:cubicBezTo>
                      <a:pt x="449931" y="2390434"/>
                      <a:pt x="461171" y="2364715"/>
                      <a:pt x="456789" y="2334044"/>
                    </a:cubicBezTo>
                    <a:cubicBezTo>
                      <a:pt x="451265" y="2295753"/>
                      <a:pt x="465171" y="2260890"/>
                      <a:pt x="485746" y="2228314"/>
                    </a:cubicBezTo>
                    <a:cubicBezTo>
                      <a:pt x="493176" y="2216692"/>
                      <a:pt x="497366" y="2202404"/>
                      <a:pt x="500986" y="2188879"/>
                    </a:cubicBezTo>
                    <a:cubicBezTo>
                      <a:pt x="509369" y="2157636"/>
                      <a:pt x="516799" y="2126201"/>
                      <a:pt x="523657" y="2094578"/>
                    </a:cubicBezTo>
                    <a:cubicBezTo>
                      <a:pt x="529371" y="2068669"/>
                      <a:pt x="533563" y="2042570"/>
                      <a:pt x="538516" y="2016469"/>
                    </a:cubicBezTo>
                    <a:cubicBezTo>
                      <a:pt x="543850" y="1987894"/>
                      <a:pt x="556234" y="1965224"/>
                      <a:pt x="584999" y="1953413"/>
                    </a:cubicBezTo>
                    <a:cubicBezTo>
                      <a:pt x="594143" y="1949603"/>
                      <a:pt x="601384" y="1940459"/>
                      <a:pt x="609004" y="1933219"/>
                    </a:cubicBezTo>
                    <a:cubicBezTo>
                      <a:pt x="614528" y="1928076"/>
                      <a:pt x="618720" y="1921216"/>
                      <a:pt x="624434" y="1916454"/>
                    </a:cubicBezTo>
                    <a:cubicBezTo>
                      <a:pt x="654535" y="1891497"/>
                      <a:pt x="684824" y="1866922"/>
                      <a:pt x="714925" y="1842158"/>
                    </a:cubicBezTo>
                    <a:cubicBezTo>
                      <a:pt x="717783" y="1839679"/>
                      <a:pt x="721212" y="1837013"/>
                      <a:pt x="722546" y="1833775"/>
                    </a:cubicBezTo>
                    <a:cubicBezTo>
                      <a:pt x="736452" y="1800246"/>
                      <a:pt x="749596" y="1766335"/>
                      <a:pt x="764267" y="1733188"/>
                    </a:cubicBezTo>
                    <a:cubicBezTo>
                      <a:pt x="769981" y="1720423"/>
                      <a:pt x="777029" y="1707279"/>
                      <a:pt x="786936" y="1697753"/>
                    </a:cubicBezTo>
                    <a:cubicBezTo>
                      <a:pt x="809416" y="1676036"/>
                      <a:pt x="833801" y="1656223"/>
                      <a:pt x="843517" y="1624980"/>
                    </a:cubicBezTo>
                    <a:cubicBezTo>
                      <a:pt x="846374" y="1615836"/>
                      <a:pt x="847899" y="1604978"/>
                      <a:pt x="845422" y="1596213"/>
                    </a:cubicBezTo>
                    <a:close/>
                    <a:moveTo>
                      <a:pt x="798723" y="1459072"/>
                    </a:moveTo>
                    <a:lnTo>
                      <a:pt x="807941" y="1481571"/>
                    </a:lnTo>
                    <a:lnTo>
                      <a:pt x="798724" y="1459073"/>
                    </a:lnTo>
                    <a:close/>
                    <a:moveTo>
                      <a:pt x="779530" y="1268757"/>
                    </a:moveTo>
                    <a:lnTo>
                      <a:pt x="774363" y="1286068"/>
                    </a:lnTo>
                    <a:cubicBezTo>
                      <a:pt x="759789" y="1306929"/>
                      <a:pt x="753550" y="1328551"/>
                      <a:pt x="752025" y="1350626"/>
                    </a:cubicBezTo>
                    <a:lnTo>
                      <a:pt x="757620" y="1413839"/>
                    </a:lnTo>
                    <a:lnTo>
                      <a:pt x="752026" y="1350627"/>
                    </a:lnTo>
                    <a:cubicBezTo>
                      <a:pt x="753550" y="1328552"/>
                      <a:pt x="759790" y="1306929"/>
                      <a:pt x="774363" y="1286069"/>
                    </a:cubicBezTo>
                    <a:cubicBezTo>
                      <a:pt x="777506" y="1281688"/>
                      <a:pt x="779078" y="1275401"/>
                      <a:pt x="779530" y="1268757"/>
                    </a:cubicBezTo>
                    <a:close/>
                    <a:moveTo>
                      <a:pt x="837801" y="773034"/>
                    </a:moveTo>
                    <a:lnTo>
                      <a:pt x="829801" y="854378"/>
                    </a:lnTo>
                    <a:cubicBezTo>
                      <a:pt x="827515" y="878955"/>
                      <a:pt x="826753" y="903721"/>
                      <a:pt x="798747" y="915342"/>
                    </a:cubicBezTo>
                    <a:cubicBezTo>
                      <a:pt x="794365" y="917058"/>
                      <a:pt x="791127" y="922772"/>
                      <a:pt x="788269" y="927154"/>
                    </a:cubicBezTo>
                    <a:cubicBezTo>
                      <a:pt x="744261" y="994784"/>
                      <a:pt x="745405" y="1030979"/>
                      <a:pt x="791889" y="1097086"/>
                    </a:cubicBezTo>
                    <a:cubicBezTo>
                      <a:pt x="796651" y="1103944"/>
                      <a:pt x="800081" y="1118612"/>
                      <a:pt x="796271" y="1123184"/>
                    </a:cubicBezTo>
                    <a:cubicBezTo>
                      <a:pt x="780459" y="1142616"/>
                      <a:pt x="773411" y="1162953"/>
                      <a:pt x="771553" y="1184028"/>
                    </a:cubicBezTo>
                    <a:cubicBezTo>
                      <a:pt x="773411" y="1162953"/>
                      <a:pt x="780460" y="1142617"/>
                      <a:pt x="796272" y="1123185"/>
                    </a:cubicBezTo>
                    <a:cubicBezTo>
                      <a:pt x="800082" y="1118613"/>
                      <a:pt x="796652" y="1103945"/>
                      <a:pt x="791890" y="1097087"/>
                    </a:cubicBezTo>
                    <a:cubicBezTo>
                      <a:pt x="745406" y="1030980"/>
                      <a:pt x="744262" y="994785"/>
                      <a:pt x="788270" y="927155"/>
                    </a:cubicBezTo>
                    <a:cubicBezTo>
                      <a:pt x="791128" y="922773"/>
                      <a:pt x="794366" y="917059"/>
                      <a:pt x="798748" y="915343"/>
                    </a:cubicBezTo>
                    <a:cubicBezTo>
                      <a:pt x="826753" y="903722"/>
                      <a:pt x="827515" y="878956"/>
                      <a:pt x="829801" y="854379"/>
                    </a:cubicBezTo>
                    <a:cubicBezTo>
                      <a:pt x="832277" y="827329"/>
                      <a:pt x="835515" y="800276"/>
                      <a:pt x="837801" y="773035"/>
                    </a:cubicBezTo>
                    <a:close/>
                    <a:moveTo>
                      <a:pt x="782400" y="517850"/>
                    </a:moveTo>
                    <a:lnTo>
                      <a:pt x="791317" y="556046"/>
                    </a:lnTo>
                    <a:cubicBezTo>
                      <a:pt x="793413" y="564047"/>
                      <a:pt x="798937" y="572621"/>
                      <a:pt x="797795" y="580049"/>
                    </a:cubicBezTo>
                    <a:cubicBezTo>
                      <a:pt x="794461" y="601577"/>
                      <a:pt x="796890" y="622200"/>
                      <a:pt x="801176" y="642536"/>
                    </a:cubicBezTo>
                    <a:lnTo>
                      <a:pt x="813700" y="694927"/>
                    </a:lnTo>
                    <a:lnTo>
                      <a:pt x="801177" y="642537"/>
                    </a:lnTo>
                    <a:cubicBezTo>
                      <a:pt x="796891" y="622200"/>
                      <a:pt x="794462" y="601578"/>
                      <a:pt x="797796" y="580050"/>
                    </a:cubicBezTo>
                    <a:cubicBezTo>
                      <a:pt x="798938" y="572622"/>
                      <a:pt x="793414" y="564048"/>
                      <a:pt x="791318" y="556047"/>
                    </a:cubicBezTo>
                    <a:close/>
                    <a:moveTo>
                      <a:pt x="783887" y="313532"/>
                    </a:moveTo>
                    <a:lnTo>
                      <a:pt x="786245" y="324057"/>
                    </a:lnTo>
                    <a:cubicBezTo>
                      <a:pt x="786031" y="328963"/>
                      <a:pt x="785126" y="334583"/>
                      <a:pt x="784459" y="338869"/>
                    </a:cubicBezTo>
                    <a:lnTo>
                      <a:pt x="784454" y="338897"/>
                    </a:lnTo>
                    <a:lnTo>
                      <a:pt x="778363" y="367327"/>
                    </a:lnTo>
                    <a:lnTo>
                      <a:pt x="774553" y="395639"/>
                    </a:lnTo>
                    <a:lnTo>
                      <a:pt x="784454" y="338897"/>
                    </a:lnTo>
                    <a:lnTo>
                      <a:pt x="784460" y="338870"/>
                    </a:lnTo>
                    <a:cubicBezTo>
                      <a:pt x="785794" y="330298"/>
                      <a:pt x="788080" y="316389"/>
                      <a:pt x="783888" y="313533"/>
                    </a:cubicBezTo>
                    <a:close/>
                    <a:moveTo>
                      <a:pt x="761560" y="281567"/>
                    </a:moveTo>
                    <a:lnTo>
                      <a:pt x="766454" y="295414"/>
                    </a:lnTo>
                    <a:lnTo>
                      <a:pt x="766455" y="295414"/>
                    </a:lnTo>
                    <a:close/>
                    <a:moveTo>
                      <a:pt x="774880" y="24485"/>
                    </a:moveTo>
                    <a:lnTo>
                      <a:pt x="777142" y="74128"/>
                    </a:lnTo>
                    <a:cubicBezTo>
                      <a:pt x="775758" y="100173"/>
                      <a:pt x="771253" y="125875"/>
                      <a:pt x="767023" y="151568"/>
                    </a:cubicBezTo>
                    <a:lnTo>
                      <a:pt x="766824" y="153387"/>
                    </a:lnTo>
                    <a:lnTo>
                      <a:pt x="763010" y="177270"/>
                    </a:lnTo>
                    <a:lnTo>
                      <a:pt x="758551" y="228943"/>
                    </a:lnTo>
                    <a:lnTo>
                      <a:pt x="766824" y="153387"/>
                    </a:lnTo>
                    <a:lnTo>
                      <a:pt x="771220" y="125860"/>
                    </a:lnTo>
                    <a:cubicBezTo>
                      <a:pt x="773910" y="108702"/>
                      <a:pt x="776220" y="91491"/>
                      <a:pt x="777143" y="74128"/>
                    </a:cubicBezTo>
                    <a:close/>
                    <a:moveTo>
                      <a:pt x="313354" y="0"/>
                    </a:moveTo>
                    <a:lnTo>
                      <a:pt x="777461" y="0"/>
                    </a:lnTo>
                    <a:lnTo>
                      <a:pt x="774743" y="21485"/>
                    </a:lnTo>
                    <a:lnTo>
                      <a:pt x="777461" y="0"/>
                    </a:lnTo>
                    <a:lnTo>
                      <a:pt x="4543952" y="1"/>
                    </a:lnTo>
                    <a:lnTo>
                      <a:pt x="4543952" y="6858000"/>
                    </a:lnTo>
                    <a:lnTo>
                      <a:pt x="284400" y="6858000"/>
                    </a:lnTo>
                    <a:lnTo>
                      <a:pt x="112147" y="6858000"/>
                    </a:lnTo>
                    <a:lnTo>
                      <a:pt x="102447" y="6815515"/>
                    </a:lnTo>
                    <a:cubicBezTo>
                      <a:pt x="96923" y="6793034"/>
                      <a:pt x="87016" y="6771318"/>
                      <a:pt x="83396" y="6748457"/>
                    </a:cubicBezTo>
                    <a:cubicBezTo>
                      <a:pt x="74824" y="6694163"/>
                      <a:pt x="68728" y="6639487"/>
                      <a:pt x="61870" y="6584811"/>
                    </a:cubicBezTo>
                    <a:cubicBezTo>
                      <a:pt x="54821" y="6528423"/>
                      <a:pt x="47391" y="6472224"/>
                      <a:pt x="41105" y="6415832"/>
                    </a:cubicBezTo>
                    <a:cubicBezTo>
                      <a:pt x="37865" y="6384971"/>
                      <a:pt x="37295" y="6353918"/>
                      <a:pt x="34247" y="6323057"/>
                    </a:cubicBezTo>
                    <a:cubicBezTo>
                      <a:pt x="31579" y="6296004"/>
                      <a:pt x="26626" y="6269143"/>
                      <a:pt x="23386" y="6242092"/>
                    </a:cubicBezTo>
                    <a:cubicBezTo>
                      <a:pt x="20720" y="6218659"/>
                      <a:pt x="19196" y="6195036"/>
                      <a:pt x="16528" y="6171604"/>
                    </a:cubicBezTo>
                    <a:cubicBezTo>
                      <a:pt x="12148" y="6134074"/>
                      <a:pt x="7194" y="6096735"/>
                      <a:pt x="2622" y="6059396"/>
                    </a:cubicBezTo>
                    <a:lnTo>
                      <a:pt x="0" y="6041768"/>
                    </a:lnTo>
                    <a:lnTo>
                      <a:pt x="0" y="6000936"/>
                    </a:lnTo>
                    <a:lnTo>
                      <a:pt x="3670" y="5957594"/>
                    </a:lnTo>
                    <a:lnTo>
                      <a:pt x="0" y="5912510"/>
                    </a:lnTo>
                    <a:lnTo>
                      <a:pt x="0" y="5886400"/>
                    </a:lnTo>
                    <a:lnTo>
                      <a:pt x="1098" y="5864317"/>
                    </a:lnTo>
                    <a:cubicBezTo>
                      <a:pt x="7576" y="5839360"/>
                      <a:pt x="16720" y="5815168"/>
                      <a:pt x="24720" y="5790591"/>
                    </a:cubicBezTo>
                    <a:cubicBezTo>
                      <a:pt x="25672" y="5787923"/>
                      <a:pt x="25864" y="5784685"/>
                      <a:pt x="26434" y="5781829"/>
                    </a:cubicBezTo>
                    <a:cubicBezTo>
                      <a:pt x="29675" y="5765634"/>
                      <a:pt x="32913" y="5749633"/>
                      <a:pt x="35771" y="5733439"/>
                    </a:cubicBezTo>
                    <a:cubicBezTo>
                      <a:pt x="37295" y="5724677"/>
                      <a:pt x="37485" y="5715722"/>
                      <a:pt x="38819" y="5706958"/>
                    </a:cubicBezTo>
                    <a:cubicBezTo>
                      <a:pt x="44153" y="5673049"/>
                      <a:pt x="35199" y="5635710"/>
                      <a:pt x="58250" y="5606371"/>
                    </a:cubicBezTo>
                    <a:cubicBezTo>
                      <a:pt x="73110" y="5587320"/>
                      <a:pt x="69680" y="5568841"/>
                      <a:pt x="67394" y="5548459"/>
                    </a:cubicBezTo>
                    <a:cubicBezTo>
                      <a:pt x="65680" y="5533026"/>
                      <a:pt x="66252" y="5517214"/>
                      <a:pt x="66060" y="5501593"/>
                    </a:cubicBezTo>
                    <a:cubicBezTo>
                      <a:pt x="65490" y="5474160"/>
                      <a:pt x="65298" y="5446727"/>
                      <a:pt x="64346" y="5419294"/>
                    </a:cubicBezTo>
                    <a:cubicBezTo>
                      <a:pt x="63966" y="5410530"/>
                      <a:pt x="59202" y="5401578"/>
                      <a:pt x="59964" y="5393004"/>
                    </a:cubicBezTo>
                    <a:cubicBezTo>
                      <a:pt x="63584" y="5353378"/>
                      <a:pt x="69300" y="5313753"/>
                      <a:pt x="72538" y="5274128"/>
                    </a:cubicBezTo>
                    <a:cubicBezTo>
                      <a:pt x="74442" y="5251649"/>
                      <a:pt x="70824" y="5228596"/>
                      <a:pt x="73490" y="5206307"/>
                    </a:cubicBezTo>
                    <a:cubicBezTo>
                      <a:pt x="76538" y="5180590"/>
                      <a:pt x="84348" y="5155444"/>
                      <a:pt x="89113" y="5129915"/>
                    </a:cubicBezTo>
                    <a:cubicBezTo>
                      <a:pt x="90445" y="5122866"/>
                      <a:pt x="88731" y="5115056"/>
                      <a:pt x="88351" y="5107626"/>
                    </a:cubicBezTo>
                    <a:cubicBezTo>
                      <a:pt x="87968" y="5099244"/>
                      <a:pt x="87206" y="5091051"/>
                      <a:pt x="87016" y="5082669"/>
                    </a:cubicBezTo>
                    <a:cubicBezTo>
                      <a:pt x="86634" y="5057140"/>
                      <a:pt x="87206" y="5031613"/>
                      <a:pt x="85872" y="5006085"/>
                    </a:cubicBezTo>
                    <a:cubicBezTo>
                      <a:pt x="85110" y="4990464"/>
                      <a:pt x="77300" y="4974081"/>
                      <a:pt x="80158" y="4959601"/>
                    </a:cubicBezTo>
                    <a:cubicBezTo>
                      <a:pt x="85682" y="4930074"/>
                      <a:pt x="73300" y="4900545"/>
                      <a:pt x="83586" y="4871018"/>
                    </a:cubicBezTo>
                    <a:cubicBezTo>
                      <a:pt x="86634" y="4861872"/>
                      <a:pt x="79014" y="4849299"/>
                      <a:pt x="78634" y="4838249"/>
                    </a:cubicBezTo>
                    <a:cubicBezTo>
                      <a:pt x="77682" y="4810626"/>
                      <a:pt x="77872" y="4783003"/>
                      <a:pt x="78062" y="4755380"/>
                    </a:cubicBezTo>
                    <a:cubicBezTo>
                      <a:pt x="78252" y="4730613"/>
                      <a:pt x="75586" y="4704894"/>
                      <a:pt x="80920" y="4681082"/>
                    </a:cubicBezTo>
                    <a:cubicBezTo>
                      <a:pt x="86634" y="4656125"/>
                      <a:pt x="85872" y="4633646"/>
                      <a:pt x="79396" y="4609451"/>
                    </a:cubicBezTo>
                    <a:cubicBezTo>
                      <a:pt x="75014" y="4592877"/>
                      <a:pt x="74442" y="4575350"/>
                      <a:pt x="73110" y="4558206"/>
                    </a:cubicBezTo>
                    <a:cubicBezTo>
                      <a:pt x="71586" y="4539727"/>
                      <a:pt x="75586" y="4519342"/>
                      <a:pt x="69300" y="4502578"/>
                    </a:cubicBezTo>
                    <a:cubicBezTo>
                      <a:pt x="50629" y="4452664"/>
                      <a:pt x="46629" y="4401418"/>
                      <a:pt x="46629" y="4349221"/>
                    </a:cubicBezTo>
                    <a:cubicBezTo>
                      <a:pt x="46629" y="4339694"/>
                      <a:pt x="49295" y="4329978"/>
                      <a:pt x="52153" y="4320836"/>
                    </a:cubicBezTo>
                    <a:cubicBezTo>
                      <a:pt x="69300" y="4267492"/>
                      <a:pt x="67776" y="4213960"/>
                      <a:pt x="57297" y="4159666"/>
                    </a:cubicBezTo>
                    <a:cubicBezTo>
                      <a:pt x="55011" y="4148426"/>
                      <a:pt x="54629" y="4135853"/>
                      <a:pt x="56915" y="4124613"/>
                    </a:cubicBezTo>
                    <a:cubicBezTo>
                      <a:pt x="63584" y="4092988"/>
                      <a:pt x="74634" y="4062317"/>
                      <a:pt x="79396" y="4030502"/>
                    </a:cubicBezTo>
                    <a:cubicBezTo>
                      <a:pt x="87206" y="3977924"/>
                      <a:pt x="60918" y="3932393"/>
                      <a:pt x="43771" y="3885337"/>
                    </a:cubicBezTo>
                    <a:cubicBezTo>
                      <a:pt x="31627" y="3851760"/>
                      <a:pt x="8016" y="3821934"/>
                      <a:pt x="426" y="3786776"/>
                    </a:cubicBezTo>
                    <a:lnTo>
                      <a:pt x="0" y="3773896"/>
                    </a:lnTo>
                    <a:lnTo>
                      <a:pt x="0" y="3393881"/>
                    </a:lnTo>
                    <a:lnTo>
                      <a:pt x="11838" y="3359515"/>
                    </a:lnTo>
                    <a:cubicBezTo>
                      <a:pt x="14434" y="3346204"/>
                      <a:pt x="14910" y="3332773"/>
                      <a:pt x="12910" y="3318770"/>
                    </a:cubicBezTo>
                    <a:cubicBezTo>
                      <a:pt x="12243" y="3314103"/>
                      <a:pt x="9909" y="3308769"/>
                      <a:pt x="6718" y="3304078"/>
                    </a:cubicBezTo>
                    <a:lnTo>
                      <a:pt x="0" y="3297656"/>
                    </a:lnTo>
                    <a:lnTo>
                      <a:pt x="0" y="3207866"/>
                    </a:lnTo>
                    <a:lnTo>
                      <a:pt x="15553" y="3186770"/>
                    </a:lnTo>
                    <a:cubicBezTo>
                      <a:pt x="28483" y="3162328"/>
                      <a:pt x="30484" y="3134646"/>
                      <a:pt x="36341" y="3107499"/>
                    </a:cubicBezTo>
                    <a:cubicBezTo>
                      <a:pt x="41105" y="3085402"/>
                      <a:pt x="41295" y="3064826"/>
                      <a:pt x="38057" y="3042727"/>
                    </a:cubicBezTo>
                    <a:cubicBezTo>
                      <a:pt x="30817" y="2994721"/>
                      <a:pt x="41105" y="2948046"/>
                      <a:pt x="54249" y="2901942"/>
                    </a:cubicBezTo>
                    <a:cubicBezTo>
                      <a:pt x="63012" y="2871461"/>
                      <a:pt x="68346" y="2840218"/>
                      <a:pt x="77300" y="2809929"/>
                    </a:cubicBezTo>
                    <a:cubicBezTo>
                      <a:pt x="84158" y="2787258"/>
                      <a:pt x="92351" y="2764589"/>
                      <a:pt x="103399" y="2743825"/>
                    </a:cubicBezTo>
                    <a:cubicBezTo>
                      <a:pt x="119594" y="2713722"/>
                      <a:pt x="143978" y="2687435"/>
                      <a:pt x="137500" y="2649142"/>
                    </a:cubicBezTo>
                    <a:cubicBezTo>
                      <a:pt x="131786" y="2615420"/>
                      <a:pt x="143786" y="2584941"/>
                      <a:pt x="155217" y="2554078"/>
                    </a:cubicBezTo>
                    <a:cubicBezTo>
                      <a:pt x="163599" y="2531408"/>
                      <a:pt x="172173" y="2508741"/>
                      <a:pt x="177507" y="2485306"/>
                    </a:cubicBezTo>
                    <a:cubicBezTo>
                      <a:pt x="183794" y="2457491"/>
                      <a:pt x="181126" y="2426058"/>
                      <a:pt x="192748" y="2401291"/>
                    </a:cubicBezTo>
                    <a:cubicBezTo>
                      <a:pt x="204940" y="2375382"/>
                      <a:pt x="196748" y="2353858"/>
                      <a:pt x="193318" y="2330805"/>
                    </a:cubicBezTo>
                    <a:cubicBezTo>
                      <a:pt x="187984" y="2294038"/>
                      <a:pt x="178077" y="2257458"/>
                      <a:pt x="190652" y="2220311"/>
                    </a:cubicBezTo>
                    <a:cubicBezTo>
                      <a:pt x="205892" y="2175162"/>
                      <a:pt x="222275" y="2130392"/>
                      <a:pt x="236753" y="2085053"/>
                    </a:cubicBezTo>
                    <a:cubicBezTo>
                      <a:pt x="242280" y="2067524"/>
                      <a:pt x="244566" y="2048667"/>
                      <a:pt x="247042" y="2030377"/>
                    </a:cubicBezTo>
                    <a:cubicBezTo>
                      <a:pt x="249138" y="2013042"/>
                      <a:pt x="243804" y="1992278"/>
                      <a:pt x="251804" y="1978939"/>
                    </a:cubicBezTo>
                    <a:cubicBezTo>
                      <a:pt x="272379" y="1944648"/>
                      <a:pt x="282475" y="1909407"/>
                      <a:pt x="282475" y="1869779"/>
                    </a:cubicBezTo>
                    <a:cubicBezTo>
                      <a:pt x="282475" y="1854919"/>
                      <a:pt x="291049" y="1840440"/>
                      <a:pt x="292573" y="1825392"/>
                    </a:cubicBezTo>
                    <a:cubicBezTo>
                      <a:pt x="294477" y="1804815"/>
                      <a:pt x="299622" y="1781193"/>
                      <a:pt x="292381" y="1763286"/>
                    </a:cubicBezTo>
                    <a:cubicBezTo>
                      <a:pt x="275237" y="1721184"/>
                      <a:pt x="289525" y="1687085"/>
                      <a:pt x="306480" y="1650316"/>
                    </a:cubicBezTo>
                    <a:cubicBezTo>
                      <a:pt x="323244" y="1614119"/>
                      <a:pt x="336579" y="1576018"/>
                      <a:pt x="347629" y="1537536"/>
                    </a:cubicBezTo>
                    <a:cubicBezTo>
                      <a:pt x="351629" y="1523058"/>
                      <a:pt x="344961" y="1505723"/>
                      <a:pt x="343629" y="1489719"/>
                    </a:cubicBezTo>
                    <a:cubicBezTo>
                      <a:pt x="343247" y="1484003"/>
                      <a:pt x="342675" y="1477716"/>
                      <a:pt x="344581" y="1472574"/>
                    </a:cubicBezTo>
                    <a:cubicBezTo>
                      <a:pt x="362870" y="1422853"/>
                      <a:pt x="376776" y="1372367"/>
                      <a:pt x="367252" y="1318455"/>
                    </a:cubicBezTo>
                    <a:cubicBezTo>
                      <a:pt x="366298" y="1313503"/>
                      <a:pt x="368394" y="1307977"/>
                      <a:pt x="369728" y="1303023"/>
                    </a:cubicBezTo>
                    <a:cubicBezTo>
                      <a:pt x="376586" y="1278828"/>
                      <a:pt x="387444" y="1255205"/>
                      <a:pt x="389921" y="1230632"/>
                    </a:cubicBezTo>
                    <a:cubicBezTo>
                      <a:pt x="396017" y="1170050"/>
                      <a:pt x="398495" y="1109090"/>
                      <a:pt x="402495" y="1048124"/>
                    </a:cubicBezTo>
                    <a:cubicBezTo>
                      <a:pt x="402685" y="1044314"/>
                      <a:pt x="402685" y="1040314"/>
                      <a:pt x="404019" y="1036886"/>
                    </a:cubicBezTo>
                    <a:cubicBezTo>
                      <a:pt x="412211" y="1014405"/>
                      <a:pt x="409543" y="994784"/>
                      <a:pt x="393923" y="975732"/>
                    </a:cubicBezTo>
                    <a:cubicBezTo>
                      <a:pt x="387064" y="967349"/>
                      <a:pt x="383444" y="955919"/>
                      <a:pt x="379634" y="945443"/>
                    </a:cubicBezTo>
                    <a:cubicBezTo>
                      <a:pt x="373918" y="930010"/>
                      <a:pt x="368394" y="914199"/>
                      <a:pt x="364774" y="898197"/>
                    </a:cubicBezTo>
                    <a:cubicBezTo>
                      <a:pt x="361346" y="882383"/>
                      <a:pt x="356583" y="865429"/>
                      <a:pt x="359250" y="850188"/>
                    </a:cubicBezTo>
                    <a:cubicBezTo>
                      <a:pt x="364012" y="822755"/>
                      <a:pt x="374680" y="796654"/>
                      <a:pt x="381730" y="769604"/>
                    </a:cubicBezTo>
                    <a:cubicBezTo>
                      <a:pt x="384206" y="760269"/>
                      <a:pt x="383824" y="749981"/>
                      <a:pt x="384016" y="740267"/>
                    </a:cubicBezTo>
                    <a:cubicBezTo>
                      <a:pt x="384586" y="717976"/>
                      <a:pt x="379062" y="695115"/>
                      <a:pt x="394875" y="674922"/>
                    </a:cubicBezTo>
                    <a:cubicBezTo>
                      <a:pt x="409733" y="656254"/>
                      <a:pt x="405353" y="637391"/>
                      <a:pt x="394113" y="617771"/>
                    </a:cubicBezTo>
                    <a:cubicBezTo>
                      <a:pt x="386110" y="603672"/>
                      <a:pt x="379824" y="587671"/>
                      <a:pt x="376776" y="571859"/>
                    </a:cubicBezTo>
                    <a:cubicBezTo>
                      <a:pt x="372586" y="550140"/>
                      <a:pt x="370870" y="528614"/>
                      <a:pt x="373348" y="505181"/>
                    </a:cubicBezTo>
                    <a:cubicBezTo>
                      <a:pt x="375062" y="488606"/>
                      <a:pt x="375824" y="475080"/>
                      <a:pt x="385920" y="462125"/>
                    </a:cubicBezTo>
                    <a:cubicBezTo>
                      <a:pt x="387444" y="460031"/>
                      <a:pt x="387826" y="456221"/>
                      <a:pt x="387634" y="453363"/>
                    </a:cubicBezTo>
                    <a:cubicBezTo>
                      <a:pt x="384396" y="415834"/>
                      <a:pt x="386110" y="378685"/>
                      <a:pt x="388399" y="340773"/>
                    </a:cubicBezTo>
                    <a:cubicBezTo>
                      <a:pt x="391445" y="292578"/>
                      <a:pt x="382492" y="241900"/>
                      <a:pt x="350487" y="200181"/>
                    </a:cubicBezTo>
                    <a:cubicBezTo>
                      <a:pt x="345723" y="194084"/>
                      <a:pt x="343629" y="184940"/>
                      <a:pt x="342485" y="176938"/>
                    </a:cubicBezTo>
                    <a:cubicBezTo>
                      <a:pt x="337533" y="139218"/>
                      <a:pt x="334103" y="101307"/>
                      <a:pt x="328579" y="63586"/>
                    </a:cubicBezTo>
                    <a:cubicBezTo>
                      <a:pt x="325530" y="43011"/>
                      <a:pt x="322862" y="21485"/>
                      <a:pt x="314480" y="2816"/>
                    </a:cubicBez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C99245BA-7784-4E0D-ABE1-A4FB596E4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48048" y="0"/>
                <a:ext cx="4543952" cy="6858000"/>
              </a:xfrm>
              <a:custGeom>
                <a:avLst/>
                <a:gdLst>
                  <a:gd name="connsiteX0" fmla="*/ 328959 w 4543952"/>
                  <a:gd name="connsiteY0" fmla="*/ 6564619 h 6858000"/>
                  <a:gd name="connsiteX1" fmla="*/ 306480 w 4543952"/>
                  <a:gd name="connsiteY1" fmla="*/ 6588624 h 6858000"/>
                  <a:gd name="connsiteX2" fmla="*/ 289858 w 4543952"/>
                  <a:gd name="connsiteY2" fmla="*/ 6625223 h 6858000"/>
                  <a:gd name="connsiteX3" fmla="*/ 289858 w 4543952"/>
                  <a:gd name="connsiteY3" fmla="*/ 6625224 h 6858000"/>
                  <a:gd name="connsiteX4" fmla="*/ 289870 w 4543952"/>
                  <a:gd name="connsiteY4" fmla="*/ 6645551 h 6858000"/>
                  <a:gd name="connsiteX5" fmla="*/ 296953 w 4543952"/>
                  <a:gd name="connsiteY5" fmla="*/ 6662539 h 6858000"/>
                  <a:gd name="connsiteX6" fmla="*/ 296953 w 4543952"/>
                  <a:gd name="connsiteY6" fmla="*/ 6662541 h 6858000"/>
                  <a:gd name="connsiteX7" fmla="*/ 296954 w 4543952"/>
                  <a:gd name="connsiteY7" fmla="*/ 6662543 h 6858000"/>
                  <a:gd name="connsiteX8" fmla="*/ 311551 w 4543952"/>
                  <a:gd name="connsiteY8" fmla="*/ 6702975 h 6858000"/>
                  <a:gd name="connsiteX9" fmla="*/ 297715 w 4543952"/>
                  <a:gd name="connsiteY9" fmla="*/ 6742551 h 6858000"/>
                  <a:gd name="connsiteX10" fmla="*/ 297714 w 4543952"/>
                  <a:gd name="connsiteY10" fmla="*/ 6742554 h 6858000"/>
                  <a:gd name="connsiteX11" fmla="*/ 283011 w 4543952"/>
                  <a:gd name="connsiteY11" fmla="*/ 6776799 h 6858000"/>
                  <a:gd name="connsiteX12" fmla="*/ 278238 w 4543952"/>
                  <a:gd name="connsiteY12" fmla="*/ 6812061 h 6858000"/>
                  <a:gd name="connsiteX13" fmla="*/ 278237 w 4543952"/>
                  <a:gd name="connsiteY13" fmla="*/ 6812062 h 6858000"/>
                  <a:gd name="connsiteX14" fmla="*/ 278237 w 4543952"/>
                  <a:gd name="connsiteY14" fmla="*/ 6812063 h 6858000"/>
                  <a:gd name="connsiteX15" fmla="*/ 278238 w 4543952"/>
                  <a:gd name="connsiteY15" fmla="*/ 6812061 h 6858000"/>
                  <a:gd name="connsiteX16" fmla="*/ 297714 w 4543952"/>
                  <a:gd name="connsiteY16" fmla="*/ 6742554 h 6858000"/>
                  <a:gd name="connsiteX17" fmla="*/ 297715 w 4543952"/>
                  <a:gd name="connsiteY17" fmla="*/ 6742552 h 6858000"/>
                  <a:gd name="connsiteX18" fmla="*/ 311551 w 4543952"/>
                  <a:gd name="connsiteY18" fmla="*/ 6702976 h 6858000"/>
                  <a:gd name="connsiteX19" fmla="*/ 311551 w 4543952"/>
                  <a:gd name="connsiteY19" fmla="*/ 6702975 h 6858000"/>
                  <a:gd name="connsiteX20" fmla="*/ 308405 w 4543952"/>
                  <a:gd name="connsiteY20" fmla="*/ 6683026 h 6858000"/>
                  <a:gd name="connsiteX21" fmla="*/ 296954 w 4543952"/>
                  <a:gd name="connsiteY21" fmla="*/ 6662543 h 6858000"/>
                  <a:gd name="connsiteX22" fmla="*/ 296953 w 4543952"/>
                  <a:gd name="connsiteY22" fmla="*/ 6662540 h 6858000"/>
                  <a:gd name="connsiteX23" fmla="*/ 296953 w 4543952"/>
                  <a:gd name="connsiteY23" fmla="*/ 6662539 h 6858000"/>
                  <a:gd name="connsiteX24" fmla="*/ 289858 w 4543952"/>
                  <a:gd name="connsiteY24" fmla="*/ 6625224 h 6858000"/>
                  <a:gd name="connsiteX25" fmla="*/ 306480 w 4543952"/>
                  <a:gd name="connsiteY25" fmla="*/ 6588625 h 6858000"/>
                  <a:gd name="connsiteX26" fmla="*/ 328959 w 4543952"/>
                  <a:gd name="connsiteY26" fmla="*/ 6564620 h 6858000"/>
                  <a:gd name="connsiteX27" fmla="*/ 248638 w 4543952"/>
                  <a:gd name="connsiteY27" fmla="*/ 6438980 h 6858000"/>
                  <a:gd name="connsiteX28" fmla="*/ 268569 w 4543952"/>
                  <a:gd name="connsiteY28" fmla="*/ 6463840 h 6858000"/>
                  <a:gd name="connsiteX29" fmla="*/ 268572 w 4543952"/>
                  <a:gd name="connsiteY29" fmla="*/ 6463848 h 6858000"/>
                  <a:gd name="connsiteX30" fmla="*/ 279556 w 4543952"/>
                  <a:gd name="connsiteY30" fmla="*/ 6508051 h 6858000"/>
                  <a:gd name="connsiteX31" fmla="*/ 282367 w 4543952"/>
                  <a:gd name="connsiteY31" fmla="*/ 6513011 h 6858000"/>
                  <a:gd name="connsiteX32" fmla="*/ 284834 w 4543952"/>
                  <a:gd name="connsiteY32" fmla="*/ 6521803 h 6858000"/>
                  <a:gd name="connsiteX33" fmla="*/ 301172 w 4543952"/>
                  <a:gd name="connsiteY33" fmla="*/ 6546194 h 6858000"/>
                  <a:gd name="connsiteX34" fmla="*/ 301172 w 4543952"/>
                  <a:gd name="connsiteY34" fmla="*/ 6546193 h 6858000"/>
                  <a:gd name="connsiteX35" fmla="*/ 282367 w 4543952"/>
                  <a:gd name="connsiteY35" fmla="*/ 6513011 h 6858000"/>
                  <a:gd name="connsiteX36" fmla="*/ 268572 w 4543952"/>
                  <a:gd name="connsiteY36" fmla="*/ 6463848 h 6858000"/>
                  <a:gd name="connsiteX37" fmla="*/ 268569 w 4543952"/>
                  <a:gd name="connsiteY37" fmla="*/ 6463839 h 6858000"/>
                  <a:gd name="connsiteX38" fmla="*/ 166047 w 4543952"/>
                  <a:gd name="connsiteY38" fmla="*/ 6392242 h 6858000"/>
                  <a:gd name="connsiteX39" fmla="*/ 173364 w 4543952"/>
                  <a:gd name="connsiteY39" fmla="*/ 6407332 h 6858000"/>
                  <a:gd name="connsiteX40" fmla="*/ 173364 w 4543952"/>
                  <a:gd name="connsiteY40" fmla="*/ 6407331 h 6858000"/>
                  <a:gd name="connsiteX41" fmla="*/ 401733 w 4543952"/>
                  <a:gd name="connsiteY41" fmla="*/ 4221390 h 6858000"/>
                  <a:gd name="connsiteX42" fmla="*/ 396017 w 4543952"/>
                  <a:gd name="connsiteY42" fmla="*/ 4253013 h 6858000"/>
                  <a:gd name="connsiteX43" fmla="*/ 356201 w 4543952"/>
                  <a:gd name="connsiteY43" fmla="*/ 4324644 h 6858000"/>
                  <a:gd name="connsiteX44" fmla="*/ 347247 w 4543952"/>
                  <a:gd name="connsiteY44" fmla="*/ 4363889 h 6858000"/>
                  <a:gd name="connsiteX45" fmla="*/ 347247 w 4543952"/>
                  <a:gd name="connsiteY45" fmla="*/ 4363890 h 6858000"/>
                  <a:gd name="connsiteX46" fmla="*/ 348009 w 4543952"/>
                  <a:gd name="connsiteY46" fmla="*/ 4482004 h 6858000"/>
                  <a:gd name="connsiteX47" fmla="*/ 408019 w 4543952"/>
                  <a:gd name="connsiteY47" fmla="*/ 4659174 h 6858000"/>
                  <a:gd name="connsiteX48" fmla="*/ 416021 w 4543952"/>
                  <a:gd name="connsiteY48" fmla="*/ 4677655 h 6858000"/>
                  <a:gd name="connsiteX49" fmla="*/ 425928 w 4543952"/>
                  <a:gd name="connsiteY49" fmla="*/ 4767764 h 6858000"/>
                  <a:gd name="connsiteX50" fmla="*/ 427237 w 4543952"/>
                  <a:gd name="connsiteY50" fmla="*/ 4800482 h 6858000"/>
                  <a:gd name="connsiteX51" fmla="*/ 412401 w 4543952"/>
                  <a:gd name="connsiteY51" fmla="*/ 4828915 h 6858000"/>
                  <a:gd name="connsiteX52" fmla="*/ 391971 w 4543952"/>
                  <a:gd name="connsiteY52" fmla="*/ 4857316 h 6858000"/>
                  <a:gd name="connsiteX53" fmla="*/ 390221 w 4543952"/>
                  <a:gd name="connsiteY53" fmla="*/ 4863342 h 6858000"/>
                  <a:gd name="connsiteX54" fmla="*/ 387469 w 4543952"/>
                  <a:gd name="connsiteY54" fmla="*/ 4867613 h 6858000"/>
                  <a:gd name="connsiteX55" fmla="*/ 382691 w 4543952"/>
                  <a:gd name="connsiteY55" fmla="*/ 4889274 h 6858000"/>
                  <a:gd name="connsiteX56" fmla="*/ 382691 w 4543952"/>
                  <a:gd name="connsiteY56" fmla="*/ 4889275 h 6858000"/>
                  <a:gd name="connsiteX57" fmla="*/ 384396 w 4543952"/>
                  <a:gd name="connsiteY57" fmla="*/ 4912168 h 6858000"/>
                  <a:gd name="connsiteX58" fmla="*/ 385799 w 4543952"/>
                  <a:gd name="connsiteY58" fmla="*/ 4933804 h 6858000"/>
                  <a:gd name="connsiteX59" fmla="*/ 378247 w 4543952"/>
                  <a:gd name="connsiteY59" fmla="*/ 4957452 h 6858000"/>
                  <a:gd name="connsiteX60" fmla="*/ 360964 w 4543952"/>
                  <a:gd name="connsiteY60" fmla="*/ 4987036 h 6858000"/>
                  <a:gd name="connsiteX61" fmla="*/ 334485 w 4543952"/>
                  <a:gd name="connsiteY61" fmla="*/ 5041520 h 6858000"/>
                  <a:gd name="connsiteX62" fmla="*/ 321371 w 4543952"/>
                  <a:gd name="connsiteY62" fmla="*/ 5087422 h 6858000"/>
                  <a:gd name="connsiteX63" fmla="*/ 321364 w 4543952"/>
                  <a:gd name="connsiteY63" fmla="*/ 5087449 h 6858000"/>
                  <a:gd name="connsiteX64" fmla="*/ 315482 w 4543952"/>
                  <a:gd name="connsiteY64" fmla="*/ 5102460 h 6858000"/>
                  <a:gd name="connsiteX65" fmla="*/ 308338 w 4543952"/>
                  <a:gd name="connsiteY65" fmla="*/ 5133219 h 6858000"/>
                  <a:gd name="connsiteX66" fmla="*/ 308337 w 4543952"/>
                  <a:gd name="connsiteY66" fmla="*/ 5133223 h 6858000"/>
                  <a:gd name="connsiteX67" fmla="*/ 308337 w 4543952"/>
                  <a:gd name="connsiteY67" fmla="*/ 5133224 h 6858000"/>
                  <a:gd name="connsiteX68" fmla="*/ 315052 w 4543952"/>
                  <a:gd name="connsiteY68" fmla="*/ 5166113 h 6858000"/>
                  <a:gd name="connsiteX69" fmla="*/ 314362 w 4543952"/>
                  <a:gd name="connsiteY69" fmla="*/ 5172089 h 6858000"/>
                  <a:gd name="connsiteX70" fmla="*/ 311814 w 4543952"/>
                  <a:gd name="connsiteY70" fmla="*/ 5179066 h 6858000"/>
                  <a:gd name="connsiteX71" fmla="*/ 311814 w 4543952"/>
                  <a:gd name="connsiteY71" fmla="*/ 5179067 h 6858000"/>
                  <a:gd name="connsiteX72" fmla="*/ 335437 w 4543952"/>
                  <a:gd name="connsiteY72" fmla="*/ 5272796 h 6858000"/>
                  <a:gd name="connsiteX73" fmla="*/ 360397 w 4543952"/>
                  <a:gd name="connsiteY73" fmla="*/ 5321350 h 6858000"/>
                  <a:gd name="connsiteX74" fmla="*/ 364317 w 4543952"/>
                  <a:gd name="connsiteY74" fmla="*/ 5355013 h 6858000"/>
                  <a:gd name="connsiteX75" fmla="*/ 359440 w 4543952"/>
                  <a:gd name="connsiteY75" fmla="*/ 5385383 h 6858000"/>
                  <a:gd name="connsiteX76" fmla="*/ 351249 w 4543952"/>
                  <a:gd name="connsiteY76" fmla="*/ 5425581 h 6858000"/>
                  <a:gd name="connsiteX77" fmla="*/ 339627 w 4543952"/>
                  <a:gd name="connsiteY77" fmla="*/ 5480636 h 6858000"/>
                  <a:gd name="connsiteX78" fmla="*/ 335103 w 4543952"/>
                  <a:gd name="connsiteY78" fmla="*/ 5507666 h 6858000"/>
                  <a:gd name="connsiteX79" fmla="*/ 335103 w 4543952"/>
                  <a:gd name="connsiteY79" fmla="*/ 5507667 h 6858000"/>
                  <a:gd name="connsiteX80" fmla="*/ 337324 w 4543952"/>
                  <a:gd name="connsiteY80" fmla="*/ 5520421 h 6858000"/>
                  <a:gd name="connsiteX81" fmla="*/ 345722 w 4543952"/>
                  <a:gd name="connsiteY81" fmla="*/ 5531691 h 6858000"/>
                  <a:gd name="connsiteX82" fmla="*/ 345723 w 4543952"/>
                  <a:gd name="connsiteY82" fmla="*/ 5531693 h 6858000"/>
                  <a:gd name="connsiteX83" fmla="*/ 355869 w 4543952"/>
                  <a:gd name="connsiteY83" fmla="*/ 5547577 h 6858000"/>
                  <a:gd name="connsiteX84" fmla="*/ 346295 w 4543952"/>
                  <a:gd name="connsiteY84" fmla="*/ 5562745 h 6858000"/>
                  <a:gd name="connsiteX85" fmla="*/ 275047 w 4543952"/>
                  <a:gd name="connsiteY85" fmla="*/ 5704482 h 6858000"/>
                  <a:gd name="connsiteX86" fmla="*/ 269141 w 4543952"/>
                  <a:gd name="connsiteY86" fmla="*/ 5740487 h 6858000"/>
                  <a:gd name="connsiteX87" fmla="*/ 260376 w 4543952"/>
                  <a:gd name="connsiteY87" fmla="*/ 5760872 h 6858000"/>
                  <a:gd name="connsiteX88" fmla="*/ 171981 w 4543952"/>
                  <a:gd name="connsiteY88" fmla="*/ 5883750 h 6858000"/>
                  <a:gd name="connsiteX89" fmla="*/ 171979 w 4543952"/>
                  <a:gd name="connsiteY89" fmla="*/ 5883755 h 6858000"/>
                  <a:gd name="connsiteX90" fmla="*/ 160957 w 4543952"/>
                  <a:gd name="connsiteY90" fmla="*/ 5909350 h 6858000"/>
                  <a:gd name="connsiteX91" fmla="*/ 154076 w 4543952"/>
                  <a:gd name="connsiteY91" fmla="*/ 5935945 h 6858000"/>
                  <a:gd name="connsiteX92" fmla="*/ 154075 w 4543952"/>
                  <a:gd name="connsiteY92" fmla="*/ 5935948 h 6858000"/>
                  <a:gd name="connsiteX93" fmla="*/ 154075 w 4543952"/>
                  <a:gd name="connsiteY93" fmla="*/ 5935949 h 6858000"/>
                  <a:gd name="connsiteX94" fmla="*/ 154242 w 4543952"/>
                  <a:gd name="connsiteY94" fmla="*/ 5964476 h 6858000"/>
                  <a:gd name="connsiteX95" fmla="*/ 157695 w 4543952"/>
                  <a:gd name="connsiteY95" fmla="*/ 5993289 h 6858000"/>
                  <a:gd name="connsiteX96" fmla="*/ 157695 w 4543952"/>
                  <a:gd name="connsiteY96" fmla="*/ 5993291 h 6858000"/>
                  <a:gd name="connsiteX97" fmla="*/ 164171 w 4543952"/>
                  <a:gd name="connsiteY97" fmla="*/ 6026440 h 6858000"/>
                  <a:gd name="connsiteX98" fmla="*/ 220371 w 4543952"/>
                  <a:gd name="connsiteY98" fmla="*/ 6108738 h 6858000"/>
                  <a:gd name="connsiteX99" fmla="*/ 234064 w 4543952"/>
                  <a:gd name="connsiteY99" fmla="*/ 6133314 h 6858000"/>
                  <a:gd name="connsiteX100" fmla="*/ 218468 w 4543952"/>
                  <a:gd name="connsiteY100" fmla="*/ 6155599 h 6858000"/>
                  <a:gd name="connsiteX101" fmla="*/ 218465 w 4543952"/>
                  <a:gd name="connsiteY101" fmla="*/ 6155601 h 6858000"/>
                  <a:gd name="connsiteX102" fmla="*/ 179794 w 4543952"/>
                  <a:gd name="connsiteY102" fmla="*/ 6228755 h 6858000"/>
                  <a:gd name="connsiteX103" fmla="*/ 162457 w 4543952"/>
                  <a:gd name="connsiteY103" fmla="*/ 6361538 h 6858000"/>
                  <a:gd name="connsiteX104" fmla="*/ 162457 w 4543952"/>
                  <a:gd name="connsiteY104" fmla="*/ 6361539 h 6858000"/>
                  <a:gd name="connsiteX105" fmla="*/ 179794 w 4543952"/>
                  <a:gd name="connsiteY105" fmla="*/ 6228756 h 6858000"/>
                  <a:gd name="connsiteX106" fmla="*/ 218465 w 4543952"/>
                  <a:gd name="connsiteY106" fmla="*/ 6155602 h 6858000"/>
                  <a:gd name="connsiteX107" fmla="*/ 218468 w 4543952"/>
                  <a:gd name="connsiteY107" fmla="*/ 6155599 h 6858000"/>
                  <a:gd name="connsiteX108" fmla="*/ 230364 w 4543952"/>
                  <a:gd name="connsiteY108" fmla="*/ 6143189 h 6858000"/>
                  <a:gd name="connsiteX109" fmla="*/ 234064 w 4543952"/>
                  <a:gd name="connsiteY109" fmla="*/ 6133314 h 6858000"/>
                  <a:gd name="connsiteX110" fmla="*/ 234064 w 4543952"/>
                  <a:gd name="connsiteY110" fmla="*/ 6133313 h 6858000"/>
                  <a:gd name="connsiteX111" fmla="*/ 220371 w 4543952"/>
                  <a:gd name="connsiteY111" fmla="*/ 6108737 h 6858000"/>
                  <a:gd name="connsiteX112" fmla="*/ 164171 w 4543952"/>
                  <a:gd name="connsiteY112" fmla="*/ 6026439 h 6858000"/>
                  <a:gd name="connsiteX113" fmla="*/ 157695 w 4543952"/>
                  <a:gd name="connsiteY113" fmla="*/ 5993290 h 6858000"/>
                  <a:gd name="connsiteX114" fmla="*/ 157695 w 4543952"/>
                  <a:gd name="connsiteY114" fmla="*/ 5993289 h 6858000"/>
                  <a:gd name="connsiteX115" fmla="*/ 154075 w 4543952"/>
                  <a:gd name="connsiteY115" fmla="*/ 5935949 h 6858000"/>
                  <a:gd name="connsiteX116" fmla="*/ 154076 w 4543952"/>
                  <a:gd name="connsiteY116" fmla="*/ 5935945 h 6858000"/>
                  <a:gd name="connsiteX117" fmla="*/ 171979 w 4543952"/>
                  <a:gd name="connsiteY117" fmla="*/ 5883755 h 6858000"/>
                  <a:gd name="connsiteX118" fmla="*/ 171981 w 4543952"/>
                  <a:gd name="connsiteY118" fmla="*/ 5883751 h 6858000"/>
                  <a:gd name="connsiteX119" fmla="*/ 260376 w 4543952"/>
                  <a:gd name="connsiteY119" fmla="*/ 5760873 h 6858000"/>
                  <a:gd name="connsiteX120" fmla="*/ 269141 w 4543952"/>
                  <a:gd name="connsiteY120" fmla="*/ 5740488 h 6858000"/>
                  <a:gd name="connsiteX121" fmla="*/ 275047 w 4543952"/>
                  <a:gd name="connsiteY121" fmla="*/ 5704483 h 6858000"/>
                  <a:gd name="connsiteX122" fmla="*/ 346295 w 4543952"/>
                  <a:gd name="connsiteY122" fmla="*/ 5562746 h 6858000"/>
                  <a:gd name="connsiteX123" fmla="*/ 355869 w 4543952"/>
                  <a:gd name="connsiteY123" fmla="*/ 5547578 h 6858000"/>
                  <a:gd name="connsiteX124" fmla="*/ 355869 w 4543952"/>
                  <a:gd name="connsiteY124" fmla="*/ 5547577 h 6858000"/>
                  <a:gd name="connsiteX125" fmla="*/ 345723 w 4543952"/>
                  <a:gd name="connsiteY125" fmla="*/ 5531692 h 6858000"/>
                  <a:gd name="connsiteX126" fmla="*/ 345722 w 4543952"/>
                  <a:gd name="connsiteY126" fmla="*/ 5531691 h 6858000"/>
                  <a:gd name="connsiteX127" fmla="*/ 335103 w 4543952"/>
                  <a:gd name="connsiteY127" fmla="*/ 5507667 h 6858000"/>
                  <a:gd name="connsiteX128" fmla="*/ 339627 w 4543952"/>
                  <a:gd name="connsiteY128" fmla="*/ 5480637 h 6858000"/>
                  <a:gd name="connsiteX129" fmla="*/ 351249 w 4543952"/>
                  <a:gd name="connsiteY129" fmla="*/ 5425582 h 6858000"/>
                  <a:gd name="connsiteX130" fmla="*/ 359440 w 4543952"/>
                  <a:gd name="connsiteY130" fmla="*/ 5385384 h 6858000"/>
                  <a:gd name="connsiteX131" fmla="*/ 364317 w 4543952"/>
                  <a:gd name="connsiteY131" fmla="*/ 5355014 h 6858000"/>
                  <a:gd name="connsiteX132" fmla="*/ 364317 w 4543952"/>
                  <a:gd name="connsiteY132" fmla="*/ 5355013 h 6858000"/>
                  <a:gd name="connsiteX133" fmla="*/ 362870 w 4543952"/>
                  <a:gd name="connsiteY133" fmla="*/ 5326162 h 6858000"/>
                  <a:gd name="connsiteX134" fmla="*/ 360397 w 4543952"/>
                  <a:gd name="connsiteY134" fmla="*/ 5321350 h 6858000"/>
                  <a:gd name="connsiteX135" fmla="*/ 359341 w 4543952"/>
                  <a:gd name="connsiteY135" fmla="*/ 5312287 h 6858000"/>
                  <a:gd name="connsiteX136" fmla="*/ 335437 w 4543952"/>
                  <a:gd name="connsiteY136" fmla="*/ 5272795 h 6858000"/>
                  <a:gd name="connsiteX137" fmla="*/ 311981 w 4543952"/>
                  <a:gd name="connsiteY137" fmla="*/ 5229432 h 6858000"/>
                  <a:gd name="connsiteX138" fmla="*/ 311814 w 4543952"/>
                  <a:gd name="connsiteY138" fmla="*/ 5179067 h 6858000"/>
                  <a:gd name="connsiteX139" fmla="*/ 314362 w 4543952"/>
                  <a:gd name="connsiteY139" fmla="*/ 5172090 h 6858000"/>
                  <a:gd name="connsiteX140" fmla="*/ 315052 w 4543952"/>
                  <a:gd name="connsiteY140" fmla="*/ 5166113 h 6858000"/>
                  <a:gd name="connsiteX141" fmla="*/ 315052 w 4543952"/>
                  <a:gd name="connsiteY141" fmla="*/ 5166112 h 6858000"/>
                  <a:gd name="connsiteX142" fmla="*/ 308337 w 4543952"/>
                  <a:gd name="connsiteY142" fmla="*/ 5133224 h 6858000"/>
                  <a:gd name="connsiteX143" fmla="*/ 308338 w 4543952"/>
                  <a:gd name="connsiteY143" fmla="*/ 5133219 h 6858000"/>
                  <a:gd name="connsiteX144" fmla="*/ 321364 w 4543952"/>
                  <a:gd name="connsiteY144" fmla="*/ 5087449 h 6858000"/>
                  <a:gd name="connsiteX145" fmla="*/ 327270 w 4543952"/>
                  <a:gd name="connsiteY145" fmla="*/ 5072375 h 6858000"/>
                  <a:gd name="connsiteX146" fmla="*/ 334485 w 4543952"/>
                  <a:gd name="connsiteY146" fmla="*/ 5041521 h 6858000"/>
                  <a:gd name="connsiteX147" fmla="*/ 360964 w 4543952"/>
                  <a:gd name="connsiteY147" fmla="*/ 4987037 h 6858000"/>
                  <a:gd name="connsiteX148" fmla="*/ 376969 w 4543952"/>
                  <a:gd name="connsiteY148" fmla="*/ 4961455 h 6858000"/>
                  <a:gd name="connsiteX149" fmla="*/ 378247 w 4543952"/>
                  <a:gd name="connsiteY149" fmla="*/ 4957452 h 6858000"/>
                  <a:gd name="connsiteX150" fmla="*/ 381039 w 4543952"/>
                  <a:gd name="connsiteY150" fmla="*/ 4952672 h 6858000"/>
                  <a:gd name="connsiteX151" fmla="*/ 385799 w 4543952"/>
                  <a:gd name="connsiteY151" fmla="*/ 4933804 h 6858000"/>
                  <a:gd name="connsiteX152" fmla="*/ 384396 w 4543952"/>
                  <a:gd name="connsiteY152" fmla="*/ 4912167 h 6858000"/>
                  <a:gd name="connsiteX153" fmla="*/ 382691 w 4543952"/>
                  <a:gd name="connsiteY153" fmla="*/ 4889274 h 6858000"/>
                  <a:gd name="connsiteX154" fmla="*/ 390221 w 4543952"/>
                  <a:gd name="connsiteY154" fmla="*/ 4863342 h 6858000"/>
                  <a:gd name="connsiteX155" fmla="*/ 412401 w 4543952"/>
                  <a:gd name="connsiteY155" fmla="*/ 4828916 h 6858000"/>
                  <a:gd name="connsiteX156" fmla="*/ 427237 w 4543952"/>
                  <a:gd name="connsiteY156" fmla="*/ 4800483 h 6858000"/>
                  <a:gd name="connsiteX157" fmla="*/ 427237 w 4543952"/>
                  <a:gd name="connsiteY157" fmla="*/ 4800482 h 6858000"/>
                  <a:gd name="connsiteX158" fmla="*/ 425928 w 4543952"/>
                  <a:gd name="connsiteY158" fmla="*/ 4767763 h 6858000"/>
                  <a:gd name="connsiteX159" fmla="*/ 416021 w 4543952"/>
                  <a:gd name="connsiteY159" fmla="*/ 4677654 h 6858000"/>
                  <a:gd name="connsiteX160" fmla="*/ 408019 w 4543952"/>
                  <a:gd name="connsiteY160" fmla="*/ 4659173 h 6858000"/>
                  <a:gd name="connsiteX161" fmla="*/ 348009 w 4543952"/>
                  <a:gd name="connsiteY161" fmla="*/ 4482003 h 6858000"/>
                  <a:gd name="connsiteX162" fmla="*/ 347247 w 4543952"/>
                  <a:gd name="connsiteY162" fmla="*/ 4363890 h 6858000"/>
                  <a:gd name="connsiteX163" fmla="*/ 356201 w 4543952"/>
                  <a:gd name="connsiteY163" fmla="*/ 4324645 h 6858000"/>
                  <a:gd name="connsiteX164" fmla="*/ 396017 w 4543952"/>
                  <a:gd name="connsiteY164" fmla="*/ 4253014 h 6858000"/>
                  <a:gd name="connsiteX165" fmla="*/ 401733 w 4543952"/>
                  <a:gd name="connsiteY165" fmla="*/ 4221391 h 6858000"/>
                  <a:gd name="connsiteX166" fmla="*/ 332842 w 4543952"/>
                  <a:gd name="connsiteY166" fmla="*/ 2836171 h 6858000"/>
                  <a:gd name="connsiteX167" fmla="*/ 332842 w 4543952"/>
                  <a:gd name="connsiteY167" fmla="*/ 2836172 h 6858000"/>
                  <a:gd name="connsiteX168" fmla="*/ 341533 w 4543952"/>
                  <a:gd name="connsiteY168" fmla="*/ 2848793 h 6858000"/>
                  <a:gd name="connsiteX169" fmla="*/ 358166 w 4543952"/>
                  <a:gd name="connsiteY169" fmla="*/ 2903544 h 6858000"/>
                  <a:gd name="connsiteX170" fmla="*/ 366072 w 4543952"/>
                  <a:gd name="connsiteY170" fmla="*/ 2947858 h 6858000"/>
                  <a:gd name="connsiteX171" fmla="*/ 366072 w 4543952"/>
                  <a:gd name="connsiteY171" fmla="*/ 2947862 h 6858000"/>
                  <a:gd name="connsiteX172" fmla="*/ 362488 w 4543952"/>
                  <a:gd name="connsiteY172" fmla="*/ 2982147 h 6858000"/>
                  <a:gd name="connsiteX173" fmla="*/ 350796 w 4543952"/>
                  <a:gd name="connsiteY173" fmla="*/ 3077400 h 6858000"/>
                  <a:gd name="connsiteX174" fmla="*/ 350796 w 4543952"/>
                  <a:gd name="connsiteY174" fmla="*/ 3077401 h 6858000"/>
                  <a:gd name="connsiteX175" fmla="*/ 363250 w 4543952"/>
                  <a:gd name="connsiteY175" fmla="*/ 3172654 h 6858000"/>
                  <a:gd name="connsiteX176" fmla="*/ 410877 w 4543952"/>
                  <a:gd name="connsiteY176" fmla="*/ 3489467 h 6858000"/>
                  <a:gd name="connsiteX177" fmla="*/ 432976 w 4543952"/>
                  <a:gd name="connsiteY177" fmla="*/ 3544713 h 6858000"/>
                  <a:gd name="connsiteX178" fmla="*/ 445520 w 4543952"/>
                  <a:gd name="connsiteY178" fmla="*/ 3562320 h 6858000"/>
                  <a:gd name="connsiteX179" fmla="*/ 450598 w 4543952"/>
                  <a:gd name="connsiteY179" fmla="*/ 3574407 h 6858000"/>
                  <a:gd name="connsiteX180" fmla="*/ 448246 w 4543952"/>
                  <a:gd name="connsiteY180" fmla="*/ 3587173 h 6858000"/>
                  <a:gd name="connsiteX181" fmla="*/ 438500 w 4543952"/>
                  <a:gd name="connsiteY181" fmla="*/ 3606816 h 6858000"/>
                  <a:gd name="connsiteX182" fmla="*/ 424974 w 4543952"/>
                  <a:gd name="connsiteY182" fmla="*/ 3630631 h 6858000"/>
                  <a:gd name="connsiteX183" fmla="*/ 400733 w 4543952"/>
                  <a:gd name="connsiteY183" fmla="*/ 3680162 h 6858000"/>
                  <a:gd name="connsiteX184" fmla="*/ 400733 w 4543952"/>
                  <a:gd name="connsiteY184" fmla="*/ 3680163 h 6858000"/>
                  <a:gd name="connsiteX185" fmla="*/ 404781 w 4543952"/>
                  <a:gd name="connsiteY185" fmla="*/ 3734837 h 6858000"/>
                  <a:gd name="connsiteX186" fmla="*/ 404399 w 4543952"/>
                  <a:gd name="connsiteY186" fmla="*/ 3754651 h 6858000"/>
                  <a:gd name="connsiteX187" fmla="*/ 398042 w 4543952"/>
                  <a:gd name="connsiteY187" fmla="*/ 3789775 h 6858000"/>
                  <a:gd name="connsiteX188" fmla="*/ 398042 w 4543952"/>
                  <a:gd name="connsiteY188" fmla="*/ 3789776 h 6858000"/>
                  <a:gd name="connsiteX189" fmla="*/ 412973 w 4543952"/>
                  <a:gd name="connsiteY189" fmla="*/ 3822472 h 6858000"/>
                  <a:gd name="connsiteX190" fmla="*/ 427308 w 4543952"/>
                  <a:gd name="connsiteY190" fmla="*/ 3852619 h 6858000"/>
                  <a:gd name="connsiteX191" fmla="*/ 417926 w 4543952"/>
                  <a:gd name="connsiteY191" fmla="*/ 3885336 h 6858000"/>
                  <a:gd name="connsiteX192" fmla="*/ 417925 w 4543952"/>
                  <a:gd name="connsiteY192" fmla="*/ 3885337 h 6858000"/>
                  <a:gd name="connsiteX193" fmla="*/ 386040 w 4543952"/>
                  <a:gd name="connsiteY193" fmla="*/ 3962158 h 6858000"/>
                  <a:gd name="connsiteX194" fmla="*/ 386040 w 4543952"/>
                  <a:gd name="connsiteY194" fmla="*/ 3962159 h 6858000"/>
                  <a:gd name="connsiteX195" fmla="*/ 388431 w 4543952"/>
                  <a:gd name="connsiteY195" fmla="*/ 4002409 h 6858000"/>
                  <a:gd name="connsiteX196" fmla="*/ 401733 w 4543952"/>
                  <a:gd name="connsiteY196" fmla="*/ 4043837 h 6858000"/>
                  <a:gd name="connsiteX197" fmla="*/ 401733 w 4543952"/>
                  <a:gd name="connsiteY197" fmla="*/ 4043839 h 6858000"/>
                  <a:gd name="connsiteX198" fmla="*/ 416855 w 4543952"/>
                  <a:gd name="connsiteY198" fmla="*/ 4103825 h 6858000"/>
                  <a:gd name="connsiteX199" fmla="*/ 405544 w 4543952"/>
                  <a:gd name="connsiteY199" fmla="*/ 4165381 h 6858000"/>
                  <a:gd name="connsiteX200" fmla="*/ 405543 w 4543952"/>
                  <a:gd name="connsiteY200" fmla="*/ 4165382 h 6858000"/>
                  <a:gd name="connsiteX201" fmla="*/ 401638 w 4543952"/>
                  <a:gd name="connsiteY201" fmla="*/ 4192386 h 6858000"/>
                  <a:gd name="connsiteX202" fmla="*/ 401638 w 4543952"/>
                  <a:gd name="connsiteY202" fmla="*/ 4192387 h 6858000"/>
                  <a:gd name="connsiteX203" fmla="*/ 405543 w 4543952"/>
                  <a:gd name="connsiteY203" fmla="*/ 4165383 h 6858000"/>
                  <a:gd name="connsiteX204" fmla="*/ 405544 w 4543952"/>
                  <a:gd name="connsiteY204" fmla="*/ 4165381 h 6858000"/>
                  <a:gd name="connsiteX205" fmla="*/ 414887 w 4543952"/>
                  <a:gd name="connsiteY205" fmla="*/ 4134255 h 6858000"/>
                  <a:gd name="connsiteX206" fmla="*/ 416855 w 4543952"/>
                  <a:gd name="connsiteY206" fmla="*/ 4103825 h 6858000"/>
                  <a:gd name="connsiteX207" fmla="*/ 416855 w 4543952"/>
                  <a:gd name="connsiteY207" fmla="*/ 4103824 h 6858000"/>
                  <a:gd name="connsiteX208" fmla="*/ 401733 w 4543952"/>
                  <a:gd name="connsiteY208" fmla="*/ 4043838 h 6858000"/>
                  <a:gd name="connsiteX209" fmla="*/ 401733 w 4543952"/>
                  <a:gd name="connsiteY209" fmla="*/ 4043837 h 6858000"/>
                  <a:gd name="connsiteX210" fmla="*/ 386040 w 4543952"/>
                  <a:gd name="connsiteY210" fmla="*/ 3962159 h 6858000"/>
                  <a:gd name="connsiteX211" fmla="*/ 395544 w 4543952"/>
                  <a:gd name="connsiteY211" fmla="*/ 3923124 h 6858000"/>
                  <a:gd name="connsiteX212" fmla="*/ 417925 w 4543952"/>
                  <a:gd name="connsiteY212" fmla="*/ 3885338 h 6858000"/>
                  <a:gd name="connsiteX213" fmla="*/ 417926 w 4543952"/>
                  <a:gd name="connsiteY213" fmla="*/ 3885336 h 6858000"/>
                  <a:gd name="connsiteX214" fmla="*/ 426528 w 4543952"/>
                  <a:gd name="connsiteY214" fmla="*/ 3868763 h 6858000"/>
                  <a:gd name="connsiteX215" fmla="*/ 427308 w 4543952"/>
                  <a:gd name="connsiteY215" fmla="*/ 3852619 h 6858000"/>
                  <a:gd name="connsiteX216" fmla="*/ 427308 w 4543952"/>
                  <a:gd name="connsiteY216" fmla="*/ 3852618 h 6858000"/>
                  <a:gd name="connsiteX217" fmla="*/ 412973 w 4543952"/>
                  <a:gd name="connsiteY217" fmla="*/ 3822471 h 6858000"/>
                  <a:gd name="connsiteX218" fmla="*/ 398042 w 4543952"/>
                  <a:gd name="connsiteY218" fmla="*/ 3789775 h 6858000"/>
                  <a:gd name="connsiteX219" fmla="*/ 404399 w 4543952"/>
                  <a:gd name="connsiteY219" fmla="*/ 3754652 h 6858000"/>
                  <a:gd name="connsiteX220" fmla="*/ 404781 w 4543952"/>
                  <a:gd name="connsiteY220" fmla="*/ 3734837 h 6858000"/>
                  <a:gd name="connsiteX221" fmla="*/ 404781 w 4543952"/>
                  <a:gd name="connsiteY221" fmla="*/ 3734836 h 6858000"/>
                  <a:gd name="connsiteX222" fmla="*/ 400733 w 4543952"/>
                  <a:gd name="connsiteY222" fmla="*/ 3680163 h 6858000"/>
                  <a:gd name="connsiteX223" fmla="*/ 407246 w 4543952"/>
                  <a:gd name="connsiteY223" fmla="*/ 3654415 h 6858000"/>
                  <a:gd name="connsiteX224" fmla="*/ 424974 w 4543952"/>
                  <a:gd name="connsiteY224" fmla="*/ 3630632 h 6858000"/>
                  <a:gd name="connsiteX225" fmla="*/ 438500 w 4543952"/>
                  <a:gd name="connsiteY225" fmla="*/ 3606817 h 6858000"/>
                  <a:gd name="connsiteX226" fmla="*/ 450598 w 4543952"/>
                  <a:gd name="connsiteY226" fmla="*/ 3574408 h 6858000"/>
                  <a:gd name="connsiteX227" fmla="*/ 450598 w 4543952"/>
                  <a:gd name="connsiteY227" fmla="*/ 3574407 h 6858000"/>
                  <a:gd name="connsiteX228" fmla="*/ 432976 w 4543952"/>
                  <a:gd name="connsiteY228" fmla="*/ 3544712 h 6858000"/>
                  <a:gd name="connsiteX229" fmla="*/ 410877 w 4543952"/>
                  <a:gd name="connsiteY229" fmla="*/ 3489466 h 6858000"/>
                  <a:gd name="connsiteX230" fmla="*/ 363250 w 4543952"/>
                  <a:gd name="connsiteY230" fmla="*/ 3172653 h 6858000"/>
                  <a:gd name="connsiteX231" fmla="*/ 350796 w 4543952"/>
                  <a:gd name="connsiteY231" fmla="*/ 3077401 h 6858000"/>
                  <a:gd name="connsiteX232" fmla="*/ 362488 w 4543952"/>
                  <a:gd name="connsiteY232" fmla="*/ 2982148 h 6858000"/>
                  <a:gd name="connsiteX233" fmla="*/ 366072 w 4543952"/>
                  <a:gd name="connsiteY233" fmla="*/ 2947862 h 6858000"/>
                  <a:gd name="connsiteX234" fmla="*/ 366072 w 4543952"/>
                  <a:gd name="connsiteY234" fmla="*/ 2947861 h 6858000"/>
                  <a:gd name="connsiteX235" fmla="*/ 366072 w 4543952"/>
                  <a:gd name="connsiteY235" fmla="*/ 2947858 h 6858000"/>
                  <a:gd name="connsiteX236" fmla="*/ 361441 w 4543952"/>
                  <a:gd name="connsiteY236" fmla="*/ 2914327 h 6858000"/>
                  <a:gd name="connsiteX237" fmla="*/ 358166 w 4543952"/>
                  <a:gd name="connsiteY237" fmla="*/ 2903544 h 6858000"/>
                  <a:gd name="connsiteX238" fmla="*/ 357138 w 4543952"/>
                  <a:gd name="connsiteY238" fmla="*/ 2897784 h 6858000"/>
                  <a:gd name="connsiteX239" fmla="*/ 341533 w 4543952"/>
                  <a:gd name="connsiteY239" fmla="*/ 2848792 h 6858000"/>
                  <a:gd name="connsiteX240" fmla="*/ 296001 w 4543952"/>
                  <a:gd name="connsiteY240" fmla="*/ 2745351 h 6858000"/>
                  <a:gd name="connsiteX241" fmla="*/ 289670 w 4543952"/>
                  <a:gd name="connsiteY241" fmla="*/ 2770757 h 6858000"/>
                  <a:gd name="connsiteX242" fmla="*/ 290080 w 4543952"/>
                  <a:gd name="connsiteY242" fmla="*/ 2778005 h 6858000"/>
                  <a:gd name="connsiteX243" fmla="*/ 289301 w 4543952"/>
                  <a:gd name="connsiteY243" fmla="*/ 2782304 h 6858000"/>
                  <a:gd name="connsiteX244" fmla="*/ 290501 w 4543952"/>
                  <a:gd name="connsiteY244" fmla="*/ 2785439 h 6858000"/>
                  <a:gd name="connsiteX245" fmla="*/ 290929 w 4543952"/>
                  <a:gd name="connsiteY245" fmla="*/ 2793022 h 6858000"/>
                  <a:gd name="connsiteX246" fmla="*/ 300579 w 4543952"/>
                  <a:gd name="connsiteY246" fmla="*/ 2811779 h 6858000"/>
                  <a:gd name="connsiteX247" fmla="*/ 300582 w 4543952"/>
                  <a:gd name="connsiteY247" fmla="*/ 2811786 h 6858000"/>
                  <a:gd name="connsiteX248" fmla="*/ 300583 w 4543952"/>
                  <a:gd name="connsiteY248" fmla="*/ 2811786 h 6858000"/>
                  <a:gd name="connsiteX249" fmla="*/ 300579 w 4543952"/>
                  <a:gd name="connsiteY249" fmla="*/ 2811779 h 6858000"/>
                  <a:gd name="connsiteX250" fmla="*/ 290501 w 4543952"/>
                  <a:gd name="connsiteY250" fmla="*/ 2785439 h 6858000"/>
                  <a:gd name="connsiteX251" fmla="*/ 290080 w 4543952"/>
                  <a:gd name="connsiteY251" fmla="*/ 2778005 h 6858000"/>
                  <a:gd name="connsiteX252" fmla="*/ 817328 w 4543952"/>
                  <a:gd name="connsiteY252" fmla="*/ 1508457 h 6858000"/>
                  <a:gd name="connsiteX253" fmla="*/ 845421 w 4543952"/>
                  <a:gd name="connsiteY253" fmla="*/ 1596212 h 6858000"/>
                  <a:gd name="connsiteX254" fmla="*/ 843517 w 4543952"/>
                  <a:gd name="connsiteY254" fmla="*/ 1624979 h 6858000"/>
                  <a:gd name="connsiteX255" fmla="*/ 786935 w 4543952"/>
                  <a:gd name="connsiteY255" fmla="*/ 1697752 h 6858000"/>
                  <a:gd name="connsiteX256" fmla="*/ 764267 w 4543952"/>
                  <a:gd name="connsiteY256" fmla="*/ 1733187 h 6858000"/>
                  <a:gd name="connsiteX257" fmla="*/ 722546 w 4543952"/>
                  <a:gd name="connsiteY257" fmla="*/ 1833774 h 6858000"/>
                  <a:gd name="connsiteX258" fmla="*/ 714925 w 4543952"/>
                  <a:gd name="connsiteY258" fmla="*/ 1842157 h 6858000"/>
                  <a:gd name="connsiteX259" fmla="*/ 624434 w 4543952"/>
                  <a:gd name="connsiteY259" fmla="*/ 1916453 h 6858000"/>
                  <a:gd name="connsiteX260" fmla="*/ 609004 w 4543952"/>
                  <a:gd name="connsiteY260" fmla="*/ 1933218 h 6858000"/>
                  <a:gd name="connsiteX261" fmla="*/ 584999 w 4543952"/>
                  <a:gd name="connsiteY261" fmla="*/ 1953412 h 6858000"/>
                  <a:gd name="connsiteX262" fmla="*/ 538516 w 4543952"/>
                  <a:gd name="connsiteY262" fmla="*/ 2016468 h 6858000"/>
                  <a:gd name="connsiteX263" fmla="*/ 523657 w 4543952"/>
                  <a:gd name="connsiteY263" fmla="*/ 2094577 h 6858000"/>
                  <a:gd name="connsiteX264" fmla="*/ 500986 w 4543952"/>
                  <a:gd name="connsiteY264" fmla="*/ 2188878 h 6858000"/>
                  <a:gd name="connsiteX265" fmla="*/ 485746 w 4543952"/>
                  <a:gd name="connsiteY265" fmla="*/ 2228313 h 6858000"/>
                  <a:gd name="connsiteX266" fmla="*/ 456789 w 4543952"/>
                  <a:gd name="connsiteY266" fmla="*/ 2334043 h 6858000"/>
                  <a:gd name="connsiteX267" fmla="*/ 432404 w 4543952"/>
                  <a:gd name="connsiteY267" fmla="*/ 2409484 h 6858000"/>
                  <a:gd name="connsiteX268" fmla="*/ 415303 w 4543952"/>
                  <a:gd name="connsiteY268" fmla="*/ 2435912 h 6858000"/>
                  <a:gd name="connsiteX269" fmla="*/ 415303 w 4543952"/>
                  <a:gd name="connsiteY269" fmla="*/ 2435912 h 6858000"/>
                  <a:gd name="connsiteX270" fmla="*/ 415303 w 4543952"/>
                  <a:gd name="connsiteY270" fmla="*/ 2435912 h 6858000"/>
                  <a:gd name="connsiteX271" fmla="*/ 414227 w 4543952"/>
                  <a:gd name="connsiteY271" fmla="*/ 2440915 h 6858000"/>
                  <a:gd name="connsiteX272" fmla="*/ 409472 w 4543952"/>
                  <a:gd name="connsiteY272" fmla="*/ 2463016 h 6858000"/>
                  <a:gd name="connsiteX273" fmla="*/ 409472 w 4543952"/>
                  <a:gd name="connsiteY273" fmla="*/ 2463017 h 6858000"/>
                  <a:gd name="connsiteX274" fmla="*/ 411535 w 4543952"/>
                  <a:gd name="connsiteY274" fmla="*/ 2490550 h 6858000"/>
                  <a:gd name="connsiteX275" fmla="*/ 418115 w 4543952"/>
                  <a:gd name="connsiteY275" fmla="*/ 2518261 h 6858000"/>
                  <a:gd name="connsiteX276" fmla="*/ 418115 w 4543952"/>
                  <a:gd name="connsiteY276" fmla="*/ 2518264 h 6858000"/>
                  <a:gd name="connsiteX277" fmla="*/ 421759 w 4543952"/>
                  <a:gd name="connsiteY277" fmla="*/ 2545006 h 6858000"/>
                  <a:gd name="connsiteX278" fmla="*/ 417545 w 4543952"/>
                  <a:gd name="connsiteY278" fmla="*/ 2571033 h 6858000"/>
                  <a:gd name="connsiteX279" fmla="*/ 344391 w 4543952"/>
                  <a:gd name="connsiteY279" fmla="*/ 2668000 h 6858000"/>
                  <a:gd name="connsiteX280" fmla="*/ 296001 w 4543952"/>
                  <a:gd name="connsiteY280" fmla="*/ 2745347 h 6858000"/>
                  <a:gd name="connsiteX281" fmla="*/ 296001 w 4543952"/>
                  <a:gd name="connsiteY281" fmla="*/ 2745348 h 6858000"/>
                  <a:gd name="connsiteX282" fmla="*/ 344391 w 4543952"/>
                  <a:gd name="connsiteY282" fmla="*/ 2668001 h 6858000"/>
                  <a:gd name="connsiteX283" fmla="*/ 417545 w 4543952"/>
                  <a:gd name="connsiteY283" fmla="*/ 2571034 h 6858000"/>
                  <a:gd name="connsiteX284" fmla="*/ 421760 w 4543952"/>
                  <a:gd name="connsiteY284" fmla="*/ 2545006 h 6858000"/>
                  <a:gd name="connsiteX285" fmla="*/ 421759 w 4543952"/>
                  <a:gd name="connsiteY285" fmla="*/ 2545006 h 6858000"/>
                  <a:gd name="connsiteX286" fmla="*/ 421760 w 4543952"/>
                  <a:gd name="connsiteY286" fmla="*/ 2545005 h 6858000"/>
                  <a:gd name="connsiteX287" fmla="*/ 418115 w 4543952"/>
                  <a:gd name="connsiteY287" fmla="*/ 2518263 h 6858000"/>
                  <a:gd name="connsiteX288" fmla="*/ 418115 w 4543952"/>
                  <a:gd name="connsiteY288" fmla="*/ 2518261 h 6858000"/>
                  <a:gd name="connsiteX289" fmla="*/ 409472 w 4543952"/>
                  <a:gd name="connsiteY289" fmla="*/ 2463017 h 6858000"/>
                  <a:gd name="connsiteX290" fmla="*/ 414227 w 4543952"/>
                  <a:gd name="connsiteY290" fmla="*/ 2440915 h 6858000"/>
                  <a:gd name="connsiteX291" fmla="*/ 415303 w 4543952"/>
                  <a:gd name="connsiteY291" fmla="*/ 2435912 h 6858000"/>
                  <a:gd name="connsiteX292" fmla="*/ 432404 w 4543952"/>
                  <a:gd name="connsiteY292" fmla="*/ 2409485 h 6858000"/>
                  <a:gd name="connsiteX293" fmla="*/ 456789 w 4543952"/>
                  <a:gd name="connsiteY293" fmla="*/ 2334044 h 6858000"/>
                  <a:gd name="connsiteX294" fmla="*/ 485746 w 4543952"/>
                  <a:gd name="connsiteY294" fmla="*/ 2228314 h 6858000"/>
                  <a:gd name="connsiteX295" fmla="*/ 500986 w 4543952"/>
                  <a:gd name="connsiteY295" fmla="*/ 2188879 h 6858000"/>
                  <a:gd name="connsiteX296" fmla="*/ 523657 w 4543952"/>
                  <a:gd name="connsiteY296" fmla="*/ 2094578 h 6858000"/>
                  <a:gd name="connsiteX297" fmla="*/ 538516 w 4543952"/>
                  <a:gd name="connsiteY297" fmla="*/ 2016469 h 6858000"/>
                  <a:gd name="connsiteX298" fmla="*/ 584999 w 4543952"/>
                  <a:gd name="connsiteY298" fmla="*/ 1953413 h 6858000"/>
                  <a:gd name="connsiteX299" fmla="*/ 609004 w 4543952"/>
                  <a:gd name="connsiteY299" fmla="*/ 1933219 h 6858000"/>
                  <a:gd name="connsiteX300" fmla="*/ 624434 w 4543952"/>
                  <a:gd name="connsiteY300" fmla="*/ 1916454 h 6858000"/>
                  <a:gd name="connsiteX301" fmla="*/ 714925 w 4543952"/>
                  <a:gd name="connsiteY301" fmla="*/ 1842158 h 6858000"/>
                  <a:gd name="connsiteX302" fmla="*/ 722546 w 4543952"/>
                  <a:gd name="connsiteY302" fmla="*/ 1833775 h 6858000"/>
                  <a:gd name="connsiteX303" fmla="*/ 764267 w 4543952"/>
                  <a:gd name="connsiteY303" fmla="*/ 1733188 h 6858000"/>
                  <a:gd name="connsiteX304" fmla="*/ 786936 w 4543952"/>
                  <a:gd name="connsiteY304" fmla="*/ 1697753 h 6858000"/>
                  <a:gd name="connsiteX305" fmla="*/ 843517 w 4543952"/>
                  <a:gd name="connsiteY305" fmla="*/ 1624980 h 6858000"/>
                  <a:gd name="connsiteX306" fmla="*/ 845422 w 4543952"/>
                  <a:gd name="connsiteY306" fmla="*/ 1596213 h 6858000"/>
                  <a:gd name="connsiteX307" fmla="*/ 798723 w 4543952"/>
                  <a:gd name="connsiteY307" fmla="*/ 1459072 h 6858000"/>
                  <a:gd name="connsiteX308" fmla="*/ 807941 w 4543952"/>
                  <a:gd name="connsiteY308" fmla="*/ 1481571 h 6858000"/>
                  <a:gd name="connsiteX309" fmla="*/ 798724 w 4543952"/>
                  <a:gd name="connsiteY309" fmla="*/ 1459073 h 6858000"/>
                  <a:gd name="connsiteX310" fmla="*/ 779530 w 4543952"/>
                  <a:gd name="connsiteY310" fmla="*/ 1268757 h 6858000"/>
                  <a:gd name="connsiteX311" fmla="*/ 774363 w 4543952"/>
                  <a:gd name="connsiteY311" fmla="*/ 1286068 h 6858000"/>
                  <a:gd name="connsiteX312" fmla="*/ 752025 w 4543952"/>
                  <a:gd name="connsiteY312" fmla="*/ 1350626 h 6858000"/>
                  <a:gd name="connsiteX313" fmla="*/ 757620 w 4543952"/>
                  <a:gd name="connsiteY313" fmla="*/ 1413839 h 6858000"/>
                  <a:gd name="connsiteX314" fmla="*/ 752026 w 4543952"/>
                  <a:gd name="connsiteY314" fmla="*/ 1350627 h 6858000"/>
                  <a:gd name="connsiteX315" fmla="*/ 774363 w 4543952"/>
                  <a:gd name="connsiteY315" fmla="*/ 1286069 h 6858000"/>
                  <a:gd name="connsiteX316" fmla="*/ 779530 w 4543952"/>
                  <a:gd name="connsiteY316" fmla="*/ 1268757 h 6858000"/>
                  <a:gd name="connsiteX317" fmla="*/ 837801 w 4543952"/>
                  <a:gd name="connsiteY317" fmla="*/ 773034 h 6858000"/>
                  <a:gd name="connsiteX318" fmla="*/ 829801 w 4543952"/>
                  <a:gd name="connsiteY318" fmla="*/ 854378 h 6858000"/>
                  <a:gd name="connsiteX319" fmla="*/ 798747 w 4543952"/>
                  <a:gd name="connsiteY319" fmla="*/ 915342 h 6858000"/>
                  <a:gd name="connsiteX320" fmla="*/ 788269 w 4543952"/>
                  <a:gd name="connsiteY320" fmla="*/ 927154 h 6858000"/>
                  <a:gd name="connsiteX321" fmla="*/ 791889 w 4543952"/>
                  <a:gd name="connsiteY321" fmla="*/ 1097086 h 6858000"/>
                  <a:gd name="connsiteX322" fmla="*/ 796271 w 4543952"/>
                  <a:gd name="connsiteY322" fmla="*/ 1123184 h 6858000"/>
                  <a:gd name="connsiteX323" fmla="*/ 771553 w 4543952"/>
                  <a:gd name="connsiteY323" fmla="*/ 1184028 h 6858000"/>
                  <a:gd name="connsiteX324" fmla="*/ 796272 w 4543952"/>
                  <a:gd name="connsiteY324" fmla="*/ 1123185 h 6858000"/>
                  <a:gd name="connsiteX325" fmla="*/ 791890 w 4543952"/>
                  <a:gd name="connsiteY325" fmla="*/ 1097087 h 6858000"/>
                  <a:gd name="connsiteX326" fmla="*/ 788270 w 4543952"/>
                  <a:gd name="connsiteY326" fmla="*/ 927155 h 6858000"/>
                  <a:gd name="connsiteX327" fmla="*/ 798748 w 4543952"/>
                  <a:gd name="connsiteY327" fmla="*/ 915343 h 6858000"/>
                  <a:gd name="connsiteX328" fmla="*/ 829801 w 4543952"/>
                  <a:gd name="connsiteY328" fmla="*/ 854379 h 6858000"/>
                  <a:gd name="connsiteX329" fmla="*/ 837801 w 4543952"/>
                  <a:gd name="connsiteY329" fmla="*/ 773035 h 6858000"/>
                  <a:gd name="connsiteX330" fmla="*/ 782400 w 4543952"/>
                  <a:gd name="connsiteY330" fmla="*/ 517850 h 6858000"/>
                  <a:gd name="connsiteX331" fmla="*/ 791317 w 4543952"/>
                  <a:gd name="connsiteY331" fmla="*/ 556046 h 6858000"/>
                  <a:gd name="connsiteX332" fmla="*/ 797795 w 4543952"/>
                  <a:gd name="connsiteY332" fmla="*/ 580049 h 6858000"/>
                  <a:gd name="connsiteX333" fmla="*/ 801176 w 4543952"/>
                  <a:gd name="connsiteY333" fmla="*/ 642536 h 6858000"/>
                  <a:gd name="connsiteX334" fmla="*/ 813700 w 4543952"/>
                  <a:gd name="connsiteY334" fmla="*/ 694927 h 6858000"/>
                  <a:gd name="connsiteX335" fmla="*/ 801177 w 4543952"/>
                  <a:gd name="connsiteY335" fmla="*/ 642537 h 6858000"/>
                  <a:gd name="connsiteX336" fmla="*/ 797796 w 4543952"/>
                  <a:gd name="connsiteY336" fmla="*/ 580050 h 6858000"/>
                  <a:gd name="connsiteX337" fmla="*/ 791318 w 4543952"/>
                  <a:gd name="connsiteY337" fmla="*/ 556047 h 6858000"/>
                  <a:gd name="connsiteX338" fmla="*/ 783887 w 4543952"/>
                  <a:gd name="connsiteY338" fmla="*/ 313532 h 6858000"/>
                  <a:gd name="connsiteX339" fmla="*/ 786245 w 4543952"/>
                  <a:gd name="connsiteY339" fmla="*/ 324057 h 6858000"/>
                  <a:gd name="connsiteX340" fmla="*/ 784459 w 4543952"/>
                  <a:gd name="connsiteY340" fmla="*/ 338869 h 6858000"/>
                  <a:gd name="connsiteX341" fmla="*/ 784454 w 4543952"/>
                  <a:gd name="connsiteY341" fmla="*/ 338897 h 6858000"/>
                  <a:gd name="connsiteX342" fmla="*/ 778363 w 4543952"/>
                  <a:gd name="connsiteY342" fmla="*/ 367327 h 6858000"/>
                  <a:gd name="connsiteX343" fmla="*/ 774553 w 4543952"/>
                  <a:gd name="connsiteY343" fmla="*/ 395639 h 6858000"/>
                  <a:gd name="connsiteX344" fmla="*/ 784454 w 4543952"/>
                  <a:gd name="connsiteY344" fmla="*/ 338897 h 6858000"/>
                  <a:gd name="connsiteX345" fmla="*/ 784460 w 4543952"/>
                  <a:gd name="connsiteY345" fmla="*/ 338870 h 6858000"/>
                  <a:gd name="connsiteX346" fmla="*/ 783888 w 4543952"/>
                  <a:gd name="connsiteY346" fmla="*/ 313533 h 6858000"/>
                  <a:gd name="connsiteX347" fmla="*/ 761560 w 4543952"/>
                  <a:gd name="connsiteY347" fmla="*/ 281567 h 6858000"/>
                  <a:gd name="connsiteX348" fmla="*/ 766454 w 4543952"/>
                  <a:gd name="connsiteY348" fmla="*/ 295414 h 6858000"/>
                  <a:gd name="connsiteX349" fmla="*/ 766455 w 4543952"/>
                  <a:gd name="connsiteY349" fmla="*/ 295414 h 6858000"/>
                  <a:gd name="connsiteX350" fmla="*/ 774880 w 4543952"/>
                  <a:gd name="connsiteY350" fmla="*/ 24485 h 6858000"/>
                  <a:gd name="connsiteX351" fmla="*/ 777142 w 4543952"/>
                  <a:gd name="connsiteY351" fmla="*/ 74128 h 6858000"/>
                  <a:gd name="connsiteX352" fmla="*/ 767023 w 4543952"/>
                  <a:gd name="connsiteY352" fmla="*/ 151568 h 6858000"/>
                  <a:gd name="connsiteX353" fmla="*/ 766824 w 4543952"/>
                  <a:gd name="connsiteY353" fmla="*/ 153387 h 6858000"/>
                  <a:gd name="connsiteX354" fmla="*/ 763010 w 4543952"/>
                  <a:gd name="connsiteY354" fmla="*/ 177270 h 6858000"/>
                  <a:gd name="connsiteX355" fmla="*/ 758551 w 4543952"/>
                  <a:gd name="connsiteY355" fmla="*/ 228943 h 6858000"/>
                  <a:gd name="connsiteX356" fmla="*/ 766824 w 4543952"/>
                  <a:gd name="connsiteY356" fmla="*/ 153387 h 6858000"/>
                  <a:gd name="connsiteX357" fmla="*/ 771220 w 4543952"/>
                  <a:gd name="connsiteY357" fmla="*/ 125860 h 6858000"/>
                  <a:gd name="connsiteX358" fmla="*/ 777143 w 4543952"/>
                  <a:gd name="connsiteY358" fmla="*/ 74128 h 6858000"/>
                  <a:gd name="connsiteX359" fmla="*/ 313354 w 4543952"/>
                  <a:gd name="connsiteY359" fmla="*/ 0 h 6858000"/>
                  <a:gd name="connsiteX360" fmla="*/ 777461 w 4543952"/>
                  <a:gd name="connsiteY360" fmla="*/ 0 h 6858000"/>
                  <a:gd name="connsiteX361" fmla="*/ 774743 w 4543952"/>
                  <a:gd name="connsiteY361" fmla="*/ 21485 h 6858000"/>
                  <a:gd name="connsiteX362" fmla="*/ 777461 w 4543952"/>
                  <a:gd name="connsiteY362" fmla="*/ 0 h 6858000"/>
                  <a:gd name="connsiteX363" fmla="*/ 4543952 w 4543952"/>
                  <a:gd name="connsiteY363" fmla="*/ 1 h 6858000"/>
                  <a:gd name="connsiteX364" fmla="*/ 4543952 w 4543952"/>
                  <a:gd name="connsiteY364" fmla="*/ 6858000 h 6858000"/>
                  <a:gd name="connsiteX365" fmla="*/ 284400 w 4543952"/>
                  <a:gd name="connsiteY365" fmla="*/ 6858000 h 6858000"/>
                  <a:gd name="connsiteX366" fmla="*/ 112147 w 4543952"/>
                  <a:gd name="connsiteY366" fmla="*/ 6858000 h 6858000"/>
                  <a:gd name="connsiteX367" fmla="*/ 102447 w 4543952"/>
                  <a:gd name="connsiteY367" fmla="*/ 6815515 h 6858000"/>
                  <a:gd name="connsiteX368" fmla="*/ 83396 w 4543952"/>
                  <a:gd name="connsiteY368" fmla="*/ 6748457 h 6858000"/>
                  <a:gd name="connsiteX369" fmla="*/ 61870 w 4543952"/>
                  <a:gd name="connsiteY369" fmla="*/ 6584811 h 6858000"/>
                  <a:gd name="connsiteX370" fmla="*/ 41105 w 4543952"/>
                  <a:gd name="connsiteY370" fmla="*/ 6415832 h 6858000"/>
                  <a:gd name="connsiteX371" fmla="*/ 34247 w 4543952"/>
                  <a:gd name="connsiteY371" fmla="*/ 6323057 h 6858000"/>
                  <a:gd name="connsiteX372" fmla="*/ 23386 w 4543952"/>
                  <a:gd name="connsiteY372" fmla="*/ 6242092 h 6858000"/>
                  <a:gd name="connsiteX373" fmla="*/ 16528 w 4543952"/>
                  <a:gd name="connsiteY373" fmla="*/ 6171604 h 6858000"/>
                  <a:gd name="connsiteX374" fmla="*/ 2622 w 4543952"/>
                  <a:gd name="connsiteY374" fmla="*/ 6059396 h 6858000"/>
                  <a:gd name="connsiteX375" fmla="*/ 0 w 4543952"/>
                  <a:gd name="connsiteY375" fmla="*/ 6041768 h 6858000"/>
                  <a:gd name="connsiteX376" fmla="*/ 0 w 4543952"/>
                  <a:gd name="connsiteY376" fmla="*/ 6000936 h 6858000"/>
                  <a:gd name="connsiteX377" fmla="*/ 3670 w 4543952"/>
                  <a:gd name="connsiteY377" fmla="*/ 5957594 h 6858000"/>
                  <a:gd name="connsiteX378" fmla="*/ 0 w 4543952"/>
                  <a:gd name="connsiteY378" fmla="*/ 5912510 h 6858000"/>
                  <a:gd name="connsiteX379" fmla="*/ 0 w 4543952"/>
                  <a:gd name="connsiteY379" fmla="*/ 5886400 h 6858000"/>
                  <a:gd name="connsiteX380" fmla="*/ 1098 w 4543952"/>
                  <a:gd name="connsiteY380" fmla="*/ 5864317 h 6858000"/>
                  <a:gd name="connsiteX381" fmla="*/ 24720 w 4543952"/>
                  <a:gd name="connsiteY381" fmla="*/ 5790591 h 6858000"/>
                  <a:gd name="connsiteX382" fmla="*/ 26434 w 4543952"/>
                  <a:gd name="connsiteY382" fmla="*/ 5781829 h 6858000"/>
                  <a:gd name="connsiteX383" fmla="*/ 35771 w 4543952"/>
                  <a:gd name="connsiteY383" fmla="*/ 5733439 h 6858000"/>
                  <a:gd name="connsiteX384" fmla="*/ 38819 w 4543952"/>
                  <a:gd name="connsiteY384" fmla="*/ 5706958 h 6858000"/>
                  <a:gd name="connsiteX385" fmla="*/ 58250 w 4543952"/>
                  <a:gd name="connsiteY385" fmla="*/ 5606371 h 6858000"/>
                  <a:gd name="connsiteX386" fmla="*/ 67394 w 4543952"/>
                  <a:gd name="connsiteY386" fmla="*/ 5548459 h 6858000"/>
                  <a:gd name="connsiteX387" fmla="*/ 66060 w 4543952"/>
                  <a:gd name="connsiteY387" fmla="*/ 5501593 h 6858000"/>
                  <a:gd name="connsiteX388" fmla="*/ 64346 w 4543952"/>
                  <a:gd name="connsiteY388" fmla="*/ 5419294 h 6858000"/>
                  <a:gd name="connsiteX389" fmla="*/ 59964 w 4543952"/>
                  <a:gd name="connsiteY389" fmla="*/ 5393004 h 6858000"/>
                  <a:gd name="connsiteX390" fmla="*/ 72538 w 4543952"/>
                  <a:gd name="connsiteY390" fmla="*/ 5274128 h 6858000"/>
                  <a:gd name="connsiteX391" fmla="*/ 73490 w 4543952"/>
                  <a:gd name="connsiteY391" fmla="*/ 5206307 h 6858000"/>
                  <a:gd name="connsiteX392" fmla="*/ 89113 w 4543952"/>
                  <a:gd name="connsiteY392" fmla="*/ 5129915 h 6858000"/>
                  <a:gd name="connsiteX393" fmla="*/ 88351 w 4543952"/>
                  <a:gd name="connsiteY393" fmla="*/ 5107626 h 6858000"/>
                  <a:gd name="connsiteX394" fmla="*/ 87016 w 4543952"/>
                  <a:gd name="connsiteY394" fmla="*/ 5082669 h 6858000"/>
                  <a:gd name="connsiteX395" fmla="*/ 85872 w 4543952"/>
                  <a:gd name="connsiteY395" fmla="*/ 5006085 h 6858000"/>
                  <a:gd name="connsiteX396" fmla="*/ 80158 w 4543952"/>
                  <a:gd name="connsiteY396" fmla="*/ 4959601 h 6858000"/>
                  <a:gd name="connsiteX397" fmla="*/ 83586 w 4543952"/>
                  <a:gd name="connsiteY397" fmla="*/ 4871018 h 6858000"/>
                  <a:gd name="connsiteX398" fmla="*/ 78634 w 4543952"/>
                  <a:gd name="connsiteY398" fmla="*/ 4838249 h 6858000"/>
                  <a:gd name="connsiteX399" fmla="*/ 78062 w 4543952"/>
                  <a:gd name="connsiteY399" fmla="*/ 4755380 h 6858000"/>
                  <a:gd name="connsiteX400" fmla="*/ 80920 w 4543952"/>
                  <a:gd name="connsiteY400" fmla="*/ 4681082 h 6858000"/>
                  <a:gd name="connsiteX401" fmla="*/ 79396 w 4543952"/>
                  <a:gd name="connsiteY401" fmla="*/ 4609451 h 6858000"/>
                  <a:gd name="connsiteX402" fmla="*/ 73110 w 4543952"/>
                  <a:gd name="connsiteY402" fmla="*/ 4558206 h 6858000"/>
                  <a:gd name="connsiteX403" fmla="*/ 69300 w 4543952"/>
                  <a:gd name="connsiteY403" fmla="*/ 4502578 h 6858000"/>
                  <a:gd name="connsiteX404" fmla="*/ 46629 w 4543952"/>
                  <a:gd name="connsiteY404" fmla="*/ 4349221 h 6858000"/>
                  <a:gd name="connsiteX405" fmla="*/ 52153 w 4543952"/>
                  <a:gd name="connsiteY405" fmla="*/ 4320836 h 6858000"/>
                  <a:gd name="connsiteX406" fmla="*/ 57297 w 4543952"/>
                  <a:gd name="connsiteY406" fmla="*/ 4159666 h 6858000"/>
                  <a:gd name="connsiteX407" fmla="*/ 56915 w 4543952"/>
                  <a:gd name="connsiteY407" fmla="*/ 4124613 h 6858000"/>
                  <a:gd name="connsiteX408" fmla="*/ 79396 w 4543952"/>
                  <a:gd name="connsiteY408" fmla="*/ 4030502 h 6858000"/>
                  <a:gd name="connsiteX409" fmla="*/ 43771 w 4543952"/>
                  <a:gd name="connsiteY409" fmla="*/ 3885337 h 6858000"/>
                  <a:gd name="connsiteX410" fmla="*/ 426 w 4543952"/>
                  <a:gd name="connsiteY410" fmla="*/ 3786776 h 6858000"/>
                  <a:gd name="connsiteX411" fmla="*/ 0 w 4543952"/>
                  <a:gd name="connsiteY411" fmla="*/ 3773896 h 6858000"/>
                  <a:gd name="connsiteX412" fmla="*/ 0 w 4543952"/>
                  <a:gd name="connsiteY412" fmla="*/ 3393881 h 6858000"/>
                  <a:gd name="connsiteX413" fmla="*/ 11838 w 4543952"/>
                  <a:gd name="connsiteY413" fmla="*/ 3359515 h 6858000"/>
                  <a:gd name="connsiteX414" fmla="*/ 12910 w 4543952"/>
                  <a:gd name="connsiteY414" fmla="*/ 3318770 h 6858000"/>
                  <a:gd name="connsiteX415" fmla="*/ 6718 w 4543952"/>
                  <a:gd name="connsiteY415" fmla="*/ 3304078 h 6858000"/>
                  <a:gd name="connsiteX416" fmla="*/ 0 w 4543952"/>
                  <a:gd name="connsiteY416" fmla="*/ 3297656 h 6858000"/>
                  <a:gd name="connsiteX417" fmla="*/ 0 w 4543952"/>
                  <a:gd name="connsiteY417" fmla="*/ 3207866 h 6858000"/>
                  <a:gd name="connsiteX418" fmla="*/ 15553 w 4543952"/>
                  <a:gd name="connsiteY418" fmla="*/ 3186770 h 6858000"/>
                  <a:gd name="connsiteX419" fmla="*/ 36341 w 4543952"/>
                  <a:gd name="connsiteY419" fmla="*/ 3107499 h 6858000"/>
                  <a:gd name="connsiteX420" fmla="*/ 38057 w 4543952"/>
                  <a:gd name="connsiteY420" fmla="*/ 3042727 h 6858000"/>
                  <a:gd name="connsiteX421" fmla="*/ 54249 w 4543952"/>
                  <a:gd name="connsiteY421" fmla="*/ 2901942 h 6858000"/>
                  <a:gd name="connsiteX422" fmla="*/ 77300 w 4543952"/>
                  <a:gd name="connsiteY422" fmla="*/ 2809929 h 6858000"/>
                  <a:gd name="connsiteX423" fmla="*/ 103399 w 4543952"/>
                  <a:gd name="connsiteY423" fmla="*/ 2743825 h 6858000"/>
                  <a:gd name="connsiteX424" fmla="*/ 137500 w 4543952"/>
                  <a:gd name="connsiteY424" fmla="*/ 2649142 h 6858000"/>
                  <a:gd name="connsiteX425" fmla="*/ 155217 w 4543952"/>
                  <a:gd name="connsiteY425" fmla="*/ 2554078 h 6858000"/>
                  <a:gd name="connsiteX426" fmla="*/ 177507 w 4543952"/>
                  <a:gd name="connsiteY426" fmla="*/ 2485306 h 6858000"/>
                  <a:gd name="connsiteX427" fmla="*/ 192748 w 4543952"/>
                  <a:gd name="connsiteY427" fmla="*/ 2401291 h 6858000"/>
                  <a:gd name="connsiteX428" fmla="*/ 193318 w 4543952"/>
                  <a:gd name="connsiteY428" fmla="*/ 2330805 h 6858000"/>
                  <a:gd name="connsiteX429" fmla="*/ 190652 w 4543952"/>
                  <a:gd name="connsiteY429" fmla="*/ 2220311 h 6858000"/>
                  <a:gd name="connsiteX430" fmla="*/ 236753 w 4543952"/>
                  <a:gd name="connsiteY430" fmla="*/ 2085053 h 6858000"/>
                  <a:gd name="connsiteX431" fmla="*/ 247042 w 4543952"/>
                  <a:gd name="connsiteY431" fmla="*/ 2030377 h 6858000"/>
                  <a:gd name="connsiteX432" fmla="*/ 251804 w 4543952"/>
                  <a:gd name="connsiteY432" fmla="*/ 1978939 h 6858000"/>
                  <a:gd name="connsiteX433" fmla="*/ 282475 w 4543952"/>
                  <a:gd name="connsiteY433" fmla="*/ 1869779 h 6858000"/>
                  <a:gd name="connsiteX434" fmla="*/ 292573 w 4543952"/>
                  <a:gd name="connsiteY434" fmla="*/ 1825392 h 6858000"/>
                  <a:gd name="connsiteX435" fmla="*/ 292381 w 4543952"/>
                  <a:gd name="connsiteY435" fmla="*/ 1763286 h 6858000"/>
                  <a:gd name="connsiteX436" fmla="*/ 306480 w 4543952"/>
                  <a:gd name="connsiteY436" fmla="*/ 1650316 h 6858000"/>
                  <a:gd name="connsiteX437" fmla="*/ 347629 w 4543952"/>
                  <a:gd name="connsiteY437" fmla="*/ 1537536 h 6858000"/>
                  <a:gd name="connsiteX438" fmla="*/ 343629 w 4543952"/>
                  <a:gd name="connsiteY438" fmla="*/ 1489719 h 6858000"/>
                  <a:gd name="connsiteX439" fmla="*/ 344581 w 4543952"/>
                  <a:gd name="connsiteY439" fmla="*/ 1472574 h 6858000"/>
                  <a:gd name="connsiteX440" fmla="*/ 367252 w 4543952"/>
                  <a:gd name="connsiteY440" fmla="*/ 1318455 h 6858000"/>
                  <a:gd name="connsiteX441" fmla="*/ 369728 w 4543952"/>
                  <a:gd name="connsiteY441" fmla="*/ 1303023 h 6858000"/>
                  <a:gd name="connsiteX442" fmla="*/ 389921 w 4543952"/>
                  <a:gd name="connsiteY442" fmla="*/ 1230632 h 6858000"/>
                  <a:gd name="connsiteX443" fmla="*/ 402495 w 4543952"/>
                  <a:gd name="connsiteY443" fmla="*/ 1048124 h 6858000"/>
                  <a:gd name="connsiteX444" fmla="*/ 404019 w 4543952"/>
                  <a:gd name="connsiteY444" fmla="*/ 1036886 h 6858000"/>
                  <a:gd name="connsiteX445" fmla="*/ 393923 w 4543952"/>
                  <a:gd name="connsiteY445" fmla="*/ 975732 h 6858000"/>
                  <a:gd name="connsiteX446" fmla="*/ 379634 w 4543952"/>
                  <a:gd name="connsiteY446" fmla="*/ 945443 h 6858000"/>
                  <a:gd name="connsiteX447" fmla="*/ 364774 w 4543952"/>
                  <a:gd name="connsiteY447" fmla="*/ 898197 h 6858000"/>
                  <a:gd name="connsiteX448" fmla="*/ 359250 w 4543952"/>
                  <a:gd name="connsiteY448" fmla="*/ 850188 h 6858000"/>
                  <a:gd name="connsiteX449" fmla="*/ 381730 w 4543952"/>
                  <a:gd name="connsiteY449" fmla="*/ 769604 h 6858000"/>
                  <a:gd name="connsiteX450" fmla="*/ 384016 w 4543952"/>
                  <a:gd name="connsiteY450" fmla="*/ 740267 h 6858000"/>
                  <a:gd name="connsiteX451" fmla="*/ 394875 w 4543952"/>
                  <a:gd name="connsiteY451" fmla="*/ 674922 h 6858000"/>
                  <a:gd name="connsiteX452" fmla="*/ 394113 w 4543952"/>
                  <a:gd name="connsiteY452" fmla="*/ 617771 h 6858000"/>
                  <a:gd name="connsiteX453" fmla="*/ 376776 w 4543952"/>
                  <a:gd name="connsiteY453" fmla="*/ 571859 h 6858000"/>
                  <a:gd name="connsiteX454" fmla="*/ 373348 w 4543952"/>
                  <a:gd name="connsiteY454" fmla="*/ 505181 h 6858000"/>
                  <a:gd name="connsiteX455" fmla="*/ 385920 w 4543952"/>
                  <a:gd name="connsiteY455" fmla="*/ 462125 h 6858000"/>
                  <a:gd name="connsiteX456" fmla="*/ 387634 w 4543952"/>
                  <a:gd name="connsiteY456" fmla="*/ 453363 h 6858000"/>
                  <a:gd name="connsiteX457" fmla="*/ 388399 w 4543952"/>
                  <a:gd name="connsiteY457" fmla="*/ 340773 h 6858000"/>
                  <a:gd name="connsiteX458" fmla="*/ 350487 w 4543952"/>
                  <a:gd name="connsiteY458" fmla="*/ 200181 h 6858000"/>
                  <a:gd name="connsiteX459" fmla="*/ 342485 w 4543952"/>
                  <a:gd name="connsiteY459" fmla="*/ 176938 h 6858000"/>
                  <a:gd name="connsiteX460" fmla="*/ 328579 w 4543952"/>
                  <a:gd name="connsiteY460" fmla="*/ 63586 h 6858000"/>
                  <a:gd name="connsiteX461" fmla="*/ 314480 w 4543952"/>
                  <a:gd name="connsiteY461" fmla="*/ 2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Lst>
                <a:rect l="l" t="t" r="r" b="b"/>
                <a:pathLst>
                  <a:path w="4543952" h="6858000">
                    <a:moveTo>
                      <a:pt x="328959" y="6564619"/>
                    </a:moveTo>
                    <a:lnTo>
                      <a:pt x="306480" y="6588624"/>
                    </a:lnTo>
                    <a:cubicBezTo>
                      <a:pt x="298003" y="6597577"/>
                      <a:pt x="291954" y="6611341"/>
                      <a:pt x="289858" y="6625223"/>
                    </a:cubicBezTo>
                    <a:lnTo>
                      <a:pt x="289858" y="6625224"/>
                    </a:lnTo>
                    <a:lnTo>
                      <a:pt x="289870" y="6645551"/>
                    </a:lnTo>
                    <a:lnTo>
                      <a:pt x="296953" y="6662539"/>
                    </a:lnTo>
                    <a:lnTo>
                      <a:pt x="296953" y="6662541"/>
                    </a:lnTo>
                    <a:lnTo>
                      <a:pt x="296954" y="6662543"/>
                    </a:lnTo>
                    <a:lnTo>
                      <a:pt x="311551" y="6702975"/>
                    </a:lnTo>
                    <a:lnTo>
                      <a:pt x="297715" y="6742551"/>
                    </a:lnTo>
                    <a:lnTo>
                      <a:pt x="297714" y="6742554"/>
                    </a:lnTo>
                    <a:lnTo>
                      <a:pt x="283011" y="6776799"/>
                    </a:lnTo>
                    <a:lnTo>
                      <a:pt x="278238" y="6812061"/>
                    </a:lnTo>
                    <a:lnTo>
                      <a:pt x="278237" y="6812062"/>
                    </a:lnTo>
                    <a:lnTo>
                      <a:pt x="278237" y="6812063"/>
                    </a:lnTo>
                    <a:lnTo>
                      <a:pt x="278238" y="6812061"/>
                    </a:lnTo>
                    <a:lnTo>
                      <a:pt x="297714" y="6742554"/>
                    </a:lnTo>
                    <a:lnTo>
                      <a:pt x="297715" y="6742552"/>
                    </a:lnTo>
                    <a:cubicBezTo>
                      <a:pt x="306003" y="6729218"/>
                      <a:pt x="311147" y="6716168"/>
                      <a:pt x="311551" y="6702976"/>
                    </a:cubicBezTo>
                    <a:lnTo>
                      <a:pt x="311551" y="6702975"/>
                    </a:lnTo>
                    <a:lnTo>
                      <a:pt x="308405" y="6683026"/>
                    </a:lnTo>
                    <a:lnTo>
                      <a:pt x="296954" y="6662543"/>
                    </a:lnTo>
                    <a:lnTo>
                      <a:pt x="296953" y="6662540"/>
                    </a:lnTo>
                    <a:lnTo>
                      <a:pt x="296953" y="6662539"/>
                    </a:lnTo>
                    <a:lnTo>
                      <a:pt x="289858" y="6625224"/>
                    </a:lnTo>
                    <a:lnTo>
                      <a:pt x="306480" y="6588625"/>
                    </a:lnTo>
                    <a:cubicBezTo>
                      <a:pt x="312576" y="6582146"/>
                      <a:pt x="318672" y="6575478"/>
                      <a:pt x="328959" y="6564620"/>
                    </a:cubicBezTo>
                    <a:close/>
                    <a:moveTo>
                      <a:pt x="248638" y="6438980"/>
                    </a:moveTo>
                    <a:cubicBezTo>
                      <a:pt x="258140" y="6444076"/>
                      <a:pt x="265617" y="6451649"/>
                      <a:pt x="268569" y="6463840"/>
                    </a:cubicBezTo>
                    <a:lnTo>
                      <a:pt x="268572" y="6463848"/>
                    </a:lnTo>
                    <a:lnTo>
                      <a:pt x="279556" y="6508051"/>
                    </a:lnTo>
                    <a:lnTo>
                      <a:pt x="282367" y="6513011"/>
                    </a:lnTo>
                    <a:lnTo>
                      <a:pt x="284834" y="6521803"/>
                    </a:lnTo>
                    <a:lnTo>
                      <a:pt x="301172" y="6546194"/>
                    </a:lnTo>
                    <a:lnTo>
                      <a:pt x="301172" y="6546193"/>
                    </a:lnTo>
                    <a:lnTo>
                      <a:pt x="282367" y="6513011"/>
                    </a:lnTo>
                    <a:lnTo>
                      <a:pt x="268572" y="6463848"/>
                    </a:lnTo>
                    <a:lnTo>
                      <a:pt x="268569" y="6463839"/>
                    </a:lnTo>
                    <a:close/>
                    <a:moveTo>
                      <a:pt x="166047" y="6392242"/>
                    </a:moveTo>
                    <a:lnTo>
                      <a:pt x="173364" y="6407332"/>
                    </a:lnTo>
                    <a:lnTo>
                      <a:pt x="173364" y="6407331"/>
                    </a:lnTo>
                    <a:close/>
                    <a:moveTo>
                      <a:pt x="401733" y="4221390"/>
                    </a:moveTo>
                    <a:lnTo>
                      <a:pt x="396017" y="4253013"/>
                    </a:lnTo>
                    <a:cubicBezTo>
                      <a:pt x="383824" y="4277400"/>
                      <a:pt x="368204" y="4300069"/>
                      <a:pt x="356201" y="4324644"/>
                    </a:cubicBezTo>
                    <a:cubicBezTo>
                      <a:pt x="350487" y="4336456"/>
                      <a:pt x="347439" y="4350553"/>
                      <a:pt x="347247" y="4363889"/>
                    </a:cubicBezTo>
                    <a:lnTo>
                      <a:pt x="347247" y="4363890"/>
                    </a:lnTo>
                    <a:cubicBezTo>
                      <a:pt x="346295" y="4403325"/>
                      <a:pt x="346295" y="4442761"/>
                      <a:pt x="348009" y="4482004"/>
                    </a:cubicBezTo>
                    <a:cubicBezTo>
                      <a:pt x="350677" y="4546776"/>
                      <a:pt x="351249" y="4612500"/>
                      <a:pt x="408019" y="4659174"/>
                    </a:cubicBezTo>
                    <a:cubicBezTo>
                      <a:pt x="412591" y="4662986"/>
                      <a:pt x="415259" y="4671176"/>
                      <a:pt x="416021" y="4677655"/>
                    </a:cubicBezTo>
                    <a:cubicBezTo>
                      <a:pt x="419640" y="4707564"/>
                      <a:pt x="420022" y="4738235"/>
                      <a:pt x="425928" y="4767764"/>
                    </a:cubicBezTo>
                    <a:lnTo>
                      <a:pt x="427237" y="4800482"/>
                    </a:lnTo>
                    <a:lnTo>
                      <a:pt x="412401" y="4828915"/>
                    </a:lnTo>
                    <a:cubicBezTo>
                      <a:pt x="404115" y="4837702"/>
                      <a:pt x="397114" y="4847213"/>
                      <a:pt x="391971" y="4857316"/>
                    </a:cubicBezTo>
                    <a:lnTo>
                      <a:pt x="390221" y="4863342"/>
                    </a:lnTo>
                    <a:lnTo>
                      <a:pt x="387469" y="4867613"/>
                    </a:lnTo>
                    <a:lnTo>
                      <a:pt x="382691" y="4889274"/>
                    </a:lnTo>
                    <a:lnTo>
                      <a:pt x="382691" y="4889275"/>
                    </a:lnTo>
                    <a:cubicBezTo>
                      <a:pt x="382122" y="4896713"/>
                      <a:pt x="382634" y="4904357"/>
                      <a:pt x="384396" y="4912168"/>
                    </a:cubicBezTo>
                    <a:lnTo>
                      <a:pt x="385799" y="4933804"/>
                    </a:lnTo>
                    <a:lnTo>
                      <a:pt x="378247" y="4957452"/>
                    </a:lnTo>
                    <a:lnTo>
                      <a:pt x="360964" y="4987036"/>
                    </a:lnTo>
                    <a:cubicBezTo>
                      <a:pt x="349725" y="5003800"/>
                      <a:pt x="335627" y="5022851"/>
                      <a:pt x="334485" y="5041520"/>
                    </a:cubicBezTo>
                    <a:cubicBezTo>
                      <a:pt x="333557" y="5057380"/>
                      <a:pt x="327458" y="5072410"/>
                      <a:pt x="321371" y="5087422"/>
                    </a:cubicBezTo>
                    <a:lnTo>
                      <a:pt x="321364" y="5087449"/>
                    </a:lnTo>
                    <a:lnTo>
                      <a:pt x="315482" y="5102460"/>
                    </a:lnTo>
                    <a:lnTo>
                      <a:pt x="308338" y="5133219"/>
                    </a:lnTo>
                    <a:lnTo>
                      <a:pt x="308337" y="5133223"/>
                    </a:lnTo>
                    <a:lnTo>
                      <a:pt x="308337" y="5133224"/>
                    </a:lnTo>
                    <a:lnTo>
                      <a:pt x="315052" y="5166113"/>
                    </a:lnTo>
                    <a:lnTo>
                      <a:pt x="314362" y="5172089"/>
                    </a:lnTo>
                    <a:cubicBezTo>
                      <a:pt x="313481" y="5174399"/>
                      <a:pt x="312290" y="5176875"/>
                      <a:pt x="311814" y="5179066"/>
                    </a:cubicBezTo>
                    <a:lnTo>
                      <a:pt x="311814" y="5179067"/>
                    </a:lnTo>
                    <a:cubicBezTo>
                      <a:pt x="304574" y="5214121"/>
                      <a:pt x="311624" y="5247078"/>
                      <a:pt x="335437" y="5272796"/>
                    </a:cubicBezTo>
                    <a:lnTo>
                      <a:pt x="360397" y="5321350"/>
                    </a:lnTo>
                    <a:lnTo>
                      <a:pt x="364317" y="5355013"/>
                    </a:lnTo>
                    <a:lnTo>
                      <a:pt x="359440" y="5385383"/>
                    </a:lnTo>
                    <a:cubicBezTo>
                      <a:pt x="356201" y="5398720"/>
                      <a:pt x="353915" y="5412056"/>
                      <a:pt x="351249" y="5425581"/>
                    </a:cubicBezTo>
                    <a:cubicBezTo>
                      <a:pt x="347439" y="5443869"/>
                      <a:pt x="343437" y="5462350"/>
                      <a:pt x="339627" y="5480636"/>
                    </a:cubicBezTo>
                    <a:cubicBezTo>
                      <a:pt x="337722" y="5489496"/>
                      <a:pt x="335151" y="5498831"/>
                      <a:pt x="335103" y="5507666"/>
                    </a:cubicBezTo>
                    <a:lnTo>
                      <a:pt x="335103" y="5507667"/>
                    </a:lnTo>
                    <a:lnTo>
                      <a:pt x="337324" y="5520421"/>
                    </a:lnTo>
                    <a:lnTo>
                      <a:pt x="345722" y="5531691"/>
                    </a:lnTo>
                    <a:lnTo>
                      <a:pt x="345723" y="5531693"/>
                    </a:lnTo>
                    <a:lnTo>
                      <a:pt x="355869" y="5547577"/>
                    </a:lnTo>
                    <a:lnTo>
                      <a:pt x="346295" y="5562745"/>
                    </a:lnTo>
                    <a:cubicBezTo>
                      <a:pt x="303622" y="5600466"/>
                      <a:pt x="276951" y="5646188"/>
                      <a:pt x="275047" y="5704482"/>
                    </a:cubicBezTo>
                    <a:cubicBezTo>
                      <a:pt x="274665" y="5716484"/>
                      <a:pt x="271999" y="5728677"/>
                      <a:pt x="269141" y="5740487"/>
                    </a:cubicBezTo>
                    <a:cubicBezTo>
                      <a:pt x="267426" y="5747727"/>
                      <a:pt x="265520" y="5756492"/>
                      <a:pt x="260376" y="5760872"/>
                    </a:cubicBezTo>
                    <a:cubicBezTo>
                      <a:pt x="221133" y="5794973"/>
                      <a:pt x="193890" y="5837456"/>
                      <a:pt x="171981" y="5883750"/>
                    </a:cubicBezTo>
                    <a:lnTo>
                      <a:pt x="171979" y="5883755"/>
                    </a:lnTo>
                    <a:lnTo>
                      <a:pt x="160957" y="5909350"/>
                    </a:lnTo>
                    <a:lnTo>
                      <a:pt x="154076" y="5935945"/>
                    </a:lnTo>
                    <a:lnTo>
                      <a:pt x="154075" y="5935948"/>
                    </a:lnTo>
                    <a:lnTo>
                      <a:pt x="154075" y="5935949"/>
                    </a:lnTo>
                    <a:lnTo>
                      <a:pt x="154242" y="5964476"/>
                    </a:lnTo>
                    <a:lnTo>
                      <a:pt x="157695" y="5993289"/>
                    </a:lnTo>
                    <a:lnTo>
                      <a:pt x="157695" y="5993291"/>
                    </a:lnTo>
                    <a:cubicBezTo>
                      <a:pt x="158837" y="6004531"/>
                      <a:pt x="158647" y="6017485"/>
                      <a:pt x="164171" y="6026440"/>
                    </a:cubicBezTo>
                    <a:cubicBezTo>
                      <a:pt x="181508" y="6054825"/>
                      <a:pt x="200176" y="6082258"/>
                      <a:pt x="220371" y="6108738"/>
                    </a:cubicBezTo>
                    <a:lnTo>
                      <a:pt x="234064" y="6133314"/>
                    </a:lnTo>
                    <a:lnTo>
                      <a:pt x="218468" y="6155599"/>
                    </a:lnTo>
                    <a:lnTo>
                      <a:pt x="218465" y="6155601"/>
                    </a:lnTo>
                    <a:cubicBezTo>
                      <a:pt x="196176" y="6175796"/>
                      <a:pt x="184556" y="6200943"/>
                      <a:pt x="179794" y="6228755"/>
                    </a:cubicBezTo>
                    <a:cubicBezTo>
                      <a:pt x="172363" y="6272763"/>
                      <a:pt x="166077" y="6317150"/>
                      <a:pt x="162457" y="6361538"/>
                    </a:cubicBezTo>
                    <a:lnTo>
                      <a:pt x="162457" y="6361539"/>
                    </a:lnTo>
                    <a:lnTo>
                      <a:pt x="179794" y="6228756"/>
                    </a:lnTo>
                    <a:cubicBezTo>
                      <a:pt x="184556" y="6200944"/>
                      <a:pt x="196176" y="6175797"/>
                      <a:pt x="218465" y="6155602"/>
                    </a:cubicBezTo>
                    <a:lnTo>
                      <a:pt x="218468" y="6155599"/>
                    </a:lnTo>
                    <a:lnTo>
                      <a:pt x="230364" y="6143189"/>
                    </a:lnTo>
                    <a:lnTo>
                      <a:pt x="234064" y="6133314"/>
                    </a:lnTo>
                    <a:lnTo>
                      <a:pt x="234064" y="6133313"/>
                    </a:lnTo>
                    <a:cubicBezTo>
                      <a:pt x="233993" y="6126883"/>
                      <a:pt x="229039" y="6120073"/>
                      <a:pt x="220371" y="6108737"/>
                    </a:cubicBezTo>
                    <a:cubicBezTo>
                      <a:pt x="200176" y="6082257"/>
                      <a:pt x="181508" y="6054824"/>
                      <a:pt x="164171" y="6026439"/>
                    </a:cubicBezTo>
                    <a:cubicBezTo>
                      <a:pt x="158647" y="6017484"/>
                      <a:pt x="158837" y="6004530"/>
                      <a:pt x="157695" y="5993290"/>
                    </a:cubicBezTo>
                    <a:lnTo>
                      <a:pt x="157695" y="5993289"/>
                    </a:lnTo>
                    <a:lnTo>
                      <a:pt x="154075" y="5935949"/>
                    </a:lnTo>
                    <a:lnTo>
                      <a:pt x="154076" y="5935945"/>
                    </a:lnTo>
                    <a:lnTo>
                      <a:pt x="171979" y="5883755"/>
                    </a:lnTo>
                    <a:lnTo>
                      <a:pt x="171981" y="5883751"/>
                    </a:lnTo>
                    <a:cubicBezTo>
                      <a:pt x="193890" y="5837457"/>
                      <a:pt x="221133" y="5794974"/>
                      <a:pt x="260376" y="5760873"/>
                    </a:cubicBezTo>
                    <a:cubicBezTo>
                      <a:pt x="265520" y="5756493"/>
                      <a:pt x="267426" y="5747728"/>
                      <a:pt x="269141" y="5740488"/>
                    </a:cubicBezTo>
                    <a:cubicBezTo>
                      <a:pt x="271999" y="5728678"/>
                      <a:pt x="274665" y="5716485"/>
                      <a:pt x="275047" y="5704483"/>
                    </a:cubicBezTo>
                    <a:cubicBezTo>
                      <a:pt x="276951" y="5646189"/>
                      <a:pt x="303622" y="5600467"/>
                      <a:pt x="346295" y="5562746"/>
                    </a:cubicBezTo>
                    <a:cubicBezTo>
                      <a:pt x="352392" y="5557317"/>
                      <a:pt x="355774" y="5552507"/>
                      <a:pt x="355869" y="5547578"/>
                    </a:cubicBezTo>
                    <a:lnTo>
                      <a:pt x="355869" y="5547577"/>
                    </a:lnTo>
                    <a:cubicBezTo>
                      <a:pt x="355964" y="5542648"/>
                      <a:pt x="352773" y="5537599"/>
                      <a:pt x="345723" y="5531692"/>
                    </a:cubicBezTo>
                    <a:lnTo>
                      <a:pt x="345722" y="5531691"/>
                    </a:lnTo>
                    <a:lnTo>
                      <a:pt x="335103" y="5507667"/>
                    </a:lnTo>
                    <a:lnTo>
                      <a:pt x="339627" y="5480637"/>
                    </a:lnTo>
                    <a:cubicBezTo>
                      <a:pt x="343437" y="5462351"/>
                      <a:pt x="347439" y="5443870"/>
                      <a:pt x="351249" y="5425582"/>
                    </a:cubicBezTo>
                    <a:cubicBezTo>
                      <a:pt x="353915" y="5412057"/>
                      <a:pt x="356201" y="5398721"/>
                      <a:pt x="359440" y="5385384"/>
                    </a:cubicBezTo>
                    <a:cubicBezTo>
                      <a:pt x="361965" y="5375002"/>
                      <a:pt x="363668" y="5364882"/>
                      <a:pt x="364317" y="5355014"/>
                    </a:cubicBezTo>
                    <a:lnTo>
                      <a:pt x="364317" y="5355013"/>
                    </a:lnTo>
                    <a:lnTo>
                      <a:pt x="362870" y="5326162"/>
                    </a:lnTo>
                    <a:lnTo>
                      <a:pt x="360397" y="5321350"/>
                    </a:lnTo>
                    <a:lnTo>
                      <a:pt x="359341" y="5312287"/>
                    </a:lnTo>
                    <a:cubicBezTo>
                      <a:pt x="354789" y="5298594"/>
                      <a:pt x="347082" y="5285440"/>
                      <a:pt x="335437" y="5272795"/>
                    </a:cubicBezTo>
                    <a:cubicBezTo>
                      <a:pt x="323531" y="5259936"/>
                      <a:pt x="315815" y="5245268"/>
                      <a:pt x="311981" y="5229432"/>
                    </a:cubicBezTo>
                    <a:lnTo>
                      <a:pt x="311814" y="5179067"/>
                    </a:lnTo>
                    <a:lnTo>
                      <a:pt x="314362" y="5172090"/>
                    </a:lnTo>
                    <a:cubicBezTo>
                      <a:pt x="315243" y="5169780"/>
                      <a:pt x="315814" y="5167637"/>
                      <a:pt x="315052" y="5166113"/>
                    </a:cubicBezTo>
                    <a:lnTo>
                      <a:pt x="315052" y="5166112"/>
                    </a:lnTo>
                    <a:lnTo>
                      <a:pt x="308337" y="5133224"/>
                    </a:lnTo>
                    <a:lnTo>
                      <a:pt x="308338" y="5133219"/>
                    </a:lnTo>
                    <a:lnTo>
                      <a:pt x="321364" y="5087449"/>
                    </a:lnTo>
                    <a:lnTo>
                      <a:pt x="327270" y="5072375"/>
                    </a:lnTo>
                    <a:cubicBezTo>
                      <a:pt x="330949" y="5062299"/>
                      <a:pt x="333866" y="5052095"/>
                      <a:pt x="334485" y="5041521"/>
                    </a:cubicBezTo>
                    <a:cubicBezTo>
                      <a:pt x="335627" y="5022852"/>
                      <a:pt x="349725" y="5003801"/>
                      <a:pt x="360964" y="4987037"/>
                    </a:cubicBezTo>
                    <a:cubicBezTo>
                      <a:pt x="366751" y="4978392"/>
                      <a:pt x="372458" y="4970096"/>
                      <a:pt x="376969" y="4961455"/>
                    </a:cubicBezTo>
                    <a:lnTo>
                      <a:pt x="378247" y="4957452"/>
                    </a:lnTo>
                    <a:lnTo>
                      <a:pt x="381039" y="4952672"/>
                    </a:lnTo>
                    <a:lnTo>
                      <a:pt x="385799" y="4933804"/>
                    </a:lnTo>
                    <a:cubicBezTo>
                      <a:pt x="386468" y="4927121"/>
                      <a:pt x="386111" y="4919978"/>
                      <a:pt x="384396" y="4912167"/>
                    </a:cubicBezTo>
                    <a:lnTo>
                      <a:pt x="382691" y="4889274"/>
                    </a:lnTo>
                    <a:lnTo>
                      <a:pt x="390221" y="4863342"/>
                    </a:lnTo>
                    <a:lnTo>
                      <a:pt x="412401" y="4828916"/>
                    </a:lnTo>
                    <a:cubicBezTo>
                      <a:pt x="420784" y="4819963"/>
                      <a:pt x="425356" y="4810580"/>
                      <a:pt x="427237" y="4800483"/>
                    </a:cubicBezTo>
                    <a:lnTo>
                      <a:pt x="427237" y="4800482"/>
                    </a:lnTo>
                    <a:cubicBezTo>
                      <a:pt x="429119" y="4790385"/>
                      <a:pt x="428309" y="4779574"/>
                      <a:pt x="425928" y="4767763"/>
                    </a:cubicBezTo>
                    <a:cubicBezTo>
                      <a:pt x="420022" y="4738234"/>
                      <a:pt x="419640" y="4707563"/>
                      <a:pt x="416021" y="4677654"/>
                    </a:cubicBezTo>
                    <a:cubicBezTo>
                      <a:pt x="415259" y="4671175"/>
                      <a:pt x="412591" y="4662985"/>
                      <a:pt x="408019" y="4659173"/>
                    </a:cubicBezTo>
                    <a:cubicBezTo>
                      <a:pt x="351249" y="4612499"/>
                      <a:pt x="350677" y="4546775"/>
                      <a:pt x="348009" y="4482003"/>
                    </a:cubicBezTo>
                    <a:lnTo>
                      <a:pt x="347247" y="4363890"/>
                    </a:lnTo>
                    <a:lnTo>
                      <a:pt x="356201" y="4324645"/>
                    </a:lnTo>
                    <a:cubicBezTo>
                      <a:pt x="368204" y="4300070"/>
                      <a:pt x="383824" y="4277401"/>
                      <a:pt x="396017" y="4253014"/>
                    </a:cubicBezTo>
                    <a:cubicBezTo>
                      <a:pt x="400781" y="4243872"/>
                      <a:pt x="400971" y="4232060"/>
                      <a:pt x="401733" y="4221391"/>
                    </a:cubicBezTo>
                    <a:close/>
                    <a:moveTo>
                      <a:pt x="332842" y="2836171"/>
                    </a:moveTo>
                    <a:lnTo>
                      <a:pt x="332842" y="2836172"/>
                    </a:lnTo>
                    <a:cubicBezTo>
                      <a:pt x="336914" y="2839982"/>
                      <a:pt x="340200" y="2844316"/>
                      <a:pt x="341533" y="2848793"/>
                    </a:cubicBezTo>
                    <a:lnTo>
                      <a:pt x="358166" y="2903544"/>
                    </a:lnTo>
                    <a:lnTo>
                      <a:pt x="366072" y="2947858"/>
                    </a:lnTo>
                    <a:lnTo>
                      <a:pt x="366072" y="2947862"/>
                    </a:lnTo>
                    <a:lnTo>
                      <a:pt x="362488" y="2982147"/>
                    </a:lnTo>
                    <a:cubicBezTo>
                      <a:pt x="354392" y="3014152"/>
                      <a:pt x="350582" y="3045776"/>
                      <a:pt x="350796" y="3077400"/>
                    </a:cubicBezTo>
                    <a:lnTo>
                      <a:pt x="350796" y="3077401"/>
                    </a:lnTo>
                    <a:cubicBezTo>
                      <a:pt x="351010" y="3109025"/>
                      <a:pt x="355249" y="3140649"/>
                      <a:pt x="363250" y="3172654"/>
                    </a:cubicBezTo>
                    <a:cubicBezTo>
                      <a:pt x="389159" y="3276480"/>
                      <a:pt x="416591" y="3380305"/>
                      <a:pt x="410877" y="3489467"/>
                    </a:cubicBezTo>
                    <a:cubicBezTo>
                      <a:pt x="409925" y="3507563"/>
                      <a:pt x="421546" y="3529090"/>
                      <a:pt x="432976" y="3544713"/>
                    </a:cubicBezTo>
                    <a:cubicBezTo>
                      <a:pt x="438406" y="3552190"/>
                      <a:pt x="442585" y="3557715"/>
                      <a:pt x="445520" y="3562320"/>
                    </a:cubicBezTo>
                    <a:lnTo>
                      <a:pt x="450598" y="3574407"/>
                    </a:lnTo>
                    <a:lnTo>
                      <a:pt x="448246" y="3587173"/>
                    </a:lnTo>
                    <a:cubicBezTo>
                      <a:pt x="446228" y="3592231"/>
                      <a:pt x="442978" y="3598434"/>
                      <a:pt x="438500" y="3606816"/>
                    </a:cubicBezTo>
                    <a:cubicBezTo>
                      <a:pt x="434118" y="3614818"/>
                      <a:pt x="431452" y="3624724"/>
                      <a:pt x="424974" y="3630631"/>
                    </a:cubicBezTo>
                    <a:cubicBezTo>
                      <a:pt x="408496" y="3645681"/>
                      <a:pt x="402257" y="3662493"/>
                      <a:pt x="400733" y="3680162"/>
                    </a:cubicBezTo>
                    <a:lnTo>
                      <a:pt x="400733" y="3680163"/>
                    </a:lnTo>
                    <a:lnTo>
                      <a:pt x="404781" y="3734837"/>
                    </a:lnTo>
                    <a:lnTo>
                      <a:pt x="404399" y="3754651"/>
                    </a:lnTo>
                    <a:cubicBezTo>
                      <a:pt x="398399" y="3767129"/>
                      <a:pt x="396447" y="3778654"/>
                      <a:pt x="398042" y="3789775"/>
                    </a:cubicBezTo>
                    <a:lnTo>
                      <a:pt x="398042" y="3789776"/>
                    </a:lnTo>
                    <a:cubicBezTo>
                      <a:pt x="399638" y="3800896"/>
                      <a:pt x="404781" y="3811613"/>
                      <a:pt x="412973" y="3822472"/>
                    </a:cubicBezTo>
                    <a:lnTo>
                      <a:pt x="427308" y="3852619"/>
                    </a:lnTo>
                    <a:lnTo>
                      <a:pt x="417926" y="3885336"/>
                    </a:lnTo>
                    <a:lnTo>
                      <a:pt x="417925" y="3885337"/>
                    </a:lnTo>
                    <a:cubicBezTo>
                      <a:pt x="398494" y="3910103"/>
                      <a:pt x="388302" y="3935726"/>
                      <a:pt x="386040" y="3962158"/>
                    </a:cubicBezTo>
                    <a:lnTo>
                      <a:pt x="386040" y="3962159"/>
                    </a:lnTo>
                    <a:lnTo>
                      <a:pt x="388431" y="4002409"/>
                    </a:lnTo>
                    <a:lnTo>
                      <a:pt x="401733" y="4043837"/>
                    </a:lnTo>
                    <a:lnTo>
                      <a:pt x="401733" y="4043839"/>
                    </a:lnTo>
                    <a:lnTo>
                      <a:pt x="416855" y="4103825"/>
                    </a:lnTo>
                    <a:lnTo>
                      <a:pt x="405544" y="4165381"/>
                    </a:lnTo>
                    <a:lnTo>
                      <a:pt x="405543" y="4165382"/>
                    </a:lnTo>
                    <a:cubicBezTo>
                      <a:pt x="402114" y="4173479"/>
                      <a:pt x="401543" y="4182766"/>
                      <a:pt x="401638" y="4192386"/>
                    </a:cubicBezTo>
                    <a:lnTo>
                      <a:pt x="401638" y="4192387"/>
                    </a:lnTo>
                    <a:lnTo>
                      <a:pt x="405543" y="4165383"/>
                    </a:lnTo>
                    <a:lnTo>
                      <a:pt x="405544" y="4165381"/>
                    </a:lnTo>
                    <a:lnTo>
                      <a:pt x="414887" y="4134255"/>
                    </a:lnTo>
                    <a:lnTo>
                      <a:pt x="416855" y="4103825"/>
                    </a:lnTo>
                    <a:lnTo>
                      <a:pt x="416855" y="4103824"/>
                    </a:lnTo>
                    <a:cubicBezTo>
                      <a:pt x="415879" y="4083701"/>
                      <a:pt x="410497" y="4063841"/>
                      <a:pt x="401733" y="4043838"/>
                    </a:cubicBezTo>
                    <a:lnTo>
                      <a:pt x="401733" y="4043837"/>
                    </a:lnTo>
                    <a:lnTo>
                      <a:pt x="386040" y="3962159"/>
                    </a:lnTo>
                    <a:lnTo>
                      <a:pt x="395544" y="3923124"/>
                    </a:lnTo>
                    <a:cubicBezTo>
                      <a:pt x="400804" y="3910318"/>
                      <a:pt x="408210" y="3897721"/>
                      <a:pt x="417925" y="3885338"/>
                    </a:cubicBezTo>
                    <a:lnTo>
                      <a:pt x="417926" y="3885336"/>
                    </a:lnTo>
                    <a:lnTo>
                      <a:pt x="426528" y="3868763"/>
                    </a:lnTo>
                    <a:lnTo>
                      <a:pt x="427308" y="3852619"/>
                    </a:lnTo>
                    <a:lnTo>
                      <a:pt x="427308" y="3852618"/>
                    </a:lnTo>
                    <a:cubicBezTo>
                      <a:pt x="425642" y="3842045"/>
                      <a:pt x="420022" y="3831901"/>
                      <a:pt x="412973" y="3822471"/>
                    </a:cubicBezTo>
                    <a:lnTo>
                      <a:pt x="398042" y="3789775"/>
                    </a:lnTo>
                    <a:lnTo>
                      <a:pt x="404399" y="3754652"/>
                    </a:lnTo>
                    <a:cubicBezTo>
                      <a:pt x="407067" y="3749125"/>
                      <a:pt x="405733" y="3741315"/>
                      <a:pt x="404781" y="3734837"/>
                    </a:cubicBezTo>
                    <a:lnTo>
                      <a:pt x="404781" y="3734836"/>
                    </a:lnTo>
                    <a:lnTo>
                      <a:pt x="400733" y="3680163"/>
                    </a:lnTo>
                    <a:lnTo>
                      <a:pt x="407246" y="3654415"/>
                    </a:lnTo>
                    <a:cubicBezTo>
                      <a:pt x="411056" y="3646122"/>
                      <a:pt x="416735" y="3638157"/>
                      <a:pt x="424974" y="3630632"/>
                    </a:cubicBezTo>
                    <a:cubicBezTo>
                      <a:pt x="431452" y="3624725"/>
                      <a:pt x="434118" y="3614819"/>
                      <a:pt x="438500" y="3606817"/>
                    </a:cubicBezTo>
                    <a:cubicBezTo>
                      <a:pt x="447455" y="3590053"/>
                      <a:pt x="451503" y="3582004"/>
                      <a:pt x="450598" y="3574408"/>
                    </a:cubicBezTo>
                    <a:lnTo>
                      <a:pt x="450598" y="3574407"/>
                    </a:lnTo>
                    <a:cubicBezTo>
                      <a:pt x="449693" y="3566810"/>
                      <a:pt x="443835" y="3559667"/>
                      <a:pt x="432976" y="3544712"/>
                    </a:cubicBezTo>
                    <a:cubicBezTo>
                      <a:pt x="421546" y="3529089"/>
                      <a:pt x="409925" y="3507562"/>
                      <a:pt x="410877" y="3489466"/>
                    </a:cubicBezTo>
                    <a:cubicBezTo>
                      <a:pt x="416591" y="3380304"/>
                      <a:pt x="389159" y="3276479"/>
                      <a:pt x="363250" y="3172653"/>
                    </a:cubicBezTo>
                    <a:lnTo>
                      <a:pt x="350796" y="3077401"/>
                    </a:lnTo>
                    <a:lnTo>
                      <a:pt x="362488" y="2982148"/>
                    </a:lnTo>
                    <a:cubicBezTo>
                      <a:pt x="365441" y="2970575"/>
                      <a:pt x="366442" y="2959156"/>
                      <a:pt x="366072" y="2947862"/>
                    </a:cubicBezTo>
                    <a:lnTo>
                      <a:pt x="366072" y="2947861"/>
                    </a:lnTo>
                    <a:lnTo>
                      <a:pt x="366072" y="2947858"/>
                    </a:lnTo>
                    <a:lnTo>
                      <a:pt x="361441" y="2914327"/>
                    </a:lnTo>
                    <a:lnTo>
                      <a:pt x="358166" y="2903544"/>
                    </a:lnTo>
                    <a:lnTo>
                      <a:pt x="357138" y="2897784"/>
                    </a:lnTo>
                    <a:cubicBezTo>
                      <a:pt x="352392" y="2881306"/>
                      <a:pt x="346534" y="2865009"/>
                      <a:pt x="341533" y="2848792"/>
                    </a:cubicBezTo>
                    <a:close/>
                    <a:moveTo>
                      <a:pt x="296001" y="2745351"/>
                    </a:moveTo>
                    <a:lnTo>
                      <a:pt x="289670" y="2770757"/>
                    </a:lnTo>
                    <a:lnTo>
                      <a:pt x="290080" y="2778005"/>
                    </a:lnTo>
                    <a:lnTo>
                      <a:pt x="289301" y="2782304"/>
                    </a:lnTo>
                    <a:lnTo>
                      <a:pt x="290501" y="2785439"/>
                    </a:lnTo>
                    <a:lnTo>
                      <a:pt x="290929" y="2793022"/>
                    </a:lnTo>
                    <a:lnTo>
                      <a:pt x="300579" y="2811779"/>
                    </a:lnTo>
                    <a:lnTo>
                      <a:pt x="300582" y="2811786"/>
                    </a:lnTo>
                    <a:lnTo>
                      <a:pt x="300583" y="2811786"/>
                    </a:lnTo>
                    <a:lnTo>
                      <a:pt x="300579" y="2811779"/>
                    </a:lnTo>
                    <a:lnTo>
                      <a:pt x="290501" y="2785439"/>
                    </a:lnTo>
                    <a:lnTo>
                      <a:pt x="290080" y="2778005"/>
                    </a:lnTo>
                    <a:close/>
                    <a:moveTo>
                      <a:pt x="817328" y="1508457"/>
                    </a:moveTo>
                    <a:lnTo>
                      <a:pt x="845421" y="1596212"/>
                    </a:lnTo>
                    <a:cubicBezTo>
                      <a:pt x="847898" y="1604977"/>
                      <a:pt x="846373" y="1615835"/>
                      <a:pt x="843517" y="1624979"/>
                    </a:cubicBezTo>
                    <a:cubicBezTo>
                      <a:pt x="833801" y="1656222"/>
                      <a:pt x="809415" y="1676035"/>
                      <a:pt x="786935" y="1697752"/>
                    </a:cubicBezTo>
                    <a:cubicBezTo>
                      <a:pt x="777029" y="1707278"/>
                      <a:pt x="769981" y="1720422"/>
                      <a:pt x="764267" y="1733187"/>
                    </a:cubicBezTo>
                    <a:cubicBezTo>
                      <a:pt x="749595" y="1766334"/>
                      <a:pt x="736452" y="1800245"/>
                      <a:pt x="722546" y="1833774"/>
                    </a:cubicBezTo>
                    <a:cubicBezTo>
                      <a:pt x="721212" y="1837012"/>
                      <a:pt x="717783" y="1839678"/>
                      <a:pt x="714925" y="1842157"/>
                    </a:cubicBezTo>
                    <a:cubicBezTo>
                      <a:pt x="684824" y="1866921"/>
                      <a:pt x="654535" y="1891496"/>
                      <a:pt x="624434" y="1916453"/>
                    </a:cubicBezTo>
                    <a:cubicBezTo>
                      <a:pt x="618720" y="1921215"/>
                      <a:pt x="614528" y="1928075"/>
                      <a:pt x="609004" y="1933218"/>
                    </a:cubicBezTo>
                    <a:cubicBezTo>
                      <a:pt x="601384" y="1940458"/>
                      <a:pt x="594143" y="1949602"/>
                      <a:pt x="584999" y="1953412"/>
                    </a:cubicBezTo>
                    <a:cubicBezTo>
                      <a:pt x="556234" y="1965223"/>
                      <a:pt x="543850" y="1987893"/>
                      <a:pt x="538516" y="2016468"/>
                    </a:cubicBezTo>
                    <a:cubicBezTo>
                      <a:pt x="533563" y="2042569"/>
                      <a:pt x="529371" y="2068668"/>
                      <a:pt x="523657" y="2094577"/>
                    </a:cubicBezTo>
                    <a:cubicBezTo>
                      <a:pt x="516799" y="2126200"/>
                      <a:pt x="509369" y="2157635"/>
                      <a:pt x="500986" y="2188878"/>
                    </a:cubicBezTo>
                    <a:cubicBezTo>
                      <a:pt x="497366" y="2202403"/>
                      <a:pt x="493176" y="2216691"/>
                      <a:pt x="485746" y="2228313"/>
                    </a:cubicBezTo>
                    <a:cubicBezTo>
                      <a:pt x="465171" y="2260889"/>
                      <a:pt x="451265" y="2295752"/>
                      <a:pt x="456789" y="2334043"/>
                    </a:cubicBezTo>
                    <a:cubicBezTo>
                      <a:pt x="461171" y="2364714"/>
                      <a:pt x="449931" y="2390433"/>
                      <a:pt x="432404" y="2409484"/>
                    </a:cubicBezTo>
                    <a:cubicBezTo>
                      <a:pt x="424451" y="2418153"/>
                      <a:pt x="418938" y="2426976"/>
                      <a:pt x="415303" y="2435912"/>
                    </a:cubicBezTo>
                    <a:lnTo>
                      <a:pt x="415303" y="2435912"/>
                    </a:lnTo>
                    <a:lnTo>
                      <a:pt x="415303" y="2435912"/>
                    </a:lnTo>
                    <a:lnTo>
                      <a:pt x="414227" y="2440915"/>
                    </a:lnTo>
                    <a:lnTo>
                      <a:pt x="409472" y="2463016"/>
                    </a:lnTo>
                    <a:lnTo>
                      <a:pt x="409472" y="2463017"/>
                    </a:lnTo>
                    <a:lnTo>
                      <a:pt x="411535" y="2490550"/>
                    </a:lnTo>
                    <a:lnTo>
                      <a:pt x="418115" y="2518261"/>
                    </a:lnTo>
                    <a:lnTo>
                      <a:pt x="418115" y="2518264"/>
                    </a:lnTo>
                    <a:lnTo>
                      <a:pt x="421759" y="2545006"/>
                    </a:lnTo>
                    <a:lnTo>
                      <a:pt x="417545" y="2571033"/>
                    </a:lnTo>
                    <a:cubicBezTo>
                      <a:pt x="405543" y="2612944"/>
                      <a:pt x="372966" y="2640949"/>
                      <a:pt x="344391" y="2668000"/>
                    </a:cubicBezTo>
                    <a:cubicBezTo>
                      <a:pt x="320006" y="2691053"/>
                      <a:pt x="306290" y="2716962"/>
                      <a:pt x="296001" y="2745347"/>
                    </a:cubicBezTo>
                    <a:lnTo>
                      <a:pt x="296001" y="2745348"/>
                    </a:lnTo>
                    <a:cubicBezTo>
                      <a:pt x="306290" y="2716963"/>
                      <a:pt x="320006" y="2691054"/>
                      <a:pt x="344391" y="2668001"/>
                    </a:cubicBezTo>
                    <a:cubicBezTo>
                      <a:pt x="372966" y="2640950"/>
                      <a:pt x="405543" y="2612945"/>
                      <a:pt x="417545" y="2571034"/>
                    </a:cubicBezTo>
                    <a:cubicBezTo>
                      <a:pt x="420117" y="2561985"/>
                      <a:pt x="421593" y="2553555"/>
                      <a:pt x="421760" y="2545006"/>
                    </a:cubicBezTo>
                    <a:lnTo>
                      <a:pt x="421759" y="2545006"/>
                    </a:lnTo>
                    <a:lnTo>
                      <a:pt x="421760" y="2545005"/>
                    </a:lnTo>
                    <a:cubicBezTo>
                      <a:pt x="421926" y="2536456"/>
                      <a:pt x="420783" y="2527789"/>
                      <a:pt x="418115" y="2518263"/>
                    </a:cubicBezTo>
                    <a:lnTo>
                      <a:pt x="418115" y="2518261"/>
                    </a:lnTo>
                    <a:lnTo>
                      <a:pt x="409472" y="2463017"/>
                    </a:lnTo>
                    <a:lnTo>
                      <a:pt x="414227" y="2440915"/>
                    </a:lnTo>
                    <a:lnTo>
                      <a:pt x="415303" y="2435912"/>
                    </a:lnTo>
                    <a:lnTo>
                      <a:pt x="432404" y="2409485"/>
                    </a:lnTo>
                    <a:cubicBezTo>
                      <a:pt x="449931" y="2390434"/>
                      <a:pt x="461171" y="2364715"/>
                      <a:pt x="456789" y="2334044"/>
                    </a:cubicBezTo>
                    <a:cubicBezTo>
                      <a:pt x="451265" y="2295753"/>
                      <a:pt x="465171" y="2260890"/>
                      <a:pt x="485746" y="2228314"/>
                    </a:cubicBezTo>
                    <a:cubicBezTo>
                      <a:pt x="493176" y="2216692"/>
                      <a:pt x="497366" y="2202404"/>
                      <a:pt x="500986" y="2188879"/>
                    </a:cubicBezTo>
                    <a:cubicBezTo>
                      <a:pt x="509369" y="2157636"/>
                      <a:pt x="516799" y="2126201"/>
                      <a:pt x="523657" y="2094578"/>
                    </a:cubicBezTo>
                    <a:cubicBezTo>
                      <a:pt x="529371" y="2068669"/>
                      <a:pt x="533563" y="2042570"/>
                      <a:pt x="538516" y="2016469"/>
                    </a:cubicBezTo>
                    <a:cubicBezTo>
                      <a:pt x="543850" y="1987894"/>
                      <a:pt x="556234" y="1965224"/>
                      <a:pt x="584999" y="1953413"/>
                    </a:cubicBezTo>
                    <a:cubicBezTo>
                      <a:pt x="594143" y="1949603"/>
                      <a:pt x="601384" y="1940459"/>
                      <a:pt x="609004" y="1933219"/>
                    </a:cubicBezTo>
                    <a:cubicBezTo>
                      <a:pt x="614528" y="1928076"/>
                      <a:pt x="618720" y="1921216"/>
                      <a:pt x="624434" y="1916454"/>
                    </a:cubicBezTo>
                    <a:cubicBezTo>
                      <a:pt x="654535" y="1891497"/>
                      <a:pt x="684824" y="1866922"/>
                      <a:pt x="714925" y="1842158"/>
                    </a:cubicBezTo>
                    <a:cubicBezTo>
                      <a:pt x="717783" y="1839679"/>
                      <a:pt x="721212" y="1837013"/>
                      <a:pt x="722546" y="1833775"/>
                    </a:cubicBezTo>
                    <a:cubicBezTo>
                      <a:pt x="736452" y="1800246"/>
                      <a:pt x="749596" y="1766335"/>
                      <a:pt x="764267" y="1733188"/>
                    </a:cubicBezTo>
                    <a:cubicBezTo>
                      <a:pt x="769981" y="1720423"/>
                      <a:pt x="777029" y="1707279"/>
                      <a:pt x="786936" y="1697753"/>
                    </a:cubicBezTo>
                    <a:cubicBezTo>
                      <a:pt x="809416" y="1676036"/>
                      <a:pt x="833801" y="1656223"/>
                      <a:pt x="843517" y="1624980"/>
                    </a:cubicBezTo>
                    <a:cubicBezTo>
                      <a:pt x="846374" y="1615836"/>
                      <a:pt x="847899" y="1604978"/>
                      <a:pt x="845422" y="1596213"/>
                    </a:cubicBezTo>
                    <a:close/>
                    <a:moveTo>
                      <a:pt x="798723" y="1459072"/>
                    </a:moveTo>
                    <a:lnTo>
                      <a:pt x="807941" y="1481571"/>
                    </a:lnTo>
                    <a:lnTo>
                      <a:pt x="798724" y="1459073"/>
                    </a:lnTo>
                    <a:close/>
                    <a:moveTo>
                      <a:pt x="779530" y="1268757"/>
                    </a:moveTo>
                    <a:lnTo>
                      <a:pt x="774363" y="1286068"/>
                    </a:lnTo>
                    <a:cubicBezTo>
                      <a:pt x="759789" y="1306929"/>
                      <a:pt x="753550" y="1328551"/>
                      <a:pt x="752025" y="1350626"/>
                    </a:cubicBezTo>
                    <a:lnTo>
                      <a:pt x="757620" y="1413839"/>
                    </a:lnTo>
                    <a:lnTo>
                      <a:pt x="752026" y="1350627"/>
                    </a:lnTo>
                    <a:cubicBezTo>
                      <a:pt x="753550" y="1328552"/>
                      <a:pt x="759790" y="1306929"/>
                      <a:pt x="774363" y="1286069"/>
                    </a:cubicBezTo>
                    <a:cubicBezTo>
                      <a:pt x="777506" y="1281688"/>
                      <a:pt x="779078" y="1275401"/>
                      <a:pt x="779530" y="1268757"/>
                    </a:cubicBezTo>
                    <a:close/>
                    <a:moveTo>
                      <a:pt x="837801" y="773034"/>
                    </a:moveTo>
                    <a:lnTo>
                      <a:pt x="829801" y="854378"/>
                    </a:lnTo>
                    <a:cubicBezTo>
                      <a:pt x="827515" y="878955"/>
                      <a:pt x="826753" y="903721"/>
                      <a:pt x="798747" y="915342"/>
                    </a:cubicBezTo>
                    <a:cubicBezTo>
                      <a:pt x="794365" y="917058"/>
                      <a:pt x="791127" y="922772"/>
                      <a:pt x="788269" y="927154"/>
                    </a:cubicBezTo>
                    <a:cubicBezTo>
                      <a:pt x="744261" y="994784"/>
                      <a:pt x="745405" y="1030979"/>
                      <a:pt x="791889" y="1097086"/>
                    </a:cubicBezTo>
                    <a:cubicBezTo>
                      <a:pt x="796651" y="1103944"/>
                      <a:pt x="800081" y="1118612"/>
                      <a:pt x="796271" y="1123184"/>
                    </a:cubicBezTo>
                    <a:cubicBezTo>
                      <a:pt x="780459" y="1142616"/>
                      <a:pt x="773411" y="1162953"/>
                      <a:pt x="771553" y="1184028"/>
                    </a:cubicBezTo>
                    <a:cubicBezTo>
                      <a:pt x="773411" y="1162953"/>
                      <a:pt x="780460" y="1142617"/>
                      <a:pt x="796272" y="1123185"/>
                    </a:cubicBezTo>
                    <a:cubicBezTo>
                      <a:pt x="800082" y="1118613"/>
                      <a:pt x="796652" y="1103945"/>
                      <a:pt x="791890" y="1097087"/>
                    </a:cubicBezTo>
                    <a:cubicBezTo>
                      <a:pt x="745406" y="1030980"/>
                      <a:pt x="744262" y="994785"/>
                      <a:pt x="788270" y="927155"/>
                    </a:cubicBezTo>
                    <a:cubicBezTo>
                      <a:pt x="791128" y="922773"/>
                      <a:pt x="794366" y="917059"/>
                      <a:pt x="798748" y="915343"/>
                    </a:cubicBezTo>
                    <a:cubicBezTo>
                      <a:pt x="826753" y="903722"/>
                      <a:pt x="827515" y="878956"/>
                      <a:pt x="829801" y="854379"/>
                    </a:cubicBezTo>
                    <a:cubicBezTo>
                      <a:pt x="832277" y="827329"/>
                      <a:pt x="835515" y="800276"/>
                      <a:pt x="837801" y="773035"/>
                    </a:cubicBezTo>
                    <a:close/>
                    <a:moveTo>
                      <a:pt x="782400" y="517850"/>
                    </a:moveTo>
                    <a:lnTo>
                      <a:pt x="791317" y="556046"/>
                    </a:lnTo>
                    <a:cubicBezTo>
                      <a:pt x="793413" y="564047"/>
                      <a:pt x="798937" y="572621"/>
                      <a:pt x="797795" y="580049"/>
                    </a:cubicBezTo>
                    <a:cubicBezTo>
                      <a:pt x="794461" y="601577"/>
                      <a:pt x="796890" y="622200"/>
                      <a:pt x="801176" y="642536"/>
                    </a:cubicBezTo>
                    <a:lnTo>
                      <a:pt x="813700" y="694927"/>
                    </a:lnTo>
                    <a:lnTo>
                      <a:pt x="801177" y="642537"/>
                    </a:lnTo>
                    <a:cubicBezTo>
                      <a:pt x="796891" y="622200"/>
                      <a:pt x="794462" y="601578"/>
                      <a:pt x="797796" y="580050"/>
                    </a:cubicBezTo>
                    <a:cubicBezTo>
                      <a:pt x="798938" y="572622"/>
                      <a:pt x="793414" y="564048"/>
                      <a:pt x="791318" y="556047"/>
                    </a:cubicBezTo>
                    <a:close/>
                    <a:moveTo>
                      <a:pt x="783887" y="313532"/>
                    </a:moveTo>
                    <a:lnTo>
                      <a:pt x="786245" y="324057"/>
                    </a:lnTo>
                    <a:cubicBezTo>
                      <a:pt x="786031" y="328963"/>
                      <a:pt x="785126" y="334583"/>
                      <a:pt x="784459" y="338869"/>
                    </a:cubicBezTo>
                    <a:lnTo>
                      <a:pt x="784454" y="338897"/>
                    </a:lnTo>
                    <a:lnTo>
                      <a:pt x="778363" y="367327"/>
                    </a:lnTo>
                    <a:lnTo>
                      <a:pt x="774553" y="395639"/>
                    </a:lnTo>
                    <a:lnTo>
                      <a:pt x="784454" y="338897"/>
                    </a:lnTo>
                    <a:lnTo>
                      <a:pt x="784460" y="338870"/>
                    </a:lnTo>
                    <a:cubicBezTo>
                      <a:pt x="785794" y="330298"/>
                      <a:pt x="788080" y="316389"/>
                      <a:pt x="783888" y="313533"/>
                    </a:cubicBezTo>
                    <a:close/>
                    <a:moveTo>
                      <a:pt x="761560" y="281567"/>
                    </a:moveTo>
                    <a:lnTo>
                      <a:pt x="766454" y="295414"/>
                    </a:lnTo>
                    <a:lnTo>
                      <a:pt x="766455" y="295414"/>
                    </a:lnTo>
                    <a:close/>
                    <a:moveTo>
                      <a:pt x="774880" y="24485"/>
                    </a:moveTo>
                    <a:lnTo>
                      <a:pt x="777142" y="74128"/>
                    </a:lnTo>
                    <a:cubicBezTo>
                      <a:pt x="775758" y="100173"/>
                      <a:pt x="771253" y="125875"/>
                      <a:pt x="767023" y="151568"/>
                    </a:cubicBezTo>
                    <a:lnTo>
                      <a:pt x="766824" y="153387"/>
                    </a:lnTo>
                    <a:lnTo>
                      <a:pt x="763010" y="177270"/>
                    </a:lnTo>
                    <a:lnTo>
                      <a:pt x="758551" y="228943"/>
                    </a:lnTo>
                    <a:lnTo>
                      <a:pt x="766824" y="153387"/>
                    </a:lnTo>
                    <a:lnTo>
                      <a:pt x="771220" y="125860"/>
                    </a:lnTo>
                    <a:cubicBezTo>
                      <a:pt x="773910" y="108702"/>
                      <a:pt x="776220" y="91491"/>
                      <a:pt x="777143" y="74128"/>
                    </a:cubicBezTo>
                    <a:close/>
                    <a:moveTo>
                      <a:pt x="313354" y="0"/>
                    </a:moveTo>
                    <a:lnTo>
                      <a:pt x="777461" y="0"/>
                    </a:lnTo>
                    <a:lnTo>
                      <a:pt x="774743" y="21485"/>
                    </a:lnTo>
                    <a:lnTo>
                      <a:pt x="777461" y="0"/>
                    </a:lnTo>
                    <a:lnTo>
                      <a:pt x="4543952" y="1"/>
                    </a:lnTo>
                    <a:lnTo>
                      <a:pt x="4543952" y="6858000"/>
                    </a:lnTo>
                    <a:lnTo>
                      <a:pt x="284400" y="6858000"/>
                    </a:lnTo>
                    <a:lnTo>
                      <a:pt x="112147" y="6858000"/>
                    </a:lnTo>
                    <a:lnTo>
                      <a:pt x="102447" y="6815515"/>
                    </a:lnTo>
                    <a:cubicBezTo>
                      <a:pt x="96923" y="6793034"/>
                      <a:pt x="87016" y="6771318"/>
                      <a:pt x="83396" y="6748457"/>
                    </a:cubicBezTo>
                    <a:cubicBezTo>
                      <a:pt x="74824" y="6694163"/>
                      <a:pt x="68728" y="6639487"/>
                      <a:pt x="61870" y="6584811"/>
                    </a:cubicBezTo>
                    <a:cubicBezTo>
                      <a:pt x="54821" y="6528423"/>
                      <a:pt x="47391" y="6472224"/>
                      <a:pt x="41105" y="6415832"/>
                    </a:cubicBezTo>
                    <a:cubicBezTo>
                      <a:pt x="37865" y="6384971"/>
                      <a:pt x="37295" y="6353918"/>
                      <a:pt x="34247" y="6323057"/>
                    </a:cubicBezTo>
                    <a:cubicBezTo>
                      <a:pt x="31579" y="6296004"/>
                      <a:pt x="26626" y="6269143"/>
                      <a:pt x="23386" y="6242092"/>
                    </a:cubicBezTo>
                    <a:cubicBezTo>
                      <a:pt x="20720" y="6218659"/>
                      <a:pt x="19196" y="6195036"/>
                      <a:pt x="16528" y="6171604"/>
                    </a:cubicBezTo>
                    <a:cubicBezTo>
                      <a:pt x="12148" y="6134074"/>
                      <a:pt x="7194" y="6096735"/>
                      <a:pt x="2622" y="6059396"/>
                    </a:cubicBezTo>
                    <a:lnTo>
                      <a:pt x="0" y="6041768"/>
                    </a:lnTo>
                    <a:lnTo>
                      <a:pt x="0" y="6000936"/>
                    </a:lnTo>
                    <a:lnTo>
                      <a:pt x="3670" y="5957594"/>
                    </a:lnTo>
                    <a:lnTo>
                      <a:pt x="0" y="5912510"/>
                    </a:lnTo>
                    <a:lnTo>
                      <a:pt x="0" y="5886400"/>
                    </a:lnTo>
                    <a:lnTo>
                      <a:pt x="1098" y="5864317"/>
                    </a:lnTo>
                    <a:cubicBezTo>
                      <a:pt x="7576" y="5839360"/>
                      <a:pt x="16720" y="5815168"/>
                      <a:pt x="24720" y="5790591"/>
                    </a:cubicBezTo>
                    <a:cubicBezTo>
                      <a:pt x="25672" y="5787923"/>
                      <a:pt x="25864" y="5784685"/>
                      <a:pt x="26434" y="5781829"/>
                    </a:cubicBezTo>
                    <a:cubicBezTo>
                      <a:pt x="29675" y="5765634"/>
                      <a:pt x="32913" y="5749633"/>
                      <a:pt x="35771" y="5733439"/>
                    </a:cubicBezTo>
                    <a:cubicBezTo>
                      <a:pt x="37295" y="5724677"/>
                      <a:pt x="37485" y="5715722"/>
                      <a:pt x="38819" y="5706958"/>
                    </a:cubicBezTo>
                    <a:cubicBezTo>
                      <a:pt x="44153" y="5673049"/>
                      <a:pt x="35199" y="5635710"/>
                      <a:pt x="58250" y="5606371"/>
                    </a:cubicBezTo>
                    <a:cubicBezTo>
                      <a:pt x="73110" y="5587320"/>
                      <a:pt x="69680" y="5568841"/>
                      <a:pt x="67394" y="5548459"/>
                    </a:cubicBezTo>
                    <a:cubicBezTo>
                      <a:pt x="65680" y="5533026"/>
                      <a:pt x="66252" y="5517214"/>
                      <a:pt x="66060" y="5501593"/>
                    </a:cubicBezTo>
                    <a:cubicBezTo>
                      <a:pt x="65490" y="5474160"/>
                      <a:pt x="65298" y="5446727"/>
                      <a:pt x="64346" y="5419294"/>
                    </a:cubicBezTo>
                    <a:cubicBezTo>
                      <a:pt x="63966" y="5410530"/>
                      <a:pt x="59202" y="5401578"/>
                      <a:pt x="59964" y="5393004"/>
                    </a:cubicBezTo>
                    <a:cubicBezTo>
                      <a:pt x="63584" y="5353378"/>
                      <a:pt x="69300" y="5313753"/>
                      <a:pt x="72538" y="5274128"/>
                    </a:cubicBezTo>
                    <a:cubicBezTo>
                      <a:pt x="74442" y="5251649"/>
                      <a:pt x="70824" y="5228596"/>
                      <a:pt x="73490" y="5206307"/>
                    </a:cubicBezTo>
                    <a:cubicBezTo>
                      <a:pt x="76538" y="5180590"/>
                      <a:pt x="84348" y="5155444"/>
                      <a:pt x="89113" y="5129915"/>
                    </a:cubicBezTo>
                    <a:cubicBezTo>
                      <a:pt x="90445" y="5122866"/>
                      <a:pt x="88731" y="5115056"/>
                      <a:pt x="88351" y="5107626"/>
                    </a:cubicBezTo>
                    <a:cubicBezTo>
                      <a:pt x="87968" y="5099244"/>
                      <a:pt x="87206" y="5091051"/>
                      <a:pt x="87016" y="5082669"/>
                    </a:cubicBezTo>
                    <a:cubicBezTo>
                      <a:pt x="86634" y="5057140"/>
                      <a:pt x="87206" y="5031613"/>
                      <a:pt x="85872" y="5006085"/>
                    </a:cubicBezTo>
                    <a:cubicBezTo>
                      <a:pt x="85110" y="4990464"/>
                      <a:pt x="77300" y="4974081"/>
                      <a:pt x="80158" y="4959601"/>
                    </a:cubicBezTo>
                    <a:cubicBezTo>
                      <a:pt x="85682" y="4930074"/>
                      <a:pt x="73300" y="4900545"/>
                      <a:pt x="83586" y="4871018"/>
                    </a:cubicBezTo>
                    <a:cubicBezTo>
                      <a:pt x="86634" y="4861872"/>
                      <a:pt x="79014" y="4849299"/>
                      <a:pt x="78634" y="4838249"/>
                    </a:cubicBezTo>
                    <a:cubicBezTo>
                      <a:pt x="77682" y="4810626"/>
                      <a:pt x="77872" y="4783003"/>
                      <a:pt x="78062" y="4755380"/>
                    </a:cubicBezTo>
                    <a:cubicBezTo>
                      <a:pt x="78252" y="4730613"/>
                      <a:pt x="75586" y="4704894"/>
                      <a:pt x="80920" y="4681082"/>
                    </a:cubicBezTo>
                    <a:cubicBezTo>
                      <a:pt x="86634" y="4656125"/>
                      <a:pt x="85872" y="4633646"/>
                      <a:pt x="79396" y="4609451"/>
                    </a:cubicBezTo>
                    <a:cubicBezTo>
                      <a:pt x="75014" y="4592877"/>
                      <a:pt x="74442" y="4575350"/>
                      <a:pt x="73110" y="4558206"/>
                    </a:cubicBezTo>
                    <a:cubicBezTo>
                      <a:pt x="71586" y="4539727"/>
                      <a:pt x="75586" y="4519342"/>
                      <a:pt x="69300" y="4502578"/>
                    </a:cubicBezTo>
                    <a:cubicBezTo>
                      <a:pt x="50629" y="4452664"/>
                      <a:pt x="46629" y="4401418"/>
                      <a:pt x="46629" y="4349221"/>
                    </a:cubicBezTo>
                    <a:cubicBezTo>
                      <a:pt x="46629" y="4339694"/>
                      <a:pt x="49295" y="4329978"/>
                      <a:pt x="52153" y="4320836"/>
                    </a:cubicBezTo>
                    <a:cubicBezTo>
                      <a:pt x="69300" y="4267492"/>
                      <a:pt x="67776" y="4213960"/>
                      <a:pt x="57297" y="4159666"/>
                    </a:cubicBezTo>
                    <a:cubicBezTo>
                      <a:pt x="55011" y="4148426"/>
                      <a:pt x="54629" y="4135853"/>
                      <a:pt x="56915" y="4124613"/>
                    </a:cubicBezTo>
                    <a:cubicBezTo>
                      <a:pt x="63584" y="4092988"/>
                      <a:pt x="74634" y="4062317"/>
                      <a:pt x="79396" y="4030502"/>
                    </a:cubicBezTo>
                    <a:cubicBezTo>
                      <a:pt x="87206" y="3977924"/>
                      <a:pt x="60918" y="3932393"/>
                      <a:pt x="43771" y="3885337"/>
                    </a:cubicBezTo>
                    <a:cubicBezTo>
                      <a:pt x="31627" y="3851760"/>
                      <a:pt x="8016" y="3821934"/>
                      <a:pt x="426" y="3786776"/>
                    </a:cubicBezTo>
                    <a:lnTo>
                      <a:pt x="0" y="3773896"/>
                    </a:lnTo>
                    <a:lnTo>
                      <a:pt x="0" y="3393881"/>
                    </a:lnTo>
                    <a:lnTo>
                      <a:pt x="11838" y="3359515"/>
                    </a:lnTo>
                    <a:cubicBezTo>
                      <a:pt x="14434" y="3346204"/>
                      <a:pt x="14910" y="3332773"/>
                      <a:pt x="12910" y="3318770"/>
                    </a:cubicBezTo>
                    <a:cubicBezTo>
                      <a:pt x="12243" y="3314103"/>
                      <a:pt x="9909" y="3308769"/>
                      <a:pt x="6718" y="3304078"/>
                    </a:cubicBezTo>
                    <a:lnTo>
                      <a:pt x="0" y="3297656"/>
                    </a:lnTo>
                    <a:lnTo>
                      <a:pt x="0" y="3207866"/>
                    </a:lnTo>
                    <a:lnTo>
                      <a:pt x="15553" y="3186770"/>
                    </a:lnTo>
                    <a:cubicBezTo>
                      <a:pt x="28483" y="3162328"/>
                      <a:pt x="30484" y="3134646"/>
                      <a:pt x="36341" y="3107499"/>
                    </a:cubicBezTo>
                    <a:cubicBezTo>
                      <a:pt x="41105" y="3085402"/>
                      <a:pt x="41295" y="3064826"/>
                      <a:pt x="38057" y="3042727"/>
                    </a:cubicBezTo>
                    <a:cubicBezTo>
                      <a:pt x="30817" y="2994721"/>
                      <a:pt x="41105" y="2948046"/>
                      <a:pt x="54249" y="2901942"/>
                    </a:cubicBezTo>
                    <a:cubicBezTo>
                      <a:pt x="63012" y="2871461"/>
                      <a:pt x="68346" y="2840218"/>
                      <a:pt x="77300" y="2809929"/>
                    </a:cubicBezTo>
                    <a:cubicBezTo>
                      <a:pt x="84158" y="2787258"/>
                      <a:pt x="92351" y="2764589"/>
                      <a:pt x="103399" y="2743825"/>
                    </a:cubicBezTo>
                    <a:cubicBezTo>
                      <a:pt x="119594" y="2713722"/>
                      <a:pt x="143978" y="2687435"/>
                      <a:pt x="137500" y="2649142"/>
                    </a:cubicBezTo>
                    <a:cubicBezTo>
                      <a:pt x="131786" y="2615420"/>
                      <a:pt x="143786" y="2584941"/>
                      <a:pt x="155217" y="2554078"/>
                    </a:cubicBezTo>
                    <a:cubicBezTo>
                      <a:pt x="163599" y="2531408"/>
                      <a:pt x="172173" y="2508741"/>
                      <a:pt x="177507" y="2485306"/>
                    </a:cubicBezTo>
                    <a:cubicBezTo>
                      <a:pt x="183794" y="2457491"/>
                      <a:pt x="181126" y="2426058"/>
                      <a:pt x="192748" y="2401291"/>
                    </a:cubicBezTo>
                    <a:cubicBezTo>
                      <a:pt x="204940" y="2375382"/>
                      <a:pt x="196748" y="2353858"/>
                      <a:pt x="193318" y="2330805"/>
                    </a:cubicBezTo>
                    <a:cubicBezTo>
                      <a:pt x="187984" y="2294038"/>
                      <a:pt x="178077" y="2257458"/>
                      <a:pt x="190652" y="2220311"/>
                    </a:cubicBezTo>
                    <a:cubicBezTo>
                      <a:pt x="205892" y="2175162"/>
                      <a:pt x="222275" y="2130392"/>
                      <a:pt x="236753" y="2085053"/>
                    </a:cubicBezTo>
                    <a:cubicBezTo>
                      <a:pt x="242280" y="2067524"/>
                      <a:pt x="244566" y="2048667"/>
                      <a:pt x="247042" y="2030377"/>
                    </a:cubicBezTo>
                    <a:cubicBezTo>
                      <a:pt x="249138" y="2013042"/>
                      <a:pt x="243804" y="1992278"/>
                      <a:pt x="251804" y="1978939"/>
                    </a:cubicBezTo>
                    <a:cubicBezTo>
                      <a:pt x="272379" y="1944648"/>
                      <a:pt x="282475" y="1909407"/>
                      <a:pt x="282475" y="1869779"/>
                    </a:cubicBezTo>
                    <a:cubicBezTo>
                      <a:pt x="282475" y="1854919"/>
                      <a:pt x="291049" y="1840440"/>
                      <a:pt x="292573" y="1825392"/>
                    </a:cubicBezTo>
                    <a:cubicBezTo>
                      <a:pt x="294477" y="1804815"/>
                      <a:pt x="299622" y="1781193"/>
                      <a:pt x="292381" y="1763286"/>
                    </a:cubicBezTo>
                    <a:cubicBezTo>
                      <a:pt x="275237" y="1721184"/>
                      <a:pt x="289525" y="1687085"/>
                      <a:pt x="306480" y="1650316"/>
                    </a:cubicBezTo>
                    <a:cubicBezTo>
                      <a:pt x="323244" y="1614119"/>
                      <a:pt x="336579" y="1576018"/>
                      <a:pt x="347629" y="1537536"/>
                    </a:cubicBezTo>
                    <a:cubicBezTo>
                      <a:pt x="351629" y="1523058"/>
                      <a:pt x="344961" y="1505723"/>
                      <a:pt x="343629" y="1489719"/>
                    </a:cubicBezTo>
                    <a:cubicBezTo>
                      <a:pt x="343247" y="1484003"/>
                      <a:pt x="342675" y="1477716"/>
                      <a:pt x="344581" y="1472574"/>
                    </a:cubicBezTo>
                    <a:cubicBezTo>
                      <a:pt x="362870" y="1422853"/>
                      <a:pt x="376776" y="1372367"/>
                      <a:pt x="367252" y="1318455"/>
                    </a:cubicBezTo>
                    <a:cubicBezTo>
                      <a:pt x="366298" y="1313503"/>
                      <a:pt x="368394" y="1307977"/>
                      <a:pt x="369728" y="1303023"/>
                    </a:cubicBezTo>
                    <a:cubicBezTo>
                      <a:pt x="376586" y="1278828"/>
                      <a:pt x="387444" y="1255205"/>
                      <a:pt x="389921" y="1230632"/>
                    </a:cubicBezTo>
                    <a:cubicBezTo>
                      <a:pt x="396017" y="1170050"/>
                      <a:pt x="398495" y="1109090"/>
                      <a:pt x="402495" y="1048124"/>
                    </a:cubicBezTo>
                    <a:cubicBezTo>
                      <a:pt x="402685" y="1044314"/>
                      <a:pt x="402685" y="1040314"/>
                      <a:pt x="404019" y="1036886"/>
                    </a:cubicBezTo>
                    <a:cubicBezTo>
                      <a:pt x="412211" y="1014405"/>
                      <a:pt x="409543" y="994784"/>
                      <a:pt x="393923" y="975732"/>
                    </a:cubicBezTo>
                    <a:cubicBezTo>
                      <a:pt x="387064" y="967349"/>
                      <a:pt x="383444" y="955919"/>
                      <a:pt x="379634" y="945443"/>
                    </a:cubicBezTo>
                    <a:cubicBezTo>
                      <a:pt x="373918" y="930010"/>
                      <a:pt x="368394" y="914199"/>
                      <a:pt x="364774" y="898197"/>
                    </a:cubicBezTo>
                    <a:cubicBezTo>
                      <a:pt x="361346" y="882383"/>
                      <a:pt x="356583" y="865429"/>
                      <a:pt x="359250" y="850188"/>
                    </a:cubicBezTo>
                    <a:cubicBezTo>
                      <a:pt x="364012" y="822755"/>
                      <a:pt x="374680" y="796654"/>
                      <a:pt x="381730" y="769604"/>
                    </a:cubicBezTo>
                    <a:cubicBezTo>
                      <a:pt x="384206" y="760269"/>
                      <a:pt x="383824" y="749981"/>
                      <a:pt x="384016" y="740267"/>
                    </a:cubicBezTo>
                    <a:cubicBezTo>
                      <a:pt x="384586" y="717976"/>
                      <a:pt x="379062" y="695115"/>
                      <a:pt x="394875" y="674922"/>
                    </a:cubicBezTo>
                    <a:cubicBezTo>
                      <a:pt x="409733" y="656254"/>
                      <a:pt x="405353" y="637391"/>
                      <a:pt x="394113" y="617771"/>
                    </a:cubicBezTo>
                    <a:cubicBezTo>
                      <a:pt x="386110" y="603672"/>
                      <a:pt x="379824" y="587671"/>
                      <a:pt x="376776" y="571859"/>
                    </a:cubicBezTo>
                    <a:cubicBezTo>
                      <a:pt x="372586" y="550140"/>
                      <a:pt x="370870" y="528614"/>
                      <a:pt x="373348" y="505181"/>
                    </a:cubicBezTo>
                    <a:cubicBezTo>
                      <a:pt x="375062" y="488606"/>
                      <a:pt x="375824" y="475080"/>
                      <a:pt x="385920" y="462125"/>
                    </a:cubicBezTo>
                    <a:cubicBezTo>
                      <a:pt x="387444" y="460031"/>
                      <a:pt x="387826" y="456221"/>
                      <a:pt x="387634" y="453363"/>
                    </a:cubicBezTo>
                    <a:cubicBezTo>
                      <a:pt x="384396" y="415834"/>
                      <a:pt x="386110" y="378685"/>
                      <a:pt x="388399" y="340773"/>
                    </a:cubicBezTo>
                    <a:cubicBezTo>
                      <a:pt x="391445" y="292578"/>
                      <a:pt x="382492" y="241900"/>
                      <a:pt x="350487" y="200181"/>
                    </a:cubicBezTo>
                    <a:cubicBezTo>
                      <a:pt x="345723" y="194084"/>
                      <a:pt x="343629" y="184940"/>
                      <a:pt x="342485" y="176938"/>
                    </a:cubicBezTo>
                    <a:cubicBezTo>
                      <a:pt x="337533" y="139218"/>
                      <a:pt x="334103" y="101307"/>
                      <a:pt x="328579" y="63586"/>
                    </a:cubicBezTo>
                    <a:cubicBezTo>
                      <a:pt x="325530" y="43011"/>
                      <a:pt x="322862" y="21485"/>
                      <a:pt x="314480" y="2816"/>
                    </a:cubicBez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3F442D6D-30A3-40EA-ADD8-5313A3BB973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7620000" y="-1"/>
              <a:ext cx="874716" cy="6858001"/>
              <a:chOff x="7620000" y="-1"/>
              <a:chExt cx="874716" cy="6858001"/>
            </a:xfrm>
          </p:grpSpPr>
          <p:sp>
            <p:nvSpPr>
              <p:cNvPr id="14" name="Freeform: Shape 13">
                <a:extLst>
                  <a:ext uri="{FF2B5EF4-FFF2-40B4-BE49-F238E27FC236}">
                    <a16:creationId xmlns:a16="http://schemas.microsoft.com/office/drawing/2014/main" id="{29E679B4-D12E-448A-8D8F-7183D6A2E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417E3CDF-0144-4FB2-A798-156EC31042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pic>
        <p:nvPicPr>
          <p:cNvPr id="4" name="Graphic 3" descr="Teacher">
            <a:extLst>
              <a:ext uri="{FF2B5EF4-FFF2-40B4-BE49-F238E27FC236}">
                <a16:creationId xmlns:a16="http://schemas.microsoft.com/office/drawing/2014/main" id="{5614277E-CACC-4F9D-8C27-FB73FCBFB4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709025" y="2129660"/>
            <a:ext cx="2663825" cy="2663825"/>
          </a:xfrm>
          <a:prstGeom prst="rect">
            <a:avLst/>
          </a:prstGeom>
        </p:spPr>
      </p:pic>
      <p:sp>
        <p:nvSpPr>
          <p:cNvPr id="2" name="Title 1">
            <a:extLst>
              <a:ext uri="{FF2B5EF4-FFF2-40B4-BE49-F238E27FC236}">
                <a16:creationId xmlns:a16="http://schemas.microsoft.com/office/drawing/2014/main" id="{AC93C0E1-1796-41B4-AF64-2A823C4C83E8}"/>
              </a:ext>
            </a:extLst>
          </p:cNvPr>
          <p:cNvSpPr>
            <a:spLocks noGrp="1"/>
          </p:cNvSpPr>
          <p:nvPr>
            <p:ph type="title"/>
          </p:nvPr>
        </p:nvSpPr>
        <p:spPr>
          <a:xfrm>
            <a:off x="375062" y="-2"/>
            <a:ext cx="11381849" cy="1280351"/>
          </a:xfrm>
        </p:spPr>
        <p:txBody>
          <a:bodyPr vert="horz" lIns="91440" tIns="45720" rIns="91440" bIns="45720" rtlCol="0" anchor="ctr">
            <a:normAutofit/>
          </a:bodyPr>
          <a:lstStyle/>
          <a:p>
            <a:pPr algn="r"/>
            <a:r>
              <a:rPr lang="en-US" sz="4000" kern="1200" dirty="0">
                <a:solidFill>
                  <a:schemeClr val="bg1"/>
                </a:solidFill>
                <a:highlight>
                  <a:srgbClr val="000000"/>
                </a:highlight>
                <a:latin typeface="+mj-lt"/>
                <a:ea typeface="+mj-ea"/>
                <a:cs typeface="+mj-cs"/>
              </a:rPr>
              <a:t>Settling on the Topic and Title of your Research Study</a:t>
            </a:r>
          </a:p>
        </p:txBody>
      </p:sp>
    </p:spTree>
    <p:extLst>
      <p:ext uri="{BB962C8B-B14F-4D97-AF65-F5344CB8AC3E}">
        <p14:creationId xmlns:p14="http://schemas.microsoft.com/office/powerpoint/2010/main" val="1098036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9EA133-4FC0-3B6F-69B4-038B80563C8E}"/>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C6D09588-9668-4D38-8AD4-C27CF2B2D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BD9C4A-E78A-062F-4561-38163E59DFBA}"/>
              </a:ext>
            </a:extLst>
          </p:cNvPr>
          <p:cNvSpPr>
            <a:spLocks noGrp="1"/>
          </p:cNvSpPr>
          <p:nvPr>
            <p:ph type="title"/>
          </p:nvPr>
        </p:nvSpPr>
        <p:spPr>
          <a:xfrm>
            <a:off x="838198" y="524737"/>
            <a:ext cx="10550237" cy="1323439"/>
          </a:xfrm>
        </p:spPr>
        <p:txBody>
          <a:bodyPr vert="horz" lIns="91440" tIns="45720" rIns="91440" bIns="45720" rtlCol="0" anchor="t">
            <a:normAutofit/>
          </a:bodyPr>
          <a:lstStyle/>
          <a:p>
            <a:r>
              <a:rPr lang="en-US" sz="4000" kern="1200" dirty="0">
                <a:solidFill>
                  <a:schemeClr val="tx1"/>
                </a:solidFill>
                <a:latin typeface="+mj-lt"/>
                <a:ea typeface="+mj-ea"/>
                <a:cs typeface="+mj-cs"/>
              </a:rPr>
              <a:t>A. What is a research topic, and why it matters.</a:t>
            </a:r>
          </a:p>
        </p:txBody>
      </p:sp>
      <p:sp>
        <p:nvSpPr>
          <p:cNvPr id="3" name="Content Placeholder 2">
            <a:extLst>
              <a:ext uri="{FF2B5EF4-FFF2-40B4-BE49-F238E27FC236}">
                <a16:creationId xmlns:a16="http://schemas.microsoft.com/office/drawing/2014/main" id="{A87914C8-3C5F-69C8-8902-0DE307CA4492}"/>
              </a:ext>
            </a:extLst>
          </p:cNvPr>
          <p:cNvSpPr>
            <a:spLocks noGrp="1"/>
          </p:cNvSpPr>
          <p:nvPr>
            <p:ph sz="half" idx="1"/>
          </p:nvPr>
        </p:nvSpPr>
        <p:spPr>
          <a:xfrm>
            <a:off x="838199" y="1848176"/>
            <a:ext cx="9908970" cy="3609284"/>
          </a:xfrm>
        </p:spPr>
        <p:txBody>
          <a:bodyPr vert="horz" lIns="91440" tIns="45720" rIns="91440" bIns="45720" rtlCol="0">
            <a:normAutofit/>
          </a:bodyPr>
          <a:lstStyle/>
          <a:p>
            <a:r>
              <a:rPr lang="en-US" dirty="0">
                <a:solidFill>
                  <a:schemeClr val="tx1">
                    <a:alpha val="80000"/>
                  </a:schemeClr>
                </a:solidFill>
              </a:rPr>
              <a:t>A research topic is the central subject or issue you decide to study in depth. </a:t>
            </a:r>
          </a:p>
          <a:p>
            <a:r>
              <a:rPr lang="en-US" dirty="0">
                <a:solidFill>
                  <a:schemeClr val="tx1">
                    <a:alpha val="80000"/>
                  </a:schemeClr>
                </a:solidFill>
              </a:rPr>
              <a:t>It becomes the basis for your research question(s), methodology and findings. </a:t>
            </a:r>
          </a:p>
          <a:p>
            <a:r>
              <a:rPr lang="en-US" dirty="0">
                <a:solidFill>
                  <a:schemeClr val="tx1">
                    <a:alpha val="80000"/>
                  </a:schemeClr>
                </a:solidFill>
              </a:rPr>
              <a:t>A well-defined topic keeps the study focused and coherent, while a vague topic can lead to an unfocused and disjointed project.</a:t>
            </a:r>
          </a:p>
          <a:p>
            <a:endParaRPr lang="en-US" dirty="0">
              <a:solidFill>
                <a:schemeClr val="tx1">
                  <a:alpha val="80000"/>
                </a:schemeClr>
              </a:solidFill>
            </a:endParaRPr>
          </a:p>
        </p:txBody>
      </p:sp>
      <p:grpSp>
        <p:nvGrpSpPr>
          <p:cNvPr id="22" name="Group 21">
            <a:extLst>
              <a:ext uri="{FF2B5EF4-FFF2-40B4-BE49-F238E27FC236}">
                <a16:creationId xmlns:a16="http://schemas.microsoft.com/office/drawing/2014/main" id="{95A28492-272D-4814-AE2C-61575C989E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142518"/>
            <a:ext cx="10455568" cy="715482"/>
            <a:chOff x="0" y="6142518"/>
            <a:chExt cx="10455568" cy="715482"/>
          </a:xfrm>
          <a:effectLst>
            <a:outerShdw blurRad="381000" dist="152400" dir="16200000" algn="ctr" rotWithShape="0">
              <a:srgbClr val="000000">
                <a:alpha val="10000"/>
              </a:srgbClr>
            </a:outerShdw>
          </a:effectLst>
        </p:grpSpPr>
        <p:sp>
          <p:nvSpPr>
            <p:cNvPr id="23" name="Freeform: Shape 22">
              <a:extLst>
                <a:ext uri="{FF2B5EF4-FFF2-40B4-BE49-F238E27FC236}">
                  <a16:creationId xmlns:a16="http://schemas.microsoft.com/office/drawing/2014/main" id="{4F778866-9933-4309-8E11-F83DDDBB10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17789" y="6848400"/>
              <a:ext cx="153399" cy="9600"/>
            </a:xfrm>
            <a:custGeom>
              <a:avLst/>
              <a:gdLst>
                <a:gd name="connsiteX0" fmla="*/ 92746 w 153399"/>
                <a:gd name="connsiteY0" fmla="*/ 43 h 9600"/>
                <a:gd name="connsiteX1" fmla="*/ 144918 w 153399"/>
                <a:gd name="connsiteY1" fmla="*/ 6433 h 9600"/>
                <a:gd name="connsiteX2" fmla="*/ 153399 w 153399"/>
                <a:gd name="connsiteY2" fmla="*/ 9600 h 9600"/>
                <a:gd name="connsiteX3" fmla="*/ 0 w 153399"/>
                <a:gd name="connsiteY3" fmla="*/ 9600 h 9600"/>
                <a:gd name="connsiteX4" fmla="*/ 26678 w 153399"/>
                <a:gd name="connsiteY4" fmla="*/ 6286 h 9600"/>
                <a:gd name="connsiteX5" fmla="*/ 92746 w 153399"/>
                <a:gd name="connsiteY5" fmla="*/ 43 h 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399" h="9600">
                  <a:moveTo>
                    <a:pt x="92746" y="43"/>
                  </a:moveTo>
                  <a:cubicBezTo>
                    <a:pt x="111004" y="-358"/>
                    <a:pt x="128295" y="2072"/>
                    <a:pt x="144918" y="6433"/>
                  </a:cubicBezTo>
                  <a:lnTo>
                    <a:pt x="153399" y="9600"/>
                  </a:lnTo>
                  <a:lnTo>
                    <a:pt x="0" y="9600"/>
                  </a:lnTo>
                  <a:lnTo>
                    <a:pt x="26678" y="6286"/>
                  </a:lnTo>
                  <a:cubicBezTo>
                    <a:pt x="48667" y="3255"/>
                    <a:pt x="70647" y="552"/>
                    <a:pt x="92746" y="43"/>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oup 23">
              <a:extLst>
                <a:ext uri="{FF2B5EF4-FFF2-40B4-BE49-F238E27FC236}">
                  <a16:creationId xmlns:a16="http://schemas.microsoft.com/office/drawing/2014/main" id="{6D21D106-ABCB-4A50-84B3-D35C3B2B67B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6142518"/>
              <a:ext cx="10455568" cy="715481"/>
              <a:chOff x="0" y="0"/>
              <a:chExt cx="10455568" cy="715481"/>
            </a:xfrm>
          </p:grpSpPr>
          <p:sp>
            <p:nvSpPr>
              <p:cNvPr id="25" name="Freeform: Shape 24">
                <a:extLst>
                  <a:ext uri="{FF2B5EF4-FFF2-40B4-BE49-F238E27FC236}">
                    <a16:creationId xmlns:a16="http://schemas.microsoft.com/office/drawing/2014/main" id="{65E4ED97-1207-4104-A25F-8791916BF2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solidFill>
                <a:schemeClr val="l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024CB190-EFCD-4B40-9CDD-E3C0EB4B3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338609507"/>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4A0136-A8A0-211C-2F36-C9A9DBAAD6FB}"/>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B91A17E-D920-8DD5-16F4-A7F46C599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24A37D-AEA3-52F1-753C-82C333F45D72}"/>
              </a:ext>
            </a:extLst>
          </p:cNvPr>
          <p:cNvSpPr>
            <a:spLocks noGrp="1"/>
          </p:cNvSpPr>
          <p:nvPr>
            <p:ph type="title"/>
          </p:nvPr>
        </p:nvSpPr>
        <p:spPr>
          <a:xfrm>
            <a:off x="838198" y="524737"/>
            <a:ext cx="10550237" cy="1323439"/>
          </a:xfrm>
        </p:spPr>
        <p:txBody>
          <a:bodyPr vert="horz" lIns="91440" tIns="45720" rIns="91440" bIns="45720" rtlCol="0" anchor="t">
            <a:normAutofit/>
          </a:bodyPr>
          <a:lstStyle/>
          <a:p>
            <a:r>
              <a:rPr lang="en-US" sz="4000" kern="1200" dirty="0">
                <a:solidFill>
                  <a:schemeClr val="tx1"/>
                </a:solidFill>
                <a:latin typeface="+mj-lt"/>
                <a:ea typeface="+mj-ea"/>
                <a:cs typeface="+mj-cs"/>
              </a:rPr>
              <a:t>A. What is a research topic, and why it matters.</a:t>
            </a:r>
          </a:p>
        </p:txBody>
      </p:sp>
      <p:sp>
        <p:nvSpPr>
          <p:cNvPr id="3" name="Content Placeholder 2">
            <a:extLst>
              <a:ext uri="{FF2B5EF4-FFF2-40B4-BE49-F238E27FC236}">
                <a16:creationId xmlns:a16="http://schemas.microsoft.com/office/drawing/2014/main" id="{8B79592E-489D-1DFC-8FF0-754592C34BA6}"/>
              </a:ext>
            </a:extLst>
          </p:cNvPr>
          <p:cNvSpPr>
            <a:spLocks noGrp="1"/>
          </p:cNvSpPr>
          <p:nvPr>
            <p:ph sz="half" idx="1"/>
          </p:nvPr>
        </p:nvSpPr>
        <p:spPr>
          <a:xfrm>
            <a:off x="838198" y="1647008"/>
            <a:ext cx="10646665" cy="4717216"/>
          </a:xfrm>
        </p:spPr>
        <p:txBody>
          <a:bodyPr vert="horz" lIns="91440" tIns="45720" rIns="91440" bIns="45720" rtlCol="0">
            <a:normAutofit/>
          </a:bodyPr>
          <a:lstStyle/>
          <a:p>
            <a:pPr marL="0" indent="0">
              <a:buNone/>
            </a:pPr>
            <a:r>
              <a:rPr lang="en-US" b="1" dirty="0">
                <a:solidFill>
                  <a:schemeClr val="tx1">
                    <a:alpha val="80000"/>
                  </a:schemeClr>
                </a:solidFill>
              </a:rPr>
              <a:t>ICT examples of research topics:</a:t>
            </a:r>
          </a:p>
          <a:p>
            <a:pPr lvl="1"/>
            <a:r>
              <a:rPr lang="en-US" b="1" dirty="0">
                <a:solidFill>
                  <a:schemeClr val="tx1">
                    <a:alpha val="80000"/>
                  </a:schemeClr>
                </a:solidFill>
              </a:rPr>
              <a:t>Cybersecurity </a:t>
            </a:r>
            <a:r>
              <a:rPr lang="en-US" b="1" dirty="0" err="1">
                <a:solidFill>
                  <a:schemeClr val="tx1">
                    <a:alpha val="80000"/>
                  </a:schemeClr>
                </a:solidFill>
              </a:rPr>
              <a:t>behaviour</a:t>
            </a:r>
            <a:r>
              <a:rPr lang="en-US" b="1" dirty="0">
                <a:solidFill>
                  <a:schemeClr val="tx1">
                    <a:alpha val="80000"/>
                  </a:schemeClr>
                </a:solidFill>
              </a:rPr>
              <a:t>: </a:t>
            </a:r>
            <a:r>
              <a:rPr lang="en-US" dirty="0">
                <a:solidFill>
                  <a:schemeClr val="tx1">
                    <a:alpha val="80000"/>
                  </a:schemeClr>
                </a:solidFill>
              </a:rPr>
              <a:t>How small businesses implement password policies and multi-factor authentication in practice.</a:t>
            </a:r>
          </a:p>
          <a:p>
            <a:pPr lvl="1"/>
            <a:endParaRPr lang="en-US" dirty="0">
              <a:solidFill>
                <a:schemeClr val="tx1">
                  <a:alpha val="80000"/>
                </a:schemeClr>
              </a:solidFill>
            </a:endParaRPr>
          </a:p>
          <a:p>
            <a:pPr lvl="1"/>
            <a:r>
              <a:rPr lang="en-US" b="1" dirty="0">
                <a:solidFill>
                  <a:schemeClr val="tx1">
                    <a:alpha val="80000"/>
                  </a:schemeClr>
                </a:solidFill>
              </a:rPr>
              <a:t>Human–Computer Interaction (HCI): </a:t>
            </a:r>
            <a:r>
              <a:rPr lang="en-US" dirty="0">
                <a:solidFill>
                  <a:schemeClr val="tx1">
                    <a:alpha val="80000"/>
                  </a:schemeClr>
                </a:solidFill>
              </a:rPr>
              <a:t>Usability challenges experienced by first-year students using a university learning management system (LMS).</a:t>
            </a:r>
          </a:p>
          <a:p>
            <a:pPr lvl="1"/>
            <a:endParaRPr lang="en-US" dirty="0">
              <a:solidFill>
                <a:schemeClr val="tx1">
                  <a:alpha val="80000"/>
                </a:schemeClr>
              </a:solidFill>
            </a:endParaRPr>
          </a:p>
          <a:p>
            <a:pPr lvl="1"/>
            <a:r>
              <a:rPr lang="en-US" b="1" dirty="0">
                <a:solidFill>
                  <a:schemeClr val="tx1">
                    <a:alpha val="80000"/>
                  </a:schemeClr>
                </a:solidFill>
              </a:rPr>
              <a:t>AI in education: </a:t>
            </a:r>
            <a:r>
              <a:rPr lang="en-US" dirty="0">
                <a:solidFill>
                  <a:schemeClr val="tx1">
                    <a:alpha val="80000"/>
                  </a:schemeClr>
                </a:solidFill>
              </a:rPr>
              <a:t>How students use generative AI tools for programming support and how this affects learning outcomes and academic integrity.</a:t>
            </a:r>
          </a:p>
          <a:p>
            <a:pPr lvl="1"/>
            <a:endParaRPr lang="en-US" dirty="0">
              <a:solidFill>
                <a:schemeClr val="tx1">
                  <a:alpha val="80000"/>
                </a:schemeClr>
              </a:solidFill>
            </a:endParaRPr>
          </a:p>
          <a:p>
            <a:pPr lvl="1"/>
            <a:r>
              <a:rPr lang="en-US" b="1" dirty="0">
                <a:solidFill>
                  <a:schemeClr val="tx1">
                    <a:alpha val="80000"/>
                  </a:schemeClr>
                </a:solidFill>
              </a:rPr>
              <a:t>Software engineering: </a:t>
            </a:r>
            <a:r>
              <a:rPr lang="en-US" dirty="0">
                <a:solidFill>
                  <a:schemeClr val="tx1">
                    <a:alpha val="80000"/>
                  </a:schemeClr>
                </a:solidFill>
              </a:rPr>
              <a:t>Factors influencing the adoption of automated testing in small development teams.</a:t>
            </a:r>
          </a:p>
          <a:p>
            <a:endParaRPr lang="en-US" dirty="0">
              <a:solidFill>
                <a:schemeClr val="tx1">
                  <a:alpha val="80000"/>
                </a:schemeClr>
              </a:solidFill>
            </a:endParaRPr>
          </a:p>
        </p:txBody>
      </p:sp>
      <p:grpSp>
        <p:nvGrpSpPr>
          <p:cNvPr id="22" name="Group 21">
            <a:extLst>
              <a:ext uri="{FF2B5EF4-FFF2-40B4-BE49-F238E27FC236}">
                <a16:creationId xmlns:a16="http://schemas.microsoft.com/office/drawing/2014/main" id="{51DE222E-B7FD-2B27-8391-B56E4B6698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142518"/>
            <a:ext cx="10455568" cy="715482"/>
            <a:chOff x="0" y="6142518"/>
            <a:chExt cx="10455568" cy="715482"/>
          </a:xfrm>
          <a:effectLst>
            <a:outerShdw blurRad="381000" dist="152400" dir="16200000" algn="ctr" rotWithShape="0">
              <a:srgbClr val="000000">
                <a:alpha val="10000"/>
              </a:srgbClr>
            </a:outerShdw>
          </a:effectLst>
        </p:grpSpPr>
        <p:sp>
          <p:nvSpPr>
            <p:cNvPr id="23" name="Freeform: Shape 22">
              <a:extLst>
                <a:ext uri="{FF2B5EF4-FFF2-40B4-BE49-F238E27FC236}">
                  <a16:creationId xmlns:a16="http://schemas.microsoft.com/office/drawing/2014/main" id="{6A7BA0A2-2E84-70B9-3311-FD8E6F63A9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17789" y="6848400"/>
              <a:ext cx="153399" cy="9600"/>
            </a:xfrm>
            <a:custGeom>
              <a:avLst/>
              <a:gdLst>
                <a:gd name="connsiteX0" fmla="*/ 92746 w 153399"/>
                <a:gd name="connsiteY0" fmla="*/ 43 h 9600"/>
                <a:gd name="connsiteX1" fmla="*/ 144918 w 153399"/>
                <a:gd name="connsiteY1" fmla="*/ 6433 h 9600"/>
                <a:gd name="connsiteX2" fmla="*/ 153399 w 153399"/>
                <a:gd name="connsiteY2" fmla="*/ 9600 h 9600"/>
                <a:gd name="connsiteX3" fmla="*/ 0 w 153399"/>
                <a:gd name="connsiteY3" fmla="*/ 9600 h 9600"/>
                <a:gd name="connsiteX4" fmla="*/ 26678 w 153399"/>
                <a:gd name="connsiteY4" fmla="*/ 6286 h 9600"/>
                <a:gd name="connsiteX5" fmla="*/ 92746 w 153399"/>
                <a:gd name="connsiteY5" fmla="*/ 43 h 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399" h="9600">
                  <a:moveTo>
                    <a:pt x="92746" y="43"/>
                  </a:moveTo>
                  <a:cubicBezTo>
                    <a:pt x="111004" y="-358"/>
                    <a:pt x="128295" y="2072"/>
                    <a:pt x="144918" y="6433"/>
                  </a:cubicBezTo>
                  <a:lnTo>
                    <a:pt x="153399" y="9600"/>
                  </a:lnTo>
                  <a:lnTo>
                    <a:pt x="0" y="9600"/>
                  </a:lnTo>
                  <a:lnTo>
                    <a:pt x="26678" y="6286"/>
                  </a:lnTo>
                  <a:cubicBezTo>
                    <a:pt x="48667" y="3255"/>
                    <a:pt x="70647" y="552"/>
                    <a:pt x="92746" y="43"/>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oup 23">
              <a:extLst>
                <a:ext uri="{FF2B5EF4-FFF2-40B4-BE49-F238E27FC236}">
                  <a16:creationId xmlns:a16="http://schemas.microsoft.com/office/drawing/2014/main" id="{219EB587-E36B-F113-E898-4C8C0707E55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6142518"/>
              <a:ext cx="10455568" cy="715481"/>
              <a:chOff x="0" y="0"/>
              <a:chExt cx="10455568" cy="715481"/>
            </a:xfrm>
          </p:grpSpPr>
          <p:sp>
            <p:nvSpPr>
              <p:cNvPr id="25" name="Freeform: Shape 24">
                <a:extLst>
                  <a:ext uri="{FF2B5EF4-FFF2-40B4-BE49-F238E27FC236}">
                    <a16:creationId xmlns:a16="http://schemas.microsoft.com/office/drawing/2014/main" id="{10E46876-3A7E-6CF3-B178-5C2E9EC87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solidFill>
                <a:schemeClr val="l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6F7B321E-A3F3-499E-3780-D243CE2F88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035512727"/>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C91BA-6A80-A2B2-483A-1B4296101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CE61A-4802-CF36-6EF3-4812ADF2CC27}"/>
              </a:ext>
            </a:extLst>
          </p:cNvPr>
          <p:cNvSpPr>
            <a:spLocks noGrp="1"/>
          </p:cNvSpPr>
          <p:nvPr>
            <p:ph type="title"/>
          </p:nvPr>
        </p:nvSpPr>
        <p:spPr>
          <a:xfrm>
            <a:off x="838200" y="365125"/>
            <a:ext cx="10515600" cy="1325563"/>
          </a:xfrm>
        </p:spPr>
        <p:txBody>
          <a:bodyPr rtlCol="0" anchor="ctr">
            <a:normAutofit/>
          </a:bodyPr>
          <a:lstStyle/>
          <a:p>
            <a:pPr rtl="0"/>
            <a:r>
              <a:rPr lang="en-US"/>
              <a:t>B. Starting points for identifying a topic</a:t>
            </a:r>
            <a:endParaRPr lang="en-GB"/>
          </a:p>
        </p:txBody>
      </p:sp>
      <p:sp>
        <p:nvSpPr>
          <p:cNvPr id="3" name="Content Placeholder 2">
            <a:extLst>
              <a:ext uri="{FF2B5EF4-FFF2-40B4-BE49-F238E27FC236}">
                <a16:creationId xmlns:a16="http://schemas.microsoft.com/office/drawing/2014/main" id="{7969D62B-51CF-7B2C-7B5C-C4706144D2AB}"/>
              </a:ext>
            </a:extLst>
          </p:cNvPr>
          <p:cNvSpPr>
            <a:spLocks noGrp="1"/>
          </p:cNvSpPr>
          <p:nvPr>
            <p:ph sz="half" idx="1"/>
          </p:nvPr>
        </p:nvSpPr>
        <p:spPr>
          <a:xfrm>
            <a:off x="838200" y="1825625"/>
            <a:ext cx="8369808" cy="4667250"/>
          </a:xfrm>
        </p:spPr>
        <p:txBody>
          <a:bodyPr rtlCol="0">
            <a:normAutofit/>
          </a:bodyPr>
          <a:lstStyle/>
          <a:p>
            <a:pPr rtl="0"/>
            <a:r>
              <a:rPr lang="en-US" dirty="0"/>
              <a:t>If you feel “stuck”, start with what you already have:</a:t>
            </a:r>
          </a:p>
          <a:p>
            <a:pPr lvl="1"/>
            <a:r>
              <a:rPr lang="en-US" sz="2800" dirty="0"/>
              <a:t>your interests, </a:t>
            </a:r>
          </a:p>
          <a:p>
            <a:pPr lvl="1"/>
            <a:r>
              <a:rPr lang="en-US" sz="2800" dirty="0"/>
              <a:t>real problems you observe in ICT settings, and </a:t>
            </a:r>
          </a:p>
          <a:p>
            <a:pPr lvl="1"/>
            <a:r>
              <a:rPr lang="en-US" sz="2800" dirty="0"/>
              <a:t>your developing skills. </a:t>
            </a:r>
          </a:p>
          <a:p>
            <a:pPr marL="457200" lvl="1" indent="0">
              <a:buNone/>
            </a:pPr>
            <a:endParaRPr lang="en-US" sz="2800" dirty="0"/>
          </a:p>
          <a:p>
            <a:pPr rtl="0"/>
            <a:r>
              <a:rPr lang="en-US" dirty="0"/>
              <a:t>A simple way is to brainstorm possible topics, then narrow them down through reading and feasibility checks.</a:t>
            </a:r>
          </a:p>
          <a:p>
            <a:r>
              <a:rPr lang="en-ZA" dirty="0"/>
              <a:t>It is not unusual for the title to change as your study becomes more refined.</a:t>
            </a:r>
          </a:p>
        </p:txBody>
      </p:sp>
      <p:pic>
        <p:nvPicPr>
          <p:cNvPr id="5" name="Graphic 4" descr="Checklist">
            <a:extLst>
              <a:ext uri="{FF2B5EF4-FFF2-40B4-BE49-F238E27FC236}">
                <a16:creationId xmlns:a16="http://schemas.microsoft.com/office/drawing/2014/main" id="{19A35695-1E9A-A717-8A37-6F37202555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17675" y="1825625"/>
            <a:ext cx="4351338" cy="4351338"/>
          </a:xfrm>
          <a:prstGeom prst="rect">
            <a:avLst/>
          </a:prstGeom>
        </p:spPr>
      </p:pic>
    </p:spTree>
    <p:extLst>
      <p:ext uri="{BB962C8B-B14F-4D97-AF65-F5344CB8AC3E}">
        <p14:creationId xmlns:p14="http://schemas.microsoft.com/office/powerpoint/2010/main" val="574754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F586D-7AC8-AA29-37CF-A33EBF7315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06EA8-7B20-A55D-A298-3ABE618195AB}"/>
              </a:ext>
            </a:extLst>
          </p:cNvPr>
          <p:cNvSpPr>
            <a:spLocks noGrp="1"/>
          </p:cNvSpPr>
          <p:nvPr>
            <p:ph type="title"/>
          </p:nvPr>
        </p:nvSpPr>
        <p:spPr>
          <a:xfrm>
            <a:off x="838200" y="365125"/>
            <a:ext cx="10515600" cy="1325563"/>
          </a:xfrm>
        </p:spPr>
        <p:txBody>
          <a:bodyPr rtlCol="0" anchor="ctr">
            <a:normAutofit/>
          </a:bodyPr>
          <a:lstStyle/>
          <a:p>
            <a:pPr rtl="0"/>
            <a:r>
              <a:rPr lang="en-US"/>
              <a:t>B. Starting points for identifying a topic</a:t>
            </a:r>
            <a:endParaRPr lang="en-GB"/>
          </a:p>
        </p:txBody>
      </p:sp>
      <p:sp>
        <p:nvSpPr>
          <p:cNvPr id="3" name="Content Placeholder 2">
            <a:extLst>
              <a:ext uri="{FF2B5EF4-FFF2-40B4-BE49-F238E27FC236}">
                <a16:creationId xmlns:a16="http://schemas.microsoft.com/office/drawing/2014/main" id="{630F4B6D-F807-9F89-C604-C13B99DA5134}"/>
              </a:ext>
            </a:extLst>
          </p:cNvPr>
          <p:cNvSpPr>
            <a:spLocks noGrp="1"/>
          </p:cNvSpPr>
          <p:nvPr>
            <p:ph sz="half" idx="1"/>
          </p:nvPr>
        </p:nvSpPr>
        <p:spPr>
          <a:xfrm>
            <a:off x="838200" y="1423289"/>
            <a:ext cx="8369808" cy="4351338"/>
          </a:xfrm>
        </p:spPr>
        <p:txBody>
          <a:bodyPr rtlCol="0">
            <a:normAutofit/>
          </a:bodyPr>
          <a:lstStyle/>
          <a:p>
            <a:pPr marL="0" indent="0" rtl="0">
              <a:buNone/>
            </a:pPr>
            <a:r>
              <a:rPr lang="en-US" dirty="0"/>
              <a:t>A practical topic-formulation process:</a:t>
            </a:r>
            <a:endParaRPr lang="en-GB" dirty="0"/>
          </a:p>
        </p:txBody>
      </p:sp>
      <p:graphicFrame>
        <p:nvGraphicFramePr>
          <p:cNvPr id="4" name="Diagram 3">
            <a:extLst>
              <a:ext uri="{FF2B5EF4-FFF2-40B4-BE49-F238E27FC236}">
                <a16:creationId xmlns:a16="http://schemas.microsoft.com/office/drawing/2014/main" id="{1AB51EF0-4A2C-DB68-3C11-05A0564BE378}"/>
              </a:ext>
            </a:extLst>
          </p:cNvPr>
          <p:cNvGraphicFramePr/>
          <p:nvPr>
            <p:extLst>
              <p:ext uri="{D42A27DB-BD31-4B8C-83A1-F6EECF244321}">
                <p14:modId xmlns:p14="http://schemas.microsoft.com/office/powerpoint/2010/main" val="1795977606"/>
              </p:ext>
            </p:extLst>
          </p:nvPr>
        </p:nvGraphicFramePr>
        <p:xfrm>
          <a:off x="958033" y="1892808"/>
          <a:ext cx="10275933"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85888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951894-4D20-0B62-8B8F-7B973241BC4B}"/>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7450DCE-05AA-8410-58E6-625E89A24C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C35013-8980-C67A-3DC1-4010254AA067}"/>
              </a:ext>
            </a:extLst>
          </p:cNvPr>
          <p:cNvSpPr>
            <a:spLocks noGrp="1"/>
          </p:cNvSpPr>
          <p:nvPr>
            <p:ph type="title"/>
          </p:nvPr>
        </p:nvSpPr>
        <p:spPr>
          <a:xfrm>
            <a:off x="0" y="3109"/>
            <a:ext cx="12192000" cy="981334"/>
          </a:xfrm>
        </p:spPr>
        <p:txBody>
          <a:bodyPr vert="horz" lIns="91440" tIns="45720" rIns="91440" bIns="45720" rtlCol="0" anchor="t">
            <a:normAutofit fontScale="90000"/>
          </a:bodyPr>
          <a:lstStyle/>
          <a:p>
            <a:r>
              <a:rPr lang="en-US" sz="3800" kern="1200" dirty="0">
                <a:solidFill>
                  <a:schemeClr val="tx1"/>
                </a:solidFill>
                <a:latin typeface="+mj-lt"/>
                <a:ea typeface="+mj-ea"/>
                <a:cs typeface="+mj-cs"/>
              </a:rPr>
              <a:t>C. Criteria for selecting a good topic (avoiding common traps)</a:t>
            </a:r>
            <a:br>
              <a:rPr lang="en-US" sz="3800" kern="1200" dirty="0">
                <a:solidFill>
                  <a:schemeClr val="tx1"/>
                </a:solidFill>
                <a:latin typeface="+mj-lt"/>
                <a:ea typeface="+mj-ea"/>
                <a:cs typeface="+mj-cs"/>
              </a:rPr>
            </a:br>
            <a:br>
              <a:rPr lang="en-US" sz="3800" kern="1200" dirty="0">
                <a:solidFill>
                  <a:schemeClr val="tx1"/>
                </a:solidFill>
                <a:latin typeface="+mj-lt"/>
                <a:ea typeface="+mj-ea"/>
                <a:cs typeface="+mj-cs"/>
              </a:rPr>
            </a:br>
            <a:r>
              <a:rPr lang="en-US" sz="2000" dirty="0"/>
              <a:t>Core criteria to apply to your topic choice:</a:t>
            </a:r>
            <a:br>
              <a:rPr lang="en-US" sz="4000" dirty="0"/>
            </a:br>
            <a:endParaRPr lang="en-US" sz="3800" kern="1200" dirty="0">
              <a:solidFill>
                <a:schemeClr val="tx1"/>
              </a:solidFill>
              <a:latin typeface="+mj-lt"/>
              <a:ea typeface="+mj-ea"/>
              <a:cs typeface="+mj-cs"/>
            </a:endParaRPr>
          </a:p>
        </p:txBody>
      </p:sp>
      <p:grpSp>
        <p:nvGrpSpPr>
          <p:cNvPr id="22" name="Group 21">
            <a:extLst>
              <a:ext uri="{FF2B5EF4-FFF2-40B4-BE49-F238E27FC236}">
                <a16:creationId xmlns:a16="http://schemas.microsoft.com/office/drawing/2014/main" id="{AA84644E-6127-AB4B-7DE6-1682A9C2BA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142518"/>
            <a:ext cx="10455568" cy="715482"/>
            <a:chOff x="0" y="6142518"/>
            <a:chExt cx="10455568" cy="715482"/>
          </a:xfrm>
          <a:effectLst>
            <a:outerShdw blurRad="381000" dist="152400" dir="16200000" algn="ctr" rotWithShape="0">
              <a:srgbClr val="000000">
                <a:alpha val="10000"/>
              </a:srgbClr>
            </a:outerShdw>
          </a:effectLst>
        </p:grpSpPr>
        <p:sp>
          <p:nvSpPr>
            <p:cNvPr id="23" name="Freeform: Shape 22">
              <a:extLst>
                <a:ext uri="{FF2B5EF4-FFF2-40B4-BE49-F238E27FC236}">
                  <a16:creationId xmlns:a16="http://schemas.microsoft.com/office/drawing/2014/main" id="{EB6E0287-FAB9-9EE3-1360-AA7766D57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17789" y="6848400"/>
              <a:ext cx="153399" cy="9600"/>
            </a:xfrm>
            <a:custGeom>
              <a:avLst/>
              <a:gdLst>
                <a:gd name="connsiteX0" fmla="*/ 92746 w 153399"/>
                <a:gd name="connsiteY0" fmla="*/ 43 h 9600"/>
                <a:gd name="connsiteX1" fmla="*/ 144918 w 153399"/>
                <a:gd name="connsiteY1" fmla="*/ 6433 h 9600"/>
                <a:gd name="connsiteX2" fmla="*/ 153399 w 153399"/>
                <a:gd name="connsiteY2" fmla="*/ 9600 h 9600"/>
                <a:gd name="connsiteX3" fmla="*/ 0 w 153399"/>
                <a:gd name="connsiteY3" fmla="*/ 9600 h 9600"/>
                <a:gd name="connsiteX4" fmla="*/ 26678 w 153399"/>
                <a:gd name="connsiteY4" fmla="*/ 6286 h 9600"/>
                <a:gd name="connsiteX5" fmla="*/ 92746 w 153399"/>
                <a:gd name="connsiteY5" fmla="*/ 43 h 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399" h="9600">
                  <a:moveTo>
                    <a:pt x="92746" y="43"/>
                  </a:moveTo>
                  <a:cubicBezTo>
                    <a:pt x="111004" y="-358"/>
                    <a:pt x="128295" y="2072"/>
                    <a:pt x="144918" y="6433"/>
                  </a:cubicBezTo>
                  <a:lnTo>
                    <a:pt x="153399" y="9600"/>
                  </a:lnTo>
                  <a:lnTo>
                    <a:pt x="0" y="9600"/>
                  </a:lnTo>
                  <a:lnTo>
                    <a:pt x="26678" y="6286"/>
                  </a:lnTo>
                  <a:cubicBezTo>
                    <a:pt x="48667" y="3255"/>
                    <a:pt x="70647" y="552"/>
                    <a:pt x="92746" y="43"/>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oup 23">
              <a:extLst>
                <a:ext uri="{FF2B5EF4-FFF2-40B4-BE49-F238E27FC236}">
                  <a16:creationId xmlns:a16="http://schemas.microsoft.com/office/drawing/2014/main" id="{66D8631B-B976-4365-130F-98D7B0DA977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6142518"/>
              <a:ext cx="10455568" cy="715481"/>
              <a:chOff x="0" y="0"/>
              <a:chExt cx="10455568" cy="715481"/>
            </a:xfrm>
          </p:grpSpPr>
          <p:sp>
            <p:nvSpPr>
              <p:cNvPr id="25" name="Freeform: Shape 24">
                <a:extLst>
                  <a:ext uri="{FF2B5EF4-FFF2-40B4-BE49-F238E27FC236}">
                    <a16:creationId xmlns:a16="http://schemas.microsoft.com/office/drawing/2014/main" id="{8DB334D8-8D59-942B-1605-8C2B96AF99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solidFill>
                <a:schemeClr val="l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4D6D96C3-C3AF-88F4-9617-8383159B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aphicFrame>
        <p:nvGraphicFramePr>
          <p:cNvPr id="28" name="Content Placeholder 2">
            <a:extLst>
              <a:ext uri="{FF2B5EF4-FFF2-40B4-BE49-F238E27FC236}">
                <a16:creationId xmlns:a16="http://schemas.microsoft.com/office/drawing/2014/main" id="{F8CCDBDF-B81C-CBFF-CAAB-0426A8B48398}"/>
              </a:ext>
            </a:extLst>
          </p:cNvPr>
          <p:cNvGraphicFramePr>
            <a:graphicFrameLocks noGrp="1"/>
          </p:cNvGraphicFramePr>
          <p:nvPr>
            <p:ph sz="half" idx="1"/>
            <p:extLst>
              <p:ext uri="{D42A27DB-BD31-4B8C-83A1-F6EECF244321}">
                <p14:modId xmlns:p14="http://schemas.microsoft.com/office/powerpoint/2010/main" val="263708849"/>
              </p:ext>
            </p:extLst>
          </p:nvPr>
        </p:nvGraphicFramePr>
        <p:xfrm>
          <a:off x="871155" y="1425300"/>
          <a:ext cx="10646665" cy="54134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27367226"/>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CC4769-F3CA-5DF2-0790-839FD1A3F34E}"/>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B6E687D-0246-B363-F1C8-0550CA7349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C5FEB5-4910-6918-29D6-669F8D086C67}"/>
              </a:ext>
            </a:extLst>
          </p:cNvPr>
          <p:cNvSpPr>
            <a:spLocks noGrp="1"/>
          </p:cNvSpPr>
          <p:nvPr>
            <p:ph type="title"/>
          </p:nvPr>
        </p:nvSpPr>
        <p:spPr>
          <a:xfrm>
            <a:off x="0" y="3109"/>
            <a:ext cx="12192000" cy="981334"/>
          </a:xfrm>
        </p:spPr>
        <p:txBody>
          <a:bodyPr vert="horz" lIns="91440" tIns="45720" rIns="91440" bIns="45720" rtlCol="0" anchor="t">
            <a:normAutofit fontScale="90000"/>
          </a:bodyPr>
          <a:lstStyle/>
          <a:p>
            <a:r>
              <a:rPr lang="en-US" sz="3800" kern="1200" dirty="0">
                <a:solidFill>
                  <a:schemeClr val="tx1"/>
                </a:solidFill>
                <a:latin typeface="+mj-lt"/>
                <a:ea typeface="+mj-ea"/>
                <a:cs typeface="+mj-cs"/>
              </a:rPr>
              <a:t>C. Criteria for selecting a good topic (avoiding common traps)</a:t>
            </a:r>
            <a:br>
              <a:rPr lang="en-US" sz="3800" kern="1200" dirty="0">
                <a:solidFill>
                  <a:schemeClr val="tx1"/>
                </a:solidFill>
                <a:latin typeface="+mj-lt"/>
                <a:ea typeface="+mj-ea"/>
                <a:cs typeface="+mj-cs"/>
              </a:rPr>
            </a:br>
            <a:br>
              <a:rPr lang="en-US" sz="3800" kern="1200" dirty="0">
                <a:solidFill>
                  <a:schemeClr val="tx1"/>
                </a:solidFill>
                <a:latin typeface="+mj-lt"/>
                <a:ea typeface="+mj-ea"/>
                <a:cs typeface="+mj-cs"/>
              </a:rPr>
            </a:br>
            <a:r>
              <a:rPr lang="en-US" sz="2000" dirty="0"/>
              <a:t>Common mistakes that weaken topics:</a:t>
            </a:r>
            <a:br>
              <a:rPr lang="en-US" sz="4000" dirty="0"/>
            </a:br>
            <a:endParaRPr lang="en-US" sz="3800" kern="1200" dirty="0">
              <a:solidFill>
                <a:schemeClr val="tx1"/>
              </a:solidFill>
              <a:latin typeface="+mj-lt"/>
              <a:ea typeface="+mj-ea"/>
              <a:cs typeface="+mj-cs"/>
            </a:endParaRPr>
          </a:p>
        </p:txBody>
      </p:sp>
      <p:grpSp>
        <p:nvGrpSpPr>
          <p:cNvPr id="22" name="Group 21">
            <a:extLst>
              <a:ext uri="{FF2B5EF4-FFF2-40B4-BE49-F238E27FC236}">
                <a16:creationId xmlns:a16="http://schemas.microsoft.com/office/drawing/2014/main" id="{6F3916B1-91B0-9C1C-9FCD-05466DD8AC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142518"/>
            <a:ext cx="10455568" cy="715482"/>
            <a:chOff x="0" y="6142518"/>
            <a:chExt cx="10455568" cy="715482"/>
          </a:xfrm>
          <a:effectLst>
            <a:outerShdw blurRad="381000" dist="152400" dir="16200000" algn="ctr" rotWithShape="0">
              <a:srgbClr val="000000">
                <a:alpha val="10000"/>
              </a:srgbClr>
            </a:outerShdw>
          </a:effectLst>
        </p:grpSpPr>
        <p:sp>
          <p:nvSpPr>
            <p:cNvPr id="23" name="Freeform: Shape 22">
              <a:extLst>
                <a:ext uri="{FF2B5EF4-FFF2-40B4-BE49-F238E27FC236}">
                  <a16:creationId xmlns:a16="http://schemas.microsoft.com/office/drawing/2014/main" id="{463EDBF1-9BB9-3A8A-FBBB-8F659EC88C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17789" y="6848400"/>
              <a:ext cx="153399" cy="9600"/>
            </a:xfrm>
            <a:custGeom>
              <a:avLst/>
              <a:gdLst>
                <a:gd name="connsiteX0" fmla="*/ 92746 w 153399"/>
                <a:gd name="connsiteY0" fmla="*/ 43 h 9600"/>
                <a:gd name="connsiteX1" fmla="*/ 144918 w 153399"/>
                <a:gd name="connsiteY1" fmla="*/ 6433 h 9600"/>
                <a:gd name="connsiteX2" fmla="*/ 153399 w 153399"/>
                <a:gd name="connsiteY2" fmla="*/ 9600 h 9600"/>
                <a:gd name="connsiteX3" fmla="*/ 0 w 153399"/>
                <a:gd name="connsiteY3" fmla="*/ 9600 h 9600"/>
                <a:gd name="connsiteX4" fmla="*/ 26678 w 153399"/>
                <a:gd name="connsiteY4" fmla="*/ 6286 h 9600"/>
                <a:gd name="connsiteX5" fmla="*/ 92746 w 153399"/>
                <a:gd name="connsiteY5" fmla="*/ 43 h 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399" h="9600">
                  <a:moveTo>
                    <a:pt x="92746" y="43"/>
                  </a:moveTo>
                  <a:cubicBezTo>
                    <a:pt x="111004" y="-358"/>
                    <a:pt x="128295" y="2072"/>
                    <a:pt x="144918" y="6433"/>
                  </a:cubicBezTo>
                  <a:lnTo>
                    <a:pt x="153399" y="9600"/>
                  </a:lnTo>
                  <a:lnTo>
                    <a:pt x="0" y="9600"/>
                  </a:lnTo>
                  <a:lnTo>
                    <a:pt x="26678" y="6286"/>
                  </a:lnTo>
                  <a:cubicBezTo>
                    <a:pt x="48667" y="3255"/>
                    <a:pt x="70647" y="552"/>
                    <a:pt x="92746" y="43"/>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oup 23">
              <a:extLst>
                <a:ext uri="{FF2B5EF4-FFF2-40B4-BE49-F238E27FC236}">
                  <a16:creationId xmlns:a16="http://schemas.microsoft.com/office/drawing/2014/main" id="{5D8B8C19-99CB-D80E-90DF-83861C7781F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6142518"/>
              <a:ext cx="10455568" cy="715481"/>
              <a:chOff x="0" y="0"/>
              <a:chExt cx="10455568" cy="715481"/>
            </a:xfrm>
          </p:grpSpPr>
          <p:sp>
            <p:nvSpPr>
              <p:cNvPr id="25" name="Freeform: Shape 24">
                <a:extLst>
                  <a:ext uri="{FF2B5EF4-FFF2-40B4-BE49-F238E27FC236}">
                    <a16:creationId xmlns:a16="http://schemas.microsoft.com/office/drawing/2014/main" id="{6D585869-25EA-754F-6CDB-97C13D34F5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solidFill>
                <a:schemeClr val="l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708173CF-2E89-6291-1094-748A57783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aphicFrame>
        <p:nvGraphicFramePr>
          <p:cNvPr id="28" name="Content Placeholder 2">
            <a:extLst>
              <a:ext uri="{FF2B5EF4-FFF2-40B4-BE49-F238E27FC236}">
                <a16:creationId xmlns:a16="http://schemas.microsoft.com/office/drawing/2014/main" id="{9CD8FC3B-09B2-3111-BE8A-AE4E7CC9E2BB}"/>
              </a:ext>
            </a:extLst>
          </p:cNvPr>
          <p:cNvGraphicFramePr>
            <a:graphicFrameLocks noGrp="1"/>
          </p:cNvGraphicFramePr>
          <p:nvPr>
            <p:ph sz="half" idx="1"/>
            <p:extLst>
              <p:ext uri="{D42A27DB-BD31-4B8C-83A1-F6EECF244321}">
                <p14:modId xmlns:p14="http://schemas.microsoft.com/office/powerpoint/2010/main" val="963486159"/>
              </p:ext>
            </p:extLst>
          </p:nvPr>
        </p:nvGraphicFramePr>
        <p:xfrm>
          <a:off x="871155" y="1425300"/>
          <a:ext cx="10646665" cy="54134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70405596"/>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F94250-8D97-401F-A36C-5B5DB39DDD59}"/>
              </a:ext>
            </a:extLst>
          </p:cNvPr>
          <p:cNvSpPr>
            <a:spLocks noGrp="1"/>
          </p:cNvSpPr>
          <p:nvPr>
            <p:ph type="title"/>
          </p:nvPr>
        </p:nvSpPr>
        <p:spPr>
          <a:xfrm>
            <a:off x="1043631" y="809898"/>
            <a:ext cx="9942716" cy="1554480"/>
          </a:xfrm>
        </p:spPr>
        <p:txBody>
          <a:bodyPr vert="horz" lIns="91440" tIns="45720" rIns="91440" bIns="45720" rtlCol="0" anchor="ctr">
            <a:normAutofit/>
          </a:bodyPr>
          <a:lstStyle/>
          <a:p>
            <a:r>
              <a:rPr lang="en-US" sz="3400" b="1" kern="1200">
                <a:solidFill>
                  <a:schemeClr val="tx1"/>
                </a:solidFill>
                <a:latin typeface="+mj-lt"/>
                <a:ea typeface="+mj-ea"/>
                <a:cs typeface="+mj-cs"/>
              </a:rPr>
              <a:t>D. Turning a topic into a working title</a:t>
            </a:r>
            <a:br>
              <a:rPr lang="en-US" sz="3400" b="1" kern="1200">
                <a:solidFill>
                  <a:schemeClr val="tx1"/>
                </a:solidFill>
                <a:latin typeface="+mj-lt"/>
                <a:ea typeface="+mj-ea"/>
                <a:cs typeface="+mj-cs"/>
              </a:rPr>
            </a:br>
            <a:br>
              <a:rPr lang="en-US" sz="3400" b="1" kern="1200">
                <a:solidFill>
                  <a:schemeClr val="tx1"/>
                </a:solidFill>
                <a:latin typeface="+mj-lt"/>
                <a:ea typeface="+mj-ea"/>
                <a:cs typeface="+mj-cs"/>
              </a:rPr>
            </a:br>
            <a:r>
              <a:rPr lang="en-US" sz="3400" b="1" kern="1200">
                <a:solidFill>
                  <a:schemeClr val="tx1"/>
                </a:solidFill>
                <a:latin typeface="+mj-lt"/>
                <a:ea typeface="+mj-ea"/>
                <a:cs typeface="+mj-cs"/>
              </a:rPr>
              <a:t>A simple drafting technique:</a:t>
            </a:r>
          </a:p>
        </p:txBody>
      </p:sp>
      <p:sp>
        <p:nvSpPr>
          <p:cNvPr id="3" name="Subtitle 2">
            <a:extLst>
              <a:ext uri="{FF2B5EF4-FFF2-40B4-BE49-F238E27FC236}">
                <a16:creationId xmlns:a16="http://schemas.microsoft.com/office/drawing/2014/main" id="{6D55F7CC-C3DE-41F7-8BE1-39A9489FC047}"/>
              </a:ext>
            </a:extLst>
          </p:cNvPr>
          <p:cNvSpPr>
            <a:spLocks noGrp="1"/>
          </p:cNvSpPr>
          <p:nvPr>
            <p:ph type="body" idx="1"/>
          </p:nvPr>
        </p:nvSpPr>
        <p:spPr>
          <a:xfrm>
            <a:off x="1045028" y="3017522"/>
            <a:ext cx="9941319" cy="3124658"/>
          </a:xfrm>
        </p:spPr>
        <p:txBody>
          <a:bodyPr vert="horz" lIns="91440" tIns="45720" rIns="91440" bIns="45720" rtlCol="0" anchor="ctr">
            <a:normAutofit/>
          </a:bodyPr>
          <a:lstStyle/>
          <a:p>
            <a:pPr indent="-228600">
              <a:buFont typeface="Arial" panose="020B0604020202020204" pitchFamily="34" charset="0"/>
              <a:buChar char="•"/>
            </a:pPr>
            <a:r>
              <a:rPr lang="en-US" b="0"/>
              <a:t>A simple drafting technique:</a:t>
            </a:r>
          </a:p>
          <a:p>
            <a:pPr marL="457200" indent="-228600">
              <a:buFont typeface="Arial" panose="020B0604020202020204" pitchFamily="34" charset="0"/>
              <a:buChar char="•"/>
            </a:pPr>
            <a:endParaRPr lang="en-US" b="0"/>
          </a:p>
          <a:p>
            <a:pPr marL="457200" indent="-228600">
              <a:buFont typeface="Arial" panose="020B0604020202020204" pitchFamily="34" charset="0"/>
              <a:buChar char="•"/>
            </a:pPr>
            <a:r>
              <a:rPr lang="en-US" b="0"/>
              <a:t>Complete the sentence: “</a:t>
            </a:r>
            <a:r>
              <a:rPr lang="en-US" b="0" i="1"/>
              <a:t>My study is about </a:t>
            </a:r>
            <a:r>
              <a:rPr lang="en-US" b="0"/>
              <a:t>…”</a:t>
            </a:r>
          </a:p>
          <a:p>
            <a:pPr marL="457200" indent="-228600">
              <a:buFont typeface="Arial" panose="020B0604020202020204" pitchFamily="34" charset="0"/>
              <a:buChar char="•"/>
            </a:pPr>
            <a:endParaRPr lang="en-US" b="0"/>
          </a:p>
          <a:p>
            <a:pPr marL="457200" indent="-228600">
              <a:buFont typeface="Arial" panose="020B0604020202020204" pitchFamily="34" charset="0"/>
              <a:buChar char="•"/>
            </a:pPr>
            <a:r>
              <a:rPr lang="en-US" b="0"/>
              <a:t>Then rewrite it as a title that another person can understand quickly.</a:t>
            </a:r>
          </a:p>
          <a:p>
            <a:pPr marL="457200" indent="-228600">
              <a:buFont typeface="Arial" panose="020B0604020202020204" pitchFamily="34" charset="0"/>
              <a:buChar char="•"/>
            </a:pPr>
            <a:endParaRPr lang="en-US" b="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4075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F8BCB0-A886-1C3C-F7EE-6130C7F690E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03E363-2FA2-EC59-2E5A-C7AE5B95CBD1}"/>
              </a:ext>
            </a:extLst>
          </p:cNvPr>
          <p:cNvSpPr>
            <a:spLocks noGrp="1"/>
          </p:cNvSpPr>
          <p:nvPr>
            <p:ph type="title"/>
          </p:nvPr>
        </p:nvSpPr>
        <p:spPr>
          <a:xfrm>
            <a:off x="1043631" y="809898"/>
            <a:ext cx="9942716" cy="1554480"/>
          </a:xfrm>
        </p:spPr>
        <p:txBody>
          <a:bodyPr vert="horz" lIns="91440" tIns="45720" rIns="91440" bIns="45720" rtlCol="0" anchor="ctr">
            <a:normAutofit/>
          </a:bodyPr>
          <a:lstStyle/>
          <a:p>
            <a:r>
              <a:rPr lang="en-US" sz="3400" b="1" kern="1200">
                <a:solidFill>
                  <a:schemeClr val="tx1"/>
                </a:solidFill>
                <a:latin typeface="+mj-lt"/>
                <a:ea typeface="+mj-ea"/>
                <a:cs typeface="+mj-cs"/>
              </a:rPr>
              <a:t>D. Turning a topic into a working title</a:t>
            </a:r>
            <a:br>
              <a:rPr lang="en-US" sz="3400" b="1" kern="1200">
                <a:solidFill>
                  <a:schemeClr val="tx1"/>
                </a:solidFill>
                <a:latin typeface="+mj-lt"/>
                <a:ea typeface="+mj-ea"/>
                <a:cs typeface="+mj-cs"/>
              </a:rPr>
            </a:br>
            <a:br>
              <a:rPr lang="en-US" sz="3400" b="1" kern="1200">
                <a:solidFill>
                  <a:schemeClr val="tx1"/>
                </a:solidFill>
                <a:latin typeface="+mj-lt"/>
                <a:ea typeface="+mj-ea"/>
                <a:cs typeface="+mj-cs"/>
              </a:rPr>
            </a:br>
            <a:r>
              <a:rPr lang="en-US" sz="3400" b="1" kern="1200">
                <a:solidFill>
                  <a:schemeClr val="tx1"/>
                </a:solidFill>
                <a:latin typeface="+mj-lt"/>
                <a:ea typeface="+mj-ea"/>
                <a:cs typeface="+mj-cs"/>
              </a:rPr>
              <a:t>A simple drafting technique:</a:t>
            </a:r>
          </a:p>
        </p:txBody>
      </p:sp>
      <p:sp>
        <p:nvSpPr>
          <p:cNvPr id="3" name="Subtitle 2">
            <a:extLst>
              <a:ext uri="{FF2B5EF4-FFF2-40B4-BE49-F238E27FC236}">
                <a16:creationId xmlns:a16="http://schemas.microsoft.com/office/drawing/2014/main" id="{18B4FB12-30B1-9341-5AE1-FB155AA394C6}"/>
              </a:ext>
            </a:extLst>
          </p:cNvPr>
          <p:cNvSpPr>
            <a:spLocks noGrp="1"/>
          </p:cNvSpPr>
          <p:nvPr>
            <p:ph type="body" idx="1"/>
          </p:nvPr>
        </p:nvSpPr>
        <p:spPr>
          <a:xfrm>
            <a:off x="1045028" y="3017522"/>
            <a:ext cx="9941319" cy="3124658"/>
          </a:xfrm>
        </p:spPr>
        <p:txBody>
          <a:bodyPr vert="horz" lIns="91440" tIns="45720" rIns="91440" bIns="45720" rtlCol="0" anchor="ctr">
            <a:normAutofit/>
          </a:bodyPr>
          <a:lstStyle/>
          <a:p>
            <a:pPr indent="-228600">
              <a:buFont typeface="Arial" panose="020B0604020202020204" pitchFamily="34" charset="0"/>
              <a:buChar char="•"/>
            </a:pPr>
            <a:r>
              <a:rPr lang="en-US" sz="1700" b="0" dirty="0">
                <a:solidFill>
                  <a:schemeClr val="accent1">
                    <a:lumMod val="60000"/>
                    <a:lumOff val="40000"/>
                  </a:schemeClr>
                </a:solidFill>
              </a:rPr>
              <a:t>IT Example 1: Cybersecurity</a:t>
            </a:r>
          </a:p>
          <a:p>
            <a:pPr indent="-228600">
              <a:buFont typeface="Arial" panose="020B0604020202020204" pitchFamily="34" charset="0"/>
              <a:buChar char="•"/>
            </a:pPr>
            <a:endParaRPr lang="en-US" sz="1700" b="0" dirty="0"/>
          </a:p>
          <a:p>
            <a:pPr indent="-228600">
              <a:buFont typeface="Arial" panose="020B0604020202020204" pitchFamily="34" charset="0"/>
              <a:buChar char="•"/>
            </a:pPr>
            <a:r>
              <a:rPr lang="en-US" sz="1700" b="0" dirty="0">
                <a:solidFill>
                  <a:schemeClr val="accent1">
                    <a:lumMod val="60000"/>
                    <a:lumOff val="40000"/>
                  </a:schemeClr>
                </a:solidFill>
              </a:rPr>
              <a:t>My study is about …</a:t>
            </a:r>
          </a:p>
          <a:p>
            <a:pPr indent="-228600">
              <a:buFont typeface="Arial" panose="020B0604020202020204" pitchFamily="34" charset="0"/>
              <a:buChar char="•"/>
            </a:pPr>
            <a:r>
              <a:rPr lang="en-US" sz="1700" b="0" i="1" dirty="0">
                <a:solidFill>
                  <a:schemeClr val="accent1">
                    <a:lumMod val="60000"/>
                    <a:lumOff val="40000"/>
                  </a:schemeClr>
                </a:solidFill>
              </a:rPr>
              <a:t>My study is about </a:t>
            </a:r>
            <a:r>
              <a:rPr lang="en-US" sz="1700" b="0" dirty="0"/>
              <a:t>how cybersecurity awareness training affects banking employees’ ability to </a:t>
            </a:r>
            <a:r>
              <a:rPr lang="en-US" sz="1700" b="0" dirty="0" err="1"/>
              <a:t>recognise</a:t>
            </a:r>
            <a:r>
              <a:rPr lang="en-US" sz="1700" b="0" dirty="0"/>
              <a:t> phishing emails.</a:t>
            </a:r>
          </a:p>
          <a:p>
            <a:pPr indent="-228600">
              <a:buFont typeface="Arial" panose="020B0604020202020204" pitchFamily="34" charset="0"/>
              <a:buChar char="•"/>
            </a:pPr>
            <a:endParaRPr lang="en-US" sz="1700" b="0" dirty="0"/>
          </a:p>
          <a:p>
            <a:pPr indent="-228600">
              <a:buFont typeface="Arial" panose="020B0604020202020204" pitchFamily="34" charset="0"/>
              <a:buChar char="•"/>
            </a:pPr>
            <a:r>
              <a:rPr lang="en-US" sz="1700" b="0" dirty="0">
                <a:solidFill>
                  <a:schemeClr val="accent1">
                    <a:lumMod val="60000"/>
                    <a:lumOff val="40000"/>
                  </a:schemeClr>
                </a:solidFill>
              </a:rPr>
              <a:t>Rewrite as a clear research title:</a:t>
            </a:r>
          </a:p>
          <a:p>
            <a:pPr indent="-228600">
              <a:buFont typeface="Arial" panose="020B0604020202020204" pitchFamily="34" charset="0"/>
              <a:buChar char="•"/>
            </a:pPr>
            <a:r>
              <a:rPr lang="en-US" sz="1700" b="0" dirty="0"/>
              <a:t>“The Impact of Cybersecurity Awareness Training on Phishing Recognition Among Banking Employees”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9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60EBD6-F13E-8111-78BE-C65F28FAC8C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768F26-4AE9-8E73-96B4-6E6A222FE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61BB153-433E-08EC-D0D0-A8516CF745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580284D0-D096-2C42-27E3-9326631A2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8A38BE2-BBDF-159A-F771-8601277E4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B738D53-06EF-647D-421D-B37D5D56F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C09887FB-1C62-E866-2FDB-D79CF4803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F4F613-E4E9-9BF6-5EC1-7A4E5BC783AA}"/>
              </a:ext>
            </a:extLst>
          </p:cNvPr>
          <p:cNvSpPr>
            <a:spLocks noGrp="1"/>
          </p:cNvSpPr>
          <p:nvPr>
            <p:ph type="title"/>
          </p:nvPr>
        </p:nvSpPr>
        <p:spPr>
          <a:xfrm>
            <a:off x="1043631" y="809898"/>
            <a:ext cx="9942716" cy="1554480"/>
          </a:xfrm>
        </p:spPr>
        <p:txBody>
          <a:bodyPr vert="horz" lIns="91440" tIns="45720" rIns="91440" bIns="45720" rtlCol="0" anchor="ctr">
            <a:normAutofit/>
          </a:bodyPr>
          <a:lstStyle/>
          <a:p>
            <a:r>
              <a:rPr lang="en-US" sz="3400" b="1" kern="1200">
                <a:solidFill>
                  <a:schemeClr val="tx1"/>
                </a:solidFill>
                <a:latin typeface="+mj-lt"/>
                <a:ea typeface="+mj-ea"/>
                <a:cs typeface="+mj-cs"/>
              </a:rPr>
              <a:t>D. Turning a topic into a working title</a:t>
            </a:r>
            <a:br>
              <a:rPr lang="en-US" sz="3400" b="1" kern="1200">
                <a:solidFill>
                  <a:schemeClr val="tx1"/>
                </a:solidFill>
                <a:latin typeface="+mj-lt"/>
                <a:ea typeface="+mj-ea"/>
                <a:cs typeface="+mj-cs"/>
              </a:rPr>
            </a:br>
            <a:br>
              <a:rPr lang="en-US" sz="3400" b="1" kern="1200">
                <a:solidFill>
                  <a:schemeClr val="tx1"/>
                </a:solidFill>
                <a:latin typeface="+mj-lt"/>
                <a:ea typeface="+mj-ea"/>
                <a:cs typeface="+mj-cs"/>
              </a:rPr>
            </a:br>
            <a:r>
              <a:rPr lang="en-US" sz="3400" b="1" kern="1200">
                <a:solidFill>
                  <a:schemeClr val="tx1"/>
                </a:solidFill>
                <a:latin typeface="+mj-lt"/>
                <a:ea typeface="+mj-ea"/>
                <a:cs typeface="+mj-cs"/>
              </a:rPr>
              <a:t>A simple drafting technique:</a:t>
            </a:r>
          </a:p>
        </p:txBody>
      </p:sp>
      <p:sp>
        <p:nvSpPr>
          <p:cNvPr id="3" name="Subtitle 2">
            <a:extLst>
              <a:ext uri="{FF2B5EF4-FFF2-40B4-BE49-F238E27FC236}">
                <a16:creationId xmlns:a16="http://schemas.microsoft.com/office/drawing/2014/main" id="{9F77225C-C73C-38E9-D058-4A41A4A0DFB5}"/>
              </a:ext>
            </a:extLst>
          </p:cNvPr>
          <p:cNvSpPr>
            <a:spLocks noGrp="1"/>
          </p:cNvSpPr>
          <p:nvPr>
            <p:ph type="body" idx="1"/>
          </p:nvPr>
        </p:nvSpPr>
        <p:spPr>
          <a:xfrm>
            <a:off x="1045028" y="3017522"/>
            <a:ext cx="9941319" cy="3124658"/>
          </a:xfrm>
        </p:spPr>
        <p:txBody>
          <a:bodyPr vert="horz" lIns="91440" tIns="45720" rIns="91440" bIns="45720" rtlCol="0" anchor="ctr">
            <a:normAutofit/>
          </a:bodyPr>
          <a:lstStyle/>
          <a:p>
            <a:pPr indent="-228600">
              <a:buFont typeface="Arial" panose="020B0604020202020204" pitchFamily="34" charset="0"/>
              <a:buChar char="•"/>
            </a:pPr>
            <a:r>
              <a:rPr lang="en-US" sz="1700" b="0" dirty="0">
                <a:solidFill>
                  <a:schemeClr val="accent1">
                    <a:lumMod val="60000"/>
                    <a:lumOff val="40000"/>
                  </a:schemeClr>
                </a:solidFill>
              </a:rPr>
              <a:t>IT Example 2: AI in Software Development</a:t>
            </a:r>
          </a:p>
          <a:p>
            <a:pPr indent="-228600">
              <a:buFont typeface="Arial" panose="020B0604020202020204" pitchFamily="34" charset="0"/>
              <a:buChar char="•"/>
            </a:pPr>
            <a:endParaRPr lang="en-US" sz="1700" b="0" dirty="0"/>
          </a:p>
          <a:p>
            <a:pPr indent="-228600">
              <a:buFont typeface="Arial" panose="020B0604020202020204" pitchFamily="34" charset="0"/>
              <a:buChar char="•"/>
            </a:pPr>
            <a:r>
              <a:rPr lang="en-US" sz="1700" b="0" dirty="0">
                <a:solidFill>
                  <a:schemeClr val="accent1">
                    <a:lumMod val="60000"/>
                    <a:lumOff val="40000"/>
                  </a:schemeClr>
                </a:solidFill>
              </a:rPr>
              <a:t>My study is about …</a:t>
            </a:r>
          </a:p>
          <a:p>
            <a:pPr indent="-228600">
              <a:buFont typeface="Arial" panose="020B0604020202020204" pitchFamily="34" charset="0"/>
              <a:buChar char="•"/>
            </a:pPr>
            <a:r>
              <a:rPr lang="en-US" sz="1700" b="0" i="1" dirty="0">
                <a:solidFill>
                  <a:schemeClr val="accent1">
                    <a:lumMod val="60000"/>
                    <a:lumOff val="40000"/>
                  </a:schemeClr>
                </a:solidFill>
              </a:rPr>
              <a:t>My study is about </a:t>
            </a:r>
            <a:r>
              <a:rPr lang="en-US" sz="1700" b="0" dirty="0"/>
              <a:t>how AI coding assistants influence developer productivity and the reliability of code produced in software development teams.</a:t>
            </a:r>
          </a:p>
          <a:p>
            <a:pPr indent="-228600">
              <a:buFont typeface="Arial" panose="020B0604020202020204" pitchFamily="34" charset="0"/>
              <a:buChar char="•"/>
            </a:pPr>
            <a:endParaRPr lang="en-US" sz="1700" b="0" dirty="0"/>
          </a:p>
          <a:p>
            <a:pPr indent="-228600">
              <a:buFont typeface="Arial" panose="020B0604020202020204" pitchFamily="34" charset="0"/>
              <a:buChar char="•"/>
            </a:pPr>
            <a:r>
              <a:rPr lang="en-US" sz="1700" b="0" dirty="0">
                <a:solidFill>
                  <a:schemeClr val="accent1">
                    <a:lumMod val="60000"/>
                    <a:lumOff val="40000"/>
                  </a:schemeClr>
                </a:solidFill>
              </a:rPr>
              <a:t>Rewrite as a clear research title:</a:t>
            </a:r>
          </a:p>
          <a:p>
            <a:pPr indent="-228600">
              <a:buFont typeface="Arial" panose="020B0604020202020204" pitchFamily="34" charset="0"/>
              <a:buChar char="•"/>
            </a:pPr>
            <a:r>
              <a:rPr lang="en-US" sz="1700" b="0" dirty="0"/>
              <a:t>“The Effects of AI Coding Assistants on Developer Productivity and Code Reliability in Software Development Teams”</a:t>
            </a:r>
          </a:p>
        </p:txBody>
      </p:sp>
      <p:cxnSp>
        <p:nvCxnSpPr>
          <p:cNvPr id="17" name="Straight Connector 16">
            <a:extLst>
              <a:ext uri="{FF2B5EF4-FFF2-40B4-BE49-F238E27FC236}">
                <a16:creationId xmlns:a16="http://schemas.microsoft.com/office/drawing/2014/main" id="{E6138365-01A4-FDB3-08E6-A4B862ADD74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569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0F795C-D677-24AE-A79D-659EE1C0C80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2F1891-811F-E485-BDFB-A75C0FAD57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FDA043E-1FF3-B931-3028-F4CA941947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72F82E4A-101F-321A-3EF7-369C5F8055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46050B1-A6E2-CCB5-C6EF-E2F1D61BE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A7CED4C-F59A-0724-6287-CDACB47EA7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1B5A23F8-78FE-D803-F7B0-2F5FA135C3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3660D8-33AE-1388-BA40-8191FB012D7A}"/>
              </a:ext>
            </a:extLst>
          </p:cNvPr>
          <p:cNvSpPr>
            <a:spLocks noGrp="1"/>
          </p:cNvSpPr>
          <p:nvPr>
            <p:ph type="title"/>
          </p:nvPr>
        </p:nvSpPr>
        <p:spPr>
          <a:xfrm>
            <a:off x="1043631" y="809898"/>
            <a:ext cx="9942716" cy="1554480"/>
          </a:xfrm>
        </p:spPr>
        <p:txBody>
          <a:bodyPr vert="horz" lIns="91440" tIns="45720" rIns="91440" bIns="45720" rtlCol="0" anchor="ctr">
            <a:normAutofit/>
          </a:bodyPr>
          <a:lstStyle/>
          <a:p>
            <a:r>
              <a:rPr lang="en-US" sz="3400" b="1" kern="1200" dirty="0">
                <a:solidFill>
                  <a:schemeClr val="tx1"/>
                </a:solidFill>
                <a:latin typeface="+mj-lt"/>
                <a:ea typeface="+mj-ea"/>
                <a:cs typeface="+mj-cs"/>
              </a:rPr>
              <a:t>D. Turning a topic into a working title</a:t>
            </a:r>
            <a:br>
              <a:rPr lang="en-US" sz="3400" b="1" kern="1200" dirty="0">
                <a:solidFill>
                  <a:schemeClr val="tx1"/>
                </a:solidFill>
                <a:latin typeface="+mj-lt"/>
                <a:ea typeface="+mj-ea"/>
                <a:cs typeface="+mj-cs"/>
              </a:rPr>
            </a:br>
            <a:br>
              <a:rPr lang="en-US" sz="3400" b="1" kern="1200" dirty="0">
                <a:solidFill>
                  <a:schemeClr val="tx1"/>
                </a:solidFill>
                <a:latin typeface="+mj-lt"/>
                <a:ea typeface="+mj-ea"/>
                <a:cs typeface="+mj-cs"/>
              </a:rPr>
            </a:br>
            <a:r>
              <a:rPr lang="en-US" sz="3400" b="1" kern="1200" dirty="0">
                <a:solidFill>
                  <a:schemeClr val="tx1"/>
                </a:solidFill>
                <a:latin typeface="+mj-lt"/>
                <a:ea typeface="+mj-ea"/>
                <a:cs typeface="+mj-cs"/>
              </a:rPr>
              <a:t>Guidelines for a strong research title:</a:t>
            </a:r>
          </a:p>
        </p:txBody>
      </p:sp>
      <p:sp>
        <p:nvSpPr>
          <p:cNvPr id="3" name="Subtitle 2">
            <a:extLst>
              <a:ext uri="{FF2B5EF4-FFF2-40B4-BE49-F238E27FC236}">
                <a16:creationId xmlns:a16="http://schemas.microsoft.com/office/drawing/2014/main" id="{E210E2EB-AE9A-7A34-BE37-5BEDF023AD5D}"/>
              </a:ext>
            </a:extLst>
          </p:cNvPr>
          <p:cNvSpPr>
            <a:spLocks noGrp="1"/>
          </p:cNvSpPr>
          <p:nvPr>
            <p:ph type="body" idx="1"/>
          </p:nvPr>
        </p:nvSpPr>
        <p:spPr>
          <a:xfrm>
            <a:off x="731526" y="2560321"/>
            <a:ext cx="11128780" cy="3781289"/>
          </a:xfrm>
        </p:spPr>
        <p:txBody>
          <a:bodyPr vert="horz" lIns="91440" tIns="45720" rIns="91440" bIns="45720" rtlCol="0" anchor="ctr">
            <a:normAutofit/>
          </a:bodyPr>
          <a:lstStyle/>
          <a:p>
            <a:pPr indent="-228600">
              <a:buFont typeface="Arial" panose="020B0604020202020204" pitchFamily="34" charset="0"/>
              <a:buChar char="•"/>
            </a:pPr>
            <a:r>
              <a:rPr lang="en-US" sz="1700" b="0" dirty="0"/>
              <a:t>Be brief and avoid wasting words (avoid filler like “</a:t>
            </a:r>
            <a:r>
              <a:rPr lang="en-US" sz="1700" b="0" i="1" dirty="0"/>
              <a:t>A study of …” </a:t>
            </a:r>
            <a:r>
              <a:rPr lang="en-US" sz="1700" b="0" dirty="0"/>
              <a:t>unless needed).</a:t>
            </a:r>
          </a:p>
          <a:p>
            <a:pPr indent="-228600">
              <a:buFont typeface="Arial" panose="020B0604020202020204" pitchFamily="34" charset="0"/>
              <a:buChar char="•"/>
            </a:pPr>
            <a:endParaRPr lang="en-US" sz="1700" b="0" dirty="0"/>
          </a:p>
          <a:p>
            <a:pPr indent="-228600">
              <a:buFont typeface="Arial" panose="020B0604020202020204" pitchFamily="34" charset="0"/>
              <a:buChar char="•"/>
            </a:pPr>
            <a:r>
              <a:rPr lang="en-US" sz="1700" b="0" dirty="0"/>
              <a:t>Aim for a title that is easy to read and not overly complex.</a:t>
            </a:r>
          </a:p>
          <a:p>
            <a:pPr indent="-228600">
              <a:buFont typeface="Arial" panose="020B0604020202020204" pitchFamily="34" charset="0"/>
              <a:buChar char="•"/>
            </a:pPr>
            <a:endParaRPr lang="en-US" sz="1700" b="0" dirty="0"/>
          </a:p>
          <a:p>
            <a:pPr indent="-228600">
              <a:buFont typeface="Arial" panose="020B0604020202020204" pitchFamily="34" charset="0"/>
              <a:buChar char="•"/>
            </a:pPr>
            <a:r>
              <a:rPr lang="en-US" sz="1700" b="0" dirty="0"/>
              <a:t>Use a single title or a double title (main title + clarifying subtitle) if helpful.</a:t>
            </a:r>
          </a:p>
          <a:p>
            <a:pPr indent="-228600">
              <a:buFont typeface="Arial" panose="020B0604020202020204" pitchFamily="34" charset="0"/>
              <a:buChar char="•"/>
            </a:pPr>
            <a:endParaRPr lang="en-US" sz="1700" b="0" dirty="0"/>
          </a:p>
          <a:p>
            <a:pPr indent="-228600">
              <a:buFont typeface="Arial" panose="020B0604020202020204" pitchFamily="34" charset="0"/>
              <a:buChar char="•"/>
            </a:pPr>
            <a:r>
              <a:rPr lang="en-US" sz="1700" b="0" dirty="0"/>
              <a:t>Include the key focus of the study (topic, setting, population, or key concept), without trying to include every detail.</a:t>
            </a:r>
          </a:p>
          <a:p>
            <a:pPr indent="-228600">
              <a:buFont typeface="Arial" panose="020B0604020202020204" pitchFamily="34" charset="0"/>
              <a:buChar char="•"/>
            </a:pPr>
            <a:endParaRPr lang="en-US" sz="1700" b="0" dirty="0"/>
          </a:p>
          <a:p>
            <a:pPr indent="-228600">
              <a:buFont typeface="Arial" panose="020B0604020202020204" pitchFamily="34" charset="0"/>
              <a:buChar char="•"/>
            </a:pPr>
            <a:r>
              <a:rPr lang="en-US" sz="1700" b="0" dirty="0"/>
              <a:t>Consider limiting the title to about 12 words and remove unnecessary articles and prepositions.</a:t>
            </a:r>
          </a:p>
        </p:txBody>
      </p:sp>
      <p:cxnSp>
        <p:nvCxnSpPr>
          <p:cNvPr id="17" name="Straight Connector 16">
            <a:extLst>
              <a:ext uri="{FF2B5EF4-FFF2-40B4-BE49-F238E27FC236}">
                <a16:creationId xmlns:a16="http://schemas.microsoft.com/office/drawing/2014/main" id="{59AAD9A4-7459-F3E7-D959-D9036F6E4C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2121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55ECBE-E3AA-A12E-779E-7DC0044CDC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822FE6D-0AB2-A08F-6C03-0992C2EA8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E11E2CE-83BA-5893-8BC0-28A8E01622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0992C809-8830-4C78-F8A9-3F2DD20928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6F1FB7F-7136-057D-AAA3-9D18FFC7E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CF4BDC6-F6EF-33D4-4260-3E65B2B4E9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8B472A1A-61E6-8310-C15C-AAAA72EA05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9C02FA-5F9A-5533-E9A8-5C2AF758AE69}"/>
              </a:ext>
            </a:extLst>
          </p:cNvPr>
          <p:cNvSpPr>
            <a:spLocks noGrp="1"/>
          </p:cNvSpPr>
          <p:nvPr>
            <p:ph type="title"/>
          </p:nvPr>
        </p:nvSpPr>
        <p:spPr>
          <a:xfrm>
            <a:off x="1043631" y="809898"/>
            <a:ext cx="9942716" cy="1554480"/>
          </a:xfrm>
        </p:spPr>
        <p:txBody>
          <a:bodyPr vert="horz" lIns="91440" tIns="45720" rIns="91440" bIns="45720" rtlCol="0" anchor="ctr">
            <a:normAutofit/>
          </a:bodyPr>
          <a:lstStyle/>
          <a:p>
            <a:r>
              <a:rPr lang="en-US" sz="3400" b="1" kern="1200" dirty="0">
                <a:solidFill>
                  <a:schemeClr val="tx1"/>
                </a:solidFill>
                <a:latin typeface="+mj-lt"/>
                <a:ea typeface="+mj-ea"/>
                <a:cs typeface="+mj-cs"/>
              </a:rPr>
              <a:t>D. Turning a topic into a working title</a:t>
            </a:r>
          </a:p>
        </p:txBody>
      </p:sp>
      <p:sp>
        <p:nvSpPr>
          <p:cNvPr id="3" name="Subtitle 2">
            <a:extLst>
              <a:ext uri="{FF2B5EF4-FFF2-40B4-BE49-F238E27FC236}">
                <a16:creationId xmlns:a16="http://schemas.microsoft.com/office/drawing/2014/main" id="{343B63A9-ABB2-2E53-FAFD-97C2973118A6}"/>
              </a:ext>
            </a:extLst>
          </p:cNvPr>
          <p:cNvSpPr>
            <a:spLocks noGrp="1"/>
          </p:cNvSpPr>
          <p:nvPr>
            <p:ph type="body" idx="1"/>
          </p:nvPr>
        </p:nvSpPr>
        <p:spPr>
          <a:xfrm>
            <a:off x="0" y="2560321"/>
            <a:ext cx="12192000" cy="3924984"/>
          </a:xfrm>
        </p:spPr>
        <p:txBody>
          <a:bodyPr vert="horz" lIns="91440" tIns="45720" rIns="91440" bIns="45720" rtlCol="0" anchor="ctr">
            <a:normAutofit/>
          </a:bodyPr>
          <a:lstStyle/>
          <a:p>
            <a:r>
              <a:rPr lang="en-ZA" dirty="0"/>
              <a:t>ICT title examples (single title):</a:t>
            </a:r>
            <a:endParaRPr lang="en-ZA" b="0" dirty="0"/>
          </a:p>
          <a:p>
            <a:r>
              <a:rPr lang="en-ZA" sz="2000" b="0" dirty="0"/>
              <a:t>• Factors Influencing Adoption of Multi-Factor Authentication in Small Businesses</a:t>
            </a:r>
          </a:p>
          <a:p>
            <a:r>
              <a:rPr lang="en-ZA" sz="2000" b="0" dirty="0"/>
              <a:t>• Usability Barriers in a University Learning Management System for First-Year ICT Students</a:t>
            </a:r>
          </a:p>
          <a:p>
            <a:endParaRPr lang="en-ZA" sz="2000" b="0" dirty="0"/>
          </a:p>
          <a:p>
            <a:r>
              <a:rPr lang="en-ZA" dirty="0"/>
              <a:t>ICT title examples (double title):</a:t>
            </a:r>
            <a:endParaRPr lang="en-ZA" sz="2000" b="0" dirty="0"/>
          </a:p>
          <a:p>
            <a:r>
              <a:rPr lang="en-ZA" sz="2000" b="0" dirty="0"/>
              <a:t>• Improving Mobile Navigation for Low-Bandwidth Users: A Case Study of a rural town in </a:t>
            </a:r>
            <a:r>
              <a:rPr lang="en-ZA" sz="2000" b="0"/>
              <a:t>South Africa</a:t>
            </a:r>
            <a:endParaRPr lang="en-ZA" sz="2000" b="0" dirty="0"/>
          </a:p>
          <a:p>
            <a:r>
              <a:rPr lang="en-ZA" sz="2000" b="0" dirty="0"/>
              <a:t>• AI Support in Programming Education: Student Use of Generative Tools in Introductory Coding Modules</a:t>
            </a:r>
          </a:p>
        </p:txBody>
      </p:sp>
      <p:cxnSp>
        <p:nvCxnSpPr>
          <p:cNvPr id="17" name="Straight Connector 16">
            <a:extLst>
              <a:ext uri="{FF2B5EF4-FFF2-40B4-BE49-F238E27FC236}">
                <a16:creationId xmlns:a16="http://schemas.microsoft.com/office/drawing/2014/main" id="{10DEC6D6-9830-823E-DC24-BBC2216A20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7732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A43E47-CECB-2912-BE12-D183A4BC036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48C64E-D25F-FCB5-B200-77D3C9C9974F}"/>
              </a:ext>
            </a:extLst>
          </p:cNvPr>
          <p:cNvSpPr>
            <a:spLocks noGrp="1"/>
          </p:cNvSpPr>
          <p:nvPr>
            <p:ph type="title"/>
          </p:nvPr>
        </p:nvSpPr>
        <p:spPr>
          <a:xfrm>
            <a:off x="968024" y="987543"/>
            <a:ext cx="10255952" cy="1041901"/>
          </a:xfrm>
        </p:spPr>
        <p:txBody>
          <a:bodyPr vert="horz" lIns="91440" tIns="45720" rIns="91440" bIns="45720" rtlCol="0">
            <a:normAutofit/>
          </a:bodyPr>
          <a:lstStyle/>
          <a:p>
            <a:r>
              <a:rPr lang="en-US" sz="3200" kern="1200" dirty="0">
                <a:latin typeface="+mj-lt"/>
                <a:ea typeface="+mj-ea"/>
                <a:cs typeface="+mj-cs"/>
              </a:rPr>
              <a:t>E. Narrowing the scope: </a:t>
            </a:r>
            <a:br>
              <a:rPr lang="en-US" sz="3200" kern="1200" dirty="0">
                <a:latin typeface="+mj-lt"/>
                <a:ea typeface="+mj-ea"/>
                <a:cs typeface="+mj-cs"/>
              </a:rPr>
            </a:br>
            <a:r>
              <a:rPr lang="en-US" sz="3200" kern="1200" dirty="0">
                <a:latin typeface="+mj-lt"/>
                <a:ea typeface="+mj-ea"/>
                <a:cs typeface="+mj-cs"/>
              </a:rPr>
              <a:t>the “boundary settings” that make a topic researchable</a:t>
            </a:r>
          </a:p>
        </p:txBody>
      </p:sp>
      <p:sp>
        <p:nvSpPr>
          <p:cNvPr id="3" name="Content Placeholder 2">
            <a:extLst>
              <a:ext uri="{FF2B5EF4-FFF2-40B4-BE49-F238E27FC236}">
                <a16:creationId xmlns:a16="http://schemas.microsoft.com/office/drawing/2014/main" id="{98730093-BEE5-D0F8-DD1E-F2BB68391F4F}"/>
              </a:ext>
            </a:extLst>
          </p:cNvPr>
          <p:cNvSpPr>
            <a:spLocks noGrp="1"/>
          </p:cNvSpPr>
          <p:nvPr>
            <p:ph sz="half" idx="1"/>
          </p:nvPr>
        </p:nvSpPr>
        <p:spPr>
          <a:xfrm>
            <a:off x="1221292" y="2175741"/>
            <a:ext cx="9771320" cy="3575830"/>
          </a:xfrm>
        </p:spPr>
        <p:txBody>
          <a:bodyPr vert="horz" lIns="91440" tIns="45720" rIns="91440" bIns="45720" rtlCol="0">
            <a:noAutofit/>
          </a:bodyPr>
          <a:lstStyle/>
          <a:p>
            <a:pPr marL="0" indent="0">
              <a:buNone/>
            </a:pPr>
            <a:r>
              <a:rPr lang="en-US" sz="1800" dirty="0"/>
              <a:t>Many beginners choose a topic that is interesting but too wide. Narrowing is not ‘making it smaller’ only; it is defining the boundaries, so the study has a clear focus:</a:t>
            </a:r>
          </a:p>
          <a:p>
            <a:r>
              <a:rPr lang="en-US" sz="1800" b="1" dirty="0"/>
              <a:t>Population</a:t>
            </a:r>
            <a:r>
              <a:rPr lang="en-US" sz="1800" dirty="0"/>
              <a:t>: Who/what are you studying (e.g., first-year ICT students, small retail businesses, software developers in one company)?</a:t>
            </a:r>
          </a:p>
          <a:p>
            <a:r>
              <a:rPr lang="en-US" sz="1800" b="1" dirty="0"/>
              <a:t>Setting</a:t>
            </a:r>
            <a:r>
              <a:rPr lang="en-US" sz="1800" dirty="0"/>
              <a:t>: Where will the study take place (e.g., one campus, one </a:t>
            </a:r>
            <a:r>
              <a:rPr lang="en-US" sz="1800" dirty="0" err="1"/>
              <a:t>organisation</a:t>
            </a:r>
            <a:r>
              <a:rPr lang="en-US" sz="1800" dirty="0"/>
              <a:t>, one online platform)?</a:t>
            </a:r>
          </a:p>
          <a:p>
            <a:r>
              <a:rPr lang="en-US" sz="1800" b="1" dirty="0"/>
              <a:t>Timeframe</a:t>
            </a:r>
            <a:r>
              <a:rPr lang="en-US" sz="1800" dirty="0"/>
              <a:t>: What period will you focus on (e.g., one semester; last 6 months of support tickets)?</a:t>
            </a:r>
          </a:p>
          <a:p>
            <a:r>
              <a:rPr lang="en-US" sz="1800" b="1" dirty="0"/>
              <a:t>Key concept(s): </a:t>
            </a:r>
            <a:r>
              <a:rPr lang="en-US" sz="1800" dirty="0"/>
              <a:t>What exactly are you studying (e.g., user satisfaction, adoption barriers, perceived usefulness, error rates)?</a:t>
            </a:r>
          </a:p>
          <a:p>
            <a:r>
              <a:rPr lang="en-US" sz="1800" b="1" dirty="0"/>
              <a:t>Data source(s): </a:t>
            </a:r>
            <a:r>
              <a:rPr lang="en-US" sz="1800" dirty="0"/>
              <a:t>What evidence will you use (survey, interviews, observation, system logs, documents, usability tests)?</a:t>
            </a:r>
          </a:p>
          <a:p>
            <a:endParaRPr lang="en-US" sz="1800" dirty="0"/>
          </a:p>
        </p:txBody>
      </p:sp>
    </p:spTree>
    <p:extLst>
      <p:ext uri="{BB962C8B-B14F-4D97-AF65-F5344CB8AC3E}">
        <p14:creationId xmlns:p14="http://schemas.microsoft.com/office/powerpoint/2010/main" val="1790449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CA6790-765C-C45E-D207-298C2986DEE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8B333D74-DB40-AE79-59A0-13663DD30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3">
            <a:extLst>
              <a:ext uri="{FF2B5EF4-FFF2-40B4-BE49-F238E27FC236}">
                <a16:creationId xmlns:a16="http://schemas.microsoft.com/office/drawing/2014/main" id="{ADAC9C23-810F-9CD0-177A-51FB37D4E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14C0255-92F8-2304-3184-A56BCC2C7E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94F2A8-9A45-9C29-F9C8-647A5A3C5703}"/>
              </a:ext>
            </a:extLst>
          </p:cNvPr>
          <p:cNvSpPr>
            <a:spLocks noGrp="1"/>
          </p:cNvSpPr>
          <p:nvPr>
            <p:ph type="title"/>
          </p:nvPr>
        </p:nvSpPr>
        <p:spPr>
          <a:xfrm>
            <a:off x="968024" y="987543"/>
            <a:ext cx="10255952" cy="1041901"/>
          </a:xfrm>
        </p:spPr>
        <p:txBody>
          <a:bodyPr vert="horz" lIns="91440" tIns="45720" rIns="91440" bIns="45720" rtlCol="0">
            <a:normAutofit/>
          </a:bodyPr>
          <a:lstStyle/>
          <a:p>
            <a:r>
              <a:rPr lang="en-US" sz="3200" kern="1200" dirty="0">
                <a:latin typeface="+mj-lt"/>
                <a:ea typeface="+mj-ea"/>
                <a:cs typeface="+mj-cs"/>
              </a:rPr>
              <a:t>E. Narrowing the scope: </a:t>
            </a:r>
            <a:br>
              <a:rPr lang="en-US" sz="3200" kern="1200" dirty="0">
                <a:latin typeface="+mj-lt"/>
                <a:ea typeface="+mj-ea"/>
                <a:cs typeface="+mj-cs"/>
              </a:rPr>
            </a:br>
            <a:r>
              <a:rPr lang="en-US" sz="3200" kern="1200" dirty="0">
                <a:latin typeface="+mj-lt"/>
                <a:ea typeface="+mj-ea"/>
                <a:cs typeface="+mj-cs"/>
              </a:rPr>
              <a:t>the “boundary settings” that make a topic researchable</a:t>
            </a:r>
          </a:p>
        </p:txBody>
      </p:sp>
      <p:sp>
        <p:nvSpPr>
          <p:cNvPr id="3" name="Content Placeholder 2">
            <a:extLst>
              <a:ext uri="{FF2B5EF4-FFF2-40B4-BE49-F238E27FC236}">
                <a16:creationId xmlns:a16="http://schemas.microsoft.com/office/drawing/2014/main" id="{442F5F9E-C5D3-ABBE-8FF9-981290EDDA25}"/>
              </a:ext>
            </a:extLst>
          </p:cNvPr>
          <p:cNvSpPr>
            <a:spLocks noGrp="1"/>
          </p:cNvSpPr>
          <p:nvPr>
            <p:ph sz="half" idx="1"/>
          </p:nvPr>
        </p:nvSpPr>
        <p:spPr>
          <a:xfrm>
            <a:off x="1221292" y="2175741"/>
            <a:ext cx="9771320" cy="3575830"/>
          </a:xfrm>
        </p:spPr>
        <p:txBody>
          <a:bodyPr vert="horz" lIns="91440" tIns="45720" rIns="91440" bIns="45720" rtlCol="0">
            <a:noAutofit/>
          </a:bodyPr>
          <a:lstStyle/>
          <a:p>
            <a:pPr marL="0" indent="0">
              <a:buNone/>
            </a:pPr>
            <a:r>
              <a:rPr lang="en-US" sz="2000" dirty="0"/>
              <a:t>Example (how narrowing changes a topic):</a:t>
            </a:r>
          </a:p>
          <a:p>
            <a:pPr marL="0" indent="0">
              <a:buNone/>
            </a:pPr>
            <a:endParaRPr lang="en-US" sz="2000" dirty="0"/>
          </a:p>
          <a:p>
            <a:pPr marL="0" indent="0">
              <a:buNone/>
            </a:pPr>
            <a:r>
              <a:rPr lang="en-US" sz="2000" b="1" dirty="0"/>
              <a:t>• Broad topic: </a:t>
            </a:r>
            <a:r>
              <a:rPr lang="en-US" sz="2000" dirty="0"/>
              <a:t>“AI in education”</a:t>
            </a:r>
          </a:p>
          <a:p>
            <a:pPr marL="0" indent="0">
              <a:buNone/>
            </a:pPr>
            <a:endParaRPr lang="en-US" sz="2000" dirty="0"/>
          </a:p>
          <a:p>
            <a:pPr marL="0" indent="0">
              <a:buNone/>
            </a:pPr>
            <a:r>
              <a:rPr lang="en-US" sz="2000" b="1" dirty="0"/>
              <a:t>• Narrowed topic: </a:t>
            </a:r>
            <a:r>
              <a:rPr lang="en-US" sz="2000" dirty="0"/>
              <a:t>“How first-year ICT students use generative AI tools to debug code in an introductory programming module during Semester 1”</a:t>
            </a:r>
          </a:p>
          <a:p>
            <a:pPr marL="0" indent="0">
              <a:buNone/>
            </a:pPr>
            <a:endParaRPr lang="en-US" sz="2000" dirty="0"/>
          </a:p>
          <a:p>
            <a:pPr marL="0" indent="0">
              <a:buNone/>
            </a:pPr>
            <a:r>
              <a:rPr lang="en-US" sz="2000" dirty="0"/>
              <a:t>• </a:t>
            </a:r>
            <a:r>
              <a:rPr lang="en-US" sz="2000" b="1" dirty="0"/>
              <a:t>Possible working title: </a:t>
            </a:r>
            <a:r>
              <a:rPr lang="en-US" sz="2000" dirty="0"/>
              <a:t>“Generative AI for Debugging: First-Year ICT Student Practices in Programming”</a:t>
            </a:r>
          </a:p>
          <a:p>
            <a:pPr marL="0" indent="0">
              <a:buNone/>
            </a:pPr>
            <a:endParaRPr lang="en-US" sz="2000" dirty="0"/>
          </a:p>
          <a:p>
            <a:endParaRPr lang="en-US" sz="2000" dirty="0"/>
          </a:p>
        </p:txBody>
      </p:sp>
    </p:spTree>
    <p:extLst>
      <p:ext uri="{BB962C8B-B14F-4D97-AF65-F5344CB8AC3E}">
        <p14:creationId xmlns:p14="http://schemas.microsoft.com/office/powerpoint/2010/main" val="1339413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E62ED6-7B0F-00EE-0E84-09CC1BC3554E}"/>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717213B-7A26-F34F-E65E-26C6686AA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3E0616-B1D5-A67D-E3F8-34B7B0180529}"/>
              </a:ext>
            </a:extLst>
          </p:cNvPr>
          <p:cNvSpPr>
            <a:spLocks noGrp="1"/>
          </p:cNvSpPr>
          <p:nvPr>
            <p:ph type="title"/>
          </p:nvPr>
        </p:nvSpPr>
        <p:spPr>
          <a:xfrm>
            <a:off x="401782" y="323570"/>
            <a:ext cx="11388435" cy="953902"/>
          </a:xfrm>
        </p:spPr>
        <p:txBody>
          <a:bodyPr vert="horz" lIns="91440" tIns="45720" rIns="91440" bIns="45720" rtlCol="0" anchor="t">
            <a:normAutofit/>
          </a:bodyPr>
          <a:lstStyle/>
          <a:p>
            <a:r>
              <a:rPr lang="en-US" sz="3800" kern="1200" dirty="0">
                <a:solidFill>
                  <a:schemeClr val="tx1"/>
                </a:solidFill>
                <a:latin typeface="+mj-lt"/>
                <a:ea typeface="+mj-ea"/>
                <a:cs typeface="+mj-cs"/>
              </a:rPr>
              <a:t>F. Worked ICT Examples: Developing a Research Topic</a:t>
            </a:r>
          </a:p>
        </p:txBody>
      </p:sp>
      <p:sp>
        <p:nvSpPr>
          <p:cNvPr id="3" name="Content Placeholder 2">
            <a:extLst>
              <a:ext uri="{FF2B5EF4-FFF2-40B4-BE49-F238E27FC236}">
                <a16:creationId xmlns:a16="http://schemas.microsoft.com/office/drawing/2014/main" id="{98E4F267-013E-93D3-71DB-9860593AC92C}"/>
              </a:ext>
            </a:extLst>
          </p:cNvPr>
          <p:cNvSpPr>
            <a:spLocks noGrp="1"/>
          </p:cNvSpPr>
          <p:nvPr>
            <p:ph sz="half" idx="1"/>
          </p:nvPr>
        </p:nvSpPr>
        <p:spPr>
          <a:xfrm>
            <a:off x="838198" y="1287072"/>
            <a:ext cx="10646665" cy="5077152"/>
          </a:xfrm>
        </p:spPr>
        <p:txBody>
          <a:bodyPr vert="horz" lIns="91440" tIns="45720" rIns="91440" bIns="45720" rtlCol="0">
            <a:normAutofit/>
          </a:bodyPr>
          <a:lstStyle/>
          <a:p>
            <a:pPr marL="0" indent="0">
              <a:lnSpc>
                <a:spcPct val="120000"/>
              </a:lnSpc>
              <a:buNone/>
            </a:pPr>
            <a:r>
              <a:rPr lang="en-US" dirty="0">
                <a:solidFill>
                  <a:schemeClr val="tx1">
                    <a:alpha val="80000"/>
                  </a:schemeClr>
                </a:solidFill>
              </a:rPr>
              <a:t>The following ICT examples demonstrate how students can apply the Three Approaches for Developing a Topic: 1) listing key words, 2) drawing relationships, and 3) defining the topic in sentences:</a:t>
            </a:r>
          </a:p>
          <a:p>
            <a:pPr marL="0" indent="0">
              <a:buNone/>
            </a:pPr>
            <a:endParaRPr lang="en-US" b="1" dirty="0">
              <a:solidFill>
                <a:schemeClr val="tx1">
                  <a:alpha val="80000"/>
                </a:schemeClr>
              </a:solidFill>
            </a:endParaRPr>
          </a:p>
          <a:p>
            <a:pPr marL="0" indent="0">
              <a:buNone/>
            </a:pPr>
            <a:r>
              <a:rPr lang="en-ZA" b="1" dirty="0"/>
              <a:t>Example 1: Cybersecurity Awareness in Universities</a:t>
            </a:r>
            <a:endParaRPr lang="en-ZA" sz="4000" b="1" dirty="0"/>
          </a:p>
          <a:p>
            <a:r>
              <a:rPr lang="en-ZA" b="1" dirty="0"/>
              <a:t>Approach 1: List Key Words of Interest</a:t>
            </a:r>
            <a:endParaRPr lang="en-ZA" sz="3200" dirty="0"/>
          </a:p>
          <a:p>
            <a:pPr lvl="1"/>
            <a:r>
              <a:rPr lang="en-ZA" dirty="0"/>
              <a:t>Concept 1: Cybersecurity awareness</a:t>
            </a:r>
            <a:endParaRPr lang="en-ZA" sz="2800" dirty="0"/>
          </a:p>
          <a:p>
            <a:pPr lvl="1"/>
            <a:r>
              <a:rPr lang="en-ZA" dirty="0"/>
              <a:t>Concept 2: Phishing attacks </a:t>
            </a:r>
            <a:endParaRPr lang="en-ZA" sz="3200" dirty="0"/>
          </a:p>
          <a:p>
            <a:pPr lvl="1"/>
            <a:r>
              <a:rPr lang="en-ZA" dirty="0"/>
              <a:t>Synonyms: digital security awareness, information security training</a:t>
            </a:r>
            <a:endParaRPr lang="en-ZA" sz="2800" dirty="0"/>
          </a:p>
          <a:p>
            <a:pPr lvl="1"/>
            <a:r>
              <a:rPr lang="en-ZA" dirty="0"/>
              <a:t>Related terms: cyber hygiene, security culture, social engineering</a:t>
            </a:r>
            <a:endParaRPr lang="en-ZA" sz="2800" dirty="0"/>
          </a:p>
          <a:p>
            <a:endParaRPr lang="en-US" dirty="0">
              <a:solidFill>
                <a:schemeClr val="tx1">
                  <a:alpha val="80000"/>
                </a:schemeClr>
              </a:solidFill>
            </a:endParaRPr>
          </a:p>
        </p:txBody>
      </p:sp>
      <p:grpSp>
        <p:nvGrpSpPr>
          <p:cNvPr id="22" name="Group 21">
            <a:extLst>
              <a:ext uri="{FF2B5EF4-FFF2-40B4-BE49-F238E27FC236}">
                <a16:creationId xmlns:a16="http://schemas.microsoft.com/office/drawing/2014/main" id="{8B3797BF-BF27-6F00-832D-76A6F72DB0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142518"/>
            <a:ext cx="10455568" cy="715482"/>
            <a:chOff x="0" y="6142518"/>
            <a:chExt cx="10455568" cy="715482"/>
          </a:xfrm>
          <a:effectLst>
            <a:outerShdw blurRad="381000" dist="152400" dir="16200000" algn="ctr" rotWithShape="0">
              <a:srgbClr val="000000">
                <a:alpha val="10000"/>
              </a:srgbClr>
            </a:outerShdw>
          </a:effectLst>
        </p:grpSpPr>
        <p:sp>
          <p:nvSpPr>
            <p:cNvPr id="23" name="Freeform: Shape 22">
              <a:extLst>
                <a:ext uri="{FF2B5EF4-FFF2-40B4-BE49-F238E27FC236}">
                  <a16:creationId xmlns:a16="http://schemas.microsoft.com/office/drawing/2014/main" id="{276D1A64-CA22-85BF-9172-E3D6A70EA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17789" y="6848400"/>
              <a:ext cx="153399" cy="9600"/>
            </a:xfrm>
            <a:custGeom>
              <a:avLst/>
              <a:gdLst>
                <a:gd name="connsiteX0" fmla="*/ 92746 w 153399"/>
                <a:gd name="connsiteY0" fmla="*/ 43 h 9600"/>
                <a:gd name="connsiteX1" fmla="*/ 144918 w 153399"/>
                <a:gd name="connsiteY1" fmla="*/ 6433 h 9600"/>
                <a:gd name="connsiteX2" fmla="*/ 153399 w 153399"/>
                <a:gd name="connsiteY2" fmla="*/ 9600 h 9600"/>
                <a:gd name="connsiteX3" fmla="*/ 0 w 153399"/>
                <a:gd name="connsiteY3" fmla="*/ 9600 h 9600"/>
                <a:gd name="connsiteX4" fmla="*/ 26678 w 153399"/>
                <a:gd name="connsiteY4" fmla="*/ 6286 h 9600"/>
                <a:gd name="connsiteX5" fmla="*/ 92746 w 153399"/>
                <a:gd name="connsiteY5" fmla="*/ 43 h 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399" h="9600">
                  <a:moveTo>
                    <a:pt x="92746" y="43"/>
                  </a:moveTo>
                  <a:cubicBezTo>
                    <a:pt x="111004" y="-358"/>
                    <a:pt x="128295" y="2072"/>
                    <a:pt x="144918" y="6433"/>
                  </a:cubicBezTo>
                  <a:lnTo>
                    <a:pt x="153399" y="9600"/>
                  </a:lnTo>
                  <a:lnTo>
                    <a:pt x="0" y="9600"/>
                  </a:lnTo>
                  <a:lnTo>
                    <a:pt x="26678" y="6286"/>
                  </a:lnTo>
                  <a:cubicBezTo>
                    <a:pt x="48667" y="3255"/>
                    <a:pt x="70647" y="552"/>
                    <a:pt x="92746" y="43"/>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oup 23">
              <a:extLst>
                <a:ext uri="{FF2B5EF4-FFF2-40B4-BE49-F238E27FC236}">
                  <a16:creationId xmlns:a16="http://schemas.microsoft.com/office/drawing/2014/main" id="{A1482903-1819-2812-6063-04899FEB16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6142518"/>
              <a:ext cx="10455568" cy="715481"/>
              <a:chOff x="0" y="0"/>
              <a:chExt cx="10455568" cy="715481"/>
            </a:xfrm>
          </p:grpSpPr>
          <p:sp>
            <p:nvSpPr>
              <p:cNvPr id="25" name="Freeform: Shape 24">
                <a:extLst>
                  <a:ext uri="{FF2B5EF4-FFF2-40B4-BE49-F238E27FC236}">
                    <a16:creationId xmlns:a16="http://schemas.microsoft.com/office/drawing/2014/main" id="{4AD8770F-C32A-3908-798D-6229324009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solidFill>
                <a:schemeClr val="l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C45FA08C-C1B7-CE37-5532-EF169E574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769300147"/>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25D0E9-C7ED-6BAE-27CD-8C53D2E89F03}"/>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F74AF64-BDC7-EE88-CC4A-009850979E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9CF615-0F32-8FFC-1661-21DCC483057B}"/>
              </a:ext>
            </a:extLst>
          </p:cNvPr>
          <p:cNvSpPr>
            <a:spLocks noGrp="1"/>
          </p:cNvSpPr>
          <p:nvPr>
            <p:ph type="title"/>
          </p:nvPr>
        </p:nvSpPr>
        <p:spPr>
          <a:xfrm>
            <a:off x="401782" y="323570"/>
            <a:ext cx="11388435" cy="953902"/>
          </a:xfrm>
        </p:spPr>
        <p:txBody>
          <a:bodyPr vert="horz" lIns="91440" tIns="45720" rIns="91440" bIns="45720" rtlCol="0" anchor="t">
            <a:normAutofit/>
          </a:bodyPr>
          <a:lstStyle/>
          <a:p>
            <a:r>
              <a:rPr lang="en-US" sz="3800" kern="1200" dirty="0">
                <a:solidFill>
                  <a:schemeClr val="tx1"/>
                </a:solidFill>
                <a:latin typeface="+mj-lt"/>
                <a:ea typeface="+mj-ea"/>
                <a:cs typeface="+mj-cs"/>
              </a:rPr>
              <a:t>F. Worked ICT Examples: Developing a Research Topic</a:t>
            </a:r>
          </a:p>
        </p:txBody>
      </p:sp>
      <p:sp>
        <p:nvSpPr>
          <p:cNvPr id="3" name="Content Placeholder 2">
            <a:extLst>
              <a:ext uri="{FF2B5EF4-FFF2-40B4-BE49-F238E27FC236}">
                <a16:creationId xmlns:a16="http://schemas.microsoft.com/office/drawing/2014/main" id="{E9AA7DFE-5FE2-9669-EE2C-3CA35A05D2D1}"/>
              </a:ext>
            </a:extLst>
          </p:cNvPr>
          <p:cNvSpPr>
            <a:spLocks noGrp="1"/>
          </p:cNvSpPr>
          <p:nvPr>
            <p:ph sz="half" idx="1"/>
          </p:nvPr>
        </p:nvSpPr>
        <p:spPr>
          <a:xfrm>
            <a:off x="838198" y="1287072"/>
            <a:ext cx="10646665" cy="5077152"/>
          </a:xfrm>
        </p:spPr>
        <p:txBody>
          <a:bodyPr vert="horz" lIns="91440" tIns="45720" rIns="91440" bIns="45720" rtlCol="0">
            <a:normAutofit/>
          </a:bodyPr>
          <a:lstStyle/>
          <a:p>
            <a:pPr marL="0" indent="0">
              <a:buNone/>
            </a:pPr>
            <a:r>
              <a:rPr lang="en-ZA" b="1" dirty="0"/>
              <a:t>Example 1: Cybersecurity Awareness in Universities</a:t>
            </a:r>
            <a:endParaRPr lang="en-ZA" sz="4000" b="1" dirty="0"/>
          </a:p>
          <a:p>
            <a:r>
              <a:rPr lang="en-ZA" b="1" dirty="0"/>
              <a:t>Approach 2: Draw It Out</a:t>
            </a:r>
          </a:p>
          <a:p>
            <a:pPr marL="0" indent="0">
              <a:buNone/>
            </a:pPr>
            <a:endParaRPr lang="en-US" dirty="0">
              <a:solidFill>
                <a:schemeClr val="tx1">
                  <a:alpha val="80000"/>
                </a:schemeClr>
              </a:solidFill>
            </a:endParaRPr>
          </a:p>
        </p:txBody>
      </p:sp>
      <p:grpSp>
        <p:nvGrpSpPr>
          <p:cNvPr id="22" name="Group 21">
            <a:extLst>
              <a:ext uri="{FF2B5EF4-FFF2-40B4-BE49-F238E27FC236}">
                <a16:creationId xmlns:a16="http://schemas.microsoft.com/office/drawing/2014/main" id="{24F79A3B-9C7B-97F5-DEFC-91AF29EFF1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142518"/>
            <a:ext cx="10455568" cy="715482"/>
            <a:chOff x="0" y="6142518"/>
            <a:chExt cx="10455568" cy="715482"/>
          </a:xfrm>
          <a:effectLst>
            <a:outerShdw blurRad="381000" dist="152400" dir="16200000" algn="ctr" rotWithShape="0">
              <a:srgbClr val="000000">
                <a:alpha val="10000"/>
              </a:srgbClr>
            </a:outerShdw>
          </a:effectLst>
        </p:grpSpPr>
        <p:sp>
          <p:nvSpPr>
            <p:cNvPr id="23" name="Freeform: Shape 22">
              <a:extLst>
                <a:ext uri="{FF2B5EF4-FFF2-40B4-BE49-F238E27FC236}">
                  <a16:creationId xmlns:a16="http://schemas.microsoft.com/office/drawing/2014/main" id="{F7199CA3-3707-E2F9-8137-4A5B722A32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17789" y="6848400"/>
              <a:ext cx="153399" cy="9600"/>
            </a:xfrm>
            <a:custGeom>
              <a:avLst/>
              <a:gdLst>
                <a:gd name="connsiteX0" fmla="*/ 92746 w 153399"/>
                <a:gd name="connsiteY0" fmla="*/ 43 h 9600"/>
                <a:gd name="connsiteX1" fmla="*/ 144918 w 153399"/>
                <a:gd name="connsiteY1" fmla="*/ 6433 h 9600"/>
                <a:gd name="connsiteX2" fmla="*/ 153399 w 153399"/>
                <a:gd name="connsiteY2" fmla="*/ 9600 h 9600"/>
                <a:gd name="connsiteX3" fmla="*/ 0 w 153399"/>
                <a:gd name="connsiteY3" fmla="*/ 9600 h 9600"/>
                <a:gd name="connsiteX4" fmla="*/ 26678 w 153399"/>
                <a:gd name="connsiteY4" fmla="*/ 6286 h 9600"/>
                <a:gd name="connsiteX5" fmla="*/ 92746 w 153399"/>
                <a:gd name="connsiteY5" fmla="*/ 43 h 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399" h="9600">
                  <a:moveTo>
                    <a:pt x="92746" y="43"/>
                  </a:moveTo>
                  <a:cubicBezTo>
                    <a:pt x="111004" y="-358"/>
                    <a:pt x="128295" y="2072"/>
                    <a:pt x="144918" y="6433"/>
                  </a:cubicBezTo>
                  <a:lnTo>
                    <a:pt x="153399" y="9600"/>
                  </a:lnTo>
                  <a:lnTo>
                    <a:pt x="0" y="9600"/>
                  </a:lnTo>
                  <a:lnTo>
                    <a:pt x="26678" y="6286"/>
                  </a:lnTo>
                  <a:cubicBezTo>
                    <a:pt x="48667" y="3255"/>
                    <a:pt x="70647" y="552"/>
                    <a:pt x="92746" y="43"/>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oup 23">
              <a:extLst>
                <a:ext uri="{FF2B5EF4-FFF2-40B4-BE49-F238E27FC236}">
                  <a16:creationId xmlns:a16="http://schemas.microsoft.com/office/drawing/2014/main" id="{D3D0D6BA-EA36-7BFB-B5B8-C1EF2DDBC66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6142518"/>
              <a:ext cx="10455568" cy="715481"/>
              <a:chOff x="0" y="0"/>
              <a:chExt cx="10455568" cy="715481"/>
            </a:xfrm>
          </p:grpSpPr>
          <p:sp>
            <p:nvSpPr>
              <p:cNvPr id="25" name="Freeform: Shape 24">
                <a:extLst>
                  <a:ext uri="{FF2B5EF4-FFF2-40B4-BE49-F238E27FC236}">
                    <a16:creationId xmlns:a16="http://schemas.microsoft.com/office/drawing/2014/main" id="{EB1E84D5-1336-91A9-0DF8-71E3E7E28E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solidFill>
                <a:schemeClr val="l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B7EEB726-4607-1DD6-2405-0D5D8E04C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4" name="Picture 3">
            <a:extLst>
              <a:ext uri="{FF2B5EF4-FFF2-40B4-BE49-F238E27FC236}">
                <a16:creationId xmlns:a16="http://schemas.microsoft.com/office/drawing/2014/main" id="{B1FE2DBE-04F1-10F2-4BDD-3AD529C3C78E}"/>
              </a:ext>
            </a:extLst>
          </p:cNvPr>
          <p:cNvPicPr>
            <a:picLocks noChangeAspect="1"/>
          </p:cNvPicPr>
          <p:nvPr/>
        </p:nvPicPr>
        <p:blipFill rotWithShape="1">
          <a:blip r:embed="rId4"/>
          <a:srcRect t="29498" b="32313"/>
          <a:stretch>
            <a:fillRect/>
          </a:stretch>
        </p:blipFill>
        <p:spPr bwMode="auto">
          <a:xfrm>
            <a:off x="1491554" y="2684782"/>
            <a:ext cx="8964014" cy="228173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16009983"/>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A0D074-C8EB-8853-94DF-2749B52D18B4}"/>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4B94F6A-A3BC-B5DD-8392-6EDE192545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0419BA-C225-1867-F65E-8B0559494F46}"/>
              </a:ext>
            </a:extLst>
          </p:cNvPr>
          <p:cNvSpPr>
            <a:spLocks noGrp="1"/>
          </p:cNvSpPr>
          <p:nvPr>
            <p:ph type="title"/>
          </p:nvPr>
        </p:nvSpPr>
        <p:spPr>
          <a:xfrm>
            <a:off x="401782" y="323570"/>
            <a:ext cx="11388435" cy="953902"/>
          </a:xfrm>
        </p:spPr>
        <p:txBody>
          <a:bodyPr vert="horz" lIns="91440" tIns="45720" rIns="91440" bIns="45720" rtlCol="0" anchor="t">
            <a:normAutofit/>
          </a:bodyPr>
          <a:lstStyle/>
          <a:p>
            <a:r>
              <a:rPr lang="en-US" sz="3800" kern="1200" dirty="0">
                <a:solidFill>
                  <a:schemeClr val="tx1"/>
                </a:solidFill>
                <a:latin typeface="+mj-lt"/>
                <a:ea typeface="+mj-ea"/>
                <a:cs typeface="+mj-cs"/>
              </a:rPr>
              <a:t>F. Worked ICT Examples: Developing a Research Topic</a:t>
            </a:r>
          </a:p>
        </p:txBody>
      </p:sp>
      <p:sp>
        <p:nvSpPr>
          <p:cNvPr id="3" name="Content Placeholder 2">
            <a:extLst>
              <a:ext uri="{FF2B5EF4-FFF2-40B4-BE49-F238E27FC236}">
                <a16:creationId xmlns:a16="http://schemas.microsoft.com/office/drawing/2014/main" id="{4AF5F080-8170-A973-1AF3-3AEA5D9E79D4}"/>
              </a:ext>
            </a:extLst>
          </p:cNvPr>
          <p:cNvSpPr>
            <a:spLocks noGrp="1"/>
          </p:cNvSpPr>
          <p:nvPr>
            <p:ph sz="half" idx="1"/>
          </p:nvPr>
        </p:nvSpPr>
        <p:spPr>
          <a:xfrm>
            <a:off x="838198" y="1287072"/>
            <a:ext cx="10646665" cy="5077152"/>
          </a:xfrm>
        </p:spPr>
        <p:txBody>
          <a:bodyPr vert="horz" lIns="91440" tIns="45720" rIns="91440" bIns="45720" rtlCol="0">
            <a:normAutofit/>
          </a:bodyPr>
          <a:lstStyle/>
          <a:p>
            <a:pPr marL="0" indent="0">
              <a:buNone/>
            </a:pPr>
            <a:r>
              <a:rPr lang="en-ZA" b="1" dirty="0"/>
              <a:t>Example 1: Cybersecurity Awareness in Universities</a:t>
            </a:r>
            <a:endParaRPr lang="en-ZA" sz="4000" b="1" dirty="0"/>
          </a:p>
          <a:p>
            <a:r>
              <a:rPr lang="en-ZA" b="1" dirty="0"/>
              <a:t>Approach 3: Define it in Sentences</a:t>
            </a:r>
            <a:endParaRPr lang="en-ZA" dirty="0"/>
          </a:p>
          <a:p>
            <a:pPr lvl="1"/>
            <a:r>
              <a:rPr lang="en-ZA" b="1" dirty="0"/>
              <a:t>I am studying…</a:t>
            </a:r>
            <a:r>
              <a:rPr lang="en-ZA" dirty="0"/>
              <a:t> cybersecurity awareness training among university students...</a:t>
            </a:r>
          </a:p>
          <a:p>
            <a:pPr lvl="1"/>
            <a:r>
              <a:rPr lang="en-ZA" b="1" dirty="0"/>
              <a:t>in order to find out…</a:t>
            </a:r>
            <a:r>
              <a:rPr lang="en-ZA" dirty="0"/>
              <a:t> whether training reduces phishing vulnerability...</a:t>
            </a:r>
          </a:p>
          <a:p>
            <a:pPr lvl="1"/>
            <a:r>
              <a:rPr lang="en-ZA" b="1" dirty="0"/>
              <a:t>in order to help my reader understand…</a:t>
            </a:r>
            <a:r>
              <a:rPr lang="en-ZA" dirty="0"/>
              <a:t> how universities can strengthen ICT security culture.</a:t>
            </a:r>
          </a:p>
          <a:p>
            <a:pPr marL="0" indent="0">
              <a:buNone/>
            </a:pPr>
            <a:endParaRPr lang="en-US" dirty="0">
              <a:solidFill>
                <a:schemeClr val="tx1">
                  <a:alpha val="80000"/>
                </a:schemeClr>
              </a:solidFill>
            </a:endParaRPr>
          </a:p>
        </p:txBody>
      </p:sp>
      <p:grpSp>
        <p:nvGrpSpPr>
          <p:cNvPr id="22" name="Group 21">
            <a:extLst>
              <a:ext uri="{FF2B5EF4-FFF2-40B4-BE49-F238E27FC236}">
                <a16:creationId xmlns:a16="http://schemas.microsoft.com/office/drawing/2014/main" id="{E3AA59BA-F50D-3D0A-5192-4E4DD493D6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142518"/>
            <a:ext cx="10455568" cy="715482"/>
            <a:chOff x="0" y="6142518"/>
            <a:chExt cx="10455568" cy="715482"/>
          </a:xfrm>
          <a:effectLst>
            <a:outerShdw blurRad="381000" dist="152400" dir="16200000" algn="ctr" rotWithShape="0">
              <a:srgbClr val="000000">
                <a:alpha val="10000"/>
              </a:srgbClr>
            </a:outerShdw>
          </a:effectLst>
        </p:grpSpPr>
        <p:sp>
          <p:nvSpPr>
            <p:cNvPr id="23" name="Freeform: Shape 22">
              <a:extLst>
                <a:ext uri="{FF2B5EF4-FFF2-40B4-BE49-F238E27FC236}">
                  <a16:creationId xmlns:a16="http://schemas.microsoft.com/office/drawing/2014/main" id="{97887BFA-59B3-EF28-9027-D096F325AD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17789" y="6848400"/>
              <a:ext cx="153399" cy="9600"/>
            </a:xfrm>
            <a:custGeom>
              <a:avLst/>
              <a:gdLst>
                <a:gd name="connsiteX0" fmla="*/ 92746 w 153399"/>
                <a:gd name="connsiteY0" fmla="*/ 43 h 9600"/>
                <a:gd name="connsiteX1" fmla="*/ 144918 w 153399"/>
                <a:gd name="connsiteY1" fmla="*/ 6433 h 9600"/>
                <a:gd name="connsiteX2" fmla="*/ 153399 w 153399"/>
                <a:gd name="connsiteY2" fmla="*/ 9600 h 9600"/>
                <a:gd name="connsiteX3" fmla="*/ 0 w 153399"/>
                <a:gd name="connsiteY3" fmla="*/ 9600 h 9600"/>
                <a:gd name="connsiteX4" fmla="*/ 26678 w 153399"/>
                <a:gd name="connsiteY4" fmla="*/ 6286 h 9600"/>
                <a:gd name="connsiteX5" fmla="*/ 92746 w 153399"/>
                <a:gd name="connsiteY5" fmla="*/ 43 h 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399" h="9600">
                  <a:moveTo>
                    <a:pt x="92746" y="43"/>
                  </a:moveTo>
                  <a:cubicBezTo>
                    <a:pt x="111004" y="-358"/>
                    <a:pt x="128295" y="2072"/>
                    <a:pt x="144918" y="6433"/>
                  </a:cubicBezTo>
                  <a:lnTo>
                    <a:pt x="153399" y="9600"/>
                  </a:lnTo>
                  <a:lnTo>
                    <a:pt x="0" y="9600"/>
                  </a:lnTo>
                  <a:lnTo>
                    <a:pt x="26678" y="6286"/>
                  </a:lnTo>
                  <a:cubicBezTo>
                    <a:pt x="48667" y="3255"/>
                    <a:pt x="70647" y="552"/>
                    <a:pt x="92746" y="43"/>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oup 23">
              <a:extLst>
                <a:ext uri="{FF2B5EF4-FFF2-40B4-BE49-F238E27FC236}">
                  <a16:creationId xmlns:a16="http://schemas.microsoft.com/office/drawing/2014/main" id="{8B3605A4-F365-8CA4-10E2-F479B9BC460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6142518"/>
              <a:ext cx="10455568" cy="715481"/>
              <a:chOff x="0" y="0"/>
              <a:chExt cx="10455568" cy="715481"/>
            </a:xfrm>
          </p:grpSpPr>
          <p:sp>
            <p:nvSpPr>
              <p:cNvPr id="25" name="Freeform: Shape 24">
                <a:extLst>
                  <a:ext uri="{FF2B5EF4-FFF2-40B4-BE49-F238E27FC236}">
                    <a16:creationId xmlns:a16="http://schemas.microsoft.com/office/drawing/2014/main" id="{01F4A2E8-CF4D-F36F-2B6F-F0171C8C6D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solidFill>
                <a:schemeClr val="l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4407480-EFF1-5D11-FCB7-E3C05DD461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072336723"/>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440D8C-7DC3-FED3-F954-A4BDA7E721A6}"/>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3889125-A59F-CE5D-22AF-C4439F65E8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AC4F05-A39C-65F6-3635-A6227FD6D053}"/>
              </a:ext>
            </a:extLst>
          </p:cNvPr>
          <p:cNvSpPr>
            <a:spLocks noGrp="1"/>
          </p:cNvSpPr>
          <p:nvPr>
            <p:ph type="title"/>
          </p:nvPr>
        </p:nvSpPr>
        <p:spPr>
          <a:xfrm>
            <a:off x="401782" y="323570"/>
            <a:ext cx="11388435" cy="953902"/>
          </a:xfrm>
        </p:spPr>
        <p:txBody>
          <a:bodyPr vert="horz" lIns="91440" tIns="45720" rIns="91440" bIns="45720" rtlCol="0" anchor="t">
            <a:normAutofit/>
          </a:bodyPr>
          <a:lstStyle/>
          <a:p>
            <a:r>
              <a:rPr lang="en-US" sz="3800" kern="1200" dirty="0">
                <a:solidFill>
                  <a:schemeClr val="tx1"/>
                </a:solidFill>
                <a:latin typeface="+mj-lt"/>
                <a:ea typeface="+mj-ea"/>
                <a:cs typeface="+mj-cs"/>
              </a:rPr>
              <a:t>F. Worked ICT Examples: Developing a Research Topic</a:t>
            </a:r>
          </a:p>
        </p:txBody>
      </p:sp>
      <p:sp>
        <p:nvSpPr>
          <p:cNvPr id="3" name="Content Placeholder 2">
            <a:extLst>
              <a:ext uri="{FF2B5EF4-FFF2-40B4-BE49-F238E27FC236}">
                <a16:creationId xmlns:a16="http://schemas.microsoft.com/office/drawing/2014/main" id="{43A717E4-6574-4FD2-69F0-48A2AE2D755E}"/>
              </a:ext>
            </a:extLst>
          </p:cNvPr>
          <p:cNvSpPr>
            <a:spLocks noGrp="1"/>
          </p:cNvSpPr>
          <p:nvPr>
            <p:ph sz="half" idx="1"/>
          </p:nvPr>
        </p:nvSpPr>
        <p:spPr>
          <a:xfrm>
            <a:off x="838198" y="1287072"/>
            <a:ext cx="10646665" cy="5077152"/>
          </a:xfrm>
        </p:spPr>
        <p:txBody>
          <a:bodyPr vert="horz" lIns="91440" tIns="45720" rIns="91440" bIns="45720" rtlCol="0">
            <a:normAutofit/>
          </a:bodyPr>
          <a:lstStyle/>
          <a:p>
            <a:pPr marL="0" indent="0">
              <a:buNone/>
            </a:pPr>
            <a:r>
              <a:rPr lang="en-ZA" b="1" dirty="0"/>
              <a:t>Example 1: Cybersecurity Awareness in Universities</a:t>
            </a:r>
            <a:endParaRPr lang="en-ZA" sz="4000" b="1" dirty="0"/>
          </a:p>
          <a:p>
            <a:r>
              <a:rPr lang="en-ZA" b="1" dirty="0"/>
              <a:t>Possible Titles</a:t>
            </a:r>
            <a:endParaRPr lang="en-ZA" dirty="0"/>
          </a:p>
          <a:p>
            <a:pPr lvl="1"/>
            <a:r>
              <a:rPr lang="en-ZA" b="1" dirty="0"/>
              <a:t>“The Impact of Cybersecurity Awareness Training on Phishing Vulnerability Among University Students”</a:t>
            </a:r>
          </a:p>
          <a:p>
            <a:pPr lvl="1"/>
            <a:r>
              <a:rPr lang="en-ZA" b="1" dirty="0"/>
              <a:t>“Cybersecurity Awareness Training as a Strategy for Strengthening ICT Security Culture in Universities”</a:t>
            </a:r>
            <a:endParaRPr lang="en-ZA" dirty="0"/>
          </a:p>
          <a:p>
            <a:pPr lvl="1"/>
            <a:r>
              <a:rPr lang="en-ZA" b="1" dirty="0"/>
              <a:t>“Evaluating the Effectiveness of Cybersecurity Awareness Training in Reducing Phishing Susceptibility Among University Students”</a:t>
            </a:r>
            <a:endParaRPr lang="en-ZA" dirty="0"/>
          </a:p>
          <a:p>
            <a:pPr lvl="1"/>
            <a:r>
              <a:rPr lang="en-ZA" b="1" dirty="0"/>
              <a:t>“Improving Phishing Resistance Through Cybersecurity Awareness Training in Higher Education Institutions”</a:t>
            </a:r>
            <a:endParaRPr lang="en-ZA" dirty="0"/>
          </a:p>
          <a:p>
            <a:pPr lvl="1"/>
            <a:r>
              <a:rPr lang="en-ZA" b="1" dirty="0"/>
              <a:t>“Enhancing University Students’ Preparedness Against Phishing Attacks Through Cybersecurity Awareness Training”</a:t>
            </a:r>
            <a:endParaRPr lang="en-ZA" dirty="0"/>
          </a:p>
        </p:txBody>
      </p:sp>
      <p:grpSp>
        <p:nvGrpSpPr>
          <p:cNvPr id="22" name="Group 21">
            <a:extLst>
              <a:ext uri="{FF2B5EF4-FFF2-40B4-BE49-F238E27FC236}">
                <a16:creationId xmlns:a16="http://schemas.microsoft.com/office/drawing/2014/main" id="{461726D5-17C3-4261-70D0-E9A106CC10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142518"/>
            <a:ext cx="10455568" cy="715482"/>
            <a:chOff x="0" y="6142518"/>
            <a:chExt cx="10455568" cy="715482"/>
          </a:xfrm>
          <a:effectLst>
            <a:outerShdw blurRad="381000" dist="152400" dir="16200000" algn="ctr" rotWithShape="0">
              <a:srgbClr val="000000">
                <a:alpha val="10000"/>
              </a:srgbClr>
            </a:outerShdw>
          </a:effectLst>
        </p:grpSpPr>
        <p:sp>
          <p:nvSpPr>
            <p:cNvPr id="23" name="Freeform: Shape 22">
              <a:extLst>
                <a:ext uri="{FF2B5EF4-FFF2-40B4-BE49-F238E27FC236}">
                  <a16:creationId xmlns:a16="http://schemas.microsoft.com/office/drawing/2014/main" id="{C1F60EA9-7376-45E1-4C11-CE42CFAE80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17789" y="6848400"/>
              <a:ext cx="153399" cy="9600"/>
            </a:xfrm>
            <a:custGeom>
              <a:avLst/>
              <a:gdLst>
                <a:gd name="connsiteX0" fmla="*/ 92746 w 153399"/>
                <a:gd name="connsiteY0" fmla="*/ 43 h 9600"/>
                <a:gd name="connsiteX1" fmla="*/ 144918 w 153399"/>
                <a:gd name="connsiteY1" fmla="*/ 6433 h 9600"/>
                <a:gd name="connsiteX2" fmla="*/ 153399 w 153399"/>
                <a:gd name="connsiteY2" fmla="*/ 9600 h 9600"/>
                <a:gd name="connsiteX3" fmla="*/ 0 w 153399"/>
                <a:gd name="connsiteY3" fmla="*/ 9600 h 9600"/>
                <a:gd name="connsiteX4" fmla="*/ 26678 w 153399"/>
                <a:gd name="connsiteY4" fmla="*/ 6286 h 9600"/>
                <a:gd name="connsiteX5" fmla="*/ 92746 w 153399"/>
                <a:gd name="connsiteY5" fmla="*/ 43 h 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399" h="9600">
                  <a:moveTo>
                    <a:pt x="92746" y="43"/>
                  </a:moveTo>
                  <a:cubicBezTo>
                    <a:pt x="111004" y="-358"/>
                    <a:pt x="128295" y="2072"/>
                    <a:pt x="144918" y="6433"/>
                  </a:cubicBezTo>
                  <a:lnTo>
                    <a:pt x="153399" y="9600"/>
                  </a:lnTo>
                  <a:lnTo>
                    <a:pt x="0" y="9600"/>
                  </a:lnTo>
                  <a:lnTo>
                    <a:pt x="26678" y="6286"/>
                  </a:lnTo>
                  <a:cubicBezTo>
                    <a:pt x="48667" y="3255"/>
                    <a:pt x="70647" y="552"/>
                    <a:pt x="92746" y="43"/>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oup 23">
              <a:extLst>
                <a:ext uri="{FF2B5EF4-FFF2-40B4-BE49-F238E27FC236}">
                  <a16:creationId xmlns:a16="http://schemas.microsoft.com/office/drawing/2014/main" id="{D922798A-B8BF-44CA-6794-20314C77DCD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6142518"/>
              <a:ext cx="10455568" cy="715481"/>
              <a:chOff x="0" y="0"/>
              <a:chExt cx="10455568" cy="715481"/>
            </a:xfrm>
          </p:grpSpPr>
          <p:sp>
            <p:nvSpPr>
              <p:cNvPr id="25" name="Freeform: Shape 24">
                <a:extLst>
                  <a:ext uri="{FF2B5EF4-FFF2-40B4-BE49-F238E27FC236}">
                    <a16:creationId xmlns:a16="http://schemas.microsoft.com/office/drawing/2014/main" id="{7EF0AFD8-A365-5D4D-470C-CD48B3016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solidFill>
                <a:schemeClr val="l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196CB666-CA85-5E98-84CC-3438FE976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838886041"/>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8F7235-51C8-973E-BC1A-8AFB746BF03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5F7ABCA-A68A-47DD-B732-76FF34C6F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6CE07A-A723-421F-17FC-84114E398323}"/>
              </a:ext>
            </a:extLst>
          </p:cNvPr>
          <p:cNvSpPr>
            <a:spLocks noGrp="1"/>
          </p:cNvSpPr>
          <p:nvPr>
            <p:ph type="title"/>
          </p:nvPr>
        </p:nvSpPr>
        <p:spPr>
          <a:xfrm>
            <a:off x="0" y="1157777"/>
            <a:ext cx="12188952" cy="845436"/>
          </a:xfrm>
        </p:spPr>
        <p:txBody>
          <a:bodyPr vert="horz" lIns="91440" tIns="45720" rIns="91440" bIns="45720" rtlCol="0" anchor="t">
            <a:normAutofit/>
          </a:bodyPr>
          <a:lstStyle/>
          <a:p>
            <a:pPr algn="ctr"/>
            <a:r>
              <a:rPr lang="en-US" sz="4000" kern="1200" dirty="0">
                <a:solidFill>
                  <a:schemeClr val="tx1"/>
                </a:solidFill>
                <a:latin typeface="+mj-lt"/>
                <a:ea typeface="+mj-ea"/>
                <a:cs typeface="+mj-cs"/>
              </a:rPr>
              <a:t>Assistance with your Projects 4 Ethics Clearance</a:t>
            </a:r>
          </a:p>
        </p:txBody>
      </p:sp>
      <p:pic>
        <p:nvPicPr>
          <p:cNvPr id="7" name="Graphic 6" descr="Pencil">
            <a:extLst>
              <a:ext uri="{FF2B5EF4-FFF2-40B4-BE49-F238E27FC236}">
                <a16:creationId xmlns:a16="http://schemas.microsoft.com/office/drawing/2014/main" id="{5AEDC88B-64C0-4842-4CC0-4B6734A032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171940"/>
            <a:ext cx="914400" cy="914400"/>
          </a:xfrm>
          <a:prstGeom prst="rect">
            <a:avLst/>
          </a:prstGeom>
        </p:spPr>
      </p:pic>
      <p:sp>
        <p:nvSpPr>
          <p:cNvPr id="3" name="Content Placeholder 2">
            <a:extLst>
              <a:ext uri="{FF2B5EF4-FFF2-40B4-BE49-F238E27FC236}">
                <a16:creationId xmlns:a16="http://schemas.microsoft.com/office/drawing/2014/main" id="{1CA0C725-ED9A-6BDA-2023-CAAD0349D8D0}"/>
              </a:ext>
            </a:extLst>
          </p:cNvPr>
          <p:cNvSpPr>
            <a:spLocks noGrp="1"/>
          </p:cNvSpPr>
          <p:nvPr>
            <p:ph sz="half" idx="1"/>
          </p:nvPr>
        </p:nvSpPr>
        <p:spPr>
          <a:xfrm>
            <a:off x="343212" y="2666563"/>
            <a:ext cx="11197861" cy="3528085"/>
          </a:xfrm>
        </p:spPr>
        <p:txBody>
          <a:bodyPr vert="horz" lIns="91440" tIns="45720" rIns="91440" bIns="45720" rtlCol="0" anchor="ctr">
            <a:noAutofit/>
          </a:bodyPr>
          <a:lstStyle/>
          <a:p>
            <a:pPr marL="0" indent="0">
              <a:buNone/>
            </a:pPr>
            <a:r>
              <a:rPr lang="en-US" sz="3200" dirty="0"/>
              <a:t>Writing the </a:t>
            </a:r>
            <a:r>
              <a:rPr lang="en-US" sz="3200" b="1" dirty="0"/>
              <a:t>Brief Description </a:t>
            </a:r>
            <a:r>
              <a:rPr lang="en-US" sz="3200" dirty="0"/>
              <a:t>of your proposed study</a:t>
            </a:r>
          </a:p>
          <a:p>
            <a:r>
              <a:rPr lang="en-US" dirty="0"/>
              <a:t>When you write a brief description at the start of your study, you need to keep it short, interesting, and based on reliable information.</a:t>
            </a:r>
          </a:p>
          <a:p>
            <a:pPr lvl="0"/>
            <a:r>
              <a:rPr lang="en-US" dirty="0"/>
              <a:t>Its goal is to outline the problem, purpose, methods, and significance as clearly as possible (even at this early stage of the study).</a:t>
            </a:r>
          </a:p>
          <a:p>
            <a:r>
              <a:rPr lang="en-US" dirty="0"/>
              <a:t>I suggest that your description be 100 words for the Ethics application.</a:t>
            </a:r>
          </a:p>
        </p:txBody>
      </p:sp>
    </p:spTree>
    <p:extLst>
      <p:ext uri="{BB962C8B-B14F-4D97-AF65-F5344CB8AC3E}">
        <p14:creationId xmlns:p14="http://schemas.microsoft.com/office/powerpoint/2010/main" val="2196398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0A85DF-A72E-C9E8-4DB7-BB9077FD714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C78AB06-FC4F-A139-61BA-CF42D7A64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B63829-5189-4EFD-7CC4-64DA8EF7C566}"/>
              </a:ext>
            </a:extLst>
          </p:cNvPr>
          <p:cNvSpPr>
            <a:spLocks noGrp="1"/>
          </p:cNvSpPr>
          <p:nvPr>
            <p:ph type="title"/>
          </p:nvPr>
        </p:nvSpPr>
        <p:spPr>
          <a:xfrm>
            <a:off x="0" y="1157777"/>
            <a:ext cx="12188952" cy="845436"/>
          </a:xfrm>
        </p:spPr>
        <p:txBody>
          <a:bodyPr vert="horz" lIns="91440" tIns="45720" rIns="91440" bIns="45720" rtlCol="0" anchor="t">
            <a:normAutofit/>
          </a:bodyPr>
          <a:lstStyle/>
          <a:p>
            <a:pPr algn="ctr"/>
            <a:r>
              <a:rPr lang="en-US" sz="4000" kern="1200" dirty="0">
                <a:solidFill>
                  <a:schemeClr val="tx1"/>
                </a:solidFill>
                <a:latin typeface="+mj-lt"/>
                <a:ea typeface="+mj-ea"/>
                <a:cs typeface="+mj-cs"/>
              </a:rPr>
              <a:t>Assistance with your Projects 4 Ethics Clearance</a:t>
            </a:r>
          </a:p>
        </p:txBody>
      </p:sp>
      <p:pic>
        <p:nvPicPr>
          <p:cNvPr id="7" name="Graphic 6" descr="Pencil">
            <a:extLst>
              <a:ext uri="{FF2B5EF4-FFF2-40B4-BE49-F238E27FC236}">
                <a16:creationId xmlns:a16="http://schemas.microsoft.com/office/drawing/2014/main" id="{1861D297-8719-7509-503D-098C42FDF4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171940"/>
            <a:ext cx="914400" cy="914400"/>
          </a:xfrm>
          <a:prstGeom prst="rect">
            <a:avLst/>
          </a:prstGeom>
        </p:spPr>
      </p:pic>
      <p:sp>
        <p:nvSpPr>
          <p:cNvPr id="3" name="Content Placeholder 2">
            <a:extLst>
              <a:ext uri="{FF2B5EF4-FFF2-40B4-BE49-F238E27FC236}">
                <a16:creationId xmlns:a16="http://schemas.microsoft.com/office/drawing/2014/main" id="{18F72D14-95EA-4CD5-F8DE-2204C3B61807}"/>
              </a:ext>
            </a:extLst>
          </p:cNvPr>
          <p:cNvSpPr>
            <a:spLocks noGrp="1"/>
          </p:cNvSpPr>
          <p:nvPr>
            <p:ph sz="half" idx="1"/>
          </p:nvPr>
        </p:nvSpPr>
        <p:spPr>
          <a:xfrm>
            <a:off x="343212" y="2666563"/>
            <a:ext cx="11197861" cy="3528085"/>
          </a:xfrm>
        </p:spPr>
        <p:txBody>
          <a:bodyPr vert="horz" lIns="91440" tIns="45720" rIns="91440" bIns="45720" rtlCol="0" anchor="ctr">
            <a:noAutofit/>
          </a:bodyPr>
          <a:lstStyle/>
          <a:p>
            <a:pPr marL="0" indent="0">
              <a:buNone/>
            </a:pPr>
            <a:r>
              <a:rPr lang="en-US" altLang="en-US" sz="3200" dirty="0"/>
              <a:t>Key Components to Include:</a:t>
            </a:r>
            <a:endParaRPr lang="en-US" sz="3200" dirty="0"/>
          </a:p>
          <a:p>
            <a:pPr marL="514350" indent="-514350">
              <a:buFont typeface="+mj-lt"/>
              <a:buAutoNum type="arabicPeriod"/>
            </a:pPr>
            <a:r>
              <a:rPr lang="en-ZA" b="1" dirty="0"/>
              <a:t>A Clear Title:</a:t>
            </a:r>
            <a:r>
              <a:rPr lang="en-ZA" dirty="0"/>
              <a:t> A working title (under 10 words) that is descriptive and including key concepts.</a:t>
            </a:r>
          </a:p>
          <a:p>
            <a:pPr marL="514350" indent="-514350">
              <a:buFont typeface="+mj-lt"/>
              <a:buAutoNum type="arabicPeriod"/>
            </a:pPr>
            <a:r>
              <a:rPr lang="en-ZA" b="1" dirty="0"/>
              <a:t>Context:</a:t>
            </a:r>
            <a:r>
              <a:rPr lang="en-ZA" dirty="0"/>
              <a:t> Start broad to define the general area, then quickly narrow down to the specific issue, explaining why this topic is important to investigate now.</a:t>
            </a:r>
            <a:endParaRPr lang="en-US" dirty="0"/>
          </a:p>
          <a:p>
            <a:pPr marL="514350" lvl="0" indent="-514350">
              <a:buFont typeface="+mj-lt"/>
              <a:buAutoNum type="arabicPeriod"/>
            </a:pPr>
            <a:r>
              <a:rPr lang="en-ZA" b="1" dirty="0"/>
              <a:t>The "Gap":</a:t>
            </a:r>
            <a:r>
              <a:rPr lang="en-ZA" dirty="0"/>
              <a:t> Identify what is missing, unknown, or broken in current research or practice. This justifies the necessity of your study.</a:t>
            </a:r>
            <a:endParaRPr lang="en-US" dirty="0"/>
          </a:p>
        </p:txBody>
      </p:sp>
      <p:sp>
        <p:nvSpPr>
          <p:cNvPr id="6" name="Rectangle 3">
            <a:extLst>
              <a:ext uri="{FF2B5EF4-FFF2-40B4-BE49-F238E27FC236}">
                <a16:creationId xmlns:a16="http://schemas.microsoft.com/office/drawing/2014/main" id="{7DA9BBEF-D428-5638-C8BB-A4F04DF86DCF}"/>
              </a:ext>
            </a:extLst>
          </p:cNvPr>
          <p:cNvSpPr>
            <a:spLocks noChangeArrowheads="1"/>
          </p:cNvSpPr>
          <p:nvPr/>
        </p:nvSpPr>
        <p:spPr bwMode="auto">
          <a:xfrm>
            <a:off x="0" y="-323165"/>
            <a:ext cx="65"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0A0A0A"/>
                </a:solidFill>
                <a:effectLst/>
                <a:latin typeface="Google Sans"/>
              </a:rPr>
            </a:br>
            <a:endParaRPr kumimoji="0" lang="en-US" altLang="en-US" sz="1200" b="0" i="0" u="none" strike="noStrike" cap="none" normalizeH="0" baseline="0" dirty="0">
              <a:ln>
                <a:noFill/>
              </a:ln>
              <a:solidFill>
                <a:srgbClr val="0A0A0A"/>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2476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6D4D42-0ED9-4FF7-1BD8-DF0CFF5CC49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F06C206-BD71-E848-C1F4-A1EA028B5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9BCE23-441A-ECB5-BFE6-C4EA433172B8}"/>
              </a:ext>
            </a:extLst>
          </p:cNvPr>
          <p:cNvSpPr>
            <a:spLocks noGrp="1"/>
          </p:cNvSpPr>
          <p:nvPr>
            <p:ph type="title"/>
          </p:nvPr>
        </p:nvSpPr>
        <p:spPr>
          <a:xfrm>
            <a:off x="0" y="1157777"/>
            <a:ext cx="12188952" cy="845436"/>
          </a:xfrm>
        </p:spPr>
        <p:txBody>
          <a:bodyPr vert="horz" lIns="91440" tIns="45720" rIns="91440" bIns="45720" rtlCol="0" anchor="t">
            <a:normAutofit/>
          </a:bodyPr>
          <a:lstStyle/>
          <a:p>
            <a:pPr algn="ctr"/>
            <a:r>
              <a:rPr lang="en-US" sz="4000" kern="1200" dirty="0">
                <a:solidFill>
                  <a:schemeClr val="tx1"/>
                </a:solidFill>
                <a:latin typeface="+mj-lt"/>
                <a:ea typeface="+mj-ea"/>
                <a:cs typeface="+mj-cs"/>
              </a:rPr>
              <a:t>Assistance with your Projects 4 Ethics Clearance</a:t>
            </a:r>
          </a:p>
        </p:txBody>
      </p:sp>
      <p:pic>
        <p:nvPicPr>
          <p:cNvPr id="7" name="Graphic 6" descr="Pencil">
            <a:extLst>
              <a:ext uri="{FF2B5EF4-FFF2-40B4-BE49-F238E27FC236}">
                <a16:creationId xmlns:a16="http://schemas.microsoft.com/office/drawing/2014/main" id="{B7268299-123E-4F5E-364B-DE221BC7C8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171940"/>
            <a:ext cx="914400" cy="914400"/>
          </a:xfrm>
          <a:prstGeom prst="rect">
            <a:avLst/>
          </a:prstGeom>
        </p:spPr>
      </p:pic>
      <p:sp>
        <p:nvSpPr>
          <p:cNvPr id="3" name="Content Placeholder 2">
            <a:extLst>
              <a:ext uri="{FF2B5EF4-FFF2-40B4-BE49-F238E27FC236}">
                <a16:creationId xmlns:a16="http://schemas.microsoft.com/office/drawing/2014/main" id="{1E5C31C0-B89E-8074-1AAD-28061EA11D60}"/>
              </a:ext>
            </a:extLst>
          </p:cNvPr>
          <p:cNvSpPr>
            <a:spLocks noGrp="1"/>
          </p:cNvSpPr>
          <p:nvPr>
            <p:ph sz="half" idx="1"/>
          </p:nvPr>
        </p:nvSpPr>
        <p:spPr>
          <a:xfrm>
            <a:off x="343212" y="2666563"/>
            <a:ext cx="11197861" cy="3528085"/>
          </a:xfrm>
        </p:spPr>
        <p:txBody>
          <a:bodyPr vert="horz" lIns="91440" tIns="45720" rIns="91440" bIns="45720" rtlCol="0" anchor="ctr">
            <a:noAutofit/>
          </a:bodyPr>
          <a:lstStyle/>
          <a:p>
            <a:pPr marL="0" indent="0">
              <a:buNone/>
            </a:pPr>
            <a:r>
              <a:rPr lang="en-US" altLang="en-US" sz="3200" dirty="0"/>
              <a:t>Key Components to Include:</a:t>
            </a:r>
            <a:endParaRPr lang="en-US" sz="3200" dirty="0"/>
          </a:p>
          <a:p>
            <a:pPr marL="514350" indent="-514350">
              <a:buFont typeface="+mj-lt"/>
              <a:buAutoNum type="arabicPeriod" startAt="4"/>
            </a:pPr>
            <a:r>
              <a:rPr lang="en-ZA" b="1" dirty="0"/>
              <a:t>Aims and Objectives:</a:t>
            </a:r>
            <a:r>
              <a:rPr lang="en-ZA" dirty="0"/>
              <a:t> State what you aim to achieve (e.g., "This study aims to investigate...").</a:t>
            </a:r>
          </a:p>
          <a:p>
            <a:pPr marL="514350" indent="-514350">
              <a:buFont typeface="+mj-lt"/>
              <a:buAutoNum type="arabicPeriod" startAt="4"/>
            </a:pPr>
            <a:r>
              <a:rPr lang="en-ZA" b="1" dirty="0"/>
              <a:t>Methodology Overview:</a:t>
            </a:r>
            <a:r>
              <a:rPr lang="en-ZA" dirty="0"/>
              <a:t> Briefly explain </a:t>
            </a:r>
            <a:r>
              <a:rPr lang="en-ZA" i="1" dirty="0"/>
              <a:t>how</a:t>
            </a:r>
            <a:r>
              <a:rPr lang="en-ZA" dirty="0"/>
              <a:t> you will do the research (e.g., "A systematic literature review will be conducted…").</a:t>
            </a:r>
          </a:p>
          <a:p>
            <a:pPr marL="514350" indent="-514350">
              <a:buFont typeface="+mj-lt"/>
              <a:buAutoNum type="arabicPeriod" startAt="4"/>
            </a:pPr>
            <a:r>
              <a:rPr lang="en-ZA" b="1" dirty="0"/>
              <a:t>Significance and Impact:</a:t>
            </a:r>
            <a:r>
              <a:rPr lang="en-ZA" dirty="0"/>
              <a:t> Detail the potential value of the findings (e.g., improving policy, or solving a practical problem).</a:t>
            </a:r>
          </a:p>
        </p:txBody>
      </p:sp>
      <p:sp>
        <p:nvSpPr>
          <p:cNvPr id="6" name="Rectangle 3">
            <a:extLst>
              <a:ext uri="{FF2B5EF4-FFF2-40B4-BE49-F238E27FC236}">
                <a16:creationId xmlns:a16="http://schemas.microsoft.com/office/drawing/2014/main" id="{375E4E4E-6800-2D82-BC18-D0CB62DC560D}"/>
              </a:ext>
            </a:extLst>
          </p:cNvPr>
          <p:cNvSpPr>
            <a:spLocks noChangeArrowheads="1"/>
          </p:cNvSpPr>
          <p:nvPr/>
        </p:nvSpPr>
        <p:spPr bwMode="auto">
          <a:xfrm>
            <a:off x="0" y="-323165"/>
            <a:ext cx="65"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0A0A0A"/>
                </a:solidFill>
                <a:effectLst/>
                <a:latin typeface="Google Sans"/>
              </a:rPr>
            </a:br>
            <a:endParaRPr kumimoji="0" lang="en-US" altLang="en-US" sz="1200" b="0" i="0" u="none" strike="noStrike" cap="none" normalizeH="0" baseline="0" dirty="0">
              <a:ln>
                <a:noFill/>
              </a:ln>
              <a:solidFill>
                <a:srgbClr val="0A0A0A"/>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1853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590700-79FD-9A7D-B44C-D09ECFE5E97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91B660D-6CD0-C8C0-785F-21A4DAC9D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B90BC9-0950-C14E-0693-181F2BECCAFE}"/>
              </a:ext>
            </a:extLst>
          </p:cNvPr>
          <p:cNvSpPr>
            <a:spLocks noGrp="1"/>
          </p:cNvSpPr>
          <p:nvPr>
            <p:ph type="title"/>
          </p:nvPr>
        </p:nvSpPr>
        <p:spPr>
          <a:xfrm>
            <a:off x="0" y="1157777"/>
            <a:ext cx="12188952" cy="845436"/>
          </a:xfrm>
        </p:spPr>
        <p:txBody>
          <a:bodyPr vert="horz" lIns="91440" tIns="45720" rIns="91440" bIns="45720" rtlCol="0" anchor="t">
            <a:normAutofit/>
          </a:bodyPr>
          <a:lstStyle/>
          <a:p>
            <a:pPr algn="ctr"/>
            <a:r>
              <a:rPr lang="en-US" sz="4000" kern="1200" dirty="0">
                <a:solidFill>
                  <a:schemeClr val="tx1"/>
                </a:solidFill>
                <a:latin typeface="+mj-lt"/>
                <a:ea typeface="+mj-ea"/>
                <a:cs typeface="+mj-cs"/>
              </a:rPr>
              <a:t>Assistance with your Projects 4 Ethics Clearance</a:t>
            </a:r>
          </a:p>
        </p:txBody>
      </p:sp>
      <p:pic>
        <p:nvPicPr>
          <p:cNvPr id="7" name="Graphic 6" descr="Pencil">
            <a:extLst>
              <a:ext uri="{FF2B5EF4-FFF2-40B4-BE49-F238E27FC236}">
                <a16:creationId xmlns:a16="http://schemas.microsoft.com/office/drawing/2014/main" id="{EFB28E0C-9E26-A782-4CC1-8B3F01596A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171940"/>
            <a:ext cx="914400" cy="914400"/>
          </a:xfrm>
          <a:prstGeom prst="rect">
            <a:avLst/>
          </a:prstGeom>
        </p:spPr>
      </p:pic>
      <p:sp>
        <p:nvSpPr>
          <p:cNvPr id="3" name="Content Placeholder 2">
            <a:extLst>
              <a:ext uri="{FF2B5EF4-FFF2-40B4-BE49-F238E27FC236}">
                <a16:creationId xmlns:a16="http://schemas.microsoft.com/office/drawing/2014/main" id="{0B1847E8-5625-D2E5-90D6-45C16CC5C808}"/>
              </a:ext>
            </a:extLst>
          </p:cNvPr>
          <p:cNvSpPr>
            <a:spLocks noGrp="1"/>
          </p:cNvSpPr>
          <p:nvPr>
            <p:ph sz="half" idx="1"/>
          </p:nvPr>
        </p:nvSpPr>
        <p:spPr>
          <a:xfrm>
            <a:off x="343212" y="2003213"/>
            <a:ext cx="11197861" cy="4191435"/>
          </a:xfrm>
        </p:spPr>
        <p:txBody>
          <a:bodyPr vert="horz" lIns="91440" tIns="45720" rIns="91440" bIns="45720" rtlCol="0" anchor="ctr">
            <a:noAutofit/>
          </a:bodyPr>
          <a:lstStyle/>
          <a:p>
            <a:pPr marL="0" indent="0">
              <a:buNone/>
            </a:pPr>
            <a:r>
              <a:rPr lang="en-ZA" sz="2400" b="1" dirty="0"/>
              <a:t>Example 1 </a:t>
            </a:r>
            <a:r>
              <a:rPr lang="en-ZA" sz="2400" dirty="0"/>
              <a:t>“</a:t>
            </a:r>
            <a:r>
              <a:rPr lang="en-ZA" sz="2400" i="1" dirty="0"/>
              <a:t>Phishing Training Evidence in Universities”</a:t>
            </a:r>
          </a:p>
          <a:p>
            <a:pPr marL="0" indent="0">
              <a:buNone/>
            </a:pPr>
            <a:r>
              <a:rPr lang="en-ZA" sz="2400" dirty="0"/>
              <a:t>Universities depend on email and learning platforms, yet phishing attacks target students and compromise accounts. Many institutions distribute awareness tips, but it remains unclear which training elements are supported by evidence. This study aims to synthesise research on cybersecurity awareness training for university students, focusing on phishing recognition, reporting intention, and behavioural change. A systematic literature review will be conducted using predefined search strings, inclusion criteria, and quality appraisal across databases. Findings will map effective components, delivery formats, and outcome measures, and identify gaps for future work. Results can guide evidence-informed campus security programmes.</a:t>
            </a:r>
          </a:p>
        </p:txBody>
      </p:sp>
      <p:sp>
        <p:nvSpPr>
          <p:cNvPr id="6" name="Rectangle 3">
            <a:extLst>
              <a:ext uri="{FF2B5EF4-FFF2-40B4-BE49-F238E27FC236}">
                <a16:creationId xmlns:a16="http://schemas.microsoft.com/office/drawing/2014/main" id="{3CD33FFD-A444-7DCE-1B9A-8545E30D4A17}"/>
              </a:ext>
            </a:extLst>
          </p:cNvPr>
          <p:cNvSpPr>
            <a:spLocks noChangeArrowheads="1"/>
          </p:cNvSpPr>
          <p:nvPr/>
        </p:nvSpPr>
        <p:spPr bwMode="auto">
          <a:xfrm>
            <a:off x="0" y="-323165"/>
            <a:ext cx="65"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0A0A0A"/>
                </a:solidFill>
                <a:effectLst/>
                <a:latin typeface="Google Sans"/>
              </a:rPr>
            </a:br>
            <a:endParaRPr kumimoji="0" lang="en-US" altLang="en-US" sz="1200" b="0" i="0" u="none" strike="noStrike" cap="none" normalizeH="0" baseline="0" dirty="0">
              <a:ln>
                <a:noFill/>
              </a:ln>
              <a:solidFill>
                <a:srgbClr val="0A0A0A"/>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2371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B8460E-88AE-61FF-65FC-A5BAD595C77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B04179A-4B06-6B9C-C1C0-9E0525543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BF6333-7B71-1610-D670-0046066BB542}"/>
              </a:ext>
            </a:extLst>
          </p:cNvPr>
          <p:cNvSpPr>
            <a:spLocks noGrp="1"/>
          </p:cNvSpPr>
          <p:nvPr>
            <p:ph type="title"/>
          </p:nvPr>
        </p:nvSpPr>
        <p:spPr>
          <a:xfrm>
            <a:off x="0" y="1157777"/>
            <a:ext cx="12188952" cy="845436"/>
          </a:xfrm>
        </p:spPr>
        <p:txBody>
          <a:bodyPr vert="horz" lIns="91440" tIns="45720" rIns="91440" bIns="45720" rtlCol="0" anchor="t">
            <a:normAutofit/>
          </a:bodyPr>
          <a:lstStyle/>
          <a:p>
            <a:pPr algn="ctr"/>
            <a:r>
              <a:rPr lang="en-US" sz="4000" kern="1200" dirty="0">
                <a:solidFill>
                  <a:schemeClr val="tx1"/>
                </a:solidFill>
                <a:latin typeface="+mj-lt"/>
                <a:ea typeface="+mj-ea"/>
                <a:cs typeface="+mj-cs"/>
              </a:rPr>
              <a:t>Assistance with your Projects 4 Ethics Clearance</a:t>
            </a:r>
          </a:p>
        </p:txBody>
      </p:sp>
      <p:pic>
        <p:nvPicPr>
          <p:cNvPr id="7" name="Graphic 6" descr="Pencil">
            <a:extLst>
              <a:ext uri="{FF2B5EF4-FFF2-40B4-BE49-F238E27FC236}">
                <a16:creationId xmlns:a16="http://schemas.microsoft.com/office/drawing/2014/main" id="{A428F33D-A455-1BE9-4812-FF73A77449F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171940"/>
            <a:ext cx="914400" cy="914400"/>
          </a:xfrm>
          <a:prstGeom prst="rect">
            <a:avLst/>
          </a:prstGeom>
        </p:spPr>
      </p:pic>
      <p:sp>
        <p:nvSpPr>
          <p:cNvPr id="3" name="Content Placeholder 2">
            <a:extLst>
              <a:ext uri="{FF2B5EF4-FFF2-40B4-BE49-F238E27FC236}">
                <a16:creationId xmlns:a16="http://schemas.microsoft.com/office/drawing/2014/main" id="{E1812EF4-1FC8-1EB9-41A7-6352443756D7}"/>
              </a:ext>
            </a:extLst>
          </p:cNvPr>
          <p:cNvSpPr>
            <a:spLocks noGrp="1"/>
          </p:cNvSpPr>
          <p:nvPr>
            <p:ph sz="half" idx="1"/>
          </p:nvPr>
        </p:nvSpPr>
        <p:spPr>
          <a:xfrm>
            <a:off x="343212" y="2003213"/>
            <a:ext cx="11197861" cy="4191435"/>
          </a:xfrm>
        </p:spPr>
        <p:txBody>
          <a:bodyPr vert="horz" lIns="91440" tIns="45720" rIns="91440" bIns="45720" rtlCol="0" anchor="ctr">
            <a:noAutofit/>
          </a:bodyPr>
          <a:lstStyle/>
          <a:p>
            <a:pPr marL="0" indent="0">
              <a:buNone/>
            </a:pPr>
            <a:r>
              <a:rPr lang="en-ZA" sz="2400" b="1" dirty="0"/>
              <a:t>Example 2 </a:t>
            </a:r>
            <a:r>
              <a:rPr lang="en-ZA" sz="2400" i="1" dirty="0"/>
              <a:t>“AI Coding Assistants and Reliability”</a:t>
            </a:r>
          </a:p>
          <a:p>
            <a:pPr marL="0" indent="0">
              <a:buNone/>
            </a:pPr>
            <a:r>
              <a:rPr lang="en-ZA" sz="2400" dirty="0"/>
              <a:t>Software teams are adopting AI coding assistants, yet guidance on responsible use often ignores evidence about productivity trade-offs and reliability risks. Practitioners report faster drafting, but also more verification, refactoring, and occasional defects. This study aims to synthesise research on AI coding assistants in software development, focusing on impacts on developer productivity, code quality, and governance practices that reduce risk. A systematic literature review will be conducted with a transparent search strategy, screening, and quality appraisal across databases. The review will summarise reported benefits, limitations, and recommended safeguards, and highlight gaps requiring future studies.</a:t>
            </a:r>
          </a:p>
        </p:txBody>
      </p:sp>
      <p:sp>
        <p:nvSpPr>
          <p:cNvPr id="6" name="Rectangle 3">
            <a:extLst>
              <a:ext uri="{FF2B5EF4-FFF2-40B4-BE49-F238E27FC236}">
                <a16:creationId xmlns:a16="http://schemas.microsoft.com/office/drawing/2014/main" id="{F37F2687-FC48-4257-29CB-AF22ACE46080}"/>
              </a:ext>
            </a:extLst>
          </p:cNvPr>
          <p:cNvSpPr>
            <a:spLocks noChangeArrowheads="1"/>
          </p:cNvSpPr>
          <p:nvPr/>
        </p:nvSpPr>
        <p:spPr bwMode="auto">
          <a:xfrm>
            <a:off x="0" y="-323165"/>
            <a:ext cx="65"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0A0A0A"/>
                </a:solidFill>
                <a:effectLst/>
                <a:latin typeface="Google Sans"/>
              </a:rPr>
            </a:br>
            <a:endParaRPr kumimoji="0" lang="en-US" altLang="en-US" sz="1200" b="0" i="0" u="none" strike="noStrike" cap="none" normalizeH="0" baseline="0" dirty="0">
              <a:ln>
                <a:noFill/>
              </a:ln>
              <a:solidFill>
                <a:srgbClr val="0A0A0A"/>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929022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F00EC9B-79F8-4A58-B6CF-D855783541BD}"/>
              </a:ext>
            </a:extLst>
          </p:cNvPr>
          <p:cNvGraphicFramePr>
            <a:graphicFrameLocks noGrp="1"/>
          </p:cNvGraphicFramePr>
          <p:nvPr>
            <p:extLst>
              <p:ext uri="{D42A27DB-BD31-4B8C-83A1-F6EECF244321}">
                <p14:modId xmlns:p14="http://schemas.microsoft.com/office/powerpoint/2010/main" val="2717930091"/>
              </p:ext>
            </p:extLst>
          </p:nvPr>
        </p:nvGraphicFramePr>
        <p:xfrm>
          <a:off x="466530" y="719666"/>
          <a:ext cx="11331893" cy="4234073"/>
        </p:xfrm>
        <a:graphic>
          <a:graphicData uri="http://schemas.openxmlformats.org/drawingml/2006/table">
            <a:tbl>
              <a:tblPr firstRow="1" bandRow="1">
                <a:tableStyleId>{5C22544A-7EE6-4342-B048-85BDC9FD1C3A}</a:tableStyleId>
              </a:tblPr>
              <a:tblGrid>
                <a:gridCol w="11331893">
                  <a:extLst>
                    <a:ext uri="{9D8B030D-6E8A-4147-A177-3AD203B41FA5}">
                      <a16:colId xmlns:a16="http://schemas.microsoft.com/office/drawing/2014/main" val="2307261631"/>
                    </a:ext>
                  </a:extLst>
                </a:gridCol>
              </a:tblGrid>
              <a:tr h="1059456">
                <a:tc>
                  <a:txBody>
                    <a:bodyPr/>
                    <a:lstStyle/>
                    <a:p>
                      <a:pPr algn="ctr" rtl="0"/>
                      <a:r>
                        <a:rPr lang="en-GB" sz="2800" b="0" noProof="0" dirty="0"/>
                        <a:t>Lower-Order MCQs </a:t>
                      </a:r>
                    </a:p>
                  </a:txBody>
                  <a:tcPr anchor="ctr"/>
                </a:tc>
                <a:extLst>
                  <a:ext uri="{0D108BD9-81ED-4DB2-BD59-A6C34878D82A}">
                    <a16:rowId xmlns:a16="http://schemas.microsoft.com/office/drawing/2014/main" val="4193221031"/>
                  </a:ext>
                </a:extLst>
              </a:tr>
              <a:tr h="1308739">
                <a:tc>
                  <a:txBody>
                    <a:bodyPr/>
                    <a:lstStyle/>
                    <a:p>
                      <a:r>
                        <a:rPr lang="en-ZA" sz="2400" b="1" kern="1200" dirty="0">
                          <a:solidFill>
                            <a:schemeClr val="dk1"/>
                          </a:solidFill>
                          <a:effectLst/>
                          <a:latin typeface="+mn-lt"/>
                          <a:ea typeface="+mn-ea"/>
                          <a:cs typeface="+mn-cs"/>
                        </a:rPr>
                        <a:t>1. What is the main purpose of selecting a research topic?</a:t>
                      </a:r>
                    </a:p>
                  </a:txBody>
                  <a:tcPr anchor="ctr"/>
                </a:tc>
                <a:extLst>
                  <a:ext uri="{0D108BD9-81ED-4DB2-BD59-A6C34878D82A}">
                    <a16:rowId xmlns:a16="http://schemas.microsoft.com/office/drawing/2014/main" val="4116300895"/>
                  </a:ext>
                </a:extLst>
              </a:tr>
              <a:tr h="1865878">
                <a:tc>
                  <a:txBody>
                    <a:bodyPr/>
                    <a:lstStyle/>
                    <a:p>
                      <a:r>
                        <a:rPr lang="en-ZA" sz="1800" kern="1200" dirty="0">
                          <a:solidFill>
                            <a:schemeClr val="dk1"/>
                          </a:solidFill>
                          <a:effectLst/>
                          <a:latin typeface="+mn-lt"/>
                          <a:ea typeface="+mn-ea"/>
                          <a:cs typeface="+mn-cs"/>
                        </a:rPr>
                        <a:t>A. To immediately start writing the findings chapter</a:t>
                      </a:r>
                      <a:br>
                        <a:rPr lang="en-ZA" sz="1800" kern="1200" dirty="0">
                          <a:solidFill>
                            <a:schemeClr val="dk1"/>
                          </a:solidFill>
                          <a:effectLst/>
                          <a:latin typeface="+mn-lt"/>
                          <a:ea typeface="+mn-ea"/>
                          <a:cs typeface="+mn-cs"/>
                        </a:rPr>
                      </a:br>
                      <a:r>
                        <a:rPr lang="en-ZA" sz="1800" kern="1200" dirty="0">
                          <a:solidFill>
                            <a:schemeClr val="dk1"/>
                          </a:solidFill>
                          <a:effectLst/>
                          <a:latin typeface="+mn-lt"/>
                          <a:ea typeface="+mn-ea"/>
                          <a:cs typeface="+mn-cs"/>
                        </a:rPr>
                        <a:t>B. To choose an area of study that is interesting, researchable, </a:t>
                      </a:r>
                      <a:r>
                        <a:rPr lang="en-ZA" sz="1800" b="1" kern="1200" dirty="0">
                          <a:solidFill>
                            <a:schemeClr val="dk1"/>
                          </a:solidFill>
                          <a:effectLst/>
                          <a:latin typeface="+mn-lt"/>
                          <a:ea typeface="+mn-ea"/>
                          <a:cs typeface="+mn-cs"/>
                        </a:rPr>
                        <a:t>a</a:t>
                      </a:r>
                      <a:r>
                        <a:rPr lang="en-ZA" sz="1800" kern="1200" dirty="0">
                          <a:solidFill>
                            <a:schemeClr val="dk1"/>
                          </a:solidFill>
                          <a:effectLst/>
                          <a:latin typeface="+mn-lt"/>
                          <a:ea typeface="+mn-ea"/>
                          <a:cs typeface="+mn-cs"/>
                        </a:rPr>
                        <a:t>nd worthwhile</a:t>
                      </a:r>
                      <a:br>
                        <a:rPr lang="en-ZA" sz="1800" kern="1200" dirty="0">
                          <a:solidFill>
                            <a:schemeClr val="dk1"/>
                          </a:solidFill>
                          <a:effectLst/>
                          <a:latin typeface="+mn-lt"/>
                          <a:ea typeface="+mn-ea"/>
                          <a:cs typeface="+mn-cs"/>
                        </a:rPr>
                      </a:br>
                      <a:r>
                        <a:rPr lang="en-ZA" sz="1800" kern="1200" dirty="0">
                          <a:solidFill>
                            <a:schemeClr val="dk1"/>
                          </a:solidFill>
                          <a:effectLst/>
                          <a:latin typeface="+mn-lt"/>
                          <a:ea typeface="+mn-ea"/>
                          <a:cs typeface="+mn-cs"/>
                        </a:rPr>
                        <a:t>C. To ensure the study uses only quantitative methods</a:t>
                      </a:r>
                      <a:br>
                        <a:rPr lang="en-ZA" sz="1800" kern="1200" dirty="0">
                          <a:solidFill>
                            <a:schemeClr val="dk1"/>
                          </a:solidFill>
                          <a:effectLst/>
                          <a:latin typeface="+mn-lt"/>
                          <a:ea typeface="+mn-ea"/>
                          <a:cs typeface="+mn-cs"/>
                        </a:rPr>
                      </a:br>
                      <a:r>
                        <a:rPr lang="en-ZA" sz="1800" kern="1200" dirty="0">
                          <a:solidFill>
                            <a:schemeClr val="dk1"/>
                          </a:solidFill>
                          <a:effectLst/>
                          <a:latin typeface="+mn-lt"/>
                          <a:ea typeface="+mn-ea"/>
                          <a:cs typeface="+mn-cs"/>
                        </a:rPr>
                        <a:t>D. To avoid reviewing any literature</a:t>
                      </a:r>
                    </a:p>
                  </a:txBody>
                  <a:tcPr anchor="ctr"/>
                </a:tc>
                <a:extLst>
                  <a:ext uri="{0D108BD9-81ED-4DB2-BD59-A6C34878D82A}">
                    <a16:rowId xmlns:a16="http://schemas.microsoft.com/office/drawing/2014/main" val="3659988094"/>
                  </a:ext>
                </a:extLst>
              </a:tr>
            </a:tbl>
          </a:graphicData>
        </a:graphic>
      </p:graphicFrame>
      <p:pic>
        <p:nvPicPr>
          <p:cNvPr id="5" name="Graphic 4" descr="Eye">
            <a:extLst>
              <a:ext uri="{FF2B5EF4-FFF2-40B4-BE49-F238E27FC236}">
                <a16:creationId xmlns:a16="http://schemas.microsoft.com/office/drawing/2014/main" id="{CADF07AA-E7FE-4655-B1DD-FAA38D63EA3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29093" y="844028"/>
            <a:ext cx="720000" cy="720000"/>
          </a:xfrm>
          <a:prstGeom prst="rect">
            <a:avLst/>
          </a:prstGeom>
        </p:spPr>
      </p:pic>
      <p:pic>
        <p:nvPicPr>
          <p:cNvPr id="7" name="Graphic 6" descr="Headphones">
            <a:extLst>
              <a:ext uri="{FF2B5EF4-FFF2-40B4-BE49-F238E27FC236}">
                <a16:creationId xmlns:a16="http://schemas.microsoft.com/office/drawing/2014/main" id="{F635F5BA-C272-4069-B935-AC0C3709E51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53093" y="916028"/>
            <a:ext cx="576000" cy="576000"/>
          </a:xfrm>
          <a:prstGeom prst="rect">
            <a:avLst/>
          </a:prstGeom>
        </p:spPr>
      </p:pic>
    </p:spTree>
    <p:extLst>
      <p:ext uri="{BB962C8B-B14F-4D97-AF65-F5344CB8AC3E}">
        <p14:creationId xmlns:p14="http://schemas.microsoft.com/office/powerpoint/2010/main" val="2857889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23802B9-B67F-D731-365E-B2F4C4FDA194}"/>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60A8F78-6D60-7BEA-6D0F-1990BB40C1F9}"/>
              </a:ext>
            </a:extLst>
          </p:cNvPr>
          <p:cNvGraphicFramePr>
            <a:graphicFrameLocks noGrp="1"/>
          </p:cNvGraphicFramePr>
          <p:nvPr>
            <p:extLst>
              <p:ext uri="{D42A27DB-BD31-4B8C-83A1-F6EECF244321}">
                <p14:modId xmlns:p14="http://schemas.microsoft.com/office/powerpoint/2010/main" val="343186383"/>
              </p:ext>
            </p:extLst>
          </p:nvPr>
        </p:nvGraphicFramePr>
        <p:xfrm>
          <a:off x="466530" y="719666"/>
          <a:ext cx="11331893" cy="4234073"/>
        </p:xfrm>
        <a:graphic>
          <a:graphicData uri="http://schemas.openxmlformats.org/drawingml/2006/table">
            <a:tbl>
              <a:tblPr firstRow="1" bandRow="1">
                <a:tableStyleId>{5C22544A-7EE6-4342-B048-85BDC9FD1C3A}</a:tableStyleId>
              </a:tblPr>
              <a:tblGrid>
                <a:gridCol w="11331893">
                  <a:extLst>
                    <a:ext uri="{9D8B030D-6E8A-4147-A177-3AD203B41FA5}">
                      <a16:colId xmlns:a16="http://schemas.microsoft.com/office/drawing/2014/main" val="2307261631"/>
                    </a:ext>
                  </a:extLst>
                </a:gridCol>
              </a:tblGrid>
              <a:tr h="1059456">
                <a:tc>
                  <a:txBody>
                    <a:bodyPr/>
                    <a:lstStyle/>
                    <a:p>
                      <a:pPr algn="ctr" rtl="0"/>
                      <a:r>
                        <a:rPr lang="en-GB" sz="2800" b="0" noProof="0" dirty="0"/>
                        <a:t>Lower-Order MCQs </a:t>
                      </a:r>
                    </a:p>
                  </a:txBody>
                  <a:tcPr anchor="ctr"/>
                </a:tc>
                <a:extLst>
                  <a:ext uri="{0D108BD9-81ED-4DB2-BD59-A6C34878D82A}">
                    <a16:rowId xmlns:a16="http://schemas.microsoft.com/office/drawing/2014/main" val="4193221031"/>
                  </a:ext>
                </a:extLst>
              </a:tr>
              <a:tr h="1308739">
                <a:tc>
                  <a:txBody>
                    <a:bodyPr/>
                    <a:lstStyle/>
                    <a:p>
                      <a:r>
                        <a:rPr lang="en-ZA" sz="2400" b="1" kern="1200" dirty="0">
                          <a:solidFill>
                            <a:schemeClr val="dk1"/>
                          </a:solidFill>
                          <a:effectLst/>
                          <a:latin typeface="+mn-lt"/>
                          <a:ea typeface="+mn-ea"/>
                          <a:cs typeface="+mn-cs"/>
                        </a:rPr>
                        <a:t>2. A good research title should primarily be:</a:t>
                      </a:r>
                    </a:p>
                  </a:txBody>
                  <a:tcPr anchor="ctr"/>
                </a:tc>
                <a:extLst>
                  <a:ext uri="{0D108BD9-81ED-4DB2-BD59-A6C34878D82A}">
                    <a16:rowId xmlns:a16="http://schemas.microsoft.com/office/drawing/2014/main" val="4116300895"/>
                  </a:ext>
                </a:extLst>
              </a:tr>
              <a:tr h="1865878">
                <a:tc>
                  <a:txBody>
                    <a:bodyPr/>
                    <a:lstStyle/>
                    <a:p>
                      <a:r>
                        <a:rPr lang="en-ZA" sz="1800" kern="1200" dirty="0">
                          <a:solidFill>
                            <a:schemeClr val="dk1"/>
                          </a:solidFill>
                          <a:effectLst/>
                          <a:latin typeface="+mn-lt"/>
                          <a:ea typeface="+mn-ea"/>
                          <a:cs typeface="+mn-cs"/>
                        </a:rPr>
                        <a:t>A. Long and highly technical</a:t>
                      </a:r>
                      <a:br>
                        <a:rPr lang="en-ZA" sz="1800" kern="1200" dirty="0">
                          <a:solidFill>
                            <a:schemeClr val="dk1"/>
                          </a:solidFill>
                          <a:effectLst/>
                          <a:latin typeface="+mn-lt"/>
                          <a:ea typeface="+mn-ea"/>
                          <a:cs typeface="+mn-cs"/>
                        </a:rPr>
                      </a:br>
                      <a:r>
                        <a:rPr lang="en-ZA" sz="1800" kern="1200" dirty="0">
                          <a:solidFill>
                            <a:schemeClr val="dk1"/>
                          </a:solidFill>
                          <a:effectLst/>
                          <a:latin typeface="+mn-lt"/>
                          <a:ea typeface="+mn-ea"/>
                          <a:cs typeface="+mn-cs"/>
                        </a:rPr>
                        <a:t>B. Vague to allow flexibility</a:t>
                      </a:r>
                      <a:br>
                        <a:rPr lang="en-ZA" sz="1800" kern="1200" dirty="0">
                          <a:solidFill>
                            <a:schemeClr val="dk1"/>
                          </a:solidFill>
                          <a:effectLst/>
                          <a:latin typeface="+mn-lt"/>
                          <a:ea typeface="+mn-ea"/>
                          <a:cs typeface="+mn-cs"/>
                        </a:rPr>
                      </a:br>
                      <a:r>
                        <a:rPr lang="en-ZA" sz="1800" kern="1200" dirty="0">
                          <a:solidFill>
                            <a:schemeClr val="dk1"/>
                          </a:solidFill>
                          <a:effectLst/>
                          <a:latin typeface="+mn-lt"/>
                          <a:ea typeface="+mn-ea"/>
                          <a:cs typeface="+mn-cs"/>
                        </a:rPr>
                        <a:t>C. Clear, specific, and reflective of the </a:t>
                      </a:r>
                      <a:r>
                        <a:rPr lang="en-ZA" sz="1800" b="1" kern="1200" dirty="0">
                          <a:solidFill>
                            <a:schemeClr val="dk1"/>
                          </a:solidFill>
                          <a:effectLst/>
                          <a:latin typeface="+mn-lt"/>
                          <a:ea typeface="+mn-ea"/>
                          <a:cs typeface="+mn-cs"/>
                        </a:rPr>
                        <a:t>s</a:t>
                      </a:r>
                      <a:r>
                        <a:rPr lang="en-ZA" sz="1800" kern="1200" dirty="0">
                          <a:solidFill>
                            <a:schemeClr val="dk1"/>
                          </a:solidFill>
                          <a:effectLst/>
                          <a:latin typeface="+mn-lt"/>
                          <a:ea typeface="+mn-ea"/>
                          <a:cs typeface="+mn-cs"/>
                        </a:rPr>
                        <a:t>tudy focus</a:t>
                      </a:r>
                      <a:br>
                        <a:rPr lang="en-ZA" sz="1800" kern="1200" dirty="0">
                          <a:solidFill>
                            <a:schemeClr val="dk1"/>
                          </a:solidFill>
                          <a:effectLst/>
                          <a:latin typeface="+mn-lt"/>
                          <a:ea typeface="+mn-ea"/>
                          <a:cs typeface="+mn-cs"/>
                        </a:rPr>
                      </a:br>
                      <a:r>
                        <a:rPr lang="en-ZA" sz="1800" kern="1200" dirty="0">
                          <a:solidFill>
                            <a:schemeClr val="dk1"/>
                          </a:solidFill>
                          <a:effectLst/>
                          <a:latin typeface="+mn-lt"/>
                          <a:ea typeface="+mn-ea"/>
                          <a:cs typeface="+mn-cs"/>
                        </a:rPr>
                        <a:t>D. Written in the form of a full paragraph</a:t>
                      </a:r>
                    </a:p>
                  </a:txBody>
                  <a:tcPr anchor="ctr"/>
                </a:tc>
                <a:extLst>
                  <a:ext uri="{0D108BD9-81ED-4DB2-BD59-A6C34878D82A}">
                    <a16:rowId xmlns:a16="http://schemas.microsoft.com/office/drawing/2014/main" val="3659988094"/>
                  </a:ext>
                </a:extLst>
              </a:tr>
            </a:tbl>
          </a:graphicData>
        </a:graphic>
      </p:graphicFrame>
      <p:pic>
        <p:nvPicPr>
          <p:cNvPr id="5" name="Graphic 4" descr="Eye">
            <a:extLst>
              <a:ext uri="{FF2B5EF4-FFF2-40B4-BE49-F238E27FC236}">
                <a16:creationId xmlns:a16="http://schemas.microsoft.com/office/drawing/2014/main" id="{DF042795-EC20-45D6-E715-566294CAA5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29093" y="844028"/>
            <a:ext cx="720000" cy="720000"/>
          </a:xfrm>
          <a:prstGeom prst="rect">
            <a:avLst/>
          </a:prstGeom>
        </p:spPr>
      </p:pic>
      <p:pic>
        <p:nvPicPr>
          <p:cNvPr id="7" name="Graphic 6" descr="Headphones">
            <a:extLst>
              <a:ext uri="{FF2B5EF4-FFF2-40B4-BE49-F238E27FC236}">
                <a16:creationId xmlns:a16="http://schemas.microsoft.com/office/drawing/2014/main" id="{B308DC15-6D81-F5B0-9879-B90C4F4AF31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53093" y="916028"/>
            <a:ext cx="576000" cy="576000"/>
          </a:xfrm>
          <a:prstGeom prst="rect">
            <a:avLst/>
          </a:prstGeom>
        </p:spPr>
      </p:pic>
    </p:spTree>
    <p:extLst>
      <p:ext uri="{BB962C8B-B14F-4D97-AF65-F5344CB8AC3E}">
        <p14:creationId xmlns:p14="http://schemas.microsoft.com/office/powerpoint/2010/main" val="1409647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A0441D6-7AC7-B7C5-8C03-B69D93BB7BF5}"/>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4D0E0F9-4444-B798-D882-B10EC6E18827}"/>
              </a:ext>
            </a:extLst>
          </p:cNvPr>
          <p:cNvGraphicFramePr>
            <a:graphicFrameLocks noGrp="1"/>
          </p:cNvGraphicFramePr>
          <p:nvPr>
            <p:extLst>
              <p:ext uri="{D42A27DB-BD31-4B8C-83A1-F6EECF244321}">
                <p14:modId xmlns:p14="http://schemas.microsoft.com/office/powerpoint/2010/main" val="3189590462"/>
              </p:ext>
            </p:extLst>
          </p:nvPr>
        </p:nvGraphicFramePr>
        <p:xfrm>
          <a:off x="466530" y="719666"/>
          <a:ext cx="11331893" cy="4234073"/>
        </p:xfrm>
        <a:graphic>
          <a:graphicData uri="http://schemas.openxmlformats.org/drawingml/2006/table">
            <a:tbl>
              <a:tblPr firstRow="1" bandRow="1">
                <a:tableStyleId>{5C22544A-7EE6-4342-B048-85BDC9FD1C3A}</a:tableStyleId>
              </a:tblPr>
              <a:tblGrid>
                <a:gridCol w="11331893">
                  <a:extLst>
                    <a:ext uri="{9D8B030D-6E8A-4147-A177-3AD203B41FA5}">
                      <a16:colId xmlns:a16="http://schemas.microsoft.com/office/drawing/2014/main" val="2307261631"/>
                    </a:ext>
                  </a:extLst>
                </a:gridCol>
              </a:tblGrid>
              <a:tr h="1059456">
                <a:tc>
                  <a:txBody>
                    <a:bodyPr/>
                    <a:lstStyle/>
                    <a:p>
                      <a:pPr algn="ctr" rtl="0"/>
                      <a:r>
                        <a:rPr lang="en-GB" sz="2800" b="0" noProof="0" dirty="0"/>
                        <a:t>Lower-Order MCQs </a:t>
                      </a:r>
                    </a:p>
                  </a:txBody>
                  <a:tcPr anchor="ctr"/>
                </a:tc>
                <a:extLst>
                  <a:ext uri="{0D108BD9-81ED-4DB2-BD59-A6C34878D82A}">
                    <a16:rowId xmlns:a16="http://schemas.microsoft.com/office/drawing/2014/main" val="4193221031"/>
                  </a:ext>
                </a:extLst>
              </a:tr>
              <a:tr h="1308739">
                <a:tc>
                  <a:txBody>
                    <a:bodyPr/>
                    <a:lstStyle/>
                    <a:p>
                      <a:r>
                        <a:rPr lang="en-ZA" sz="2400" b="1" kern="1200" dirty="0">
                          <a:solidFill>
                            <a:schemeClr val="dk1"/>
                          </a:solidFill>
                          <a:effectLst/>
                          <a:latin typeface="+mn-lt"/>
                          <a:ea typeface="+mn-ea"/>
                          <a:cs typeface="+mn-cs"/>
                        </a:rPr>
                        <a:t>3. Which of the following is an example of a </a:t>
                      </a:r>
                      <a:r>
                        <a:rPr lang="en-ZA" sz="2400" b="1" i="1" kern="1200" dirty="0">
                          <a:solidFill>
                            <a:schemeClr val="dk1"/>
                          </a:solidFill>
                          <a:effectLst/>
                          <a:latin typeface="+mn-lt"/>
                          <a:ea typeface="+mn-ea"/>
                          <a:cs typeface="+mn-cs"/>
                        </a:rPr>
                        <a:t>researchable</a:t>
                      </a:r>
                      <a:r>
                        <a:rPr lang="en-ZA" sz="2400" b="1" kern="1200" dirty="0">
                          <a:solidFill>
                            <a:schemeClr val="dk1"/>
                          </a:solidFill>
                          <a:effectLst/>
                          <a:latin typeface="+mn-lt"/>
                          <a:ea typeface="+mn-ea"/>
                          <a:cs typeface="+mn-cs"/>
                        </a:rPr>
                        <a:t> ICT topic?</a:t>
                      </a:r>
                    </a:p>
                  </a:txBody>
                  <a:tcPr anchor="ctr"/>
                </a:tc>
                <a:extLst>
                  <a:ext uri="{0D108BD9-81ED-4DB2-BD59-A6C34878D82A}">
                    <a16:rowId xmlns:a16="http://schemas.microsoft.com/office/drawing/2014/main" val="4116300895"/>
                  </a:ext>
                </a:extLst>
              </a:tr>
              <a:tr h="1865878">
                <a:tc>
                  <a:txBody>
                    <a:bodyPr/>
                    <a:lstStyle/>
                    <a:p>
                      <a:r>
                        <a:rPr lang="en-ZA" sz="1800" kern="1200" dirty="0">
                          <a:solidFill>
                            <a:schemeClr val="dk1"/>
                          </a:solidFill>
                          <a:effectLst/>
                          <a:latin typeface="+mn-lt"/>
                          <a:ea typeface="+mn-ea"/>
                          <a:cs typeface="+mn-cs"/>
                        </a:rPr>
                        <a:t>A. Why technology is important in life</a:t>
                      </a:r>
                      <a:br>
                        <a:rPr lang="en-ZA" sz="1800" kern="1200" dirty="0">
                          <a:solidFill>
                            <a:schemeClr val="dk1"/>
                          </a:solidFill>
                          <a:effectLst/>
                          <a:latin typeface="+mn-lt"/>
                          <a:ea typeface="+mn-ea"/>
                          <a:cs typeface="+mn-cs"/>
                        </a:rPr>
                      </a:br>
                      <a:r>
                        <a:rPr lang="en-ZA" sz="1800" kern="1200" dirty="0">
                          <a:solidFill>
                            <a:schemeClr val="dk1"/>
                          </a:solidFill>
                          <a:effectLst/>
                          <a:latin typeface="+mn-lt"/>
                          <a:ea typeface="+mn-ea"/>
                          <a:cs typeface="+mn-cs"/>
                        </a:rPr>
                        <a:t>B. The best programming language ever created</a:t>
                      </a:r>
                      <a:br>
                        <a:rPr lang="en-ZA" sz="1800" kern="1200" dirty="0">
                          <a:solidFill>
                            <a:schemeClr val="dk1"/>
                          </a:solidFill>
                          <a:effectLst/>
                          <a:latin typeface="+mn-lt"/>
                          <a:ea typeface="+mn-ea"/>
                          <a:cs typeface="+mn-cs"/>
                        </a:rPr>
                      </a:br>
                      <a:r>
                        <a:rPr lang="en-ZA" sz="1800" kern="1200" dirty="0">
                          <a:solidFill>
                            <a:schemeClr val="dk1"/>
                          </a:solidFill>
                          <a:effectLst/>
                          <a:latin typeface="+mn-lt"/>
                          <a:ea typeface="+mn-ea"/>
                          <a:cs typeface="+mn-cs"/>
                        </a:rPr>
                        <a:t>C. The impact of phishing awareness training on data vulnerability among </a:t>
                      </a:r>
                      <a:r>
                        <a:rPr lang="en-ZA" sz="1800" b="1" kern="1200" dirty="0">
                          <a:solidFill>
                            <a:schemeClr val="dk1"/>
                          </a:solidFill>
                          <a:effectLst/>
                          <a:latin typeface="+mn-lt"/>
                          <a:ea typeface="+mn-ea"/>
                          <a:cs typeface="+mn-cs"/>
                        </a:rPr>
                        <a:t>b</a:t>
                      </a:r>
                      <a:r>
                        <a:rPr lang="en-ZA" sz="1800" kern="1200" dirty="0">
                          <a:solidFill>
                            <a:schemeClr val="dk1"/>
                          </a:solidFill>
                          <a:effectLst/>
                          <a:latin typeface="+mn-lt"/>
                          <a:ea typeface="+mn-ea"/>
                          <a:cs typeface="+mn-cs"/>
                        </a:rPr>
                        <a:t>ank employees</a:t>
                      </a:r>
                      <a:br>
                        <a:rPr lang="en-ZA" sz="1800" kern="1200" dirty="0">
                          <a:solidFill>
                            <a:schemeClr val="dk1"/>
                          </a:solidFill>
                          <a:effectLst/>
                          <a:latin typeface="+mn-lt"/>
                          <a:ea typeface="+mn-ea"/>
                          <a:cs typeface="+mn-cs"/>
                        </a:rPr>
                      </a:br>
                      <a:r>
                        <a:rPr lang="en-ZA" sz="1800" kern="1200" dirty="0">
                          <a:solidFill>
                            <a:schemeClr val="dk1"/>
                          </a:solidFill>
                          <a:effectLst/>
                          <a:latin typeface="+mn-lt"/>
                          <a:ea typeface="+mn-ea"/>
                          <a:cs typeface="+mn-cs"/>
                        </a:rPr>
                        <a:t>D. Technology will change everything in the future</a:t>
                      </a:r>
                    </a:p>
                  </a:txBody>
                  <a:tcPr anchor="ctr"/>
                </a:tc>
                <a:extLst>
                  <a:ext uri="{0D108BD9-81ED-4DB2-BD59-A6C34878D82A}">
                    <a16:rowId xmlns:a16="http://schemas.microsoft.com/office/drawing/2014/main" val="3659988094"/>
                  </a:ext>
                </a:extLst>
              </a:tr>
            </a:tbl>
          </a:graphicData>
        </a:graphic>
      </p:graphicFrame>
      <p:pic>
        <p:nvPicPr>
          <p:cNvPr id="5" name="Graphic 4" descr="Eye">
            <a:extLst>
              <a:ext uri="{FF2B5EF4-FFF2-40B4-BE49-F238E27FC236}">
                <a16:creationId xmlns:a16="http://schemas.microsoft.com/office/drawing/2014/main" id="{F6135745-E0E3-B3DE-2A92-637FB309A7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29093" y="844028"/>
            <a:ext cx="720000" cy="720000"/>
          </a:xfrm>
          <a:prstGeom prst="rect">
            <a:avLst/>
          </a:prstGeom>
        </p:spPr>
      </p:pic>
      <p:pic>
        <p:nvPicPr>
          <p:cNvPr id="7" name="Graphic 6" descr="Headphones">
            <a:extLst>
              <a:ext uri="{FF2B5EF4-FFF2-40B4-BE49-F238E27FC236}">
                <a16:creationId xmlns:a16="http://schemas.microsoft.com/office/drawing/2014/main" id="{782E5DDE-AD35-FDF9-855F-760EA6FEA79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53093" y="916028"/>
            <a:ext cx="576000" cy="576000"/>
          </a:xfrm>
          <a:prstGeom prst="rect">
            <a:avLst/>
          </a:prstGeom>
        </p:spPr>
      </p:pic>
    </p:spTree>
    <p:extLst>
      <p:ext uri="{BB962C8B-B14F-4D97-AF65-F5344CB8AC3E}">
        <p14:creationId xmlns:p14="http://schemas.microsoft.com/office/powerpoint/2010/main" val="2135892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38E25A0-C254-B139-1E76-5B82EC010C79}"/>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E60D88D-D8B1-F66C-9EB0-C2B6F20971FD}"/>
              </a:ext>
            </a:extLst>
          </p:cNvPr>
          <p:cNvGraphicFramePr>
            <a:graphicFrameLocks noGrp="1"/>
          </p:cNvGraphicFramePr>
          <p:nvPr>
            <p:extLst>
              <p:ext uri="{D42A27DB-BD31-4B8C-83A1-F6EECF244321}">
                <p14:modId xmlns:p14="http://schemas.microsoft.com/office/powerpoint/2010/main" val="3644341866"/>
              </p:ext>
            </p:extLst>
          </p:nvPr>
        </p:nvGraphicFramePr>
        <p:xfrm>
          <a:off x="466530" y="719666"/>
          <a:ext cx="11331893" cy="4234073"/>
        </p:xfrm>
        <a:graphic>
          <a:graphicData uri="http://schemas.openxmlformats.org/drawingml/2006/table">
            <a:tbl>
              <a:tblPr firstRow="1" bandRow="1">
                <a:tableStyleId>{5C22544A-7EE6-4342-B048-85BDC9FD1C3A}</a:tableStyleId>
              </a:tblPr>
              <a:tblGrid>
                <a:gridCol w="11331893">
                  <a:extLst>
                    <a:ext uri="{9D8B030D-6E8A-4147-A177-3AD203B41FA5}">
                      <a16:colId xmlns:a16="http://schemas.microsoft.com/office/drawing/2014/main" val="2307261631"/>
                    </a:ext>
                  </a:extLst>
                </a:gridCol>
              </a:tblGrid>
              <a:tr h="1059456">
                <a:tc>
                  <a:txBody>
                    <a:bodyPr/>
                    <a:lstStyle/>
                    <a:p>
                      <a:pPr algn="ctr" rtl="0"/>
                      <a:r>
                        <a:rPr lang="en-GB" sz="2800" b="0" noProof="0" dirty="0"/>
                        <a:t>Lower-Order MCQs </a:t>
                      </a:r>
                    </a:p>
                  </a:txBody>
                  <a:tcPr anchor="ctr"/>
                </a:tc>
                <a:extLst>
                  <a:ext uri="{0D108BD9-81ED-4DB2-BD59-A6C34878D82A}">
                    <a16:rowId xmlns:a16="http://schemas.microsoft.com/office/drawing/2014/main" val="4193221031"/>
                  </a:ext>
                </a:extLst>
              </a:tr>
              <a:tr h="1308739">
                <a:tc>
                  <a:txBody>
                    <a:bodyPr/>
                    <a:lstStyle/>
                    <a:p>
                      <a:r>
                        <a:rPr lang="en-ZA" sz="2400" b="1" kern="1200" dirty="0">
                          <a:solidFill>
                            <a:schemeClr val="dk1"/>
                          </a:solidFill>
                          <a:effectLst/>
                          <a:latin typeface="+mn-lt"/>
                          <a:ea typeface="+mn-ea"/>
                          <a:cs typeface="+mn-cs"/>
                        </a:rPr>
                        <a:t>4. In the “Three Approaches for Developing a Topic,” what is the purpose of listing key words and synonyms?</a:t>
                      </a:r>
                    </a:p>
                  </a:txBody>
                  <a:tcPr anchor="ctr"/>
                </a:tc>
                <a:extLst>
                  <a:ext uri="{0D108BD9-81ED-4DB2-BD59-A6C34878D82A}">
                    <a16:rowId xmlns:a16="http://schemas.microsoft.com/office/drawing/2014/main" val="4116300895"/>
                  </a:ext>
                </a:extLst>
              </a:tr>
              <a:tr h="1865878">
                <a:tc>
                  <a:txBody>
                    <a:bodyPr/>
                    <a:lstStyle/>
                    <a:p>
                      <a:pPr marL="342900" indent="-342900">
                        <a:buAutoNum type="alphaUcPeriod"/>
                      </a:pPr>
                      <a:r>
                        <a:rPr lang="en-ZA" sz="1800" kern="1200" dirty="0">
                          <a:solidFill>
                            <a:schemeClr val="dk1"/>
                          </a:solidFill>
                          <a:effectLst/>
                          <a:latin typeface="+mn-lt"/>
                          <a:ea typeface="+mn-ea"/>
                          <a:cs typeface="+mn-cs"/>
                        </a:rPr>
                        <a:t>To make the title longer</a:t>
                      </a:r>
                    </a:p>
                    <a:p>
                      <a:pPr marL="342900" indent="-342900">
                        <a:buAutoNum type="alphaUcPeriod"/>
                      </a:pPr>
                      <a:r>
                        <a:rPr lang="en-ZA" sz="1800" kern="1200" dirty="0">
                          <a:solidFill>
                            <a:schemeClr val="dk1"/>
                          </a:solidFill>
                          <a:effectLst/>
                          <a:latin typeface="+mn-lt"/>
                          <a:ea typeface="+mn-ea"/>
                          <a:cs typeface="+mn-cs"/>
                        </a:rPr>
                        <a:t>To choose statistical tests for the study</a:t>
                      </a:r>
                    </a:p>
                    <a:p>
                      <a:pPr marL="342900" indent="-342900">
                        <a:buAutoNum type="alphaUcPeriod"/>
                      </a:pPr>
                      <a:r>
                        <a:rPr lang="en-ZA" sz="1800" kern="1200" dirty="0">
                          <a:solidFill>
                            <a:schemeClr val="dk1"/>
                          </a:solidFill>
                          <a:effectLst/>
                          <a:latin typeface="+mn-lt"/>
                          <a:ea typeface="+mn-ea"/>
                          <a:cs typeface="+mn-cs"/>
                        </a:rPr>
                        <a:t>To write the conclusion section early</a:t>
                      </a:r>
                    </a:p>
                    <a:p>
                      <a:pPr marL="342900" indent="-342900">
                        <a:buAutoNum type="alphaUcPeriod"/>
                      </a:pPr>
                      <a:r>
                        <a:rPr lang="en-ZA" sz="1800" kern="1200" dirty="0">
                          <a:solidFill>
                            <a:schemeClr val="dk1"/>
                          </a:solidFill>
                          <a:effectLst/>
                          <a:latin typeface="+mn-lt"/>
                          <a:ea typeface="+mn-ea"/>
                          <a:cs typeface="+mn-cs"/>
                        </a:rPr>
                        <a:t>To identify useful search terms and clarify the </a:t>
                      </a:r>
                      <a:r>
                        <a:rPr lang="en-ZA" sz="1800" b="1" kern="1200" dirty="0">
                          <a:solidFill>
                            <a:schemeClr val="dk1"/>
                          </a:solidFill>
                          <a:effectLst/>
                          <a:latin typeface="+mn-lt"/>
                          <a:ea typeface="+mn-ea"/>
                          <a:cs typeface="+mn-cs"/>
                        </a:rPr>
                        <a:t>t</a:t>
                      </a:r>
                      <a:r>
                        <a:rPr lang="en-ZA" sz="1800" kern="1200" dirty="0">
                          <a:solidFill>
                            <a:schemeClr val="dk1"/>
                          </a:solidFill>
                          <a:effectLst/>
                          <a:latin typeface="+mn-lt"/>
                          <a:ea typeface="+mn-ea"/>
                          <a:cs typeface="+mn-cs"/>
                        </a:rPr>
                        <a:t>opic area</a:t>
                      </a:r>
                    </a:p>
                  </a:txBody>
                  <a:tcPr anchor="ctr"/>
                </a:tc>
                <a:extLst>
                  <a:ext uri="{0D108BD9-81ED-4DB2-BD59-A6C34878D82A}">
                    <a16:rowId xmlns:a16="http://schemas.microsoft.com/office/drawing/2014/main" val="3659988094"/>
                  </a:ext>
                </a:extLst>
              </a:tr>
            </a:tbl>
          </a:graphicData>
        </a:graphic>
      </p:graphicFrame>
      <p:pic>
        <p:nvPicPr>
          <p:cNvPr id="5" name="Graphic 4" descr="Eye">
            <a:extLst>
              <a:ext uri="{FF2B5EF4-FFF2-40B4-BE49-F238E27FC236}">
                <a16:creationId xmlns:a16="http://schemas.microsoft.com/office/drawing/2014/main" id="{61CA7EF0-378B-B07D-F513-3BCDC0A532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29093" y="844028"/>
            <a:ext cx="720000" cy="720000"/>
          </a:xfrm>
          <a:prstGeom prst="rect">
            <a:avLst/>
          </a:prstGeom>
        </p:spPr>
      </p:pic>
      <p:pic>
        <p:nvPicPr>
          <p:cNvPr id="7" name="Graphic 6" descr="Headphones">
            <a:extLst>
              <a:ext uri="{FF2B5EF4-FFF2-40B4-BE49-F238E27FC236}">
                <a16:creationId xmlns:a16="http://schemas.microsoft.com/office/drawing/2014/main" id="{3EC90836-02E5-D118-3347-A42FA706221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53093" y="916028"/>
            <a:ext cx="576000" cy="576000"/>
          </a:xfrm>
          <a:prstGeom prst="rect">
            <a:avLst/>
          </a:prstGeom>
        </p:spPr>
      </p:pic>
    </p:spTree>
    <p:extLst>
      <p:ext uri="{BB962C8B-B14F-4D97-AF65-F5344CB8AC3E}">
        <p14:creationId xmlns:p14="http://schemas.microsoft.com/office/powerpoint/2010/main" val="750717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742B433-66A7-7FDA-5FDF-1AB712251588}"/>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63EAC2B-7485-4F3A-0F1C-8C818E552214}"/>
              </a:ext>
            </a:extLst>
          </p:cNvPr>
          <p:cNvGraphicFramePr>
            <a:graphicFrameLocks noGrp="1"/>
          </p:cNvGraphicFramePr>
          <p:nvPr>
            <p:extLst>
              <p:ext uri="{D42A27DB-BD31-4B8C-83A1-F6EECF244321}">
                <p14:modId xmlns:p14="http://schemas.microsoft.com/office/powerpoint/2010/main" val="2623473628"/>
              </p:ext>
            </p:extLst>
          </p:nvPr>
        </p:nvGraphicFramePr>
        <p:xfrm>
          <a:off x="466530" y="719666"/>
          <a:ext cx="11331893" cy="5966736"/>
        </p:xfrm>
        <a:graphic>
          <a:graphicData uri="http://schemas.openxmlformats.org/drawingml/2006/table">
            <a:tbl>
              <a:tblPr firstRow="1" bandRow="1">
                <a:tableStyleId>{5C22544A-7EE6-4342-B048-85BDC9FD1C3A}</a:tableStyleId>
              </a:tblPr>
              <a:tblGrid>
                <a:gridCol w="11331893">
                  <a:extLst>
                    <a:ext uri="{9D8B030D-6E8A-4147-A177-3AD203B41FA5}">
                      <a16:colId xmlns:a16="http://schemas.microsoft.com/office/drawing/2014/main" val="2307261631"/>
                    </a:ext>
                  </a:extLst>
                </a:gridCol>
              </a:tblGrid>
              <a:tr h="1059456">
                <a:tc>
                  <a:txBody>
                    <a:bodyPr/>
                    <a:lstStyle/>
                    <a:p>
                      <a:pPr algn="ctr" rtl="0"/>
                      <a:r>
                        <a:rPr lang="en-GB" sz="2800" b="0" noProof="0" dirty="0"/>
                        <a:t>Higher-Order MCQs </a:t>
                      </a:r>
                    </a:p>
                  </a:txBody>
                  <a:tcPr anchor="ctr"/>
                </a:tc>
                <a:extLst>
                  <a:ext uri="{0D108BD9-81ED-4DB2-BD59-A6C34878D82A}">
                    <a16:rowId xmlns:a16="http://schemas.microsoft.com/office/drawing/2014/main" val="4193221031"/>
                  </a:ext>
                </a:extLst>
              </a:tr>
              <a:tr h="1308739">
                <a:tc>
                  <a:txBody>
                    <a:bodyPr/>
                    <a:lstStyle/>
                    <a:p>
                      <a:r>
                        <a:rPr lang="en-ZA" sz="1800" b="1" kern="1200" dirty="0">
                          <a:solidFill>
                            <a:schemeClr val="dk1"/>
                          </a:solidFill>
                          <a:effectLst/>
                          <a:latin typeface="+mn-lt"/>
                          <a:ea typeface="+mn-ea"/>
                          <a:cs typeface="+mn-cs"/>
                        </a:rPr>
                        <a:t>Fill in the blanks from the following choice of words most suitable to complete this paragraph correctly.</a:t>
                      </a:r>
                    </a:p>
                    <a:p>
                      <a:endParaRPr lang="en-ZA" sz="1800" b="1" kern="1200" dirty="0">
                        <a:solidFill>
                          <a:schemeClr val="dk1"/>
                        </a:solidFill>
                        <a:effectLst/>
                        <a:latin typeface="+mn-lt"/>
                        <a:ea typeface="+mn-ea"/>
                        <a:cs typeface="+mn-cs"/>
                      </a:endParaRPr>
                    </a:p>
                    <a:p>
                      <a:r>
                        <a:rPr lang="en-ZA" sz="1600" b="1" kern="1200" dirty="0">
                          <a:solidFill>
                            <a:schemeClr val="dk1"/>
                          </a:solidFill>
                          <a:effectLst/>
                          <a:latin typeface="+mn-lt"/>
                          <a:ea typeface="+mn-ea"/>
                          <a:cs typeface="+mn-cs"/>
                        </a:rPr>
                        <a:t>Answer Bank (6 options)</a:t>
                      </a:r>
                      <a:endParaRPr lang="en-ZA" sz="1600" kern="1200" dirty="0">
                        <a:solidFill>
                          <a:schemeClr val="dk1"/>
                        </a:solidFill>
                        <a:effectLst/>
                        <a:latin typeface="+mn-lt"/>
                        <a:ea typeface="+mn-ea"/>
                        <a:cs typeface="+mn-cs"/>
                      </a:endParaRPr>
                    </a:p>
                    <a:p>
                      <a:r>
                        <a:rPr lang="en-ZA" sz="1600" kern="1200" dirty="0">
                          <a:solidFill>
                            <a:schemeClr val="dk1"/>
                          </a:solidFill>
                          <a:effectLst/>
                          <a:latin typeface="+mn-lt"/>
                          <a:ea typeface="+mn-ea"/>
                          <a:cs typeface="+mn-cs"/>
                        </a:rPr>
                        <a:t>A. coherent </a:t>
                      </a:r>
                      <a:br>
                        <a:rPr lang="en-ZA" sz="1600" kern="1200" dirty="0">
                          <a:solidFill>
                            <a:schemeClr val="dk1"/>
                          </a:solidFill>
                          <a:effectLst/>
                          <a:latin typeface="+mn-lt"/>
                          <a:ea typeface="+mn-ea"/>
                          <a:cs typeface="+mn-cs"/>
                        </a:rPr>
                      </a:br>
                      <a:r>
                        <a:rPr lang="en-ZA" sz="1600" kern="1200" dirty="0">
                          <a:solidFill>
                            <a:schemeClr val="dk1"/>
                          </a:solidFill>
                          <a:effectLst/>
                          <a:latin typeface="+mn-lt"/>
                          <a:ea typeface="+mn-ea"/>
                          <a:cs typeface="+mn-cs"/>
                        </a:rPr>
                        <a:t>B. researchable</a:t>
                      </a:r>
                      <a:br>
                        <a:rPr lang="en-ZA" sz="1600" kern="1200" dirty="0">
                          <a:solidFill>
                            <a:schemeClr val="dk1"/>
                          </a:solidFill>
                          <a:effectLst/>
                          <a:latin typeface="+mn-lt"/>
                          <a:ea typeface="+mn-ea"/>
                          <a:cs typeface="+mn-cs"/>
                        </a:rPr>
                      </a:br>
                      <a:r>
                        <a:rPr lang="en-ZA" sz="1600" kern="1200" dirty="0">
                          <a:solidFill>
                            <a:schemeClr val="dk1"/>
                          </a:solidFill>
                          <a:effectLst/>
                          <a:latin typeface="+mn-lt"/>
                          <a:ea typeface="+mn-ea"/>
                          <a:cs typeface="+mn-cs"/>
                        </a:rPr>
                        <a:t>C. refinement </a:t>
                      </a:r>
                      <a:br>
                        <a:rPr lang="en-ZA" sz="1600" kern="1200" dirty="0">
                          <a:solidFill>
                            <a:schemeClr val="dk1"/>
                          </a:solidFill>
                          <a:effectLst/>
                          <a:latin typeface="+mn-lt"/>
                          <a:ea typeface="+mn-ea"/>
                          <a:cs typeface="+mn-cs"/>
                        </a:rPr>
                      </a:br>
                      <a:r>
                        <a:rPr lang="en-ZA" sz="1600" kern="1200" dirty="0">
                          <a:solidFill>
                            <a:schemeClr val="dk1"/>
                          </a:solidFill>
                          <a:effectLst/>
                          <a:latin typeface="+mn-lt"/>
                          <a:ea typeface="+mn-ea"/>
                          <a:cs typeface="+mn-cs"/>
                        </a:rPr>
                        <a:t>D. feasibility</a:t>
                      </a:r>
                      <a:br>
                        <a:rPr lang="en-ZA" sz="1600" kern="1200" dirty="0">
                          <a:solidFill>
                            <a:schemeClr val="dk1"/>
                          </a:solidFill>
                          <a:effectLst/>
                          <a:latin typeface="+mn-lt"/>
                          <a:ea typeface="+mn-ea"/>
                          <a:cs typeface="+mn-cs"/>
                        </a:rPr>
                      </a:br>
                      <a:r>
                        <a:rPr lang="en-ZA" sz="1600" kern="1200" dirty="0">
                          <a:solidFill>
                            <a:schemeClr val="dk1"/>
                          </a:solidFill>
                          <a:effectLst/>
                          <a:latin typeface="+mn-lt"/>
                          <a:ea typeface="+mn-ea"/>
                          <a:cs typeface="+mn-cs"/>
                        </a:rPr>
                        <a:t>E. anchor</a:t>
                      </a:r>
                      <a:br>
                        <a:rPr lang="en-ZA" sz="1600" kern="1200" dirty="0">
                          <a:solidFill>
                            <a:schemeClr val="dk1"/>
                          </a:solidFill>
                          <a:effectLst/>
                          <a:latin typeface="+mn-lt"/>
                          <a:ea typeface="+mn-ea"/>
                          <a:cs typeface="+mn-cs"/>
                        </a:rPr>
                      </a:br>
                      <a:r>
                        <a:rPr lang="en-ZA" sz="1600" kern="1200" dirty="0">
                          <a:solidFill>
                            <a:schemeClr val="dk1"/>
                          </a:solidFill>
                          <a:effectLst/>
                          <a:latin typeface="+mn-lt"/>
                          <a:ea typeface="+mn-ea"/>
                          <a:cs typeface="+mn-cs"/>
                        </a:rPr>
                        <a:t>F. availability</a:t>
                      </a:r>
                    </a:p>
                  </a:txBody>
                  <a:tcPr anchor="ctr"/>
                </a:tc>
                <a:extLst>
                  <a:ext uri="{0D108BD9-81ED-4DB2-BD59-A6C34878D82A}">
                    <a16:rowId xmlns:a16="http://schemas.microsoft.com/office/drawing/2014/main" val="4116300895"/>
                  </a:ext>
                </a:extLst>
              </a:tr>
              <a:tr h="1865878">
                <a:tc>
                  <a:txBody>
                    <a:bodyPr/>
                    <a:lstStyle/>
                    <a:p>
                      <a:r>
                        <a:rPr lang="en-ZA" sz="1800" kern="1200" dirty="0">
                          <a:solidFill>
                            <a:schemeClr val="dk1"/>
                          </a:solidFill>
                          <a:effectLst/>
                          <a:latin typeface="+mn-lt"/>
                          <a:ea typeface="+mn-ea"/>
                          <a:cs typeface="+mn-cs"/>
                        </a:rPr>
                        <a:t>In Week 4, we learned that a research topic and title should function as an </a:t>
                      </a:r>
                      <a:r>
                        <a:rPr lang="en-ZA" sz="1800" b="1" kern="1200" dirty="0">
                          <a:solidFill>
                            <a:schemeClr val="dk1"/>
                          </a:solidFill>
                          <a:effectLst/>
                          <a:latin typeface="+mn-lt"/>
                          <a:ea typeface="+mn-ea"/>
                          <a:cs typeface="+mn-cs"/>
                        </a:rPr>
                        <a:t>(1) ________</a:t>
                      </a:r>
                      <a:r>
                        <a:rPr lang="en-ZA" sz="1800" kern="1200" dirty="0">
                          <a:solidFill>
                            <a:schemeClr val="dk1"/>
                          </a:solidFill>
                          <a:effectLst/>
                          <a:latin typeface="+mn-lt"/>
                          <a:ea typeface="+mn-ea"/>
                          <a:cs typeface="+mn-cs"/>
                        </a:rPr>
                        <a:t> for the entire study, because it shapes what literature you review, what variables or concepts you define, and what population you select. When a topic is too broad, you narrow it by specifying a clear context, a defined group, and a measurable focus, which helps make the topic more </a:t>
                      </a:r>
                      <a:r>
                        <a:rPr lang="en-ZA" sz="1800" b="1" kern="1200" dirty="0">
                          <a:solidFill>
                            <a:schemeClr val="dk1"/>
                          </a:solidFill>
                          <a:effectLst/>
                          <a:latin typeface="+mn-lt"/>
                          <a:ea typeface="+mn-ea"/>
                          <a:cs typeface="+mn-cs"/>
                        </a:rPr>
                        <a:t>(2) ________</a:t>
                      </a:r>
                      <a:r>
                        <a:rPr lang="en-ZA" sz="1800" kern="1200" dirty="0">
                          <a:solidFill>
                            <a:schemeClr val="dk1"/>
                          </a:solidFill>
                          <a:effectLst/>
                          <a:latin typeface="+mn-lt"/>
                          <a:ea typeface="+mn-ea"/>
                          <a:cs typeface="+mn-cs"/>
                        </a:rPr>
                        <a:t>. Before finalising the topic, you must check whether it can realistically be completed within your time and access constraints, which is the principle of </a:t>
                      </a:r>
                      <a:r>
                        <a:rPr lang="en-ZA" sz="1800" b="1" kern="1200" dirty="0">
                          <a:solidFill>
                            <a:schemeClr val="dk1"/>
                          </a:solidFill>
                          <a:effectLst/>
                          <a:latin typeface="+mn-lt"/>
                          <a:ea typeface="+mn-ea"/>
                          <a:cs typeface="+mn-cs"/>
                        </a:rPr>
                        <a:t>(3) ________</a:t>
                      </a:r>
                      <a:r>
                        <a:rPr lang="en-ZA" sz="1800" kern="1200" dirty="0">
                          <a:solidFill>
                            <a:schemeClr val="dk1"/>
                          </a:solidFill>
                          <a:effectLst/>
                          <a:latin typeface="+mn-lt"/>
                          <a:ea typeface="+mn-ea"/>
                          <a:cs typeface="+mn-cs"/>
                        </a:rPr>
                        <a:t>. One practical way to refine a topic is to list key words, synonyms, and related terms, because this improves how you search and helps you identify what the topic really includes or excludes, which supports topic </a:t>
                      </a:r>
                      <a:r>
                        <a:rPr lang="en-ZA" sz="1800" b="1" kern="1200" dirty="0">
                          <a:solidFill>
                            <a:schemeClr val="dk1"/>
                          </a:solidFill>
                          <a:effectLst/>
                          <a:latin typeface="+mn-lt"/>
                          <a:ea typeface="+mn-ea"/>
                          <a:cs typeface="+mn-cs"/>
                        </a:rPr>
                        <a:t>(4) ________</a:t>
                      </a:r>
                      <a:r>
                        <a:rPr lang="en-ZA" sz="1800" kern="1200" dirty="0">
                          <a:solidFill>
                            <a:schemeClr val="dk1"/>
                          </a:solidFill>
                          <a:effectLst/>
                          <a:latin typeface="+mn-lt"/>
                          <a:ea typeface="+mn-ea"/>
                          <a:cs typeface="+mn-cs"/>
                        </a:rPr>
                        <a:t>. Finally, a good title should be clear and specific, reflecting the study’s focus rather than being vague or opinion-based, so that it remains </a:t>
                      </a:r>
                      <a:r>
                        <a:rPr lang="en-ZA" sz="1800" b="1" kern="1200" dirty="0">
                          <a:solidFill>
                            <a:schemeClr val="dk1"/>
                          </a:solidFill>
                          <a:effectLst/>
                          <a:latin typeface="+mn-lt"/>
                          <a:ea typeface="+mn-ea"/>
                          <a:cs typeface="+mn-cs"/>
                        </a:rPr>
                        <a:t>(5) ________</a:t>
                      </a:r>
                      <a:r>
                        <a:rPr lang="en-ZA" sz="1800" kern="1200" dirty="0">
                          <a:solidFill>
                            <a:schemeClr val="dk1"/>
                          </a:solidFill>
                          <a:effectLst/>
                          <a:latin typeface="+mn-lt"/>
                          <a:ea typeface="+mn-ea"/>
                          <a:cs typeface="+mn-cs"/>
                        </a:rPr>
                        <a:t> throughout the research process.</a:t>
                      </a:r>
                    </a:p>
                  </a:txBody>
                  <a:tcPr anchor="ctr"/>
                </a:tc>
                <a:extLst>
                  <a:ext uri="{0D108BD9-81ED-4DB2-BD59-A6C34878D82A}">
                    <a16:rowId xmlns:a16="http://schemas.microsoft.com/office/drawing/2014/main" val="3659988094"/>
                  </a:ext>
                </a:extLst>
              </a:tr>
            </a:tbl>
          </a:graphicData>
        </a:graphic>
      </p:graphicFrame>
      <p:pic>
        <p:nvPicPr>
          <p:cNvPr id="5" name="Graphic 4" descr="Eye">
            <a:extLst>
              <a:ext uri="{FF2B5EF4-FFF2-40B4-BE49-F238E27FC236}">
                <a16:creationId xmlns:a16="http://schemas.microsoft.com/office/drawing/2014/main" id="{5BB3F0EB-C5A4-61F8-EF5F-4E4686B9AB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29093" y="844028"/>
            <a:ext cx="720000" cy="720000"/>
          </a:xfrm>
          <a:prstGeom prst="rect">
            <a:avLst/>
          </a:prstGeom>
        </p:spPr>
      </p:pic>
      <p:pic>
        <p:nvPicPr>
          <p:cNvPr id="7" name="Graphic 6" descr="Headphones">
            <a:extLst>
              <a:ext uri="{FF2B5EF4-FFF2-40B4-BE49-F238E27FC236}">
                <a16:creationId xmlns:a16="http://schemas.microsoft.com/office/drawing/2014/main" id="{45FFC676-9149-1AD4-FF7D-BD99CE1546E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53093" y="916028"/>
            <a:ext cx="576000" cy="576000"/>
          </a:xfrm>
          <a:prstGeom prst="rect">
            <a:avLst/>
          </a:prstGeom>
        </p:spPr>
      </p:pic>
    </p:spTree>
    <p:extLst>
      <p:ext uri="{BB962C8B-B14F-4D97-AF65-F5344CB8AC3E}">
        <p14:creationId xmlns:p14="http://schemas.microsoft.com/office/powerpoint/2010/main" val="1930014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EF22DB7-DF43-3BA8-D86E-BA78DED5F229}"/>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B5793E5-4E82-00D4-8202-1DEB448505FF}"/>
              </a:ext>
            </a:extLst>
          </p:cNvPr>
          <p:cNvGraphicFramePr>
            <a:graphicFrameLocks noGrp="1"/>
          </p:cNvGraphicFramePr>
          <p:nvPr>
            <p:extLst>
              <p:ext uri="{D42A27DB-BD31-4B8C-83A1-F6EECF244321}">
                <p14:modId xmlns:p14="http://schemas.microsoft.com/office/powerpoint/2010/main" val="4029346942"/>
              </p:ext>
            </p:extLst>
          </p:nvPr>
        </p:nvGraphicFramePr>
        <p:xfrm>
          <a:off x="466530" y="719666"/>
          <a:ext cx="11331893" cy="5966736"/>
        </p:xfrm>
        <a:graphic>
          <a:graphicData uri="http://schemas.openxmlformats.org/drawingml/2006/table">
            <a:tbl>
              <a:tblPr firstRow="1" bandRow="1">
                <a:tableStyleId>{5C22544A-7EE6-4342-B048-85BDC9FD1C3A}</a:tableStyleId>
              </a:tblPr>
              <a:tblGrid>
                <a:gridCol w="11331893">
                  <a:extLst>
                    <a:ext uri="{9D8B030D-6E8A-4147-A177-3AD203B41FA5}">
                      <a16:colId xmlns:a16="http://schemas.microsoft.com/office/drawing/2014/main" val="2307261631"/>
                    </a:ext>
                  </a:extLst>
                </a:gridCol>
              </a:tblGrid>
              <a:tr h="1059456">
                <a:tc>
                  <a:txBody>
                    <a:bodyPr/>
                    <a:lstStyle/>
                    <a:p>
                      <a:pPr algn="ctr" rtl="0"/>
                      <a:r>
                        <a:rPr lang="en-GB" sz="2800" b="0" noProof="0" dirty="0"/>
                        <a:t>Higher-Order MCQs </a:t>
                      </a:r>
                    </a:p>
                  </a:txBody>
                  <a:tcPr anchor="ctr"/>
                </a:tc>
                <a:extLst>
                  <a:ext uri="{0D108BD9-81ED-4DB2-BD59-A6C34878D82A}">
                    <a16:rowId xmlns:a16="http://schemas.microsoft.com/office/drawing/2014/main" val="4193221031"/>
                  </a:ext>
                </a:extLst>
              </a:tr>
              <a:tr h="1308739">
                <a:tc>
                  <a:txBody>
                    <a:bodyPr/>
                    <a:lstStyle/>
                    <a:p>
                      <a:r>
                        <a:rPr lang="en-ZA" sz="1800" b="1" kern="1200" dirty="0">
                          <a:solidFill>
                            <a:schemeClr val="dk1"/>
                          </a:solidFill>
                          <a:effectLst/>
                          <a:latin typeface="+mn-lt"/>
                          <a:ea typeface="+mn-ea"/>
                          <a:cs typeface="+mn-cs"/>
                        </a:rPr>
                        <a:t>Fill in the blanks from the following choice of words most suitable to complete this paragraph correctly.</a:t>
                      </a:r>
                    </a:p>
                    <a:p>
                      <a:endParaRPr lang="en-ZA" sz="1800" b="1" kern="1200" dirty="0">
                        <a:solidFill>
                          <a:schemeClr val="dk1"/>
                        </a:solidFill>
                        <a:effectLst/>
                        <a:latin typeface="+mn-lt"/>
                        <a:ea typeface="+mn-ea"/>
                        <a:cs typeface="+mn-cs"/>
                      </a:endParaRPr>
                    </a:p>
                    <a:p>
                      <a:r>
                        <a:rPr lang="en-ZA" sz="1600" b="1" kern="1200" dirty="0">
                          <a:solidFill>
                            <a:schemeClr val="dk1"/>
                          </a:solidFill>
                          <a:effectLst/>
                          <a:latin typeface="+mn-lt"/>
                          <a:ea typeface="+mn-ea"/>
                          <a:cs typeface="+mn-cs"/>
                        </a:rPr>
                        <a:t>Answer Bank (6 options)</a:t>
                      </a:r>
                      <a:endParaRPr lang="en-ZA" sz="1600" kern="1200" dirty="0">
                        <a:solidFill>
                          <a:schemeClr val="dk1"/>
                        </a:solidFill>
                        <a:effectLst/>
                        <a:latin typeface="+mn-lt"/>
                        <a:ea typeface="+mn-ea"/>
                        <a:cs typeface="+mn-cs"/>
                      </a:endParaRPr>
                    </a:p>
                    <a:p>
                      <a:r>
                        <a:rPr lang="en-ZA" sz="1600" kern="1200" dirty="0">
                          <a:solidFill>
                            <a:schemeClr val="dk1"/>
                          </a:solidFill>
                          <a:effectLst/>
                          <a:latin typeface="+mn-lt"/>
                          <a:ea typeface="+mn-ea"/>
                          <a:cs typeface="+mn-cs"/>
                        </a:rPr>
                        <a:t>A. coherent </a:t>
                      </a:r>
                      <a:br>
                        <a:rPr lang="en-ZA" sz="1600" kern="1200" dirty="0">
                          <a:solidFill>
                            <a:schemeClr val="dk1"/>
                          </a:solidFill>
                          <a:effectLst/>
                          <a:latin typeface="+mn-lt"/>
                          <a:ea typeface="+mn-ea"/>
                          <a:cs typeface="+mn-cs"/>
                        </a:rPr>
                      </a:br>
                      <a:r>
                        <a:rPr lang="en-ZA" sz="1600" kern="1200" dirty="0">
                          <a:solidFill>
                            <a:schemeClr val="dk1"/>
                          </a:solidFill>
                          <a:effectLst/>
                          <a:latin typeface="+mn-lt"/>
                          <a:ea typeface="+mn-ea"/>
                          <a:cs typeface="+mn-cs"/>
                        </a:rPr>
                        <a:t>B. researchable</a:t>
                      </a:r>
                      <a:br>
                        <a:rPr lang="en-ZA" sz="1600" kern="1200" dirty="0">
                          <a:solidFill>
                            <a:schemeClr val="dk1"/>
                          </a:solidFill>
                          <a:effectLst/>
                          <a:latin typeface="+mn-lt"/>
                          <a:ea typeface="+mn-ea"/>
                          <a:cs typeface="+mn-cs"/>
                        </a:rPr>
                      </a:br>
                      <a:r>
                        <a:rPr lang="en-ZA" sz="1600" kern="1200" dirty="0">
                          <a:solidFill>
                            <a:schemeClr val="dk1"/>
                          </a:solidFill>
                          <a:effectLst/>
                          <a:latin typeface="+mn-lt"/>
                          <a:ea typeface="+mn-ea"/>
                          <a:cs typeface="+mn-cs"/>
                        </a:rPr>
                        <a:t>C. refinement </a:t>
                      </a:r>
                      <a:br>
                        <a:rPr lang="en-ZA" sz="1600" kern="1200" dirty="0">
                          <a:solidFill>
                            <a:schemeClr val="dk1"/>
                          </a:solidFill>
                          <a:effectLst/>
                          <a:latin typeface="+mn-lt"/>
                          <a:ea typeface="+mn-ea"/>
                          <a:cs typeface="+mn-cs"/>
                        </a:rPr>
                      </a:br>
                      <a:r>
                        <a:rPr lang="en-ZA" sz="1600" kern="1200" dirty="0">
                          <a:solidFill>
                            <a:schemeClr val="dk1"/>
                          </a:solidFill>
                          <a:effectLst/>
                          <a:latin typeface="+mn-lt"/>
                          <a:ea typeface="+mn-ea"/>
                          <a:cs typeface="+mn-cs"/>
                        </a:rPr>
                        <a:t>D. feasibility</a:t>
                      </a:r>
                      <a:br>
                        <a:rPr lang="en-ZA" sz="1600" kern="1200" dirty="0">
                          <a:solidFill>
                            <a:schemeClr val="dk1"/>
                          </a:solidFill>
                          <a:effectLst/>
                          <a:latin typeface="+mn-lt"/>
                          <a:ea typeface="+mn-ea"/>
                          <a:cs typeface="+mn-cs"/>
                        </a:rPr>
                      </a:br>
                      <a:r>
                        <a:rPr lang="en-ZA" sz="1600" kern="1200" dirty="0">
                          <a:solidFill>
                            <a:schemeClr val="dk1"/>
                          </a:solidFill>
                          <a:effectLst/>
                          <a:latin typeface="+mn-lt"/>
                          <a:ea typeface="+mn-ea"/>
                          <a:cs typeface="+mn-cs"/>
                        </a:rPr>
                        <a:t>E. anchor</a:t>
                      </a:r>
                      <a:br>
                        <a:rPr lang="en-ZA" sz="1600" kern="1200" dirty="0">
                          <a:solidFill>
                            <a:schemeClr val="dk1"/>
                          </a:solidFill>
                          <a:effectLst/>
                          <a:latin typeface="+mn-lt"/>
                          <a:ea typeface="+mn-ea"/>
                          <a:cs typeface="+mn-cs"/>
                        </a:rPr>
                      </a:br>
                      <a:r>
                        <a:rPr lang="en-ZA" sz="1600" kern="1200" dirty="0">
                          <a:solidFill>
                            <a:schemeClr val="dk1"/>
                          </a:solidFill>
                          <a:effectLst/>
                          <a:latin typeface="+mn-lt"/>
                          <a:ea typeface="+mn-ea"/>
                          <a:cs typeface="+mn-cs"/>
                        </a:rPr>
                        <a:t>F. availability</a:t>
                      </a:r>
                    </a:p>
                  </a:txBody>
                  <a:tcPr anchor="ctr"/>
                </a:tc>
                <a:extLst>
                  <a:ext uri="{0D108BD9-81ED-4DB2-BD59-A6C34878D82A}">
                    <a16:rowId xmlns:a16="http://schemas.microsoft.com/office/drawing/2014/main" val="4116300895"/>
                  </a:ext>
                </a:extLst>
              </a:tr>
              <a:tr h="1865878">
                <a:tc>
                  <a:txBody>
                    <a:bodyPr/>
                    <a:lstStyle/>
                    <a:p>
                      <a:r>
                        <a:rPr lang="en-ZA" sz="1800" kern="1200" dirty="0">
                          <a:solidFill>
                            <a:schemeClr val="dk1"/>
                          </a:solidFill>
                          <a:effectLst/>
                          <a:latin typeface="+mn-lt"/>
                          <a:ea typeface="+mn-ea"/>
                          <a:cs typeface="+mn-cs"/>
                        </a:rPr>
                        <a:t>In Week 4, we learned that a research topic and title should function as an </a:t>
                      </a:r>
                      <a:r>
                        <a:rPr lang="en-ZA" sz="1800" b="1" kern="1200" dirty="0">
                          <a:solidFill>
                            <a:schemeClr val="dk1"/>
                          </a:solidFill>
                          <a:effectLst/>
                          <a:latin typeface="+mn-lt"/>
                          <a:ea typeface="+mn-ea"/>
                          <a:cs typeface="+mn-cs"/>
                        </a:rPr>
                        <a:t>(E) anchor</a:t>
                      </a:r>
                      <a:r>
                        <a:rPr lang="en-ZA" sz="1800" kern="1200" dirty="0">
                          <a:solidFill>
                            <a:schemeClr val="dk1"/>
                          </a:solidFill>
                          <a:effectLst/>
                          <a:latin typeface="+mn-lt"/>
                          <a:ea typeface="+mn-ea"/>
                          <a:cs typeface="+mn-cs"/>
                        </a:rPr>
                        <a:t> for the entire study, because it shapes what literature you review, what variables or concepts you define, and what population you select. When a topic is too broad, you narrow it by specifying a clear context, a defined group, and a measurable focus, which helps make the topic more </a:t>
                      </a:r>
                      <a:r>
                        <a:rPr lang="en-ZA" sz="1800" b="1" kern="1200" dirty="0">
                          <a:solidFill>
                            <a:schemeClr val="dk1"/>
                          </a:solidFill>
                          <a:effectLst/>
                          <a:latin typeface="+mn-lt"/>
                          <a:ea typeface="+mn-ea"/>
                          <a:cs typeface="+mn-cs"/>
                        </a:rPr>
                        <a:t>(B) researchable. </a:t>
                      </a:r>
                      <a:r>
                        <a:rPr lang="en-ZA" sz="1800" kern="1200" dirty="0">
                          <a:solidFill>
                            <a:schemeClr val="dk1"/>
                          </a:solidFill>
                          <a:effectLst/>
                          <a:latin typeface="+mn-lt"/>
                          <a:ea typeface="+mn-ea"/>
                          <a:cs typeface="+mn-cs"/>
                        </a:rPr>
                        <a:t>Before finalising the topic, you must check whether it can realistically be completed within your time and access constraints, which is the principle of </a:t>
                      </a:r>
                      <a:r>
                        <a:rPr lang="en-ZA" sz="1800" b="1" kern="1200" dirty="0">
                          <a:solidFill>
                            <a:schemeClr val="dk1"/>
                          </a:solidFill>
                          <a:effectLst/>
                          <a:latin typeface="+mn-lt"/>
                          <a:ea typeface="+mn-ea"/>
                          <a:cs typeface="+mn-cs"/>
                        </a:rPr>
                        <a:t>(D) feasibility.</a:t>
                      </a:r>
                      <a:r>
                        <a:rPr lang="en-ZA" sz="1800" kern="1200" dirty="0">
                          <a:solidFill>
                            <a:schemeClr val="dk1"/>
                          </a:solidFill>
                          <a:effectLst/>
                          <a:latin typeface="+mn-lt"/>
                          <a:ea typeface="+mn-ea"/>
                          <a:cs typeface="+mn-cs"/>
                        </a:rPr>
                        <a:t> One practical way to refine a topic is to list key words, synonyms, and related terms, because this improves how you search and helps you identify what the topic really includes or excludes, which supports topic </a:t>
                      </a:r>
                      <a:r>
                        <a:rPr lang="en-ZA" sz="1800" b="1" kern="1200" dirty="0">
                          <a:solidFill>
                            <a:schemeClr val="dk1"/>
                          </a:solidFill>
                          <a:effectLst/>
                          <a:latin typeface="+mn-lt"/>
                          <a:ea typeface="+mn-ea"/>
                          <a:cs typeface="+mn-cs"/>
                        </a:rPr>
                        <a:t>(C) refinement</a:t>
                      </a:r>
                      <a:r>
                        <a:rPr lang="en-ZA" sz="1800" kern="1200" dirty="0">
                          <a:solidFill>
                            <a:schemeClr val="dk1"/>
                          </a:solidFill>
                          <a:effectLst/>
                          <a:latin typeface="+mn-lt"/>
                          <a:ea typeface="+mn-ea"/>
                          <a:cs typeface="+mn-cs"/>
                        </a:rPr>
                        <a:t>. Finally, a good title should be clear and specific, reflecting the study’s focus rather than being vague or opinion-based, so that it remains </a:t>
                      </a:r>
                      <a:r>
                        <a:rPr lang="en-ZA" sz="1800" b="1" kern="1200" dirty="0">
                          <a:solidFill>
                            <a:schemeClr val="dk1"/>
                          </a:solidFill>
                          <a:effectLst/>
                          <a:latin typeface="+mn-lt"/>
                          <a:ea typeface="+mn-ea"/>
                          <a:cs typeface="+mn-cs"/>
                        </a:rPr>
                        <a:t>(A) coherent </a:t>
                      </a:r>
                      <a:r>
                        <a:rPr lang="en-ZA" sz="1800" kern="1200" dirty="0">
                          <a:solidFill>
                            <a:schemeClr val="dk1"/>
                          </a:solidFill>
                          <a:effectLst/>
                          <a:latin typeface="+mn-lt"/>
                          <a:ea typeface="+mn-ea"/>
                          <a:cs typeface="+mn-cs"/>
                        </a:rPr>
                        <a:t>throughout the research process.</a:t>
                      </a:r>
                    </a:p>
                  </a:txBody>
                  <a:tcPr anchor="ctr"/>
                </a:tc>
                <a:extLst>
                  <a:ext uri="{0D108BD9-81ED-4DB2-BD59-A6C34878D82A}">
                    <a16:rowId xmlns:a16="http://schemas.microsoft.com/office/drawing/2014/main" val="3659988094"/>
                  </a:ext>
                </a:extLst>
              </a:tr>
            </a:tbl>
          </a:graphicData>
        </a:graphic>
      </p:graphicFrame>
      <p:pic>
        <p:nvPicPr>
          <p:cNvPr id="5" name="Graphic 4" descr="Eye">
            <a:extLst>
              <a:ext uri="{FF2B5EF4-FFF2-40B4-BE49-F238E27FC236}">
                <a16:creationId xmlns:a16="http://schemas.microsoft.com/office/drawing/2014/main" id="{E011C435-4F93-E633-9FF8-CBC53929021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29093" y="844028"/>
            <a:ext cx="720000" cy="720000"/>
          </a:xfrm>
          <a:prstGeom prst="rect">
            <a:avLst/>
          </a:prstGeom>
        </p:spPr>
      </p:pic>
      <p:pic>
        <p:nvPicPr>
          <p:cNvPr id="7" name="Graphic 6" descr="Headphones">
            <a:extLst>
              <a:ext uri="{FF2B5EF4-FFF2-40B4-BE49-F238E27FC236}">
                <a16:creationId xmlns:a16="http://schemas.microsoft.com/office/drawing/2014/main" id="{4BF38556-0960-CC21-4BCE-AA872A126AC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53093" y="916028"/>
            <a:ext cx="576000" cy="576000"/>
          </a:xfrm>
          <a:prstGeom prst="rect">
            <a:avLst/>
          </a:prstGeom>
        </p:spPr>
      </p:pic>
    </p:spTree>
    <p:extLst>
      <p:ext uri="{BB962C8B-B14F-4D97-AF65-F5344CB8AC3E}">
        <p14:creationId xmlns:p14="http://schemas.microsoft.com/office/powerpoint/2010/main" val="32150630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2187363" y="-61699"/>
            <a:ext cx="5801917" cy="2228760"/>
          </a:xfrm>
        </p:spPr>
        <p:txBody>
          <a:bodyPr vert="horz" lIns="91440" tIns="45720" rIns="91440" bIns="45720" rtlCol="0" anchor="b">
            <a:normAutofit/>
          </a:bodyPr>
          <a:lstStyle/>
          <a:p>
            <a:r>
              <a:rPr lang="en-US" sz="4000" kern="1200">
                <a:solidFill>
                  <a:schemeClr val="tx1"/>
                </a:solidFill>
                <a:latin typeface="+mj-lt"/>
                <a:ea typeface="+mj-ea"/>
                <a:cs typeface="+mj-cs"/>
              </a:rPr>
              <a:t>THAT’S IT!!!</a:t>
            </a:r>
          </a:p>
        </p:txBody>
      </p:sp>
      <p:pic>
        <p:nvPicPr>
          <p:cNvPr id="8" name="Graphic 7" descr="Spider Web">
            <a:extLst>
              <a:ext uri="{FF2B5EF4-FFF2-40B4-BE49-F238E27FC236}">
                <a16:creationId xmlns:a16="http://schemas.microsoft.com/office/drawing/2014/main" id="{A2CC866B-4F50-2BC2-B171-C9C9BF138AF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6948" y="960750"/>
            <a:ext cx="1198532" cy="1198532"/>
          </a:xfrm>
          <a:prstGeom prst="rect">
            <a:avLst/>
          </a:prstGeom>
        </p:spPr>
      </p:pic>
      <p:sp>
        <p:nvSpPr>
          <p:cNvPr id="3" name="TextBox 2">
            <a:extLst>
              <a:ext uri="{FF2B5EF4-FFF2-40B4-BE49-F238E27FC236}">
                <a16:creationId xmlns:a16="http://schemas.microsoft.com/office/drawing/2014/main" id="{38304CEA-E169-7120-F228-9C1CE8E50814}"/>
              </a:ext>
            </a:extLst>
          </p:cNvPr>
          <p:cNvSpPr txBox="1"/>
          <p:nvPr/>
        </p:nvSpPr>
        <p:spPr>
          <a:xfrm>
            <a:off x="736948" y="3784745"/>
            <a:ext cx="8460840" cy="3481423"/>
          </a:xfrm>
          <a:prstGeom prst="rect">
            <a:avLst/>
          </a:prstGeom>
        </p:spPr>
        <p:txBody>
          <a:bodyPr vert="horz" lIns="91440" tIns="45720" rIns="91440" bIns="45720" rtlCol="0">
            <a:normAutofit/>
          </a:bodyPr>
          <a:lstStyle/>
          <a:p>
            <a:pPr>
              <a:lnSpc>
                <a:spcPct val="90000"/>
              </a:lnSpc>
              <a:spcAft>
                <a:spcPts val="600"/>
              </a:spcAft>
            </a:pPr>
            <a:r>
              <a:rPr lang="en-US" sz="4400" dirty="0"/>
              <a:t>See you next week for …</a:t>
            </a:r>
          </a:p>
          <a:p>
            <a:pPr>
              <a:lnSpc>
                <a:spcPct val="90000"/>
              </a:lnSpc>
              <a:spcAft>
                <a:spcPts val="600"/>
              </a:spcAft>
            </a:pPr>
            <a:endParaRPr lang="en-US" sz="4400" b="1" dirty="0"/>
          </a:p>
          <a:p>
            <a:pPr>
              <a:lnSpc>
                <a:spcPct val="90000"/>
              </a:lnSpc>
              <a:spcAft>
                <a:spcPts val="600"/>
              </a:spcAft>
            </a:pPr>
            <a:r>
              <a:rPr lang="en-US" sz="4400" b="1" dirty="0">
                <a:blipFill>
                  <a:blip r:embed="rId5"/>
                  <a:tile tx="0" ty="0" sx="100000" sy="100000" flip="none" algn="tl"/>
                </a:blipFill>
              </a:rPr>
              <a:t>The Golden Thread of Research </a:t>
            </a:r>
          </a:p>
        </p:txBody>
      </p:sp>
      <p:pic>
        <p:nvPicPr>
          <p:cNvPr id="10" name="Graphic 9" descr="Spider Web">
            <a:extLst>
              <a:ext uri="{FF2B5EF4-FFF2-40B4-BE49-F238E27FC236}">
                <a16:creationId xmlns:a16="http://schemas.microsoft.com/office/drawing/2014/main" id="{FB0127E0-A268-466E-AE0B-4D41F62571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3945982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58AF07-9E42-47AF-83DF-C9E8FADF7120}">
  <ds:schemaRefs>
    <ds:schemaRef ds:uri="http://schemas.microsoft.com/sharepoint/v3/contenttype/forms"/>
  </ds:schemaRefs>
</ds:datastoreItem>
</file>

<file path=customXml/itemProps2.xml><?xml version="1.0" encoding="utf-8"?>
<ds:datastoreItem xmlns:ds="http://schemas.openxmlformats.org/officeDocument/2006/customXml" ds:itemID="{DFC4EF74-2977-4065-95FE-55F8E4B639D4}">
  <ds:schemaRefs>
    <ds:schemaRef ds:uri="http://schemas.microsoft.com/sharepoint/v3"/>
    <ds:schemaRef ds:uri="http://www.w3.org/XML/1998/namespace"/>
    <ds:schemaRef ds:uri="http://schemas.microsoft.com/office/2006/documentManagement/types"/>
    <ds:schemaRef ds:uri="http://purl.org/dc/elements/1.1/"/>
    <ds:schemaRef ds:uri="http://purl.org/dc/terms/"/>
    <ds:schemaRef ds:uri="http://schemas.microsoft.com/office/2006/metadata/properties"/>
    <ds:schemaRef ds:uri="http://schemas.microsoft.com/office/infopath/2007/PartnerControls"/>
    <ds:schemaRef ds:uri="http://schemas.openxmlformats.org/package/2006/metadata/core-properties"/>
    <ds:schemaRef ds:uri="fb0879af-3eba-417a-a55a-ffe6dcd6ca77"/>
    <ds:schemaRef ds:uri="6dc4bcd6-49db-4c07-9060-8acfc67cef9f"/>
    <ds:schemaRef ds:uri="http://purl.org/dc/dcmitype/"/>
  </ds:schemaRefs>
</ds:datastoreItem>
</file>

<file path=customXml/itemProps3.xml><?xml version="1.0" encoding="utf-8"?>
<ds:datastoreItem xmlns:ds="http://schemas.openxmlformats.org/officeDocument/2006/customXml" ds:itemID="{653253B1-1887-43EF-BBA6-7E1941C427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1104</TotalTime>
  <Words>2927</Words>
  <Application>Microsoft Macintosh PowerPoint</Application>
  <PresentationFormat>Widescreen</PresentationFormat>
  <Paragraphs>235</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Aptos Display</vt:lpstr>
      <vt:lpstr>Arial</vt:lpstr>
      <vt:lpstr>Calibri</vt:lpstr>
      <vt:lpstr>Google Sans</vt:lpstr>
      <vt:lpstr>Office Theme</vt:lpstr>
      <vt:lpstr>Semester One –  Week 4: Topic 4 </vt:lpstr>
      <vt:lpstr>Settling on the Topic and Title of your Research Study</vt:lpstr>
      <vt:lpstr>A. What is a research topic, and why it matters.</vt:lpstr>
      <vt:lpstr>A. What is a research topic, and why it matters.</vt:lpstr>
      <vt:lpstr>B. Starting points for identifying a topic</vt:lpstr>
      <vt:lpstr>B. Starting points for identifying a topic</vt:lpstr>
      <vt:lpstr>C. Criteria for selecting a good topic (avoiding common traps)  Core criteria to apply to your topic choice: </vt:lpstr>
      <vt:lpstr>C. Criteria for selecting a good topic (avoiding common traps)  Common mistakes that weaken topics: </vt:lpstr>
      <vt:lpstr>D. Turning a topic into a working title  A simple drafting technique:</vt:lpstr>
      <vt:lpstr>D. Turning a topic into a working title  A simple drafting technique:</vt:lpstr>
      <vt:lpstr>D. Turning a topic into a working title  A simple drafting technique:</vt:lpstr>
      <vt:lpstr>D. Turning a topic into a working title  Guidelines for a strong research title:</vt:lpstr>
      <vt:lpstr>D. Turning a topic into a working title</vt:lpstr>
      <vt:lpstr>E. Narrowing the scope:  the “boundary settings” that make a topic researchable</vt:lpstr>
      <vt:lpstr>E. Narrowing the scope:  the “boundary settings” that make a topic researchable</vt:lpstr>
      <vt:lpstr>F. Worked ICT Examples: Developing a Research Topic</vt:lpstr>
      <vt:lpstr>F. Worked ICT Examples: Developing a Research Topic</vt:lpstr>
      <vt:lpstr>F. Worked ICT Examples: Developing a Research Topic</vt:lpstr>
      <vt:lpstr>F. Worked ICT Examples: Developing a Research Topic</vt:lpstr>
      <vt:lpstr>Assistance with your Projects 4 Ethics Clearance</vt:lpstr>
      <vt:lpstr>Assistance with your Projects 4 Ethics Clearance</vt:lpstr>
      <vt:lpstr>Assistance with your Projects 4 Ethics Clearance</vt:lpstr>
      <vt:lpstr>Assistance with your Projects 4 Ethics Clearance</vt:lpstr>
      <vt:lpstr>Assistance with your Projects 4 Ethics Clearance</vt:lpstr>
      <vt:lpstr>PowerPoint Presentation</vt:lpstr>
      <vt:lpstr>PowerPoint Presentation</vt:lpstr>
      <vt:lpstr>PowerPoint Presentation</vt:lpstr>
      <vt:lpstr>PowerPoint Presentation</vt:lpstr>
      <vt:lpstr>PowerPoint Presentation</vt:lpstr>
      <vt:lpstr>PowerPoint Presentation</vt:lpstr>
      <vt:lpstr>THAT’S IT!!!</vt:lpstr>
    </vt:vector>
  </TitlesOfParts>
  <Company>Cape Peninsula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Errol Francke</dc:creator>
  <cp:lastModifiedBy>Errol Francke</cp:lastModifiedBy>
  <cp:revision>3</cp:revision>
  <dcterms:created xsi:type="dcterms:W3CDTF">2025-07-17T09:57:23Z</dcterms:created>
  <dcterms:modified xsi:type="dcterms:W3CDTF">2026-02-19T07:31:33Z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