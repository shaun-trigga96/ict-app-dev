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</p:sldIdLst>
  <p:sldSz cx="7620000" cy="19050000"/>
  <p:notesSz cx="7620000" cy="19050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>
        <p:scale>
          <a:sx n="88" d="100"/>
          <a:sy n="88" d="100"/>
        </p:scale>
        <p:origin x="3192" y="-16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5905500"/>
            <a:ext cx="6477000" cy="4000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10668000"/>
            <a:ext cx="5334000" cy="476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F5CD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620000" cy="1904997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62000" y="578661"/>
            <a:ext cx="6091555" cy="3021965"/>
          </a:xfrm>
          <a:custGeom>
            <a:avLst/>
            <a:gdLst/>
            <a:ahLst/>
            <a:cxnLst/>
            <a:rect l="l" t="t" r="r" b="b"/>
            <a:pathLst>
              <a:path w="6091555" h="3021965">
                <a:moveTo>
                  <a:pt x="5762624" y="3021892"/>
                </a:moveTo>
                <a:lnTo>
                  <a:pt x="333374" y="3021892"/>
                </a:lnTo>
                <a:lnTo>
                  <a:pt x="284111" y="3018278"/>
                </a:lnTo>
                <a:lnTo>
                  <a:pt x="237091" y="3007778"/>
                </a:lnTo>
                <a:lnTo>
                  <a:pt x="192832" y="2990908"/>
                </a:lnTo>
                <a:lnTo>
                  <a:pt x="151848" y="2968184"/>
                </a:lnTo>
                <a:lnTo>
                  <a:pt x="114656" y="2940121"/>
                </a:lnTo>
                <a:lnTo>
                  <a:pt x="81771" y="2907236"/>
                </a:lnTo>
                <a:lnTo>
                  <a:pt x="53708" y="2870044"/>
                </a:lnTo>
                <a:lnTo>
                  <a:pt x="30984" y="2829060"/>
                </a:lnTo>
                <a:lnTo>
                  <a:pt x="14114" y="2784800"/>
                </a:lnTo>
                <a:lnTo>
                  <a:pt x="3614" y="2737781"/>
                </a:lnTo>
                <a:lnTo>
                  <a:pt x="0" y="2688517"/>
                </a:lnTo>
                <a:lnTo>
                  <a:pt x="0" y="333374"/>
                </a:lnTo>
                <a:lnTo>
                  <a:pt x="3614" y="284111"/>
                </a:lnTo>
                <a:lnTo>
                  <a:pt x="14114" y="237091"/>
                </a:lnTo>
                <a:lnTo>
                  <a:pt x="30984" y="192832"/>
                </a:lnTo>
                <a:lnTo>
                  <a:pt x="53708" y="151848"/>
                </a:lnTo>
                <a:lnTo>
                  <a:pt x="81771" y="114656"/>
                </a:lnTo>
                <a:lnTo>
                  <a:pt x="114656" y="81771"/>
                </a:lnTo>
                <a:lnTo>
                  <a:pt x="151848" y="53708"/>
                </a:lnTo>
                <a:lnTo>
                  <a:pt x="192832" y="30984"/>
                </a:lnTo>
                <a:lnTo>
                  <a:pt x="237091" y="14114"/>
                </a:lnTo>
                <a:lnTo>
                  <a:pt x="284111" y="3614"/>
                </a:lnTo>
                <a:lnTo>
                  <a:pt x="333374" y="0"/>
                </a:lnTo>
                <a:lnTo>
                  <a:pt x="5762624" y="0"/>
                </a:lnTo>
                <a:lnTo>
                  <a:pt x="5811888" y="3614"/>
                </a:lnTo>
                <a:lnTo>
                  <a:pt x="5858908" y="14114"/>
                </a:lnTo>
                <a:lnTo>
                  <a:pt x="5903167" y="30984"/>
                </a:lnTo>
                <a:lnTo>
                  <a:pt x="5944151" y="53708"/>
                </a:lnTo>
                <a:lnTo>
                  <a:pt x="5981343" y="81771"/>
                </a:lnTo>
                <a:lnTo>
                  <a:pt x="6014228" y="114656"/>
                </a:lnTo>
                <a:lnTo>
                  <a:pt x="6042291" y="151848"/>
                </a:lnTo>
                <a:lnTo>
                  <a:pt x="6065015" y="192832"/>
                </a:lnTo>
                <a:lnTo>
                  <a:pt x="6081885" y="237091"/>
                </a:lnTo>
                <a:lnTo>
                  <a:pt x="6091002" y="277920"/>
                </a:lnTo>
                <a:lnTo>
                  <a:pt x="6091002" y="2743971"/>
                </a:lnTo>
                <a:lnTo>
                  <a:pt x="6081885" y="2784800"/>
                </a:lnTo>
                <a:lnTo>
                  <a:pt x="6065015" y="2829060"/>
                </a:lnTo>
                <a:lnTo>
                  <a:pt x="6042291" y="2870044"/>
                </a:lnTo>
                <a:lnTo>
                  <a:pt x="6014228" y="2907236"/>
                </a:lnTo>
                <a:lnTo>
                  <a:pt x="5981343" y="2940121"/>
                </a:lnTo>
                <a:lnTo>
                  <a:pt x="5944151" y="2968184"/>
                </a:lnTo>
                <a:lnTo>
                  <a:pt x="5903167" y="2990908"/>
                </a:lnTo>
                <a:lnTo>
                  <a:pt x="5858908" y="3007778"/>
                </a:lnTo>
                <a:lnTo>
                  <a:pt x="5811888" y="3018278"/>
                </a:lnTo>
                <a:lnTo>
                  <a:pt x="5762624" y="3021892"/>
                </a:lnTo>
                <a:close/>
              </a:path>
            </a:pathLst>
          </a:custGeom>
          <a:solidFill>
            <a:srgbClr val="D0B6E4">
              <a:alpha val="44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61999" y="578656"/>
            <a:ext cx="6096000" cy="3019425"/>
          </a:xfrm>
          <a:custGeom>
            <a:avLst/>
            <a:gdLst/>
            <a:ahLst/>
            <a:cxnLst/>
            <a:rect l="l" t="t" r="r" b="b"/>
            <a:pathLst>
              <a:path w="6096000" h="3019425">
                <a:moveTo>
                  <a:pt x="299741" y="3019407"/>
                </a:moveTo>
                <a:lnTo>
                  <a:pt x="237133" y="3007799"/>
                </a:lnTo>
                <a:lnTo>
                  <a:pt x="192858" y="2990928"/>
                </a:lnTo>
                <a:lnTo>
                  <a:pt x="151860" y="2968198"/>
                </a:lnTo>
                <a:lnTo>
                  <a:pt x="114656" y="2940126"/>
                </a:lnTo>
                <a:lnTo>
                  <a:pt x="81761" y="2907229"/>
                </a:lnTo>
                <a:lnTo>
                  <a:pt x="53693" y="2870022"/>
                </a:lnTo>
                <a:lnTo>
                  <a:pt x="30968" y="2829023"/>
                </a:lnTo>
                <a:lnTo>
                  <a:pt x="14101" y="2784748"/>
                </a:lnTo>
                <a:lnTo>
                  <a:pt x="3609" y="2737715"/>
                </a:lnTo>
                <a:lnTo>
                  <a:pt x="0" y="2688445"/>
                </a:lnTo>
                <a:lnTo>
                  <a:pt x="1" y="333364"/>
                </a:lnTo>
                <a:lnTo>
                  <a:pt x="3620" y="284090"/>
                </a:lnTo>
                <a:lnTo>
                  <a:pt x="14128" y="237062"/>
                </a:lnTo>
                <a:lnTo>
                  <a:pt x="31007" y="192797"/>
                </a:lnTo>
                <a:lnTo>
                  <a:pt x="53742" y="151810"/>
                </a:lnTo>
                <a:lnTo>
                  <a:pt x="81815" y="114617"/>
                </a:lnTo>
                <a:lnTo>
                  <a:pt x="114711" y="81735"/>
                </a:lnTo>
                <a:lnTo>
                  <a:pt x="151913" y="53678"/>
                </a:lnTo>
                <a:lnTo>
                  <a:pt x="192904" y="30962"/>
                </a:lnTo>
                <a:lnTo>
                  <a:pt x="237168" y="14103"/>
                </a:lnTo>
                <a:lnTo>
                  <a:pt x="284190" y="3614"/>
                </a:lnTo>
                <a:lnTo>
                  <a:pt x="333452" y="0"/>
                </a:lnTo>
                <a:lnTo>
                  <a:pt x="5762546" y="5"/>
                </a:lnTo>
                <a:lnTo>
                  <a:pt x="5811812" y="3603"/>
                </a:lnTo>
                <a:lnTo>
                  <a:pt x="5858836" y="14093"/>
                </a:lnTo>
                <a:lnTo>
                  <a:pt x="5903103" y="30955"/>
                </a:lnTo>
                <a:lnTo>
                  <a:pt x="5944096" y="53673"/>
                </a:lnTo>
                <a:lnTo>
                  <a:pt x="5981299" y="81733"/>
                </a:lnTo>
                <a:lnTo>
                  <a:pt x="6014195" y="114618"/>
                </a:lnTo>
                <a:lnTo>
                  <a:pt x="6042268" y="151814"/>
                </a:lnTo>
                <a:lnTo>
                  <a:pt x="6065001" y="192804"/>
                </a:lnTo>
                <a:lnTo>
                  <a:pt x="6081879" y="237072"/>
                </a:lnTo>
                <a:lnTo>
                  <a:pt x="6092383" y="284102"/>
                </a:lnTo>
                <a:lnTo>
                  <a:pt x="6095999" y="333371"/>
                </a:lnTo>
                <a:lnTo>
                  <a:pt x="6096004" y="2688452"/>
                </a:lnTo>
                <a:lnTo>
                  <a:pt x="6092397" y="2737730"/>
                </a:lnTo>
                <a:lnTo>
                  <a:pt x="6081900" y="2784765"/>
                </a:lnTo>
                <a:lnTo>
                  <a:pt x="6065028" y="2829040"/>
                </a:lnTo>
                <a:lnTo>
                  <a:pt x="6042299" y="2870038"/>
                </a:lnTo>
                <a:lnTo>
                  <a:pt x="6014227" y="2907242"/>
                </a:lnTo>
                <a:lnTo>
                  <a:pt x="5981329" y="2940137"/>
                </a:lnTo>
                <a:lnTo>
                  <a:pt x="5944122" y="2968205"/>
                </a:lnTo>
                <a:lnTo>
                  <a:pt x="5903123" y="2990930"/>
                </a:lnTo>
                <a:lnTo>
                  <a:pt x="5858848" y="3007796"/>
                </a:lnTo>
                <a:lnTo>
                  <a:pt x="5811815" y="3018289"/>
                </a:lnTo>
                <a:lnTo>
                  <a:pt x="5796252" y="3019338"/>
                </a:lnTo>
              </a:path>
            </a:pathLst>
          </a:custGeom>
          <a:ln w="19049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rgbClr val="1F5CD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10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924300" y="4381500"/>
            <a:ext cx="3314700" cy="1257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E2E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"/>
            <a:ext cx="1005840" cy="1346200"/>
          </a:xfrm>
          <a:custGeom>
            <a:avLst/>
            <a:gdLst/>
            <a:ahLst/>
            <a:cxnLst/>
            <a:rect l="l" t="t" r="r" b="b"/>
            <a:pathLst>
              <a:path w="1005840" h="1346200">
                <a:moveTo>
                  <a:pt x="22068" y="1066800"/>
                </a:moveTo>
                <a:lnTo>
                  <a:pt x="0" y="1066800"/>
                </a:lnTo>
                <a:lnTo>
                  <a:pt x="0" y="0"/>
                </a:lnTo>
                <a:lnTo>
                  <a:pt x="626050" y="0"/>
                </a:lnTo>
                <a:lnTo>
                  <a:pt x="625611" y="38100"/>
                </a:lnTo>
                <a:lnTo>
                  <a:pt x="623535" y="76200"/>
                </a:lnTo>
                <a:lnTo>
                  <a:pt x="619955" y="139700"/>
                </a:lnTo>
                <a:lnTo>
                  <a:pt x="616366" y="177800"/>
                </a:lnTo>
                <a:lnTo>
                  <a:pt x="611753" y="215900"/>
                </a:lnTo>
                <a:lnTo>
                  <a:pt x="606115" y="254000"/>
                </a:lnTo>
                <a:lnTo>
                  <a:pt x="599452" y="292100"/>
                </a:lnTo>
                <a:lnTo>
                  <a:pt x="588655" y="330200"/>
                </a:lnTo>
                <a:lnTo>
                  <a:pt x="576067" y="393700"/>
                </a:lnTo>
                <a:lnTo>
                  <a:pt x="561690" y="457200"/>
                </a:lnTo>
                <a:lnTo>
                  <a:pt x="553606" y="469900"/>
                </a:lnTo>
                <a:lnTo>
                  <a:pt x="545522" y="495300"/>
                </a:lnTo>
                <a:lnTo>
                  <a:pt x="527563" y="558800"/>
                </a:lnTo>
                <a:lnTo>
                  <a:pt x="524508" y="558800"/>
                </a:lnTo>
                <a:lnTo>
                  <a:pt x="521766" y="571500"/>
                </a:lnTo>
                <a:lnTo>
                  <a:pt x="638357" y="571500"/>
                </a:lnTo>
                <a:lnTo>
                  <a:pt x="635277" y="596900"/>
                </a:lnTo>
                <a:lnTo>
                  <a:pt x="612456" y="596900"/>
                </a:lnTo>
                <a:lnTo>
                  <a:pt x="600439" y="609600"/>
                </a:lnTo>
                <a:lnTo>
                  <a:pt x="595313" y="635000"/>
                </a:lnTo>
                <a:lnTo>
                  <a:pt x="594075" y="647700"/>
                </a:lnTo>
                <a:lnTo>
                  <a:pt x="573196" y="647700"/>
                </a:lnTo>
                <a:lnTo>
                  <a:pt x="568686" y="673100"/>
                </a:lnTo>
                <a:lnTo>
                  <a:pt x="565180" y="673100"/>
                </a:lnTo>
                <a:lnTo>
                  <a:pt x="555326" y="685800"/>
                </a:lnTo>
                <a:lnTo>
                  <a:pt x="546802" y="685800"/>
                </a:lnTo>
                <a:lnTo>
                  <a:pt x="537106" y="711200"/>
                </a:lnTo>
                <a:lnTo>
                  <a:pt x="526239" y="711200"/>
                </a:lnTo>
                <a:lnTo>
                  <a:pt x="508614" y="736600"/>
                </a:lnTo>
                <a:lnTo>
                  <a:pt x="472111" y="774700"/>
                </a:lnTo>
                <a:lnTo>
                  <a:pt x="454153" y="787400"/>
                </a:lnTo>
                <a:lnTo>
                  <a:pt x="426551" y="812800"/>
                </a:lnTo>
                <a:lnTo>
                  <a:pt x="398000" y="825500"/>
                </a:lnTo>
                <a:lnTo>
                  <a:pt x="368502" y="850900"/>
                </a:lnTo>
                <a:lnTo>
                  <a:pt x="338055" y="863600"/>
                </a:lnTo>
                <a:lnTo>
                  <a:pt x="323064" y="889000"/>
                </a:lnTo>
                <a:lnTo>
                  <a:pt x="308240" y="889000"/>
                </a:lnTo>
                <a:lnTo>
                  <a:pt x="293386" y="914400"/>
                </a:lnTo>
                <a:lnTo>
                  <a:pt x="278306" y="914400"/>
                </a:lnTo>
                <a:lnTo>
                  <a:pt x="263650" y="927100"/>
                </a:lnTo>
                <a:lnTo>
                  <a:pt x="248768" y="927100"/>
                </a:lnTo>
                <a:lnTo>
                  <a:pt x="233826" y="952500"/>
                </a:lnTo>
                <a:lnTo>
                  <a:pt x="218992" y="952500"/>
                </a:lnTo>
                <a:lnTo>
                  <a:pt x="189814" y="965200"/>
                </a:lnTo>
                <a:lnTo>
                  <a:pt x="159658" y="990600"/>
                </a:lnTo>
                <a:lnTo>
                  <a:pt x="128523" y="1003300"/>
                </a:lnTo>
                <a:lnTo>
                  <a:pt x="96409" y="1003300"/>
                </a:lnTo>
                <a:lnTo>
                  <a:pt x="89807" y="1028700"/>
                </a:lnTo>
                <a:lnTo>
                  <a:pt x="68088" y="1028700"/>
                </a:lnTo>
                <a:lnTo>
                  <a:pt x="56334" y="1041400"/>
                </a:lnTo>
                <a:lnTo>
                  <a:pt x="30452" y="1041400"/>
                </a:lnTo>
                <a:lnTo>
                  <a:pt x="22068" y="1066800"/>
                </a:lnTo>
                <a:close/>
              </a:path>
              <a:path w="1005840" h="1346200">
                <a:moveTo>
                  <a:pt x="643391" y="571500"/>
                </a:moveTo>
                <a:lnTo>
                  <a:pt x="532160" y="571500"/>
                </a:lnTo>
                <a:lnTo>
                  <a:pt x="561457" y="533400"/>
                </a:lnTo>
                <a:lnTo>
                  <a:pt x="588249" y="469900"/>
                </a:lnTo>
                <a:lnTo>
                  <a:pt x="612348" y="431800"/>
                </a:lnTo>
                <a:lnTo>
                  <a:pt x="633755" y="381000"/>
                </a:lnTo>
                <a:lnTo>
                  <a:pt x="644557" y="355600"/>
                </a:lnTo>
                <a:lnTo>
                  <a:pt x="654377" y="330200"/>
                </a:lnTo>
                <a:lnTo>
                  <a:pt x="663633" y="292100"/>
                </a:lnTo>
                <a:lnTo>
                  <a:pt x="672744" y="279400"/>
                </a:lnTo>
                <a:lnTo>
                  <a:pt x="689142" y="215900"/>
                </a:lnTo>
                <a:lnTo>
                  <a:pt x="704116" y="177800"/>
                </a:lnTo>
                <a:lnTo>
                  <a:pt x="717176" y="114300"/>
                </a:lnTo>
                <a:lnTo>
                  <a:pt x="727832" y="63500"/>
                </a:lnTo>
                <a:lnTo>
                  <a:pt x="735595" y="25400"/>
                </a:lnTo>
                <a:lnTo>
                  <a:pt x="737488" y="0"/>
                </a:lnTo>
                <a:lnTo>
                  <a:pt x="912599" y="0"/>
                </a:lnTo>
                <a:lnTo>
                  <a:pt x="912106" y="25400"/>
                </a:lnTo>
                <a:lnTo>
                  <a:pt x="910278" y="25400"/>
                </a:lnTo>
                <a:lnTo>
                  <a:pt x="908741" y="38100"/>
                </a:lnTo>
                <a:lnTo>
                  <a:pt x="903746" y="38100"/>
                </a:lnTo>
                <a:lnTo>
                  <a:pt x="900287" y="63500"/>
                </a:lnTo>
                <a:lnTo>
                  <a:pt x="886669" y="63500"/>
                </a:lnTo>
                <a:lnTo>
                  <a:pt x="881115" y="76200"/>
                </a:lnTo>
                <a:lnTo>
                  <a:pt x="894777" y="101600"/>
                </a:lnTo>
                <a:lnTo>
                  <a:pt x="890567" y="114300"/>
                </a:lnTo>
                <a:lnTo>
                  <a:pt x="883203" y="114300"/>
                </a:lnTo>
                <a:lnTo>
                  <a:pt x="880047" y="139700"/>
                </a:lnTo>
                <a:lnTo>
                  <a:pt x="877324" y="139700"/>
                </a:lnTo>
                <a:lnTo>
                  <a:pt x="873383" y="152400"/>
                </a:lnTo>
                <a:lnTo>
                  <a:pt x="868224" y="177800"/>
                </a:lnTo>
                <a:lnTo>
                  <a:pt x="861847" y="177800"/>
                </a:lnTo>
                <a:lnTo>
                  <a:pt x="854425" y="203200"/>
                </a:lnTo>
                <a:lnTo>
                  <a:pt x="836962" y="203200"/>
                </a:lnTo>
                <a:lnTo>
                  <a:pt x="826922" y="215900"/>
                </a:lnTo>
                <a:lnTo>
                  <a:pt x="832861" y="215900"/>
                </a:lnTo>
                <a:lnTo>
                  <a:pt x="833127" y="241300"/>
                </a:lnTo>
                <a:lnTo>
                  <a:pt x="831773" y="241300"/>
                </a:lnTo>
                <a:lnTo>
                  <a:pt x="832853" y="254000"/>
                </a:lnTo>
                <a:lnTo>
                  <a:pt x="834296" y="254000"/>
                </a:lnTo>
                <a:lnTo>
                  <a:pt x="826032" y="279400"/>
                </a:lnTo>
                <a:lnTo>
                  <a:pt x="802603" y="279400"/>
                </a:lnTo>
                <a:lnTo>
                  <a:pt x="804285" y="292100"/>
                </a:lnTo>
                <a:lnTo>
                  <a:pt x="804824" y="292100"/>
                </a:lnTo>
                <a:lnTo>
                  <a:pt x="803614" y="317500"/>
                </a:lnTo>
                <a:lnTo>
                  <a:pt x="801902" y="317500"/>
                </a:lnTo>
                <a:lnTo>
                  <a:pt x="796261" y="330200"/>
                </a:lnTo>
                <a:lnTo>
                  <a:pt x="783101" y="330200"/>
                </a:lnTo>
                <a:lnTo>
                  <a:pt x="777740" y="355600"/>
                </a:lnTo>
                <a:lnTo>
                  <a:pt x="771720" y="355600"/>
                </a:lnTo>
                <a:lnTo>
                  <a:pt x="771720" y="393700"/>
                </a:lnTo>
                <a:lnTo>
                  <a:pt x="754001" y="393700"/>
                </a:lnTo>
                <a:lnTo>
                  <a:pt x="751237" y="419100"/>
                </a:lnTo>
                <a:lnTo>
                  <a:pt x="764701" y="431800"/>
                </a:lnTo>
                <a:lnTo>
                  <a:pt x="752221" y="431800"/>
                </a:lnTo>
                <a:lnTo>
                  <a:pt x="746853" y="457200"/>
                </a:lnTo>
                <a:lnTo>
                  <a:pt x="721204" y="457200"/>
                </a:lnTo>
                <a:lnTo>
                  <a:pt x="714819" y="469900"/>
                </a:lnTo>
                <a:lnTo>
                  <a:pt x="699213" y="469900"/>
                </a:lnTo>
                <a:lnTo>
                  <a:pt x="698534" y="495300"/>
                </a:lnTo>
                <a:lnTo>
                  <a:pt x="694049" y="495300"/>
                </a:lnTo>
                <a:lnTo>
                  <a:pt x="688520" y="508000"/>
                </a:lnTo>
                <a:lnTo>
                  <a:pt x="675987" y="508000"/>
                </a:lnTo>
                <a:lnTo>
                  <a:pt x="681682" y="533400"/>
                </a:lnTo>
                <a:lnTo>
                  <a:pt x="683738" y="533400"/>
                </a:lnTo>
                <a:lnTo>
                  <a:pt x="676350" y="558800"/>
                </a:lnTo>
                <a:lnTo>
                  <a:pt x="660088" y="558800"/>
                </a:lnTo>
                <a:lnTo>
                  <a:pt x="643391" y="571500"/>
                </a:lnTo>
                <a:close/>
              </a:path>
              <a:path w="1005840" h="1346200">
                <a:moveTo>
                  <a:pt x="217896" y="1270000"/>
                </a:moveTo>
                <a:lnTo>
                  <a:pt x="95722" y="1270000"/>
                </a:lnTo>
                <a:lnTo>
                  <a:pt x="176093" y="1219200"/>
                </a:lnTo>
                <a:lnTo>
                  <a:pt x="215551" y="1219200"/>
                </a:lnTo>
                <a:lnTo>
                  <a:pt x="309523" y="1181100"/>
                </a:lnTo>
                <a:lnTo>
                  <a:pt x="354882" y="1143000"/>
                </a:lnTo>
                <a:lnTo>
                  <a:pt x="399158" y="1130300"/>
                </a:lnTo>
                <a:lnTo>
                  <a:pt x="442348" y="1104900"/>
                </a:lnTo>
                <a:lnTo>
                  <a:pt x="484224" y="1066800"/>
                </a:lnTo>
                <a:lnTo>
                  <a:pt x="524553" y="1041400"/>
                </a:lnTo>
                <a:lnTo>
                  <a:pt x="563337" y="1003300"/>
                </a:lnTo>
                <a:lnTo>
                  <a:pt x="600574" y="965200"/>
                </a:lnTo>
                <a:lnTo>
                  <a:pt x="636266" y="927100"/>
                </a:lnTo>
                <a:lnTo>
                  <a:pt x="670725" y="889000"/>
                </a:lnTo>
                <a:lnTo>
                  <a:pt x="703013" y="850900"/>
                </a:lnTo>
                <a:lnTo>
                  <a:pt x="733128" y="812800"/>
                </a:lnTo>
                <a:lnTo>
                  <a:pt x="761072" y="774700"/>
                </a:lnTo>
                <a:lnTo>
                  <a:pt x="786845" y="736600"/>
                </a:lnTo>
                <a:lnTo>
                  <a:pt x="802393" y="685800"/>
                </a:lnTo>
                <a:lnTo>
                  <a:pt x="816717" y="673100"/>
                </a:lnTo>
                <a:lnTo>
                  <a:pt x="830265" y="635000"/>
                </a:lnTo>
                <a:lnTo>
                  <a:pt x="843490" y="596900"/>
                </a:lnTo>
                <a:lnTo>
                  <a:pt x="857386" y="571500"/>
                </a:lnTo>
                <a:lnTo>
                  <a:pt x="869748" y="533400"/>
                </a:lnTo>
                <a:lnTo>
                  <a:pt x="880815" y="495300"/>
                </a:lnTo>
                <a:lnTo>
                  <a:pt x="890506" y="457200"/>
                </a:lnTo>
                <a:lnTo>
                  <a:pt x="897216" y="419100"/>
                </a:lnTo>
                <a:lnTo>
                  <a:pt x="903241" y="393700"/>
                </a:lnTo>
                <a:lnTo>
                  <a:pt x="908737" y="355600"/>
                </a:lnTo>
                <a:lnTo>
                  <a:pt x="913856" y="330200"/>
                </a:lnTo>
                <a:lnTo>
                  <a:pt x="919269" y="292100"/>
                </a:lnTo>
                <a:lnTo>
                  <a:pt x="924347" y="279400"/>
                </a:lnTo>
                <a:lnTo>
                  <a:pt x="928851" y="241300"/>
                </a:lnTo>
                <a:lnTo>
                  <a:pt x="932540" y="203200"/>
                </a:lnTo>
                <a:lnTo>
                  <a:pt x="935465" y="177800"/>
                </a:lnTo>
                <a:lnTo>
                  <a:pt x="937636" y="139700"/>
                </a:lnTo>
                <a:lnTo>
                  <a:pt x="939796" y="76200"/>
                </a:lnTo>
                <a:lnTo>
                  <a:pt x="939328" y="38100"/>
                </a:lnTo>
                <a:lnTo>
                  <a:pt x="937755" y="25400"/>
                </a:lnTo>
                <a:lnTo>
                  <a:pt x="934989" y="0"/>
                </a:lnTo>
                <a:lnTo>
                  <a:pt x="1001797" y="0"/>
                </a:lnTo>
                <a:lnTo>
                  <a:pt x="1005417" y="25400"/>
                </a:lnTo>
                <a:lnTo>
                  <a:pt x="1005657" y="25400"/>
                </a:lnTo>
                <a:lnTo>
                  <a:pt x="1003994" y="38100"/>
                </a:lnTo>
                <a:lnTo>
                  <a:pt x="987109" y="38100"/>
                </a:lnTo>
                <a:lnTo>
                  <a:pt x="988473" y="63500"/>
                </a:lnTo>
                <a:lnTo>
                  <a:pt x="997919" y="63500"/>
                </a:lnTo>
                <a:lnTo>
                  <a:pt x="1001108" y="76200"/>
                </a:lnTo>
                <a:lnTo>
                  <a:pt x="1003276" y="76200"/>
                </a:lnTo>
                <a:lnTo>
                  <a:pt x="1004330" y="101600"/>
                </a:lnTo>
                <a:lnTo>
                  <a:pt x="1003164" y="101600"/>
                </a:lnTo>
                <a:lnTo>
                  <a:pt x="1000870" y="114300"/>
                </a:lnTo>
                <a:lnTo>
                  <a:pt x="1001681" y="114300"/>
                </a:lnTo>
                <a:lnTo>
                  <a:pt x="1001841" y="139700"/>
                </a:lnTo>
                <a:lnTo>
                  <a:pt x="1000906" y="152400"/>
                </a:lnTo>
                <a:lnTo>
                  <a:pt x="998875" y="177800"/>
                </a:lnTo>
                <a:lnTo>
                  <a:pt x="995749" y="215900"/>
                </a:lnTo>
                <a:lnTo>
                  <a:pt x="994042" y="215900"/>
                </a:lnTo>
                <a:lnTo>
                  <a:pt x="992383" y="241300"/>
                </a:lnTo>
                <a:lnTo>
                  <a:pt x="990583" y="254000"/>
                </a:lnTo>
                <a:lnTo>
                  <a:pt x="988453" y="279400"/>
                </a:lnTo>
                <a:lnTo>
                  <a:pt x="984804" y="292100"/>
                </a:lnTo>
                <a:lnTo>
                  <a:pt x="980688" y="317500"/>
                </a:lnTo>
                <a:lnTo>
                  <a:pt x="977098" y="330200"/>
                </a:lnTo>
                <a:lnTo>
                  <a:pt x="975029" y="355600"/>
                </a:lnTo>
                <a:lnTo>
                  <a:pt x="970000" y="393700"/>
                </a:lnTo>
                <a:lnTo>
                  <a:pt x="963088" y="431800"/>
                </a:lnTo>
                <a:lnTo>
                  <a:pt x="954292" y="469900"/>
                </a:lnTo>
                <a:lnTo>
                  <a:pt x="943612" y="495300"/>
                </a:lnTo>
                <a:lnTo>
                  <a:pt x="918087" y="495300"/>
                </a:lnTo>
                <a:lnTo>
                  <a:pt x="915932" y="508000"/>
                </a:lnTo>
                <a:lnTo>
                  <a:pt x="938240" y="508000"/>
                </a:lnTo>
                <a:lnTo>
                  <a:pt x="932868" y="533400"/>
                </a:lnTo>
                <a:lnTo>
                  <a:pt x="920285" y="571500"/>
                </a:lnTo>
                <a:lnTo>
                  <a:pt x="905623" y="609600"/>
                </a:lnTo>
                <a:lnTo>
                  <a:pt x="889122" y="647700"/>
                </a:lnTo>
                <a:lnTo>
                  <a:pt x="859991" y="647700"/>
                </a:lnTo>
                <a:lnTo>
                  <a:pt x="861179" y="673100"/>
                </a:lnTo>
                <a:lnTo>
                  <a:pt x="862253" y="673100"/>
                </a:lnTo>
                <a:lnTo>
                  <a:pt x="865812" y="685800"/>
                </a:lnTo>
                <a:lnTo>
                  <a:pt x="865802" y="711200"/>
                </a:lnTo>
                <a:lnTo>
                  <a:pt x="861358" y="736600"/>
                </a:lnTo>
                <a:lnTo>
                  <a:pt x="851616" y="736600"/>
                </a:lnTo>
                <a:lnTo>
                  <a:pt x="844060" y="749300"/>
                </a:lnTo>
                <a:lnTo>
                  <a:pt x="837129" y="774700"/>
                </a:lnTo>
                <a:lnTo>
                  <a:pt x="830823" y="774700"/>
                </a:lnTo>
                <a:lnTo>
                  <a:pt x="825142" y="787400"/>
                </a:lnTo>
                <a:lnTo>
                  <a:pt x="821420" y="787400"/>
                </a:lnTo>
                <a:lnTo>
                  <a:pt x="815403" y="812800"/>
                </a:lnTo>
                <a:lnTo>
                  <a:pt x="811738" y="812800"/>
                </a:lnTo>
                <a:lnTo>
                  <a:pt x="803098" y="825500"/>
                </a:lnTo>
                <a:lnTo>
                  <a:pt x="776109" y="825500"/>
                </a:lnTo>
                <a:lnTo>
                  <a:pt x="777056" y="850900"/>
                </a:lnTo>
                <a:lnTo>
                  <a:pt x="774149" y="863600"/>
                </a:lnTo>
                <a:lnTo>
                  <a:pt x="766330" y="863600"/>
                </a:lnTo>
                <a:lnTo>
                  <a:pt x="752542" y="889000"/>
                </a:lnTo>
                <a:lnTo>
                  <a:pt x="747974" y="889000"/>
                </a:lnTo>
                <a:lnTo>
                  <a:pt x="738007" y="914400"/>
                </a:lnTo>
                <a:lnTo>
                  <a:pt x="726717" y="927100"/>
                </a:lnTo>
                <a:lnTo>
                  <a:pt x="714104" y="952500"/>
                </a:lnTo>
                <a:lnTo>
                  <a:pt x="672823" y="952500"/>
                </a:lnTo>
                <a:lnTo>
                  <a:pt x="669878" y="965200"/>
                </a:lnTo>
                <a:lnTo>
                  <a:pt x="676184" y="965200"/>
                </a:lnTo>
                <a:lnTo>
                  <a:pt x="677723" y="990600"/>
                </a:lnTo>
                <a:lnTo>
                  <a:pt x="679486" y="990600"/>
                </a:lnTo>
                <a:lnTo>
                  <a:pt x="664034" y="1003300"/>
                </a:lnTo>
                <a:lnTo>
                  <a:pt x="613628" y="1003300"/>
                </a:lnTo>
                <a:lnTo>
                  <a:pt x="613865" y="1028700"/>
                </a:lnTo>
                <a:lnTo>
                  <a:pt x="632315" y="1028700"/>
                </a:lnTo>
                <a:lnTo>
                  <a:pt x="611414" y="1041400"/>
                </a:lnTo>
                <a:lnTo>
                  <a:pt x="600777" y="1041400"/>
                </a:lnTo>
                <a:lnTo>
                  <a:pt x="596602" y="1066800"/>
                </a:lnTo>
                <a:lnTo>
                  <a:pt x="585869" y="1066800"/>
                </a:lnTo>
                <a:lnTo>
                  <a:pt x="579311" y="1092200"/>
                </a:lnTo>
                <a:lnTo>
                  <a:pt x="556252" y="1092200"/>
                </a:lnTo>
                <a:lnTo>
                  <a:pt x="547592" y="1104900"/>
                </a:lnTo>
                <a:lnTo>
                  <a:pt x="525645" y="1104900"/>
                </a:lnTo>
                <a:lnTo>
                  <a:pt x="521914" y="1130300"/>
                </a:lnTo>
                <a:lnTo>
                  <a:pt x="500356" y="1130300"/>
                </a:lnTo>
                <a:lnTo>
                  <a:pt x="488938" y="1143000"/>
                </a:lnTo>
                <a:lnTo>
                  <a:pt x="477253" y="1143000"/>
                </a:lnTo>
                <a:lnTo>
                  <a:pt x="465303" y="1168400"/>
                </a:lnTo>
                <a:lnTo>
                  <a:pt x="428410" y="1168400"/>
                </a:lnTo>
                <a:lnTo>
                  <a:pt x="421044" y="1181100"/>
                </a:lnTo>
                <a:lnTo>
                  <a:pt x="404811" y="1181100"/>
                </a:lnTo>
                <a:lnTo>
                  <a:pt x="395945" y="1206500"/>
                </a:lnTo>
                <a:lnTo>
                  <a:pt x="358108" y="1206500"/>
                </a:lnTo>
                <a:lnTo>
                  <a:pt x="283966" y="1244600"/>
                </a:lnTo>
                <a:lnTo>
                  <a:pt x="218220" y="1244600"/>
                </a:lnTo>
                <a:lnTo>
                  <a:pt x="217896" y="1270000"/>
                </a:lnTo>
                <a:close/>
              </a:path>
              <a:path w="1005840" h="1346200">
                <a:moveTo>
                  <a:pt x="938240" y="508000"/>
                </a:moveTo>
                <a:lnTo>
                  <a:pt x="927254" y="508000"/>
                </a:lnTo>
                <a:lnTo>
                  <a:pt x="930583" y="495300"/>
                </a:lnTo>
                <a:lnTo>
                  <a:pt x="943612" y="495300"/>
                </a:lnTo>
                <a:lnTo>
                  <a:pt x="938240" y="508000"/>
                </a:lnTo>
                <a:close/>
              </a:path>
              <a:path w="1005840" h="1346200">
                <a:moveTo>
                  <a:pt x="882883" y="673100"/>
                </a:moveTo>
                <a:lnTo>
                  <a:pt x="866427" y="673100"/>
                </a:lnTo>
                <a:lnTo>
                  <a:pt x="868253" y="647700"/>
                </a:lnTo>
                <a:lnTo>
                  <a:pt x="886595" y="647700"/>
                </a:lnTo>
                <a:lnTo>
                  <a:pt x="882883" y="673100"/>
                </a:lnTo>
                <a:close/>
              </a:path>
              <a:path w="1005840" h="1346200">
                <a:moveTo>
                  <a:pt x="632315" y="1028700"/>
                </a:moveTo>
                <a:lnTo>
                  <a:pt x="626519" y="1028700"/>
                </a:lnTo>
                <a:lnTo>
                  <a:pt x="625392" y="1003300"/>
                </a:lnTo>
                <a:lnTo>
                  <a:pt x="649083" y="1003300"/>
                </a:lnTo>
                <a:lnTo>
                  <a:pt x="632315" y="1028700"/>
                </a:lnTo>
                <a:close/>
              </a:path>
              <a:path w="1005840" h="1346200">
                <a:moveTo>
                  <a:pt x="247660" y="1270000"/>
                </a:moveTo>
                <a:lnTo>
                  <a:pt x="232139" y="1270000"/>
                </a:lnTo>
                <a:lnTo>
                  <a:pt x="225259" y="1244600"/>
                </a:lnTo>
                <a:lnTo>
                  <a:pt x="283966" y="1244600"/>
                </a:lnTo>
                <a:lnTo>
                  <a:pt x="247660" y="1270000"/>
                </a:lnTo>
                <a:close/>
              </a:path>
              <a:path w="1005840" h="1346200">
                <a:moveTo>
                  <a:pt x="138838" y="1282700"/>
                </a:moveTo>
                <a:lnTo>
                  <a:pt x="22737" y="1282700"/>
                </a:lnTo>
                <a:lnTo>
                  <a:pt x="54810" y="1270000"/>
                </a:lnTo>
                <a:lnTo>
                  <a:pt x="138917" y="1270000"/>
                </a:lnTo>
                <a:lnTo>
                  <a:pt x="138838" y="1282700"/>
                </a:lnTo>
                <a:close/>
              </a:path>
              <a:path w="1005840" h="1346200">
                <a:moveTo>
                  <a:pt x="206949" y="1282700"/>
                </a:moveTo>
                <a:lnTo>
                  <a:pt x="145620" y="1282700"/>
                </a:lnTo>
                <a:lnTo>
                  <a:pt x="161457" y="1270000"/>
                </a:lnTo>
                <a:lnTo>
                  <a:pt x="211983" y="1270000"/>
                </a:lnTo>
                <a:lnTo>
                  <a:pt x="206949" y="1282700"/>
                </a:lnTo>
                <a:close/>
              </a:path>
              <a:path w="1005840" h="1346200">
                <a:moveTo>
                  <a:pt x="0" y="1346200"/>
                </a:moveTo>
                <a:lnTo>
                  <a:pt x="0" y="1282700"/>
                </a:lnTo>
                <a:lnTo>
                  <a:pt x="170264" y="1282700"/>
                </a:lnTo>
                <a:lnTo>
                  <a:pt x="150474" y="1308100"/>
                </a:lnTo>
                <a:lnTo>
                  <a:pt x="95069" y="1308100"/>
                </a:lnTo>
                <a:lnTo>
                  <a:pt x="88355" y="1320800"/>
                </a:lnTo>
                <a:lnTo>
                  <a:pt x="39666" y="1320800"/>
                </a:lnTo>
                <a:lnTo>
                  <a:pt x="0" y="1346200"/>
                </a:lnTo>
                <a:close/>
              </a:path>
            </a:pathLst>
          </a:custGeom>
          <a:solidFill>
            <a:srgbClr val="C4D6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8462" y="780325"/>
            <a:ext cx="3340100" cy="2381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F2F2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855" y="4406948"/>
            <a:ext cx="6134100" cy="12406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rgbClr val="1F5CD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90800" y="17716500"/>
            <a:ext cx="24384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10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86400" y="17716500"/>
            <a:ext cx="1752600" cy="952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hyperlink" Target="http://www.niehs.nih.gov/research/resources/bioethics/whatis/index.cfm" TargetMode="External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34" Type="http://schemas.openxmlformats.org/officeDocument/2006/relationships/image" Target="../media/image3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33" Type="http://schemas.openxmlformats.org/officeDocument/2006/relationships/image" Target="../media/image3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3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2.png"/><Relationship Id="rId30" Type="http://schemas.openxmlformats.org/officeDocument/2006/relationships/image" Target="../media/image35.png"/><Relationship Id="rId35" Type="http://schemas.openxmlformats.org/officeDocument/2006/relationships/hyperlink" Target="https://www.editage.com/insights/importance-of-research-ethics" TargetMode="External"/><Relationship Id="rId8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40.png"/><Relationship Id="rId21" Type="http://schemas.openxmlformats.org/officeDocument/2006/relationships/image" Target="../media/image27.png"/><Relationship Id="rId34" Type="http://schemas.openxmlformats.org/officeDocument/2006/relationships/image" Target="../media/image45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hyperlink" Target="https://theconversation.com/fabricating-and-plagiarising-when-researchers-lie-33732" TargetMode="External"/><Relationship Id="rId33" Type="http://schemas.openxmlformats.org/officeDocument/2006/relationships/image" Target="../media/image37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hyperlink" Target="http://www.niehs.nih.gov/research/resources/bioethics/whatis/index.cfm" TargetMode="External"/><Relationship Id="rId32" Type="http://schemas.openxmlformats.org/officeDocument/2006/relationships/image" Target="../media/image44.png"/><Relationship Id="rId37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6.png"/><Relationship Id="rId36" Type="http://schemas.openxmlformats.org/officeDocument/2006/relationships/image" Target="../media/image38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5.png"/><Relationship Id="rId30" Type="http://schemas.openxmlformats.org/officeDocument/2006/relationships/image" Target="../media/image42.png"/><Relationship Id="rId35" Type="http://schemas.openxmlformats.org/officeDocument/2006/relationships/image" Target="../media/image46.png"/><Relationship Id="rId8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hyperlink" Target="https://theconversation.com/fabricating-and-plagiarising-when-researchers-lie-33732" TargetMode="External"/><Relationship Id="rId39" Type="http://schemas.openxmlformats.org/officeDocument/2006/relationships/hyperlink" Target="http://www.abc.net.au/pm/stories/s604692.htm" TargetMode="External"/><Relationship Id="rId21" Type="http://schemas.openxmlformats.org/officeDocument/2006/relationships/image" Target="../media/image27.png"/><Relationship Id="rId34" Type="http://schemas.openxmlformats.org/officeDocument/2006/relationships/image" Target="../media/image3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hyperlink" Target="http://www.universityworldnews.com/article.php?story=20110421202625711" TargetMode="External"/><Relationship Id="rId33" Type="http://schemas.openxmlformats.org/officeDocument/2006/relationships/image" Target="../media/image44.png"/><Relationship Id="rId38" Type="http://schemas.openxmlformats.org/officeDocument/2006/relationships/image" Target="../media/image39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hyperlink" Target="http://www.ccc.qld.gov.au/news-and-media/ccc-media-releases/university-researcher-to-appear-in-court-on-fraud-offences-2014-31.10.2014" TargetMode="External"/><Relationship Id="rId32" Type="http://schemas.openxmlformats.org/officeDocument/2006/relationships/image" Target="../media/image42.png"/><Relationship Id="rId37" Type="http://schemas.openxmlformats.org/officeDocument/2006/relationships/image" Target="../media/image38.png"/><Relationship Id="rId40" Type="http://schemas.openxmlformats.org/officeDocument/2006/relationships/hyperlink" Target="http://www.orei.qut.edu.au/integrity/reports/Aug14_Publication_of_Findings_of_Independent_External_Research_Misconduct_Inquiry.pdf" TargetMode="External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5.png"/><Relationship Id="rId36" Type="http://schemas.openxmlformats.org/officeDocument/2006/relationships/image" Target="../media/image46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40.png"/><Relationship Id="rId30" Type="http://schemas.openxmlformats.org/officeDocument/2006/relationships/image" Target="../media/image41.png"/><Relationship Id="rId35" Type="http://schemas.openxmlformats.org/officeDocument/2006/relationships/image" Target="../media/image45.png"/><Relationship Id="rId8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5.png"/><Relationship Id="rId3" Type="http://schemas.openxmlformats.org/officeDocument/2006/relationships/image" Target="../media/image10.png"/><Relationship Id="rId21" Type="http://schemas.openxmlformats.org/officeDocument/2006/relationships/image" Target="../media/image27.png"/><Relationship Id="rId34" Type="http://schemas.openxmlformats.org/officeDocument/2006/relationships/image" Target="../media/image46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40.png"/><Relationship Id="rId33" Type="http://schemas.openxmlformats.org/officeDocument/2006/relationships/image" Target="../media/image45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hyperlink" Target="https://cen.acs.org/research-integrity/Citation-cartels-use-fake-author/104/web/2026/02" TargetMode="External"/><Relationship Id="rId32" Type="http://schemas.openxmlformats.org/officeDocument/2006/relationships/image" Target="../media/image3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41.png"/><Relationship Id="rId36" Type="http://schemas.openxmlformats.org/officeDocument/2006/relationships/image" Target="../media/image39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44.png"/><Relationship Id="rId4" Type="http://schemas.openxmlformats.org/officeDocument/2006/relationships/image" Target="../media/image9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6.png"/><Relationship Id="rId30" Type="http://schemas.openxmlformats.org/officeDocument/2006/relationships/image" Target="../media/image42.png"/><Relationship Id="rId35" Type="http://schemas.openxmlformats.org/officeDocument/2006/relationships/image" Target="../media/image38.png"/><Relationship Id="rId8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CITY.AC.UK/RESEARCH/SUPPORT/INTEGRITY-AND-" TargetMode="External"/><Relationship Id="rId4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put.ac.za/student-ai-practice-guide" TargetMode="Externa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l.ac.uk/mediav8/academic-skills-kit/file-downloads/manage-info/2025%20Cite%20Them%20Right%20Harvard%20Style%20Sheet.pdf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EFECE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281869"/>
            <a:ext cx="7123370" cy="67681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3975" y="0"/>
            <a:ext cx="5996024" cy="946149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17801063"/>
            <a:ext cx="7620000" cy="1247775"/>
          </a:xfrm>
          <a:custGeom>
            <a:avLst/>
            <a:gdLst/>
            <a:ahLst/>
            <a:cxnLst/>
            <a:rect l="l" t="t" r="r" b="b"/>
            <a:pathLst>
              <a:path w="7620000" h="1247775">
                <a:moveTo>
                  <a:pt x="7619999" y="1247774"/>
                </a:moveTo>
                <a:lnTo>
                  <a:pt x="0" y="1247774"/>
                </a:lnTo>
                <a:lnTo>
                  <a:pt x="0" y="0"/>
                </a:lnTo>
                <a:lnTo>
                  <a:pt x="7619999" y="0"/>
                </a:lnTo>
                <a:lnTo>
                  <a:pt x="7619999" y="1247774"/>
                </a:lnTo>
                <a:close/>
              </a:path>
            </a:pathLst>
          </a:custGeom>
          <a:solidFill>
            <a:srgbClr val="1F5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-1" y="18263282"/>
            <a:ext cx="76199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600" spc="80">
                <a:solidFill>
                  <a:srgbClr val="EFECE9"/>
                </a:solidFill>
                <a:latin typeface="Arial"/>
                <a:cs typeface="Arial"/>
              </a:rPr>
              <a:t>Department</a:t>
            </a:r>
            <a:r>
              <a:rPr sz="1600" spc="10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sz="1600" spc="60">
                <a:solidFill>
                  <a:srgbClr val="EFECE9"/>
                </a:solidFill>
                <a:latin typeface="Arial"/>
                <a:cs typeface="Arial"/>
              </a:rPr>
              <a:t>of</a:t>
            </a:r>
            <a:r>
              <a:rPr sz="1600" spc="10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EFECE9"/>
                </a:solidFill>
                <a:latin typeface="Arial"/>
                <a:cs typeface="Arial"/>
              </a:rPr>
              <a:t>IT</a:t>
            </a:r>
            <a:r>
              <a:rPr sz="1600" spc="15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lang="en-ZA" sz="1600" spc="130">
                <a:solidFill>
                  <a:srgbClr val="EFECE9"/>
                </a:solidFill>
                <a:latin typeface="Arial"/>
                <a:cs typeface="Arial"/>
              </a:rPr>
              <a:t>–</a:t>
            </a:r>
            <a:r>
              <a:rPr sz="1600" spc="10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lang="en-US" sz="1600" spc="10">
                <a:solidFill>
                  <a:srgbClr val="EFECE9"/>
                </a:solidFill>
                <a:latin typeface="Arial"/>
                <a:cs typeface="Arial"/>
              </a:rPr>
              <a:t>Adv Diploma and </a:t>
            </a:r>
            <a:r>
              <a:rPr sz="1600" spc="-20">
                <a:solidFill>
                  <a:srgbClr val="EFECE9"/>
                </a:solidFill>
                <a:latin typeface="Arial"/>
                <a:cs typeface="Arial"/>
              </a:rPr>
              <a:t>PG</a:t>
            </a:r>
            <a:r>
              <a:rPr sz="1600" spc="15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lang="en-US" sz="1600" spc="15">
                <a:solidFill>
                  <a:srgbClr val="EFECE9"/>
                </a:solidFill>
                <a:latin typeface="Arial"/>
                <a:cs typeface="Arial"/>
              </a:rPr>
              <a:t>Diploma in </a:t>
            </a:r>
            <a:r>
              <a:rPr lang="en-US" sz="1600" spc="65">
                <a:solidFill>
                  <a:srgbClr val="EFECE9"/>
                </a:solidFill>
                <a:latin typeface="Arial"/>
                <a:cs typeface="Arial"/>
              </a:rPr>
              <a:t>ICT</a:t>
            </a:r>
            <a:r>
              <a:rPr sz="1600" spc="65">
                <a:solidFill>
                  <a:srgbClr val="EFECE9"/>
                </a:solidFill>
                <a:latin typeface="Arial"/>
                <a:cs typeface="Arial"/>
              </a:rPr>
              <a:t>-</a:t>
            </a:r>
            <a:r>
              <a:rPr sz="1600" spc="135">
                <a:solidFill>
                  <a:srgbClr val="EFECE9"/>
                </a:solidFill>
                <a:latin typeface="Arial"/>
                <a:cs typeface="Arial"/>
              </a:rPr>
              <a:t>-</a:t>
            </a:r>
            <a:r>
              <a:rPr sz="1600" spc="10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sz="1600">
                <a:solidFill>
                  <a:srgbClr val="EFECE9"/>
                </a:solidFill>
                <a:latin typeface="Arial"/>
                <a:cs typeface="Arial"/>
              </a:rPr>
              <a:t>Special</a:t>
            </a:r>
            <a:r>
              <a:rPr sz="1600" spc="15">
                <a:solidFill>
                  <a:srgbClr val="EFECE9"/>
                </a:solidFill>
                <a:latin typeface="Arial"/>
                <a:cs typeface="Arial"/>
              </a:rPr>
              <a:t> </a:t>
            </a:r>
            <a:r>
              <a:rPr sz="1600" spc="55">
                <a:solidFill>
                  <a:srgbClr val="EFECE9"/>
                </a:solidFill>
                <a:latin typeface="Arial"/>
                <a:cs typeface="Arial"/>
              </a:rPr>
              <a:t>Lecture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6556" y="13449351"/>
            <a:ext cx="6627495" cy="635"/>
          </a:xfrm>
          <a:custGeom>
            <a:avLst/>
            <a:gdLst/>
            <a:ahLst/>
            <a:cxnLst/>
            <a:rect l="l" t="t" r="r" b="b"/>
            <a:pathLst>
              <a:path w="6627495" h="634">
                <a:moveTo>
                  <a:pt x="0" y="157"/>
                </a:moveTo>
                <a:lnTo>
                  <a:pt x="6626888" y="0"/>
                </a:lnTo>
              </a:path>
            </a:pathLst>
          </a:custGeom>
          <a:ln w="47624">
            <a:solidFill>
              <a:srgbClr val="1F5C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6556" y="10337217"/>
            <a:ext cx="6627495" cy="635"/>
          </a:xfrm>
          <a:custGeom>
            <a:avLst/>
            <a:gdLst/>
            <a:ahLst/>
            <a:cxnLst/>
            <a:rect l="l" t="t" r="r" b="b"/>
            <a:pathLst>
              <a:path w="6627495" h="634">
                <a:moveTo>
                  <a:pt x="0" y="157"/>
                </a:moveTo>
                <a:lnTo>
                  <a:pt x="6626888" y="0"/>
                </a:lnTo>
              </a:path>
            </a:pathLst>
          </a:custGeom>
          <a:ln w="47624">
            <a:solidFill>
              <a:srgbClr val="1F5C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6556" y="6872660"/>
            <a:ext cx="6627495" cy="635"/>
          </a:xfrm>
          <a:custGeom>
            <a:avLst/>
            <a:gdLst/>
            <a:ahLst/>
            <a:cxnLst/>
            <a:rect l="l" t="t" r="r" b="b"/>
            <a:pathLst>
              <a:path w="6627495" h="634">
                <a:moveTo>
                  <a:pt x="0" y="157"/>
                </a:moveTo>
                <a:lnTo>
                  <a:pt x="6626888" y="0"/>
                </a:lnTo>
              </a:path>
            </a:pathLst>
          </a:custGeom>
          <a:ln w="47624">
            <a:solidFill>
              <a:srgbClr val="1F5C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6556" y="4112952"/>
            <a:ext cx="6627495" cy="635"/>
          </a:xfrm>
          <a:custGeom>
            <a:avLst/>
            <a:gdLst/>
            <a:ahLst/>
            <a:cxnLst/>
            <a:rect l="l" t="t" r="r" b="b"/>
            <a:pathLst>
              <a:path w="6627495" h="635">
                <a:moveTo>
                  <a:pt x="0" y="157"/>
                </a:moveTo>
                <a:lnTo>
                  <a:pt x="6626888" y="0"/>
                </a:lnTo>
              </a:path>
            </a:pathLst>
          </a:custGeom>
          <a:ln w="47624">
            <a:solidFill>
              <a:srgbClr val="1F5CD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5720" y="4518492"/>
            <a:ext cx="862441" cy="199496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4578" y="7762649"/>
            <a:ext cx="1258840" cy="18571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8789" y="11014129"/>
            <a:ext cx="1079514" cy="1948852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483854" y="61090"/>
            <a:ext cx="6712750" cy="3642857"/>
          </a:xfrm>
          <a:prstGeom prst="rect">
            <a:avLst/>
          </a:prstGeom>
        </p:spPr>
        <p:txBody>
          <a:bodyPr vert="horz" wrap="square" lIns="0" tIns="239395" rIns="0" bIns="0" rtlCol="0" anchor="t">
            <a:spAutoFit/>
          </a:bodyPr>
          <a:lstStyle/>
          <a:p>
            <a:pPr marL="12065" marR="5080" algn="ctr">
              <a:lnSpc>
                <a:spcPct val="79600"/>
              </a:lnSpc>
              <a:spcBef>
                <a:spcPts val="1885"/>
              </a:spcBef>
            </a:pPr>
            <a:r>
              <a:rPr sz="7300" b="1" spc="-550">
                <a:solidFill>
                  <a:srgbClr val="1F5CD5"/>
                </a:solidFill>
                <a:latin typeface="Arial"/>
                <a:cs typeface="Arial"/>
              </a:rPr>
              <a:t>RESEARCH </a:t>
            </a:r>
            <a:r>
              <a:rPr sz="7300" b="1" spc="-395">
                <a:solidFill>
                  <a:srgbClr val="1F5CD5"/>
                </a:solidFill>
                <a:latin typeface="Arial"/>
                <a:cs typeface="Arial"/>
              </a:rPr>
              <a:t>ETHICS</a:t>
            </a:r>
            <a:endParaRPr sz="7300">
              <a:latin typeface="Arial"/>
              <a:cs typeface="Arial"/>
            </a:endParaRPr>
          </a:p>
          <a:p>
            <a:pPr marL="57785" marR="50800" algn="ctr">
              <a:lnSpc>
                <a:spcPct val="114999"/>
              </a:lnSpc>
              <a:spcBef>
                <a:spcPts val="1670"/>
              </a:spcBef>
            </a:pPr>
            <a:r>
              <a:rPr lang="en-ZA" sz="2000" spc="70">
                <a:solidFill>
                  <a:srgbClr val="1F5CD5"/>
                </a:solidFill>
              </a:rPr>
              <a:t>Presented</a:t>
            </a:r>
            <a:r>
              <a:rPr lang="en-ZA" sz="2000" spc="-5">
                <a:solidFill>
                  <a:srgbClr val="1F5CD5"/>
                </a:solidFill>
              </a:rPr>
              <a:t> </a:t>
            </a:r>
            <a:r>
              <a:rPr lang="en-ZA" sz="2000" spc="110">
                <a:solidFill>
                  <a:srgbClr val="1F5CD5"/>
                </a:solidFill>
              </a:rPr>
              <a:t>by</a:t>
            </a:r>
            <a:r>
              <a:rPr lang="en-ZA" sz="2000" spc="-10">
                <a:solidFill>
                  <a:srgbClr val="1F5CD5"/>
                </a:solidFill>
              </a:rPr>
              <a:t> </a:t>
            </a:r>
            <a:br>
              <a:rPr lang="en-ZA" sz="2000" spc="-10"/>
            </a:br>
            <a:r>
              <a:rPr lang="en-ZA" sz="2000" spc="120">
                <a:solidFill>
                  <a:srgbClr val="1F5CD5"/>
                </a:solidFill>
              </a:rPr>
              <a:t>Dr</a:t>
            </a:r>
            <a:r>
              <a:rPr lang="en-ZA" sz="2000" spc="-5">
                <a:solidFill>
                  <a:srgbClr val="1F5CD5"/>
                </a:solidFill>
              </a:rPr>
              <a:t> </a:t>
            </a:r>
            <a:r>
              <a:rPr lang="en-ZA" sz="2000" spc="90">
                <a:solidFill>
                  <a:srgbClr val="1F5CD5"/>
                </a:solidFill>
              </a:rPr>
              <a:t>Errol</a:t>
            </a:r>
            <a:r>
              <a:rPr lang="en-ZA" sz="2000" spc="-5">
                <a:solidFill>
                  <a:srgbClr val="1F5CD5"/>
                </a:solidFill>
              </a:rPr>
              <a:t> </a:t>
            </a:r>
            <a:r>
              <a:rPr lang="en-ZA" sz="2000" spc="80">
                <a:solidFill>
                  <a:srgbClr val="1F5CD5"/>
                </a:solidFill>
              </a:rPr>
              <a:t>Francke, </a:t>
            </a:r>
            <a:r>
              <a:rPr lang="en-ZA" sz="2000" spc="80">
                <a:solidFill>
                  <a:srgbClr val="1F5CD5"/>
                </a:solidFill>
                <a:latin typeface="Calibri"/>
                <a:ea typeface="Calibri"/>
                <a:cs typeface="Calibri"/>
              </a:rPr>
              <a:t>Dr Waldon Hendricks </a:t>
            </a:r>
            <a:r>
              <a:rPr lang="en-ZA" sz="2000" spc="80">
                <a:solidFill>
                  <a:srgbClr val="1F5CD5"/>
                </a:solidFill>
              </a:rPr>
              <a:t>and Dr Boniface Kabaso </a:t>
            </a:r>
            <a:br>
              <a:rPr lang="en-ZA" sz="2000" spc="80"/>
            </a:br>
            <a:r>
              <a:rPr lang="en-ZA" sz="2000">
                <a:solidFill>
                  <a:srgbClr val="1F5CD5"/>
                </a:solidFill>
              </a:rPr>
              <a:t>16</a:t>
            </a:r>
            <a:r>
              <a:rPr lang="en-ZA" sz="2000" spc="-55">
                <a:solidFill>
                  <a:srgbClr val="1F5CD5"/>
                </a:solidFill>
              </a:rPr>
              <a:t> </a:t>
            </a:r>
            <a:r>
              <a:rPr lang="en-ZA" sz="2000" spc="65">
                <a:solidFill>
                  <a:srgbClr val="1F5CD5"/>
                </a:solidFill>
              </a:rPr>
              <a:t>February</a:t>
            </a:r>
            <a:r>
              <a:rPr lang="en-ZA" sz="2000" spc="-55">
                <a:solidFill>
                  <a:srgbClr val="1F5CD5"/>
                </a:solidFill>
              </a:rPr>
              <a:t> </a:t>
            </a:r>
            <a:r>
              <a:rPr lang="en-ZA" sz="2000" spc="145">
                <a:solidFill>
                  <a:srgbClr val="1F5CD5"/>
                </a:solidFill>
              </a:rPr>
              <a:t>2026</a:t>
            </a:r>
            <a:endParaRPr lang="en-ZA" sz="2000"/>
          </a:p>
        </p:txBody>
      </p: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87650">
              <a:lnSpc>
                <a:spcPct val="100000"/>
              </a:lnSpc>
              <a:spcBef>
                <a:spcPts val="100"/>
              </a:spcBef>
            </a:pPr>
            <a:r>
              <a:rPr spc="-180"/>
              <a:t>WHAT</a:t>
            </a:r>
            <a:r>
              <a:rPr spc="-65"/>
              <a:t> </a:t>
            </a:r>
            <a:r>
              <a:rPr spc="-120"/>
              <a:t>IS</a:t>
            </a:r>
            <a:r>
              <a:rPr spc="-100"/>
              <a:t> </a:t>
            </a:r>
            <a:r>
              <a:rPr spc="-325"/>
              <a:t>THE </a:t>
            </a:r>
            <a:r>
              <a:rPr spc="-245"/>
              <a:t>IMPORTANCE</a:t>
            </a:r>
            <a:r>
              <a:rPr spc="35"/>
              <a:t> </a:t>
            </a:r>
            <a:r>
              <a:rPr spc="-385"/>
              <a:t>OF </a:t>
            </a:r>
            <a:r>
              <a:rPr spc="-320"/>
              <a:t>RESEARCH </a:t>
            </a:r>
            <a:r>
              <a:rPr spc="-110"/>
              <a:t>ETHICS?</a:t>
            </a:r>
          </a:p>
          <a:p>
            <a:pPr>
              <a:lnSpc>
                <a:spcPct val="100000"/>
              </a:lnSpc>
              <a:spcBef>
                <a:spcPts val="2155"/>
              </a:spcBef>
            </a:pPr>
            <a:endParaRPr spc="-110"/>
          </a:p>
          <a:p>
            <a:pPr marL="3016885" marR="24130">
              <a:lnSpc>
                <a:spcPct val="100000"/>
              </a:lnSpc>
            </a:pPr>
            <a:r>
              <a:rPr spc="-180"/>
              <a:t>WHAT</a:t>
            </a:r>
            <a:r>
              <a:rPr spc="-30"/>
              <a:t> </a:t>
            </a:r>
            <a:r>
              <a:rPr spc="-305"/>
              <a:t>ARE</a:t>
            </a:r>
            <a:r>
              <a:rPr spc="-30"/>
              <a:t> </a:t>
            </a:r>
            <a:r>
              <a:rPr spc="-325"/>
              <a:t>THE </a:t>
            </a:r>
            <a:r>
              <a:rPr spc="-190"/>
              <a:t>FUNDAMENTAL </a:t>
            </a:r>
            <a:r>
              <a:rPr spc="-220"/>
              <a:t>PRINCIPLES</a:t>
            </a:r>
            <a:r>
              <a:rPr spc="15"/>
              <a:t> </a:t>
            </a:r>
            <a:r>
              <a:rPr spc="-395"/>
              <a:t>OF </a:t>
            </a:r>
            <a:r>
              <a:rPr spc="-320"/>
              <a:t>RESEARCH </a:t>
            </a:r>
            <a:r>
              <a:rPr spc="-110"/>
              <a:t>ETHICS?</a:t>
            </a:r>
          </a:p>
          <a:p>
            <a:pPr>
              <a:lnSpc>
                <a:spcPct val="100000"/>
              </a:lnSpc>
              <a:spcBef>
                <a:spcPts val="1315"/>
              </a:spcBef>
            </a:pPr>
            <a:endParaRPr spc="-110"/>
          </a:p>
          <a:p>
            <a:pPr marL="12700" marR="3768725">
              <a:lnSpc>
                <a:spcPct val="100000"/>
              </a:lnSpc>
              <a:spcBef>
                <a:spcPts val="5"/>
              </a:spcBef>
            </a:pPr>
            <a:r>
              <a:rPr spc="-300"/>
              <a:t>THE</a:t>
            </a:r>
            <a:r>
              <a:rPr spc="-30"/>
              <a:t> </a:t>
            </a:r>
            <a:r>
              <a:rPr spc="-270"/>
              <a:t>ETHICS </a:t>
            </a:r>
            <a:r>
              <a:rPr spc="-360"/>
              <a:t>OF</a:t>
            </a:r>
            <a:r>
              <a:rPr spc="-30"/>
              <a:t> </a:t>
            </a:r>
            <a:r>
              <a:rPr spc="-35"/>
              <a:t>USING</a:t>
            </a:r>
          </a:p>
          <a:p>
            <a:pPr marL="12700" marR="3056890">
              <a:lnSpc>
                <a:spcPct val="100000"/>
              </a:lnSpc>
            </a:pPr>
            <a:r>
              <a:rPr spc="-285"/>
              <a:t>GENERATIVE</a:t>
            </a:r>
            <a:r>
              <a:rPr spc="15"/>
              <a:t> </a:t>
            </a:r>
            <a:r>
              <a:rPr spc="-25"/>
              <a:t>AI </a:t>
            </a:r>
            <a:r>
              <a:t>IN</a:t>
            </a:r>
            <a:r>
              <a:rPr spc="-90"/>
              <a:t> </a:t>
            </a:r>
            <a:r>
              <a:rPr spc="-320"/>
              <a:t>RESEARCH</a:t>
            </a:r>
          </a:p>
          <a:p>
            <a:pPr>
              <a:lnSpc>
                <a:spcPct val="100000"/>
              </a:lnSpc>
            </a:pPr>
            <a:endParaRPr spc="-320"/>
          </a:p>
          <a:p>
            <a:pPr>
              <a:lnSpc>
                <a:spcPct val="100000"/>
              </a:lnSpc>
              <a:spcBef>
                <a:spcPts val="2315"/>
              </a:spcBef>
            </a:pPr>
            <a:endParaRPr spc="-320"/>
          </a:p>
          <a:p>
            <a:pPr marL="3171190" marR="5080">
              <a:lnSpc>
                <a:spcPct val="100000"/>
              </a:lnSpc>
            </a:pPr>
            <a:r>
              <a:rPr spc="-180"/>
              <a:t>WHAT</a:t>
            </a:r>
            <a:r>
              <a:rPr spc="-65"/>
              <a:t> </a:t>
            </a:r>
            <a:r>
              <a:rPr spc="-120"/>
              <a:t>IS</a:t>
            </a:r>
            <a:r>
              <a:rPr spc="-100"/>
              <a:t> </a:t>
            </a:r>
            <a:r>
              <a:rPr spc="-325"/>
              <a:t>THE </a:t>
            </a:r>
            <a:r>
              <a:rPr spc="-254"/>
              <a:t>POLICY</a:t>
            </a:r>
            <a:r>
              <a:rPr spc="15"/>
              <a:t> </a:t>
            </a:r>
            <a:r>
              <a:rPr spc="-385"/>
              <a:t>FOR </a:t>
            </a:r>
            <a:r>
              <a:rPr spc="-215"/>
              <a:t>APPLYING</a:t>
            </a:r>
            <a:r>
              <a:rPr spc="-10"/>
              <a:t> </a:t>
            </a:r>
            <a:r>
              <a:rPr spc="-385"/>
              <a:t>FOR </a:t>
            </a:r>
            <a:r>
              <a:rPr spc="-75"/>
              <a:t>ETHICAL </a:t>
            </a:r>
            <a:r>
              <a:rPr spc="-150"/>
              <a:t>CLEARANCE?</a:t>
            </a: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192" y="14347564"/>
            <a:ext cx="1572982" cy="21737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E2ED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"/>
            <a:ext cx="1005840" cy="1346200"/>
          </a:xfrm>
          <a:custGeom>
            <a:avLst/>
            <a:gdLst/>
            <a:ahLst/>
            <a:cxnLst/>
            <a:rect l="l" t="t" r="r" b="b"/>
            <a:pathLst>
              <a:path w="1005840" h="1346200">
                <a:moveTo>
                  <a:pt x="22068" y="1066800"/>
                </a:moveTo>
                <a:lnTo>
                  <a:pt x="0" y="1066800"/>
                </a:lnTo>
                <a:lnTo>
                  <a:pt x="0" y="0"/>
                </a:lnTo>
                <a:lnTo>
                  <a:pt x="626050" y="0"/>
                </a:lnTo>
                <a:lnTo>
                  <a:pt x="625611" y="38100"/>
                </a:lnTo>
                <a:lnTo>
                  <a:pt x="623535" y="76200"/>
                </a:lnTo>
                <a:lnTo>
                  <a:pt x="619955" y="139700"/>
                </a:lnTo>
                <a:lnTo>
                  <a:pt x="616366" y="177800"/>
                </a:lnTo>
                <a:lnTo>
                  <a:pt x="611753" y="215900"/>
                </a:lnTo>
                <a:lnTo>
                  <a:pt x="606115" y="254000"/>
                </a:lnTo>
                <a:lnTo>
                  <a:pt x="599452" y="292100"/>
                </a:lnTo>
                <a:lnTo>
                  <a:pt x="588655" y="330200"/>
                </a:lnTo>
                <a:lnTo>
                  <a:pt x="576067" y="393700"/>
                </a:lnTo>
                <a:lnTo>
                  <a:pt x="561690" y="457200"/>
                </a:lnTo>
                <a:lnTo>
                  <a:pt x="553606" y="469900"/>
                </a:lnTo>
                <a:lnTo>
                  <a:pt x="545522" y="495300"/>
                </a:lnTo>
                <a:lnTo>
                  <a:pt x="527563" y="558800"/>
                </a:lnTo>
                <a:lnTo>
                  <a:pt x="524508" y="558800"/>
                </a:lnTo>
                <a:lnTo>
                  <a:pt x="521766" y="571500"/>
                </a:lnTo>
                <a:lnTo>
                  <a:pt x="638357" y="571500"/>
                </a:lnTo>
                <a:lnTo>
                  <a:pt x="635277" y="596900"/>
                </a:lnTo>
                <a:lnTo>
                  <a:pt x="612456" y="596900"/>
                </a:lnTo>
                <a:lnTo>
                  <a:pt x="600439" y="609600"/>
                </a:lnTo>
                <a:lnTo>
                  <a:pt x="595313" y="635000"/>
                </a:lnTo>
                <a:lnTo>
                  <a:pt x="594075" y="647700"/>
                </a:lnTo>
                <a:lnTo>
                  <a:pt x="573196" y="647700"/>
                </a:lnTo>
                <a:lnTo>
                  <a:pt x="568686" y="673100"/>
                </a:lnTo>
                <a:lnTo>
                  <a:pt x="565180" y="673100"/>
                </a:lnTo>
                <a:lnTo>
                  <a:pt x="555326" y="685800"/>
                </a:lnTo>
                <a:lnTo>
                  <a:pt x="546802" y="685800"/>
                </a:lnTo>
                <a:lnTo>
                  <a:pt x="537106" y="711200"/>
                </a:lnTo>
                <a:lnTo>
                  <a:pt x="526239" y="711200"/>
                </a:lnTo>
                <a:lnTo>
                  <a:pt x="508614" y="736600"/>
                </a:lnTo>
                <a:lnTo>
                  <a:pt x="472111" y="774700"/>
                </a:lnTo>
                <a:lnTo>
                  <a:pt x="454153" y="787400"/>
                </a:lnTo>
                <a:lnTo>
                  <a:pt x="426551" y="812800"/>
                </a:lnTo>
                <a:lnTo>
                  <a:pt x="398000" y="825500"/>
                </a:lnTo>
                <a:lnTo>
                  <a:pt x="368502" y="850900"/>
                </a:lnTo>
                <a:lnTo>
                  <a:pt x="338055" y="863600"/>
                </a:lnTo>
                <a:lnTo>
                  <a:pt x="323064" y="889000"/>
                </a:lnTo>
                <a:lnTo>
                  <a:pt x="308240" y="889000"/>
                </a:lnTo>
                <a:lnTo>
                  <a:pt x="293386" y="914400"/>
                </a:lnTo>
                <a:lnTo>
                  <a:pt x="278306" y="914400"/>
                </a:lnTo>
                <a:lnTo>
                  <a:pt x="263650" y="927100"/>
                </a:lnTo>
                <a:lnTo>
                  <a:pt x="248768" y="927100"/>
                </a:lnTo>
                <a:lnTo>
                  <a:pt x="233826" y="952500"/>
                </a:lnTo>
                <a:lnTo>
                  <a:pt x="218992" y="952500"/>
                </a:lnTo>
                <a:lnTo>
                  <a:pt x="189814" y="965200"/>
                </a:lnTo>
                <a:lnTo>
                  <a:pt x="159658" y="990600"/>
                </a:lnTo>
                <a:lnTo>
                  <a:pt x="128523" y="1003300"/>
                </a:lnTo>
                <a:lnTo>
                  <a:pt x="96409" y="1003300"/>
                </a:lnTo>
                <a:lnTo>
                  <a:pt x="89807" y="1028700"/>
                </a:lnTo>
                <a:lnTo>
                  <a:pt x="68088" y="1028700"/>
                </a:lnTo>
                <a:lnTo>
                  <a:pt x="56334" y="1041400"/>
                </a:lnTo>
                <a:lnTo>
                  <a:pt x="30452" y="1041400"/>
                </a:lnTo>
                <a:lnTo>
                  <a:pt x="22068" y="1066800"/>
                </a:lnTo>
                <a:close/>
              </a:path>
              <a:path w="1005840" h="1346200">
                <a:moveTo>
                  <a:pt x="643391" y="571500"/>
                </a:moveTo>
                <a:lnTo>
                  <a:pt x="532160" y="571500"/>
                </a:lnTo>
                <a:lnTo>
                  <a:pt x="561457" y="533400"/>
                </a:lnTo>
                <a:lnTo>
                  <a:pt x="588249" y="469900"/>
                </a:lnTo>
                <a:lnTo>
                  <a:pt x="612348" y="431800"/>
                </a:lnTo>
                <a:lnTo>
                  <a:pt x="633755" y="381000"/>
                </a:lnTo>
                <a:lnTo>
                  <a:pt x="644557" y="355600"/>
                </a:lnTo>
                <a:lnTo>
                  <a:pt x="654377" y="330200"/>
                </a:lnTo>
                <a:lnTo>
                  <a:pt x="663633" y="292100"/>
                </a:lnTo>
                <a:lnTo>
                  <a:pt x="672744" y="279400"/>
                </a:lnTo>
                <a:lnTo>
                  <a:pt x="689142" y="215900"/>
                </a:lnTo>
                <a:lnTo>
                  <a:pt x="704116" y="177800"/>
                </a:lnTo>
                <a:lnTo>
                  <a:pt x="717176" y="114300"/>
                </a:lnTo>
                <a:lnTo>
                  <a:pt x="727832" y="63500"/>
                </a:lnTo>
                <a:lnTo>
                  <a:pt x="735595" y="25400"/>
                </a:lnTo>
                <a:lnTo>
                  <a:pt x="737488" y="0"/>
                </a:lnTo>
                <a:lnTo>
                  <a:pt x="912599" y="0"/>
                </a:lnTo>
                <a:lnTo>
                  <a:pt x="912106" y="25400"/>
                </a:lnTo>
                <a:lnTo>
                  <a:pt x="910278" y="25400"/>
                </a:lnTo>
                <a:lnTo>
                  <a:pt x="908741" y="38100"/>
                </a:lnTo>
                <a:lnTo>
                  <a:pt x="903746" y="38100"/>
                </a:lnTo>
                <a:lnTo>
                  <a:pt x="900287" y="63500"/>
                </a:lnTo>
                <a:lnTo>
                  <a:pt x="886669" y="63500"/>
                </a:lnTo>
                <a:lnTo>
                  <a:pt x="881115" y="76200"/>
                </a:lnTo>
                <a:lnTo>
                  <a:pt x="894777" y="101600"/>
                </a:lnTo>
                <a:lnTo>
                  <a:pt x="890567" y="114300"/>
                </a:lnTo>
                <a:lnTo>
                  <a:pt x="883203" y="114300"/>
                </a:lnTo>
                <a:lnTo>
                  <a:pt x="880047" y="139700"/>
                </a:lnTo>
                <a:lnTo>
                  <a:pt x="877324" y="139700"/>
                </a:lnTo>
                <a:lnTo>
                  <a:pt x="873383" y="152400"/>
                </a:lnTo>
                <a:lnTo>
                  <a:pt x="868224" y="177800"/>
                </a:lnTo>
                <a:lnTo>
                  <a:pt x="861847" y="177800"/>
                </a:lnTo>
                <a:lnTo>
                  <a:pt x="854425" y="203200"/>
                </a:lnTo>
                <a:lnTo>
                  <a:pt x="836962" y="203200"/>
                </a:lnTo>
                <a:lnTo>
                  <a:pt x="826922" y="215900"/>
                </a:lnTo>
                <a:lnTo>
                  <a:pt x="832861" y="215900"/>
                </a:lnTo>
                <a:lnTo>
                  <a:pt x="833127" y="241300"/>
                </a:lnTo>
                <a:lnTo>
                  <a:pt x="831773" y="241300"/>
                </a:lnTo>
                <a:lnTo>
                  <a:pt x="832853" y="254000"/>
                </a:lnTo>
                <a:lnTo>
                  <a:pt x="834296" y="254000"/>
                </a:lnTo>
                <a:lnTo>
                  <a:pt x="826032" y="279400"/>
                </a:lnTo>
                <a:lnTo>
                  <a:pt x="802603" y="279400"/>
                </a:lnTo>
                <a:lnTo>
                  <a:pt x="804285" y="292100"/>
                </a:lnTo>
                <a:lnTo>
                  <a:pt x="804824" y="292100"/>
                </a:lnTo>
                <a:lnTo>
                  <a:pt x="803614" y="317500"/>
                </a:lnTo>
                <a:lnTo>
                  <a:pt x="801902" y="317500"/>
                </a:lnTo>
                <a:lnTo>
                  <a:pt x="796261" y="330200"/>
                </a:lnTo>
                <a:lnTo>
                  <a:pt x="783101" y="330200"/>
                </a:lnTo>
                <a:lnTo>
                  <a:pt x="777740" y="355600"/>
                </a:lnTo>
                <a:lnTo>
                  <a:pt x="771720" y="355600"/>
                </a:lnTo>
                <a:lnTo>
                  <a:pt x="771720" y="393700"/>
                </a:lnTo>
                <a:lnTo>
                  <a:pt x="754001" y="393700"/>
                </a:lnTo>
                <a:lnTo>
                  <a:pt x="751237" y="419100"/>
                </a:lnTo>
                <a:lnTo>
                  <a:pt x="764701" y="431800"/>
                </a:lnTo>
                <a:lnTo>
                  <a:pt x="752221" y="431800"/>
                </a:lnTo>
                <a:lnTo>
                  <a:pt x="746853" y="457200"/>
                </a:lnTo>
                <a:lnTo>
                  <a:pt x="721204" y="457200"/>
                </a:lnTo>
                <a:lnTo>
                  <a:pt x="714819" y="469900"/>
                </a:lnTo>
                <a:lnTo>
                  <a:pt x="699213" y="469900"/>
                </a:lnTo>
                <a:lnTo>
                  <a:pt x="698534" y="495300"/>
                </a:lnTo>
                <a:lnTo>
                  <a:pt x="694049" y="495300"/>
                </a:lnTo>
                <a:lnTo>
                  <a:pt x="688520" y="508000"/>
                </a:lnTo>
                <a:lnTo>
                  <a:pt x="675987" y="508000"/>
                </a:lnTo>
                <a:lnTo>
                  <a:pt x="681682" y="533400"/>
                </a:lnTo>
                <a:lnTo>
                  <a:pt x="683738" y="533400"/>
                </a:lnTo>
                <a:lnTo>
                  <a:pt x="676350" y="558800"/>
                </a:lnTo>
                <a:lnTo>
                  <a:pt x="660088" y="558800"/>
                </a:lnTo>
                <a:lnTo>
                  <a:pt x="643391" y="571500"/>
                </a:lnTo>
                <a:close/>
              </a:path>
              <a:path w="1005840" h="1346200">
                <a:moveTo>
                  <a:pt x="217896" y="1270000"/>
                </a:moveTo>
                <a:lnTo>
                  <a:pt x="95722" y="1270000"/>
                </a:lnTo>
                <a:lnTo>
                  <a:pt x="176093" y="1219200"/>
                </a:lnTo>
                <a:lnTo>
                  <a:pt x="215551" y="1219200"/>
                </a:lnTo>
                <a:lnTo>
                  <a:pt x="309523" y="1181100"/>
                </a:lnTo>
                <a:lnTo>
                  <a:pt x="354882" y="1143000"/>
                </a:lnTo>
                <a:lnTo>
                  <a:pt x="399158" y="1130300"/>
                </a:lnTo>
                <a:lnTo>
                  <a:pt x="442348" y="1104900"/>
                </a:lnTo>
                <a:lnTo>
                  <a:pt x="484224" y="1066800"/>
                </a:lnTo>
                <a:lnTo>
                  <a:pt x="524553" y="1041400"/>
                </a:lnTo>
                <a:lnTo>
                  <a:pt x="563337" y="1003300"/>
                </a:lnTo>
                <a:lnTo>
                  <a:pt x="600574" y="965200"/>
                </a:lnTo>
                <a:lnTo>
                  <a:pt x="636266" y="927100"/>
                </a:lnTo>
                <a:lnTo>
                  <a:pt x="670725" y="889000"/>
                </a:lnTo>
                <a:lnTo>
                  <a:pt x="703013" y="850900"/>
                </a:lnTo>
                <a:lnTo>
                  <a:pt x="733128" y="812800"/>
                </a:lnTo>
                <a:lnTo>
                  <a:pt x="761072" y="774700"/>
                </a:lnTo>
                <a:lnTo>
                  <a:pt x="786845" y="736600"/>
                </a:lnTo>
                <a:lnTo>
                  <a:pt x="802393" y="685800"/>
                </a:lnTo>
                <a:lnTo>
                  <a:pt x="816717" y="673100"/>
                </a:lnTo>
                <a:lnTo>
                  <a:pt x="830265" y="635000"/>
                </a:lnTo>
                <a:lnTo>
                  <a:pt x="843490" y="596900"/>
                </a:lnTo>
                <a:lnTo>
                  <a:pt x="857386" y="571500"/>
                </a:lnTo>
                <a:lnTo>
                  <a:pt x="869748" y="533400"/>
                </a:lnTo>
                <a:lnTo>
                  <a:pt x="880815" y="495300"/>
                </a:lnTo>
                <a:lnTo>
                  <a:pt x="890506" y="457200"/>
                </a:lnTo>
                <a:lnTo>
                  <a:pt x="897216" y="419100"/>
                </a:lnTo>
                <a:lnTo>
                  <a:pt x="903241" y="393700"/>
                </a:lnTo>
                <a:lnTo>
                  <a:pt x="908737" y="355600"/>
                </a:lnTo>
                <a:lnTo>
                  <a:pt x="913856" y="330200"/>
                </a:lnTo>
                <a:lnTo>
                  <a:pt x="919269" y="292100"/>
                </a:lnTo>
                <a:lnTo>
                  <a:pt x="924347" y="279400"/>
                </a:lnTo>
                <a:lnTo>
                  <a:pt x="928851" y="241300"/>
                </a:lnTo>
                <a:lnTo>
                  <a:pt x="932540" y="203200"/>
                </a:lnTo>
                <a:lnTo>
                  <a:pt x="935465" y="177800"/>
                </a:lnTo>
                <a:lnTo>
                  <a:pt x="937636" y="139700"/>
                </a:lnTo>
                <a:lnTo>
                  <a:pt x="939796" y="76200"/>
                </a:lnTo>
                <a:lnTo>
                  <a:pt x="939328" y="38100"/>
                </a:lnTo>
                <a:lnTo>
                  <a:pt x="937755" y="25400"/>
                </a:lnTo>
                <a:lnTo>
                  <a:pt x="934989" y="0"/>
                </a:lnTo>
                <a:lnTo>
                  <a:pt x="1001797" y="0"/>
                </a:lnTo>
                <a:lnTo>
                  <a:pt x="1005417" y="25400"/>
                </a:lnTo>
                <a:lnTo>
                  <a:pt x="1005657" y="25400"/>
                </a:lnTo>
                <a:lnTo>
                  <a:pt x="1003994" y="38100"/>
                </a:lnTo>
                <a:lnTo>
                  <a:pt x="987109" y="38100"/>
                </a:lnTo>
                <a:lnTo>
                  <a:pt x="988473" y="63500"/>
                </a:lnTo>
                <a:lnTo>
                  <a:pt x="997919" y="63500"/>
                </a:lnTo>
                <a:lnTo>
                  <a:pt x="1001108" y="76200"/>
                </a:lnTo>
                <a:lnTo>
                  <a:pt x="1003276" y="76200"/>
                </a:lnTo>
                <a:lnTo>
                  <a:pt x="1004330" y="101600"/>
                </a:lnTo>
                <a:lnTo>
                  <a:pt x="1003164" y="101600"/>
                </a:lnTo>
                <a:lnTo>
                  <a:pt x="1000870" y="114300"/>
                </a:lnTo>
                <a:lnTo>
                  <a:pt x="1001681" y="114300"/>
                </a:lnTo>
                <a:lnTo>
                  <a:pt x="1001841" y="139700"/>
                </a:lnTo>
                <a:lnTo>
                  <a:pt x="1000906" y="152400"/>
                </a:lnTo>
                <a:lnTo>
                  <a:pt x="998875" y="177800"/>
                </a:lnTo>
                <a:lnTo>
                  <a:pt x="995749" y="215900"/>
                </a:lnTo>
                <a:lnTo>
                  <a:pt x="994042" y="215900"/>
                </a:lnTo>
                <a:lnTo>
                  <a:pt x="992383" y="241300"/>
                </a:lnTo>
                <a:lnTo>
                  <a:pt x="990583" y="254000"/>
                </a:lnTo>
                <a:lnTo>
                  <a:pt x="988453" y="279400"/>
                </a:lnTo>
                <a:lnTo>
                  <a:pt x="984804" y="292100"/>
                </a:lnTo>
                <a:lnTo>
                  <a:pt x="980688" y="317500"/>
                </a:lnTo>
                <a:lnTo>
                  <a:pt x="977098" y="330200"/>
                </a:lnTo>
                <a:lnTo>
                  <a:pt x="975029" y="355600"/>
                </a:lnTo>
                <a:lnTo>
                  <a:pt x="970000" y="393700"/>
                </a:lnTo>
                <a:lnTo>
                  <a:pt x="963088" y="431800"/>
                </a:lnTo>
                <a:lnTo>
                  <a:pt x="954292" y="469900"/>
                </a:lnTo>
                <a:lnTo>
                  <a:pt x="943612" y="495300"/>
                </a:lnTo>
                <a:lnTo>
                  <a:pt x="918087" y="495300"/>
                </a:lnTo>
                <a:lnTo>
                  <a:pt x="915932" y="508000"/>
                </a:lnTo>
                <a:lnTo>
                  <a:pt x="938240" y="508000"/>
                </a:lnTo>
                <a:lnTo>
                  <a:pt x="932868" y="533400"/>
                </a:lnTo>
                <a:lnTo>
                  <a:pt x="920285" y="571500"/>
                </a:lnTo>
                <a:lnTo>
                  <a:pt x="905623" y="609600"/>
                </a:lnTo>
                <a:lnTo>
                  <a:pt x="889122" y="647700"/>
                </a:lnTo>
                <a:lnTo>
                  <a:pt x="859991" y="647700"/>
                </a:lnTo>
                <a:lnTo>
                  <a:pt x="861179" y="673100"/>
                </a:lnTo>
                <a:lnTo>
                  <a:pt x="862253" y="673100"/>
                </a:lnTo>
                <a:lnTo>
                  <a:pt x="865812" y="685800"/>
                </a:lnTo>
                <a:lnTo>
                  <a:pt x="865802" y="711200"/>
                </a:lnTo>
                <a:lnTo>
                  <a:pt x="861358" y="736600"/>
                </a:lnTo>
                <a:lnTo>
                  <a:pt x="851616" y="736600"/>
                </a:lnTo>
                <a:lnTo>
                  <a:pt x="844060" y="749300"/>
                </a:lnTo>
                <a:lnTo>
                  <a:pt x="837129" y="774700"/>
                </a:lnTo>
                <a:lnTo>
                  <a:pt x="830823" y="774700"/>
                </a:lnTo>
                <a:lnTo>
                  <a:pt x="825142" y="787400"/>
                </a:lnTo>
                <a:lnTo>
                  <a:pt x="821420" y="787400"/>
                </a:lnTo>
                <a:lnTo>
                  <a:pt x="815403" y="812800"/>
                </a:lnTo>
                <a:lnTo>
                  <a:pt x="811738" y="812800"/>
                </a:lnTo>
                <a:lnTo>
                  <a:pt x="803098" y="825500"/>
                </a:lnTo>
                <a:lnTo>
                  <a:pt x="776109" y="825500"/>
                </a:lnTo>
                <a:lnTo>
                  <a:pt x="777056" y="850900"/>
                </a:lnTo>
                <a:lnTo>
                  <a:pt x="774149" y="863600"/>
                </a:lnTo>
                <a:lnTo>
                  <a:pt x="766330" y="863600"/>
                </a:lnTo>
                <a:lnTo>
                  <a:pt x="752542" y="889000"/>
                </a:lnTo>
                <a:lnTo>
                  <a:pt x="747974" y="889000"/>
                </a:lnTo>
                <a:lnTo>
                  <a:pt x="738007" y="914400"/>
                </a:lnTo>
                <a:lnTo>
                  <a:pt x="726717" y="927100"/>
                </a:lnTo>
                <a:lnTo>
                  <a:pt x="714104" y="952500"/>
                </a:lnTo>
                <a:lnTo>
                  <a:pt x="672823" y="952500"/>
                </a:lnTo>
                <a:lnTo>
                  <a:pt x="669878" y="965200"/>
                </a:lnTo>
                <a:lnTo>
                  <a:pt x="676184" y="965200"/>
                </a:lnTo>
                <a:lnTo>
                  <a:pt x="677723" y="990600"/>
                </a:lnTo>
                <a:lnTo>
                  <a:pt x="679486" y="990600"/>
                </a:lnTo>
                <a:lnTo>
                  <a:pt x="664034" y="1003300"/>
                </a:lnTo>
                <a:lnTo>
                  <a:pt x="613628" y="1003300"/>
                </a:lnTo>
                <a:lnTo>
                  <a:pt x="613865" y="1028700"/>
                </a:lnTo>
                <a:lnTo>
                  <a:pt x="632315" y="1028700"/>
                </a:lnTo>
                <a:lnTo>
                  <a:pt x="611414" y="1041400"/>
                </a:lnTo>
                <a:lnTo>
                  <a:pt x="600777" y="1041400"/>
                </a:lnTo>
                <a:lnTo>
                  <a:pt x="596602" y="1066800"/>
                </a:lnTo>
                <a:lnTo>
                  <a:pt x="585869" y="1066800"/>
                </a:lnTo>
                <a:lnTo>
                  <a:pt x="579311" y="1092200"/>
                </a:lnTo>
                <a:lnTo>
                  <a:pt x="556252" y="1092200"/>
                </a:lnTo>
                <a:lnTo>
                  <a:pt x="547592" y="1104900"/>
                </a:lnTo>
                <a:lnTo>
                  <a:pt x="525645" y="1104900"/>
                </a:lnTo>
                <a:lnTo>
                  <a:pt x="521914" y="1130300"/>
                </a:lnTo>
                <a:lnTo>
                  <a:pt x="500356" y="1130300"/>
                </a:lnTo>
                <a:lnTo>
                  <a:pt x="488938" y="1143000"/>
                </a:lnTo>
                <a:lnTo>
                  <a:pt x="477253" y="1143000"/>
                </a:lnTo>
                <a:lnTo>
                  <a:pt x="465303" y="1168400"/>
                </a:lnTo>
                <a:lnTo>
                  <a:pt x="428410" y="1168400"/>
                </a:lnTo>
                <a:lnTo>
                  <a:pt x="421044" y="1181100"/>
                </a:lnTo>
                <a:lnTo>
                  <a:pt x="404811" y="1181100"/>
                </a:lnTo>
                <a:lnTo>
                  <a:pt x="395945" y="1206500"/>
                </a:lnTo>
                <a:lnTo>
                  <a:pt x="358108" y="1206500"/>
                </a:lnTo>
                <a:lnTo>
                  <a:pt x="283966" y="1244600"/>
                </a:lnTo>
                <a:lnTo>
                  <a:pt x="218220" y="1244600"/>
                </a:lnTo>
                <a:lnTo>
                  <a:pt x="217896" y="1270000"/>
                </a:lnTo>
                <a:close/>
              </a:path>
              <a:path w="1005840" h="1346200">
                <a:moveTo>
                  <a:pt x="938240" y="508000"/>
                </a:moveTo>
                <a:lnTo>
                  <a:pt x="927254" y="508000"/>
                </a:lnTo>
                <a:lnTo>
                  <a:pt x="930583" y="495300"/>
                </a:lnTo>
                <a:lnTo>
                  <a:pt x="943612" y="495300"/>
                </a:lnTo>
                <a:lnTo>
                  <a:pt x="938240" y="508000"/>
                </a:lnTo>
                <a:close/>
              </a:path>
              <a:path w="1005840" h="1346200">
                <a:moveTo>
                  <a:pt x="882883" y="673100"/>
                </a:moveTo>
                <a:lnTo>
                  <a:pt x="866427" y="673100"/>
                </a:lnTo>
                <a:lnTo>
                  <a:pt x="868253" y="647700"/>
                </a:lnTo>
                <a:lnTo>
                  <a:pt x="886595" y="647700"/>
                </a:lnTo>
                <a:lnTo>
                  <a:pt x="882883" y="673100"/>
                </a:lnTo>
                <a:close/>
              </a:path>
              <a:path w="1005840" h="1346200">
                <a:moveTo>
                  <a:pt x="632315" y="1028700"/>
                </a:moveTo>
                <a:lnTo>
                  <a:pt x="626519" y="1028700"/>
                </a:lnTo>
                <a:lnTo>
                  <a:pt x="625392" y="1003300"/>
                </a:lnTo>
                <a:lnTo>
                  <a:pt x="649083" y="1003300"/>
                </a:lnTo>
                <a:lnTo>
                  <a:pt x="632315" y="1028700"/>
                </a:lnTo>
                <a:close/>
              </a:path>
              <a:path w="1005840" h="1346200">
                <a:moveTo>
                  <a:pt x="247660" y="1270000"/>
                </a:moveTo>
                <a:lnTo>
                  <a:pt x="232139" y="1270000"/>
                </a:lnTo>
                <a:lnTo>
                  <a:pt x="225259" y="1244600"/>
                </a:lnTo>
                <a:lnTo>
                  <a:pt x="283966" y="1244600"/>
                </a:lnTo>
                <a:lnTo>
                  <a:pt x="247660" y="1270000"/>
                </a:lnTo>
                <a:close/>
              </a:path>
              <a:path w="1005840" h="1346200">
                <a:moveTo>
                  <a:pt x="138838" y="1282700"/>
                </a:moveTo>
                <a:lnTo>
                  <a:pt x="22737" y="1282700"/>
                </a:lnTo>
                <a:lnTo>
                  <a:pt x="54810" y="1270000"/>
                </a:lnTo>
                <a:lnTo>
                  <a:pt x="138917" y="1270000"/>
                </a:lnTo>
                <a:lnTo>
                  <a:pt x="138838" y="1282700"/>
                </a:lnTo>
                <a:close/>
              </a:path>
              <a:path w="1005840" h="1346200">
                <a:moveTo>
                  <a:pt x="206949" y="1282700"/>
                </a:moveTo>
                <a:lnTo>
                  <a:pt x="145620" y="1282700"/>
                </a:lnTo>
                <a:lnTo>
                  <a:pt x="161457" y="1270000"/>
                </a:lnTo>
                <a:lnTo>
                  <a:pt x="211983" y="1270000"/>
                </a:lnTo>
                <a:lnTo>
                  <a:pt x="206949" y="1282700"/>
                </a:lnTo>
                <a:close/>
              </a:path>
              <a:path w="1005840" h="1346200">
                <a:moveTo>
                  <a:pt x="0" y="1346200"/>
                </a:moveTo>
                <a:lnTo>
                  <a:pt x="0" y="1282700"/>
                </a:lnTo>
                <a:lnTo>
                  <a:pt x="170264" y="1282700"/>
                </a:lnTo>
                <a:lnTo>
                  <a:pt x="150474" y="1308100"/>
                </a:lnTo>
                <a:lnTo>
                  <a:pt x="95069" y="1308100"/>
                </a:lnTo>
                <a:lnTo>
                  <a:pt x="88355" y="1320800"/>
                </a:lnTo>
                <a:lnTo>
                  <a:pt x="39666" y="1320800"/>
                </a:lnTo>
                <a:lnTo>
                  <a:pt x="0" y="1346200"/>
                </a:lnTo>
                <a:close/>
              </a:path>
            </a:pathLst>
          </a:custGeom>
          <a:solidFill>
            <a:srgbClr val="C4D6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45905" y="392478"/>
            <a:ext cx="5128260" cy="21875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-635" algn="ctr">
              <a:lnSpc>
                <a:spcPts val="5630"/>
              </a:lnSpc>
              <a:spcBef>
                <a:spcPts val="330"/>
              </a:spcBef>
            </a:pPr>
            <a:r>
              <a:rPr sz="4800" b="1" spc="-20">
                <a:solidFill>
                  <a:srgbClr val="295C67"/>
                </a:solidFill>
                <a:latin typeface="Arial"/>
                <a:cs typeface="Arial"/>
              </a:rPr>
              <a:t>1...What</a:t>
            </a:r>
            <a:r>
              <a:rPr sz="4800" b="1" spc="-30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4800" b="1">
                <a:solidFill>
                  <a:srgbClr val="295C67"/>
                </a:solidFill>
                <a:latin typeface="Arial"/>
                <a:cs typeface="Arial"/>
              </a:rPr>
              <a:t>is</a:t>
            </a:r>
            <a:r>
              <a:rPr sz="4800" b="1" spc="-30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4800" b="1" spc="190">
                <a:solidFill>
                  <a:srgbClr val="295C67"/>
                </a:solidFill>
                <a:latin typeface="Arial"/>
                <a:cs typeface="Arial"/>
              </a:rPr>
              <a:t>the </a:t>
            </a:r>
            <a:r>
              <a:rPr sz="4800" b="1" spc="150">
                <a:solidFill>
                  <a:srgbClr val="295C67"/>
                </a:solidFill>
                <a:latin typeface="Arial"/>
                <a:cs typeface="Arial"/>
              </a:rPr>
              <a:t>importance</a:t>
            </a:r>
            <a:r>
              <a:rPr sz="4800" b="1" spc="-9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4800" b="1" spc="175">
                <a:solidFill>
                  <a:srgbClr val="295C67"/>
                </a:solidFill>
                <a:latin typeface="Arial"/>
                <a:cs typeface="Arial"/>
              </a:rPr>
              <a:t>of </a:t>
            </a:r>
            <a:r>
              <a:rPr sz="4800" b="1" spc="105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4800" b="1" spc="-10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4800" b="1" spc="125">
                <a:solidFill>
                  <a:srgbClr val="295C67"/>
                </a:solidFill>
                <a:latin typeface="Arial"/>
                <a:cs typeface="Arial"/>
              </a:rPr>
              <a:t>ethics?</a:t>
            </a:r>
            <a:endParaRPr sz="4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553" y="766969"/>
            <a:ext cx="73458" cy="10359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7389128" y="3"/>
            <a:ext cx="85090" cy="42545"/>
          </a:xfrm>
          <a:custGeom>
            <a:avLst/>
            <a:gdLst/>
            <a:ahLst/>
            <a:cxnLst/>
            <a:rect l="l" t="t" r="r" b="b"/>
            <a:pathLst>
              <a:path w="85090" h="42545">
                <a:moveTo>
                  <a:pt x="52412" y="42062"/>
                </a:moveTo>
                <a:lnTo>
                  <a:pt x="47668" y="41545"/>
                </a:lnTo>
                <a:lnTo>
                  <a:pt x="44606" y="41743"/>
                </a:lnTo>
                <a:lnTo>
                  <a:pt x="41556" y="41628"/>
                </a:lnTo>
                <a:lnTo>
                  <a:pt x="6339" y="20045"/>
                </a:lnTo>
                <a:lnTo>
                  <a:pt x="0" y="0"/>
                </a:lnTo>
                <a:lnTo>
                  <a:pt x="83769" y="0"/>
                </a:lnTo>
                <a:lnTo>
                  <a:pt x="84078" y="1242"/>
                </a:lnTo>
                <a:lnTo>
                  <a:pt x="84678" y="8022"/>
                </a:lnTo>
                <a:lnTo>
                  <a:pt x="84724" y="12793"/>
                </a:lnTo>
                <a:lnTo>
                  <a:pt x="83791" y="17364"/>
                </a:lnTo>
                <a:lnTo>
                  <a:pt x="52412" y="42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42256" y="925953"/>
            <a:ext cx="75761" cy="11048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1825" y="76239"/>
            <a:ext cx="75606" cy="9421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030" y="576855"/>
            <a:ext cx="72989" cy="1027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7059" y="460780"/>
            <a:ext cx="72040" cy="970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811" y="704407"/>
            <a:ext cx="80610" cy="8583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43318" y="423889"/>
            <a:ext cx="68556" cy="8826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82862" y="91116"/>
            <a:ext cx="73212" cy="8088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9247" y="45429"/>
            <a:ext cx="71517" cy="7709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91712" y="367450"/>
            <a:ext cx="66898" cy="7848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4137" y="810365"/>
            <a:ext cx="72224" cy="7720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7833" y="313285"/>
            <a:ext cx="67566" cy="7674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69167" y="196984"/>
            <a:ext cx="67343" cy="75356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6796363" y="371196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35621" y="596588"/>
            <a:ext cx="68145" cy="796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9296" y="171942"/>
            <a:ext cx="65760" cy="7200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7592753" y="77814"/>
            <a:ext cx="27305" cy="65405"/>
          </a:xfrm>
          <a:custGeom>
            <a:avLst/>
            <a:gdLst/>
            <a:ahLst/>
            <a:cxnLst/>
            <a:rect l="l" t="t" r="r" b="b"/>
            <a:pathLst>
              <a:path w="27304" h="65405">
                <a:moveTo>
                  <a:pt x="27246" y="65211"/>
                </a:moveTo>
                <a:lnTo>
                  <a:pt x="448" y="30786"/>
                </a:lnTo>
                <a:lnTo>
                  <a:pt x="0" y="21056"/>
                </a:lnTo>
                <a:lnTo>
                  <a:pt x="318" y="17834"/>
                </a:lnTo>
                <a:lnTo>
                  <a:pt x="988" y="14646"/>
                </a:lnTo>
                <a:lnTo>
                  <a:pt x="4768" y="6826"/>
                </a:lnTo>
                <a:lnTo>
                  <a:pt x="10890" y="1943"/>
                </a:lnTo>
                <a:lnTo>
                  <a:pt x="19355" y="0"/>
                </a:lnTo>
                <a:lnTo>
                  <a:pt x="22564" y="202"/>
                </a:lnTo>
                <a:lnTo>
                  <a:pt x="25715" y="744"/>
                </a:lnTo>
                <a:lnTo>
                  <a:pt x="27246" y="1182"/>
                </a:lnTo>
                <a:lnTo>
                  <a:pt x="27246" y="6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44527" y="299042"/>
            <a:ext cx="63607" cy="6597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6876469" y="576733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180788" y="796182"/>
            <a:ext cx="62865" cy="64769"/>
          </a:xfrm>
          <a:custGeom>
            <a:avLst/>
            <a:gdLst/>
            <a:ahLst/>
            <a:cxnLst/>
            <a:rect l="l" t="t" r="r" b="b"/>
            <a:pathLst>
              <a:path w="62865" h="64769">
                <a:moveTo>
                  <a:pt x="33693" y="64512"/>
                </a:moveTo>
                <a:lnTo>
                  <a:pt x="20282" y="61478"/>
                </a:lnTo>
                <a:lnTo>
                  <a:pt x="8930" y="51242"/>
                </a:lnTo>
                <a:lnTo>
                  <a:pt x="1536" y="36884"/>
                </a:lnTo>
                <a:lnTo>
                  <a:pt x="0" y="21486"/>
                </a:lnTo>
                <a:lnTo>
                  <a:pt x="140" y="18147"/>
                </a:lnTo>
                <a:lnTo>
                  <a:pt x="21136" y="0"/>
                </a:lnTo>
                <a:lnTo>
                  <a:pt x="24395" y="86"/>
                </a:lnTo>
                <a:lnTo>
                  <a:pt x="27635" y="908"/>
                </a:lnTo>
                <a:lnTo>
                  <a:pt x="32930" y="1794"/>
                </a:lnTo>
                <a:lnTo>
                  <a:pt x="62396" y="36514"/>
                </a:lnTo>
                <a:lnTo>
                  <a:pt x="62754" y="41773"/>
                </a:lnTo>
                <a:lnTo>
                  <a:pt x="62093" y="47102"/>
                </a:lnTo>
                <a:lnTo>
                  <a:pt x="56379" y="51514"/>
                </a:lnTo>
                <a:lnTo>
                  <a:pt x="49607" y="56971"/>
                </a:lnTo>
                <a:lnTo>
                  <a:pt x="41978" y="61845"/>
                </a:lnTo>
                <a:lnTo>
                  <a:pt x="33693" y="645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02769" y="7621805"/>
            <a:ext cx="75606" cy="94214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326637" y="7140188"/>
            <a:ext cx="79335" cy="770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534263" y="7969455"/>
            <a:ext cx="68556" cy="88262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7605483" y="7275347"/>
            <a:ext cx="14604" cy="61594"/>
          </a:xfrm>
          <a:custGeom>
            <a:avLst/>
            <a:gdLst/>
            <a:ahLst/>
            <a:cxnLst/>
            <a:rect l="l" t="t" r="r" b="b"/>
            <a:pathLst>
              <a:path w="14604" h="61595">
                <a:moveTo>
                  <a:pt x="14515" y="61384"/>
                </a:moveTo>
                <a:lnTo>
                  <a:pt x="800" y="34606"/>
                </a:lnTo>
                <a:lnTo>
                  <a:pt x="0" y="29562"/>
                </a:lnTo>
                <a:lnTo>
                  <a:pt x="14515" y="0"/>
                </a:lnTo>
                <a:lnTo>
                  <a:pt x="14515" y="61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3807" y="7636682"/>
            <a:ext cx="73212" cy="80889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85082" y="8355931"/>
            <a:ext cx="72224" cy="77209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02939" y="7392242"/>
            <a:ext cx="71877" cy="7522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83287" y="7094888"/>
            <a:ext cx="72935" cy="72462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7560112" y="774254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5">
                <a:moveTo>
                  <a:pt x="41304" y="75356"/>
                </a:moveTo>
                <a:lnTo>
                  <a:pt x="39343" y="75278"/>
                </a:lnTo>
                <a:lnTo>
                  <a:pt x="37392" y="74976"/>
                </a:lnTo>
                <a:lnTo>
                  <a:pt x="32368" y="74667"/>
                </a:lnTo>
                <a:lnTo>
                  <a:pt x="1029" y="45531"/>
                </a:lnTo>
                <a:lnTo>
                  <a:pt x="0" y="35649"/>
                </a:lnTo>
                <a:lnTo>
                  <a:pt x="3604" y="22898"/>
                </a:lnTo>
                <a:lnTo>
                  <a:pt x="11263" y="11319"/>
                </a:lnTo>
                <a:lnTo>
                  <a:pt x="21167" y="2993"/>
                </a:lnTo>
                <a:lnTo>
                  <a:pt x="31504" y="0"/>
                </a:lnTo>
                <a:lnTo>
                  <a:pt x="36655" y="1373"/>
                </a:lnTo>
                <a:lnTo>
                  <a:pt x="41445" y="3544"/>
                </a:lnTo>
                <a:lnTo>
                  <a:pt x="50301" y="9481"/>
                </a:lnTo>
                <a:lnTo>
                  <a:pt x="54129" y="13087"/>
                </a:lnTo>
                <a:lnTo>
                  <a:pt x="59887" y="20657"/>
                </a:lnTo>
                <a:lnTo>
                  <a:pt x="59887" y="67514"/>
                </a:lnTo>
                <a:lnTo>
                  <a:pt x="45242" y="75065"/>
                </a:lnTo>
                <a:lnTo>
                  <a:pt x="41304" y="75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467414" y="8122298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7428527" y="7373591"/>
            <a:ext cx="162560" cy="136525"/>
            <a:chOff x="7428527" y="7373591"/>
            <a:chExt cx="162560" cy="136525"/>
          </a:xfrm>
        </p:grpSpPr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24700" y="7436055"/>
              <a:ext cx="65959" cy="7347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428527" y="7373591"/>
              <a:ext cx="55244" cy="57785"/>
            </a:xfrm>
            <a:custGeom>
              <a:avLst/>
              <a:gdLst/>
              <a:ahLst/>
              <a:cxnLst/>
              <a:rect l="l" t="t" r="r" b="b"/>
              <a:pathLst>
                <a:path w="55245" h="57784">
                  <a:moveTo>
                    <a:pt x="32157" y="57423"/>
                  </a:moveTo>
                  <a:lnTo>
                    <a:pt x="1436" y="34697"/>
                  </a:lnTo>
                  <a:lnTo>
                    <a:pt x="0" y="25878"/>
                  </a:lnTo>
                  <a:lnTo>
                    <a:pt x="5" y="22249"/>
                  </a:lnTo>
                  <a:lnTo>
                    <a:pt x="24683" y="0"/>
                  </a:lnTo>
                  <a:lnTo>
                    <a:pt x="28294" y="369"/>
                  </a:lnTo>
                  <a:lnTo>
                    <a:pt x="31949" y="392"/>
                  </a:lnTo>
                  <a:lnTo>
                    <a:pt x="55174" y="24798"/>
                  </a:lnTo>
                  <a:lnTo>
                    <a:pt x="55015" y="28451"/>
                  </a:lnTo>
                  <a:lnTo>
                    <a:pt x="52447" y="36612"/>
                  </a:lnTo>
                  <a:lnTo>
                    <a:pt x="47357" y="44203"/>
                  </a:lnTo>
                  <a:lnTo>
                    <a:pt x="41509" y="51044"/>
                  </a:lnTo>
                  <a:lnTo>
                    <a:pt x="36669" y="56957"/>
                  </a:lnTo>
                  <a:lnTo>
                    <a:pt x="32157" y="5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9" name="object 3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36941" y="3411249"/>
            <a:ext cx="6946888" cy="3505981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383726" y="7213455"/>
            <a:ext cx="7066915" cy="3506470"/>
            <a:chOff x="383726" y="7213455"/>
            <a:chExt cx="7066915" cy="3506470"/>
          </a:xfrm>
        </p:grpSpPr>
        <p:sp>
          <p:nvSpPr>
            <p:cNvPr id="41" name="object 41"/>
            <p:cNvSpPr/>
            <p:nvPr/>
          </p:nvSpPr>
          <p:spPr>
            <a:xfrm>
              <a:off x="7387307" y="7916762"/>
              <a:ext cx="62865" cy="71120"/>
            </a:xfrm>
            <a:custGeom>
              <a:avLst/>
              <a:gdLst/>
              <a:ahLst/>
              <a:cxnLst/>
              <a:rect l="l" t="t" r="r" b="b"/>
              <a:pathLst>
                <a:path w="62865" h="71120">
                  <a:moveTo>
                    <a:pt x="32758" y="70889"/>
                  </a:moveTo>
                  <a:lnTo>
                    <a:pt x="20052" y="69019"/>
                  </a:lnTo>
                  <a:lnTo>
                    <a:pt x="9778" y="61509"/>
                  </a:lnTo>
                  <a:lnTo>
                    <a:pt x="2804" y="49336"/>
                  </a:lnTo>
                  <a:lnTo>
                    <a:pt x="0" y="33475"/>
                  </a:lnTo>
                  <a:lnTo>
                    <a:pt x="710" y="21049"/>
                  </a:lnTo>
                  <a:lnTo>
                    <a:pt x="4331" y="10846"/>
                  </a:lnTo>
                  <a:lnTo>
                    <a:pt x="12041" y="3737"/>
                  </a:lnTo>
                  <a:lnTo>
                    <a:pt x="25020" y="589"/>
                  </a:lnTo>
                  <a:lnTo>
                    <a:pt x="29726" y="0"/>
                  </a:lnTo>
                  <a:lnTo>
                    <a:pt x="34349" y="389"/>
                  </a:lnTo>
                  <a:lnTo>
                    <a:pt x="62651" y="28309"/>
                  </a:lnTo>
                  <a:lnTo>
                    <a:pt x="62774" y="33050"/>
                  </a:lnTo>
                  <a:lnTo>
                    <a:pt x="62535" y="37368"/>
                  </a:lnTo>
                  <a:lnTo>
                    <a:pt x="36908" y="69674"/>
                  </a:lnTo>
                  <a:lnTo>
                    <a:pt x="32758" y="708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44617" y="730616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8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5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5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3"/>
                  </a:lnTo>
                  <a:lnTo>
                    <a:pt x="4092558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83726" y="721345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099" y="3435694"/>
                  </a:moveTo>
                  <a:lnTo>
                    <a:pt x="86518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5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5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9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2271" y="8104454"/>
              <a:ext cx="2477135" cy="1920875"/>
            </a:xfrm>
            <a:custGeom>
              <a:avLst/>
              <a:gdLst/>
              <a:ahLst/>
              <a:cxnLst/>
              <a:rect l="l" t="t" r="r" b="b"/>
              <a:pathLst>
                <a:path w="2477134" h="1920875">
                  <a:moveTo>
                    <a:pt x="269265" y="903325"/>
                  </a:moveTo>
                  <a:lnTo>
                    <a:pt x="266077" y="885990"/>
                  </a:lnTo>
                  <a:lnTo>
                    <a:pt x="229006" y="685634"/>
                  </a:lnTo>
                  <a:lnTo>
                    <a:pt x="225971" y="685634"/>
                  </a:lnTo>
                  <a:lnTo>
                    <a:pt x="0" y="1906803"/>
                  </a:lnTo>
                  <a:lnTo>
                    <a:pt x="76415" y="1906803"/>
                  </a:lnTo>
                  <a:lnTo>
                    <a:pt x="76771" y="1906968"/>
                  </a:lnTo>
                  <a:lnTo>
                    <a:pt x="80048" y="1907603"/>
                  </a:lnTo>
                  <a:lnTo>
                    <a:pt x="82308" y="1910054"/>
                  </a:lnTo>
                  <a:lnTo>
                    <a:pt x="82308" y="1913623"/>
                  </a:lnTo>
                  <a:lnTo>
                    <a:pt x="269265" y="903325"/>
                  </a:lnTo>
                  <a:close/>
                </a:path>
                <a:path w="2477134" h="1920875">
                  <a:moveTo>
                    <a:pt x="505815" y="469150"/>
                  </a:moveTo>
                  <a:lnTo>
                    <a:pt x="501827" y="427926"/>
                  </a:lnTo>
                  <a:lnTo>
                    <a:pt x="480758" y="395719"/>
                  </a:lnTo>
                  <a:lnTo>
                    <a:pt x="432816" y="369125"/>
                  </a:lnTo>
                  <a:lnTo>
                    <a:pt x="406704" y="364375"/>
                  </a:lnTo>
                  <a:lnTo>
                    <a:pt x="406793" y="365175"/>
                  </a:lnTo>
                  <a:lnTo>
                    <a:pt x="407517" y="371856"/>
                  </a:lnTo>
                  <a:lnTo>
                    <a:pt x="420890" y="414591"/>
                  </a:lnTo>
                  <a:lnTo>
                    <a:pt x="456272" y="452475"/>
                  </a:lnTo>
                  <a:lnTo>
                    <a:pt x="492772" y="466775"/>
                  </a:lnTo>
                  <a:lnTo>
                    <a:pt x="505815" y="469150"/>
                  </a:lnTo>
                  <a:close/>
                </a:path>
                <a:path w="2477134" h="1920875">
                  <a:moveTo>
                    <a:pt x="505815" y="328002"/>
                  </a:moveTo>
                  <a:lnTo>
                    <a:pt x="501827" y="286804"/>
                  </a:lnTo>
                  <a:lnTo>
                    <a:pt x="480758" y="254609"/>
                  </a:lnTo>
                  <a:lnTo>
                    <a:pt x="432816" y="228015"/>
                  </a:lnTo>
                  <a:lnTo>
                    <a:pt x="406704" y="223240"/>
                  </a:lnTo>
                  <a:lnTo>
                    <a:pt x="406793" y="224053"/>
                  </a:lnTo>
                  <a:lnTo>
                    <a:pt x="407517" y="230720"/>
                  </a:lnTo>
                  <a:lnTo>
                    <a:pt x="420890" y="273456"/>
                  </a:lnTo>
                  <a:lnTo>
                    <a:pt x="456272" y="311353"/>
                  </a:lnTo>
                  <a:lnTo>
                    <a:pt x="492772" y="325628"/>
                  </a:lnTo>
                  <a:lnTo>
                    <a:pt x="505815" y="328002"/>
                  </a:lnTo>
                  <a:close/>
                </a:path>
                <a:path w="2477134" h="1920875">
                  <a:moveTo>
                    <a:pt x="542328" y="192659"/>
                  </a:moveTo>
                  <a:lnTo>
                    <a:pt x="537616" y="163639"/>
                  </a:lnTo>
                  <a:lnTo>
                    <a:pt x="527240" y="139954"/>
                  </a:lnTo>
                  <a:lnTo>
                    <a:pt x="516877" y="123977"/>
                  </a:lnTo>
                  <a:lnTo>
                    <a:pt x="512165" y="118122"/>
                  </a:lnTo>
                  <a:lnTo>
                    <a:pt x="507453" y="123977"/>
                  </a:lnTo>
                  <a:lnTo>
                    <a:pt x="497078" y="139954"/>
                  </a:lnTo>
                  <a:lnTo>
                    <a:pt x="486702" y="163639"/>
                  </a:lnTo>
                  <a:lnTo>
                    <a:pt x="481977" y="192659"/>
                  </a:lnTo>
                  <a:lnTo>
                    <a:pt x="484466" y="213601"/>
                  </a:lnTo>
                  <a:lnTo>
                    <a:pt x="490601" y="232219"/>
                  </a:lnTo>
                  <a:lnTo>
                    <a:pt x="498398" y="247688"/>
                  </a:lnTo>
                  <a:lnTo>
                    <a:pt x="505866" y="259168"/>
                  </a:lnTo>
                  <a:lnTo>
                    <a:pt x="505866" y="239039"/>
                  </a:lnTo>
                  <a:lnTo>
                    <a:pt x="508685" y="236220"/>
                  </a:lnTo>
                  <a:lnTo>
                    <a:pt x="515670" y="236220"/>
                  </a:lnTo>
                  <a:lnTo>
                    <a:pt x="518477" y="239039"/>
                  </a:lnTo>
                  <a:lnTo>
                    <a:pt x="518477" y="259168"/>
                  </a:lnTo>
                  <a:lnTo>
                    <a:pt x="525945" y="247688"/>
                  </a:lnTo>
                  <a:lnTo>
                    <a:pt x="531710" y="236220"/>
                  </a:lnTo>
                  <a:lnTo>
                    <a:pt x="533717" y="232219"/>
                  </a:lnTo>
                  <a:lnTo>
                    <a:pt x="539838" y="213601"/>
                  </a:lnTo>
                  <a:lnTo>
                    <a:pt x="542328" y="192659"/>
                  </a:lnTo>
                  <a:close/>
                </a:path>
                <a:path w="2477134" h="1920875">
                  <a:moveTo>
                    <a:pt x="640473" y="532295"/>
                  </a:moveTo>
                  <a:lnTo>
                    <a:pt x="383819" y="532295"/>
                  </a:lnTo>
                  <a:lnTo>
                    <a:pt x="383819" y="584746"/>
                  </a:lnTo>
                  <a:lnTo>
                    <a:pt x="640473" y="584746"/>
                  </a:lnTo>
                  <a:lnTo>
                    <a:pt x="640473" y="532295"/>
                  </a:lnTo>
                  <a:close/>
                </a:path>
                <a:path w="2477134" h="1920875">
                  <a:moveTo>
                    <a:pt x="640473" y="505536"/>
                  </a:moveTo>
                  <a:lnTo>
                    <a:pt x="383819" y="505536"/>
                  </a:lnTo>
                  <a:lnTo>
                    <a:pt x="383819" y="519658"/>
                  </a:lnTo>
                  <a:lnTo>
                    <a:pt x="640473" y="519658"/>
                  </a:lnTo>
                  <a:lnTo>
                    <a:pt x="640473" y="505536"/>
                  </a:lnTo>
                  <a:close/>
                </a:path>
                <a:path w="2477134" h="1920875">
                  <a:moveTo>
                    <a:pt x="816114" y="951191"/>
                  </a:moveTo>
                  <a:lnTo>
                    <a:pt x="809586" y="884986"/>
                  </a:lnTo>
                  <a:lnTo>
                    <a:pt x="805002" y="829068"/>
                  </a:lnTo>
                  <a:lnTo>
                    <a:pt x="800430" y="761758"/>
                  </a:lnTo>
                  <a:lnTo>
                    <a:pt x="796556" y="685634"/>
                  </a:lnTo>
                  <a:lnTo>
                    <a:pt x="783285" y="685634"/>
                  </a:lnTo>
                  <a:lnTo>
                    <a:pt x="787311" y="762063"/>
                  </a:lnTo>
                  <a:lnTo>
                    <a:pt x="792035" y="829500"/>
                  </a:lnTo>
                  <a:lnTo>
                    <a:pt x="796747" y="885278"/>
                  </a:lnTo>
                  <a:lnTo>
                    <a:pt x="800785" y="926947"/>
                  </a:lnTo>
                  <a:lnTo>
                    <a:pt x="803529" y="952398"/>
                  </a:lnTo>
                  <a:lnTo>
                    <a:pt x="806450" y="951649"/>
                  </a:lnTo>
                  <a:lnTo>
                    <a:pt x="809485" y="951191"/>
                  </a:lnTo>
                  <a:lnTo>
                    <a:pt x="816114" y="951191"/>
                  </a:lnTo>
                  <a:close/>
                </a:path>
                <a:path w="2477134" h="1920875">
                  <a:moveTo>
                    <a:pt x="926325" y="951191"/>
                  </a:moveTo>
                  <a:lnTo>
                    <a:pt x="918362" y="885494"/>
                  </a:lnTo>
                  <a:lnTo>
                    <a:pt x="912177" y="829703"/>
                  </a:lnTo>
                  <a:lnTo>
                    <a:pt x="905306" y="762203"/>
                  </a:lnTo>
                  <a:lnTo>
                    <a:pt x="898359" y="685634"/>
                  </a:lnTo>
                  <a:lnTo>
                    <a:pt x="885380" y="685634"/>
                  </a:lnTo>
                  <a:lnTo>
                    <a:pt x="892213" y="760679"/>
                  </a:lnTo>
                  <a:lnTo>
                    <a:pt x="899007" y="827189"/>
                  </a:lnTo>
                  <a:lnTo>
                    <a:pt x="905230" y="882738"/>
                  </a:lnTo>
                  <a:lnTo>
                    <a:pt x="910285" y="924890"/>
                  </a:lnTo>
                  <a:lnTo>
                    <a:pt x="913625" y="951191"/>
                  </a:lnTo>
                  <a:lnTo>
                    <a:pt x="926325" y="951191"/>
                  </a:lnTo>
                  <a:close/>
                </a:path>
                <a:path w="2477134" h="1920875">
                  <a:moveTo>
                    <a:pt x="984605" y="1854"/>
                  </a:moveTo>
                  <a:lnTo>
                    <a:pt x="981583" y="1346"/>
                  </a:lnTo>
                  <a:lnTo>
                    <a:pt x="978547" y="876"/>
                  </a:lnTo>
                  <a:lnTo>
                    <a:pt x="975461" y="584"/>
                  </a:lnTo>
                  <a:lnTo>
                    <a:pt x="973569" y="0"/>
                  </a:lnTo>
                  <a:lnTo>
                    <a:pt x="964590" y="0"/>
                  </a:lnTo>
                  <a:lnTo>
                    <a:pt x="955090" y="1041"/>
                  </a:lnTo>
                  <a:lnTo>
                    <a:pt x="955090" y="14058"/>
                  </a:lnTo>
                  <a:lnTo>
                    <a:pt x="955014" y="14478"/>
                  </a:lnTo>
                  <a:lnTo>
                    <a:pt x="948575" y="46075"/>
                  </a:lnTo>
                  <a:lnTo>
                    <a:pt x="945730" y="95046"/>
                  </a:lnTo>
                  <a:lnTo>
                    <a:pt x="945819" y="109512"/>
                  </a:lnTo>
                  <a:lnTo>
                    <a:pt x="945934" y="130987"/>
                  </a:lnTo>
                  <a:lnTo>
                    <a:pt x="946035" y="149682"/>
                  </a:lnTo>
                  <a:lnTo>
                    <a:pt x="946086" y="158115"/>
                  </a:lnTo>
                  <a:lnTo>
                    <a:pt x="949147" y="232410"/>
                  </a:lnTo>
                  <a:lnTo>
                    <a:pt x="931697" y="233794"/>
                  </a:lnTo>
                  <a:lnTo>
                    <a:pt x="915022" y="235331"/>
                  </a:lnTo>
                  <a:lnTo>
                    <a:pt x="899198" y="237007"/>
                  </a:lnTo>
                  <a:lnTo>
                    <a:pt x="884288" y="238772"/>
                  </a:lnTo>
                  <a:lnTo>
                    <a:pt x="890143" y="169291"/>
                  </a:lnTo>
                  <a:lnTo>
                    <a:pt x="899934" y="109512"/>
                  </a:lnTo>
                  <a:lnTo>
                    <a:pt x="914184" y="61849"/>
                  </a:lnTo>
                  <a:lnTo>
                    <a:pt x="933424" y="28714"/>
                  </a:lnTo>
                  <a:lnTo>
                    <a:pt x="955090" y="14058"/>
                  </a:lnTo>
                  <a:lnTo>
                    <a:pt x="955090" y="1041"/>
                  </a:lnTo>
                  <a:lnTo>
                    <a:pt x="940562" y="2603"/>
                  </a:lnTo>
                  <a:lnTo>
                    <a:pt x="922375" y="8902"/>
                  </a:lnTo>
                  <a:lnTo>
                    <a:pt x="922375" y="22390"/>
                  </a:lnTo>
                  <a:lnTo>
                    <a:pt x="906043" y="49555"/>
                  </a:lnTo>
                  <a:lnTo>
                    <a:pt x="893076" y="86156"/>
                  </a:lnTo>
                  <a:lnTo>
                    <a:pt x="883196" y="130987"/>
                  </a:lnTo>
                  <a:lnTo>
                    <a:pt x="876122" y="182816"/>
                  </a:lnTo>
                  <a:lnTo>
                    <a:pt x="871588" y="240398"/>
                  </a:lnTo>
                  <a:lnTo>
                    <a:pt x="853249" y="243014"/>
                  </a:lnTo>
                  <a:lnTo>
                    <a:pt x="836256" y="245668"/>
                  </a:lnTo>
                  <a:lnTo>
                    <a:pt x="822998" y="247942"/>
                  </a:lnTo>
                  <a:lnTo>
                    <a:pt x="813409" y="249694"/>
                  </a:lnTo>
                  <a:lnTo>
                    <a:pt x="813041" y="249694"/>
                  </a:lnTo>
                  <a:lnTo>
                    <a:pt x="825487" y="187921"/>
                  </a:lnTo>
                  <a:lnTo>
                    <a:pt x="841781" y="132905"/>
                  </a:lnTo>
                  <a:lnTo>
                    <a:pt x="862317" y="86309"/>
                  </a:lnTo>
                  <a:lnTo>
                    <a:pt x="887488" y="49695"/>
                  </a:lnTo>
                  <a:lnTo>
                    <a:pt x="922375" y="22390"/>
                  </a:lnTo>
                  <a:lnTo>
                    <a:pt x="922375" y="8902"/>
                  </a:lnTo>
                  <a:lnTo>
                    <a:pt x="878205" y="41224"/>
                  </a:lnTo>
                  <a:lnTo>
                    <a:pt x="838885" y="105892"/>
                  </a:lnTo>
                  <a:lnTo>
                    <a:pt x="823671" y="147015"/>
                  </a:lnTo>
                  <a:lnTo>
                    <a:pt x="811123" y="192976"/>
                  </a:lnTo>
                  <a:lnTo>
                    <a:pt x="801027" y="243014"/>
                  </a:lnTo>
                  <a:lnTo>
                    <a:pt x="800874" y="244094"/>
                  </a:lnTo>
                  <a:lnTo>
                    <a:pt x="800747" y="244932"/>
                  </a:lnTo>
                  <a:lnTo>
                    <a:pt x="800633" y="245668"/>
                  </a:lnTo>
                  <a:lnTo>
                    <a:pt x="800531" y="246367"/>
                  </a:lnTo>
                  <a:lnTo>
                    <a:pt x="793178" y="296316"/>
                  </a:lnTo>
                  <a:lnTo>
                    <a:pt x="787374" y="352132"/>
                  </a:lnTo>
                  <a:lnTo>
                    <a:pt x="783399" y="409663"/>
                  </a:lnTo>
                  <a:lnTo>
                    <a:pt x="781062" y="468134"/>
                  </a:lnTo>
                  <a:lnTo>
                    <a:pt x="780948" y="475284"/>
                  </a:lnTo>
                  <a:lnTo>
                    <a:pt x="780821" y="483171"/>
                  </a:lnTo>
                  <a:lnTo>
                    <a:pt x="780732" y="488886"/>
                  </a:lnTo>
                  <a:lnTo>
                    <a:pt x="780618" y="496214"/>
                  </a:lnTo>
                  <a:lnTo>
                    <a:pt x="780135" y="526757"/>
                  </a:lnTo>
                  <a:lnTo>
                    <a:pt x="780199" y="540258"/>
                  </a:lnTo>
                  <a:lnTo>
                    <a:pt x="780313" y="562470"/>
                  </a:lnTo>
                  <a:lnTo>
                    <a:pt x="780427" y="584746"/>
                  </a:lnTo>
                  <a:lnTo>
                    <a:pt x="793699" y="584746"/>
                  </a:lnTo>
                  <a:lnTo>
                    <a:pt x="793648" y="513016"/>
                  </a:lnTo>
                  <a:lnTo>
                    <a:pt x="794245" y="472935"/>
                  </a:lnTo>
                  <a:lnTo>
                    <a:pt x="796124" y="420395"/>
                  </a:lnTo>
                  <a:lnTo>
                    <a:pt x="799452" y="366268"/>
                  </a:lnTo>
                  <a:lnTo>
                    <a:pt x="804329" y="313588"/>
                  </a:lnTo>
                  <a:lnTo>
                    <a:pt x="810907" y="263017"/>
                  </a:lnTo>
                  <a:lnTo>
                    <a:pt x="850125" y="256197"/>
                  </a:lnTo>
                  <a:lnTo>
                    <a:pt x="870902" y="253187"/>
                  </a:lnTo>
                  <a:lnTo>
                    <a:pt x="870800" y="256197"/>
                  </a:lnTo>
                  <a:lnTo>
                    <a:pt x="870699" y="258991"/>
                  </a:lnTo>
                  <a:lnTo>
                    <a:pt x="870623" y="261327"/>
                  </a:lnTo>
                  <a:lnTo>
                    <a:pt x="869302" y="302691"/>
                  </a:lnTo>
                  <a:lnTo>
                    <a:pt x="869124" y="318058"/>
                  </a:lnTo>
                  <a:lnTo>
                    <a:pt x="868845" y="342188"/>
                  </a:lnTo>
                  <a:lnTo>
                    <a:pt x="869188" y="389826"/>
                  </a:lnTo>
                  <a:lnTo>
                    <a:pt x="870369" y="439521"/>
                  </a:lnTo>
                  <a:lnTo>
                    <a:pt x="872274" y="488886"/>
                  </a:lnTo>
                  <a:lnTo>
                    <a:pt x="874725" y="537070"/>
                  </a:lnTo>
                  <a:lnTo>
                    <a:pt x="877658" y="584746"/>
                  </a:lnTo>
                  <a:lnTo>
                    <a:pt x="890701" y="584746"/>
                  </a:lnTo>
                  <a:lnTo>
                    <a:pt x="887717" y="536295"/>
                  </a:lnTo>
                  <a:lnTo>
                    <a:pt x="885215" y="487349"/>
                  </a:lnTo>
                  <a:lnTo>
                    <a:pt x="885126" y="485051"/>
                  </a:lnTo>
                  <a:lnTo>
                    <a:pt x="885088" y="483857"/>
                  </a:lnTo>
                  <a:lnTo>
                    <a:pt x="884961" y="480822"/>
                  </a:lnTo>
                  <a:lnTo>
                    <a:pt x="884847" y="477672"/>
                  </a:lnTo>
                  <a:lnTo>
                    <a:pt x="884745" y="475284"/>
                  </a:lnTo>
                  <a:lnTo>
                    <a:pt x="884656" y="472935"/>
                  </a:lnTo>
                  <a:lnTo>
                    <a:pt x="883310" y="438378"/>
                  </a:lnTo>
                  <a:lnTo>
                    <a:pt x="882091" y="389826"/>
                  </a:lnTo>
                  <a:lnTo>
                    <a:pt x="881684" y="342188"/>
                  </a:lnTo>
                  <a:lnTo>
                    <a:pt x="882167" y="295935"/>
                  </a:lnTo>
                  <a:lnTo>
                    <a:pt x="883602" y="253187"/>
                  </a:lnTo>
                  <a:lnTo>
                    <a:pt x="932002" y="246367"/>
                  </a:lnTo>
                  <a:lnTo>
                    <a:pt x="949896" y="244932"/>
                  </a:lnTo>
                  <a:lnTo>
                    <a:pt x="949985" y="246367"/>
                  </a:lnTo>
                  <a:lnTo>
                    <a:pt x="950074" y="247942"/>
                  </a:lnTo>
                  <a:lnTo>
                    <a:pt x="950188" y="249694"/>
                  </a:lnTo>
                  <a:lnTo>
                    <a:pt x="950302" y="251510"/>
                  </a:lnTo>
                  <a:lnTo>
                    <a:pt x="950404" y="253187"/>
                  </a:lnTo>
                  <a:lnTo>
                    <a:pt x="952106" y="280860"/>
                  </a:lnTo>
                  <a:lnTo>
                    <a:pt x="954697" y="318058"/>
                  </a:lnTo>
                  <a:lnTo>
                    <a:pt x="957630" y="356298"/>
                  </a:lnTo>
                  <a:lnTo>
                    <a:pt x="960869" y="395312"/>
                  </a:lnTo>
                  <a:lnTo>
                    <a:pt x="960996" y="393369"/>
                  </a:lnTo>
                  <a:lnTo>
                    <a:pt x="966482" y="302691"/>
                  </a:lnTo>
                  <a:lnTo>
                    <a:pt x="965403" y="287642"/>
                  </a:lnTo>
                  <a:lnTo>
                    <a:pt x="964399" y="272846"/>
                  </a:lnTo>
                  <a:lnTo>
                    <a:pt x="963663" y="261327"/>
                  </a:lnTo>
                  <a:lnTo>
                    <a:pt x="962647" y="244932"/>
                  </a:lnTo>
                  <a:lnTo>
                    <a:pt x="962596" y="244094"/>
                  </a:lnTo>
                  <a:lnTo>
                    <a:pt x="967511" y="243776"/>
                  </a:lnTo>
                  <a:lnTo>
                    <a:pt x="970026" y="243649"/>
                  </a:lnTo>
                  <a:lnTo>
                    <a:pt x="970064" y="243014"/>
                  </a:lnTo>
                  <a:lnTo>
                    <a:pt x="970318" y="238772"/>
                  </a:lnTo>
                  <a:lnTo>
                    <a:pt x="970419" y="237007"/>
                  </a:lnTo>
                  <a:lnTo>
                    <a:pt x="970521" y="235331"/>
                  </a:lnTo>
                  <a:lnTo>
                    <a:pt x="970610" y="233794"/>
                  </a:lnTo>
                  <a:lnTo>
                    <a:pt x="970686" y="232410"/>
                  </a:lnTo>
                  <a:lnTo>
                    <a:pt x="970737" y="231559"/>
                  </a:lnTo>
                  <a:lnTo>
                    <a:pt x="970762" y="231038"/>
                  </a:lnTo>
                  <a:lnTo>
                    <a:pt x="961898" y="231559"/>
                  </a:lnTo>
                  <a:lnTo>
                    <a:pt x="961885" y="231038"/>
                  </a:lnTo>
                  <a:lnTo>
                    <a:pt x="958367" y="149682"/>
                  </a:lnTo>
                  <a:lnTo>
                    <a:pt x="958303" y="132905"/>
                  </a:lnTo>
                  <a:lnTo>
                    <a:pt x="958215" y="109512"/>
                  </a:lnTo>
                  <a:lnTo>
                    <a:pt x="958126" y="83832"/>
                  </a:lnTo>
                  <a:lnTo>
                    <a:pt x="961644" y="37325"/>
                  </a:lnTo>
                  <a:lnTo>
                    <a:pt x="969200" y="14058"/>
                  </a:lnTo>
                  <a:lnTo>
                    <a:pt x="969391" y="13462"/>
                  </a:lnTo>
                  <a:lnTo>
                    <a:pt x="969759" y="13030"/>
                  </a:lnTo>
                  <a:lnTo>
                    <a:pt x="971778" y="13030"/>
                  </a:lnTo>
                  <a:lnTo>
                    <a:pt x="973912" y="14287"/>
                  </a:lnTo>
                  <a:lnTo>
                    <a:pt x="977519" y="17767"/>
                  </a:lnTo>
                  <a:lnTo>
                    <a:pt x="983005" y="28333"/>
                  </a:lnTo>
                  <a:lnTo>
                    <a:pt x="983056" y="27584"/>
                  </a:lnTo>
                  <a:lnTo>
                    <a:pt x="983754" y="16586"/>
                  </a:lnTo>
                  <a:lnTo>
                    <a:pt x="983869" y="14478"/>
                  </a:lnTo>
                  <a:lnTo>
                    <a:pt x="983957" y="13030"/>
                  </a:lnTo>
                  <a:lnTo>
                    <a:pt x="984326" y="6959"/>
                  </a:lnTo>
                  <a:lnTo>
                    <a:pt x="984491" y="3581"/>
                  </a:lnTo>
                  <a:lnTo>
                    <a:pt x="984605" y="1854"/>
                  </a:lnTo>
                  <a:close/>
                </a:path>
                <a:path w="2477134" h="1920875">
                  <a:moveTo>
                    <a:pt x="991819" y="584746"/>
                  </a:moveTo>
                  <a:lnTo>
                    <a:pt x="989520" y="562470"/>
                  </a:lnTo>
                  <a:lnTo>
                    <a:pt x="987272" y="540258"/>
                  </a:lnTo>
                  <a:lnTo>
                    <a:pt x="985088" y="518172"/>
                  </a:lnTo>
                  <a:lnTo>
                    <a:pt x="982954" y="496214"/>
                  </a:lnTo>
                  <a:lnTo>
                    <a:pt x="977976" y="494779"/>
                  </a:lnTo>
                  <a:lnTo>
                    <a:pt x="973340" y="492379"/>
                  </a:lnTo>
                  <a:lnTo>
                    <a:pt x="969340" y="488886"/>
                  </a:lnTo>
                  <a:lnTo>
                    <a:pt x="971715" y="513016"/>
                  </a:lnTo>
                  <a:lnTo>
                    <a:pt x="974102" y="537070"/>
                  </a:lnTo>
                  <a:lnTo>
                    <a:pt x="976541" y="560997"/>
                  </a:lnTo>
                  <a:lnTo>
                    <a:pt x="979004" y="584746"/>
                  </a:lnTo>
                  <a:lnTo>
                    <a:pt x="991819" y="584746"/>
                  </a:lnTo>
                  <a:close/>
                </a:path>
                <a:path w="2477134" h="1920875">
                  <a:moveTo>
                    <a:pt x="1010513" y="485051"/>
                  </a:moveTo>
                  <a:lnTo>
                    <a:pt x="1009891" y="484428"/>
                  </a:lnTo>
                  <a:lnTo>
                    <a:pt x="1009256" y="483857"/>
                  </a:lnTo>
                  <a:lnTo>
                    <a:pt x="1008684" y="483171"/>
                  </a:lnTo>
                  <a:lnTo>
                    <a:pt x="1004455" y="478650"/>
                  </a:lnTo>
                  <a:lnTo>
                    <a:pt x="1001255" y="473392"/>
                  </a:lnTo>
                  <a:lnTo>
                    <a:pt x="999197" y="467664"/>
                  </a:lnTo>
                  <a:lnTo>
                    <a:pt x="997026" y="461772"/>
                  </a:lnTo>
                  <a:lnTo>
                    <a:pt x="996048" y="455434"/>
                  </a:lnTo>
                  <a:lnTo>
                    <a:pt x="996505" y="449021"/>
                  </a:lnTo>
                  <a:lnTo>
                    <a:pt x="1005598" y="313982"/>
                  </a:lnTo>
                  <a:lnTo>
                    <a:pt x="978369" y="313982"/>
                  </a:lnTo>
                  <a:lnTo>
                    <a:pt x="973696" y="391261"/>
                  </a:lnTo>
                  <a:lnTo>
                    <a:pt x="969162" y="466750"/>
                  </a:lnTo>
                  <a:lnTo>
                    <a:pt x="971397" y="472935"/>
                  </a:lnTo>
                  <a:lnTo>
                    <a:pt x="975855" y="477672"/>
                  </a:lnTo>
                  <a:lnTo>
                    <a:pt x="977519" y="479513"/>
                  </a:lnTo>
                  <a:lnTo>
                    <a:pt x="988847" y="485051"/>
                  </a:lnTo>
                  <a:lnTo>
                    <a:pt x="1010513" y="485051"/>
                  </a:lnTo>
                  <a:close/>
                </a:path>
                <a:path w="2477134" h="1920875">
                  <a:moveTo>
                    <a:pt x="1034478" y="951191"/>
                  </a:moveTo>
                  <a:lnTo>
                    <a:pt x="1028115" y="901128"/>
                  </a:lnTo>
                  <a:lnTo>
                    <a:pt x="1021689" y="849160"/>
                  </a:lnTo>
                  <a:lnTo>
                    <a:pt x="1015250" y="795655"/>
                  </a:lnTo>
                  <a:lnTo>
                    <a:pt x="1008888" y="741019"/>
                  </a:lnTo>
                  <a:lnTo>
                    <a:pt x="1002626" y="685634"/>
                  </a:lnTo>
                  <a:lnTo>
                    <a:pt x="989926" y="685634"/>
                  </a:lnTo>
                  <a:lnTo>
                    <a:pt x="998131" y="757631"/>
                  </a:lnTo>
                  <a:lnTo>
                    <a:pt x="1005776" y="822248"/>
                  </a:lnTo>
                  <a:lnTo>
                    <a:pt x="1012494" y="877430"/>
                  </a:lnTo>
                  <a:lnTo>
                    <a:pt x="1017943" y="921092"/>
                  </a:lnTo>
                  <a:lnTo>
                    <a:pt x="1021791" y="951191"/>
                  </a:lnTo>
                  <a:lnTo>
                    <a:pt x="1034478" y="951191"/>
                  </a:lnTo>
                  <a:close/>
                </a:path>
                <a:path w="2477134" h="1920875">
                  <a:moveTo>
                    <a:pt x="1128166" y="584746"/>
                  </a:moveTo>
                  <a:lnTo>
                    <a:pt x="1124191" y="563130"/>
                  </a:lnTo>
                  <a:lnTo>
                    <a:pt x="1120140" y="541388"/>
                  </a:lnTo>
                  <a:lnTo>
                    <a:pt x="1116037" y="519544"/>
                  </a:lnTo>
                  <a:lnTo>
                    <a:pt x="1111872" y="497636"/>
                  </a:lnTo>
                  <a:lnTo>
                    <a:pt x="1099058" y="497636"/>
                  </a:lnTo>
                  <a:lnTo>
                    <a:pt x="1103223" y="519544"/>
                  </a:lnTo>
                  <a:lnTo>
                    <a:pt x="1107338" y="541388"/>
                  </a:lnTo>
                  <a:lnTo>
                    <a:pt x="1111377" y="563130"/>
                  </a:lnTo>
                  <a:lnTo>
                    <a:pt x="1115352" y="584746"/>
                  </a:lnTo>
                  <a:lnTo>
                    <a:pt x="1128166" y="584746"/>
                  </a:lnTo>
                  <a:close/>
                </a:path>
                <a:path w="2477134" h="1920875">
                  <a:moveTo>
                    <a:pt x="1173632" y="1918411"/>
                  </a:moveTo>
                  <a:lnTo>
                    <a:pt x="1086015" y="1024407"/>
                  </a:lnTo>
                  <a:lnTo>
                    <a:pt x="1073315" y="1024407"/>
                  </a:lnTo>
                  <a:lnTo>
                    <a:pt x="1161110" y="1919668"/>
                  </a:lnTo>
                  <a:lnTo>
                    <a:pt x="1173632" y="1918411"/>
                  </a:lnTo>
                  <a:close/>
                </a:path>
                <a:path w="2477134" h="1920875">
                  <a:moveTo>
                    <a:pt x="1191196" y="951191"/>
                  </a:moveTo>
                  <a:lnTo>
                    <a:pt x="1180541" y="885723"/>
                  </a:lnTo>
                  <a:lnTo>
                    <a:pt x="1171219" y="829894"/>
                  </a:lnTo>
                  <a:lnTo>
                    <a:pt x="1159713" y="762292"/>
                  </a:lnTo>
                  <a:lnTo>
                    <a:pt x="1146352" y="685634"/>
                  </a:lnTo>
                  <a:lnTo>
                    <a:pt x="1133538" y="685634"/>
                  </a:lnTo>
                  <a:lnTo>
                    <a:pt x="1146670" y="760945"/>
                  </a:lnTo>
                  <a:lnTo>
                    <a:pt x="1158049" y="827722"/>
                  </a:lnTo>
                  <a:lnTo>
                    <a:pt x="1167358" y="883399"/>
                  </a:lnTo>
                  <a:lnTo>
                    <a:pt x="1174267" y="925410"/>
                  </a:lnTo>
                  <a:lnTo>
                    <a:pt x="1178445" y="951191"/>
                  </a:lnTo>
                  <a:lnTo>
                    <a:pt x="1191196" y="951191"/>
                  </a:lnTo>
                  <a:close/>
                </a:path>
                <a:path w="2477134" h="1920875">
                  <a:moveTo>
                    <a:pt x="1251419" y="584746"/>
                  </a:moveTo>
                  <a:lnTo>
                    <a:pt x="1245425" y="563130"/>
                  </a:lnTo>
                  <a:lnTo>
                    <a:pt x="1239278" y="541388"/>
                  </a:lnTo>
                  <a:lnTo>
                    <a:pt x="1233004" y="519544"/>
                  </a:lnTo>
                  <a:lnTo>
                    <a:pt x="1226604" y="497636"/>
                  </a:lnTo>
                  <a:lnTo>
                    <a:pt x="1213446" y="497636"/>
                  </a:lnTo>
                  <a:lnTo>
                    <a:pt x="1219885" y="519544"/>
                  </a:lnTo>
                  <a:lnTo>
                    <a:pt x="1226197" y="541388"/>
                  </a:lnTo>
                  <a:lnTo>
                    <a:pt x="1232357" y="563130"/>
                  </a:lnTo>
                  <a:lnTo>
                    <a:pt x="1238377" y="584746"/>
                  </a:lnTo>
                  <a:lnTo>
                    <a:pt x="1251419" y="584746"/>
                  </a:lnTo>
                  <a:close/>
                </a:path>
                <a:path w="2477134" h="1920875">
                  <a:moveTo>
                    <a:pt x="1341450" y="951191"/>
                  </a:moveTo>
                  <a:lnTo>
                    <a:pt x="1327048" y="886142"/>
                  </a:lnTo>
                  <a:lnTo>
                    <a:pt x="1314107" y="830287"/>
                  </a:lnTo>
                  <a:lnTo>
                    <a:pt x="1297774" y="762533"/>
                  </a:lnTo>
                  <a:lnTo>
                    <a:pt x="1278420" y="685634"/>
                  </a:lnTo>
                  <a:lnTo>
                    <a:pt x="1265377" y="685634"/>
                  </a:lnTo>
                  <a:lnTo>
                    <a:pt x="1284363" y="760793"/>
                  </a:lnTo>
                  <a:lnTo>
                    <a:pt x="1300492" y="827481"/>
                  </a:lnTo>
                  <a:lnTo>
                    <a:pt x="1313434" y="883145"/>
                  </a:lnTo>
                  <a:lnTo>
                    <a:pt x="1322908" y="925233"/>
                  </a:lnTo>
                  <a:lnTo>
                    <a:pt x="1328572" y="951191"/>
                  </a:lnTo>
                  <a:lnTo>
                    <a:pt x="1341450" y="951191"/>
                  </a:lnTo>
                  <a:close/>
                </a:path>
                <a:path w="2477134" h="1920875">
                  <a:moveTo>
                    <a:pt x="1344930" y="558888"/>
                  </a:moveTo>
                  <a:lnTo>
                    <a:pt x="1339608" y="543648"/>
                  </a:lnTo>
                  <a:lnTo>
                    <a:pt x="1334173" y="528358"/>
                  </a:lnTo>
                  <a:lnTo>
                    <a:pt x="1328648" y="513016"/>
                  </a:lnTo>
                  <a:lnTo>
                    <a:pt x="1323035" y="497636"/>
                  </a:lnTo>
                  <a:lnTo>
                    <a:pt x="1308735" y="497636"/>
                  </a:lnTo>
                  <a:lnTo>
                    <a:pt x="1314945" y="514578"/>
                  </a:lnTo>
                  <a:lnTo>
                    <a:pt x="1321041" y="531495"/>
                  </a:lnTo>
                  <a:lnTo>
                    <a:pt x="1327035" y="548373"/>
                  </a:lnTo>
                  <a:lnTo>
                    <a:pt x="1332928" y="565188"/>
                  </a:lnTo>
                  <a:lnTo>
                    <a:pt x="1336408" y="562330"/>
                  </a:lnTo>
                  <a:lnTo>
                    <a:pt x="1340472" y="560158"/>
                  </a:lnTo>
                  <a:lnTo>
                    <a:pt x="1344930" y="558888"/>
                  </a:lnTo>
                  <a:close/>
                </a:path>
                <a:path w="2477134" h="1920875">
                  <a:moveTo>
                    <a:pt x="1445920" y="570052"/>
                  </a:moveTo>
                  <a:lnTo>
                    <a:pt x="1352296" y="570052"/>
                  </a:lnTo>
                  <a:lnTo>
                    <a:pt x="1350632" y="570331"/>
                  </a:lnTo>
                  <a:lnTo>
                    <a:pt x="1333995" y="584746"/>
                  </a:lnTo>
                  <a:lnTo>
                    <a:pt x="1439113" y="584746"/>
                  </a:lnTo>
                  <a:lnTo>
                    <a:pt x="1440141" y="579259"/>
                  </a:lnTo>
                  <a:lnTo>
                    <a:pt x="1442554" y="574281"/>
                  </a:lnTo>
                  <a:lnTo>
                    <a:pt x="1445920" y="570052"/>
                  </a:lnTo>
                  <a:close/>
                </a:path>
                <a:path w="2477134" h="1920875">
                  <a:moveTo>
                    <a:pt x="1460068" y="951191"/>
                  </a:moveTo>
                  <a:lnTo>
                    <a:pt x="1443380" y="884897"/>
                  </a:lnTo>
                  <a:lnTo>
                    <a:pt x="1428432" y="829183"/>
                  </a:lnTo>
                  <a:lnTo>
                    <a:pt x="1409382" y="761898"/>
                  </a:lnTo>
                  <a:lnTo>
                    <a:pt x="1386459" y="685634"/>
                  </a:lnTo>
                  <a:lnTo>
                    <a:pt x="1372565" y="685634"/>
                  </a:lnTo>
                  <a:lnTo>
                    <a:pt x="1395336" y="760742"/>
                  </a:lnTo>
                  <a:lnTo>
                    <a:pt x="1414437" y="827354"/>
                  </a:lnTo>
                  <a:lnTo>
                    <a:pt x="1429588" y="882980"/>
                  </a:lnTo>
                  <a:lnTo>
                    <a:pt x="1440561" y="925093"/>
                  </a:lnTo>
                  <a:lnTo>
                    <a:pt x="1447088" y="951191"/>
                  </a:lnTo>
                  <a:lnTo>
                    <a:pt x="1460068" y="951191"/>
                  </a:lnTo>
                  <a:close/>
                </a:path>
                <a:path w="2477134" h="1920875">
                  <a:moveTo>
                    <a:pt x="1927745" y="1917319"/>
                  </a:moveTo>
                  <a:lnTo>
                    <a:pt x="1680845" y="1024407"/>
                  </a:lnTo>
                  <a:lnTo>
                    <a:pt x="1667738" y="1024407"/>
                  </a:lnTo>
                  <a:lnTo>
                    <a:pt x="1915566" y="1920697"/>
                  </a:lnTo>
                  <a:lnTo>
                    <a:pt x="1927745" y="1917319"/>
                  </a:lnTo>
                  <a:close/>
                </a:path>
                <a:path w="2477134" h="1920875">
                  <a:moveTo>
                    <a:pt x="2367343" y="330682"/>
                  </a:moveTo>
                  <a:lnTo>
                    <a:pt x="2349906" y="268579"/>
                  </a:lnTo>
                  <a:lnTo>
                    <a:pt x="2348966" y="265150"/>
                  </a:lnTo>
                  <a:lnTo>
                    <a:pt x="2348827" y="265150"/>
                  </a:lnTo>
                  <a:lnTo>
                    <a:pt x="2345499" y="263283"/>
                  </a:lnTo>
                  <a:lnTo>
                    <a:pt x="2338806" y="265150"/>
                  </a:lnTo>
                  <a:lnTo>
                    <a:pt x="2336901" y="268579"/>
                  </a:lnTo>
                  <a:lnTo>
                    <a:pt x="2337778" y="271995"/>
                  </a:lnTo>
                  <a:lnTo>
                    <a:pt x="2354249" y="330682"/>
                  </a:lnTo>
                  <a:lnTo>
                    <a:pt x="2367343" y="330682"/>
                  </a:lnTo>
                  <a:close/>
                </a:path>
                <a:path w="2477134" h="1920875">
                  <a:moveTo>
                    <a:pt x="2452319" y="227622"/>
                  </a:moveTo>
                  <a:lnTo>
                    <a:pt x="2450147" y="224243"/>
                  </a:lnTo>
                  <a:lnTo>
                    <a:pt x="2443403" y="222681"/>
                  </a:lnTo>
                  <a:lnTo>
                    <a:pt x="2440025" y="224815"/>
                  </a:lnTo>
                  <a:lnTo>
                    <a:pt x="2439225" y="228206"/>
                  </a:lnTo>
                  <a:lnTo>
                    <a:pt x="2415768" y="330682"/>
                  </a:lnTo>
                  <a:lnTo>
                    <a:pt x="2428697" y="330682"/>
                  </a:lnTo>
                  <a:lnTo>
                    <a:pt x="2451519" y="231025"/>
                  </a:lnTo>
                  <a:lnTo>
                    <a:pt x="2452319" y="227622"/>
                  </a:lnTo>
                  <a:close/>
                </a:path>
                <a:path w="2477134" h="1920875">
                  <a:moveTo>
                    <a:pt x="2477033" y="903325"/>
                  </a:moveTo>
                  <a:lnTo>
                    <a:pt x="2438476" y="694791"/>
                  </a:lnTo>
                  <a:lnTo>
                    <a:pt x="2436761" y="685634"/>
                  </a:lnTo>
                  <a:lnTo>
                    <a:pt x="2433739" y="685634"/>
                  </a:lnTo>
                  <a:lnTo>
                    <a:pt x="2207755" y="1906803"/>
                  </a:lnTo>
                  <a:lnTo>
                    <a:pt x="2284171" y="1906803"/>
                  </a:lnTo>
                  <a:lnTo>
                    <a:pt x="2284514" y="1906968"/>
                  </a:lnTo>
                  <a:lnTo>
                    <a:pt x="2287828" y="1907603"/>
                  </a:lnTo>
                  <a:lnTo>
                    <a:pt x="2290064" y="1910054"/>
                  </a:lnTo>
                  <a:lnTo>
                    <a:pt x="2290064" y="1913623"/>
                  </a:lnTo>
                  <a:lnTo>
                    <a:pt x="2477033" y="903325"/>
                  </a:lnTo>
                  <a:close/>
                </a:path>
              </a:pathLst>
            </a:custGeom>
            <a:solidFill>
              <a:srgbClr val="7DBA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11871" y="7849357"/>
              <a:ext cx="2847149" cy="216186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505601" y="7843063"/>
              <a:ext cx="2860040" cy="2171700"/>
            </a:xfrm>
            <a:custGeom>
              <a:avLst/>
              <a:gdLst/>
              <a:ahLst/>
              <a:cxnLst/>
              <a:rect l="l" t="t" r="r" b="b"/>
              <a:pathLst>
                <a:path w="2860040" h="2171700">
                  <a:moveTo>
                    <a:pt x="1053469" y="266699"/>
                  </a:moveTo>
                  <a:lnTo>
                    <a:pt x="1040999" y="266699"/>
                  </a:lnTo>
                  <a:lnTo>
                    <a:pt x="1041171" y="253999"/>
                  </a:lnTo>
                  <a:lnTo>
                    <a:pt x="1054783" y="38099"/>
                  </a:lnTo>
                  <a:lnTo>
                    <a:pt x="1058850" y="12699"/>
                  </a:lnTo>
                  <a:lnTo>
                    <a:pt x="1068145" y="0"/>
                  </a:lnTo>
                  <a:lnTo>
                    <a:pt x="1097337" y="0"/>
                  </a:lnTo>
                  <a:lnTo>
                    <a:pt x="1086107" y="12699"/>
                  </a:lnTo>
                  <a:lnTo>
                    <a:pt x="1076776" y="12699"/>
                  </a:lnTo>
                  <a:lnTo>
                    <a:pt x="1070232" y="25399"/>
                  </a:lnTo>
                  <a:lnTo>
                    <a:pt x="1067367" y="38099"/>
                  </a:lnTo>
                  <a:lnTo>
                    <a:pt x="1053469" y="266699"/>
                  </a:lnTo>
                  <a:close/>
                </a:path>
                <a:path w="2860040" h="2171700">
                  <a:moveTo>
                    <a:pt x="1125995" y="12699"/>
                  </a:moveTo>
                  <a:lnTo>
                    <a:pt x="1102226" y="12699"/>
                  </a:lnTo>
                  <a:lnTo>
                    <a:pt x="1107060" y="0"/>
                  </a:lnTo>
                  <a:lnTo>
                    <a:pt x="1137258" y="0"/>
                  </a:lnTo>
                  <a:lnTo>
                    <a:pt x="1125995" y="12699"/>
                  </a:lnTo>
                  <a:close/>
                </a:path>
                <a:path w="2860040" h="2171700">
                  <a:moveTo>
                    <a:pt x="2216692" y="12699"/>
                  </a:moveTo>
                  <a:lnTo>
                    <a:pt x="2201765" y="12699"/>
                  </a:lnTo>
                  <a:lnTo>
                    <a:pt x="2194044" y="0"/>
                  </a:lnTo>
                  <a:lnTo>
                    <a:pt x="2210062" y="0"/>
                  </a:lnTo>
                  <a:lnTo>
                    <a:pt x="2216692" y="12699"/>
                  </a:lnTo>
                  <a:close/>
                </a:path>
                <a:path w="2860040" h="2171700">
                  <a:moveTo>
                    <a:pt x="1075717" y="558799"/>
                  </a:moveTo>
                  <a:lnTo>
                    <a:pt x="1063135" y="558799"/>
                  </a:lnTo>
                  <a:lnTo>
                    <a:pt x="1067424" y="482599"/>
                  </a:lnTo>
                  <a:lnTo>
                    <a:pt x="1073716" y="380999"/>
                  </a:lnTo>
                  <a:lnTo>
                    <a:pt x="1075946" y="342899"/>
                  </a:lnTo>
                  <a:lnTo>
                    <a:pt x="1078520" y="304799"/>
                  </a:lnTo>
                  <a:lnTo>
                    <a:pt x="1079607" y="279399"/>
                  </a:lnTo>
                  <a:lnTo>
                    <a:pt x="1094649" y="38099"/>
                  </a:lnTo>
                  <a:lnTo>
                    <a:pt x="1095881" y="25399"/>
                  </a:lnTo>
                  <a:lnTo>
                    <a:pt x="1098452" y="12699"/>
                  </a:lnTo>
                  <a:lnTo>
                    <a:pt x="1116647" y="12699"/>
                  </a:lnTo>
                  <a:lnTo>
                    <a:pt x="1110097" y="25399"/>
                  </a:lnTo>
                  <a:lnTo>
                    <a:pt x="1107231" y="38099"/>
                  </a:lnTo>
                  <a:lnTo>
                    <a:pt x="1092647" y="279399"/>
                  </a:lnTo>
                  <a:lnTo>
                    <a:pt x="1086412" y="380999"/>
                  </a:lnTo>
                  <a:lnTo>
                    <a:pt x="1079320" y="495299"/>
                  </a:lnTo>
                  <a:lnTo>
                    <a:pt x="1075717" y="558799"/>
                  </a:lnTo>
                  <a:close/>
                </a:path>
                <a:path w="2860040" h="2171700">
                  <a:moveTo>
                    <a:pt x="2225765" y="25399"/>
                  </a:moveTo>
                  <a:lnTo>
                    <a:pt x="2213261" y="25399"/>
                  </a:lnTo>
                  <a:lnTo>
                    <a:pt x="2207485" y="12699"/>
                  </a:lnTo>
                  <a:lnTo>
                    <a:pt x="2222020" y="12699"/>
                  </a:lnTo>
                  <a:lnTo>
                    <a:pt x="2225765" y="25399"/>
                  </a:lnTo>
                  <a:close/>
                </a:path>
                <a:path w="2860040" h="2171700">
                  <a:moveTo>
                    <a:pt x="2174161" y="736599"/>
                  </a:moveTo>
                  <a:lnTo>
                    <a:pt x="2165533" y="736599"/>
                  </a:lnTo>
                  <a:lnTo>
                    <a:pt x="2172076" y="723899"/>
                  </a:lnTo>
                  <a:lnTo>
                    <a:pt x="2174941" y="711199"/>
                  </a:lnTo>
                  <a:lnTo>
                    <a:pt x="2216121" y="25399"/>
                  </a:lnTo>
                  <a:lnTo>
                    <a:pt x="2227848" y="25399"/>
                  </a:lnTo>
                  <a:lnTo>
                    <a:pt x="2228189" y="38099"/>
                  </a:lnTo>
                  <a:lnTo>
                    <a:pt x="2187523" y="711199"/>
                  </a:lnTo>
                  <a:lnTo>
                    <a:pt x="2183456" y="723899"/>
                  </a:lnTo>
                  <a:lnTo>
                    <a:pt x="2174161" y="736599"/>
                  </a:lnTo>
                  <a:close/>
                </a:path>
                <a:path w="2860040" h="2171700">
                  <a:moveTo>
                    <a:pt x="2092123" y="101599"/>
                  </a:moveTo>
                  <a:lnTo>
                    <a:pt x="2083030" y="101599"/>
                  </a:lnTo>
                  <a:lnTo>
                    <a:pt x="2083030" y="88899"/>
                  </a:lnTo>
                  <a:lnTo>
                    <a:pt x="2092123" y="88899"/>
                  </a:lnTo>
                  <a:lnTo>
                    <a:pt x="2092123" y="101599"/>
                  </a:lnTo>
                  <a:close/>
                </a:path>
                <a:path w="2860040" h="2171700">
                  <a:moveTo>
                    <a:pt x="2182777" y="101599"/>
                  </a:moveTo>
                  <a:lnTo>
                    <a:pt x="2173740" y="101599"/>
                  </a:lnTo>
                  <a:lnTo>
                    <a:pt x="2173740" y="88899"/>
                  </a:lnTo>
                  <a:lnTo>
                    <a:pt x="2182777" y="88899"/>
                  </a:lnTo>
                  <a:lnTo>
                    <a:pt x="2182777" y="101599"/>
                  </a:lnTo>
                  <a:close/>
                </a:path>
                <a:path w="2860040" h="2171700">
                  <a:moveTo>
                    <a:pt x="2044709" y="152399"/>
                  </a:moveTo>
                  <a:lnTo>
                    <a:pt x="2039676" y="152399"/>
                  </a:lnTo>
                  <a:lnTo>
                    <a:pt x="2037674" y="139699"/>
                  </a:lnTo>
                  <a:lnTo>
                    <a:pt x="2046768" y="139699"/>
                  </a:lnTo>
                  <a:lnTo>
                    <a:pt x="2044709" y="152399"/>
                  </a:lnTo>
                  <a:close/>
                </a:path>
                <a:path w="2860040" h="2171700">
                  <a:moveTo>
                    <a:pt x="2135420" y="152399"/>
                  </a:moveTo>
                  <a:lnTo>
                    <a:pt x="2130387" y="152399"/>
                  </a:lnTo>
                  <a:lnTo>
                    <a:pt x="2128385" y="139699"/>
                  </a:lnTo>
                  <a:lnTo>
                    <a:pt x="2137422" y="139699"/>
                  </a:lnTo>
                  <a:lnTo>
                    <a:pt x="2135420" y="152399"/>
                  </a:lnTo>
                  <a:close/>
                </a:path>
                <a:path w="2860040" h="2171700">
                  <a:moveTo>
                    <a:pt x="2000898" y="190499"/>
                  </a:moveTo>
                  <a:lnTo>
                    <a:pt x="1992318" y="190499"/>
                  </a:lnTo>
                  <a:lnTo>
                    <a:pt x="1994377" y="177799"/>
                  </a:lnTo>
                  <a:lnTo>
                    <a:pt x="2000097" y="177799"/>
                  </a:lnTo>
                  <a:lnTo>
                    <a:pt x="2000898" y="190499"/>
                  </a:lnTo>
                  <a:close/>
                </a:path>
                <a:path w="2860040" h="2171700">
                  <a:moveTo>
                    <a:pt x="2092123" y="190499"/>
                  </a:moveTo>
                  <a:lnTo>
                    <a:pt x="2083030" y="190499"/>
                  </a:lnTo>
                  <a:lnTo>
                    <a:pt x="2085031" y="177799"/>
                  </a:lnTo>
                  <a:lnTo>
                    <a:pt x="2090065" y="177799"/>
                  </a:lnTo>
                  <a:lnTo>
                    <a:pt x="2092123" y="190499"/>
                  </a:lnTo>
                  <a:close/>
                </a:path>
                <a:path w="2860040" h="2171700">
                  <a:moveTo>
                    <a:pt x="2182777" y="190499"/>
                  </a:moveTo>
                  <a:lnTo>
                    <a:pt x="2173740" y="190499"/>
                  </a:lnTo>
                  <a:lnTo>
                    <a:pt x="2174884" y="177799"/>
                  </a:lnTo>
                  <a:lnTo>
                    <a:pt x="2181461" y="177799"/>
                  </a:lnTo>
                  <a:lnTo>
                    <a:pt x="2182777" y="190499"/>
                  </a:lnTo>
                  <a:close/>
                </a:path>
                <a:path w="2860040" h="2171700">
                  <a:moveTo>
                    <a:pt x="1863287" y="241299"/>
                  </a:moveTo>
                  <a:lnTo>
                    <a:pt x="1858311" y="241299"/>
                  </a:lnTo>
                  <a:lnTo>
                    <a:pt x="1856252" y="228599"/>
                  </a:lnTo>
                  <a:lnTo>
                    <a:pt x="1865346" y="228599"/>
                  </a:lnTo>
                  <a:lnTo>
                    <a:pt x="1863287" y="241299"/>
                  </a:lnTo>
                  <a:close/>
                </a:path>
                <a:path w="2860040" h="2171700">
                  <a:moveTo>
                    <a:pt x="1953998" y="241299"/>
                  </a:moveTo>
                  <a:lnTo>
                    <a:pt x="1949022" y="241299"/>
                  </a:lnTo>
                  <a:lnTo>
                    <a:pt x="1946963" y="228599"/>
                  </a:lnTo>
                  <a:lnTo>
                    <a:pt x="1956057" y="228599"/>
                  </a:lnTo>
                  <a:lnTo>
                    <a:pt x="1953998" y="241299"/>
                  </a:lnTo>
                  <a:close/>
                </a:path>
                <a:path w="2860040" h="2171700">
                  <a:moveTo>
                    <a:pt x="2044709" y="241299"/>
                  </a:moveTo>
                  <a:lnTo>
                    <a:pt x="2039676" y="241299"/>
                  </a:lnTo>
                  <a:lnTo>
                    <a:pt x="2037674" y="228599"/>
                  </a:lnTo>
                  <a:lnTo>
                    <a:pt x="2046768" y="228599"/>
                  </a:lnTo>
                  <a:lnTo>
                    <a:pt x="2044709" y="241299"/>
                  </a:lnTo>
                  <a:close/>
                </a:path>
                <a:path w="2860040" h="2171700">
                  <a:moveTo>
                    <a:pt x="2135420" y="241299"/>
                  </a:moveTo>
                  <a:lnTo>
                    <a:pt x="2130387" y="241299"/>
                  </a:lnTo>
                  <a:lnTo>
                    <a:pt x="2128385" y="228599"/>
                  </a:lnTo>
                  <a:lnTo>
                    <a:pt x="2137422" y="228599"/>
                  </a:lnTo>
                  <a:lnTo>
                    <a:pt x="2135420" y="241299"/>
                  </a:lnTo>
                  <a:close/>
                </a:path>
                <a:path w="2860040" h="2171700">
                  <a:moveTo>
                    <a:pt x="1025844" y="723899"/>
                  </a:moveTo>
                  <a:lnTo>
                    <a:pt x="1013949" y="723899"/>
                  </a:lnTo>
                  <a:lnTo>
                    <a:pt x="1013660" y="711199"/>
                  </a:lnTo>
                  <a:lnTo>
                    <a:pt x="1023212" y="558799"/>
                  </a:lnTo>
                  <a:lnTo>
                    <a:pt x="1026701" y="495299"/>
                  </a:lnTo>
                  <a:lnTo>
                    <a:pt x="1027444" y="482599"/>
                  </a:lnTo>
                  <a:lnTo>
                    <a:pt x="1039684" y="279399"/>
                  </a:lnTo>
                  <a:lnTo>
                    <a:pt x="1040427" y="266699"/>
                  </a:lnTo>
                  <a:lnTo>
                    <a:pt x="1053011" y="266699"/>
                  </a:lnTo>
                  <a:lnTo>
                    <a:pt x="1052496" y="279399"/>
                  </a:lnTo>
                  <a:lnTo>
                    <a:pt x="1040142" y="482599"/>
                  </a:lnTo>
                  <a:lnTo>
                    <a:pt x="1039342" y="495299"/>
                  </a:lnTo>
                  <a:lnTo>
                    <a:pt x="1035853" y="558799"/>
                  </a:lnTo>
                  <a:lnTo>
                    <a:pt x="1075316" y="558799"/>
                  </a:lnTo>
                  <a:lnTo>
                    <a:pt x="1074568" y="571499"/>
                  </a:lnTo>
                  <a:lnTo>
                    <a:pt x="1035052" y="571499"/>
                  </a:lnTo>
                  <a:lnTo>
                    <a:pt x="1030248" y="647699"/>
                  </a:lnTo>
                  <a:lnTo>
                    <a:pt x="1025844" y="723899"/>
                  </a:lnTo>
                  <a:close/>
                </a:path>
                <a:path w="2860040" h="2171700">
                  <a:moveTo>
                    <a:pt x="1774636" y="330199"/>
                  </a:moveTo>
                  <a:lnTo>
                    <a:pt x="1765542" y="330199"/>
                  </a:lnTo>
                  <a:lnTo>
                    <a:pt x="1765542" y="317499"/>
                  </a:lnTo>
                  <a:lnTo>
                    <a:pt x="1774636" y="317499"/>
                  </a:lnTo>
                  <a:lnTo>
                    <a:pt x="1774636" y="330199"/>
                  </a:lnTo>
                  <a:close/>
                </a:path>
                <a:path w="2860040" h="2171700">
                  <a:moveTo>
                    <a:pt x="1865346" y="330199"/>
                  </a:moveTo>
                  <a:lnTo>
                    <a:pt x="1856252" y="330199"/>
                  </a:lnTo>
                  <a:lnTo>
                    <a:pt x="1856252" y="317499"/>
                  </a:lnTo>
                  <a:lnTo>
                    <a:pt x="1865346" y="317499"/>
                  </a:lnTo>
                  <a:lnTo>
                    <a:pt x="1865346" y="330199"/>
                  </a:lnTo>
                  <a:close/>
                </a:path>
                <a:path w="2860040" h="2171700">
                  <a:moveTo>
                    <a:pt x="1956057" y="330199"/>
                  </a:moveTo>
                  <a:lnTo>
                    <a:pt x="1946963" y="330199"/>
                  </a:lnTo>
                  <a:lnTo>
                    <a:pt x="1946963" y="317499"/>
                  </a:lnTo>
                  <a:lnTo>
                    <a:pt x="1956057" y="317499"/>
                  </a:lnTo>
                  <a:lnTo>
                    <a:pt x="1956057" y="330199"/>
                  </a:lnTo>
                  <a:close/>
                </a:path>
                <a:path w="2860040" h="2171700">
                  <a:moveTo>
                    <a:pt x="2046768" y="330199"/>
                  </a:moveTo>
                  <a:lnTo>
                    <a:pt x="2037674" y="330199"/>
                  </a:lnTo>
                  <a:lnTo>
                    <a:pt x="2037674" y="317499"/>
                  </a:lnTo>
                  <a:lnTo>
                    <a:pt x="2046768" y="317499"/>
                  </a:lnTo>
                  <a:lnTo>
                    <a:pt x="2046768" y="330199"/>
                  </a:lnTo>
                  <a:close/>
                </a:path>
                <a:path w="2860040" h="2171700">
                  <a:moveTo>
                    <a:pt x="2137422" y="330199"/>
                  </a:moveTo>
                  <a:lnTo>
                    <a:pt x="2128385" y="330199"/>
                  </a:lnTo>
                  <a:lnTo>
                    <a:pt x="2128385" y="317499"/>
                  </a:lnTo>
                  <a:lnTo>
                    <a:pt x="2137422" y="317499"/>
                  </a:lnTo>
                  <a:lnTo>
                    <a:pt x="2137422" y="330199"/>
                  </a:lnTo>
                  <a:close/>
                </a:path>
                <a:path w="2860040" h="2171700">
                  <a:moveTo>
                    <a:pt x="1593215" y="419099"/>
                  </a:moveTo>
                  <a:lnTo>
                    <a:pt x="1584178" y="419099"/>
                  </a:lnTo>
                  <a:lnTo>
                    <a:pt x="1584178" y="406399"/>
                  </a:lnTo>
                  <a:lnTo>
                    <a:pt x="1593215" y="406399"/>
                  </a:lnTo>
                  <a:lnTo>
                    <a:pt x="1593215" y="419099"/>
                  </a:lnTo>
                  <a:close/>
                </a:path>
                <a:path w="2860040" h="2171700">
                  <a:moveTo>
                    <a:pt x="1683925" y="419099"/>
                  </a:moveTo>
                  <a:lnTo>
                    <a:pt x="1674888" y="419099"/>
                  </a:lnTo>
                  <a:lnTo>
                    <a:pt x="1674888" y="406399"/>
                  </a:lnTo>
                  <a:lnTo>
                    <a:pt x="1683925" y="406399"/>
                  </a:lnTo>
                  <a:lnTo>
                    <a:pt x="1683925" y="419099"/>
                  </a:lnTo>
                  <a:close/>
                </a:path>
                <a:path w="2860040" h="2171700">
                  <a:moveTo>
                    <a:pt x="1774636" y="419099"/>
                  </a:moveTo>
                  <a:lnTo>
                    <a:pt x="1765542" y="419099"/>
                  </a:lnTo>
                  <a:lnTo>
                    <a:pt x="1765542" y="406399"/>
                  </a:lnTo>
                  <a:lnTo>
                    <a:pt x="1774636" y="406399"/>
                  </a:lnTo>
                  <a:lnTo>
                    <a:pt x="1774636" y="419099"/>
                  </a:lnTo>
                  <a:close/>
                </a:path>
                <a:path w="2860040" h="2171700">
                  <a:moveTo>
                    <a:pt x="1865346" y="419099"/>
                  </a:moveTo>
                  <a:lnTo>
                    <a:pt x="1856252" y="419099"/>
                  </a:lnTo>
                  <a:lnTo>
                    <a:pt x="1856252" y="406399"/>
                  </a:lnTo>
                  <a:lnTo>
                    <a:pt x="1865346" y="406399"/>
                  </a:lnTo>
                  <a:lnTo>
                    <a:pt x="1865346" y="419099"/>
                  </a:lnTo>
                  <a:close/>
                </a:path>
                <a:path w="2860040" h="2171700">
                  <a:moveTo>
                    <a:pt x="1956057" y="419099"/>
                  </a:moveTo>
                  <a:lnTo>
                    <a:pt x="1946963" y="419099"/>
                  </a:lnTo>
                  <a:lnTo>
                    <a:pt x="1946963" y="406399"/>
                  </a:lnTo>
                  <a:lnTo>
                    <a:pt x="1956057" y="406399"/>
                  </a:lnTo>
                  <a:lnTo>
                    <a:pt x="1956057" y="419099"/>
                  </a:lnTo>
                  <a:close/>
                </a:path>
                <a:path w="2860040" h="2171700">
                  <a:moveTo>
                    <a:pt x="2046768" y="419099"/>
                  </a:moveTo>
                  <a:lnTo>
                    <a:pt x="2037674" y="419099"/>
                  </a:lnTo>
                  <a:lnTo>
                    <a:pt x="2037674" y="406399"/>
                  </a:lnTo>
                  <a:lnTo>
                    <a:pt x="2046768" y="406399"/>
                  </a:lnTo>
                  <a:lnTo>
                    <a:pt x="2046768" y="419099"/>
                  </a:lnTo>
                  <a:close/>
                </a:path>
                <a:path w="2860040" h="2171700">
                  <a:moveTo>
                    <a:pt x="2137422" y="419099"/>
                  </a:moveTo>
                  <a:lnTo>
                    <a:pt x="2128385" y="419099"/>
                  </a:lnTo>
                  <a:lnTo>
                    <a:pt x="2128385" y="406399"/>
                  </a:lnTo>
                  <a:lnTo>
                    <a:pt x="2137422" y="406399"/>
                  </a:lnTo>
                  <a:lnTo>
                    <a:pt x="2137422" y="419099"/>
                  </a:lnTo>
                  <a:close/>
                </a:path>
                <a:path w="2860040" h="2171700">
                  <a:moveTo>
                    <a:pt x="1545857" y="469899"/>
                  </a:moveTo>
                  <a:lnTo>
                    <a:pt x="1540824" y="469899"/>
                  </a:lnTo>
                  <a:lnTo>
                    <a:pt x="1538822" y="457199"/>
                  </a:lnTo>
                  <a:lnTo>
                    <a:pt x="1547859" y="457199"/>
                  </a:lnTo>
                  <a:lnTo>
                    <a:pt x="1545857" y="469899"/>
                  </a:lnTo>
                  <a:close/>
                </a:path>
                <a:path w="2860040" h="2171700">
                  <a:moveTo>
                    <a:pt x="1636511" y="469899"/>
                  </a:moveTo>
                  <a:lnTo>
                    <a:pt x="1632793" y="469899"/>
                  </a:lnTo>
                  <a:lnTo>
                    <a:pt x="1632278" y="457199"/>
                  </a:lnTo>
                  <a:lnTo>
                    <a:pt x="1638570" y="457199"/>
                  </a:lnTo>
                  <a:lnTo>
                    <a:pt x="1636511" y="469899"/>
                  </a:lnTo>
                  <a:close/>
                </a:path>
                <a:path w="2860040" h="2171700">
                  <a:moveTo>
                    <a:pt x="1727222" y="469899"/>
                  </a:moveTo>
                  <a:lnTo>
                    <a:pt x="1722246" y="469899"/>
                  </a:lnTo>
                  <a:lnTo>
                    <a:pt x="1720244" y="457199"/>
                  </a:lnTo>
                  <a:lnTo>
                    <a:pt x="1729280" y="457199"/>
                  </a:lnTo>
                  <a:lnTo>
                    <a:pt x="1727222" y="469899"/>
                  </a:lnTo>
                  <a:close/>
                </a:path>
                <a:path w="2860040" h="2171700">
                  <a:moveTo>
                    <a:pt x="1817932" y="469899"/>
                  </a:moveTo>
                  <a:lnTo>
                    <a:pt x="1812956" y="469899"/>
                  </a:lnTo>
                  <a:lnTo>
                    <a:pt x="1810897" y="457199"/>
                  </a:lnTo>
                  <a:lnTo>
                    <a:pt x="1819991" y="457199"/>
                  </a:lnTo>
                  <a:lnTo>
                    <a:pt x="1817932" y="469899"/>
                  </a:lnTo>
                  <a:close/>
                </a:path>
                <a:path w="2860040" h="2171700">
                  <a:moveTo>
                    <a:pt x="1908643" y="469899"/>
                  </a:moveTo>
                  <a:lnTo>
                    <a:pt x="1903667" y="469899"/>
                  </a:lnTo>
                  <a:lnTo>
                    <a:pt x="1901608" y="457199"/>
                  </a:lnTo>
                  <a:lnTo>
                    <a:pt x="1910702" y="457199"/>
                  </a:lnTo>
                  <a:lnTo>
                    <a:pt x="1908643" y="469899"/>
                  </a:lnTo>
                  <a:close/>
                </a:path>
                <a:path w="2860040" h="2171700">
                  <a:moveTo>
                    <a:pt x="1998095" y="469899"/>
                  </a:moveTo>
                  <a:lnTo>
                    <a:pt x="1994377" y="469899"/>
                  </a:lnTo>
                  <a:lnTo>
                    <a:pt x="1992318" y="457199"/>
                  </a:lnTo>
                  <a:lnTo>
                    <a:pt x="1999239" y="457199"/>
                  </a:lnTo>
                  <a:lnTo>
                    <a:pt x="1998095" y="469899"/>
                  </a:lnTo>
                  <a:close/>
                </a:path>
                <a:path w="2860040" h="2171700">
                  <a:moveTo>
                    <a:pt x="2090064" y="469899"/>
                  </a:moveTo>
                  <a:lnTo>
                    <a:pt x="2085031" y="469899"/>
                  </a:lnTo>
                  <a:lnTo>
                    <a:pt x="2083029" y="457199"/>
                  </a:lnTo>
                  <a:lnTo>
                    <a:pt x="2092123" y="457199"/>
                  </a:lnTo>
                  <a:lnTo>
                    <a:pt x="2090064" y="469899"/>
                  </a:lnTo>
                  <a:close/>
                </a:path>
                <a:path w="2860040" h="2171700">
                  <a:moveTo>
                    <a:pt x="575150" y="761999"/>
                  </a:moveTo>
                  <a:lnTo>
                    <a:pt x="562538" y="761999"/>
                  </a:lnTo>
                  <a:lnTo>
                    <a:pt x="562538" y="495299"/>
                  </a:lnTo>
                  <a:lnTo>
                    <a:pt x="575150" y="495299"/>
                  </a:lnTo>
                  <a:lnTo>
                    <a:pt x="575150" y="761999"/>
                  </a:lnTo>
                  <a:close/>
                </a:path>
                <a:path w="2860040" h="2171700">
                  <a:moveTo>
                    <a:pt x="1502504" y="507999"/>
                  </a:moveTo>
                  <a:lnTo>
                    <a:pt x="1493410" y="507999"/>
                  </a:lnTo>
                  <a:lnTo>
                    <a:pt x="1495469" y="495299"/>
                  </a:lnTo>
                  <a:lnTo>
                    <a:pt x="1500502" y="495299"/>
                  </a:lnTo>
                  <a:lnTo>
                    <a:pt x="1502504" y="507999"/>
                  </a:lnTo>
                  <a:close/>
                </a:path>
                <a:path w="2860040" h="2171700">
                  <a:moveTo>
                    <a:pt x="1702113" y="507999"/>
                  </a:moveTo>
                  <a:lnTo>
                    <a:pt x="1528241" y="507999"/>
                  </a:lnTo>
                  <a:lnTo>
                    <a:pt x="1525382" y="495299"/>
                  </a:lnTo>
                  <a:lnTo>
                    <a:pt x="1704916" y="495299"/>
                  </a:lnTo>
                  <a:lnTo>
                    <a:pt x="1702113" y="507999"/>
                  </a:lnTo>
                  <a:close/>
                </a:path>
                <a:path w="2860040" h="2171700">
                  <a:moveTo>
                    <a:pt x="1774636" y="507999"/>
                  </a:moveTo>
                  <a:lnTo>
                    <a:pt x="1765542" y="507999"/>
                  </a:lnTo>
                  <a:lnTo>
                    <a:pt x="1767601" y="495299"/>
                  </a:lnTo>
                  <a:lnTo>
                    <a:pt x="1772634" y="495299"/>
                  </a:lnTo>
                  <a:lnTo>
                    <a:pt x="1774636" y="507999"/>
                  </a:lnTo>
                  <a:close/>
                </a:path>
                <a:path w="2860040" h="2171700">
                  <a:moveTo>
                    <a:pt x="1865346" y="507999"/>
                  </a:moveTo>
                  <a:lnTo>
                    <a:pt x="1856252" y="507999"/>
                  </a:lnTo>
                  <a:lnTo>
                    <a:pt x="1858312" y="495299"/>
                  </a:lnTo>
                  <a:lnTo>
                    <a:pt x="1863287" y="495299"/>
                  </a:lnTo>
                  <a:lnTo>
                    <a:pt x="1865346" y="507999"/>
                  </a:lnTo>
                  <a:close/>
                </a:path>
                <a:path w="2860040" h="2171700">
                  <a:moveTo>
                    <a:pt x="1956057" y="507999"/>
                  </a:moveTo>
                  <a:lnTo>
                    <a:pt x="1946963" y="507999"/>
                  </a:lnTo>
                  <a:lnTo>
                    <a:pt x="1949022" y="495299"/>
                  </a:lnTo>
                  <a:lnTo>
                    <a:pt x="1953998" y="495299"/>
                  </a:lnTo>
                  <a:lnTo>
                    <a:pt x="1956057" y="507999"/>
                  </a:lnTo>
                  <a:close/>
                </a:path>
                <a:path w="2860040" h="2171700">
                  <a:moveTo>
                    <a:pt x="2046768" y="507999"/>
                  </a:moveTo>
                  <a:lnTo>
                    <a:pt x="2037674" y="507999"/>
                  </a:lnTo>
                  <a:lnTo>
                    <a:pt x="2039676" y="495299"/>
                  </a:lnTo>
                  <a:lnTo>
                    <a:pt x="2044709" y="495299"/>
                  </a:lnTo>
                  <a:lnTo>
                    <a:pt x="2046768" y="507999"/>
                  </a:lnTo>
                  <a:close/>
                </a:path>
                <a:path w="2860040" h="2171700">
                  <a:moveTo>
                    <a:pt x="2137422" y="507999"/>
                  </a:moveTo>
                  <a:lnTo>
                    <a:pt x="2128385" y="507999"/>
                  </a:lnTo>
                  <a:lnTo>
                    <a:pt x="2130387" y="495299"/>
                  </a:lnTo>
                  <a:lnTo>
                    <a:pt x="2135420" y="495299"/>
                  </a:lnTo>
                  <a:lnTo>
                    <a:pt x="2137422" y="507999"/>
                  </a:lnTo>
                  <a:close/>
                </a:path>
                <a:path w="2860040" h="2171700">
                  <a:moveTo>
                    <a:pt x="1586008" y="812799"/>
                  </a:moveTo>
                  <a:lnTo>
                    <a:pt x="1573367" y="812799"/>
                  </a:lnTo>
                  <a:lnTo>
                    <a:pt x="1568448" y="749299"/>
                  </a:lnTo>
                  <a:lnTo>
                    <a:pt x="1025099" y="749299"/>
                  </a:lnTo>
                  <a:lnTo>
                    <a:pt x="1024241" y="736599"/>
                  </a:lnTo>
                  <a:lnTo>
                    <a:pt x="1567420" y="736599"/>
                  </a:lnTo>
                  <a:lnTo>
                    <a:pt x="1547916" y="507999"/>
                  </a:lnTo>
                  <a:lnTo>
                    <a:pt x="1560614" y="507999"/>
                  </a:lnTo>
                  <a:lnTo>
                    <a:pt x="1580060" y="736599"/>
                  </a:lnTo>
                  <a:lnTo>
                    <a:pt x="1586008" y="812799"/>
                  </a:lnTo>
                  <a:close/>
                </a:path>
                <a:path w="2860040" h="2171700">
                  <a:moveTo>
                    <a:pt x="1606884" y="749299"/>
                  </a:moveTo>
                  <a:lnTo>
                    <a:pt x="1594244" y="749299"/>
                  </a:lnTo>
                  <a:lnTo>
                    <a:pt x="1593672" y="736599"/>
                  </a:lnTo>
                  <a:lnTo>
                    <a:pt x="1588925" y="685799"/>
                  </a:lnTo>
                  <a:lnTo>
                    <a:pt x="1588067" y="685799"/>
                  </a:lnTo>
                  <a:lnTo>
                    <a:pt x="1571137" y="507999"/>
                  </a:lnTo>
                  <a:lnTo>
                    <a:pt x="1583777" y="507999"/>
                  </a:lnTo>
                  <a:lnTo>
                    <a:pt x="1592242" y="596899"/>
                  </a:lnTo>
                  <a:lnTo>
                    <a:pt x="1592700" y="596899"/>
                  </a:lnTo>
                  <a:lnTo>
                    <a:pt x="1598476" y="660399"/>
                  </a:lnTo>
                  <a:lnTo>
                    <a:pt x="1606312" y="736599"/>
                  </a:lnTo>
                  <a:lnTo>
                    <a:pt x="1606884" y="749299"/>
                  </a:lnTo>
                  <a:close/>
                </a:path>
                <a:path w="2860040" h="2171700">
                  <a:moveTo>
                    <a:pt x="2160909" y="749299"/>
                  </a:moveTo>
                  <a:lnTo>
                    <a:pt x="1718071" y="749299"/>
                  </a:lnTo>
                  <a:lnTo>
                    <a:pt x="1716526" y="736599"/>
                  </a:lnTo>
                  <a:lnTo>
                    <a:pt x="1682667" y="596899"/>
                  </a:lnTo>
                  <a:lnTo>
                    <a:pt x="1680894" y="596899"/>
                  </a:lnTo>
                  <a:lnTo>
                    <a:pt x="1660075" y="507999"/>
                  </a:lnTo>
                  <a:lnTo>
                    <a:pt x="1673001" y="507999"/>
                  </a:lnTo>
                  <a:lnTo>
                    <a:pt x="1729509" y="736599"/>
                  </a:lnTo>
                  <a:lnTo>
                    <a:pt x="2174161" y="736599"/>
                  </a:lnTo>
                  <a:lnTo>
                    <a:pt x="2160909" y="749299"/>
                  </a:lnTo>
                  <a:close/>
                </a:path>
                <a:path w="2860040" h="2171700">
                  <a:moveTo>
                    <a:pt x="1364436" y="558799"/>
                  </a:moveTo>
                  <a:lnTo>
                    <a:pt x="1359403" y="558799"/>
                  </a:lnTo>
                  <a:lnTo>
                    <a:pt x="1357401" y="546099"/>
                  </a:lnTo>
                  <a:lnTo>
                    <a:pt x="1366323" y="546099"/>
                  </a:lnTo>
                  <a:lnTo>
                    <a:pt x="1364436" y="558799"/>
                  </a:lnTo>
                  <a:close/>
                </a:path>
                <a:path w="2860040" h="2171700">
                  <a:moveTo>
                    <a:pt x="1455833" y="558799"/>
                  </a:moveTo>
                  <a:lnTo>
                    <a:pt x="1450113" y="558799"/>
                  </a:lnTo>
                  <a:lnTo>
                    <a:pt x="1448112" y="546099"/>
                  </a:lnTo>
                  <a:lnTo>
                    <a:pt x="1456634" y="546099"/>
                  </a:lnTo>
                  <a:lnTo>
                    <a:pt x="1455833" y="558799"/>
                  </a:lnTo>
                  <a:close/>
                </a:path>
                <a:path w="2860040" h="2171700">
                  <a:moveTo>
                    <a:pt x="1545857" y="558799"/>
                  </a:moveTo>
                  <a:lnTo>
                    <a:pt x="1540824" y="558799"/>
                  </a:lnTo>
                  <a:lnTo>
                    <a:pt x="1538822" y="546099"/>
                  </a:lnTo>
                  <a:lnTo>
                    <a:pt x="1547745" y="546099"/>
                  </a:lnTo>
                  <a:lnTo>
                    <a:pt x="1545857" y="558799"/>
                  </a:lnTo>
                  <a:close/>
                </a:path>
                <a:path w="2860040" h="2171700">
                  <a:moveTo>
                    <a:pt x="1636511" y="558799"/>
                  </a:moveTo>
                  <a:lnTo>
                    <a:pt x="1630677" y="558799"/>
                  </a:lnTo>
                  <a:lnTo>
                    <a:pt x="1629533" y="546099"/>
                  </a:lnTo>
                  <a:lnTo>
                    <a:pt x="1638455" y="546099"/>
                  </a:lnTo>
                  <a:lnTo>
                    <a:pt x="1636511" y="558799"/>
                  </a:lnTo>
                  <a:close/>
                </a:path>
                <a:path w="2860040" h="2171700">
                  <a:moveTo>
                    <a:pt x="1727222" y="558799"/>
                  </a:moveTo>
                  <a:lnTo>
                    <a:pt x="1722246" y="558799"/>
                  </a:lnTo>
                  <a:lnTo>
                    <a:pt x="1720244" y="546099"/>
                  </a:lnTo>
                  <a:lnTo>
                    <a:pt x="1729166" y="546099"/>
                  </a:lnTo>
                  <a:lnTo>
                    <a:pt x="1727222" y="558799"/>
                  </a:lnTo>
                  <a:close/>
                </a:path>
                <a:path w="2860040" h="2171700">
                  <a:moveTo>
                    <a:pt x="1817932" y="558799"/>
                  </a:moveTo>
                  <a:lnTo>
                    <a:pt x="1812956" y="558799"/>
                  </a:lnTo>
                  <a:lnTo>
                    <a:pt x="1810897" y="546099"/>
                  </a:lnTo>
                  <a:lnTo>
                    <a:pt x="1819877" y="546099"/>
                  </a:lnTo>
                  <a:lnTo>
                    <a:pt x="1817932" y="558799"/>
                  </a:lnTo>
                  <a:close/>
                </a:path>
                <a:path w="2860040" h="2171700">
                  <a:moveTo>
                    <a:pt x="1908643" y="558799"/>
                  </a:moveTo>
                  <a:lnTo>
                    <a:pt x="1903667" y="558799"/>
                  </a:lnTo>
                  <a:lnTo>
                    <a:pt x="1901608" y="546099"/>
                  </a:lnTo>
                  <a:lnTo>
                    <a:pt x="1910587" y="546099"/>
                  </a:lnTo>
                  <a:lnTo>
                    <a:pt x="1908643" y="558799"/>
                  </a:lnTo>
                  <a:close/>
                </a:path>
                <a:path w="2860040" h="2171700">
                  <a:moveTo>
                    <a:pt x="2000097" y="558799"/>
                  </a:moveTo>
                  <a:lnTo>
                    <a:pt x="1994377" y="558799"/>
                  </a:lnTo>
                  <a:lnTo>
                    <a:pt x="1992318" y="546099"/>
                  </a:lnTo>
                  <a:lnTo>
                    <a:pt x="2000898" y="546099"/>
                  </a:lnTo>
                  <a:lnTo>
                    <a:pt x="2000097" y="558799"/>
                  </a:lnTo>
                  <a:close/>
                </a:path>
                <a:path w="2860040" h="2171700">
                  <a:moveTo>
                    <a:pt x="2090064" y="558799"/>
                  </a:moveTo>
                  <a:lnTo>
                    <a:pt x="2085031" y="558799"/>
                  </a:lnTo>
                  <a:lnTo>
                    <a:pt x="2083029" y="546099"/>
                  </a:lnTo>
                  <a:lnTo>
                    <a:pt x="2092123" y="546099"/>
                  </a:lnTo>
                  <a:lnTo>
                    <a:pt x="2090064" y="558799"/>
                  </a:lnTo>
                  <a:close/>
                </a:path>
                <a:path w="2860040" h="2171700">
                  <a:moveTo>
                    <a:pt x="1066337" y="711199"/>
                  </a:moveTo>
                  <a:lnTo>
                    <a:pt x="1052725" y="711199"/>
                  </a:lnTo>
                  <a:lnTo>
                    <a:pt x="1053183" y="698499"/>
                  </a:lnTo>
                  <a:lnTo>
                    <a:pt x="1062277" y="571499"/>
                  </a:lnTo>
                  <a:lnTo>
                    <a:pt x="1074568" y="571499"/>
                  </a:lnTo>
                  <a:lnTo>
                    <a:pt x="1066337" y="711199"/>
                  </a:lnTo>
                  <a:close/>
                </a:path>
                <a:path w="2860040" h="2171700">
                  <a:moveTo>
                    <a:pt x="2374722" y="838199"/>
                  </a:moveTo>
                  <a:lnTo>
                    <a:pt x="2362138" y="838199"/>
                  </a:lnTo>
                  <a:lnTo>
                    <a:pt x="2362138" y="584199"/>
                  </a:lnTo>
                  <a:lnTo>
                    <a:pt x="2557401" y="584199"/>
                  </a:lnTo>
                  <a:lnTo>
                    <a:pt x="2557401" y="596899"/>
                  </a:lnTo>
                  <a:lnTo>
                    <a:pt x="2374722" y="596899"/>
                  </a:lnTo>
                  <a:lnTo>
                    <a:pt x="2374722" y="838199"/>
                  </a:lnTo>
                  <a:close/>
                </a:path>
                <a:path w="2860040" h="2171700">
                  <a:moveTo>
                    <a:pt x="2557401" y="838199"/>
                  </a:moveTo>
                  <a:lnTo>
                    <a:pt x="2544762" y="838199"/>
                  </a:lnTo>
                  <a:lnTo>
                    <a:pt x="2544762" y="596899"/>
                  </a:lnTo>
                  <a:lnTo>
                    <a:pt x="2557401" y="596899"/>
                  </a:lnTo>
                  <a:lnTo>
                    <a:pt x="2557401" y="838199"/>
                  </a:lnTo>
                  <a:close/>
                </a:path>
                <a:path w="2860040" h="2171700">
                  <a:moveTo>
                    <a:pt x="1275727" y="647699"/>
                  </a:moveTo>
                  <a:lnTo>
                    <a:pt x="1266690" y="647699"/>
                  </a:lnTo>
                  <a:lnTo>
                    <a:pt x="1266690" y="634999"/>
                  </a:lnTo>
                  <a:lnTo>
                    <a:pt x="1275727" y="634999"/>
                  </a:lnTo>
                  <a:lnTo>
                    <a:pt x="1275727" y="647699"/>
                  </a:lnTo>
                  <a:close/>
                </a:path>
                <a:path w="2860040" h="2171700">
                  <a:moveTo>
                    <a:pt x="1366438" y="647699"/>
                  </a:moveTo>
                  <a:lnTo>
                    <a:pt x="1357401" y="647699"/>
                  </a:lnTo>
                  <a:lnTo>
                    <a:pt x="1357401" y="634999"/>
                  </a:lnTo>
                  <a:lnTo>
                    <a:pt x="1366438" y="634999"/>
                  </a:lnTo>
                  <a:lnTo>
                    <a:pt x="1366438" y="647699"/>
                  </a:lnTo>
                  <a:close/>
                </a:path>
                <a:path w="2860040" h="2171700">
                  <a:moveTo>
                    <a:pt x="1457148" y="647699"/>
                  </a:moveTo>
                  <a:lnTo>
                    <a:pt x="1448112" y="647699"/>
                  </a:lnTo>
                  <a:lnTo>
                    <a:pt x="1448112" y="634999"/>
                  </a:lnTo>
                  <a:lnTo>
                    <a:pt x="1457148" y="634999"/>
                  </a:lnTo>
                  <a:lnTo>
                    <a:pt x="1457148" y="647699"/>
                  </a:lnTo>
                  <a:close/>
                </a:path>
                <a:path w="2860040" h="2171700">
                  <a:moveTo>
                    <a:pt x="1547859" y="647699"/>
                  </a:moveTo>
                  <a:lnTo>
                    <a:pt x="1538822" y="647699"/>
                  </a:lnTo>
                  <a:lnTo>
                    <a:pt x="1538822" y="634999"/>
                  </a:lnTo>
                  <a:lnTo>
                    <a:pt x="1547859" y="634999"/>
                  </a:lnTo>
                  <a:lnTo>
                    <a:pt x="1547859" y="647699"/>
                  </a:lnTo>
                  <a:close/>
                </a:path>
                <a:path w="2860040" h="2171700">
                  <a:moveTo>
                    <a:pt x="1638570" y="647699"/>
                  </a:moveTo>
                  <a:lnTo>
                    <a:pt x="1629533" y="647699"/>
                  </a:lnTo>
                  <a:lnTo>
                    <a:pt x="1629533" y="634999"/>
                  </a:lnTo>
                  <a:lnTo>
                    <a:pt x="1638570" y="634999"/>
                  </a:lnTo>
                  <a:lnTo>
                    <a:pt x="1638570" y="647699"/>
                  </a:lnTo>
                  <a:close/>
                </a:path>
                <a:path w="2860040" h="2171700">
                  <a:moveTo>
                    <a:pt x="1729280" y="647699"/>
                  </a:moveTo>
                  <a:lnTo>
                    <a:pt x="1720244" y="647699"/>
                  </a:lnTo>
                  <a:lnTo>
                    <a:pt x="1720244" y="634999"/>
                  </a:lnTo>
                  <a:lnTo>
                    <a:pt x="1729280" y="634999"/>
                  </a:lnTo>
                  <a:lnTo>
                    <a:pt x="1729280" y="647699"/>
                  </a:lnTo>
                  <a:close/>
                </a:path>
                <a:path w="2860040" h="2171700">
                  <a:moveTo>
                    <a:pt x="1819991" y="647699"/>
                  </a:moveTo>
                  <a:lnTo>
                    <a:pt x="1810897" y="647699"/>
                  </a:lnTo>
                  <a:lnTo>
                    <a:pt x="1810897" y="634999"/>
                  </a:lnTo>
                  <a:lnTo>
                    <a:pt x="1819991" y="634999"/>
                  </a:lnTo>
                  <a:lnTo>
                    <a:pt x="1819991" y="647699"/>
                  </a:lnTo>
                  <a:close/>
                </a:path>
                <a:path w="2860040" h="2171700">
                  <a:moveTo>
                    <a:pt x="1910702" y="647699"/>
                  </a:moveTo>
                  <a:lnTo>
                    <a:pt x="1901608" y="647699"/>
                  </a:lnTo>
                  <a:lnTo>
                    <a:pt x="1901608" y="634999"/>
                  </a:lnTo>
                  <a:lnTo>
                    <a:pt x="1910702" y="634999"/>
                  </a:lnTo>
                  <a:lnTo>
                    <a:pt x="1910702" y="647699"/>
                  </a:lnTo>
                  <a:close/>
                </a:path>
                <a:path w="2860040" h="2171700">
                  <a:moveTo>
                    <a:pt x="2001412" y="647699"/>
                  </a:moveTo>
                  <a:lnTo>
                    <a:pt x="1992318" y="647699"/>
                  </a:lnTo>
                  <a:lnTo>
                    <a:pt x="1992318" y="634999"/>
                  </a:lnTo>
                  <a:lnTo>
                    <a:pt x="2001412" y="634999"/>
                  </a:lnTo>
                  <a:lnTo>
                    <a:pt x="2001412" y="647699"/>
                  </a:lnTo>
                  <a:close/>
                </a:path>
                <a:path w="2860040" h="2171700">
                  <a:moveTo>
                    <a:pt x="2092123" y="647699"/>
                  </a:moveTo>
                  <a:lnTo>
                    <a:pt x="2083029" y="647699"/>
                  </a:lnTo>
                  <a:lnTo>
                    <a:pt x="2083029" y="634999"/>
                  </a:lnTo>
                  <a:lnTo>
                    <a:pt x="2092123" y="634999"/>
                  </a:lnTo>
                  <a:lnTo>
                    <a:pt x="2092123" y="647699"/>
                  </a:lnTo>
                  <a:close/>
                </a:path>
                <a:path w="2860040" h="2171700">
                  <a:moveTo>
                    <a:pt x="1067996" y="723899"/>
                  </a:moveTo>
                  <a:lnTo>
                    <a:pt x="1055871" y="723899"/>
                  </a:lnTo>
                  <a:lnTo>
                    <a:pt x="1053698" y="711199"/>
                  </a:lnTo>
                  <a:lnTo>
                    <a:pt x="1066909" y="711199"/>
                  </a:lnTo>
                  <a:lnTo>
                    <a:pt x="1067996" y="723899"/>
                  </a:lnTo>
                  <a:close/>
                </a:path>
                <a:path w="2860040" h="2171700">
                  <a:moveTo>
                    <a:pt x="1032536" y="736599"/>
                  </a:moveTo>
                  <a:lnTo>
                    <a:pt x="1018880" y="736599"/>
                  </a:lnTo>
                  <a:lnTo>
                    <a:pt x="1015712" y="723899"/>
                  </a:lnTo>
                  <a:lnTo>
                    <a:pt x="1028074" y="723899"/>
                  </a:lnTo>
                  <a:lnTo>
                    <a:pt x="1032536" y="736599"/>
                  </a:lnTo>
                  <a:close/>
                </a:path>
                <a:path w="2860040" h="2171700">
                  <a:moveTo>
                    <a:pt x="1079686" y="736599"/>
                  </a:moveTo>
                  <a:lnTo>
                    <a:pt x="1061133" y="736599"/>
                  </a:lnTo>
                  <a:lnTo>
                    <a:pt x="1057930" y="723899"/>
                  </a:lnTo>
                  <a:lnTo>
                    <a:pt x="1074573" y="723899"/>
                  </a:lnTo>
                  <a:lnTo>
                    <a:pt x="1079686" y="736599"/>
                  </a:lnTo>
                  <a:close/>
                </a:path>
                <a:path w="2860040" h="2171700">
                  <a:moveTo>
                    <a:pt x="1613233" y="812799"/>
                  </a:moveTo>
                  <a:lnTo>
                    <a:pt x="1600535" y="812799"/>
                  </a:lnTo>
                  <a:lnTo>
                    <a:pt x="1594873" y="749299"/>
                  </a:lnTo>
                  <a:lnTo>
                    <a:pt x="1607513" y="749299"/>
                  </a:lnTo>
                  <a:lnTo>
                    <a:pt x="1613233" y="812799"/>
                  </a:lnTo>
                  <a:close/>
                </a:path>
                <a:path w="2860040" h="2171700">
                  <a:moveTo>
                    <a:pt x="1746839" y="812799"/>
                  </a:moveTo>
                  <a:lnTo>
                    <a:pt x="1733913" y="812799"/>
                  </a:lnTo>
                  <a:lnTo>
                    <a:pt x="1719558" y="749299"/>
                  </a:lnTo>
                  <a:lnTo>
                    <a:pt x="1732540" y="749299"/>
                  </a:lnTo>
                  <a:lnTo>
                    <a:pt x="1746839" y="812799"/>
                  </a:lnTo>
                  <a:close/>
                </a:path>
                <a:path w="2860040" h="2171700">
                  <a:moveTo>
                    <a:pt x="703517" y="787399"/>
                  </a:moveTo>
                  <a:lnTo>
                    <a:pt x="434210" y="787399"/>
                  </a:lnTo>
                  <a:lnTo>
                    <a:pt x="434210" y="774699"/>
                  </a:lnTo>
                  <a:lnTo>
                    <a:pt x="703517" y="774699"/>
                  </a:lnTo>
                  <a:lnTo>
                    <a:pt x="703517" y="787399"/>
                  </a:lnTo>
                  <a:close/>
                </a:path>
                <a:path w="2860040" h="2171700">
                  <a:moveTo>
                    <a:pt x="1852663" y="825499"/>
                  </a:moveTo>
                  <a:lnTo>
                    <a:pt x="1389601" y="825499"/>
                  </a:lnTo>
                  <a:lnTo>
                    <a:pt x="1393090" y="812799"/>
                  </a:lnTo>
                  <a:lnTo>
                    <a:pt x="1842782" y="812799"/>
                  </a:lnTo>
                  <a:lnTo>
                    <a:pt x="1852663" y="825499"/>
                  </a:lnTo>
                  <a:close/>
                </a:path>
                <a:path w="2860040" h="2171700">
                  <a:moveTo>
                    <a:pt x="1392633" y="838199"/>
                  </a:moveTo>
                  <a:lnTo>
                    <a:pt x="1379248" y="838199"/>
                  </a:lnTo>
                  <a:lnTo>
                    <a:pt x="1383595" y="825499"/>
                  </a:lnTo>
                  <a:lnTo>
                    <a:pt x="1396980" y="825499"/>
                  </a:lnTo>
                  <a:lnTo>
                    <a:pt x="1392633" y="838199"/>
                  </a:lnTo>
                  <a:close/>
                </a:path>
                <a:path w="2860040" h="2171700">
                  <a:moveTo>
                    <a:pt x="1508910" y="838199"/>
                  </a:moveTo>
                  <a:lnTo>
                    <a:pt x="1496841" y="838199"/>
                  </a:lnTo>
                  <a:lnTo>
                    <a:pt x="1499244" y="825499"/>
                  </a:lnTo>
                  <a:lnTo>
                    <a:pt x="1511598" y="825499"/>
                  </a:lnTo>
                  <a:lnTo>
                    <a:pt x="1508910" y="838199"/>
                  </a:lnTo>
                  <a:close/>
                </a:path>
                <a:path w="2860040" h="2171700">
                  <a:moveTo>
                    <a:pt x="1864145" y="838199"/>
                  </a:moveTo>
                  <a:lnTo>
                    <a:pt x="1851162" y="838199"/>
                  </a:lnTo>
                  <a:lnTo>
                    <a:pt x="1848531" y="825499"/>
                  </a:lnTo>
                  <a:lnTo>
                    <a:pt x="1860034" y="825499"/>
                  </a:lnTo>
                  <a:lnTo>
                    <a:pt x="1864145" y="838199"/>
                  </a:lnTo>
                  <a:close/>
                </a:path>
                <a:path w="2860040" h="2171700">
                  <a:moveTo>
                    <a:pt x="2859732" y="939799"/>
                  </a:moveTo>
                  <a:lnTo>
                    <a:pt x="0" y="939799"/>
                  </a:lnTo>
                  <a:lnTo>
                    <a:pt x="0" y="838199"/>
                  </a:lnTo>
                  <a:lnTo>
                    <a:pt x="2859732" y="838199"/>
                  </a:lnTo>
                  <a:lnTo>
                    <a:pt x="2859732" y="850899"/>
                  </a:lnTo>
                  <a:lnTo>
                    <a:pt x="12600" y="850899"/>
                  </a:lnTo>
                  <a:lnTo>
                    <a:pt x="12601" y="927099"/>
                  </a:lnTo>
                  <a:lnTo>
                    <a:pt x="2859732" y="927099"/>
                  </a:lnTo>
                  <a:lnTo>
                    <a:pt x="2859732" y="939799"/>
                  </a:lnTo>
                  <a:close/>
                </a:path>
                <a:path w="2860040" h="2171700">
                  <a:moveTo>
                    <a:pt x="596312" y="927099"/>
                  </a:moveTo>
                  <a:lnTo>
                    <a:pt x="583730" y="927099"/>
                  </a:lnTo>
                  <a:lnTo>
                    <a:pt x="583729" y="850899"/>
                  </a:lnTo>
                  <a:lnTo>
                    <a:pt x="596312" y="850899"/>
                  </a:lnTo>
                  <a:lnTo>
                    <a:pt x="596312" y="927099"/>
                  </a:lnTo>
                  <a:close/>
                </a:path>
                <a:path w="2860040" h="2171700">
                  <a:moveTo>
                    <a:pt x="2859732" y="927099"/>
                  </a:moveTo>
                  <a:lnTo>
                    <a:pt x="2847150" y="927099"/>
                  </a:lnTo>
                  <a:lnTo>
                    <a:pt x="2847150" y="850899"/>
                  </a:lnTo>
                  <a:lnTo>
                    <a:pt x="2859732" y="850899"/>
                  </a:lnTo>
                  <a:lnTo>
                    <a:pt x="2859732" y="927099"/>
                  </a:lnTo>
                  <a:close/>
                </a:path>
                <a:path w="2860040" h="2171700">
                  <a:moveTo>
                    <a:pt x="684106" y="876299"/>
                  </a:moveTo>
                  <a:lnTo>
                    <a:pt x="679130" y="876299"/>
                  </a:lnTo>
                  <a:lnTo>
                    <a:pt x="677071" y="863599"/>
                  </a:lnTo>
                  <a:lnTo>
                    <a:pt x="686165" y="863599"/>
                  </a:lnTo>
                  <a:lnTo>
                    <a:pt x="684106" y="876299"/>
                  </a:lnTo>
                  <a:close/>
                </a:path>
                <a:path w="2860040" h="2171700">
                  <a:moveTo>
                    <a:pt x="774816" y="876299"/>
                  </a:moveTo>
                  <a:lnTo>
                    <a:pt x="769840" y="876299"/>
                  </a:lnTo>
                  <a:lnTo>
                    <a:pt x="767781" y="863599"/>
                  </a:lnTo>
                  <a:lnTo>
                    <a:pt x="776875" y="863599"/>
                  </a:lnTo>
                  <a:lnTo>
                    <a:pt x="774816" y="876299"/>
                  </a:lnTo>
                  <a:close/>
                </a:path>
                <a:path w="2860040" h="2171700">
                  <a:moveTo>
                    <a:pt x="865527" y="876299"/>
                  </a:moveTo>
                  <a:lnTo>
                    <a:pt x="860494" y="876299"/>
                  </a:lnTo>
                  <a:lnTo>
                    <a:pt x="858492" y="863599"/>
                  </a:lnTo>
                  <a:lnTo>
                    <a:pt x="867586" y="863599"/>
                  </a:lnTo>
                  <a:lnTo>
                    <a:pt x="865527" y="876299"/>
                  </a:lnTo>
                  <a:close/>
                </a:path>
                <a:path w="2860040" h="2171700">
                  <a:moveTo>
                    <a:pt x="956238" y="876299"/>
                  </a:moveTo>
                  <a:lnTo>
                    <a:pt x="949717" y="876299"/>
                  </a:lnTo>
                  <a:lnTo>
                    <a:pt x="949374" y="863599"/>
                  </a:lnTo>
                  <a:lnTo>
                    <a:pt x="958297" y="863599"/>
                  </a:lnTo>
                  <a:lnTo>
                    <a:pt x="956238" y="876299"/>
                  </a:lnTo>
                  <a:close/>
                </a:path>
                <a:path w="2860040" h="2171700">
                  <a:moveTo>
                    <a:pt x="1046948" y="876299"/>
                  </a:moveTo>
                  <a:lnTo>
                    <a:pt x="1041972" y="876299"/>
                  </a:lnTo>
                  <a:lnTo>
                    <a:pt x="1039913" y="863599"/>
                  </a:lnTo>
                  <a:lnTo>
                    <a:pt x="1049007" y="863599"/>
                  </a:lnTo>
                  <a:lnTo>
                    <a:pt x="1046948" y="876299"/>
                  </a:lnTo>
                  <a:close/>
                </a:path>
                <a:path w="2860040" h="2171700">
                  <a:moveTo>
                    <a:pt x="1137602" y="876299"/>
                  </a:moveTo>
                  <a:lnTo>
                    <a:pt x="1130853" y="876299"/>
                  </a:lnTo>
                  <a:lnTo>
                    <a:pt x="1130681" y="863599"/>
                  </a:lnTo>
                  <a:lnTo>
                    <a:pt x="1139718" y="863599"/>
                  </a:lnTo>
                  <a:lnTo>
                    <a:pt x="1137602" y="876299"/>
                  </a:lnTo>
                  <a:close/>
                </a:path>
                <a:path w="2860040" h="2171700">
                  <a:moveTo>
                    <a:pt x="1228827" y="876299"/>
                  </a:moveTo>
                  <a:lnTo>
                    <a:pt x="1222364" y="876299"/>
                  </a:lnTo>
                  <a:lnTo>
                    <a:pt x="1221449" y="863599"/>
                  </a:lnTo>
                  <a:lnTo>
                    <a:pt x="1230086" y="863599"/>
                  </a:lnTo>
                  <a:lnTo>
                    <a:pt x="1228827" y="876299"/>
                  </a:lnTo>
                  <a:close/>
                </a:path>
                <a:path w="2860040" h="2171700">
                  <a:moveTo>
                    <a:pt x="1319881" y="876299"/>
                  </a:moveTo>
                  <a:lnTo>
                    <a:pt x="1312331" y="876299"/>
                  </a:lnTo>
                  <a:lnTo>
                    <a:pt x="1312103" y="863599"/>
                  </a:lnTo>
                  <a:lnTo>
                    <a:pt x="1320567" y="863599"/>
                  </a:lnTo>
                  <a:lnTo>
                    <a:pt x="1319881" y="876299"/>
                  </a:lnTo>
                  <a:close/>
                </a:path>
                <a:path w="2860040" h="2171700">
                  <a:moveTo>
                    <a:pt x="1409791" y="876299"/>
                  </a:moveTo>
                  <a:lnTo>
                    <a:pt x="1404644" y="876299"/>
                  </a:lnTo>
                  <a:lnTo>
                    <a:pt x="1402756" y="863599"/>
                  </a:lnTo>
                  <a:lnTo>
                    <a:pt x="1411793" y="863599"/>
                  </a:lnTo>
                  <a:lnTo>
                    <a:pt x="1409791" y="876299"/>
                  </a:lnTo>
                  <a:close/>
                </a:path>
                <a:path w="2860040" h="2171700">
                  <a:moveTo>
                    <a:pt x="1500502" y="876299"/>
                  </a:moveTo>
                  <a:lnTo>
                    <a:pt x="1495469" y="876299"/>
                  </a:lnTo>
                  <a:lnTo>
                    <a:pt x="1493410" y="863599"/>
                  </a:lnTo>
                  <a:lnTo>
                    <a:pt x="1502504" y="863599"/>
                  </a:lnTo>
                  <a:lnTo>
                    <a:pt x="1500502" y="876299"/>
                  </a:lnTo>
                  <a:close/>
                </a:path>
                <a:path w="2860040" h="2171700">
                  <a:moveTo>
                    <a:pt x="1591155" y="876299"/>
                  </a:moveTo>
                  <a:lnTo>
                    <a:pt x="1586179" y="876299"/>
                  </a:lnTo>
                  <a:lnTo>
                    <a:pt x="1584177" y="863599"/>
                  </a:lnTo>
                  <a:lnTo>
                    <a:pt x="1593214" y="863599"/>
                  </a:lnTo>
                  <a:lnTo>
                    <a:pt x="1591155" y="876299"/>
                  </a:lnTo>
                  <a:close/>
                </a:path>
                <a:path w="2860040" h="2171700">
                  <a:moveTo>
                    <a:pt x="1681866" y="876299"/>
                  </a:moveTo>
                  <a:lnTo>
                    <a:pt x="1676890" y="876299"/>
                  </a:lnTo>
                  <a:lnTo>
                    <a:pt x="1674888" y="863599"/>
                  </a:lnTo>
                  <a:lnTo>
                    <a:pt x="1683925" y="863599"/>
                  </a:lnTo>
                  <a:lnTo>
                    <a:pt x="1681866" y="876299"/>
                  </a:lnTo>
                  <a:close/>
                </a:path>
                <a:path w="2860040" h="2171700">
                  <a:moveTo>
                    <a:pt x="1772634" y="876299"/>
                  </a:moveTo>
                  <a:lnTo>
                    <a:pt x="1767601" y="876299"/>
                  </a:lnTo>
                  <a:lnTo>
                    <a:pt x="1765542" y="863599"/>
                  </a:lnTo>
                  <a:lnTo>
                    <a:pt x="1774636" y="863599"/>
                  </a:lnTo>
                  <a:lnTo>
                    <a:pt x="1772634" y="876299"/>
                  </a:lnTo>
                  <a:close/>
                </a:path>
                <a:path w="2860040" h="2171700">
                  <a:moveTo>
                    <a:pt x="1863288" y="876299"/>
                  </a:moveTo>
                  <a:lnTo>
                    <a:pt x="1858312" y="876299"/>
                  </a:lnTo>
                  <a:lnTo>
                    <a:pt x="1856253" y="863599"/>
                  </a:lnTo>
                  <a:lnTo>
                    <a:pt x="1865347" y="863599"/>
                  </a:lnTo>
                  <a:lnTo>
                    <a:pt x="1863288" y="876299"/>
                  </a:lnTo>
                  <a:close/>
                </a:path>
                <a:path w="2860040" h="2171700">
                  <a:moveTo>
                    <a:pt x="1953998" y="876299"/>
                  </a:moveTo>
                  <a:lnTo>
                    <a:pt x="1949022" y="876299"/>
                  </a:lnTo>
                  <a:lnTo>
                    <a:pt x="1946963" y="863599"/>
                  </a:lnTo>
                  <a:lnTo>
                    <a:pt x="1956057" y="863599"/>
                  </a:lnTo>
                  <a:lnTo>
                    <a:pt x="1953998" y="876299"/>
                  </a:lnTo>
                  <a:close/>
                </a:path>
                <a:path w="2860040" h="2171700">
                  <a:moveTo>
                    <a:pt x="2044709" y="876299"/>
                  </a:moveTo>
                  <a:lnTo>
                    <a:pt x="2039676" y="876299"/>
                  </a:lnTo>
                  <a:lnTo>
                    <a:pt x="2037674" y="863599"/>
                  </a:lnTo>
                  <a:lnTo>
                    <a:pt x="2046768" y="863599"/>
                  </a:lnTo>
                  <a:lnTo>
                    <a:pt x="2044709" y="876299"/>
                  </a:lnTo>
                  <a:close/>
                </a:path>
                <a:path w="2860040" h="2171700">
                  <a:moveTo>
                    <a:pt x="2135420" y="876299"/>
                  </a:moveTo>
                  <a:lnTo>
                    <a:pt x="2130387" y="876299"/>
                  </a:lnTo>
                  <a:lnTo>
                    <a:pt x="2128385" y="863599"/>
                  </a:lnTo>
                  <a:lnTo>
                    <a:pt x="2137422" y="863599"/>
                  </a:lnTo>
                  <a:lnTo>
                    <a:pt x="2135420" y="876299"/>
                  </a:lnTo>
                  <a:close/>
                </a:path>
                <a:path w="2860040" h="2171700">
                  <a:moveTo>
                    <a:pt x="2226130" y="876299"/>
                  </a:moveTo>
                  <a:lnTo>
                    <a:pt x="2221097" y="876299"/>
                  </a:lnTo>
                  <a:lnTo>
                    <a:pt x="2219095" y="863599"/>
                  </a:lnTo>
                  <a:lnTo>
                    <a:pt x="2228132" y="863599"/>
                  </a:lnTo>
                  <a:lnTo>
                    <a:pt x="2226130" y="876299"/>
                  </a:lnTo>
                  <a:close/>
                </a:path>
                <a:path w="2860040" h="2171700">
                  <a:moveTo>
                    <a:pt x="2316841" y="876299"/>
                  </a:moveTo>
                  <a:lnTo>
                    <a:pt x="2311808" y="876299"/>
                  </a:lnTo>
                  <a:lnTo>
                    <a:pt x="2309806" y="863599"/>
                  </a:lnTo>
                  <a:lnTo>
                    <a:pt x="2318843" y="863599"/>
                  </a:lnTo>
                  <a:lnTo>
                    <a:pt x="2316841" y="876299"/>
                  </a:lnTo>
                  <a:close/>
                </a:path>
                <a:path w="2860040" h="2171700">
                  <a:moveTo>
                    <a:pt x="2407552" y="876299"/>
                  </a:moveTo>
                  <a:lnTo>
                    <a:pt x="2402519" y="876299"/>
                  </a:lnTo>
                  <a:lnTo>
                    <a:pt x="2400517" y="863599"/>
                  </a:lnTo>
                  <a:lnTo>
                    <a:pt x="2409554" y="863599"/>
                  </a:lnTo>
                  <a:lnTo>
                    <a:pt x="2407552" y="876299"/>
                  </a:lnTo>
                  <a:close/>
                </a:path>
                <a:path w="2860040" h="2171700">
                  <a:moveTo>
                    <a:pt x="2498262" y="876299"/>
                  </a:moveTo>
                  <a:lnTo>
                    <a:pt x="2493229" y="876299"/>
                  </a:lnTo>
                  <a:lnTo>
                    <a:pt x="2491227" y="863599"/>
                  </a:lnTo>
                  <a:lnTo>
                    <a:pt x="2500264" y="863599"/>
                  </a:lnTo>
                  <a:lnTo>
                    <a:pt x="2498262" y="876299"/>
                  </a:lnTo>
                  <a:close/>
                </a:path>
                <a:path w="2860040" h="2171700">
                  <a:moveTo>
                    <a:pt x="2588973" y="876299"/>
                  </a:moveTo>
                  <a:lnTo>
                    <a:pt x="2583940" y="876299"/>
                  </a:lnTo>
                  <a:lnTo>
                    <a:pt x="2581938" y="863599"/>
                  </a:lnTo>
                  <a:lnTo>
                    <a:pt x="2590975" y="863599"/>
                  </a:lnTo>
                  <a:lnTo>
                    <a:pt x="2588973" y="876299"/>
                  </a:lnTo>
                  <a:close/>
                </a:path>
                <a:path w="2860040" h="2171700">
                  <a:moveTo>
                    <a:pt x="2679684" y="876299"/>
                  </a:moveTo>
                  <a:lnTo>
                    <a:pt x="2674651" y="876299"/>
                  </a:lnTo>
                  <a:lnTo>
                    <a:pt x="2672649" y="863599"/>
                  </a:lnTo>
                  <a:lnTo>
                    <a:pt x="2681686" y="863599"/>
                  </a:lnTo>
                  <a:lnTo>
                    <a:pt x="2679684" y="876299"/>
                  </a:lnTo>
                  <a:close/>
                </a:path>
                <a:path w="2860040" h="2171700">
                  <a:moveTo>
                    <a:pt x="2770394" y="876299"/>
                  </a:moveTo>
                  <a:lnTo>
                    <a:pt x="2765361" y="876299"/>
                  </a:lnTo>
                  <a:lnTo>
                    <a:pt x="2763302" y="863599"/>
                  </a:lnTo>
                  <a:lnTo>
                    <a:pt x="2772396" y="863599"/>
                  </a:lnTo>
                  <a:lnTo>
                    <a:pt x="2770394" y="876299"/>
                  </a:lnTo>
                  <a:close/>
                </a:path>
                <a:path w="2860040" h="2171700">
                  <a:moveTo>
                    <a:pt x="139035" y="2171699"/>
                  </a:moveTo>
                  <a:lnTo>
                    <a:pt x="16735" y="2171699"/>
                  </a:lnTo>
                  <a:lnTo>
                    <a:pt x="243660" y="939799"/>
                  </a:lnTo>
                  <a:lnTo>
                    <a:pt x="256461" y="939799"/>
                  </a:lnTo>
                  <a:lnTo>
                    <a:pt x="30497" y="2158999"/>
                  </a:lnTo>
                  <a:lnTo>
                    <a:pt x="139035" y="2158999"/>
                  </a:lnTo>
                  <a:lnTo>
                    <a:pt x="139035" y="2171699"/>
                  </a:lnTo>
                  <a:close/>
                </a:path>
                <a:path w="2860040" h="2171700">
                  <a:moveTo>
                    <a:pt x="635376" y="2171699"/>
                  </a:moveTo>
                  <a:lnTo>
                    <a:pt x="513122" y="2171699"/>
                  </a:lnTo>
                  <a:lnTo>
                    <a:pt x="325987" y="1155699"/>
                  </a:lnTo>
                  <a:lnTo>
                    <a:pt x="319599" y="1117599"/>
                  </a:lnTo>
                  <a:lnTo>
                    <a:pt x="285728" y="939799"/>
                  </a:lnTo>
                  <a:lnTo>
                    <a:pt x="298557" y="939799"/>
                  </a:lnTo>
                  <a:lnTo>
                    <a:pt x="325987" y="1092199"/>
                  </a:lnTo>
                  <a:lnTo>
                    <a:pt x="329207" y="1104899"/>
                  </a:lnTo>
                  <a:lnTo>
                    <a:pt x="332399" y="1117599"/>
                  </a:lnTo>
                  <a:lnTo>
                    <a:pt x="524516" y="2158999"/>
                  </a:lnTo>
                  <a:lnTo>
                    <a:pt x="635376" y="2158999"/>
                  </a:lnTo>
                  <a:lnTo>
                    <a:pt x="635376" y="2171699"/>
                  </a:lnTo>
                  <a:close/>
                </a:path>
                <a:path w="2860040" h="2171700">
                  <a:moveTo>
                    <a:pt x="2346754" y="2171699"/>
                  </a:moveTo>
                  <a:lnTo>
                    <a:pt x="2224472" y="2171699"/>
                  </a:lnTo>
                  <a:lnTo>
                    <a:pt x="2451420" y="939799"/>
                  </a:lnTo>
                  <a:lnTo>
                    <a:pt x="2464175" y="939799"/>
                  </a:lnTo>
                  <a:lnTo>
                    <a:pt x="2238256" y="2158999"/>
                  </a:lnTo>
                  <a:lnTo>
                    <a:pt x="2346754" y="2158999"/>
                  </a:lnTo>
                  <a:lnTo>
                    <a:pt x="2346754" y="2171699"/>
                  </a:lnTo>
                  <a:close/>
                </a:path>
                <a:path w="2860040" h="2171700">
                  <a:moveTo>
                    <a:pt x="2843089" y="2171699"/>
                  </a:moveTo>
                  <a:lnTo>
                    <a:pt x="2720864" y="2171699"/>
                  </a:lnTo>
                  <a:lnTo>
                    <a:pt x="2507814" y="1015999"/>
                  </a:lnTo>
                  <a:lnTo>
                    <a:pt x="2495174" y="952499"/>
                  </a:lnTo>
                  <a:lnTo>
                    <a:pt x="2493459" y="939799"/>
                  </a:lnTo>
                  <a:lnTo>
                    <a:pt x="2506270" y="939799"/>
                  </a:lnTo>
                  <a:lnTo>
                    <a:pt x="2732246" y="2158999"/>
                  </a:lnTo>
                  <a:lnTo>
                    <a:pt x="2843089" y="2158999"/>
                  </a:lnTo>
                  <a:lnTo>
                    <a:pt x="2843089" y="2171699"/>
                  </a:lnTo>
                  <a:close/>
                </a:path>
                <a:path w="2860040" h="2171700">
                  <a:moveTo>
                    <a:pt x="1753951" y="1282699"/>
                  </a:moveTo>
                  <a:lnTo>
                    <a:pt x="855065" y="1282699"/>
                  </a:lnTo>
                  <a:lnTo>
                    <a:pt x="843428" y="1269999"/>
                  </a:lnTo>
                  <a:lnTo>
                    <a:pt x="835577" y="1257299"/>
                  </a:lnTo>
                  <a:lnTo>
                    <a:pt x="832697" y="1244599"/>
                  </a:lnTo>
                  <a:lnTo>
                    <a:pt x="834776" y="1231899"/>
                  </a:lnTo>
                  <a:lnTo>
                    <a:pt x="840533" y="1219199"/>
                  </a:lnTo>
                  <a:lnTo>
                    <a:pt x="849249" y="1206499"/>
                  </a:lnTo>
                  <a:lnTo>
                    <a:pt x="1753951" y="1206499"/>
                  </a:lnTo>
                  <a:lnTo>
                    <a:pt x="1765570" y="1219199"/>
                  </a:lnTo>
                  <a:lnTo>
                    <a:pt x="859983" y="1219199"/>
                  </a:lnTo>
                  <a:lnTo>
                    <a:pt x="852365" y="1231899"/>
                  </a:lnTo>
                  <a:lnTo>
                    <a:pt x="847223" y="1231899"/>
                  </a:lnTo>
                  <a:lnTo>
                    <a:pt x="845337" y="1244599"/>
                  </a:lnTo>
                  <a:lnTo>
                    <a:pt x="847223" y="1257299"/>
                  </a:lnTo>
                  <a:lnTo>
                    <a:pt x="852365" y="1257299"/>
                  </a:lnTo>
                  <a:lnTo>
                    <a:pt x="859983" y="1269999"/>
                  </a:lnTo>
                  <a:lnTo>
                    <a:pt x="1765570" y="1269999"/>
                  </a:lnTo>
                  <a:lnTo>
                    <a:pt x="1753951" y="1282699"/>
                  </a:lnTo>
                  <a:close/>
                </a:path>
                <a:path w="2860040" h="2171700">
                  <a:moveTo>
                    <a:pt x="1765570" y="1269999"/>
                  </a:moveTo>
                  <a:lnTo>
                    <a:pt x="1749065" y="1269999"/>
                  </a:lnTo>
                  <a:lnTo>
                    <a:pt x="1756684" y="1257299"/>
                  </a:lnTo>
                  <a:lnTo>
                    <a:pt x="1761825" y="1257299"/>
                  </a:lnTo>
                  <a:lnTo>
                    <a:pt x="1763711" y="1244599"/>
                  </a:lnTo>
                  <a:lnTo>
                    <a:pt x="1761825" y="1231899"/>
                  </a:lnTo>
                  <a:lnTo>
                    <a:pt x="1756684" y="1231899"/>
                  </a:lnTo>
                  <a:lnTo>
                    <a:pt x="1749065" y="1219199"/>
                  </a:lnTo>
                  <a:lnTo>
                    <a:pt x="1765570" y="1219199"/>
                  </a:lnTo>
                  <a:lnTo>
                    <a:pt x="1773415" y="1231899"/>
                  </a:lnTo>
                  <a:lnTo>
                    <a:pt x="1776294" y="1244599"/>
                  </a:lnTo>
                  <a:lnTo>
                    <a:pt x="1773415" y="1257299"/>
                  </a:lnTo>
                  <a:lnTo>
                    <a:pt x="1765570" y="1269999"/>
                  </a:lnTo>
                  <a:close/>
                </a:path>
                <a:path w="2860040" h="2171700">
                  <a:moveTo>
                    <a:pt x="703380" y="2171699"/>
                  </a:moveTo>
                  <a:lnTo>
                    <a:pt x="691026" y="2171699"/>
                  </a:lnTo>
                  <a:lnTo>
                    <a:pt x="872962" y="1282699"/>
                  </a:lnTo>
                  <a:lnTo>
                    <a:pt x="885831" y="1282699"/>
                  </a:lnTo>
                  <a:lnTo>
                    <a:pt x="703380" y="2171699"/>
                  </a:lnTo>
                  <a:close/>
                </a:path>
                <a:path w="2860040" h="2171700">
                  <a:moveTo>
                    <a:pt x="1520691" y="2171699"/>
                  </a:moveTo>
                  <a:lnTo>
                    <a:pt x="1508108" y="2171699"/>
                  </a:lnTo>
                  <a:lnTo>
                    <a:pt x="1470188" y="1282699"/>
                  </a:lnTo>
                  <a:lnTo>
                    <a:pt x="1482771" y="1282699"/>
                  </a:lnTo>
                  <a:lnTo>
                    <a:pt x="1520691" y="2171699"/>
                  </a:lnTo>
                  <a:close/>
                </a:path>
              </a:pathLst>
            </a:custGeom>
            <a:solidFill>
              <a:srgbClr val="295C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3145200" y="3601696"/>
            <a:ext cx="3975100" cy="296227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065" marR="5080" indent="-635" algn="ctr">
              <a:lnSpc>
                <a:spcPct val="105500"/>
              </a:lnSpc>
              <a:spcBef>
                <a:spcPts val="100"/>
              </a:spcBef>
            </a:pP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Research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ethics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are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moral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principles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guide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researchers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conduct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and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report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research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without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deception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or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intention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harm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participants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of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study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or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5">
                <a:solidFill>
                  <a:srgbClr val="295C67"/>
                </a:solidFill>
                <a:latin typeface="Times New Roman"/>
                <a:cs typeface="Times New Roman"/>
              </a:rPr>
              <a:t>members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society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as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whole,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whether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knowingly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or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unknowingly.</a:t>
            </a:r>
            <a:endParaRPr sz="1600">
              <a:latin typeface="Times New Roman"/>
              <a:cs typeface="Times New Roman"/>
            </a:endParaRPr>
          </a:p>
          <a:p>
            <a:pPr marL="13970" marR="47625" indent="-635" algn="ctr">
              <a:lnSpc>
                <a:spcPct val="113300"/>
              </a:lnSpc>
              <a:spcBef>
                <a:spcPts val="250"/>
              </a:spcBef>
            </a:pPr>
            <a:r>
              <a:rPr lang="en-GB" sz="1600" spc="110">
                <a:solidFill>
                  <a:srgbClr val="0E2326"/>
                </a:solidFill>
                <a:latin typeface="Times New Roman"/>
                <a:cs typeface="Times New Roman"/>
              </a:rPr>
              <a:t>Practising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</a:rPr>
              <a:t>ethical</a:t>
            </a:r>
            <a:r>
              <a:rPr sz="1600" spc="4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</a:rPr>
              <a:t>guidelines</a:t>
            </a:r>
            <a:r>
              <a:rPr sz="1600" spc="4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20">
                <a:solidFill>
                  <a:srgbClr val="0E2326"/>
                </a:solidFill>
                <a:latin typeface="Times New Roman"/>
                <a:cs typeface="Times New Roman"/>
              </a:rPr>
              <a:t>while </a:t>
            </a:r>
            <a:r>
              <a:rPr sz="1600" spc="130">
                <a:solidFill>
                  <a:srgbClr val="0E2326"/>
                </a:solidFill>
                <a:latin typeface="Times New Roman"/>
                <a:cs typeface="Times New Roman"/>
              </a:rPr>
              <a:t>conducting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90">
                <a:solidFill>
                  <a:srgbClr val="0E2326"/>
                </a:solidFill>
                <a:latin typeface="Times New Roman"/>
                <a:cs typeface="Times New Roman"/>
              </a:rPr>
              <a:t>and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40">
                <a:solidFill>
                  <a:srgbClr val="0E2326"/>
                </a:solidFill>
                <a:latin typeface="Times New Roman"/>
                <a:cs typeface="Times New Roman"/>
              </a:rPr>
              <a:t>reporting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</a:rPr>
              <a:t>research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50">
                <a:solidFill>
                  <a:srgbClr val="0E2326"/>
                </a:solidFill>
                <a:latin typeface="Times New Roman"/>
                <a:cs typeface="Times New Roman"/>
              </a:rPr>
              <a:t>is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</a:rPr>
              <a:t>essential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</a:rPr>
              <a:t>to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20">
                <a:solidFill>
                  <a:srgbClr val="0E2326"/>
                </a:solidFill>
                <a:latin typeface="Times New Roman"/>
                <a:cs typeface="Times New Roman"/>
              </a:rPr>
              <a:t>establish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</a:rPr>
              <a:t>the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00">
                <a:solidFill>
                  <a:srgbClr val="0E2326"/>
                </a:solidFill>
                <a:latin typeface="Times New Roman"/>
                <a:cs typeface="Times New Roman"/>
              </a:rPr>
              <a:t>validity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80">
                <a:solidFill>
                  <a:srgbClr val="0E2326"/>
                </a:solidFill>
                <a:latin typeface="Times New Roman"/>
                <a:cs typeface="Times New Roman"/>
              </a:rPr>
              <a:t>of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35">
                <a:solidFill>
                  <a:srgbClr val="0E2326"/>
                </a:solidFill>
                <a:latin typeface="Times New Roman"/>
                <a:cs typeface="Times New Roman"/>
              </a:rPr>
              <a:t>your </a:t>
            </a:r>
            <a:r>
              <a:rPr sz="1600" spc="125">
                <a:solidFill>
                  <a:srgbClr val="0E2326"/>
                </a:solidFill>
                <a:latin typeface="Times New Roman"/>
                <a:cs typeface="Times New Roman"/>
              </a:rPr>
              <a:t>research.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920199" y="10988575"/>
            <a:ext cx="4363720" cy="3506470"/>
            <a:chOff x="2920199" y="10988575"/>
            <a:chExt cx="4363720" cy="3506470"/>
          </a:xfrm>
        </p:grpSpPr>
        <p:sp>
          <p:nvSpPr>
            <p:cNvPr id="49" name="object 49"/>
            <p:cNvSpPr/>
            <p:nvPr/>
          </p:nvSpPr>
          <p:spPr>
            <a:xfrm>
              <a:off x="3081090" y="1108128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920199" y="1098857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102" y="3435694"/>
                  </a:moveTo>
                  <a:lnTo>
                    <a:pt x="86516" y="3435694"/>
                  </a:lnTo>
                  <a:lnTo>
                    <a:pt x="69653" y="3432277"/>
                  </a:lnTo>
                  <a:lnTo>
                    <a:pt x="33428" y="3407824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4"/>
                  </a:lnTo>
                  <a:lnTo>
                    <a:pt x="4224964" y="3432277"/>
                  </a:lnTo>
                  <a:lnTo>
                    <a:pt x="4208102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177677" y="11447281"/>
            <a:ext cx="3821429" cy="214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224154" indent="-635" algn="ctr">
              <a:lnSpc>
                <a:spcPct val="105500"/>
              </a:lnSpc>
              <a:spcBef>
                <a:spcPts val="100"/>
              </a:spcBef>
            </a:pPr>
            <a:r>
              <a:rPr sz="1600" b="1" spc="95">
                <a:solidFill>
                  <a:srgbClr val="295C67"/>
                </a:solidFill>
                <a:latin typeface="Times New Roman"/>
                <a:cs typeface="Times New Roman"/>
              </a:rPr>
              <a:t>You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must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also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adhere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ethical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guidelines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while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presenting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your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findings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your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research.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600">
              <a:latin typeface="Times New Roman"/>
              <a:cs typeface="Times New Roman"/>
            </a:endParaRPr>
          </a:p>
          <a:p>
            <a:pPr marL="12065" marR="5080" algn="ctr">
              <a:lnSpc>
                <a:spcPct val="113300"/>
              </a:lnSpc>
            </a:pPr>
            <a:r>
              <a:rPr sz="1600" spc="85">
                <a:solidFill>
                  <a:srgbClr val="0E2326"/>
                </a:solidFill>
                <a:latin typeface="Times New Roman"/>
                <a:cs typeface="Times New Roman"/>
              </a:rPr>
              <a:t>This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90">
                <a:solidFill>
                  <a:srgbClr val="0E2326"/>
                </a:solidFill>
                <a:latin typeface="Times New Roman"/>
                <a:cs typeface="Times New Roman"/>
              </a:rPr>
              <a:t>will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65">
                <a:solidFill>
                  <a:srgbClr val="0E2326"/>
                </a:solidFill>
                <a:latin typeface="Times New Roman"/>
                <a:cs typeface="Times New Roman"/>
              </a:rPr>
              <a:t>ensure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</a:rPr>
              <a:t>that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5">
                <a:solidFill>
                  <a:srgbClr val="0E2326"/>
                </a:solidFill>
                <a:latin typeface="Times New Roman"/>
                <a:cs typeface="Times New Roman"/>
              </a:rPr>
              <a:t>your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</a:rPr>
              <a:t>thesis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50">
                <a:solidFill>
                  <a:srgbClr val="0E2326"/>
                </a:solidFill>
                <a:latin typeface="Times New Roman"/>
                <a:cs typeface="Times New Roman"/>
              </a:rPr>
              <a:t>is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</a:rPr>
              <a:t>plagiarism-</a:t>
            </a:r>
            <a:r>
              <a:rPr sz="1600" spc="130">
                <a:solidFill>
                  <a:srgbClr val="0E2326"/>
                </a:solidFill>
                <a:latin typeface="Times New Roman"/>
                <a:cs typeface="Times New Roman"/>
              </a:rPr>
              <a:t>free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90">
                <a:solidFill>
                  <a:srgbClr val="0E2326"/>
                </a:solidFill>
                <a:latin typeface="Times New Roman"/>
                <a:cs typeface="Times New Roman"/>
              </a:rPr>
              <a:t>and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05">
                <a:solidFill>
                  <a:srgbClr val="0E2326"/>
                </a:solidFill>
                <a:latin typeface="Times New Roman"/>
                <a:cs typeface="Times New Roman"/>
              </a:rPr>
              <a:t>also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70">
                <a:solidFill>
                  <a:srgbClr val="0E2326"/>
                </a:solidFill>
                <a:latin typeface="Times New Roman"/>
                <a:cs typeface="Times New Roman"/>
              </a:rPr>
              <a:t>no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25">
                <a:solidFill>
                  <a:srgbClr val="0E2326"/>
                </a:solidFill>
                <a:latin typeface="Times New Roman"/>
                <a:cs typeface="Times New Roman"/>
              </a:rPr>
              <a:t>unverified </a:t>
            </a:r>
            <a:r>
              <a:rPr sz="1600" spc="160">
                <a:solidFill>
                  <a:srgbClr val="0E2326"/>
                </a:solidFill>
                <a:latin typeface="Times New Roman"/>
                <a:cs typeface="Times New Roman"/>
              </a:rPr>
              <a:t>data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45">
                <a:solidFill>
                  <a:srgbClr val="0E2326"/>
                </a:solidFill>
                <a:latin typeface="Times New Roman"/>
                <a:cs typeface="Times New Roman"/>
              </a:rPr>
              <a:t>reaches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</a:rPr>
              <a:t>the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60">
                <a:solidFill>
                  <a:srgbClr val="0E2326"/>
                </a:solidFill>
                <a:latin typeface="Times New Roman"/>
                <a:cs typeface="Times New Roman"/>
              </a:rPr>
              <a:t>readers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80">
                <a:solidFill>
                  <a:srgbClr val="0E2326"/>
                </a:solidFill>
                <a:latin typeface="Times New Roman"/>
                <a:cs typeface="Times New Roman"/>
              </a:rPr>
              <a:t>of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5">
                <a:solidFill>
                  <a:srgbClr val="0E2326"/>
                </a:solidFill>
                <a:latin typeface="Times New Roman"/>
                <a:cs typeface="Times New Roman"/>
              </a:rPr>
              <a:t>your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85">
                <a:solidFill>
                  <a:srgbClr val="0E2326"/>
                </a:solidFill>
                <a:latin typeface="Times New Roman"/>
                <a:cs typeface="Times New Roman"/>
              </a:rPr>
              <a:t>thesis.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0" y="14771732"/>
            <a:ext cx="4747895" cy="4267835"/>
            <a:chOff x="0" y="14771732"/>
            <a:chExt cx="4747895" cy="4267835"/>
          </a:xfrm>
        </p:grpSpPr>
        <p:sp>
          <p:nvSpPr>
            <p:cNvPr id="53" name="object 53"/>
            <p:cNvSpPr/>
            <p:nvPr/>
          </p:nvSpPr>
          <p:spPr>
            <a:xfrm>
              <a:off x="0" y="17591316"/>
              <a:ext cx="1226820" cy="1447800"/>
            </a:xfrm>
            <a:custGeom>
              <a:avLst/>
              <a:gdLst/>
              <a:ahLst/>
              <a:cxnLst/>
              <a:rect l="l" t="t" r="r" b="b"/>
              <a:pathLst>
                <a:path w="1226820" h="1447800">
                  <a:moveTo>
                    <a:pt x="933069" y="1397000"/>
                  </a:moveTo>
                  <a:lnTo>
                    <a:pt x="932357" y="1358900"/>
                  </a:lnTo>
                  <a:lnTo>
                    <a:pt x="928420" y="1308100"/>
                  </a:lnTo>
                  <a:lnTo>
                    <a:pt x="922489" y="1257300"/>
                  </a:lnTo>
                  <a:lnTo>
                    <a:pt x="914565" y="1219200"/>
                  </a:lnTo>
                  <a:lnTo>
                    <a:pt x="904646" y="1168400"/>
                  </a:lnTo>
                  <a:lnTo>
                    <a:pt x="898652" y="1143000"/>
                  </a:lnTo>
                  <a:lnTo>
                    <a:pt x="891489" y="1130300"/>
                  </a:lnTo>
                  <a:lnTo>
                    <a:pt x="883996" y="1092200"/>
                  </a:lnTo>
                  <a:lnTo>
                    <a:pt x="876973" y="1066800"/>
                  </a:lnTo>
                  <a:lnTo>
                    <a:pt x="866648" y="1028700"/>
                  </a:lnTo>
                  <a:lnTo>
                    <a:pt x="855002" y="1003300"/>
                  </a:lnTo>
                  <a:lnTo>
                    <a:pt x="842048" y="977900"/>
                  </a:lnTo>
                  <a:lnTo>
                    <a:pt x="827773" y="939800"/>
                  </a:lnTo>
                  <a:lnTo>
                    <a:pt x="810031" y="901700"/>
                  </a:lnTo>
                  <a:lnTo>
                    <a:pt x="791705" y="863600"/>
                  </a:lnTo>
                  <a:lnTo>
                    <a:pt x="772731" y="825500"/>
                  </a:lnTo>
                  <a:lnTo>
                    <a:pt x="753008" y="787400"/>
                  </a:lnTo>
                  <a:lnTo>
                    <a:pt x="729932" y="749300"/>
                  </a:lnTo>
                  <a:lnTo>
                    <a:pt x="705358" y="711200"/>
                  </a:lnTo>
                  <a:lnTo>
                    <a:pt x="679297" y="673100"/>
                  </a:lnTo>
                  <a:lnTo>
                    <a:pt x="651751" y="622300"/>
                  </a:lnTo>
                  <a:lnTo>
                    <a:pt x="622706" y="584200"/>
                  </a:lnTo>
                  <a:lnTo>
                    <a:pt x="609701" y="571500"/>
                  </a:lnTo>
                  <a:lnTo>
                    <a:pt x="596315" y="558800"/>
                  </a:lnTo>
                  <a:lnTo>
                    <a:pt x="582561" y="546100"/>
                  </a:lnTo>
                  <a:lnTo>
                    <a:pt x="551484" y="508000"/>
                  </a:lnTo>
                  <a:lnTo>
                    <a:pt x="516966" y="482600"/>
                  </a:lnTo>
                  <a:lnTo>
                    <a:pt x="516712" y="482600"/>
                  </a:lnTo>
                  <a:lnTo>
                    <a:pt x="464146" y="431800"/>
                  </a:lnTo>
                  <a:lnTo>
                    <a:pt x="427850" y="406400"/>
                  </a:lnTo>
                  <a:lnTo>
                    <a:pt x="390436" y="381000"/>
                  </a:lnTo>
                  <a:lnTo>
                    <a:pt x="351917" y="355600"/>
                  </a:lnTo>
                  <a:lnTo>
                    <a:pt x="312267" y="330200"/>
                  </a:lnTo>
                  <a:lnTo>
                    <a:pt x="275234" y="317500"/>
                  </a:lnTo>
                  <a:lnTo>
                    <a:pt x="198742" y="279400"/>
                  </a:lnTo>
                  <a:lnTo>
                    <a:pt x="38049" y="228600"/>
                  </a:lnTo>
                  <a:lnTo>
                    <a:pt x="0" y="228600"/>
                  </a:lnTo>
                  <a:lnTo>
                    <a:pt x="0" y="1447800"/>
                  </a:lnTo>
                  <a:lnTo>
                    <a:pt x="932624" y="1447800"/>
                  </a:lnTo>
                  <a:lnTo>
                    <a:pt x="932738" y="1435100"/>
                  </a:lnTo>
                  <a:lnTo>
                    <a:pt x="932853" y="1422400"/>
                  </a:lnTo>
                  <a:lnTo>
                    <a:pt x="933069" y="1397000"/>
                  </a:lnTo>
                  <a:close/>
                </a:path>
                <a:path w="1226820" h="1447800">
                  <a:moveTo>
                    <a:pt x="1226705" y="1435100"/>
                  </a:moveTo>
                  <a:lnTo>
                    <a:pt x="1226515" y="1435100"/>
                  </a:lnTo>
                  <a:lnTo>
                    <a:pt x="1223708" y="1422400"/>
                  </a:lnTo>
                  <a:lnTo>
                    <a:pt x="1217155" y="1422400"/>
                  </a:lnTo>
                  <a:lnTo>
                    <a:pt x="1216583" y="1422400"/>
                  </a:lnTo>
                  <a:lnTo>
                    <a:pt x="1216710" y="1397000"/>
                  </a:lnTo>
                  <a:lnTo>
                    <a:pt x="1217155" y="1422400"/>
                  </a:lnTo>
                  <a:lnTo>
                    <a:pt x="1219898" y="1397000"/>
                  </a:lnTo>
                  <a:lnTo>
                    <a:pt x="1222044" y="1397000"/>
                  </a:lnTo>
                  <a:lnTo>
                    <a:pt x="1223594" y="1384300"/>
                  </a:lnTo>
                  <a:lnTo>
                    <a:pt x="1224546" y="1384300"/>
                  </a:lnTo>
                  <a:lnTo>
                    <a:pt x="1223695" y="1371600"/>
                  </a:lnTo>
                  <a:lnTo>
                    <a:pt x="1223213" y="1358900"/>
                  </a:lnTo>
                  <a:lnTo>
                    <a:pt x="1221397" y="1346200"/>
                  </a:lnTo>
                  <a:lnTo>
                    <a:pt x="1216520" y="1320800"/>
                  </a:lnTo>
                  <a:lnTo>
                    <a:pt x="1214818" y="1320800"/>
                  </a:lnTo>
                  <a:lnTo>
                    <a:pt x="1214310" y="1308100"/>
                  </a:lnTo>
                  <a:lnTo>
                    <a:pt x="1214996" y="1308100"/>
                  </a:lnTo>
                  <a:lnTo>
                    <a:pt x="1214374" y="1282700"/>
                  </a:lnTo>
                  <a:lnTo>
                    <a:pt x="1212100" y="1257300"/>
                  </a:lnTo>
                  <a:lnTo>
                    <a:pt x="1208189" y="1244600"/>
                  </a:lnTo>
                  <a:lnTo>
                    <a:pt x="1202613" y="1219200"/>
                  </a:lnTo>
                  <a:lnTo>
                    <a:pt x="1198130" y="1206500"/>
                  </a:lnTo>
                  <a:lnTo>
                    <a:pt x="1193647" y="1181100"/>
                  </a:lnTo>
                  <a:lnTo>
                    <a:pt x="1185862" y="1155700"/>
                  </a:lnTo>
                  <a:lnTo>
                    <a:pt x="1179245" y="1130300"/>
                  </a:lnTo>
                  <a:lnTo>
                    <a:pt x="1173810" y="1092200"/>
                  </a:lnTo>
                  <a:lnTo>
                    <a:pt x="1171676" y="1079500"/>
                  </a:lnTo>
                  <a:lnTo>
                    <a:pt x="1167498" y="1066800"/>
                  </a:lnTo>
                  <a:lnTo>
                    <a:pt x="1161262" y="1054100"/>
                  </a:lnTo>
                  <a:lnTo>
                    <a:pt x="1152969" y="1028700"/>
                  </a:lnTo>
                  <a:lnTo>
                    <a:pt x="1163243" y="1028700"/>
                  </a:lnTo>
                  <a:lnTo>
                    <a:pt x="1164882" y="1016000"/>
                  </a:lnTo>
                  <a:lnTo>
                    <a:pt x="1164374" y="1016000"/>
                  </a:lnTo>
                  <a:lnTo>
                    <a:pt x="1163434" y="1003300"/>
                  </a:lnTo>
                  <a:lnTo>
                    <a:pt x="1161694" y="1003300"/>
                  </a:lnTo>
                  <a:lnTo>
                    <a:pt x="1160995" y="990600"/>
                  </a:lnTo>
                  <a:lnTo>
                    <a:pt x="1159865" y="990600"/>
                  </a:lnTo>
                  <a:lnTo>
                    <a:pt x="1157465" y="977900"/>
                  </a:lnTo>
                  <a:lnTo>
                    <a:pt x="1153795" y="977900"/>
                  </a:lnTo>
                  <a:lnTo>
                    <a:pt x="1148854" y="952500"/>
                  </a:lnTo>
                  <a:lnTo>
                    <a:pt x="1129385" y="952500"/>
                  </a:lnTo>
                  <a:lnTo>
                    <a:pt x="1124597" y="939800"/>
                  </a:lnTo>
                  <a:lnTo>
                    <a:pt x="1141272" y="939800"/>
                  </a:lnTo>
                  <a:lnTo>
                    <a:pt x="1137399" y="914400"/>
                  </a:lnTo>
                  <a:lnTo>
                    <a:pt x="1135545" y="901700"/>
                  </a:lnTo>
                  <a:lnTo>
                    <a:pt x="1132370" y="876300"/>
                  </a:lnTo>
                  <a:lnTo>
                    <a:pt x="1124521" y="863600"/>
                  </a:lnTo>
                  <a:lnTo>
                    <a:pt x="1119454" y="865593"/>
                  </a:lnTo>
                  <a:lnTo>
                    <a:pt x="1119454" y="1168400"/>
                  </a:lnTo>
                  <a:lnTo>
                    <a:pt x="1118450" y="1181100"/>
                  </a:lnTo>
                  <a:lnTo>
                    <a:pt x="1115834" y="1206500"/>
                  </a:lnTo>
                  <a:lnTo>
                    <a:pt x="1109713" y="1168400"/>
                  </a:lnTo>
                  <a:lnTo>
                    <a:pt x="1102804" y="1143000"/>
                  </a:lnTo>
                  <a:lnTo>
                    <a:pt x="1096632" y="1104900"/>
                  </a:lnTo>
                  <a:lnTo>
                    <a:pt x="1092746" y="1079500"/>
                  </a:lnTo>
                  <a:lnTo>
                    <a:pt x="1100950" y="1092200"/>
                  </a:lnTo>
                  <a:lnTo>
                    <a:pt x="1107668" y="1092200"/>
                  </a:lnTo>
                  <a:lnTo>
                    <a:pt x="1112901" y="1104900"/>
                  </a:lnTo>
                  <a:lnTo>
                    <a:pt x="1116660" y="1130300"/>
                  </a:lnTo>
                  <a:lnTo>
                    <a:pt x="1118857" y="1143000"/>
                  </a:lnTo>
                  <a:lnTo>
                    <a:pt x="1119454" y="1168400"/>
                  </a:lnTo>
                  <a:lnTo>
                    <a:pt x="1119454" y="865593"/>
                  </a:lnTo>
                  <a:lnTo>
                    <a:pt x="1092238" y="876300"/>
                  </a:lnTo>
                  <a:lnTo>
                    <a:pt x="1093165" y="863600"/>
                  </a:lnTo>
                  <a:lnTo>
                    <a:pt x="1096467" y="863600"/>
                  </a:lnTo>
                  <a:lnTo>
                    <a:pt x="1108925" y="850900"/>
                  </a:lnTo>
                  <a:lnTo>
                    <a:pt x="1115517" y="838200"/>
                  </a:lnTo>
                  <a:lnTo>
                    <a:pt x="1115364" y="825500"/>
                  </a:lnTo>
                  <a:lnTo>
                    <a:pt x="1107617" y="800100"/>
                  </a:lnTo>
                  <a:lnTo>
                    <a:pt x="1104988" y="800100"/>
                  </a:lnTo>
                  <a:lnTo>
                    <a:pt x="1103655" y="787400"/>
                  </a:lnTo>
                  <a:lnTo>
                    <a:pt x="1102461" y="774700"/>
                  </a:lnTo>
                  <a:lnTo>
                    <a:pt x="1100137" y="774700"/>
                  </a:lnTo>
                  <a:lnTo>
                    <a:pt x="1096657" y="762000"/>
                  </a:lnTo>
                  <a:lnTo>
                    <a:pt x="1088898" y="762000"/>
                  </a:lnTo>
                  <a:lnTo>
                    <a:pt x="1083919" y="749300"/>
                  </a:lnTo>
                  <a:lnTo>
                    <a:pt x="1083640" y="749300"/>
                  </a:lnTo>
                  <a:lnTo>
                    <a:pt x="1080617" y="723900"/>
                  </a:lnTo>
                  <a:lnTo>
                    <a:pt x="1074788" y="711200"/>
                  </a:lnTo>
                  <a:lnTo>
                    <a:pt x="1067917" y="698500"/>
                  </a:lnTo>
                  <a:lnTo>
                    <a:pt x="1047623" y="647700"/>
                  </a:lnTo>
                  <a:lnTo>
                    <a:pt x="1039152" y="635000"/>
                  </a:lnTo>
                  <a:lnTo>
                    <a:pt x="1030681" y="622300"/>
                  </a:lnTo>
                  <a:lnTo>
                    <a:pt x="1021359" y="602602"/>
                  </a:lnTo>
                  <a:lnTo>
                    <a:pt x="1021359" y="635000"/>
                  </a:lnTo>
                  <a:lnTo>
                    <a:pt x="1015796" y="647700"/>
                  </a:lnTo>
                  <a:lnTo>
                    <a:pt x="1010500" y="635000"/>
                  </a:lnTo>
                  <a:lnTo>
                    <a:pt x="1021359" y="635000"/>
                  </a:lnTo>
                  <a:lnTo>
                    <a:pt x="1021359" y="602602"/>
                  </a:lnTo>
                  <a:lnTo>
                    <a:pt x="1012659" y="584200"/>
                  </a:lnTo>
                  <a:lnTo>
                    <a:pt x="995337" y="546100"/>
                  </a:lnTo>
                  <a:lnTo>
                    <a:pt x="987323" y="546100"/>
                  </a:lnTo>
                  <a:lnTo>
                    <a:pt x="982878" y="533400"/>
                  </a:lnTo>
                  <a:lnTo>
                    <a:pt x="978128" y="533400"/>
                  </a:lnTo>
                  <a:lnTo>
                    <a:pt x="973696" y="508000"/>
                  </a:lnTo>
                  <a:lnTo>
                    <a:pt x="969302" y="508000"/>
                  </a:lnTo>
                  <a:lnTo>
                    <a:pt x="969302" y="533400"/>
                  </a:lnTo>
                  <a:lnTo>
                    <a:pt x="968641" y="546100"/>
                  </a:lnTo>
                  <a:lnTo>
                    <a:pt x="964018" y="546100"/>
                  </a:lnTo>
                  <a:lnTo>
                    <a:pt x="962431" y="533400"/>
                  </a:lnTo>
                  <a:lnTo>
                    <a:pt x="969302" y="533400"/>
                  </a:lnTo>
                  <a:lnTo>
                    <a:pt x="969302" y="508000"/>
                  </a:lnTo>
                  <a:lnTo>
                    <a:pt x="956906" y="508000"/>
                  </a:lnTo>
                  <a:lnTo>
                    <a:pt x="959967" y="495300"/>
                  </a:lnTo>
                  <a:lnTo>
                    <a:pt x="957795" y="495300"/>
                  </a:lnTo>
                  <a:lnTo>
                    <a:pt x="955167" y="482600"/>
                  </a:lnTo>
                  <a:lnTo>
                    <a:pt x="952119" y="482600"/>
                  </a:lnTo>
                  <a:lnTo>
                    <a:pt x="952119" y="508000"/>
                  </a:lnTo>
                  <a:lnTo>
                    <a:pt x="948309" y="533400"/>
                  </a:lnTo>
                  <a:lnTo>
                    <a:pt x="942124" y="533400"/>
                  </a:lnTo>
                  <a:lnTo>
                    <a:pt x="938504" y="508000"/>
                  </a:lnTo>
                  <a:lnTo>
                    <a:pt x="952119" y="508000"/>
                  </a:lnTo>
                  <a:lnTo>
                    <a:pt x="952119" y="482600"/>
                  </a:lnTo>
                  <a:lnTo>
                    <a:pt x="934224" y="457200"/>
                  </a:lnTo>
                  <a:lnTo>
                    <a:pt x="925296" y="431800"/>
                  </a:lnTo>
                  <a:lnTo>
                    <a:pt x="917575" y="424675"/>
                  </a:lnTo>
                  <a:lnTo>
                    <a:pt x="917575" y="469900"/>
                  </a:lnTo>
                  <a:lnTo>
                    <a:pt x="914527" y="469900"/>
                  </a:lnTo>
                  <a:lnTo>
                    <a:pt x="913231" y="482600"/>
                  </a:lnTo>
                  <a:lnTo>
                    <a:pt x="910094" y="469900"/>
                  </a:lnTo>
                  <a:lnTo>
                    <a:pt x="903389" y="469900"/>
                  </a:lnTo>
                  <a:lnTo>
                    <a:pt x="904392" y="457200"/>
                  </a:lnTo>
                  <a:lnTo>
                    <a:pt x="916012" y="457200"/>
                  </a:lnTo>
                  <a:lnTo>
                    <a:pt x="917575" y="469900"/>
                  </a:lnTo>
                  <a:lnTo>
                    <a:pt x="917575" y="424675"/>
                  </a:lnTo>
                  <a:lnTo>
                    <a:pt x="911555" y="419100"/>
                  </a:lnTo>
                  <a:lnTo>
                    <a:pt x="882777" y="393700"/>
                  </a:lnTo>
                  <a:lnTo>
                    <a:pt x="868807" y="381000"/>
                  </a:lnTo>
                  <a:lnTo>
                    <a:pt x="855306" y="355600"/>
                  </a:lnTo>
                  <a:lnTo>
                    <a:pt x="842276" y="342900"/>
                  </a:lnTo>
                  <a:lnTo>
                    <a:pt x="830707" y="330200"/>
                  </a:lnTo>
                  <a:lnTo>
                    <a:pt x="818210" y="317500"/>
                  </a:lnTo>
                  <a:lnTo>
                    <a:pt x="805700" y="305676"/>
                  </a:lnTo>
                  <a:lnTo>
                    <a:pt x="805700" y="330200"/>
                  </a:lnTo>
                  <a:lnTo>
                    <a:pt x="803986" y="342900"/>
                  </a:lnTo>
                  <a:lnTo>
                    <a:pt x="786257" y="342900"/>
                  </a:lnTo>
                  <a:lnTo>
                    <a:pt x="785888" y="330200"/>
                  </a:lnTo>
                  <a:lnTo>
                    <a:pt x="805700" y="330200"/>
                  </a:lnTo>
                  <a:lnTo>
                    <a:pt x="805700" y="305676"/>
                  </a:lnTo>
                  <a:lnTo>
                    <a:pt x="804786" y="304800"/>
                  </a:lnTo>
                  <a:lnTo>
                    <a:pt x="790448" y="279400"/>
                  </a:lnTo>
                  <a:lnTo>
                    <a:pt x="774052" y="266700"/>
                  </a:lnTo>
                  <a:lnTo>
                    <a:pt x="741146" y="241300"/>
                  </a:lnTo>
                  <a:lnTo>
                    <a:pt x="725004" y="228600"/>
                  </a:lnTo>
                  <a:lnTo>
                    <a:pt x="712343" y="211709"/>
                  </a:lnTo>
                  <a:lnTo>
                    <a:pt x="712343" y="254000"/>
                  </a:lnTo>
                  <a:lnTo>
                    <a:pt x="709917" y="266700"/>
                  </a:lnTo>
                  <a:lnTo>
                    <a:pt x="706335" y="254000"/>
                  </a:lnTo>
                  <a:lnTo>
                    <a:pt x="706678" y="254000"/>
                  </a:lnTo>
                  <a:lnTo>
                    <a:pt x="708964" y="241300"/>
                  </a:lnTo>
                  <a:lnTo>
                    <a:pt x="711161" y="254000"/>
                  </a:lnTo>
                  <a:lnTo>
                    <a:pt x="712343" y="254000"/>
                  </a:lnTo>
                  <a:lnTo>
                    <a:pt x="712343" y="211709"/>
                  </a:lnTo>
                  <a:lnTo>
                    <a:pt x="705967" y="203200"/>
                  </a:lnTo>
                  <a:lnTo>
                    <a:pt x="695718" y="196367"/>
                  </a:lnTo>
                  <a:lnTo>
                    <a:pt x="695718" y="241300"/>
                  </a:lnTo>
                  <a:lnTo>
                    <a:pt x="690587" y="241300"/>
                  </a:lnTo>
                  <a:lnTo>
                    <a:pt x="691032" y="228600"/>
                  </a:lnTo>
                  <a:lnTo>
                    <a:pt x="692124" y="228600"/>
                  </a:lnTo>
                  <a:lnTo>
                    <a:pt x="695718" y="241300"/>
                  </a:lnTo>
                  <a:lnTo>
                    <a:pt x="695718" y="196367"/>
                  </a:lnTo>
                  <a:lnTo>
                    <a:pt x="686930" y="190500"/>
                  </a:lnTo>
                  <a:lnTo>
                    <a:pt x="667169" y="177800"/>
                  </a:lnTo>
                  <a:lnTo>
                    <a:pt x="666648" y="177469"/>
                  </a:lnTo>
                  <a:lnTo>
                    <a:pt x="666648" y="228600"/>
                  </a:lnTo>
                  <a:lnTo>
                    <a:pt x="659485" y="228600"/>
                  </a:lnTo>
                  <a:lnTo>
                    <a:pt x="657618" y="203200"/>
                  </a:lnTo>
                  <a:lnTo>
                    <a:pt x="665937" y="203200"/>
                  </a:lnTo>
                  <a:lnTo>
                    <a:pt x="666648" y="228600"/>
                  </a:lnTo>
                  <a:lnTo>
                    <a:pt x="666648" y="177469"/>
                  </a:lnTo>
                  <a:lnTo>
                    <a:pt x="647395" y="165100"/>
                  </a:lnTo>
                  <a:lnTo>
                    <a:pt x="607466" y="152742"/>
                  </a:lnTo>
                  <a:lnTo>
                    <a:pt x="607466" y="165100"/>
                  </a:lnTo>
                  <a:lnTo>
                    <a:pt x="606983" y="177800"/>
                  </a:lnTo>
                  <a:lnTo>
                    <a:pt x="595388" y="177800"/>
                  </a:lnTo>
                  <a:lnTo>
                    <a:pt x="595845" y="165100"/>
                  </a:lnTo>
                  <a:lnTo>
                    <a:pt x="607466" y="165100"/>
                  </a:lnTo>
                  <a:lnTo>
                    <a:pt x="607466" y="152742"/>
                  </a:lnTo>
                  <a:lnTo>
                    <a:pt x="606399" y="152400"/>
                  </a:lnTo>
                  <a:lnTo>
                    <a:pt x="585165" y="127000"/>
                  </a:lnTo>
                  <a:lnTo>
                    <a:pt x="576757" y="121983"/>
                  </a:lnTo>
                  <a:lnTo>
                    <a:pt x="576757" y="152400"/>
                  </a:lnTo>
                  <a:lnTo>
                    <a:pt x="574967" y="165100"/>
                  </a:lnTo>
                  <a:lnTo>
                    <a:pt x="566381" y="165100"/>
                  </a:lnTo>
                  <a:lnTo>
                    <a:pt x="569518" y="152400"/>
                  </a:lnTo>
                  <a:lnTo>
                    <a:pt x="576757" y="152400"/>
                  </a:lnTo>
                  <a:lnTo>
                    <a:pt x="576757" y="121983"/>
                  </a:lnTo>
                  <a:lnTo>
                    <a:pt x="563930" y="114300"/>
                  </a:lnTo>
                  <a:lnTo>
                    <a:pt x="549109" y="114300"/>
                  </a:lnTo>
                  <a:lnTo>
                    <a:pt x="534073" y="101600"/>
                  </a:lnTo>
                  <a:lnTo>
                    <a:pt x="529882" y="101600"/>
                  </a:lnTo>
                  <a:lnTo>
                    <a:pt x="529882" y="127000"/>
                  </a:lnTo>
                  <a:lnTo>
                    <a:pt x="523862" y="127000"/>
                  </a:lnTo>
                  <a:lnTo>
                    <a:pt x="521995" y="114300"/>
                  </a:lnTo>
                  <a:lnTo>
                    <a:pt x="527735" y="114300"/>
                  </a:lnTo>
                  <a:lnTo>
                    <a:pt x="529882" y="127000"/>
                  </a:lnTo>
                  <a:lnTo>
                    <a:pt x="529882" y="101600"/>
                  </a:lnTo>
                  <a:lnTo>
                    <a:pt x="518820" y="101600"/>
                  </a:lnTo>
                  <a:lnTo>
                    <a:pt x="503351" y="88900"/>
                  </a:lnTo>
                  <a:lnTo>
                    <a:pt x="483616" y="88900"/>
                  </a:lnTo>
                  <a:lnTo>
                    <a:pt x="463753" y="76200"/>
                  </a:lnTo>
                  <a:lnTo>
                    <a:pt x="455117" y="76200"/>
                  </a:lnTo>
                  <a:lnTo>
                    <a:pt x="455117" y="101600"/>
                  </a:lnTo>
                  <a:lnTo>
                    <a:pt x="432295" y="101600"/>
                  </a:lnTo>
                  <a:lnTo>
                    <a:pt x="427913" y="88900"/>
                  </a:lnTo>
                  <a:lnTo>
                    <a:pt x="452018" y="88900"/>
                  </a:lnTo>
                  <a:lnTo>
                    <a:pt x="455117" y="101600"/>
                  </a:lnTo>
                  <a:lnTo>
                    <a:pt x="455117" y="76200"/>
                  </a:lnTo>
                  <a:lnTo>
                    <a:pt x="443801" y="76200"/>
                  </a:lnTo>
                  <a:lnTo>
                    <a:pt x="423799" y="50800"/>
                  </a:lnTo>
                  <a:lnTo>
                    <a:pt x="402412" y="50800"/>
                  </a:lnTo>
                  <a:lnTo>
                    <a:pt x="381025" y="38100"/>
                  </a:lnTo>
                  <a:lnTo>
                    <a:pt x="350520" y="38100"/>
                  </a:lnTo>
                  <a:lnTo>
                    <a:pt x="360857" y="50800"/>
                  </a:lnTo>
                  <a:lnTo>
                    <a:pt x="340385" y="50800"/>
                  </a:lnTo>
                  <a:lnTo>
                    <a:pt x="345414" y="38100"/>
                  </a:lnTo>
                  <a:lnTo>
                    <a:pt x="326859" y="38100"/>
                  </a:lnTo>
                  <a:lnTo>
                    <a:pt x="317703" y="25400"/>
                  </a:lnTo>
                  <a:lnTo>
                    <a:pt x="280212" y="25400"/>
                  </a:lnTo>
                  <a:lnTo>
                    <a:pt x="271030" y="13652"/>
                  </a:lnTo>
                  <a:lnTo>
                    <a:pt x="271030" y="25400"/>
                  </a:lnTo>
                  <a:lnTo>
                    <a:pt x="266420" y="38100"/>
                  </a:lnTo>
                  <a:lnTo>
                    <a:pt x="240919" y="38100"/>
                  </a:lnTo>
                  <a:lnTo>
                    <a:pt x="237858" y="25400"/>
                  </a:lnTo>
                  <a:lnTo>
                    <a:pt x="271030" y="25400"/>
                  </a:lnTo>
                  <a:lnTo>
                    <a:pt x="271030" y="13652"/>
                  </a:lnTo>
                  <a:lnTo>
                    <a:pt x="270294" y="12700"/>
                  </a:lnTo>
                  <a:lnTo>
                    <a:pt x="218300" y="12700"/>
                  </a:lnTo>
                  <a:lnTo>
                    <a:pt x="197231" y="0"/>
                  </a:lnTo>
                  <a:lnTo>
                    <a:pt x="134823" y="0"/>
                  </a:lnTo>
                  <a:lnTo>
                    <a:pt x="137706" y="12700"/>
                  </a:lnTo>
                  <a:lnTo>
                    <a:pt x="114363" y="12700"/>
                  </a:lnTo>
                  <a:lnTo>
                    <a:pt x="123990" y="0"/>
                  </a:lnTo>
                  <a:lnTo>
                    <a:pt x="63957" y="0"/>
                  </a:lnTo>
                  <a:lnTo>
                    <a:pt x="65138" y="12700"/>
                  </a:lnTo>
                  <a:lnTo>
                    <a:pt x="39712" y="12700"/>
                  </a:lnTo>
                  <a:lnTo>
                    <a:pt x="42875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132588" y="38100"/>
                  </a:lnTo>
                  <a:lnTo>
                    <a:pt x="155397" y="50800"/>
                  </a:lnTo>
                  <a:lnTo>
                    <a:pt x="211670" y="50800"/>
                  </a:lnTo>
                  <a:lnTo>
                    <a:pt x="421716" y="114300"/>
                  </a:lnTo>
                  <a:lnTo>
                    <a:pt x="470573" y="127000"/>
                  </a:lnTo>
                  <a:lnTo>
                    <a:pt x="517867" y="165100"/>
                  </a:lnTo>
                  <a:lnTo>
                    <a:pt x="563600" y="190500"/>
                  </a:lnTo>
                  <a:lnTo>
                    <a:pt x="607783" y="203200"/>
                  </a:lnTo>
                  <a:lnTo>
                    <a:pt x="641108" y="241300"/>
                  </a:lnTo>
                  <a:lnTo>
                    <a:pt x="673430" y="266700"/>
                  </a:lnTo>
                  <a:lnTo>
                    <a:pt x="704735" y="279400"/>
                  </a:lnTo>
                  <a:lnTo>
                    <a:pt x="735037" y="317500"/>
                  </a:lnTo>
                  <a:lnTo>
                    <a:pt x="754811" y="330200"/>
                  </a:lnTo>
                  <a:lnTo>
                    <a:pt x="773976" y="355600"/>
                  </a:lnTo>
                  <a:lnTo>
                    <a:pt x="811834" y="393700"/>
                  </a:lnTo>
                  <a:lnTo>
                    <a:pt x="842276" y="431800"/>
                  </a:lnTo>
                  <a:lnTo>
                    <a:pt x="869835" y="469900"/>
                  </a:lnTo>
                  <a:lnTo>
                    <a:pt x="921981" y="546100"/>
                  </a:lnTo>
                  <a:lnTo>
                    <a:pt x="937196" y="571500"/>
                  </a:lnTo>
                  <a:lnTo>
                    <a:pt x="951141" y="584200"/>
                  </a:lnTo>
                  <a:lnTo>
                    <a:pt x="964679" y="622300"/>
                  </a:lnTo>
                  <a:lnTo>
                    <a:pt x="978712" y="647700"/>
                  </a:lnTo>
                  <a:lnTo>
                    <a:pt x="1002068" y="698500"/>
                  </a:lnTo>
                  <a:lnTo>
                    <a:pt x="1021854" y="749300"/>
                  </a:lnTo>
                  <a:lnTo>
                    <a:pt x="1039964" y="787400"/>
                  </a:lnTo>
                  <a:lnTo>
                    <a:pt x="1058265" y="838200"/>
                  </a:lnTo>
                  <a:lnTo>
                    <a:pt x="1062863" y="838200"/>
                  </a:lnTo>
                  <a:lnTo>
                    <a:pt x="1065733" y="850900"/>
                  </a:lnTo>
                  <a:lnTo>
                    <a:pt x="1066888" y="863600"/>
                  </a:lnTo>
                  <a:lnTo>
                    <a:pt x="1066304" y="876300"/>
                  </a:lnTo>
                  <a:lnTo>
                    <a:pt x="1061415" y="863600"/>
                  </a:lnTo>
                  <a:lnTo>
                    <a:pt x="1056132" y="863600"/>
                  </a:lnTo>
                  <a:lnTo>
                    <a:pt x="1050442" y="850900"/>
                  </a:lnTo>
                  <a:lnTo>
                    <a:pt x="1037869" y="850900"/>
                  </a:lnTo>
                  <a:lnTo>
                    <a:pt x="1031138" y="838200"/>
                  </a:lnTo>
                  <a:lnTo>
                    <a:pt x="1039317" y="838200"/>
                  </a:lnTo>
                  <a:lnTo>
                    <a:pt x="1032548" y="825500"/>
                  </a:lnTo>
                  <a:lnTo>
                    <a:pt x="1017739" y="800100"/>
                  </a:lnTo>
                  <a:lnTo>
                    <a:pt x="1005192" y="787400"/>
                  </a:lnTo>
                  <a:lnTo>
                    <a:pt x="993317" y="774700"/>
                  </a:lnTo>
                  <a:lnTo>
                    <a:pt x="980528" y="762000"/>
                  </a:lnTo>
                  <a:lnTo>
                    <a:pt x="958621" y="723900"/>
                  </a:lnTo>
                  <a:lnTo>
                    <a:pt x="947813" y="711200"/>
                  </a:lnTo>
                  <a:lnTo>
                    <a:pt x="937336" y="698500"/>
                  </a:lnTo>
                  <a:lnTo>
                    <a:pt x="924509" y="685800"/>
                  </a:lnTo>
                  <a:lnTo>
                    <a:pt x="911948" y="673100"/>
                  </a:lnTo>
                  <a:lnTo>
                    <a:pt x="899515" y="635000"/>
                  </a:lnTo>
                  <a:lnTo>
                    <a:pt x="887056" y="622300"/>
                  </a:lnTo>
                  <a:lnTo>
                    <a:pt x="868235" y="584200"/>
                  </a:lnTo>
                  <a:lnTo>
                    <a:pt x="862012" y="584200"/>
                  </a:lnTo>
                  <a:lnTo>
                    <a:pt x="830618" y="546100"/>
                  </a:lnTo>
                  <a:lnTo>
                    <a:pt x="797560" y="495300"/>
                  </a:lnTo>
                  <a:lnTo>
                    <a:pt x="785977" y="482600"/>
                  </a:lnTo>
                  <a:lnTo>
                    <a:pt x="774395" y="469900"/>
                  </a:lnTo>
                  <a:lnTo>
                    <a:pt x="762812" y="457200"/>
                  </a:lnTo>
                  <a:lnTo>
                    <a:pt x="749922" y="443725"/>
                  </a:lnTo>
                  <a:lnTo>
                    <a:pt x="749922" y="482600"/>
                  </a:lnTo>
                  <a:lnTo>
                    <a:pt x="737920" y="482600"/>
                  </a:lnTo>
                  <a:lnTo>
                    <a:pt x="737387" y="469900"/>
                  </a:lnTo>
                  <a:lnTo>
                    <a:pt x="747687" y="469900"/>
                  </a:lnTo>
                  <a:lnTo>
                    <a:pt x="749922" y="482600"/>
                  </a:lnTo>
                  <a:lnTo>
                    <a:pt x="749922" y="443725"/>
                  </a:lnTo>
                  <a:lnTo>
                    <a:pt x="726389" y="419100"/>
                  </a:lnTo>
                  <a:lnTo>
                    <a:pt x="705815" y="393700"/>
                  </a:lnTo>
                  <a:lnTo>
                    <a:pt x="685088" y="381000"/>
                  </a:lnTo>
                  <a:lnTo>
                    <a:pt x="664159" y="342900"/>
                  </a:lnTo>
                  <a:lnTo>
                    <a:pt x="642899" y="330200"/>
                  </a:lnTo>
                  <a:lnTo>
                    <a:pt x="613727" y="304800"/>
                  </a:lnTo>
                  <a:lnTo>
                    <a:pt x="583209" y="266700"/>
                  </a:lnTo>
                  <a:lnTo>
                    <a:pt x="572604" y="262483"/>
                  </a:lnTo>
                  <a:lnTo>
                    <a:pt x="572604" y="342900"/>
                  </a:lnTo>
                  <a:lnTo>
                    <a:pt x="564019" y="342900"/>
                  </a:lnTo>
                  <a:lnTo>
                    <a:pt x="553440" y="330200"/>
                  </a:lnTo>
                  <a:lnTo>
                    <a:pt x="543217" y="330200"/>
                  </a:lnTo>
                  <a:lnTo>
                    <a:pt x="533361" y="317500"/>
                  </a:lnTo>
                  <a:lnTo>
                    <a:pt x="522478" y="317500"/>
                  </a:lnTo>
                  <a:lnTo>
                    <a:pt x="511619" y="304800"/>
                  </a:lnTo>
                  <a:lnTo>
                    <a:pt x="500862" y="304800"/>
                  </a:lnTo>
                  <a:lnTo>
                    <a:pt x="490308" y="279400"/>
                  </a:lnTo>
                  <a:lnTo>
                    <a:pt x="498221" y="279400"/>
                  </a:lnTo>
                  <a:lnTo>
                    <a:pt x="534568" y="317500"/>
                  </a:lnTo>
                  <a:lnTo>
                    <a:pt x="552602" y="317500"/>
                  </a:lnTo>
                  <a:lnTo>
                    <a:pt x="572389" y="330200"/>
                  </a:lnTo>
                  <a:lnTo>
                    <a:pt x="572604" y="342900"/>
                  </a:lnTo>
                  <a:lnTo>
                    <a:pt x="572604" y="262483"/>
                  </a:lnTo>
                  <a:lnTo>
                    <a:pt x="567042" y="260261"/>
                  </a:lnTo>
                  <a:lnTo>
                    <a:pt x="567042" y="317500"/>
                  </a:lnTo>
                  <a:lnTo>
                    <a:pt x="566064" y="317500"/>
                  </a:lnTo>
                  <a:lnTo>
                    <a:pt x="566686" y="304800"/>
                  </a:lnTo>
                  <a:lnTo>
                    <a:pt x="567042" y="317500"/>
                  </a:lnTo>
                  <a:lnTo>
                    <a:pt x="567042" y="260261"/>
                  </a:lnTo>
                  <a:lnTo>
                    <a:pt x="551345" y="254000"/>
                  </a:lnTo>
                  <a:lnTo>
                    <a:pt x="518160" y="228600"/>
                  </a:lnTo>
                  <a:lnTo>
                    <a:pt x="471881" y="199847"/>
                  </a:lnTo>
                  <a:lnTo>
                    <a:pt x="471881" y="266700"/>
                  </a:lnTo>
                  <a:lnTo>
                    <a:pt x="468566" y="266700"/>
                  </a:lnTo>
                  <a:lnTo>
                    <a:pt x="468566" y="342900"/>
                  </a:lnTo>
                  <a:lnTo>
                    <a:pt x="461022" y="355600"/>
                  </a:lnTo>
                  <a:lnTo>
                    <a:pt x="454990" y="342900"/>
                  </a:lnTo>
                  <a:lnTo>
                    <a:pt x="453034" y="342900"/>
                  </a:lnTo>
                  <a:lnTo>
                    <a:pt x="456349" y="330200"/>
                  </a:lnTo>
                  <a:lnTo>
                    <a:pt x="460984" y="342900"/>
                  </a:lnTo>
                  <a:lnTo>
                    <a:pt x="468566" y="342900"/>
                  </a:lnTo>
                  <a:lnTo>
                    <a:pt x="468566" y="266700"/>
                  </a:lnTo>
                  <a:lnTo>
                    <a:pt x="449719" y="266700"/>
                  </a:lnTo>
                  <a:lnTo>
                    <a:pt x="434809" y="254000"/>
                  </a:lnTo>
                  <a:lnTo>
                    <a:pt x="420154" y="241300"/>
                  </a:lnTo>
                  <a:lnTo>
                    <a:pt x="431685" y="241300"/>
                  </a:lnTo>
                  <a:lnTo>
                    <a:pt x="445312" y="254000"/>
                  </a:lnTo>
                  <a:lnTo>
                    <a:pt x="459003" y="254000"/>
                  </a:lnTo>
                  <a:lnTo>
                    <a:pt x="471881" y="266700"/>
                  </a:lnTo>
                  <a:lnTo>
                    <a:pt x="471881" y="199847"/>
                  </a:lnTo>
                  <a:lnTo>
                    <a:pt x="456844" y="190500"/>
                  </a:lnTo>
                  <a:lnTo>
                    <a:pt x="400354" y="167982"/>
                  </a:lnTo>
                  <a:lnTo>
                    <a:pt x="400354" y="241300"/>
                  </a:lnTo>
                  <a:lnTo>
                    <a:pt x="383362" y="231813"/>
                  </a:lnTo>
                  <a:lnTo>
                    <a:pt x="383362" y="304800"/>
                  </a:lnTo>
                  <a:lnTo>
                    <a:pt x="377621" y="304800"/>
                  </a:lnTo>
                  <a:lnTo>
                    <a:pt x="376758" y="279400"/>
                  </a:lnTo>
                  <a:lnTo>
                    <a:pt x="381101" y="279400"/>
                  </a:lnTo>
                  <a:lnTo>
                    <a:pt x="383362" y="304800"/>
                  </a:lnTo>
                  <a:lnTo>
                    <a:pt x="383362" y="231813"/>
                  </a:lnTo>
                  <a:lnTo>
                    <a:pt x="377634" y="228600"/>
                  </a:lnTo>
                  <a:lnTo>
                    <a:pt x="396557" y="228600"/>
                  </a:lnTo>
                  <a:lnTo>
                    <a:pt x="400354" y="241300"/>
                  </a:lnTo>
                  <a:lnTo>
                    <a:pt x="400354" y="167982"/>
                  </a:lnTo>
                  <a:lnTo>
                    <a:pt x="393141" y="165100"/>
                  </a:lnTo>
                  <a:lnTo>
                    <a:pt x="375005" y="152400"/>
                  </a:lnTo>
                  <a:lnTo>
                    <a:pt x="356590" y="152400"/>
                  </a:lnTo>
                  <a:lnTo>
                    <a:pt x="338035" y="127000"/>
                  </a:lnTo>
                  <a:lnTo>
                    <a:pt x="297891" y="127000"/>
                  </a:lnTo>
                  <a:lnTo>
                    <a:pt x="276326" y="114300"/>
                  </a:lnTo>
                  <a:lnTo>
                    <a:pt x="233172" y="114300"/>
                  </a:lnTo>
                  <a:lnTo>
                    <a:pt x="211493" y="101600"/>
                  </a:lnTo>
                  <a:lnTo>
                    <a:pt x="145618" y="101600"/>
                  </a:lnTo>
                  <a:lnTo>
                    <a:pt x="108394" y="88900"/>
                  </a:lnTo>
                  <a:lnTo>
                    <a:pt x="0" y="88900"/>
                  </a:lnTo>
                  <a:lnTo>
                    <a:pt x="0" y="177800"/>
                  </a:lnTo>
                  <a:lnTo>
                    <a:pt x="47447" y="177800"/>
                  </a:lnTo>
                  <a:lnTo>
                    <a:pt x="56654" y="190500"/>
                  </a:lnTo>
                  <a:lnTo>
                    <a:pt x="111721" y="190500"/>
                  </a:lnTo>
                  <a:lnTo>
                    <a:pt x="119557" y="203200"/>
                  </a:lnTo>
                  <a:lnTo>
                    <a:pt x="144919" y="203200"/>
                  </a:lnTo>
                  <a:lnTo>
                    <a:pt x="170040" y="228600"/>
                  </a:lnTo>
                  <a:lnTo>
                    <a:pt x="194919" y="228600"/>
                  </a:lnTo>
                  <a:lnTo>
                    <a:pt x="219557" y="241300"/>
                  </a:lnTo>
                  <a:lnTo>
                    <a:pt x="237413" y="241300"/>
                  </a:lnTo>
                  <a:lnTo>
                    <a:pt x="255028" y="254000"/>
                  </a:lnTo>
                  <a:lnTo>
                    <a:pt x="272503" y="254000"/>
                  </a:lnTo>
                  <a:lnTo>
                    <a:pt x="289928" y="266700"/>
                  </a:lnTo>
                  <a:lnTo>
                    <a:pt x="306590" y="266700"/>
                  </a:lnTo>
                  <a:lnTo>
                    <a:pt x="323176" y="279400"/>
                  </a:lnTo>
                  <a:lnTo>
                    <a:pt x="339712" y="279400"/>
                  </a:lnTo>
                  <a:lnTo>
                    <a:pt x="356222" y="304800"/>
                  </a:lnTo>
                  <a:lnTo>
                    <a:pt x="375259" y="304800"/>
                  </a:lnTo>
                  <a:lnTo>
                    <a:pt x="387908" y="317500"/>
                  </a:lnTo>
                  <a:lnTo>
                    <a:pt x="400507" y="317500"/>
                  </a:lnTo>
                  <a:lnTo>
                    <a:pt x="413156" y="330200"/>
                  </a:lnTo>
                  <a:lnTo>
                    <a:pt x="425983" y="342900"/>
                  </a:lnTo>
                  <a:lnTo>
                    <a:pt x="451637" y="342900"/>
                  </a:lnTo>
                  <a:lnTo>
                    <a:pt x="454113" y="355600"/>
                  </a:lnTo>
                  <a:lnTo>
                    <a:pt x="457758" y="355600"/>
                  </a:lnTo>
                  <a:lnTo>
                    <a:pt x="480364" y="381000"/>
                  </a:lnTo>
                  <a:lnTo>
                    <a:pt x="522820" y="406400"/>
                  </a:lnTo>
                  <a:lnTo>
                    <a:pt x="549922" y="406400"/>
                  </a:lnTo>
                  <a:lnTo>
                    <a:pt x="553351" y="419100"/>
                  </a:lnTo>
                  <a:lnTo>
                    <a:pt x="556323" y="419100"/>
                  </a:lnTo>
                  <a:lnTo>
                    <a:pt x="578764" y="431800"/>
                  </a:lnTo>
                  <a:lnTo>
                    <a:pt x="601840" y="457200"/>
                  </a:lnTo>
                  <a:lnTo>
                    <a:pt x="648665" y="495300"/>
                  </a:lnTo>
                  <a:lnTo>
                    <a:pt x="674738" y="508000"/>
                  </a:lnTo>
                  <a:lnTo>
                    <a:pt x="699223" y="546100"/>
                  </a:lnTo>
                  <a:lnTo>
                    <a:pt x="722160" y="571500"/>
                  </a:lnTo>
                  <a:lnTo>
                    <a:pt x="743521" y="584200"/>
                  </a:lnTo>
                  <a:lnTo>
                    <a:pt x="745312" y="584200"/>
                  </a:lnTo>
                  <a:lnTo>
                    <a:pt x="747293" y="609600"/>
                  </a:lnTo>
                  <a:lnTo>
                    <a:pt x="749477" y="609600"/>
                  </a:lnTo>
                  <a:lnTo>
                    <a:pt x="773811" y="635000"/>
                  </a:lnTo>
                  <a:lnTo>
                    <a:pt x="796264" y="673100"/>
                  </a:lnTo>
                  <a:lnTo>
                    <a:pt x="816838" y="698500"/>
                  </a:lnTo>
                  <a:lnTo>
                    <a:pt x="835545" y="723900"/>
                  </a:lnTo>
                  <a:lnTo>
                    <a:pt x="847902" y="749300"/>
                  </a:lnTo>
                  <a:lnTo>
                    <a:pt x="860437" y="762000"/>
                  </a:lnTo>
                  <a:lnTo>
                    <a:pt x="873010" y="787400"/>
                  </a:lnTo>
                  <a:lnTo>
                    <a:pt x="885520" y="800100"/>
                  </a:lnTo>
                  <a:lnTo>
                    <a:pt x="903376" y="838200"/>
                  </a:lnTo>
                  <a:lnTo>
                    <a:pt x="919810" y="863600"/>
                  </a:lnTo>
                  <a:lnTo>
                    <a:pt x="934834" y="914400"/>
                  </a:lnTo>
                  <a:lnTo>
                    <a:pt x="948436" y="939800"/>
                  </a:lnTo>
                  <a:lnTo>
                    <a:pt x="965530" y="990600"/>
                  </a:lnTo>
                  <a:lnTo>
                    <a:pt x="980706" y="1028700"/>
                  </a:lnTo>
                  <a:lnTo>
                    <a:pt x="993952" y="1079500"/>
                  </a:lnTo>
                  <a:lnTo>
                    <a:pt x="1005281" y="1143000"/>
                  </a:lnTo>
                  <a:lnTo>
                    <a:pt x="1014933" y="1181100"/>
                  </a:lnTo>
                  <a:lnTo>
                    <a:pt x="1020991" y="1231900"/>
                  </a:lnTo>
                  <a:lnTo>
                    <a:pt x="1023429" y="1282700"/>
                  </a:lnTo>
                  <a:lnTo>
                    <a:pt x="1022273" y="1320800"/>
                  </a:lnTo>
                  <a:lnTo>
                    <a:pt x="1021638" y="1346200"/>
                  </a:lnTo>
                  <a:lnTo>
                    <a:pt x="1021372" y="1346200"/>
                  </a:lnTo>
                  <a:lnTo>
                    <a:pt x="1020749" y="1397000"/>
                  </a:lnTo>
                  <a:lnTo>
                    <a:pt x="1016000" y="1447800"/>
                  </a:lnTo>
                  <a:lnTo>
                    <a:pt x="1150023" y="1447800"/>
                  </a:lnTo>
                  <a:lnTo>
                    <a:pt x="1152893" y="1435100"/>
                  </a:lnTo>
                  <a:lnTo>
                    <a:pt x="1154315" y="1435100"/>
                  </a:lnTo>
                  <a:lnTo>
                    <a:pt x="1154696" y="1422400"/>
                  </a:lnTo>
                  <a:lnTo>
                    <a:pt x="1154049" y="1422400"/>
                  </a:lnTo>
                  <a:lnTo>
                    <a:pt x="1152359" y="1397000"/>
                  </a:lnTo>
                  <a:lnTo>
                    <a:pt x="1150581" y="1397000"/>
                  </a:lnTo>
                  <a:lnTo>
                    <a:pt x="1151750" y="1384300"/>
                  </a:lnTo>
                  <a:lnTo>
                    <a:pt x="1169962" y="1384300"/>
                  </a:lnTo>
                  <a:lnTo>
                    <a:pt x="1170863" y="1397000"/>
                  </a:lnTo>
                  <a:lnTo>
                    <a:pt x="1174153" y="1435100"/>
                  </a:lnTo>
                  <a:lnTo>
                    <a:pt x="1175435" y="1447800"/>
                  </a:lnTo>
                  <a:lnTo>
                    <a:pt x="1225410" y="1447800"/>
                  </a:lnTo>
                  <a:lnTo>
                    <a:pt x="1226705" y="1435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544617" y="14864437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0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4"/>
                  </a:lnTo>
                  <a:lnTo>
                    <a:pt x="0" y="3300092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5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5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2"/>
                  </a:lnTo>
                  <a:lnTo>
                    <a:pt x="4193765" y="3344384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3726" y="14771732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102" y="3435694"/>
                  </a:moveTo>
                  <a:lnTo>
                    <a:pt x="86515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5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3"/>
                  </a:lnTo>
                  <a:lnTo>
                    <a:pt x="4294618" y="113945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102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51307" y="15230437"/>
            <a:ext cx="3966845" cy="2141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14604" algn="ctr">
              <a:lnSpc>
                <a:spcPct val="105500"/>
              </a:lnSpc>
              <a:spcBef>
                <a:spcPts val="100"/>
              </a:spcBef>
            </a:pPr>
            <a:r>
              <a:rPr sz="1600" b="1" spc="105">
                <a:solidFill>
                  <a:srgbClr val="295C67"/>
                </a:solidFill>
                <a:latin typeface="Times New Roman"/>
                <a:cs typeface="Times New Roman"/>
              </a:rPr>
              <a:t>Apart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that,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research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ethics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fill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in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sense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responsibility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among researchers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make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it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easy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fix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responsibility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case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misconduct.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marL="12065" marR="5080" indent="-635" algn="ctr">
              <a:lnSpc>
                <a:spcPct val="113300"/>
              </a:lnSpc>
            </a:pPr>
            <a:r>
              <a:rPr sz="1600" spc="50">
                <a:solidFill>
                  <a:srgbClr val="0E2326"/>
                </a:solidFill>
                <a:latin typeface="Times New Roman"/>
                <a:cs typeface="Times New Roman"/>
              </a:rPr>
              <a:t>You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</a:rPr>
              <a:t>cannot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35">
                <a:solidFill>
                  <a:srgbClr val="0E2326"/>
                </a:solidFill>
                <a:latin typeface="Times New Roman"/>
                <a:cs typeface="Times New Roman"/>
              </a:rPr>
              <a:t>conduct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65">
                <a:solidFill>
                  <a:srgbClr val="0E2326"/>
                </a:solidFill>
                <a:latin typeface="Times New Roman"/>
                <a:cs typeface="Times New Roman"/>
              </a:rPr>
              <a:t>any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60">
                <a:solidFill>
                  <a:srgbClr val="0E2326"/>
                </a:solidFill>
                <a:latin typeface="Times New Roman"/>
                <a:cs typeface="Times New Roman"/>
              </a:rPr>
              <a:t>data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85">
                <a:solidFill>
                  <a:srgbClr val="0E2326"/>
                </a:solidFill>
                <a:latin typeface="Times New Roman"/>
                <a:cs typeface="Times New Roman"/>
              </a:rPr>
              <a:t>collection </a:t>
            </a:r>
            <a:r>
              <a:rPr sz="1600" spc="145">
                <a:solidFill>
                  <a:srgbClr val="0E2326"/>
                </a:solidFill>
                <a:latin typeface="Times New Roman"/>
                <a:cs typeface="Times New Roman"/>
              </a:rPr>
              <a:t>without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</a:rPr>
              <a:t>receiving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</a:rPr>
              <a:t>ethical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35">
                <a:solidFill>
                  <a:srgbClr val="0E2326"/>
                </a:solidFill>
                <a:latin typeface="Times New Roman"/>
                <a:cs typeface="Times New Roman"/>
              </a:rPr>
              <a:t>clearance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</a:rPr>
              <a:t>to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20">
                <a:solidFill>
                  <a:srgbClr val="0E2326"/>
                </a:solidFill>
                <a:latin typeface="Times New Roman"/>
                <a:cs typeface="Times New Roman"/>
              </a:rPr>
              <a:t>do 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</a:rPr>
              <a:t>so.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406534" y="15534490"/>
            <a:ext cx="3213735" cy="3515995"/>
            <a:chOff x="4406534" y="15534490"/>
            <a:chExt cx="3213735" cy="3515995"/>
          </a:xfrm>
        </p:grpSpPr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06534" y="15534490"/>
              <a:ext cx="2941699" cy="205288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644038" y="17839202"/>
              <a:ext cx="975961" cy="1210799"/>
            </a:xfrm>
            <a:prstGeom prst="rect">
              <a:avLst/>
            </a:prstGeom>
          </p:spPr>
        </p:pic>
      </p:grpSp>
      <p:grpSp>
        <p:nvGrpSpPr>
          <p:cNvPr id="60" name="object 60"/>
          <p:cNvGrpSpPr/>
          <p:nvPr/>
        </p:nvGrpSpPr>
        <p:grpSpPr>
          <a:xfrm>
            <a:off x="396" y="11678017"/>
            <a:ext cx="3014345" cy="2576830"/>
            <a:chOff x="396" y="11678017"/>
            <a:chExt cx="3014345" cy="2576830"/>
          </a:xfrm>
        </p:grpSpPr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7" y="11678017"/>
              <a:ext cx="3013362" cy="228827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54527" y="13982366"/>
              <a:ext cx="82480" cy="9491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96" y="13427372"/>
              <a:ext cx="90891" cy="845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58327" y="14000520"/>
              <a:ext cx="79395" cy="8150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345" y="14158125"/>
              <a:ext cx="64003" cy="74721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26084" y="14190650"/>
              <a:ext cx="66005" cy="63603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1377829" y="18513651"/>
            <a:ext cx="508317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40585">
              <a:lnSpc>
                <a:spcPct val="114599"/>
              </a:lnSpc>
              <a:spcBef>
                <a:spcPts val="100"/>
              </a:spcBef>
            </a:pPr>
            <a:r>
              <a:rPr sz="1200" spc="114">
                <a:solidFill>
                  <a:srgbClr val="295C67"/>
                </a:solidFill>
                <a:latin typeface="Times New Roman"/>
                <a:cs typeface="Times New Roman"/>
              </a:rPr>
              <a:t>Credit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200" spc="65">
                <a:solidFill>
                  <a:srgbClr val="295C67"/>
                </a:solidFill>
                <a:latin typeface="Times New Roman"/>
                <a:cs typeface="Times New Roman"/>
              </a:rPr>
              <a:t>to: 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  <a:hlinkClick r:id="rId35"/>
              </a:rPr>
              <a:t>https://www.editage.com/insights/importance-</a:t>
            </a:r>
            <a:r>
              <a:rPr sz="1200" spc="80">
                <a:solidFill>
                  <a:srgbClr val="295C67"/>
                </a:solidFill>
                <a:latin typeface="Times New Roman"/>
                <a:cs typeface="Times New Roman"/>
                <a:hlinkClick r:id="rId35"/>
              </a:rPr>
              <a:t>of-</a:t>
            </a:r>
            <a:r>
              <a:rPr sz="1200" spc="150">
                <a:solidFill>
                  <a:srgbClr val="295C67"/>
                </a:solidFill>
                <a:latin typeface="Times New Roman"/>
                <a:cs typeface="Times New Roman"/>
                <a:hlinkClick r:id="rId35"/>
              </a:rPr>
              <a:t>research-</a:t>
            </a:r>
            <a:r>
              <a:rPr sz="1200" spc="114">
                <a:solidFill>
                  <a:srgbClr val="295C67"/>
                </a:solidFill>
                <a:latin typeface="Times New Roman"/>
                <a:cs typeface="Times New Roman"/>
                <a:hlinkClick r:id="rId35"/>
              </a:rPr>
              <a:t>ethics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8730" y="7436749"/>
            <a:ext cx="4053204" cy="296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05" marR="5080" algn="ctr">
              <a:lnSpc>
                <a:spcPct val="105500"/>
              </a:lnSpc>
              <a:spcBef>
                <a:spcPts val="100"/>
              </a:spcBef>
            </a:pPr>
            <a:r>
              <a:rPr sz="1600" b="1" spc="9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You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must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follow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ethical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guidelines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issued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by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regulatory</a:t>
            </a:r>
            <a:r>
              <a:rPr sz="1600" b="1" spc="4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committees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to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ensure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safety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of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participants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of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a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study,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public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at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large,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that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of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researcher</a:t>
            </a:r>
            <a:r>
              <a:rPr sz="1600" spc="125">
                <a:solidFill>
                  <a:srgbClr val="295C67"/>
                </a:solidFill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15"/>
              </a:spcBef>
            </a:pPr>
            <a:endParaRPr sz="1600">
              <a:latin typeface="Times New Roman"/>
              <a:cs typeface="Times New Roman"/>
            </a:endParaRPr>
          </a:p>
          <a:p>
            <a:pPr marL="12065" marR="5715" indent="-635" algn="ctr">
              <a:lnSpc>
                <a:spcPct val="113300"/>
              </a:lnSpc>
              <a:spcBef>
                <a:spcPts val="5"/>
              </a:spcBef>
            </a:pPr>
            <a:r>
              <a:rPr sz="1600" spc="10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Following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1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ethical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guidelines</a:t>
            </a:r>
            <a:r>
              <a:rPr sz="1600" spc="3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will</a:t>
            </a:r>
            <a:r>
              <a:rPr sz="1600" spc="4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ensure</a:t>
            </a:r>
            <a:r>
              <a:rPr sz="1600" spc="15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that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your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research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7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is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4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authentic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and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error-</a:t>
            </a:r>
            <a:r>
              <a:rPr sz="1600" spc="1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free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and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will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allow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3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you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14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to</a:t>
            </a:r>
            <a:r>
              <a:rPr sz="1600" spc="2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gain</a:t>
            </a:r>
            <a:r>
              <a:rPr sz="1600" spc="2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95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credibility</a:t>
            </a:r>
            <a:r>
              <a:rPr sz="1600" spc="95">
                <a:solidFill>
                  <a:srgbClr val="0E2326"/>
                </a:solidFill>
                <a:latin typeface="Times New Roman"/>
                <a:cs typeface="Times New Roman"/>
              </a:rPr>
              <a:t> </a:t>
            </a:r>
            <a:r>
              <a:rPr sz="1600" spc="1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and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support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from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15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the</a:t>
            </a:r>
            <a:r>
              <a:rPr sz="1600" spc="3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 </a:t>
            </a:r>
            <a:r>
              <a:rPr sz="1600" spc="90">
                <a:solidFill>
                  <a:srgbClr val="0E2326"/>
                </a:solidFill>
                <a:latin typeface="Times New Roman"/>
                <a:cs typeface="Times New Roman"/>
                <a:hlinkClick r:id="rId26"/>
              </a:rPr>
              <a:t>public.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267" y="416481"/>
            <a:ext cx="6947534" cy="1483740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10">
                <a:solidFill>
                  <a:srgbClr val="295C67"/>
                </a:solidFill>
                <a:latin typeface="Arial"/>
                <a:cs typeface="Arial"/>
              </a:rPr>
              <a:t>1...What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>
                <a:solidFill>
                  <a:srgbClr val="295C67"/>
                </a:solidFill>
                <a:latin typeface="Arial"/>
                <a:cs typeface="Arial"/>
              </a:rPr>
              <a:t>is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10">
                <a:solidFill>
                  <a:srgbClr val="295C67"/>
                </a:solidFill>
                <a:latin typeface="Arial"/>
                <a:cs typeface="Arial"/>
              </a:rPr>
              <a:t>the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75">
                <a:solidFill>
                  <a:srgbClr val="295C67"/>
                </a:solidFill>
                <a:latin typeface="Arial"/>
                <a:cs typeface="Arial"/>
              </a:rPr>
              <a:t>importance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05">
                <a:solidFill>
                  <a:srgbClr val="295C67"/>
                </a:solidFill>
                <a:latin typeface="Arial"/>
                <a:cs typeface="Arial"/>
              </a:rPr>
              <a:t>of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50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60">
                <a:solidFill>
                  <a:srgbClr val="295C67"/>
                </a:solidFill>
                <a:latin typeface="Arial"/>
                <a:cs typeface="Arial"/>
              </a:rPr>
              <a:t>ethics?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Arial"/>
              <a:cs typeface="Arial"/>
            </a:endParaRPr>
          </a:p>
          <a:p>
            <a:pPr marL="1833880" marR="1280160" indent="-626745">
              <a:lnSpc>
                <a:spcPts val="2780"/>
              </a:lnSpc>
            </a:pP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Fabricating</a:t>
            </a:r>
            <a:r>
              <a:rPr sz="2400" spc="-13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75">
                <a:solidFill>
                  <a:srgbClr val="295C67"/>
                </a:solidFill>
                <a:latin typeface="Arial Black"/>
                <a:cs typeface="Arial Black"/>
              </a:rPr>
              <a:t>and</a:t>
            </a:r>
            <a:r>
              <a:rPr sz="2400" spc="-12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plagiarising: </a:t>
            </a:r>
            <a:r>
              <a:rPr sz="2400" spc="-55">
                <a:solidFill>
                  <a:srgbClr val="295C67"/>
                </a:solidFill>
                <a:latin typeface="Arial Black"/>
                <a:cs typeface="Arial Black"/>
              </a:rPr>
              <a:t>when</a:t>
            </a:r>
            <a:r>
              <a:rPr sz="2400" spc="-15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95">
                <a:solidFill>
                  <a:srgbClr val="295C67"/>
                </a:solidFill>
                <a:latin typeface="Arial Black"/>
                <a:cs typeface="Arial Black"/>
              </a:rPr>
              <a:t>researchers</a:t>
            </a:r>
            <a:r>
              <a:rPr sz="2400" spc="-15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25">
                <a:solidFill>
                  <a:srgbClr val="295C67"/>
                </a:solidFill>
                <a:latin typeface="Arial Black"/>
                <a:cs typeface="Arial Black"/>
              </a:rPr>
              <a:t>lie</a:t>
            </a:r>
            <a:endParaRPr lang="en-ZA" sz="2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553" y="766969"/>
            <a:ext cx="73458" cy="1035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389128" y="3"/>
            <a:ext cx="85090" cy="42545"/>
          </a:xfrm>
          <a:custGeom>
            <a:avLst/>
            <a:gdLst/>
            <a:ahLst/>
            <a:cxnLst/>
            <a:rect l="l" t="t" r="r" b="b"/>
            <a:pathLst>
              <a:path w="85090" h="42545">
                <a:moveTo>
                  <a:pt x="52412" y="42062"/>
                </a:moveTo>
                <a:lnTo>
                  <a:pt x="47668" y="41545"/>
                </a:lnTo>
                <a:lnTo>
                  <a:pt x="44606" y="41743"/>
                </a:lnTo>
                <a:lnTo>
                  <a:pt x="41556" y="41628"/>
                </a:lnTo>
                <a:lnTo>
                  <a:pt x="6339" y="20045"/>
                </a:lnTo>
                <a:lnTo>
                  <a:pt x="0" y="0"/>
                </a:lnTo>
                <a:lnTo>
                  <a:pt x="83769" y="0"/>
                </a:lnTo>
                <a:lnTo>
                  <a:pt x="84078" y="1242"/>
                </a:lnTo>
                <a:lnTo>
                  <a:pt x="84678" y="8022"/>
                </a:lnTo>
                <a:lnTo>
                  <a:pt x="84724" y="12793"/>
                </a:lnTo>
                <a:lnTo>
                  <a:pt x="83791" y="17364"/>
                </a:lnTo>
                <a:lnTo>
                  <a:pt x="52412" y="42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1825" y="76239"/>
            <a:ext cx="75606" cy="942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2256" y="925953"/>
            <a:ext cx="75761" cy="1104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030" y="576855"/>
            <a:ext cx="72989" cy="1027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7059" y="460780"/>
            <a:ext cx="72040" cy="97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811" y="704407"/>
            <a:ext cx="80610" cy="8583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43318" y="423889"/>
            <a:ext cx="68556" cy="882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82862" y="91116"/>
            <a:ext cx="73212" cy="8088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9247" y="45429"/>
            <a:ext cx="71517" cy="7709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91712" y="367450"/>
            <a:ext cx="66898" cy="784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4137" y="810365"/>
            <a:ext cx="72224" cy="772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7833" y="313285"/>
            <a:ext cx="67566" cy="767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69167" y="196984"/>
            <a:ext cx="67343" cy="75356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796363" y="371196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35621" y="596588"/>
            <a:ext cx="68145" cy="7963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9296" y="171942"/>
            <a:ext cx="65760" cy="7200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592753" y="77814"/>
            <a:ext cx="27305" cy="65405"/>
          </a:xfrm>
          <a:custGeom>
            <a:avLst/>
            <a:gdLst/>
            <a:ahLst/>
            <a:cxnLst/>
            <a:rect l="l" t="t" r="r" b="b"/>
            <a:pathLst>
              <a:path w="27304" h="65405">
                <a:moveTo>
                  <a:pt x="27246" y="65211"/>
                </a:moveTo>
                <a:lnTo>
                  <a:pt x="448" y="30786"/>
                </a:lnTo>
                <a:lnTo>
                  <a:pt x="0" y="21056"/>
                </a:lnTo>
                <a:lnTo>
                  <a:pt x="318" y="17834"/>
                </a:lnTo>
                <a:lnTo>
                  <a:pt x="988" y="14646"/>
                </a:lnTo>
                <a:lnTo>
                  <a:pt x="4768" y="6826"/>
                </a:lnTo>
                <a:lnTo>
                  <a:pt x="10890" y="1943"/>
                </a:lnTo>
                <a:lnTo>
                  <a:pt x="19355" y="0"/>
                </a:lnTo>
                <a:lnTo>
                  <a:pt x="22564" y="202"/>
                </a:lnTo>
                <a:lnTo>
                  <a:pt x="25715" y="744"/>
                </a:lnTo>
                <a:lnTo>
                  <a:pt x="27246" y="1182"/>
                </a:lnTo>
                <a:lnTo>
                  <a:pt x="27246" y="6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44527" y="299042"/>
            <a:ext cx="63607" cy="65976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6876469" y="576733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80788" y="796182"/>
            <a:ext cx="62865" cy="64769"/>
          </a:xfrm>
          <a:custGeom>
            <a:avLst/>
            <a:gdLst/>
            <a:ahLst/>
            <a:cxnLst/>
            <a:rect l="l" t="t" r="r" b="b"/>
            <a:pathLst>
              <a:path w="62865" h="64769">
                <a:moveTo>
                  <a:pt x="33693" y="64512"/>
                </a:moveTo>
                <a:lnTo>
                  <a:pt x="20282" y="61478"/>
                </a:lnTo>
                <a:lnTo>
                  <a:pt x="8930" y="51242"/>
                </a:lnTo>
                <a:lnTo>
                  <a:pt x="1536" y="36884"/>
                </a:lnTo>
                <a:lnTo>
                  <a:pt x="0" y="21486"/>
                </a:lnTo>
                <a:lnTo>
                  <a:pt x="140" y="18147"/>
                </a:lnTo>
                <a:lnTo>
                  <a:pt x="21136" y="0"/>
                </a:lnTo>
                <a:lnTo>
                  <a:pt x="24395" y="86"/>
                </a:lnTo>
                <a:lnTo>
                  <a:pt x="27635" y="908"/>
                </a:lnTo>
                <a:lnTo>
                  <a:pt x="32930" y="1794"/>
                </a:lnTo>
                <a:lnTo>
                  <a:pt x="62396" y="36514"/>
                </a:lnTo>
                <a:lnTo>
                  <a:pt x="62754" y="41773"/>
                </a:lnTo>
                <a:lnTo>
                  <a:pt x="62093" y="47102"/>
                </a:lnTo>
                <a:lnTo>
                  <a:pt x="56379" y="51514"/>
                </a:lnTo>
                <a:lnTo>
                  <a:pt x="49607" y="56971"/>
                </a:lnTo>
                <a:lnTo>
                  <a:pt x="41978" y="61845"/>
                </a:lnTo>
                <a:lnTo>
                  <a:pt x="33693" y="645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2769" y="7621805"/>
            <a:ext cx="75606" cy="942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326637" y="7140188"/>
            <a:ext cx="79335" cy="770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534263" y="7969455"/>
            <a:ext cx="68556" cy="88262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7605483" y="7275347"/>
            <a:ext cx="14604" cy="61594"/>
          </a:xfrm>
          <a:custGeom>
            <a:avLst/>
            <a:gdLst/>
            <a:ahLst/>
            <a:cxnLst/>
            <a:rect l="l" t="t" r="r" b="b"/>
            <a:pathLst>
              <a:path w="14604" h="61595">
                <a:moveTo>
                  <a:pt x="14515" y="61384"/>
                </a:moveTo>
                <a:lnTo>
                  <a:pt x="800" y="34606"/>
                </a:lnTo>
                <a:lnTo>
                  <a:pt x="0" y="29562"/>
                </a:lnTo>
                <a:lnTo>
                  <a:pt x="14515" y="0"/>
                </a:lnTo>
                <a:lnTo>
                  <a:pt x="14515" y="61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3807" y="7636682"/>
            <a:ext cx="73212" cy="8088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85082" y="8355931"/>
            <a:ext cx="72224" cy="7720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02939" y="7392242"/>
            <a:ext cx="71877" cy="7522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83287" y="7094888"/>
            <a:ext cx="72935" cy="72462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560112" y="774254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5">
                <a:moveTo>
                  <a:pt x="41304" y="75356"/>
                </a:moveTo>
                <a:lnTo>
                  <a:pt x="39343" y="75278"/>
                </a:lnTo>
                <a:lnTo>
                  <a:pt x="37392" y="74976"/>
                </a:lnTo>
                <a:lnTo>
                  <a:pt x="32368" y="74667"/>
                </a:lnTo>
                <a:lnTo>
                  <a:pt x="1029" y="45531"/>
                </a:lnTo>
                <a:lnTo>
                  <a:pt x="0" y="35649"/>
                </a:lnTo>
                <a:lnTo>
                  <a:pt x="3604" y="22898"/>
                </a:lnTo>
                <a:lnTo>
                  <a:pt x="11263" y="11319"/>
                </a:lnTo>
                <a:lnTo>
                  <a:pt x="21167" y="2993"/>
                </a:lnTo>
                <a:lnTo>
                  <a:pt x="31504" y="0"/>
                </a:lnTo>
                <a:lnTo>
                  <a:pt x="36655" y="1373"/>
                </a:lnTo>
                <a:lnTo>
                  <a:pt x="41445" y="3544"/>
                </a:lnTo>
                <a:lnTo>
                  <a:pt x="50301" y="9481"/>
                </a:lnTo>
                <a:lnTo>
                  <a:pt x="54129" y="13087"/>
                </a:lnTo>
                <a:lnTo>
                  <a:pt x="59887" y="20657"/>
                </a:lnTo>
                <a:lnTo>
                  <a:pt x="59887" y="67514"/>
                </a:lnTo>
                <a:lnTo>
                  <a:pt x="45242" y="75065"/>
                </a:lnTo>
                <a:lnTo>
                  <a:pt x="41304" y="75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87308" y="7916762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67414" y="8122298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7428527" y="7373591"/>
            <a:ext cx="162560" cy="136525"/>
            <a:chOff x="7428527" y="7373591"/>
            <a:chExt cx="162560" cy="136525"/>
          </a:xfrm>
        </p:grpSpPr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24700" y="7436055"/>
              <a:ext cx="65959" cy="734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428527" y="7373591"/>
              <a:ext cx="55244" cy="57785"/>
            </a:xfrm>
            <a:custGeom>
              <a:avLst/>
              <a:gdLst/>
              <a:ahLst/>
              <a:cxnLst/>
              <a:rect l="l" t="t" r="r" b="b"/>
              <a:pathLst>
                <a:path w="55245" h="57784">
                  <a:moveTo>
                    <a:pt x="32157" y="57423"/>
                  </a:moveTo>
                  <a:lnTo>
                    <a:pt x="1436" y="34697"/>
                  </a:lnTo>
                  <a:lnTo>
                    <a:pt x="0" y="25878"/>
                  </a:lnTo>
                  <a:lnTo>
                    <a:pt x="5" y="22249"/>
                  </a:lnTo>
                  <a:lnTo>
                    <a:pt x="24683" y="0"/>
                  </a:lnTo>
                  <a:lnTo>
                    <a:pt x="28294" y="369"/>
                  </a:lnTo>
                  <a:lnTo>
                    <a:pt x="31949" y="392"/>
                  </a:lnTo>
                  <a:lnTo>
                    <a:pt x="55174" y="24798"/>
                  </a:lnTo>
                  <a:lnTo>
                    <a:pt x="55015" y="28451"/>
                  </a:lnTo>
                  <a:lnTo>
                    <a:pt x="52447" y="36612"/>
                  </a:lnTo>
                  <a:lnTo>
                    <a:pt x="47357" y="44203"/>
                  </a:lnTo>
                  <a:lnTo>
                    <a:pt x="41509" y="51044"/>
                  </a:lnTo>
                  <a:lnTo>
                    <a:pt x="36669" y="56957"/>
                  </a:lnTo>
                  <a:lnTo>
                    <a:pt x="32157" y="5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3720" y="2254383"/>
            <a:ext cx="4461510" cy="3579495"/>
            <a:chOff x="503720" y="2254383"/>
            <a:chExt cx="4461510" cy="3579495"/>
          </a:xfrm>
        </p:grpSpPr>
        <p:sp>
          <p:nvSpPr>
            <p:cNvPr id="39" name="object 39"/>
            <p:cNvSpPr/>
            <p:nvPr/>
          </p:nvSpPr>
          <p:spPr>
            <a:xfrm>
              <a:off x="761999" y="2420038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60">
                  <a:moveTo>
                    <a:pt x="4092555" y="3413275"/>
                  </a:moveTo>
                  <a:lnTo>
                    <a:pt x="110184" y="3413275"/>
                  </a:lnTo>
                  <a:lnTo>
                    <a:pt x="69653" y="3405062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2"/>
                  </a:lnTo>
                  <a:lnTo>
                    <a:pt x="4092555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720" y="2254383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5">
                  <a:moveTo>
                    <a:pt x="4208098" y="3435694"/>
                  </a:moveTo>
                  <a:lnTo>
                    <a:pt x="86520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3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8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2249" y="2702218"/>
            <a:ext cx="3877945" cy="2082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 marR="145415" algn="ctr">
              <a:lnSpc>
                <a:spcPct val="105500"/>
              </a:lnSpc>
              <a:spcBef>
                <a:spcPts val="100"/>
              </a:spcBef>
            </a:pP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According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Sunday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Times,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6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28</a:t>
            </a:r>
            <a:r>
              <a:rPr sz="1600" b="1" spc="6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September</a:t>
            </a:r>
            <a:r>
              <a:rPr sz="1600" b="1" spc="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6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1986</a:t>
            </a:r>
            <a:r>
              <a:rPr sz="1600" b="1" spc="65">
                <a:solidFill>
                  <a:srgbClr val="295C67"/>
                </a:solidFill>
                <a:latin typeface="Times New Roman"/>
                <a:cs typeface="Times New Roman"/>
              </a:rPr>
              <a:t>...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5500"/>
              </a:lnSpc>
            </a:pP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researcher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Deakin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University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in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9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1970s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(Michael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Briggs)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fabricated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published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his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data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relating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contraceptive</a:t>
            </a:r>
            <a:r>
              <a:rPr sz="1600" b="1" spc="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9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pill</a:t>
            </a:r>
            <a:endParaRPr sz="1600">
              <a:latin typeface="Times New Roman"/>
              <a:cs typeface="Times New Roman"/>
            </a:endParaRPr>
          </a:p>
          <a:p>
            <a:pPr marL="163830" marR="103505" algn="ctr">
              <a:lnSpc>
                <a:spcPct val="105500"/>
              </a:lnSpc>
            </a:pP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deception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was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only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admitted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in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0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mid-</a:t>
            </a:r>
            <a:r>
              <a:rPr sz="1600" b="1" spc="8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1980s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83726" y="7213455"/>
            <a:ext cx="4363720" cy="3506470"/>
            <a:chOff x="383726" y="7213455"/>
            <a:chExt cx="4363720" cy="3506470"/>
          </a:xfrm>
        </p:grpSpPr>
        <p:sp>
          <p:nvSpPr>
            <p:cNvPr id="43" name="object 43"/>
            <p:cNvSpPr/>
            <p:nvPr/>
          </p:nvSpPr>
          <p:spPr>
            <a:xfrm>
              <a:off x="544617" y="730616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8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5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5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3"/>
                  </a:lnTo>
                  <a:lnTo>
                    <a:pt x="4092558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726" y="721345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099" y="3435694"/>
                  </a:moveTo>
                  <a:lnTo>
                    <a:pt x="86518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5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5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9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920199" y="10988575"/>
            <a:ext cx="4363720" cy="3506470"/>
            <a:chOff x="2920199" y="10988575"/>
            <a:chExt cx="4363720" cy="3506470"/>
          </a:xfrm>
        </p:grpSpPr>
        <p:sp>
          <p:nvSpPr>
            <p:cNvPr id="46" name="object 46"/>
            <p:cNvSpPr/>
            <p:nvPr/>
          </p:nvSpPr>
          <p:spPr>
            <a:xfrm>
              <a:off x="3081090" y="1108128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20199" y="1098857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102" y="3435694"/>
                  </a:moveTo>
                  <a:lnTo>
                    <a:pt x="86516" y="3435694"/>
                  </a:lnTo>
                  <a:lnTo>
                    <a:pt x="69653" y="3432277"/>
                  </a:lnTo>
                  <a:lnTo>
                    <a:pt x="33428" y="3407824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4"/>
                  </a:lnTo>
                  <a:lnTo>
                    <a:pt x="4224964" y="3432277"/>
                  </a:lnTo>
                  <a:lnTo>
                    <a:pt x="4208102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2996005" y="11216034"/>
            <a:ext cx="4143375" cy="31115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6670" marR="19685" algn="ctr">
              <a:lnSpc>
                <a:spcPct val="105500"/>
              </a:lnSpc>
              <a:spcBef>
                <a:spcPts val="100"/>
              </a:spcBef>
            </a:pP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Briggs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admitted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Sunday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Times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had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collected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unpublished,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small-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scale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findings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other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people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generalised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them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into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apparently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extensive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convincing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trials.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95">
                <a:solidFill>
                  <a:srgbClr val="295C67"/>
                </a:solidFill>
                <a:latin typeface="Times New Roman"/>
                <a:cs typeface="Times New Roman"/>
              </a:rPr>
              <a:t>He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refused,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however,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reveal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where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got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this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data.</a:t>
            </a:r>
            <a:endParaRPr sz="1600">
              <a:latin typeface="Times New Roman"/>
              <a:cs typeface="Times New Roman"/>
            </a:endParaRPr>
          </a:p>
          <a:p>
            <a:pPr marL="12700" marR="5080" indent="-635" algn="ctr">
              <a:lnSpc>
                <a:spcPct val="105500"/>
              </a:lnSpc>
            </a:pPr>
            <a:r>
              <a:rPr sz="1600" b="1">
                <a:solidFill>
                  <a:srgbClr val="295C67"/>
                </a:solidFill>
                <a:latin typeface="Times New Roman"/>
                <a:cs typeface="Times New Roman"/>
              </a:rPr>
              <a:t>“</a:t>
            </a:r>
            <a:r>
              <a:rPr sz="1600" b="1" i="1">
                <a:solidFill>
                  <a:srgbClr val="295C67"/>
                </a:solidFill>
                <a:latin typeface="Times New Roman"/>
                <a:cs typeface="Times New Roman"/>
              </a:rPr>
              <a:t>If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>
                <a:solidFill>
                  <a:srgbClr val="295C67"/>
                </a:solidFill>
                <a:latin typeface="Times New Roman"/>
                <a:cs typeface="Times New Roman"/>
              </a:rPr>
              <a:t>I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40">
                <a:solidFill>
                  <a:srgbClr val="295C67"/>
                </a:solidFill>
                <a:latin typeface="Times New Roman"/>
                <a:cs typeface="Times New Roman"/>
              </a:rPr>
              <a:t>tell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90">
                <a:solidFill>
                  <a:srgbClr val="295C67"/>
                </a:solidFill>
                <a:latin typeface="Times New Roman"/>
                <a:cs typeface="Times New Roman"/>
              </a:rPr>
              <a:t>you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20">
                <a:solidFill>
                  <a:srgbClr val="295C67"/>
                </a:solidFill>
                <a:latin typeface="Times New Roman"/>
                <a:cs typeface="Times New Roman"/>
              </a:rPr>
              <a:t>who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85">
                <a:solidFill>
                  <a:srgbClr val="295C67"/>
                </a:solidFill>
                <a:latin typeface="Times New Roman"/>
                <a:cs typeface="Times New Roman"/>
              </a:rPr>
              <a:t>organised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6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i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55">
                <a:solidFill>
                  <a:srgbClr val="295C67"/>
                </a:solidFill>
                <a:latin typeface="Times New Roman"/>
                <a:cs typeface="Times New Roman"/>
              </a:rPr>
              <a:t>studies, </a:t>
            </a:r>
            <a:r>
              <a:rPr sz="1600" b="1" i="1" spc="190">
                <a:solidFill>
                  <a:srgbClr val="295C67"/>
                </a:solidFill>
                <a:latin typeface="Times New Roman"/>
                <a:cs typeface="Times New Roman"/>
              </a:rPr>
              <a:t>you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65">
                <a:solidFill>
                  <a:srgbClr val="295C67"/>
                </a:solidFill>
                <a:latin typeface="Times New Roman"/>
                <a:cs typeface="Times New Roman"/>
              </a:rPr>
              <a:t>will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04">
                <a:solidFill>
                  <a:srgbClr val="295C67"/>
                </a:solidFill>
                <a:latin typeface="Times New Roman"/>
                <a:cs typeface="Times New Roman"/>
              </a:rPr>
              <a:t>know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20">
                <a:solidFill>
                  <a:srgbClr val="295C67"/>
                </a:solidFill>
                <a:latin typeface="Times New Roman"/>
                <a:cs typeface="Times New Roman"/>
              </a:rPr>
              <a:t>who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50">
                <a:solidFill>
                  <a:srgbClr val="295C67"/>
                </a:solidFill>
                <a:latin typeface="Times New Roman"/>
                <a:cs typeface="Times New Roman"/>
              </a:rPr>
              <a:t>is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45">
                <a:solidFill>
                  <a:srgbClr val="295C67"/>
                </a:solidFill>
                <a:latin typeface="Times New Roman"/>
                <a:cs typeface="Times New Roman"/>
              </a:rPr>
              <a:t>involved,”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4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65">
                <a:solidFill>
                  <a:srgbClr val="295C67"/>
                </a:solidFill>
                <a:latin typeface="Times New Roman"/>
                <a:cs typeface="Times New Roman"/>
              </a:rPr>
              <a:t>said. </a:t>
            </a:r>
            <a:r>
              <a:rPr sz="1600" b="1" i="1">
                <a:solidFill>
                  <a:srgbClr val="295C67"/>
                </a:solidFill>
                <a:latin typeface="Times New Roman"/>
                <a:cs typeface="Times New Roman"/>
              </a:rPr>
              <a:t>“I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45">
                <a:solidFill>
                  <a:srgbClr val="295C67"/>
                </a:solidFill>
                <a:latin typeface="Times New Roman"/>
                <a:cs typeface="Times New Roman"/>
              </a:rPr>
              <a:t>still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04">
                <a:solidFill>
                  <a:srgbClr val="295C67"/>
                </a:solidFill>
                <a:latin typeface="Times New Roman"/>
                <a:cs typeface="Times New Roman"/>
              </a:rPr>
              <a:t>know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35">
                <a:solidFill>
                  <a:srgbClr val="295C67"/>
                </a:solidFill>
                <a:latin typeface="Times New Roman"/>
                <a:cs typeface="Times New Roman"/>
              </a:rPr>
              <a:t>many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00">
                <a:solidFill>
                  <a:srgbClr val="295C67"/>
                </a:solidFill>
                <a:latin typeface="Times New Roman"/>
                <a:cs typeface="Times New Roman"/>
              </a:rPr>
              <a:t>them</a:t>
            </a:r>
            <a:r>
              <a:rPr sz="1600" b="1" i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60">
                <a:solidFill>
                  <a:srgbClr val="295C67"/>
                </a:solidFill>
                <a:latin typeface="Times New Roman"/>
                <a:cs typeface="Times New Roman"/>
              </a:rPr>
              <a:t>personally, </a:t>
            </a:r>
            <a:r>
              <a:rPr sz="1600" b="1" i="1" spc="229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70">
                <a:solidFill>
                  <a:srgbClr val="295C67"/>
                </a:solidFill>
                <a:latin typeface="Times New Roman"/>
                <a:cs typeface="Times New Roman"/>
              </a:rPr>
              <a:t>I’m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90">
                <a:solidFill>
                  <a:srgbClr val="295C67"/>
                </a:solidFill>
                <a:latin typeface="Times New Roman"/>
                <a:cs typeface="Times New Roman"/>
              </a:rPr>
              <a:t>not</a:t>
            </a:r>
            <a:r>
              <a:rPr sz="1600" b="1" i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04">
                <a:solidFill>
                  <a:srgbClr val="295C67"/>
                </a:solidFill>
                <a:latin typeface="Times New Roman"/>
                <a:cs typeface="Times New Roman"/>
              </a:rPr>
              <a:t>prepared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9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220">
                <a:solidFill>
                  <a:srgbClr val="295C67"/>
                </a:solidFill>
                <a:latin typeface="Times New Roman"/>
                <a:cs typeface="Times New Roman"/>
              </a:rPr>
              <a:t>drop</a:t>
            </a:r>
            <a:r>
              <a:rPr sz="1600" b="1" i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55">
                <a:solidFill>
                  <a:srgbClr val="295C67"/>
                </a:solidFill>
                <a:latin typeface="Times New Roman"/>
                <a:cs typeface="Times New Roman"/>
              </a:rPr>
              <a:t>people</a:t>
            </a:r>
            <a:r>
              <a:rPr sz="1600" b="1" i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i="1" spc="120">
                <a:solidFill>
                  <a:srgbClr val="295C67"/>
                </a:solidFill>
                <a:latin typeface="Times New Roman"/>
                <a:cs typeface="Times New Roman"/>
              </a:rPr>
              <a:t>in </a:t>
            </a:r>
            <a:r>
              <a:rPr sz="1600" b="1" i="1" spc="75">
                <a:solidFill>
                  <a:srgbClr val="295C67"/>
                </a:solidFill>
                <a:latin typeface="Times New Roman"/>
                <a:cs typeface="Times New Roman"/>
              </a:rPr>
              <a:t>it.</a:t>
            </a:r>
            <a:r>
              <a:rPr sz="1600" b="1" spc="75">
                <a:solidFill>
                  <a:srgbClr val="295C67"/>
                </a:solidFill>
                <a:latin typeface="Times New Roman"/>
                <a:cs typeface="Times New Roman"/>
              </a:rPr>
              <a:t>”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14864436"/>
            <a:ext cx="4747895" cy="4175125"/>
            <a:chOff x="0" y="14864436"/>
            <a:chExt cx="4747895" cy="4175125"/>
          </a:xfrm>
        </p:grpSpPr>
        <p:sp>
          <p:nvSpPr>
            <p:cNvPr id="50" name="object 50"/>
            <p:cNvSpPr/>
            <p:nvPr/>
          </p:nvSpPr>
          <p:spPr>
            <a:xfrm>
              <a:off x="0" y="17591315"/>
              <a:ext cx="1226820" cy="1447800"/>
            </a:xfrm>
            <a:custGeom>
              <a:avLst/>
              <a:gdLst/>
              <a:ahLst/>
              <a:cxnLst/>
              <a:rect l="l" t="t" r="r" b="b"/>
              <a:pathLst>
                <a:path w="1226820" h="1447800">
                  <a:moveTo>
                    <a:pt x="933069" y="1397000"/>
                  </a:moveTo>
                  <a:lnTo>
                    <a:pt x="932357" y="1358900"/>
                  </a:lnTo>
                  <a:lnTo>
                    <a:pt x="928420" y="1308100"/>
                  </a:lnTo>
                  <a:lnTo>
                    <a:pt x="922489" y="1257300"/>
                  </a:lnTo>
                  <a:lnTo>
                    <a:pt x="914565" y="1219200"/>
                  </a:lnTo>
                  <a:lnTo>
                    <a:pt x="904646" y="1168400"/>
                  </a:lnTo>
                  <a:lnTo>
                    <a:pt x="898652" y="1143000"/>
                  </a:lnTo>
                  <a:lnTo>
                    <a:pt x="891489" y="1130300"/>
                  </a:lnTo>
                  <a:lnTo>
                    <a:pt x="883996" y="1092200"/>
                  </a:lnTo>
                  <a:lnTo>
                    <a:pt x="876973" y="1066800"/>
                  </a:lnTo>
                  <a:lnTo>
                    <a:pt x="866648" y="1028700"/>
                  </a:lnTo>
                  <a:lnTo>
                    <a:pt x="855002" y="1003300"/>
                  </a:lnTo>
                  <a:lnTo>
                    <a:pt x="842048" y="977900"/>
                  </a:lnTo>
                  <a:lnTo>
                    <a:pt x="827773" y="939800"/>
                  </a:lnTo>
                  <a:lnTo>
                    <a:pt x="810031" y="901700"/>
                  </a:lnTo>
                  <a:lnTo>
                    <a:pt x="791705" y="863600"/>
                  </a:lnTo>
                  <a:lnTo>
                    <a:pt x="772731" y="825500"/>
                  </a:lnTo>
                  <a:lnTo>
                    <a:pt x="753008" y="787400"/>
                  </a:lnTo>
                  <a:lnTo>
                    <a:pt x="729932" y="749300"/>
                  </a:lnTo>
                  <a:lnTo>
                    <a:pt x="705358" y="711200"/>
                  </a:lnTo>
                  <a:lnTo>
                    <a:pt x="679297" y="673100"/>
                  </a:lnTo>
                  <a:lnTo>
                    <a:pt x="651751" y="622300"/>
                  </a:lnTo>
                  <a:lnTo>
                    <a:pt x="622706" y="584200"/>
                  </a:lnTo>
                  <a:lnTo>
                    <a:pt x="609701" y="571500"/>
                  </a:lnTo>
                  <a:lnTo>
                    <a:pt x="596315" y="558800"/>
                  </a:lnTo>
                  <a:lnTo>
                    <a:pt x="582561" y="546100"/>
                  </a:lnTo>
                  <a:lnTo>
                    <a:pt x="551484" y="508000"/>
                  </a:lnTo>
                  <a:lnTo>
                    <a:pt x="516966" y="482600"/>
                  </a:lnTo>
                  <a:lnTo>
                    <a:pt x="516712" y="482600"/>
                  </a:lnTo>
                  <a:lnTo>
                    <a:pt x="464146" y="431800"/>
                  </a:lnTo>
                  <a:lnTo>
                    <a:pt x="427850" y="406400"/>
                  </a:lnTo>
                  <a:lnTo>
                    <a:pt x="390436" y="381000"/>
                  </a:lnTo>
                  <a:lnTo>
                    <a:pt x="351917" y="355600"/>
                  </a:lnTo>
                  <a:lnTo>
                    <a:pt x="312267" y="330200"/>
                  </a:lnTo>
                  <a:lnTo>
                    <a:pt x="275234" y="317500"/>
                  </a:lnTo>
                  <a:lnTo>
                    <a:pt x="198742" y="279400"/>
                  </a:lnTo>
                  <a:lnTo>
                    <a:pt x="38049" y="228600"/>
                  </a:lnTo>
                  <a:lnTo>
                    <a:pt x="0" y="228600"/>
                  </a:lnTo>
                  <a:lnTo>
                    <a:pt x="0" y="1447800"/>
                  </a:lnTo>
                  <a:lnTo>
                    <a:pt x="932624" y="1447800"/>
                  </a:lnTo>
                  <a:lnTo>
                    <a:pt x="932738" y="1435100"/>
                  </a:lnTo>
                  <a:lnTo>
                    <a:pt x="932853" y="1422400"/>
                  </a:lnTo>
                  <a:lnTo>
                    <a:pt x="933069" y="1397000"/>
                  </a:lnTo>
                  <a:close/>
                </a:path>
                <a:path w="1226820" h="1447800">
                  <a:moveTo>
                    <a:pt x="1226705" y="1435100"/>
                  </a:moveTo>
                  <a:lnTo>
                    <a:pt x="1226515" y="1435100"/>
                  </a:lnTo>
                  <a:lnTo>
                    <a:pt x="1223708" y="1422400"/>
                  </a:lnTo>
                  <a:lnTo>
                    <a:pt x="1217155" y="1422400"/>
                  </a:lnTo>
                  <a:lnTo>
                    <a:pt x="1216583" y="1422400"/>
                  </a:lnTo>
                  <a:lnTo>
                    <a:pt x="1216710" y="1397000"/>
                  </a:lnTo>
                  <a:lnTo>
                    <a:pt x="1217155" y="1422400"/>
                  </a:lnTo>
                  <a:lnTo>
                    <a:pt x="1219898" y="1397000"/>
                  </a:lnTo>
                  <a:lnTo>
                    <a:pt x="1222044" y="1397000"/>
                  </a:lnTo>
                  <a:lnTo>
                    <a:pt x="1223594" y="1384300"/>
                  </a:lnTo>
                  <a:lnTo>
                    <a:pt x="1224546" y="1384300"/>
                  </a:lnTo>
                  <a:lnTo>
                    <a:pt x="1223695" y="1371600"/>
                  </a:lnTo>
                  <a:lnTo>
                    <a:pt x="1223213" y="1358900"/>
                  </a:lnTo>
                  <a:lnTo>
                    <a:pt x="1221397" y="1346200"/>
                  </a:lnTo>
                  <a:lnTo>
                    <a:pt x="1216520" y="1320800"/>
                  </a:lnTo>
                  <a:lnTo>
                    <a:pt x="1214818" y="1320800"/>
                  </a:lnTo>
                  <a:lnTo>
                    <a:pt x="1214310" y="1308100"/>
                  </a:lnTo>
                  <a:lnTo>
                    <a:pt x="1214996" y="1308100"/>
                  </a:lnTo>
                  <a:lnTo>
                    <a:pt x="1214374" y="1282700"/>
                  </a:lnTo>
                  <a:lnTo>
                    <a:pt x="1212100" y="1257300"/>
                  </a:lnTo>
                  <a:lnTo>
                    <a:pt x="1208189" y="1244600"/>
                  </a:lnTo>
                  <a:lnTo>
                    <a:pt x="1202613" y="1219200"/>
                  </a:lnTo>
                  <a:lnTo>
                    <a:pt x="1198130" y="1206500"/>
                  </a:lnTo>
                  <a:lnTo>
                    <a:pt x="1193647" y="1181100"/>
                  </a:lnTo>
                  <a:lnTo>
                    <a:pt x="1185862" y="1155700"/>
                  </a:lnTo>
                  <a:lnTo>
                    <a:pt x="1179245" y="1130300"/>
                  </a:lnTo>
                  <a:lnTo>
                    <a:pt x="1173810" y="1092200"/>
                  </a:lnTo>
                  <a:lnTo>
                    <a:pt x="1171676" y="1079500"/>
                  </a:lnTo>
                  <a:lnTo>
                    <a:pt x="1167498" y="1066800"/>
                  </a:lnTo>
                  <a:lnTo>
                    <a:pt x="1161262" y="1054100"/>
                  </a:lnTo>
                  <a:lnTo>
                    <a:pt x="1152969" y="1028700"/>
                  </a:lnTo>
                  <a:lnTo>
                    <a:pt x="1163243" y="1028700"/>
                  </a:lnTo>
                  <a:lnTo>
                    <a:pt x="1164882" y="1016000"/>
                  </a:lnTo>
                  <a:lnTo>
                    <a:pt x="1164374" y="1016000"/>
                  </a:lnTo>
                  <a:lnTo>
                    <a:pt x="1163434" y="1003300"/>
                  </a:lnTo>
                  <a:lnTo>
                    <a:pt x="1161694" y="1003300"/>
                  </a:lnTo>
                  <a:lnTo>
                    <a:pt x="1160995" y="990600"/>
                  </a:lnTo>
                  <a:lnTo>
                    <a:pt x="1159865" y="990600"/>
                  </a:lnTo>
                  <a:lnTo>
                    <a:pt x="1157465" y="977900"/>
                  </a:lnTo>
                  <a:lnTo>
                    <a:pt x="1153795" y="977900"/>
                  </a:lnTo>
                  <a:lnTo>
                    <a:pt x="1148854" y="952500"/>
                  </a:lnTo>
                  <a:lnTo>
                    <a:pt x="1129385" y="952500"/>
                  </a:lnTo>
                  <a:lnTo>
                    <a:pt x="1124597" y="939800"/>
                  </a:lnTo>
                  <a:lnTo>
                    <a:pt x="1141272" y="939800"/>
                  </a:lnTo>
                  <a:lnTo>
                    <a:pt x="1137399" y="914400"/>
                  </a:lnTo>
                  <a:lnTo>
                    <a:pt x="1135545" y="901700"/>
                  </a:lnTo>
                  <a:lnTo>
                    <a:pt x="1132370" y="876300"/>
                  </a:lnTo>
                  <a:lnTo>
                    <a:pt x="1124521" y="863600"/>
                  </a:lnTo>
                  <a:lnTo>
                    <a:pt x="1119454" y="865593"/>
                  </a:lnTo>
                  <a:lnTo>
                    <a:pt x="1119454" y="1168400"/>
                  </a:lnTo>
                  <a:lnTo>
                    <a:pt x="1118450" y="1181100"/>
                  </a:lnTo>
                  <a:lnTo>
                    <a:pt x="1115834" y="1206500"/>
                  </a:lnTo>
                  <a:lnTo>
                    <a:pt x="1109713" y="1168400"/>
                  </a:lnTo>
                  <a:lnTo>
                    <a:pt x="1102804" y="1143000"/>
                  </a:lnTo>
                  <a:lnTo>
                    <a:pt x="1096632" y="1104900"/>
                  </a:lnTo>
                  <a:lnTo>
                    <a:pt x="1092746" y="1079500"/>
                  </a:lnTo>
                  <a:lnTo>
                    <a:pt x="1100950" y="1092200"/>
                  </a:lnTo>
                  <a:lnTo>
                    <a:pt x="1107668" y="1092200"/>
                  </a:lnTo>
                  <a:lnTo>
                    <a:pt x="1112901" y="1104900"/>
                  </a:lnTo>
                  <a:lnTo>
                    <a:pt x="1116660" y="1130300"/>
                  </a:lnTo>
                  <a:lnTo>
                    <a:pt x="1118857" y="1143000"/>
                  </a:lnTo>
                  <a:lnTo>
                    <a:pt x="1119454" y="1168400"/>
                  </a:lnTo>
                  <a:lnTo>
                    <a:pt x="1119454" y="865593"/>
                  </a:lnTo>
                  <a:lnTo>
                    <a:pt x="1092238" y="876300"/>
                  </a:lnTo>
                  <a:lnTo>
                    <a:pt x="1093165" y="863600"/>
                  </a:lnTo>
                  <a:lnTo>
                    <a:pt x="1096467" y="863600"/>
                  </a:lnTo>
                  <a:lnTo>
                    <a:pt x="1108925" y="850900"/>
                  </a:lnTo>
                  <a:lnTo>
                    <a:pt x="1115517" y="838200"/>
                  </a:lnTo>
                  <a:lnTo>
                    <a:pt x="1115364" y="825500"/>
                  </a:lnTo>
                  <a:lnTo>
                    <a:pt x="1107617" y="800100"/>
                  </a:lnTo>
                  <a:lnTo>
                    <a:pt x="1104988" y="800100"/>
                  </a:lnTo>
                  <a:lnTo>
                    <a:pt x="1103655" y="787400"/>
                  </a:lnTo>
                  <a:lnTo>
                    <a:pt x="1102461" y="774700"/>
                  </a:lnTo>
                  <a:lnTo>
                    <a:pt x="1100137" y="774700"/>
                  </a:lnTo>
                  <a:lnTo>
                    <a:pt x="1096657" y="762000"/>
                  </a:lnTo>
                  <a:lnTo>
                    <a:pt x="1088898" y="762000"/>
                  </a:lnTo>
                  <a:lnTo>
                    <a:pt x="1083919" y="749300"/>
                  </a:lnTo>
                  <a:lnTo>
                    <a:pt x="1083640" y="749300"/>
                  </a:lnTo>
                  <a:lnTo>
                    <a:pt x="1080617" y="723900"/>
                  </a:lnTo>
                  <a:lnTo>
                    <a:pt x="1074788" y="711200"/>
                  </a:lnTo>
                  <a:lnTo>
                    <a:pt x="1067917" y="698500"/>
                  </a:lnTo>
                  <a:lnTo>
                    <a:pt x="1047623" y="647700"/>
                  </a:lnTo>
                  <a:lnTo>
                    <a:pt x="1039152" y="635000"/>
                  </a:lnTo>
                  <a:lnTo>
                    <a:pt x="1030681" y="622300"/>
                  </a:lnTo>
                  <a:lnTo>
                    <a:pt x="1021359" y="602602"/>
                  </a:lnTo>
                  <a:lnTo>
                    <a:pt x="1021359" y="635000"/>
                  </a:lnTo>
                  <a:lnTo>
                    <a:pt x="1015796" y="647700"/>
                  </a:lnTo>
                  <a:lnTo>
                    <a:pt x="1010500" y="635000"/>
                  </a:lnTo>
                  <a:lnTo>
                    <a:pt x="1021359" y="635000"/>
                  </a:lnTo>
                  <a:lnTo>
                    <a:pt x="1021359" y="602602"/>
                  </a:lnTo>
                  <a:lnTo>
                    <a:pt x="1012659" y="584200"/>
                  </a:lnTo>
                  <a:lnTo>
                    <a:pt x="995337" y="546100"/>
                  </a:lnTo>
                  <a:lnTo>
                    <a:pt x="987323" y="546100"/>
                  </a:lnTo>
                  <a:lnTo>
                    <a:pt x="982878" y="533400"/>
                  </a:lnTo>
                  <a:lnTo>
                    <a:pt x="978128" y="533400"/>
                  </a:lnTo>
                  <a:lnTo>
                    <a:pt x="973696" y="508000"/>
                  </a:lnTo>
                  <a:lnTo>
                    <a:pt x="969302" y="508000"/>
                  </a:lnTo>
                  <a:lnTo>
                    <a:pt x="969302" y="533400"/>
                  </a:lnTo>
                  <a:lnTo>
                    <a:pt x="968641" y="546100"/>
                  </a:lnTo>
                  <a:lnTo>
                    <a:pt x="964018" y="546100"/>
                  </a:lnTo>
                  <a:lnTo>
                    <a:pt x="962431" y="533400"/>
                  </a:lnTo>
                  <a:lnTo>
                    <a:pt x="969302" y="533400"/>
                  </a:lnTo>
                  <a:lnTo>
                    <a:pt x="969302" y="508000"/>
                  </a:lnTo>
                  <a:lnTo>
                    <a:pt x="956906" y="508000"/>
                  </a:lnTo>
                  <a:lnTo>
                    <a:pt x="959967" y="495300"/>
                  </a:lnTo>
                  <a:lnTo>
                    <a:pt x="957795" y="495300"/>
                  </a:lnTo>
                  <a:lnTo>
                    <a:pt x="955167" y="482600"/>
                  </a:lnTo>
                  <a:lnTo>
                    <a:pt x="952119" y="482600"/>
                  </a:lnTo>
                  <a:lnTo>
                    <a:pt x="952119" y="508000"/>
                  </a:lnTo>
                  <a:lnTo>
                    <a:pt x="948309" y="533400"/>
                  </a:lnTo>
                  <a:lnTo>
                    <a:pt x="942124" y="533400"/>
                  </a:lnTo>
                  <a:lnTo>
                    <a:pt x="938504" y="508000"/>
                  </a:lnTo>
                  <a:lnTo>
                    <a:pt x="952119" y="508000"/>
                  </a:lnTo>
                  <a:lnTo>
                    <a:pt x="952119" y="482600"/>
                  </a:lnTo>
                  <a:lnTo>
                    <a:pt x="934224" y="457200"/>
                  </a:lnTo>
                  <a:lnTo>
                    <a:pt x="925296" y="431800"/>
                  </a:lnTo>
                  <a:lnTo>
                    <a:pt x="917575" y="424675"/>
                  </a:lnTo>
                  <a:lnTo>
                    <a:pt x="917575" y="469900"/>
                  </a:lnTo>
                  <a:lnTo>
                    <a:pt x="914527" y="469900"/>
                  </a:lnTo>
                  <a:lnTo>
                    <a:pt x="913231" y="482600"/>
                  </a:lnTo>
                  <a:lnTo>
                    <a:pt x="910094" y="469900"/>
                  </a:lnTo>
                  <a:lnTo>
                    <a:pt x="903389" y="469900"/>
                  </a:lnTo>
                  <a:lnTo>
                    <a:pt x="904392" y="457200"/>
                  </a:lnTo>
                  <a:lnTo>
                    <a:pt x="916012" y="457200"/>
                  </a:lnTo>
                  <a:lnTo>
                    <a:pt x="917575" y="469900"/>
                  </a:lnTo>
                  <a:lnTo>
                    <a:pt x="917575" y="424675"/>
                  </a:lnTo>
                  <a:lnTo>
                    <a:pt x="911555" y="419100"/>
                  </a:lnTo>
                  <a:lnTo>
                    <a:pt x="882777" y="393700"/>
                  </a:lnTo>
                  <a:lnTo>
                    <a:pt x="868807" y="381000"/>
                  </a:lnTo>
                  <a:lnTo>
                    <a:pt x="855306" y="355600"/>
                  </a:lnTo>
                  <a:lnTo>
                    <a:pt x="842276" y="342900"/>
                  </a:lnTo>
                  <a:lnTo>
                    <a:pt x="830707" y="330200"/>
                  </a:lnTo>
                  <a:lnTo>
                    <a:pt x="818210" y="317500"/>
                  </a:lnTo>
                  <a:lnTo>
                    <a:pt x="805700" y="305676"/>
                  </a:lnTo>
                  <a:lnTo>
                    <a:pt x="805700" y="330200"/>
                  </a:lnTo>
                  <a:lnTo>
                    <a:pt x="803986" y="342900"/>
                  </a:lnTo>
                  <a:lnTo>
                    <a:pt x="786257" y="342900"/>
                  </a:lnTo>
                  <a:lnTo>
                    <a:pt x="785888" y="330200"/>
                  </a:lnTo>
                  <a:lnTo>
                    <a:pt x="805700" y="330200"/>
                  </a:lnTo>
                  <a:lnTo>
                    <a:pt x="805700" y="305676"/>
                  </a:lnTo>
                  <a:lnTo>
                    <a:pt x="804786" y="304800"/>
                  </a:lnTo>
                  <a:lnTo>
                    <a:pt x="790448" y="279400"/>
                  </a:lnTo>
                  <a:lnTo>
                    <a:pt x="774052" y="266700"/>
                  </a:lnTo>
                  <a:lnTo>
                    <a:pt x="741146" y="241300"/>
                  </a:lnTo>
                  <a:lnTo>
                    <a:pt x="725004" y="228600"/>
                  </a:lnTo>
                  <a:lnTo>
                    <a:pt x="712343" y="211709"/>
                  </a:lnTo>
                  <a:lnTo>
                    <a:pt x="712343" y="254000"/>
                  </a:lnTo>
                  <a:lnTo>
                    <a:pt x="709917" y="266700"/>
                  </a:lnTo>
                  <a:lnTo>
                    <a:pt x="706335" y="254000"/>
                  </a:lnTo>
                  <a:lnTo>
                    <a:pt x="706678" y="254000"/>
                  </a:lnTo>
                  <a:lnTo>
                    <a:pt x="708964" y="241300"/>
                  </a:lnTo>
                  <a:lnTo>
                    <a:pt x="711161" y="254000"/>
                  </a:lnTo>
                  <a:lnTo>
                    <a:pt x="712343" y="254000"/>
                  </a:lnTo>
                  <a:lnTo>
                    <a:pt x="712343" y="211709"/>
                  </a:lnTo>
                  <a:lnTo>
                    <a:pt x="705967" y="203200"/>
                  </a:lnTo>
                  <a:lnTo>
                    <a:pt x="695718" y="196367"/>
                  </a:lnTo>
                  <a:lnTo>
                    <a:pt x="695718" y="241300"/>
                  </a:lnTo>
                  <a:lnTo>
                    <a:pt x="690587" y="241300"/>
                  </a:lnTo>
                  <a:lnTo>
                    <a:pt x="691032" y="228600"/>
                  </a:lnTo>
                  <a:lnTo>
                    <a:pt x="692124" y="228600"/>
                  </a:lnTo>
                  <a:lnTo>
                    <a:pt x="695718" y="241300"/>
                  </a:lnTo>
                  <a:lnTo>
                    <a:pt x="695718" y="196367"/>
                  </a:lnTo>
                  <a:lnTo>
                    <a:pt x="686930" y="190500"/>
                  </a:lnTo>
                  <a:lnTo>
                    <a:pt x="667169" y="177800"/>
                  </a:lnTo>
                  <a:lnTo>
                    <a:pt x="666648" y="177469"/>
                  </a:lnTo>
                  <a:lnTo>
                    <a:pt x="666648" y="228600"/>
                  </a:lnTo>
                  <a:lnTo>
                    <a:pt x="659485" y="228600"/>
                  </a:lnTo>
                  <a:lnTo>
                    <a:pt x="657618" y="203200"/>
                  </a:lnTo>
                  <a:lnTo>
                    <a:pt x="665937" y="203200"/>
                  </a:lnTo>
                  <a:lnTo>
                    <a:pt x="666648" y="228600"/>
                  </a:lnTo>
                  <a:lnTo>
                    <a:pt x="666648" y="177469"/>
                  </a:lnTo>
                  <a:lnTo>
                    <a:pt x="647395" y="165100"/>
                  </a:lnTo>
                  <a:lnTo>
                    <a:pt x="607466" y="152742"/>
                  </a:lnTo>
                  <a:lnTo>
                    <a:pt x="607466" y="165100"/>
                  </a:lnTo>
                  <a:lnTo>
                    <a:pt x="606983" y="177800"/>
                  </a:lnTo>
                  <a:lnTo>
                    <a:pt x="595388" y="177800"/>
                  </a:lnTo>
                  <a:lnTo>
                    <a:pt x="595845" y="165100"/>
                  </a:lnTo>
                  <a:lnTo>
                    <a:pt x="607466" y="165100"/>
                  </a:lnTo>
                  <a:lnTo>
                    <a:pt x="607466" y="152742"/>
                  </a:lnTo>
                  <a:lnTo>
                    <a:pt x="606399" y="152400"/>
                  </a:lnTo>
                  <a:lnTo>
                    <a:pt x="585165" y="127000"/>
                  </a:lnTo>
                  <a:lnTo>
                    <a:pt x="576757" y="121983"/>
                  </a:lnTo>
                  <a:lnTo>
                    <a:pt x="576757" y="152400"/>
                  </a:lnTo>
                  <a:lnTo>
                    <a:pt x="574967" y="165100"/>
                  </a:lnTo>
                  <a:lnTo>
                    <a:pt x="566381" y="165100"/>
                  </a:lnTo>
                  <a:lnTo>
                    <a:pt x="569518" y="152400"/>
                  </a:lnTo>
                  <a:lnTo>
                    <a:pt x="576757" y="152400"/>
                  </a:lnTo>
                  <a:lnTo>
                    <a:pt x="576757" y="121983"/>
                  </a:lnTo>
                  <a:lnTo>
                    <a:pt x="563930" y="114300"/>
                  </a:lnTo>
                  <a:lnTo>
                    <a:pt x="549109" y="114300"/>
                  </a:lnTo>
                  <a:lnTo>
                    <a:pt x="534073" y="101600"/>
                  </a:lnTo>
                  <a:lnTo>
                    <a:pt x="529882" y="101600"/>
                  </a:lnTo>
                  <a:lnTo>
                    <a:pt x="529882" y="127000"/>
                  </a:lnTo>
                  <a:lnTo>
                    <a:pt x="523862" y="127000"/>
                  </a:lnTo>
                  <a:lnTo>
                    <a:pt x="521995" y="114300"/>
                  </a:lnTo>
                  <a:lnTo>
                    <a:pt x="527735" y="114300"/>
                  </a:lnTo>
                  <a:lnTo>
                    <a:pt x="529882" y="127000"/>
                  </a:lnTo>
                  <a:lnTo>
                    <a:pt x="529882" y="101600"/>
                  </a:lnTo>
                  <a:lnTo>
                    <a:pt x="518820" y="101600"/>
                  </a:lnTo>
                  <a:lnTo>
                    <a:pt x="503351" y="88900"/>
                  </a:lnTo>
                  <a:lnTo>
                    <a:pt x="483616" y="88900"/>
                  </a:lnTo>
                  <a:lnTo>
                    <a:pt x="463753" y="76200"/>
                  </a:lnTo>
                  <a:lnTo>
                    <a:pt x="455117" y="76200"/>
                  </a:lnTo>
                  <a:lnTo>
                    <a:pt x="455117" y="101600"/>
                  </a:lnTo>
                  <a:lnTo>
                    <a:pt x="432295" y="101600"/>
                  </a:lnTo>
                  <a:lnTo>
                    <a:pt x="427913" y="88900"/>
                  </a:lnTo>
                  <a:lnTo>
                    <a:pt x="452018" y="88900"/>
                  </a:lnTo>
                  <a:lnTo>
                    <a:pt x="455117" y="101600"/>
                  </a:lnTo>
                  <a:lnTo>
                    <a:pt x="455117" y="76200"/>
                  </a:lnTo>
                  <a:lnTo>
                    <a:pt x="443801" y="76200"/>
                  </a:lnTo>
                  <a:lnTo>
                    <a:pt x="423799" y="50800"/>
                  </a:lnTo>
                  <a:lnTo>
                    <a:pt x="402412" y="50800"/>
                  </a:lnTo>
                  <a:lnTo>
                    <a:pt x="381025" y="38100"/>
                  </a:lnTo>
                  <a:lnTo>
                    <a:pt x="350520" y="38100"/>
                  </a:lnTo>
                  <a:lnTo>
                    <a:pt x="360857" y="50800"/>
                  </a:lnTo>
                  <a:lnTo>
                    <a:pt x="340385" y="50800"/>
                  </a:lnTo>
                  <a:lnTo>
                    <a:pt x="345414" y="38100"/>
                  </a:lnTo>
                  <a:lnTo>
                    <a:pt x="326859" y="38100"/>
                  </a:lnTo>
                  <a:lnTo>
                    <a:pt x="317703" y="25400"/>
                  </a:lnTo>
                  <a:lnTo>
                    <a:pt x="280212" y="25400"/>
                  </a:lnTo>
                  <a:lnTo>
                    <a:pt x="271030" y="13652"/>
                  </a:lnTo>
                  <a:lnTo>
                    <a:pt x="271030" y="25400"/>
                  </a:lnTo>
                  <a:lnTo>
                    <a:pt x="266420" y="38100"/>
                  </a:lnTo>
                  <a:lnTo>
                    <a:pt x="240919" y="38100"/>
                  </a:lnTo>
                  <a:lnTo>
                    <a:pt x="237858" y="25400"/>
                  </a:lnTo>
                  <a:lnTo>
                    <a:pt x="271030" y="25400"/>
                  </a:lnTo>
                  <a:lnTo>
                    <a:pt x="271030" y="13652"/>
                  </a:lnTo>
                  <a:lnTo>
                    <a:pt x="270294" y="12700"/>
                  </a:lnTo>
                  <a:lnTo>
                    <a:pt x="218300" y="12700"/>
                  </a:lnTo>
                  <a:lnTo>
                    <a:pt x="197231" y="0"/>
                  </a:lnTo>
                  <a:lnTo>
                    <a:pt x="134823" y="0"/>
                  </a:lnTo>
                  <a:lnTo>
                    <a:pt x="137706" y="12700"/>
                  </a:lnTo>
                  <a:lnTo>
                    <a:pt x="114363" y="12700"/>
                  </a:lnTo>
                  <a:lnTo>
                    <a:pt x="123990" y="0"/>
                  </a:lnTo>
                  <a:lnTo>
                    <a:pt x="63957" y="0"/>
                  </a:lnTo>
                  <a:lnTo>
                    <a:pt x="65138" y="12700"/>
                  </a:lnTo>
                  <a:lnTo>
                    <a:pt x="39712" y="12700"/>
                  </a:lnTo>
                  <a:lnTo>
                    <a:pt x="42875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132588" y="38100"/>
                  </a:lnTo>
                  <a:lnTo>
                    <a:pt x="155397" y="50800"/>
                  </a:lnTo>
                  <a:lnTo>
                    <a:pt x="211670" y="50800"/>
                  </a:lnTo>
                  <a:lnTo>
                    <a:pt x="421716" y="114300"/>
                  </a:lnTo>
                  <a:lnTo>
                    <a:pt x="470573" y="127000"/>
                  </a:lnTo>
                  <a:lnTo>
                    <a:pt x="517867" y="165100"/>
                  </a:lnTo>
                  <a:lnTo>
                    <a:pt x="563600" y="190500"/>
                  </a:lnTo>
                  <a:lnTo>
                    <a:pt x="607783" y="203200"/>
                  </a:lnTo>
                  <a:lnTo>
                    <a:pt x="641108" y="241300"/>
                  </a:lnTo>
                  <a:lnTo>
                    <a:pt x="673430" y="266700"/>
                  </a:lnTo>
                  <a:lnTo>
                    <a:pt x="704735" y="279400"/>
                  </a:lnTo>
                  <a:lnTo>
                    <a:pt x="735037" y="317500"/>
                  </a:lnTo>
                  <a:lnTo>
                    <a:pt x="754811" y="330200"/>
                  </a:lnTo>
                  <a:lnTo>
                    <a:pt x="773976" y="355600"/>
                  </a:lnTo>
                  <a:lnTo>
                    <a:pt x="811834" y="393700"/>
                  </a:lnTo>
                  <a:lnTo>
                    <a:pt x="842276" y="431800"/>
                  </a:lnTo>
                  <a:lnTo>
                    <a:pt x="869835" y="469900"/>
                  </a:lnTo>
                  <a:lnTo>
                    <a:pt x="921981" y="546100"/>
                  </a:lnTo>
                  <a:lnTo>
                    <a:pt x="937196" y="571500"/>
                  </a:lnTo>
                  <a:lnTo>
                    <a:pt x="951141" y="584200"/>
                  </a:lnTo>
                  <a:lnTo>
                    <a:pt x="964679" y="622300"/>
                  </a:lnTo>
                  <a:lnTo>
                    <a:pt x="978712" y="647700"/>
                  </a:lnTo>
                  <a:lnTo>
                    <a:pt x="1002068" y="698500"/>
                  </a:lnTo>
                  <a:lnTo>
                    <a:pt x="1021854" y="749300"/>
                  </a:lnTo>
                  <a:lnTo>
                    <a:pt x="1039964" y="787400"/>
                  </a:lnTo>
                  <a:lnTo>
                    <a:pt x="1058265" y="838200"/>
                  </a:lnTo>
                  <a:lnTo>
                    <a:pt x="1062863" y="838200"/>
                  </a:lnTo>
                  <a:lnTo>
                    <a:pt x="1065733" y="850900"/>
                  </a:lnTo>
                  <a:lnTo>
                    <a:pt x="1066888" y="863600"/>
                  </a:lnTo>
                  <a:lnTo>
                    <a:pt x="1066304" y="876300"/>
                  </a:lnTo>
                  <a:lnTo>
                    <a:pt x="1061415" y="863600"/>
                  </a:lnTo>
                  <a:lnTo>
                    <a:pt x="1056132" y="863600"/>
                  </a:lnTo>
                  <a:lnTo>
                    <a:pt x="1050442" y="850900"/>
                  </a:lnTo>
                  <a:lnTo>
                    <a:pt x="1037869" y="850900"/>
                  </a:lnTo>
                  <a:lnTo>
                    <a:pt x="1031138" y="838200"/>
                  </a:lnTo>
                  <a:lnTo>
                    <a:pt x="1039317" y="838200"/>
                  </a:lnTo>
                  <a:lnTo>
                    <a:pt x="1032548" y="825500"/>
                  </a:lnTo>
                  <a:lnTo>
                    <a:pt x="1017739" y="800100"/>
                  </a:lnTo>
                  <a:lnTo>
                    <a:pt x="1005192" y="787400"/>
                  </a:lnTo>
                  <a:lnTo>
                    <a:pt x="993317" y="774700"/>
                  </a:lnTo>
                  <a:lnTo>
                    <a:pt x="980528" y="762000"/>
                  </a:lnTo>
                  <a:lnTo>
                    <a:pt x="958621" y="723900"/>
                  </a:lnTo>
                  <a:lnTo>
                    <a:pt x="947813" y="711200"/>
                  </a:lnTo>
                  <a:lnTo>
                    <a:pt x="937336" y="698500"/>
                  </a:lnTo>
                  <a:lnTo>
                    <a:pt x="924509" y="685800"/>
                  </a:lnTo>
                  <a:lnTo>
                    <a:pt x="911948" y="673100"/>
                  </a:lnTo>
                  <a:lnTo>
                    <a:pt x="899515" y="635000"/>
                  </a:lnTo>
                  <a:lnTo>
                    <a:pt x="887056" y="622300"/>
                  </a:lnTo>
                  <a:lnTo>
                    <a:pt x="868235" y="584200"/>
                  </a:lnTo>
                  <a:lnTo>
                    <a:pt x="862012" y="584200"/>
                  </a:lnTo>
                  <a:lnTo>
                    <a:pt x="830618" y="546100"/>
                  </a:lnTo>
                  <a:lnTo>
                    <a:pt x="797560" y="495300"/>
                  </a:lnTo>
                  <a:lnTo>
                    <a:pt x="785977" y="482600"/>
                  </a:lnTo>
                  <a:lnTo>
                    <a:pt x="774395" y="469900"/>
                  </a:lnTo>
                  <a:lnTo>
                    <a:pt x="762812" y="457200"/>
                  </a:lnTo>
                  <a:lnTo>
                    <a:pt x="749922" y="443725"/>
                  </a:lnTo>
                  <a:lnTo>
                    <a:pt x="749922" y="482600"/>
                  </a:lnTo>
                  <a:lnTo>
                    <a:pt x="737920" y="482600"/>
                  </a:lnTo>
                  <a:lnTo>
                    <a:pt x="737387" y="469900"/>
                  </a:lnTo>
                  <a:lnTo>
                    <a:pt x="747687" y="469900"/>
                  </a:lnTo>
                  <a:lnTo>
                    <a:pt x="749922" y="482600"/>
                  </a:lnTo>
                  <a:lnTo>
                    <a:pt x="749922" y="443725"/>
                  </a:lnTo>
                  <a:lnTo>
                    <a:pt x="726389" y="419100"/>
                  </a:lnTo>
                  <a:lnTo>
                    <a:pt x="705815" y="393700"/>
                  </a:lnTo>
                  <a:lnTo>
                    <a:pt x="685088" y="381000"/>
                  </a:lnTo>
                  <a:lnTo>
                    <a:pt x="664159" y="342900"/>
                  </a:lnTo>
                  <a:lnTo>
                    <a:pt x="642899" y="330200"/>
                  </a:lnTo>
                  <a:lnTo>
                    <a:pt x="613727" y="304800"/>
                  </a:lnTo>
                  <a:lnTo>
                    <a:pt x="583209" y="266700"/>
                  </a:lnTo>
                  <a:lnTo>
                    <a:pt x="572604" y="262483"/>
                  </a:lnTo>
                  <a:lnTo>
                    <a:pt x="572604" y="342900"/>
                  </a:lnTo>
                  <a:lnTo>
                    <a:pt x="564019" y="342900"/>
                  </a:lnTo>
                  <a:lnTo>
                    <a:pt x="553440" y="330200"/>
                  </a:lnTo>
                  <a:lnTo>
                    <a:pt x="543217" y="330200"/>
                  </a:lnTo>
                  <a:lnTo>
                    <a:pt x="533361" y="317500"/>
                  </a:lnTo>
                  <a:lnTo>
                    <a:pt x="522478" y="317500"/>
                  </a:lnTo>
                  <a:lnTo>
                    <a:pt x="511619" y="304800"/>
                  </a:lnTo>
                  <a:lnTo>
                    <a:pt x="500862" y="304800"/>
                  </a:lnTo>
                  <a:lnTo>
                    <a:pt x="490308" y="279400"/>
                  </a:lnTo>
                  <a:lnTo>
                    <a:pt x="498221" y="279400"/>
                  </a:lnTo>
                  <a:lnTo>
                    <a:pt x="534568" y="317500"/>
                  </a:lnTo>
                  <a:lnTo>
                    <a:pt x="552602" y="317500"/>
                  </a:lnTo>
                  <a:lnTo>
                    <a:pt x="572389" y="330200"/>
                  </a:lnTo>
                  <a:lnTo>
                    <a:pt x="572604" y="342900"/>
                  </a:lnTo>
                  <a:lnTo>
                    <a:pt x="572604" y="262483"/>
                  </a:lnTo>
                  <a:lnTo>
                    <a:pt x="567042" y="260261"/>
                  </a:lnTo>
                  <a:lnTo>
                    <a:pt x="567042" y="317500"/>
                  </a:lnTo>
                  <a:lnTo>
                    <a:pt x="566064" y="317500"/>
                  </a:lnTo>
                  <a:lnTo>
                    <a:pt x="566686" y="304800"/>
                  </a:lnTo>
                  <a:lnTo>
                    <a:pt x="567042" y="317500"/>
                  </a:lnTo>
                  <a:lnTo>
                    <a:pt x="567042" y="260261"/>
                  </a:lnTo>
                  <a:lnTo>
                    <a:pt x="551345" y="254000"/>
                  </a:lnTo>
                  <a:lnTo>
                    <a:pt x="518160" y="228600"/>
                  </a:lnTo>
                  <a:lnTo>
                    <a:pt x="471881" y="199847"/>
                  </a:lnTo>
                  <a:lnTo>
                    <a:pt x="471881" y="266700"/>
                  </a:lnTo>
                  <a:lnTo>
                    <a:pt x="468566" y="266700"/>
                  </a:lnTo>
                  <a:lnTo>
                    <a:pt x="468566" y="342900"/>
                  </a:lnTo>
                  <a:lnTo>
                    <a:pt x="461022" y="355600"/>
                  </a:lnTo>
                  <a:lnTo>
                    <a:pt x="454990" y="342900"/>
                  </a:lnTo>
                  <a:lnTo>
                    <a:pt x="453034" y="342900"/>
                  </a:lnTo>
                  <a:lnTo>
                    <a:pt x="456349" y="330200"/>
                  </a:lnTo>
                  <a:lnTo>
                    <a:pt x="460984" y="342900"/>
                  </a:lnTo>
                  <a:lnTo>
                    <a:pt x="468566" y="342900"/>
                  </a:lnTo>
                  <a:lnTo>
                    <a:pt x="468566" y="266700"/>
                  </a:lnTo>
                  <a:lnTo>
                    <a:pt x="449719" y="266700"/>
                  </a:lnTo>
                  <a:lnTo>
                    <a:pt x="434809" y="254000"/>
                  </a:lnTo>
                  <a:lnTo>
                    <a:pt x="420154" y="241300"/>
                  </a:lnTo>
                  <a:lnTo>
                    <a:pt x="431685" y="241300"/>
                  </a:lnTo>
                  <a:lnTo>
                    <a:pt x="445312" y="254000"/>
                  </a:lnTo>
                  <a:lnTo>
                    <a:pt x="459003" y="254000"/>
                  </a:lnTo>
                  <a:lnTo>
                    <a:pt x="471881" y="266700"/>
                  </a:lnTo>
                  <a:lnTo>
                    <a:pt x="471881" y="199847"/>
                  </a:lnTo>
                  <a:lnTo>
                    <a:pt x="456844" y="190500"/>
                  </a:lnTo>
                  <a:lnTo>
                    <a:pt x="400354" y="167982"/>
                  </a:lnTo>
                  <a:lnTo>
                    <a:pt x="400354" y="241300"/>
                  </a:lnTo>
                  <a:lnTo>
                    <a:pt x="383362" y="231813"/>
                  </a:lnTo>
                  <a:lnTo>
                    <a:pt x="383362" y="304800"/>
                  </a:lnTo>
                  <a:lnTo>
                    <a:pt x="377621" y="304800"/>
                  </a:lnTo>
                  <a:lnTo>
                    <a:pt x="376758" y="279400"/>
                  </a:lnTo>
                  <a:lnTo>
                    <a:pt x="381101" y="279400"/>
                  </a:lnTo>
                  <a:lnTo>
                    <a:pt x="383362" y="304800"/>
                  </a:lnTo>
                  <a:lnTo>
                    <a:pt x="383362" y="231813"/>
                  </a:lnTo>
                  <a:lnTo>
                    <a:pt x="377634" y="228600"/>
                  </a:lnTo>
                  <a:lnTo>
                    <a:pt x="396557" y="228600"/>
                  </a:lnTo>
                  <a:lnTo>
                    <a:pt x="400354" y="241300"/>
                  </a:lnTo>
                  <a:lnTo>
                    <a:pt x="400354" y="167982"/>
                  </a:lnTo>
                  <a:lnTo>
                    <a:pt x="393141" y="165100"/>
                  </a:lnTo>
                  <a:lnTo>
                    <a:pt x="375005" y="152400"/>
                  </a:lnTo>
                  <a:lnTo>
                    <a:pt x="356590" y="152400"/>
                  </a:lnTo>
                  <a:lnTo>
                    <a:pt x="338035" y="127000"/>
                  </a:lnTo>
                  <a:lnTo>
                    <a:pt x="297891" y="127000"/>
                  </a:lnTo>
                  <a:lnTo>
                    <a:pt x="276326" y="114300"/>
                  </a:lnTo>
                  <a:lnTo>
                    <a:pt x="233172" y="114300"/>
                  </a:lnTo>
                  <a:lnTo>
                    <a:pt x="211493" y="101600"/>
                  </a:lnTo>
                  <a:lnTo>
                    <a:pt x="145618" y="101600"/>
                  </a:lnTo>
                  <a:lnTo>
                    <a:pt x="108394" y="88900"/>
                  </a:lnTo>
                  <a:lnTo>
                    <a:pt x="0" y="88900"/>
                  </a:lnTo>
                  <a:lnTo>
                    <a:pt x="0" y="177800"/>
                  </a:lnTo>
                  <a:lnTo>
                    <a:pt x="47447" y="177800"/>
                  </a:lnTo>
                  <a:lnTo>
                    <a:pt x="56654" y="190500"/>
                  </a:lnTo>
                  <a:lnTo>
                    <a:pt x="111721" y="190500"/>
                  </a:lnTo>
                  <a:lnTo>
                    <a:pt x="119557" y="203200"/>
                  </a:lnTo>
                  <a:lnTo>
                    <a:pt x="144919" y="203200"/>
                  </a:lnTo>
                  <a:lnTo>
                    <a:pt x="170040" y="228600"/>
                  </a:lnTo>
                  <a:lnTo>
                    <a:pt x="194919" y="228600"/>
                  </a:lnTo>
                  <a:lnTo>
                    <a:pt x="219557" y="241300"/>
                  </a:lnTo>
                  <a:lnTo>
                    <a:pt x="237413" y="241300"/>
                  </a:lnTo>
                  <a:lnTo>
                    <a:pt x="255028" y="254000"/>
                  </a:lnTo>
                  <a:lnTo>
                    <a:pt x="272503" y="254000"/>
                  </a:lnTo>
                  <a:lnTo>
                    <a:pt x="289928" y="266700"/>
                  </a:lnTo>
                  <a:lnTo>
                    <a:pt x="306590" y="266700"/>
                  </a:lnTo>
                  <a:lnTo>
                    <a:pt x="323176" y="279400"/>
                  </a:lnTo>
                  <a:lnTo>
                    <a:pt x="339712" y="279400"/>
                  </a:lnTo>
                  <a:lnTo>
                    <a:pt x="356222" y="304800"/>
                  </a:lnTo>
                  <a:lnTo>
                    <a:pt x="375259" y="304800"/>
                  </a:lnTo>
                  <a:lnTo>
                    <a:pt x="387908" y="317500"/>
                  </a:lnTo>
                  <a:lnTo>
                    <a:pt x="400507" y="317500"/>
                  </a:lnTo>
                  <a:lnTo>
                    <a:pt x="413156" y="330200"/>
                  </a:lnTo>
                  <a:lnTo>
                    <a:pt x="425983" y="342900"/>
                  </a:lnTo>
                  <a:lnTo>
                    <a:pt x="451637" y="342900"/>
                  </a:lnTo>
                  <a:lnTo>
                    <a:pt x="454113" y="355600"/>
                  </a:lnTo>
                  <a:lnTo>
                    <a:pt x="457758" y="355600"/>
                  </a:lnTo>
                  <a:lnTo>
                    <a:pt x="480364" y="381000"/>
                  </a:lnTo>
                  <a:lnTo>
                    <a:pt x="522820" y="406400"/>
                  </a:lnTo>
                  <a:lnTo>
                    <a:pt x="549922" y="406400"/>
                  </a:lnTo>
                  <a:lnTo>
                    <a:pt x="553351" y="419100"/>
                  </a:lnTo>
                  <a:lnTo>
                    <a:pt x="556323" y="419100"/>
                  </a:lnTo>
                  <a:lnTo>
                    <a:pt x="578764" y="431800"/>
                  </a:lnTo>
                  <a:lnTo>
                    <a:pt x="601840" y="457200"/>
                  </a:lnTo>
                  <a:lnTo>
                    <a:pt x="648665" y="495300"/>
                  </a:lnTo>
                  <a:lnTo>
                    <a:pt x="674738" y="508000"/>
                  </a:lnTo>
                  <a:lnTo>
                    <a:pt x="699223" y="546100"/>
                  </a:lnTo>
                  <a:lnTo>
                    <a:pt x="722160" y="571500"/>
                  </a:lnTo>
                  <a:lnTo>
                    <a:pt x="743521" y="584200"/>
                  </a:lnTo>
                  <a:lnTo>
                    <a:pt x="745312" y="584200"/>
                  </a:lnTo>
                  <a:lnTo>
                    <a:pt x="747293" y="609600"/>
                  </a:lnTo>
                  <a:lnTo>
                    <a:pt x="749477" y="609600"/>
                  </a:lnTo>
                  <a:lnTo>
                    <a:pt x="773811" y="635000"/>
                  </a:lnTo>
                  <a:lnTo>
                    <a:pt x="796264" y="673100"/>
                  </a:lnTo>
                  <a:lnTo>
                    <a:pt x="816838" y="698500"/>
                  </a:lnTo>
                  <a:lnTo>
                    <a:pt x="835545" y="723900"/>
                  </a:lnTo>
                  <a:lnTo>
                    <a:pt x="847902" y="749300"/>
                  </a:lnTo>
                  <a:lnTo>
                    <a:pt x="860437" y="762000"/>
                  </a:lnTo>
                  <a:lnTo>
                    <a:pt x="873010" y="787400"/>
                  </a:lnTo>
                  <a:lnTo>
                    <a:pt x="885520" y="800100"/>
                  </a:lnTo>
                  <a:lnTo>
                    <a:pt x="903376" y="838200"/>
                  </a:lnTo>
                  <a:lnTo>
                    <a:pt x="919810" y="863600"/>
                  </a:lnTo>
                  <a:lnTo>
                    <a:pt x="934834" y="914400"/>
                  </a:lnTo>
                  <a:lnTo>
                    <a:pt x="948436" y="939800"/>
                  </a:lnTo>
                  <a:lnTo>
                    <a:pt x="965530" y="990600"/>
                  </a:lnTo>
                  <a:lnTo>
                    <a:pt x="980706" y="1028700"/>
                  </a:lnTo>
                  <a:lnTo>
                    <a:pt x="993952" y="1079500"/>
                  </a:lnTo>
                  <a:lnTo>
                    <a:pt x="1005281" y="1143000"/>
                  </a:lnTo>
                  <a:lnTo>
                    <a:pt x="1014933" y="1181100"/>
                  </a:lnTo>
                  <a:lnTo>
                    <a:pt x="1020991" y="1231900"/>
                  </a:lnTo>
                  <a:lnTo>
                    <a:pt x="1023429" y="1282700"/>
                  </a:lnTo>
                  <a:lnTo>
                    <a:pt x="1022273" y="1320800"/>
                  </a:lnTo>
                  <a:lnTo>
                    <a:pt x="1021638" y="1346200"/>
                  </a:lnTo>
                  <a:lnTo>
                    <a:pt x="1021372" y="1346200"/>
                  </a:lnTo>
                  <a:lnTo>
                    <a:pt x="1020749" y="1397000"/>
                  </a:lnTo>
                  <a:lnTo>
                    <a:pt x="1016000" y="1447800"/>
                  </a:lnTo>
                  <a:lnTo>
                    <a:pt x="1150023" y="1447800"/>
                  </a:lnTo>
                  <a:lnTo>
                    <a:pt x="1152893" y="1435100"/>
                  </a:lnTo>
                  <a:lnTo>
                    <a:pt x="1154315" y="1435100"/>
                  </a:lnTo>
                  <a:lnTo>
                    <a:pt x="1154696" y="1422400"/>
                  </a:lnTo>
                  <a:lnTo>
                    <a:pt x="1154049" y="1422400"/>
                  </a:lnTo>
                  <a:lnTo>
                    <a:pt x="1152359" y="1397000"/>
                  </a:lnTo>
                  <a:lnTo>
                    <a:pt x="1150581" y="1397000"/>
                  </a:lnTo>
                  <a:lnTo>
                    <a:pt x="1151750" y="1384300"/>
                  </a:lnTo>
                  <a:lnTo>
                    <a:pt x="1169962" y="1384300"/>
                  </a:lnTo>
                  <a:lnTo>
                    <a:pt x="1170863" y="1397000"/>
                  </a:lnTo>
                  <a:lnTo>
                    <a:pt x="1174153" y="1435100"/>
                  </a:lnTo>
                  <a:lnTo>
                    <a:pt x="1175435" y="1447800"/>
                  </a:lnTo>
                  <a:lnTo>
                    <a:pt x="1225410" y="1447800"/>
                  </a:lnTo>
                  <a:lnTo>
                    <a:pt x="1226705" y="1435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4617" y="14864436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0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4"/>
                  </a:lnTo>
                  <a:lnTo>
                    <a:pt x="0" y="3300092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5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5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2"/>
                  </a:lnTo>
                  <a:lnTo>
                    <a:pt x="4193765" y="3344384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9191" y="18528665"/>
            <a:ext cx="674179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69895">
              <a:lnSpc>
                <a:spcPct val="114599"/>
              </a:lnSpc>
              <a:spcBef>
                <a:spcPts val="100"/>
              </a:spcBef>
            </a:pPr>
            <a:r>
              <a:rPr sz="1200" spc="114">
                <a:solidFill>
                  <a:srgbClr val="295C67"/>
                </a:solidFill>
                <a:latin typeface="Times New Roman"/>
                <a:cs typeface="Times New Roman"/>
              </a:rPr>
              <a:t>Credit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200" spc="65">
                <a:solidFill>
                  <a:srgbClr val="295C67"/>
                </a:solidFill>
                <a:latin typeface="Times New Roman"/>
                <a:cs typeface="Times New Roman"/>
              </a:rPr>
              <a:t>to: 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https://theconversation.com/fabricating-</a:t>
            </a:r>
            <a:r>
              <a:rPr sz="1200" spc="15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and-</a:t>
            </a:r>
            <a:r>
              <a:rPr sz="1200" spc="12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plagiarising-</a:t>
            </a:r>
            <a:r>
              <a:rPr sz="1200" spc="16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when-</a:t>
            </a:r>
            <a:r>
              <a:rPr sz="1200" spc="15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researchers-</a:t>
            </a:r>
            <a:r>
              <a:rPr sz="1200" spc="8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lie-33732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36483" y="13491984"/>
            <a:ext cx="91935" cy="8840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54527" y="13982366"/>
            <a:ext cx="82480" cy="9491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96" y="13427372"/>
            <a:ext cx="90891" cy="8453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12493" y="13317202"/>
            <a:ext cx="79742" cy="81615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107" y="13106995"/>
            <a:ext cx="184150" cy="207010"/>
            <a:chOff x="1107" y="13106995"/>
            <a:chExt cx="184150" cy="207010"/>
          </a:xfrm>
        </p:grpSpPr>
        <p:pic>
          <p:nvPicPr>
            <p:cNvPr id="58" name="object 5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4160" y="13231201"/>
              <a:ext cx="80957" cy="8243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07" y="13106995"/>
              <a:ext cx="79764" cy="80626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31073" y="13766984"/>
            <a:ext cx="77911" cy="7699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58327" y="14000520"/>
            <a:ext cx="79395" cy="8150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3700" y="13892000"/>
            <a:ext cx="78721" cy="74296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570" y="13658780"/>
            <a:ext cx="74152" cy="7635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345" y="14158126"/>
            <a:ext cx="64003" cy="74721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26084" y="14190650"/>
            <a:ext cx="66005" cy="63603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227766" y="13692527"/>
            <a:ext cx="62230" cy="60325"/>
          </a:xfrm>
          <a:custGeom>
            <a:avLst/>
            <a:gdLst/>
            <a:ahLst/>
            <a:cxnLst/>
            <a:rect l="l" t="t" r="r" b="b"/>
            <a:pathLst>
              <a:path w="62229" h="60325">
                <a:moveTo>
                  <a:pt x="42228" y="60008"/>
                </a:moveTo>
                <a:lnTo>
                  <a:pt x="38982" y="60032"/>
                </a:lnTo>
                <a:lnTo>
                  <a:pt x="35731" y="59298"/>
                </a:lnTo>
                <a:lnTo>
                  <a:pt x="31368" y="59236"/>
                </a:lnTo>
                <a:lnTo>
                  <a:pt x="697" y="32116"/>
                </a:lnTo>
                <a:lnTo>
                  <a:pt x="0" y="24139"/>
                </a:lnTo>
                <a:lnTo>
                  <a:pt x="612" y="20609"/>
                </a:lnTo>
                <a:lnTo>
                  <a:pt x="23530" y="0"/>
                </a:lnTo>
                <a:lnTo>
                  <a:pt x="27185" y="10"/>
                </a:lnTo>
                <a:lnTo>
                  <a:pt x="60947" y="28219"/>
                </a:lnTo>
                <a:lnTo>
                  <a:pt x="61836" y="37508"/>
                </a:lnTo>
                <a:lnTo>
                  <a:pt x="61977" y="40838"/>
                </a:lnTo>
                <a:lnTo>
                  <a:pt x="48708" y="58445"/>
                </a:lnTo>
                <a:lnTo>
                  <a:pt x="42228" y="600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74973" y="7436749"/>
            <a:ext cx="3960495" cy="233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204470" algn="ctr">
              <a:lnSpc>
                <a:spcPct val="105500"/>
              </a:lnSpc>
              <a:spcBef>
                <a:spcPts val="100"/>
              </a:spcBef>
            </a:pPr>
            <a:r>
              <a:rPr sz="1600" spc="135">
                <a:solidFill>
                  <a:srgbClr val="295C67"/>
                </a:solidFill>
                <a:latin typeface="Times New Roman"/>
                <a:cs typeface="Times New Roman"/>
              </a:rPr>
              <a:t>M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uch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of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research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work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as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described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presented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by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Briggs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never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took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place.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5500"/>
              </a:lnSpc>
            </a:pP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did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not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tests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which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the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papers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appeared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present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results,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some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of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his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reported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tests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were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impossible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to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conduct,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and,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in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one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paper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wrote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up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study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of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dogs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that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he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had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not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done.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139191" y="3209974"/>
            <a:ext cx="20580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" marR="5080" indent="-45085">
              <a:lnSpc>
                <a:spcPct val="107100"/>
              </a:lnSpc>
              <a:spcBef>
                <a:spcPts val="100"/>
              </a:spcBef>
            </a:pPr>
            <a:r>
              <a:rPr sz="1400" spc="95">
                <a:latin typeface="Arial"/>
                <a:cs typeface="Arial"/>
              </a:rPr>
              <a:t>https://briandeer.com/ </a:t>
            </a:r>
            <a:r>
              <a:rPr sz="1400" spc="110">
                <a:latin typeface="Arial"/>
                <a:cs typeface="Arial"/>
              </a:rPr>
              <a:t>michael-briggs-</a:t>
            </a:r>
            <a:r>
              <a:rPr sz="1400" spc="70">
                <a:latin typeface="Arial"/>
                <a:cs typeface="Arial"/>
              </a:rPr>
              <a:t>1.htm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66877" y="14657244"/>
            <a:ext cx="4295140" cy="3435985"/>
          </a:xfrm>
          <a:custGeom>
            <a:avLst/>
            <a:gdLst/>
            <a:ahLst/>
            <a:cxnLst/>
            <a:rect l="l" t="t" r="r" b="b"/>
            <a:pathLst>
              <a:path w="4295140" h="3435984">
                <a:moveTo>
                  <a:pt x="4208102" y="3435694"/>
                </a:moveTo>
                <a:lnTo>
                  <a:pt x="86515" y="3435694"/>
                </a:lnTo>
                <a:lnTo>
                  <a:pt x="69653" y="3432277"/>
                </a:lnTo>
                <a:lnTo>
                  <a:pt x="33428" y="3407824"/>
                </a:lnTo>
                <a:lnTo>
                  <a:pt x="8974" y="3371597"/>
                </a:lnTo>
                <a:lnTo>
                  <a:pt x="0" y="3327305"/>
                </a:lnTo>
                <a:lnTo>
                  <a:pt x="0" y="113946"/>
                </a:lnTo>
                <a:lnTo>
                  <a:pt x="8974" y="69654"/>
                </a:lnTo>
                <a:lnTo>
                  <a:pt x="33428" y="33428"/>
                </a:lnTo>
                <a:lnTo>
                  <a:pt x="69653" y="8975"/>
                </a:lnTo>
                <a:lnTo>
                  <a:pt x="113946" y="0"/>
                </a:lnTo>
                <a:lnTo>
                  <a:pt x="4180672" y="0"/>
                </a:lnTo>
                <a:lnTo>
                  <a:pt x="4224964" y="8975"/>
                </a:lnTo>
                <a:lnTo>
                  <a:pt x="4261190" y="33428"/>
                </a:lnTo>
                <a:lnTo>
                  <a:pt x="4285643" y="69654"/>
                </a:lnTo>
                <a:lnTo>
                  <a:pt x="4294618" y="113946"/>
                </a:lnTo>
                <a:lnTo>
                  <a:pt x="4294618" y="3327305"/>
                </a:lnTo>
                <a:lnTo>
                  <a:pt x="4285643" y="3371597"/>
                </a:lnTo>
                <a:lnTo>
                  <a:pt x="4261190" y="3407824"/>
                </a:lnTo>
                <a:lnTo>
                  <a:pt x="4224964" y="3432277"/>
                </a:lnTo>
                <a:lnTo>
                  <a:pt x="4208102" y="3435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536129" y="14989343"/>
            <a:ext cx="4038600" cy="259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5500"/>
              </a:lnSpc>
              <a:spcBef>
                <a:spcPts val="100"/>
              </a:spcBef>
            </a:pP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Although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Briggs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believed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his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deceptions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would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not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be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exposed,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he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underestimated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errors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built</a:t>
            </a:r>
            <a:r>
              <a:rPr sz="1600" b="1" spc="50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into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work.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First,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failed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allow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right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length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time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for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the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recruitment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subjects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for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studies.</a:t>
            </a:r>
            <a:endParaRPr sz="1600">
              <a:latin typeface="Times New Roman"/>
              <a:cs typeface="Times New Roman"/>
            </a:endParaRPr>
          </a:p>
          <a:p>
            <a:pPr marL="55244" marR="47625" algn="ctr">
              <a:lnSpc>
                <a:spcPct val="105500"/>
              </a:lnSpc>
            </a:pP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Pill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researchers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have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always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had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trouble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persuading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suitable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95">
                <a:solidFill>
                  <a:srgbClr val="295C67"/>
                </a:solidFill>
                <a:latin typeface="Times New Roman"/>
                <a:cs typeface="Times New Roman"/>
              </a:rPr>
              <a:t>women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to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participate,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yet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Briggs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found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it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strikingly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straightforward.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267" y="416481"/>
            <a:ext cx="6947534" cy="145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10">
                <a:solidFill>
                  <a:srgbClr val="295C67"/>
                </a:solidFill>
                <a:latin typeface="Arial"/>
                <a:cs typeface="Arial"/>
              </a:rPr>
              <a:t>1...What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>
                <a:solidFill>
                  <a:srgbClr val="295C67"/>
                </a:solidFill>
                <a:latin typeface="Arial"/>
                <a:cs typeface="Arial"/>
              </a:rPr>
              <a:t>is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10">
                <a:solidFill>
                  <a:srgbClr val="295C67"/>
                </a:solidFill>
                <a:latin typeface="Arial"/>
                <a:cs typeface="Arial"/>
              </a:rPr>
              <a:t>the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75">
                <a:solidFill>
                  <a:srgbClr val="295C67"/>
                </a:solidFill>
                <a:latin typeface="Arial"/>
                <a:cs typeface="Arial"/>
              </a:rPr>
              <a:t>importance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05">
                <a:solidFill>
                  <a:srgbClr val="295C67"/>
                </a:solidFill>
                <a:latin typeface="Arial"/>
                <a:cs typeface="Arial"/>
              </a:rPr>
              <a:t>of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50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60">
                <a:solidFill>
                  <a:srgbClr val="295C67"/>
                </a:solidFill>
                <a:latin typeface="Arial"/>
                <a:cs typeface="Arial"/>
              </a:rPr>
              <a:t>ethics?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Arial"/>
              <a:cs typeface="Arial"/>
            </a:endParaRPr>
          </a:p>
          <a:p>
            <a:pPr marL="1834514" marR="1280160" indent="-626745">
              <a:lnSpc>
                <a:spcPts val="2780"/>
              </a:lnSpc>
            </a:pP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Fabricating</a:t>
            </a:r>
            <a:r>
              <a:rPr sz="2400" spc="-13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75">
                <a:solidFill>
                  <a:srgbClr val="295C67"/>
                </a:solidFill>
                <a:latin typeface="Arial Black"/>
                <a:cs typeface="Arial Black"/>
              </a:rPr>
              <a:t>and</a:t>
            </a:r>
            <a:r>
              <a:rPr sz="2400" spc="-12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plagiarising: </a:t>
            </a:r>
            <a:r>
              <a:rPr sz="2400" spc="-55">
                <a:solidFill>
                  <a:srgbClr val="295C67"/>
                </a:solidFill>
                <a:latin typeface="Arial Black"/>
                <a:cs typeface="Arial Black"/>
              </a:rPr>
              <a:t>when</a:t>
            </a:r>
            <a:r>
              <a:rPr sz="2400" spc="-15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95">
                <a:solidFill>
                  <a:srgbClr val="295C67"/>
                </a:solidFill>
                <a:latin typeface="Arial Black"/>
                <a:cs typeface="Arial Black"/>
              </a:rPr>
              <a:t>researchers</a:t>
            </a:r>
            <a:r>
              <a:rPr sz="2400" spc="-15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25">
                <a:solidFill>
                  <a:srgbClr val="295C67"/>
                </a:solidFill>
                <a:latin typeface="Arial Black"/>
                <a:cs typeface="Arial Black"/>
              </a:rPr>
              <a:t>lie</a:t>
            </a:r>
            <a:endParaRPr sz="2400">
              <a:latin typeface="Arial Black"/>
              <a:cs typeface="Arial Black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553" y="766969"/>
            <a:ext cx="73458" cy="10359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389128" y="3"/>
            <a:ext cx="85090" cy="42545"/>
          </a:xfrm>
          <a:custGeom>
            <a:avLst/>
            <a:gdLst/>
            <a:ahLst/>
            <a:cxnLst/>
            <a:rect l="l" t="t" r="r" b="b"/>
            <a:pathLst>
              <a:path w="85090" h="42545">
                <a:moveTo>
                  <a:pt x="52412" y="42062"/>
                </a:moveTo>
                <a:lnTo>
                  <a:pt x="47668" y="41545"/>
                </a:lnTo>
                <a:lnTo>
                  <a:pt x="44606" y="41743"/>
                </a:lnTo>
                <a:lnTo>
                  <a:pt x="41556" y="41628"/>
                </a:lnTo>
                <a:lnTo>
                  <a:pt x="6339" y="20045"/>
                </a:lnTo>
                <a:lnTo>
                  <a:pt x="0" y="0"/>
                </a:lnTo>
                <a:lnTo>
                  <a:pt x="83769" y="0"/>
                </a:lnTo>
                <a:lnTo>
                  <a:pt x="84078" y="1242"/>
                </a:lnTo>
                <a:lnTo>
                  <a:pt x="84678" y="8022"/>
                </a:lnTo>
                <a:lnTo>
                  <a:pt x="84724" y="12793"/>
                </a:lnTo>
                <a:lnTo>
                  <a:pt x="83791" y="17364"/>
                </a:lnTo>
                <a:lnTo>
                  <a:pt x="52412" y="42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1825" y="76239"/>
            <a:ext cx="75606" cy="942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2256" y="925953"/>
            <a:ext cx="75761" cy="11048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030" y="576855"/>
            <a:ext cx="72989" cy="10279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7059" y="460780"/>
            <a:ext cx="72040" cy="970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811" y="704407"/>
            <a:ext cx="80610" cy="8583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43318" y="423889"/>
            <a:ext cx="68556" cy="882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82862" y="91116"/>
            <a:ext cx="73212" cy="8088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9247" y="45429"/>
            <a:ext cx="71517" cy="7709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91712" y="367450"/>
            <a:ext cx="66898" cy="7848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4137" y="810365"/>
            <a:ext cx="72224" cy="772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7833" y="313285"/>
            <a:ext cx="67566" cy="767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69167" y="196984"/>
            <a:ext cx="67343" cy="75356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796363" y="371196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35621" y="596588"/>
            <a:ext cx="68145" cy="7963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9296" y="171942"/>
            <a:ext cx="65760" cy="7200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7592753" y="77814"/>
            <a:ext cx="27305" cy="65405"/>
          </a:xfrm>
          <a:custGeom>
            <a:avLst/>
            <a:gdLst/>
            <a:ahLst/>
            <a:cxnLst/>
            <a:rect l="l" t="t" r="r" b="b"/>
            <a:pathLst>
              <a:path w="27304" h="65405">
                <a:moveTo>
                  <a:pt x="27246" y="65211"/>
                </a:moveTo>
                <a:lnTo>
                  <a:pt x="448" y="30786"/>
                </a:lnTo>
                <a:lnTo>
                  <a:pt x="0" y="21056"/>
                </a:lnTo>
                <a:lnTo>
                  <a:pt x="318" y="17834"/>
                </a:lnTo>
                <a:lnTo>
                  <a:pt x="988" y="14646"/>
                </a:lnTo>
                <a:lnTo>
                  <a:pt x="4768" y="6826"/>
                </a:lnTo>
                <a:lnTo>
                  <a:pt x="10890" y="1943"/>
                </a:lnTo>
                <a:lnTo>
                  <a:pt x="19355" y="0"/>
                </a:lnTo>
                <a:lnTo>
                  <a:pt x="22564" y="202"/>
                </a:lnTo>
                <a:lnTo>
                  <a:pt x="25715" y="744"/>
                </a:lnTo>
                <a:lnTo>
                  <a:pt x="27246" y="1182"/>
                </a:lnTo>
                <a:lnTo>
                  <a:pt x="27246" y="6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44527" y="299042"/>
            <a:ext cx="63607" cy="65976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6876469" y="576733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180788" y="796182"/>
            <a:ext cx="62865" cy="64769"/>
          </a:xfrm>
          <a:custGeom>
            <a:avLst/>
            <a:gdLst/>
            <a:ahLst/>
            <a:cxnLst/>
            <a:rect l="l" t="t" r="r" b="b"/>
            <a:pathLst>
              <a:path w="62865" h="64769">
                <a:moveTo>
                  <a:pt x="33693" y="64512"/>
                </a:moveTo>
                <a:lnTo>
                  <a:pt x="20282" y="61478"/>
                </a:lnTo>
                <a:lnTo>
                  <a:pt x="8930" y="51242"/>
                </a:lnTo>
                <a:lnTo>
                  <a:pt x="1536" y="36884"/>
                </a:lnTo>
                <a:lnTo>
                  <a:pt x="0" y="21486"/>
                </a:lnTo>
                <a:lnTo>
                  <a:pt x="140" y="18147"/>
                </a:lnTo>
                <a:lnTo>
                  <a:pt x="21136" y="0"/>
                </a:lnTo>
                <a:lnTo>
                  <a:pt x="24395" y="86"/>
                </a:lnTo>
                <a:lnTo>
                  <a:pt x="27635" y="908"/>
                </a:lnTo>
                <a:lnTo>
                  <a:pt x="32930" y="1794"/>
                </a:lnTo>
                <a:lnTo>
                  <a:pt x="62396" y="36514"/>
                </a:lnTo>
                <a:lnTo>
                  <a:pt x="62754" y="41773"/>
                </a:lnTo>
                <a:lnTo>
                  <a:pt x="62093" y="47102"/>
                </a:lnTo>
                <a:lnTo>
                  <a:pt x="56379" y="51514"/>
                </a:lnTo>
                <a:lnTo>
                  <a:pt x="49607" y="56971"/>
                </a:lnTo>
                <a:lnTo>
                  <a:pt x="41978" y="61845"/>
                </a:lnTo>
                <a:lnTo>
                  <a:pt x="33693" y="645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2769" y="7621805"/>
            <a:ext cx="75606" cy="9421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326637" y="7140188"/>
            <a:ext cx="79335" cy="7709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534263" y="7969455"/>
            <a:ext cx="68556" cy="88262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7605483" y="7275347"/>
            <a:ext cx="14604" cy="61594"/>
          </a:xfrm>
          <a:custGeom>
            <a:avLst/>
            <a:gdLst/>
            <a:ahLst/>
            <a:cxnLst/>
            <a:rect l="l" t="t" r="r" b="b"/>
            <a:pathLst>
              <a:path w="14604" h="61595">
                <a:moveTo>
                  <a:pt x="14515" y="61384"/>
                </a:moveTo>
                <a:lnTo>
                  <a:pt x="800" y="34606"/>
                </a:lnTo>
                <a:lnTo>
                  <a:pt x="0" y="29562"/>
                </a:lnTo>
                <a:lnTo>
                  <a:pt x="14515" y="0"/>
                </a:lnTo>
                <a:lnTo>
                  <a:pt x="14515" y="61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3807" y="7636682"/>
            <a:ext cx="73212" cy="8088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85082" y="8355931"/>
            <a:ext cx="72224" cy="77209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02939" y="7392242"/>
            <a:ext cx="71877" cy="7522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83287" y="7094888"/>
            <a:ext cx="72935" cy="72462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560112" y="774254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5">
                <a:moveTo>
                  <a:pt x="41304" y="75356"/>
                </a:moveTo>
                <a:lnTo>
                  <a:pt x="39343" y="75278"/>
                </a:lnTo>
                <a:lnTo>
                  <a:pt x="37392" y="74976"/>
                </a:lnTo>
                <a:lnTo>
                  <a:pt x="32368" y="74667"/>
                </a:lnTo>
                <a:lnTo>
                  <a:pt x="1029" y="45531"/>
                </a:lnTo>
                <a:lnTo>
                  <a:pt x="0" y="35649"/>
                </a:lnTo>
                <a:lnTo>
                  <a:pt x="3604" y="22898"/>
                </a:lnTo>
                <a:lnTo>
                  <a:pt x="11263" y="11319"/>
                </a:lnTo>
                <a:lnTo>
                  <a:pt x="21167" y="2993"/>
                </a:lnTo>
                <a:lnTo>
                  <a:pt x="31504" y="0"/>
                </a:lnTo>
                <a:lnTo>
                  <a:pt x="36655" y="1373"/>
                </a:lnTo>
                <a:lnTo>
                  <a:pt x="41445" y="3544"/>
                </a:lnTo>
                <a:lnTo>
                  <a:pt x="50301" y="9481"/>
                </a:lnTo>
                <a:lnTo>
                  <a:pt x="54129" y="13087"/>
                </a:lnTo>
                <a:lnTo>
                  <a:pt x="59887" y="20657"/>
                </a:lnTo>
                <a:lnTo>
                  <a:pt x="59887" y="67514"/>
                </a:lnTo>
                <a:lnTo>
                  <a:pt x="45242" y="75065"/>
                </a:lnTo>
                <a:lnTo>
                  <a:pt x="41304" y="75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387308" y="7916762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67414" y="8122298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7428527" y="7373591"/>
            <a:ext cx="162560" cy="136525"/>
            <a:chOff x="7428527" y="7373591"/>
            <a:chExt cx="162560" cy="136525"/>
          </a:xfrm>
        </p:grpSpPr>
        <p:pic>
          <p:nvPicPr>
            <p:cNvPr id="36" name="object 3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24700" y="7436055"/>
              <a:ext cx="65959" cy="734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7428527" y="7373591"/>
              <a:ext cx="55244" cy="57785"/>
            </a:xfrm>
            <a:custGeom>
              <a:avLst/>
              <a:gdLst/>
              <a:ahLst/>
              <a:cxnLst/>
              <a:rect l="l" t="t" r="r" b="b"/>
              <a:pathLst>
                <a:path w="55245" h="57784">
                  <a:moveTo>
                    <a:pt x="32157" y="57423"/>
                  </a:moveTo>
                  <a:lnTo>
                    <a:pt x="1436" y="34697"/>
                  </a:lnTo>
                  <a:lnTo>
                    <a:pt x="0" y="25878"/>
                  </a:lnTo>
                  <a:lnTo>
                    <a:pt x="5" y="22249"/>
                  </a:lnTo>
                  <a:lnTo>
                    <a:pt x="24683" y="0"/>
                  </a:lnTo>
                  <a:lnTo>
                    <a:pt x="28294" y="369"/>
                  </a:lnTo>
                  <a:lnTo>
                    <a:pt x="31949" y="392"/>
                  </a:lnTo>
                  <a:lnTo>
                    <a:pt x="55174" y="24798"/>
                  </a:lnTo>
                  <a:lnTo>
                    <a:pt x="55015" y="28451"/>
                  </a:lnTo>
                  <a:lnTo>
                    <a:pt x="52447" y="36612"/>
                  </a:lnTo>
                  <a:lnTo>
                    <a:pt x="47357" y="44203"/>
                  </a:lnTo>
                  <a:lnTo>
                    <a:pt x="41509" y="51044"/>
                  </a:lnTo>
                  <a:lnTo>
                    <a:pt x="36669" y="56957"/>
                  </a:lnTo>
                  <a:lnTo>
                    <a:pt x="32157" y="5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03720" y="2254383"/>
            <a:ext cx="4461510" cy="3579495"/>
            <a:chOff x="503720" y="2254383"/>
            <a:chExt cx="4461510" cy="3579495"/>
          </a:xfrm>
        </p:grpSpPr>
        <p:sp>
          <p:nvSpPr>
            <p:cNvPr id="39" name="object 39"/>
            <p:cNvSpPr/>
            <p:nvPr/>
          </p:nvSpPr>
          <p:spPr>
            <a:xfrm>
              <a:off x="761999" y="2420038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60">
                  <a:moveTo>
                    <a:pt x="4092555" y="3413275"/>
                  </a:moveTo>
                  <a:lnTo>
                    <a:pt x="110184" y="3413275"/>
                  </a:lnTo>
                  <a:lnTo>
                    <a:pt x="69653" y="3405062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2"/>
                  </a:lnTo>
                  <a:lnTo>
                    <a:pt x="4092555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3720" y="2254383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5">
                  <a:moveTo>
                    <a:pt x="4208098" y="3435694"/>
                  </a:moveTo>
                  <a:lnTo>
                    <a:pt x="86520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3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8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4642" y="2402742"/>
            <a:ext cx="3963035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marR="68580" algn="ctr">
              <a:lnSpc>
                <a:spcPct val="105500"/>
              </a:lnSpc>
              <a:spcBef>
                <a:spcPts val="100"/>
              </a:spcBef>
            </a:pP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Researchers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at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of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Queensland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0">
                <a:solidFill>
                  <a:srgbClr val="295C67"/>
                </a:solidFill>
                <a:latin typeface="Times New Roman"/>
                <a:cs typeface="Times New Roman"/>
              </a:rPr>
              <a:t>were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being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charged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with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breaching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state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Commonwealth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laws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for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fraudulent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use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5">
                <a:solidFill>
                  <a:srgbClr val="295C67"/>
                </a:solidFill>
                <a:latin typeface="Times New Roman"/>
                <a:cs typeface="Times New Roman"/>
              </a:rPr>
              <a:t>grant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money.</a:t>
            </a:r>
            <a:endParaRPr sz="1600">
              <a:latin typeface="Times New Roman"/>
              <a:cs typeface="Times New Roman"/>
            </a:endParaRPr>
          </a:p>
          <a:p>
            <a:pPr marL="12065" marR="5080" algn="ctr">
              <a:lnSpc>
                <a:spcPct val="105500"/>
              </a:lnSpc>
            </a:pP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Bruce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Murdoch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Caroline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Barwood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resigned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of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Queensland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2013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after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a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whistleblower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claimed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they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had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not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undertaken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an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experiment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on </a:t>
            </a:r>
            <a:r>
              <a:rPr sz="1600" b="1" spc="105">
                <a:solidFill>
                  <a:srgbClr val="295C67"/>
                </a:solidFill>
                <a:latin typeface="Times New Roman"/>
                <a:cs typeface="Times New Roman"/>
              </a:rPr>
              <a:t>Parkinson’s,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despite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reporting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results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various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journals.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83726" y="7213455"/>
            <a:ext cx="4363720" cy="3506470"/>
            <a:chOff x="383726" y="7213455"/>
            <a:chExt cx="4363720" cy="3506470"/>
          </a:xfrm>
        </p:grpSpPr>
        <p:sp>
          <p:nvSpPr>
            <p:cNvPr id="43" name="object 43"/>
            <p:cNvSpPr/>
            <p:nvPr/>
          </p:nvSpPr>
          <p:spPr>
            <a:xfrm>
              <a:off x="544617" y="730616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8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5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5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3"/>
                  </a:lnTo>
                  <a:lnTo>
                    <a:pt x="4092558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83726" y="721345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099" y="3435694"/>
                  </a:moveTo>
                  <a:lnTo>
                    <a:pt x="86518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5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5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9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2920199" y="10988575"/>
            <a:ext cx="4363720" cy="3506470"/>
            <a:chOff x="2920199" y="10988575"/>
            <a:chExt cx="4363720" cy="3506470"/>
          </a:xfrm>
        </p:grpSpPr>
        <p:sp>
          <p:nvSpPr>
            <p:cNvPr id="46" name="object 46"/>
            <p:cNvSpPr/>
            <p:nvPr/>
          </p:nvSpPr>
          <p:spPr>
            <a:xfrm>
              <a:off x="3081090" y="1108128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20199" y="1098857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102" y="3435694"/>
                  </a:moveTo>
                  <a:lnTo>
                    <a:pt x="86516" y="3435694"/>
                  </a:lnTo>
                  <a:lnTo>
                    <a:pt x="69653" y="3432277"/>
                  </a:lnTo>
                  <a:lnTo>
                    <a:pt x="33428" y="3407824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4"/>
                  </a:lnTo>
                  <a:lnTo>
                    <a:pt x="4224964" y="3432277"/>
                  </a:lnTo>
                  <a:lnTo>
                    <a:pt x="4208102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011632" y="11216034"/>
            <a:ext cx="4111625" cy="2597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 marR="38100" algn="ctr">
              <a:lnSpc>
                <a:spcPct val="105500"/>
              </a:lnSpc>
              <a:spcBef>
                <a:spcPts val="100"/>
              </a:spcBef>
            </a:pP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Abebe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Zegeye,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professor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sociology,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was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dismissed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from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University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of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  <a:hlinkClick r:id="rId25"/>
              </a:rPr>
              <a:t>Witwatersrand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2010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then forced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resign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of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South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Australia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early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following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year.</a:t>
            </a:r>
            <a:endParaRPr sz="1600">
              <a:latin typeface="Times New Roman"/>
              <a:cs typeface="Times New Roman"/>
            </a:endParaRPr>
          </a:p>
          <a:p>
            <a:pPr marL="12700" marR="5080" algn="ctr">
              <a:lnSpc>
                <a:spcPct val="105500"/>
              </a:lnSpc>
            </a:pP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Wits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initiated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an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inquiry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due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complaints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from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three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senior international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academics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Zegeye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had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repeatedly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plagiarised.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0" y="14864436"/>
            <a:ext cx="4747895" cy="4175125"/>
            <a:chOff x="0" y="14864436"/>
            <a:chExt cx="4747895" cy="4175125"/>
          </a:xfrm>
        </p:grpSpPr>
        <p:sp>
          <p:nvSpPr>
            <p:cNvPr id="50" name="object 50"/>
            <p:cNvSpPr/>
            <p:nvPr/>
          </p:nvSpPr>
          <p:spPr>
            <a:xfrm>
              <a:off x="0" y="17591315"/>
              <a:ext cx="1226820" cy="1447800"/>
            </a:xfrm>
            <a:custGeom>
              <a:avLst/>
              <a:gdLst/>
              <a:ahLst/>
              <a:cxnLst/>
              <a:rect l="l" t="t" r="r" b="b"/>
              <a:pathLst>
                <a:path w="1226820" h="1447800">
                  <a:moveTo>
                    <a:pt x="933069" y="1397000"/>
                  </a:moveTo>
                  <a:lnTo>
                    <a:pt x="932357" y="1358900"/>
                  </a:lnTo>
                  <a:lnTo>
                    <a:pt x="928420" y="1308100"/>
                  </a:lnTo>
                  <a:lnTo>
                    <a:pt x="922489" y="1257300"/>
                  </a:lnTo>
                  <a:lnTo>
                    <a:pt x="914565" y="1219200"/>
                  </a:lnTo>
                  <a:lnTo>
                    <a:pt x="904646" y="1168400"/>
                  </a:lnTo>
                  <a:lnTo>
                    <a:pt x="898652" y="1143000"/>
                  </a:lnTo>
                  <a:lnTo>
                    <a:pt x="891489" y="1130300"/>
                  </a:lnTo>
                  <a:lnTo>
                    <a:pt x="883996" y="1092200"/>
                  </a:lnTo>
                  <a:lnTo>
                    <a:pt x="876973" y="1066800"/>
                  </a:lnTo>
                  <a:lnTo>
                    <a:pt x="866648" y="1028700"/>
                  </a:lnTo>
                  <a:lnTo>
                    <a:pt x="855002" y="1003300"/>
                  </a:lnTo>
                  <a:lnTo>
                    <a:pt x="842048" y="977900"/>
                  </a:lnTo>
                  <a:lnTo>
                    <a:pt x="827773" y="939800"/>
                  </a:lnTo>
                  <a:lnTo>
                    <a:pt x="810031" y="901700"/>
                  </a:lnTo>
                  <a:lnTo>
                    <a:pt x="791705" y="863600"/>
                  </a:lnTo>
                  <a:lnTo>
                    <a:pt x="772731" y="825500"/>
                  </a:lnTo>
                  <a:lnTo>
                    <a:pt x="753008" y="787400"/>
                  </a:lnTo>
                  <a:lnTo>
                    <a:pt x="729932" y="749300"/>
                  </a:lnTo>
                  <a:lnTo>
                    <a:pt x="705358" y="711200"/>
                  </a:lnTo>
                  <a:lnTo>
                    <a:pt x="679297" y="673100"/>
                  </a:lnTo>
                  <a:lnTo>
                    <a:pt x="651751" y="622300"/>
                  </a:lnTo>
                  <a:lnTo>
                    <a:pt x="622706" y="584200"/>
                  </a:lnTo>
                  <a:lnTo>
                    <a:pt x="609701" y="571500"/>
                  </a:lnTo>
                  <a:lnTo>
                    <a:pt x="596315" y="558800"/>
                  </a:lnTo>
                  <a:lnTo>
                    <a:pt x="582561" y="546100"/>
                  </a:lnTo>
                  <a:lnTo>
                    <a:pt x="551484" y="508000"/>
                  </a:lnTo>
                  <a:lnTo>
                    <a:pt x="516966" y="482600"/>
                  </a:lnTo>
                  <a:lnTo>
                    <a:pt x="516712" y="482600"/>
                  </a:lnTo>
                  <a:lnTo>
                    <a:pt x="464146" y="431800"/>
                  </a:lnTo>
                  <a:lnTo>
                    <a:pt x="427850" y="406400"/>
                  </a:lnTo>
                  <a:lnTo>
                    <a:pt x="390436" y="381000"/>
                  </a:lnTo>
                  <a:lnTo>
                    <a:pt x="351917" y="355600"/>
                  </a:lnTo>
                  <a:lnTo>
                    <a:pt x="312267" y="330200"/>
                  </a:lnTo>
                  <a:lnTo>
                    <a:pt x="275234" y="317500"/>
                  </a:lnTo>
                  <a:lnTo>
                    <a:pt x="198742" y="279400"/>
                  </a:lnTo>
                  <a:lnTo>
                    <a:pt x="38049" y="228600"/>
                  </a:lnTo>
                  <a:lnTo>
                    <a:pt x="0" y="228600"/>
                  </a:lnTo>
                  <a:lnTo>
                    <a:pt x="0" y="1447800"/>
                  </a:lnTo>
                  <a:lnTo>
                    <a:pt x="932624" y="1447800"/>
                  </a:lnTo>
                  <a:lnTo>
                    <a:pt x="932738" y="1435100"/>
                  </a:lnTo>
                  <a:lnTo>
                    <a:pt x="932853" y="1422400"/>
                  </a:lnTo>
                  <a:lnTo>
                    <a:pt x="933069" y="1397000"/>
                  </a:lnTo>
                  <a:close/>
                </a:path>
                <a:path w="1226820" h="1447800">
                  <a:moveTo>
                    <a:pt x="1226705" y="1435100"/>
                  </a:moveTo>
                  <a:lnTo>
                    <a:pt x="1226515" y="1435100"/>
                  </a:lnTo>
                  <a:lnTo>
                    <a:pt x="1223708" y="1422400"/>
                  </a:lnTo>
                  <a:lnTo>
                    <a:pt x="1217155" y="1422400"/>
                  </a:lnTo>
                  <a:lnTo>
                    <a:pt x="1216583" y="1422400"/>
                  </a:lnTo>
                  <a:lnTo>
                    <a:pt x="1216710" y="1397000"/>
                  </a:lnTo>
                  <a:lnTo>
                    <a:pt x="1217155" y="1422400"/>
                  </a:lnTo>
                  <a:lnTo>
                    <a:pt x="1219898" y="1397000"/>
                  </a:lnTo>
                  <a:lnTo>
                    <a:pt x="1222044" y="1397000"/>
                  </a:lnTo>
                  <a:lnTo>
                    <a:pt x="1223594" y="1384300"/>
                  </a:lnTo>
                  <a:lnTo>
                    <a:pt x="1224546" y="1384300"/>
                  </a:lnTo>
                  <a:lnTo>
                    <a:pt x="1223695" y="1371600"/>
                  </a:lnTo>
                  <a:lnTo>
                    <a:pt x="1223213" y="1358900"/>
                  </a:lnTo>
                  <a:lnTo>
                    <a:pt x="1221397" y="1346200"/>
                  </a:lnTo>
                  <a:lnTo>
                    <a:pt x="1216520" y="1320800"/>
                  </a:lnTo>
                  <a:lnTo>
                    <a:pt x="1214818" y="1320800"/>
                  </a:lnTo>
                  <a:lnTo>
                    <a:pt x="1214310" y="1308100"/>
                  </a:lnTo>
                  <a:lnTo>
                    <a:pt x="1214996" y="1308100"/>
                  </a:lnTo>
                  <a:lnTo>
                    <a:pt x="1214374" y="1282700"/>
                  </a:lnTo>
                  <a:lnTo>
                    <a:pt x="1212100" y="1257300"/>
                  </a:lnTo>
                  <a:lnTo>
                    <a:pt x="1208189" y="1244600"/>
                  </a:lnTo>
                  <a:lnTo>
                    <a:pt x="1202613" y="1219200"/>
                  </a:lnTo>
                  <a:lnTo>
                    <a:pt x="1198130" y="1206500"/>
                  </a:lnTo>
                  <a:lnTo>
                    <a:pt x="1193647" y="1181100"/>
                  </a:lnTo>
                  <a:lnTo>
                    <a:pt x="1185862" y="1155700"/>
                  </a:lnTo>
                  <a:lnTo>
                    <a:pt x="1179245" y="1130300"/>
                  </a:lnTo>
                  <a:lnTo>
                    <a:pt x="1173810" y="1092200"/>
                  </a:lnTo>
                  <a:lnTo>
                    <a:pt x="1171676" y="1079500"/>
                  </a:lnTo>
                  <a:lnTo>
                    <a:pt x="1167498" y="1066800"/>
                  </a:lnTo>
                  <a:lnTo>
                    <a:pt x="1161262" y="1054100"/>
                  </a:lnTo>
                  <a:lnTo>
                    <a:pt x="1152969" y="1028700"/>
                  </a:lnTo>
                  <a:lnTo>
                    <a:pt x="1163243" y="1028700"/>
                  </a:lnTo>
                  <a:lnTo>
                    <a:pt x="1164882" y="1016000"/>
                  </a:lnTo>
                  <a:lnTo>
                    <a:pt x="1164374" y="1016000"/>
                  </a:lnTo>
                  <a:lnTo>
                    <a:pt x="1163434" y="1003300"/>
                  </a:lnTo>
                  <a:lnTo>
                    <a:pt x="1161694" y="1003300"/>
                  </a:lnTo>
                  <a:lnTo>
                    <a:pt x="1160995" y="990600"/>
                  </a:lnTo>
                  <a:lnTo>
                    <a:pt x="1159865" y="990600"/>
                  </a:lnTo>
                  <a:lnTo>
                    <a:pt x="1157465" y="977900"/>
                  </a:lnTo>
                  <a:lnTo>
                    <a:pt x="1153795" y="977900"/>
                  </a:lnTo>
                  <a:lnTo>
                    <a:pt x="1148854" y="952500"/>
                  </a:lnTo>
                  <a:lnTo>
                    <a:pt x="1129385" y="952500"/>
                  </a:lnTo>
                  <a:lnTo>
                    <a:pt x="1124597" y="939800"/>
                  </a:lnTo>
                  <a:lnTo>
                    <a:pt x="1141272" y="939800"/>
                  </a:lnTo>
                  <a:lnTo>
                    <a:pt x="1137399" y="914400"/>
                  </a:lnTo>
                  <a:lnTo>
                    <a:pt x="1135545" y="901700"/>
                  </a:lnTo>
                  <a:lnTo>
                    <a:pt x="1132370" y="876300"/>
                  </a:lnTo>
                  <a:lnTo>
                    <a:pt x="1124521" y="863600"/>
                  </a:lnTo>
                  <a:lnTo>
                    <a:pt x="1119454" y="865593"/>
                  </a:lnTo>
                  <a:lnTo>
                    <a:pt x="1119454" y="1168400"/>
                  </a:lnTo>
                  <a:lnTo>
                    <a:pt x="1118450" y="1181100"/>
                  </a:lnTo>
                  <a:lnTo>
                    <a:pt x="1115834" y="1206500"/>
                  </a:lnTo>
                  <a:lnTo>
                    <a:pt x="1109713" y="1168400"/>
                  </a:lnTo>
                  <a:lnTo>
                    <a:pt x="1102804" y="1143000"/>
                  </a:lnTo>
                  <a:lnTo>
                    <a:pt x="1096632" y="1104900"/>
                  </a:lnTo>
                  <a:lnTo>
                    <a:pt x="1092746" y="1079500"/>
                  </a:lnTo>
                  <a:lnTo>
                    <a:pt x="1100950" y="1092200"/>
                  </a:lnTo>
                  <a:lnTo>
                    <a:pt x="1107668" y="1092200"/>
                  </a:lnTo>
                  <a:lnTo>
                    <a:pt x="1112901" y="1104900"/>
                  </a:lnTo>
                  <a:lnTo>
                    <a:pt x="1116660" y="1130300"/>
                  </a:lnTo>
                  <a:lnTo>
                    <a:pt x="1118857" y="1143000"/>
                  </a:lnTo>
                  <a:lnTo>
                    <a:pt x="1119454" y="1168400"/>
                  </a:lnTo>
                  <a:lnTo>
                    <a:pt x="1119454" y="865593"/>
                  </a:lnTo>
                  <a:lnTo>
                    <a:pt x="1092238" y="876300"/>
                  </a:lnTo>
                  <a:lnTo>
                    <a:pt x="1093165" y="863600"/>
                  </a:lnTo>
                  <a:lnTo>
                    <a:pt x="1096467" y="863600"/>
                  </a:lnTo>
                  <a:lnTo>
                    <a:pt x="1108925" y="850900"/>
                  </a:lnTo>
                  <a:lnTo>
                    <a:pt x="1115517" y="838200"/>
                  </a:lnTo>
                  <a:lnTo>
                    <a:pt x="1115364" y="825500"/>
                  </a:lnTo>
                  <a:lnTo>
                    <a:pt x="1107617" y="800100"/>
                  </a:lnTo>
                  <a:lnTo>
                    <a:pt x="1104988" y="800100"/>
                  </a:lnTo>
                  <a:lnTo>
                    <a:pt x="1103655" y="787400"/>
                  </a:lnTo>
                  <a:lnTo>
                    <a:pt x="1102461" y="774700"/>
                  </a:lnTo>
                  <a:lnTo>
                    <a:pt x="1100137" y="774700"/>
                  </a:lnTo>
                  <a:lnTo>
                    <a:pt x="1096657" y="762000"/>
                  </a:lnTo>
                  <a:lnTo>
                    <a:pt x="1088898" y="762000"/>
                  </a:lnTo>
                  <a:lnTo>
                    <a:pt x="1083919" y="749300"/>
                  </a:lnTo>
                  <a:lnTo>
                    <a:pt x="1083640" y="749300"/>
                  </a:lnTo>
                  <a:lnTo>
                    <a:pt x="1080617" y="723900"/>
                  </a:lnTo>
                  <a:lnTo>
                    <a:pt x="1074788" y="711200"/>
                  </a:lnTo>
                  <a:lnTo>
                    <a:pt x="1067917" y="698500"/>
                  </a:lnTo>
                  <a:lnTo>
                    <a:pt x="1047623" y="647700"/>
                  </a:lnTo>
                  <a:lnTo>
                    <a:pt x="1039152" y="635000"/>
                  </a:lnTo>
                  <a:lnTo>
                    <a:pt x="1030681" y="622300"/>
                  </a:lnTo>
                  <a:lnTo>
                    <a:pt x="1021359" y="602602"/>
                  </a:lnTo>
                  <a:lnTo>
                    <a:pt x="1021359" y="635000"/>
                  </a:lnTo>
                  <a:lnTo>
                    <a:pt x="1015796" y="647700"/>
                  </a:lnTo>
                  <a:lnTo>
                    <a:pt x="1010500" y="635000"/>
                  </a:lnTo>
                  <a:lnTo>
                    <a:pt x="1021359" y="635000"/>
                  </a:lnTo>
                  <a:lnTo>
                    <a:pt x="1021359" y="602602"/>
                  </a:lnTo>
                  <a:lnTo>
                    <a:pt x="1012659" y="584200"/>
                  </a:lnTo>
                  <a:lnTo>
                    <a:pt x="995337" y="546100"/>
                  </a:lnTo>
                  <a:lnTo>
                    <a:pt x="987323" y="546100"/>
                  </a:lnTo>
                  <a:lnTo>
                    <a:pt x="982878" y="533400"/>
                  </a:lnTo>
                  <a:lnTo>
                    <a:pt x="978128" y="533400"/>
                  </a:lnTo>
                  <a:lnTo>
                    <a:pt x="973696" y="508000"/>
                  </a:lnTo>
                  <a:lnTo>
                    <a:pt x="969302" y="508000"/>
                  </a:lnTo>
                  <a:lnTo>
                    <a:pt x="969302" y="533400"/>
                  </a:lnTo>
                  <a:lnTo>
                    <a:pt x="968641" y="546100"/>
                  </a:lnTo>
                  <a:lnTo>
                    <a:pt x="964018" y="546100"/>
                  </a:lnTo>
                  <a:lnTo>
                    <a:pt x="962431" y="533400"/>
                  </a:lnTo>
                  <a:lnTo>
                    <a:pt x="969302" y="533400"/>
                  </a:lnTo>
                  <a:lnTo>
                    <a:pt x="969302" y="508000"/>
                  </a:lnTo>
                  <a:lnTo>
                    <a:pt x="956906" y="508000"/>
                  </a:lnTo>
                  <a:lnTo>
                    <a:pt x="959967" y="495300"/>
                  </a:lnTo>
                  <a:lnTo>
                    <a:pt x="957795" y="495300"/>
                  </a:lnTo>
                  <a:lnTo>
                    <a:pt x="955167" y="482600"/>
                  </a:lnTo>
                  <a:lnTo>
                    <a:pt x="952119" y="482600"/>
                  </a:lnTo>
                  <a:lnTo>
                    <a:pt x="952119" y="508000"/>
                  </a:lnTo>
                  <a:lnTo>
                    <a:pt x="948309" y="533400"/>
                  </a:lnTo>
                  <a:lnTo>
                    <a:pt x="942124" y="533400"/>
                  </a:lnTo>
                  <a:lnTo>
                    <a:pt x="938504" y="508000"/>
                  </a:lnTo>
                  <a:lnTo>
                    <a:pt x="952119" y="508000"/>
                  </a:lnTo>
                  <a:lnTo>
                    <a:pt x="952119" y="482600"/>
                  </a:lnTo>
                  <a:lnTo>
                    <a:pt x="934224" y="457200"/>
                  </a:lnTo>
                  <a:lnTo>
                    <a:pt x="925296" y="431800"/>
                  </a:lnTo>
                  <a:lnTo>
                    <a:pt x="917575" y="424675"/>
                  </a:lnTo>
                  <a:lnTo>
                    <a:pt x="917575" y="469900"/>
                  </a:lnTo>
                  <a:lnTo>
                    <a:pt x="914527" y="469900"/>
                  </a:lnTo>
                  <a:lnTo>
                    <a:pt x="913231" y="482600"/>
                  </a:lnTo>
                  <a:lnTo>
                    <a:pt x="910094" y="469900"/>
                  </a:lnTo>
                  <a:lnTo>
                    <a:pt x="903389" y="469900"/>
                  </a:lnTo>
                  <a:lnTo>
                    <a:pt x="904392" y="457200"/>
                  </a:lnTo>
                  <a:lnTo>
                    <a:pt x="916012" y="457200"/>
                  </a:lnTo>
                  <a:lnTo>
                    <a:pt x="917575" y="469900"/>
                  </a:lnTo>
                  <a:lnTo>
                    <a:pt x="917575" y="424675"/>
                  </a:lnTo>
                  <a:lnTo>
                    <a:pt x="911555" y="419100"/>
                  </a:lnTo>
                  <a:lnTo>
                    <a:pt x="882777" y="393700"/>
                  </a:lnTo>
                  <a:lnTo>
                    <a:pt x="868807" y="381000"/>
                  </a:lnTo>
                  <a:lnTo>
                    <a:pt x="855306" y="355600"/>
                  </a:lnTo>
                  <a:lnTo>
                    <a:pt x="842276" y="342900"/>
                  </a:lnTo>
                  <a:lnTo>
                    <a:pt x="830707" y="330200"/>
                  </a:lnTo>
                  <a:lnTo>
                    <a:pt x="818210" y="317500"/>
                  </a:lnTo>
                  <a:lnTo>
                    <a:pt x="805700" y="305676"/>
                  </a:lnTo>
                  <a:lnTo>
                    <a:pt x="805700" y="330200"/>
                  </a:lnTo>
                  <a:lnTo>
                    <a:pt x="803986" y="342900"/>
                  </a:lnTo>
                  <a:lnTo>
                    <a:pt x="786257" y="342900"/>
                  </a:lnTo>
                  <a:lnTo>
                    <a:pt x="785888" y="330200"/>
                  </a:lnTo>
                  <a:lnTo>
                    <a:pt x="805700" y="330200"/>
                  </a:lnTo>
                  <a:lnTo>
                    <a:pt x="805700" y="305676"/>
                  </a:lnTo>
                  <a:lnTo>
                    <a:pt x="804786" y="304800"/>
                  </a:lnTo>
                  <a:lnTo>
                    <a:pt x="790448" y="279400"/>
                  </a:lnTo>
                  <a:lnTo>
                    <a:pt x="774052" y="266700"/>
                  </a:lnTo>
                  <a:lnTo>
                    <a:pt x="741146" y="241300"/>
                  </a:lnTo>
                  <a:lnTo>
                    <a:pt x="725004" y="228600"/>
                  </a:lnTo>
                  <a:lnTo>
                    <a:pt x="712343" y="211709"/>
                  </a:lnTo>
                  <a:lnTo>
                    <a:pt x="712343" y="254000"/>
                  </a:lnTo>
                  <a:lnTo>
                    <a:pt x="709917" y="266700"/>
                  </a:lnTo>
                  <a:lnTo>
                    <a:pt x="706335" y="254000"/>
                  </a:lnTo>
                  <a:lnTo>
                    <a:pt x="706678" y="254000"/>
                  </a:lnTo>
                  <a:lnTo>
                    <a:pt x="708964" y="241300"/>
                  </a:lnTo>
                  <a:lnTo>
                    <a:pt x="711161" y="254000"/>
                  </a:lnTo>
                  <a:lnTo>
                    <a:pt x="712343" y="254000"/>
                  </a:lnTo>
                  <a:lnTo>
                    <a:pt x="712343" y="211709"/>
                  </a:lnTo>
                  <a:lnTo>
                    <a:pt x="705967" y="203200"/>
                  </a:lnTo>
                  <a:lnTo>
                    <a:pt x="695718" y="196367"/>
                  </a:lnTo>
                  <a:lnTo>
                    <a:pt x="695718" y="241300"/>
                  </a:lnTo>
                  <a:lnTo>
                    <a:pt x="690587" y="241300"/>
                  </a:lnTo>
                  <a:lnTo>
                    <a:pt x="691032" y="228600"/>
                  </a:lnTo>
                  <a:lnTo>
                    <a:pt x="692124" y="228600"/>
                  </a:lnTo>
                  <a:lnTo>
                    <a:pt x="695718" y="241300"/>
                  </a:lnTo>
                  <a:lnTo>
                    <a:pt x="695718" y="196367"/>
                  </a:lnTo>
                  <a:lnTo>
                    <a:pt x="686930" y="190500"/>
                  </a:lnTo>
                  <a:lnTo>
                    <a:pt x="667169" y="177800"/>
                  </a:lnTo>
                  <a:lnTo>
                    <a:pt x="666648" y="177469"/>
                  </a:lnTo>
                  <a:lnTo>
                    <a:pt x="666648" y="228600"/>
                  </a:lnTo>
                  <a:lnTo>
                    <a:pt x="659485" y="228600"/>
                  </a:lnTo>
                  <a:lnTo>
                    <a:pt x="657618" y="203200"/>
                  </a:lnTo>
                  <a:lnTo>
                    <a:pt x="665937" y="203200"/>
                  </a:lnTo>
                  <a:lnTo>
                    <a:pt x="666648" y="228600"/>
                  </a:lnTo>
                  <a:lnTo>
                    <a:pt x="666648" y="177469"/>
                  </a:lnTo>
                  <a:lnTo>
                    <a:pt x="647395" y="165100"/>
                  </a:lnTo>
                  <a:lnTo>
                    <a:pt x="607466" y="152742"/>
                  </a:lnTo>
                  <a:lnTo>
                    <a:pt x="607466" y="165100"/>
                  </a:lnTo>
                  <a:lnTo>
                    <a:pt x="606983" y="177800"/>
                  </a:lnTo>
                  <a:lnTo>
                    <a:pt x="595388" y="177800"/>
                  </a:lnTo>
                  <a:lnTo>
                    <a:pt x="595845" y="165100"/>
                  </a:lnTo>
                  <a:lnTo>
                    <a:pt x="607466" y="165100"/>
                  </a:lnTo>
                  <a:lnTo>
                    <a:pt x="607466" y="152742"/>
                  </a:lnTo>
                  <a:lnTo>
                    <a:pt x="606399" y="152400"/>
                  </a:lnTo>
                  <a:lnTo>
                    <a:pt x="585165" y="127000"/>
                  </a:lnTo>
                  <a:lnTo>
                    <a:pt x="576757" y="121983"/>
                  </a:lnTo>
                  <a:lnTo>
                    <a:pt x="576757" y="152400"/>
                  </a:lnTo>
                  <a:lnTo>
                    <a:pt x="574967" y="165100"/>
                  </a:lnTo>
                  <a:lnTo>
                    <a:pt x="566381" y="165100"/>
                  </a:lnTo>
                  <a:lnTo>
                    <a:pt x="569518" y="152400"/>
                  </a:lnTo>
                  <a:lnTo>
                    <a:pt x="576757" y="152400"/>
                  </a:lnTo>
                  <a:lnTo>
                    <a:pt x="576757" y="121983"/>
                  </a:lnTo>
                  <a:lnTo>
                    <a:pt x="563930" y="114300"/>
                  </a:lnTo>
                  <a:lnTo>
                    <a:pt x="549109" y="114300"/>
                  </a:lnTo>
                  <a:lnTo>
                    <a:pt x="534073" y="101600"/>
                  </a:lnTo>
                  <a:lnTo>
                    <a:pt x="529882" y="101600"/>
                  </a:lnTo>
                  <a:lnTo>
                    <a:pt x="529882" y="127000"/>
                  </a:lnTo>
                  <a:lnTo>
                    <a:pt x="523862" y="127000"/>
                  </a:lnTo>
                  <a:lnTo>
                    <a:pt x="521995" y="114300"/>
                  </a:lnTo>
                  <a:lnTo>
                    <a:pt x="527735" y="114300"/>
                  </a:lnTo>
                  <a:lnTo>
                    <a:pt x="529882" y="127000"/>
                  </a:lnTo>
                  <a:lnTo>
                    <a:pt x="529882" y="101600"/>
                  </a:lnTo>
                  <a:lnTo>
                    <a:pt x="518820" y="101600"/>
                  </a:lnTo>
                  <a:lnTo>
                    <a:pt x="503351" y="88900"/>
                  </a:lnTo>
                  <a:lnTo>
                    <a:pt x="483616" y="88900"/>
                  </a:lnTo>
                  <a:lnTo>
                    <a:pt x="463753" y="76200"/>
                  </a:lnTo>
                  <a:lnTo>
                    <a:pt x="455117" y="76200"/>
                  </a:lnTo>
                  <a:lnTo>
                    <a:pt x="455117" y="101600"/>
                  </a:lnTo>
                  <a:lnTo>
                    <a:pt x="432295" y="101600"/>
                  </a:lnTo>
                  <a:lnTo>
                    <a:pt x="427913" y="88900"/>
                  </a:lnTo>
                  <a:lnTo>
                    <a:pt x="452018" y="88900"/>
                  </a:lnTo>
                  <a:lnTo>
                    <a:pt x="455117" y="101600"/>
                  </a:lnTo>
                  <a:lnTo>
                    <a:pt x="455117" y="76200"/>
                  </a:lnTo>
                  <a:lnTo>
                    <a:pt x="443801" y="76200"/>
                  </a:lnTo>
                  <a:lnTo>
                    <a:pt x="423799" y="50800"/>
                  </a:lnTo>
                  <a:lnTo>
                    <a:pt x="402412" y="50800"/>
                  </a:lnTo>
                  <a:lnTo>
                    <a:pt x="381025" y="38100"/>
                  </a:lnTo>
                  <a:lnTo>
                    <a:pt x="350520" y="38100"/>
                  </a:lnTo>
                  <a:lnTo>
                    <a:pt x="360857" y="50800"/>
                  </a:lnTo>
                  <a:lnTo>
                    <a:pt x="340385" y="50800"/>
                  </a:lnTo>
                  <a:lnTo>
                    <a:pt x="345414" y="38100"/>
                  </a:lnTo>
                  <a:lnTo>
                    <a:pt x="326859" y="38100"/>
                  </a:lnTo>
                  <a:lnTo>
                    <a:pt x="317703" y="25400"/>
                  </a:lnTo>
                  <a:lnTo>
                    <a:pt x="280212" y="25400"/>
                  </a:lnTo>
                  <a:lnTo>
                    <a:pt x="271030" y="13652"/>
                  </a:lnTo>
                  <a:lnTo>
                    <a:pt x="271030" y="25400"/>
                  </a:lnTo>
                  <a:lnTo>
                    <a:pt x="266420" y="38100"/>
                  </a:lnTo>
                  <a:lnTo>
                    <a:pt x="240919" y="38100"/>
                  </a:lnTo>
                  <a:lnTo>
                    <a:pt x="237858" y="25400"/>
                  </a:lnTo>
                  <a:lnTo>
                    <a:pt x="271030" y="25400"/>
                  </a:lnTo>
                  <a:lnTo>
                    <a:pt x="271030" y="13652"/>
                  </a:lnTo>
                  <a:lnTo>
                    <a:pt x="270294" y="12700"/>
                  </a:lnTo>
                  <a:lnTo>
                    <a:pt x="218300" y="12700"/>
                  </a:lnTo>
                  <a:lnTo>
                    <a:pt x="197231" y="0"/>
                  </a:lnTo>
                  <a:lnTo>
                    <a:pt x="134823" y="0"/>
                  </a:lnTo>
                  <a:lnTo>
                    <a:pt x="137706" y="12700"/>
                  </a:lnTo>
                  <a:lnTo>
                    <a:pt x="114363" y="12700"/>
                  </a:lnTo>
                  <a:lnTo>
                    <a:pt x="123990" y="0"/>
                  </a:lnTo>
                  <a:lnTo>
                    <a:pt x="63957" y="0"/>
                  </a:lnTo>
                  <a:lnTo>
                    <a:pt x="65138" y="12700"/>
                  </a:lnTo>
                  <a:lnTo>
                    <a:pt x="39712" y="12700"/>
                  </a:lnTo>
                  <a:lnTo>
                    <a:pt x="42875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132588" y="38100"/>
                  </a:lnTo>
                  <a:lnTo>
                    <a:pt x="155397" y="50800"/>
                  </a:lnTo>
                  <a:lnTo>
                    <a:pt x="211670" y="50800"/>
                  </a:lnTo>
                  <a:lnTo>
                    <a:pt x="421716" y="114300"/>
                  </a:lnTo>
                  <a:lnTo>
                    <a:pt x="470573" y="127000"/>
                  </a:lnTo>
                  <a:lnTo>
                    <a:pt x="517867" y="165100"/>
                  </a:lnTo>
                  <a:lnTo>
                    <a:pt x="563600" y="190500"/>
                  </a:lnTo>
                  <a:lnTo>
                    <a:pt x="607783" y="203200"/>
                  </a:lnTo>
                  <a:lnTo>
                    <a:pt x="641108" y="241300"/>
                  </a:lnTo>
                  <a:lnTo>
                    <a:pt x="673430" y="266700"/>
                  </a:lnTo>
                  <a:lnTo>
                    <a:pt x="704735" y="279400"/>
                  </a:lnTo>
                  <a:lnTo>
                    <a:pt x="735037" y="317500"/>
                  </a:lnTo>
                  <a:lnTo>
                    <a:pt x="754811" y="330200"/>
                  </a:lnTo>
                  <a:lnTo>
                    <a:pt x="773976" y="355600"/>
                  </a:lnTo>
                  <a:lnTo>
                    <a:pt x="811834" y="393700"/>
                  </a:lnTo>
                  <a:lnTo>
                    <a:pt x="842276" y="431800"/>
                  </a:lnTo>
                  <a:lnTo>
                    <a:pt x="869835" y="469900"/>
                  </a:lnTo>
                  <a:lnTo>
                    <a:pt x="921981" y="546100"/>
                  </a:lnTo>
                  <a:lnTo>
                    <a:pt x="937196" y="571500"/>
                  </a:lnTo>
                  <a:lnTo>
                    <a:pt x="951141" y="584200"/>
                  </a:lnTo>
                  <a:lnTo>
                    <a:pt x="964679" y="622300"/>
                  </a:lnTo>
                  <a:lnTo>
                    <a:pt x="978712" y="647700"/>
                  </a:lnTo>
                  <a:lnTo>
                    <a:pt x="1002068" y="698500"/>
                  </a:lnTo>
                  <a:lnTo>
                    <a:pt x="1021854" y="749300"/>
                  </a:lnTo>
                  <a:lnTo>
                    <a:pt x="1039964" y="787400"/>
                  </a:lnTo>
                  <a:lnTo>
                    <a:pt x="1058265" y="838200"/>
                  </a:lnTo>
                  <a:lnTo>
                    <a:pt x="1062863" y="838200"/>
                  </a:lnTo>
                  <a:lnTo>
                    <a:pt x="1065733" y="850900"/>
                  </a:lnTo>
                  <a:lnTo>
                    <a:pt x="1066888" y="863600"/>
                  </a:lnTo>
                  <a:lnTo>
                    <a:pt x="1066304" y="876300"/>
                  </a:lnTo>
                  <a:lnTo>
                    <a:pt x="1061415" y="863600"/>
                  </a:lnTo>
                  <a:lnTo>
                    <a:pt x="1056132" y="863600"/>
                  </a:lnTo>
                  <a:lnTo>
                    <a:pt x="1050442" y="850900"/>
                  </a:lnTo>
                  <a:lnTo>
                    <a:pt x="1037869" y="850900"/>
                  </a:lnTo>
                  <a:lnTo>
                    <a:pt x="1031138" y="838200"/>
                  </a:lnTo>
                  <a:lnTo>
                    <a:pt x="1039317" y="838200"/>
                  </a:lnTo>
                  <a:lnTo>
                    <a:pt x="1032548" y="825500"/>
                  </a:lnTo>
                  <a:lnTo>
                    <a:pt x="1017739" y="800100"/>
                  </a:lnTo>
                  <a:lnTo>
                    <a:pt x="1005192" y="787400"/>
                  </a:lnTo>
                  <a:lnTo>
                    <a:pt x="993317" y="774700"/>
                  </a:lnTo>
                  <a:lnTo>
                    <a:pt x="980528" y="762000"/>
                  </a:lnTo>
                  <a:lnTo>
                    <a:pt x="958621" y="723900"/>
                  </a:lnTo>
                  <a:lnTo>
                    <a:pt x="947813" y="711200"/>
                  </a:lnTo>
                  <a:lnTo>
                    <a:pt x="937336" y="698500"/>
                  </a:lnTo>
                  <a:lnTo>
                    <a:pt x="924509" y="685800"/>
                  </a:lnTo>
                  <a:lnTo>
                    <a:pt x="911948" y="673100"/>
                  </a:lnTo>
                  <a:lnTo>
                    <a:pt x="899515" y="635000"/>
                  </a:lnTo>
                  <a:lnTo>
                    <a:pt x="887056" y="622300"/>
                  </a:lnTo>
                  <a:lnTo>
                    <a:pt x="868235" y="584200"/>
                  </a:lnTo>
                  <a:lnTo>
                    <a:pt x="862012" y="584200"/>
                  </a:lnTo>
                  <a:lnTo>
                    <a:pt x="830618" y="546100"/>
                  </a:lnTo>
                  <a:lnTo>
                    <a:pt x="797560" y="495300"/>
                  </a:lnTo>
                  <a:lnTo>
                    <a:pt x="785977" y="482600"/>
                  </a:lnTo>
                  <a:lnTo>
                    <a:pt x="774395" y="469900"/>
                  </a:lnTo>
                  <a:lnTo>
                    <a:pt x="762812" y="457200"/>
                  </a:lnTo>
                  <a:lnTo>
                    <a:pt x="749922" y="443725"/>
                  </a:lnTo>
                  <a:lnTo>
                    <a:pt x="749922" y="482600"/>
                  </a:lnTo>
                  <a:lnTo>
                    <a:pt x="737920" y="482600"/>
                  </a:lnTo>
                  <a:lnTo>
                    <a:pt x="737387" y="469900"/>
                  </a:lnTo>
                  <a:lnTo>
                    <a:pt x="747687" y="469900"/>
                  </a:lnTo>
                  <a:lnTo>
                    <a:pt x="749922" y="482600"/>
                  </a:lnTo>
                  <a:lnTo>
                    <a:pt x="749922" y="443725"/>
                  </a:lnTo>
                  <a:lnTo>
                    <a:pt x="726389" y="419100"/>
                  </a:lnTo>
                  <a:lnTo>
                    <a:pt x="705815" y="393700"/>
                  </a:lnTo>
                  <a:lnTo>
                    <a:pt x="685088" y="381000"/>
                  </a:lnTo>
                  <a:lnTo>
                    <a:pt x="664159" y="342900"/>
                  </a:lnTo>
                  <a:lnTo>
                    <a:pt x="642899" y="330200"/>
                  </a:lnTo>
                  <a:lnTo>
                    <a:pt x="613727" y="304800"/>
                  </a:lnTo>
                  <a:lnTo>
                    <a:pt x="583209" y="266700"/>
                  </a:lnTo>
                  <a:lnTo>
                    <a:pt x="572604" y="262483"/>
                  </a:lnTo>
                  <a:lnTo>
                    <a:pt x="572604" y="342900"/>
                  </a:lnTo>
                  <a:lnTo>
                    <a:pt x="564019" y="342900"/>
                  </a:lnTo>
                  <a:lnTo>
                    <a:pt x="553440" y="330200"/>
                  </a:lnTo>
                  <a:lnTo>
                    <a:pt x="543217" y="330200"/>
                  </a:lnTo>
                  <a:lnTo>
                    <a:pt x="533361" y="317500"/>
                  </a:lnTo>
                  <a:lnTo>
                    <a:pt x="522478" y="317500"/>
                  </a:lnTo>
                  <a:lnTo>
                    <a:pt x="511619" y="304800"/>
                  </a:lnTo>
                  <a:lnTo>
                    <a:pt x="500862" y="304800"/>
                  </a:lnTo>
                  <a:lnTo>
                    <a:pt x="490308" y="279400"/>
                  </a:lnTo>
                  <a:lnTo>
                    <a:pt x="498221" y="279400"/>
                  </a:lnTo>
                  <a:lnTo>
                    <a:pt x="534568" y="317500"/>
                  </a:lnTo>
                  <a:lnTo>
                    <a:pt x="552602" y="317500"/>
                  </a:lnTo>
                  <a:lnTo>
                    <a:pt x="572389" y="330200"/>
                  </a:lnTo>
                  <a:lnTo>
                    <a:pt x="572604" y="342900"/>
                  </a:lnTo>
                  <a:lnTo>
                    <a:pt x="572604" y="262483"/>
                  </a:lnTo>
                  <a:lnTo>
                    <a:pt x="567042" y="260261"/>
                  </a:lnTo>
                  <a:lnTo>
                    <a:pt x="567042" y="317500"/>
                  </a:lnTo>
                  <a:lnTo>
                    <a:pt x="566064" y="317500"/>
                  </a:lnTo>
                  <a:lnTo>
                    <a:pt x="566686" y="304800"/>
                  </a:lnTo>
                  <a:lnTo>
                    <a:pt x="567042" y="317500"/>
                  </a:lnTo>
                  <a:lnTo>
                    <a:pt x="567042" y="260261"/>
                  </a:lnTo>
                  <a:lnTo>
                    <a:pt x="551345" y="254000"/>
                  </a:lnTo>
                  <a:lnTo>
                    <a:pt x="518160" y="228600"/>
                  </a:lnTo>
                  <a:lnTo>
                    <a:pt x="471881" y="199847"/>
                  </a:lnTo>
                  <a:lnTo>
                    <a:pt x="471881" y="266700"/>
                  </a:lnTo>
                  <a:lnTo>
                    <a:pt x="468566" y="266700"/>
                  </a:lnTo>
                  <a:lnTo>
                    <a:pt x="468566" y="342900"/>
                  </a:lnTo>
                  <a:lnTo>
                    <a:pt x="461022" y="355600"/>
                  </a:lnTo>
                  <a:lnTo>
                    <a:pt x="454990" y="342900"/>
                  </a:lnTo>
                  <a:lnTo>
                    <a:pt x="453034" y="342900"/>
                  </a:lnTo>
                  <a:lnTo>
                    <a:pt x="456349" y="330200"/>
                  </a:lnTo>
                  <a:lnTo>
                    <a:pt x="460984" y="342900"/>
                  </a:lnTo>
                  <a:lnTo>
                    <a:pt x="468566" y="342900"/>
                  </a:lnTo>
                  <a:lnTo>
                    <a:pt x="468566" y="266700"/>
                  </a:lnTo>
                  <a:lnTo>
                    <a:pt x="449719" y="266700"/>
                  </a:lnTo>
                  <a:lnTo>
                    <a:pt x="434809" y="254000"/>
                  </a:lnTo>
                  <a:lnTo>
                    <a:pt x="420154" y="241300"/>
                  </a:lnTo>
                  <a:lnTo>
                    <a:pt x="431685" y="241300"/>
                  </a:lnTo>
                  <a:lnTo>
                    <a:pt x="445312" y="254000"/>
                  </a:lnTo>
                  <a:lnTo>
                    <a:pt x="459003" y="254000"/>
                  </a:lnTo>
                  <a:lnTo>
                    <a:pt x="471881" y="266700"/>
                  </a:lnTo>
                  <a:lnTo>
                    <a:pt x="471881" y="199847"/>
                  </a:lnTo>
                  <a:lnTo>
                    <a:pt x="456844" y="190500"/>
                  </a:lnTo>
                  <a:lnTo>
                    <a:pt x="400354" y="167982"/>
                  </a:lnTo>
                  <a:lnTo>
                    <a:pt x="400354" y="241300"/>
                  </a:lnTo>
                  <a:lnTo>
                    <a:pt x="383362" y="231813"/>
                  </a:lnTo>
                  <a:lnTo>
                    <a:pt x="383362" y="304800"/>
                  </a:lnTo>
                  <a:lnTo>
                    <a:pt x="377621" y="304800"/>
                  </a:lnTo>
                  <a:lnTo>
                    <a:pt x="376758" y="279400"/>
                  </a:lnTo>
                  <a:lnTo>
                    <a:pt x="381101" y="279400"/>
                  </a:lnTo>
                  <a:lnTo>
                    <a:pt x="383362" y="304800"/>
                  </a:lnTo>
                  <a:lnTo>
                    <a:pt x="383362" y="231813"/>
                  </a:lnTo>
                  <a:lnTo>
                    <a:pt x="377634" y="228600"/>
                  </a:lnTo>
                  <a:lnTo>
                    <a:pt x="396557" y="228600"/>
                  </a:lnTo>
                  <a:lnTo>
                    <a:pt x="400354" y="241300"/>
                  </a:lnTo>
                  <a:lnTo>
                    <a:pt x="400354" y="167982"/>
                  </a:lnTo>
                  <a:lnTo>
                    <a:pt x="393141" y="165100"/>
                  </a:lnTo>
                  <a:lnTo>
                    <a:pt x="375005" y="152400"/>
                  </a:lnTo>
                  <a:lnTo>
                    <a:pt x="356590" y="152400"/>
                  </a:lnTo>
                  <a:lnTo>
                    <a:pt x="338035" y="127000"/>
                  </a:lnTo>
                  <a:lnTo>
                    <a:pt x="297891" y="127000"/>
                  </a:lnTo>
                  <a:lnTo>
                    <a:pt x="276326" y="114300"/>
                  </a:lnTo>
                  <a:lnTo>
                    <a:pt x="233172" y="114300"/>
                  </a:lnTo>
                  <a:lnTo>
                    <a:pt x="211493" y="101600"/>
                  </a:lnTo>
                  <a:lnTo>
                    <a:pt x="145618" y="101600"/>
                  </a:lnTo>
                  <a:lnTo>
                    <a:pt x="108394" y="88900"/>
                  </a:lnTo>
                  <a:lnTo>
                    <a:pt x="0" y="88900"/>
                  </a:lnTo>
                  <a:lnTo>
                    <a:pt x="0" y="177800"/>
                  </a:lnTo>
                  <a:lnTo>
                    <a:pt x="47447" y="177800"/>
                  </a:lnTo>
                  <a:lnTo>
                    <a:pt x="56654" y="190500"/>
                  </a:lnTo>
                  <a:lnTo>
                    <a:pt x="111721" y="190500"/>
                  </a:lnTo>
                  <a:lnTo>
                    <a:pt x="119557" y="203200"/>
                  </a:lnTo>
                  <a:lnTo>
                    <a:pt x="144919" y="203200"/>
                  </a:lnTo>
                  <a:lnTo>
                    <a:pt x="170040" y="228600"/>
                  </a:lnTo>
                  <a:lnTo>
                    <a:pt x="194919" y="228600"/>
                  </a:lnTo>
                  <a:lnTo>
                    <a:pt x="219557" y="241300"/>
                  </a:lnTo>
                  <a:lnTo>
                    <a:pt x="237413" y="241300"/>
                  </a:lnTo>
                  <a:lnTo>
                    <a:pt x="255028" y="254000"/>
                  </a:lnTo>
                  <a:lnTo>
                    <a:pt x="272503" y="254000"/>
                  </a:lnTo>
                  <a:lnTo>
                    <a:pt x="289928" y="266700"/>
                  </a:lnTo>
                  <a:lnTo>
                    <a:pt x="306590" y="266700"/>
                  </a:lnTo>
                  <a:lnTo>
                    <a:pt x="323176" y="279400"/>
                  </a:lnTo>
                  <a:lnTo>
                    <a:pt x="339712" y="279400"/>
                  </a:lnTo>
                  <a:lnTo>
                    <a:pt x="356222" y="304800"/>
                  </a:lnTo>
                  <a:lnTo>
                    <a:pt x="375259" y="304800"/>
                  </a:lnTo>
                  <a:lnTo>
                    <a:pt x="387908" y="317500"/>
                  </a:lnTo>
                  <a:lnTo>
                    <a:pt x="400507" y="317500"/>
                  </a:lnTo>
                  <a:lnTo>
                    <a:pt x="413156" y="330200"/>
                  </a:lnTo>
                  <a:lnTo>
                    <a:pt x="425983" y="342900"/>
                  </a:lnTo>
                  <a:lnTo>
                    <a:pt x="451637" y="342900"/>
                  </a:lnTo>
                  <a:lnTo>
                    <a:pt x="454113" y="355600"/>
                  </a:lnTo>
                  <a:lnTo>
                    <a:pt x="457758" y="355600"/>
                  </a:lnTo>
                  <a:lnTo>
                    <a:pt x="480364" y="381000"/>
                  </a:lnTo>
                  <a:lnTo>
                    <a:pt x="522820" y="406400"/>
                  </a:lnTo>
                  <a:lnTo>
                    <a:pt x="549922" y="406400"/>
                  </a:lnTo>
                  <a:lnTo>
                    <a:pt x="553351" y="419100"/>
                  </a:lnTo>
                  <a:lnTo>
                    <a:pt x="556323" y="419100"/>
                  </a:lnTo>
                  <a:lnTo>
                    <a:pt x="578764" y="431800"/>
                  </a:lnTo>
                  <a:lnTo>
                    <a:pt x="601840" y="457200"/>
                  </a:lnTo>
                  <a:lnTo>
                    <a:pt x="648665" y="495300"/>
                  </a:lnTo>
                  <a:lnTo>
                    <a:pt x="674738" y="508000"/>
                  </a:lnTo>
                  <a:lnTo>
                    <a:pt x="699223" y="546100"/>
                  </a:lnTo>
                  <a:lnTo>
                    <a:pt x="722160" y="571500"/>
                  </a:lnTo>
                  <a:lnTo>
                    <a:pt x="743521" y="584200"/>
                  </a:lnTo>
                  <a:lnTo>
                    <a:pt x="745312" y="584200"/>
                  </a:lnTo>
                  <a:lnTo>
                    <a:pt x="747293" y="609600"/>
                  </a:lnTo>
                  <a:lnTo>
                    <a:pt x="749477" y="609600"/>
                  </a:lnTo>
                  <a:lnTo>
                    <a:pt x="773811" y="635000"/>
                  </a:lnTo>
                  <a:lnTo>
                    <a:pt x="796264" y="673100"/>
                  </a:lnTo>
                  <a:lnTo>
                    <a:pt x="816838" y="698500"/>
                  </a:lnTo>
                  <a:lnTo>
                    <a:pt x="835545" y="723900"/>
                  </a:lnTo>
                  <a:lnTo>
                    <a:pt x="847902" y="749300"/>
                  </a:lnTo>
                  <a:lnTo>
                    <a:pt x="860437" y="762000"/>
                  </a:lnTo>
                  <a:lnTo>
                    <a:pt x="873010" y="787400"/>
                  </a:lnTo>
                  <a:lnTo>
                    <a:pt x="885520" y="800100"/>
                  </a:lnTo>
                  <a:lnTo>
                    <a:pt x="903376" y="838200"/>
                  </a:lnTo>
                  <a:lnTo>
                    <a:pt x="919810" y="863600"/>
                  </a:lnTo>
                  <a:lnTo>
                    <a:pt x="934834" y="914400"/>
                  </a:lnTo>
                  <a:lnTo>
                    <a:pt x="948436" y="939800"/>
                  </a:lnTo>
                  <a:lnTo>
                    <a:pt x="965530" y="990600"/>
                  </a:lnTo>
                  <a:lnTo>
                    <a:pt x="980706" y="1028700"/>
                  </a:lnTo>
                  <a:lnTo>
                    <a:pt x="993952" y="1079500"/>
                  </a:lnTo>
                  <a:lnTo>
                    <a:pt x="1005281" y="1143000"/>
                  </a:lnTo>
                  <a:lnTo>
                    <a:pt x="1014933" y="1181100"/>
                  </a:lnTo>
                  <a:lnTo>
                    <a:pt x="1020991" y="1231900"/>
                  </a:lnTo>
                  <a:lnTo>
                    <a:pt x="1023429" y="1282700"/>
                  </a:lnTo>
                  <a:lnTo>
                    <a:pt x="1022273" y="1320800"/>
                  </a:lnTo>
                  <a:lnTo>
                    <a:pt x="1021638" y="1346200"/>
                  </a:lnTo>
                  <a:lnTo>
                    <a:pt x="1021372" y="1346200"/>
                  </a:lnTo>
                  <a:lnTo>
                    <a:pt x="1020749" y="1397000"/>
                  </a:lnTo>
                  <a:lnTo>
                    <a:pt x="1016000" y="1447800"/>
                  </a:lnTo>
                  <a:lnTo>
                    <a:pt x="1150023" y="1447800"/>
                  </a:lnTo>
                  <a:lnTo>
                    <a:pt x="1152893" y="1435100"/>
                  </a:lnTo>
                  <a:lnTo>
                    <a:pt x="1154315" y="1435100"/>
                  </a:lnTo>
                  <a:lnTo>
                    <a:pt x="1154696" y="1422400"/>
                  </a:lnTo>
                  <a:lnTo>
                    <a:pt x="1154049" y="1422400"/>
                  </a:lnTo>
                  <a:lnTo>
                    <a:pt x="1152359" y="1397000"/>
                  </a:lnTo>
                  <a:lnTo>
                    <a:pt x="1150581" y="1397000"/>
                  </a:lnTo>
                  <a:lnTo>
                    <a:pt x="1151750" y="1384300"/>
                  </a:lnTo>
                  <a:lnTo>
                    <a:pt x="1169962" y="1384300"/>
                  </a:lnTo>
                  <a:lnTo>
                    <a:pt x="1170863" y="1397000"/>
                  </a:lnTo>
                  <a:lnTo>
                    <a:pt x="1174153" y="1435100"/>
                  </a:lnTo>
                  <a:lnTo>
                    <a:pt x="1175435" y="1447800"/>
                  </a:lnTo>
                  <a:lnTo>
                    <a:pt x="1225410" y="1447800"/>
                  </a:lnTo>
                  <a:lnTo>
                    <a:pt x="1226705" y="1435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44617" y="14864436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0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4"/>
                  </a:lnTo>
                  <a:lnTo>
                    <a:pt x="0" y="3300092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5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5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2"/>
                  </a:lnTo>
                  <a:lnTo>
                    <a:pt x="4193765" y="3344384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39191" y="18528665"/>
            <a:ext cx="6741795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969895">
              <a:lnSpc>
                <a:spcPct val="114599"/>
              </a:lnSpc>
              <a:spcBef>
                <a:spcPts val="100"/>
              </a:spcBef>
            </a:pPr>
            <a:r>
              <a:rPr sz="1200" spc="114">
                <a:solidFill>
                  <a:srgbClr val="295C67"/>
                </a:solidFill>
                <a:latin typeface="Times New Roman"/>
                <a:cs typeface="Times New Roman"/>
              </a:rPr>
              <a:t>Credit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200" spc="65">
                <a:solidFill>
                  <a:srgbClr val="295C67"/>
                </a:solidFill>
                <a:latin typeface="Times New Roman"/>
                <a:cs typeface="Times New Roman"/>
              </a:rPr>
              <a:t>to: 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https://theconversation.com/fabricating-</a:t>
            </a:r>
            <a:r>
              <a:rPr sz="1200" spc="15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and-</a:t>
            </a:r>
            <a:r>
              <a:rPr sz="1200" spc="12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plagiarising-</a:t>
            </a:r>
            <a:r>
              <a:rPr sz="1200" spc="160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when-</a:t>
            </a:r>
            <a:r>
              <a:rPr sz="1200" spc="15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researchers-</a:t>
            </a:r>
            <a:r>
              <a:rPr sz="1200" spc="85">
                <a:solidFill>
                  <a:srgbClr val="295C67"/>
                </a:solidFill>
                <a:latin typeface="Times New Roman"/>
                <a:cs typeface="Times New Roman"/>
                <a:hlinkClick r:id="rId26"/>
              </a:rPr>
              <a:t>lie-33732</a:t>
            </a:r>
            <a:endParaRPr sz="1200">
              <a:latin typeface="Times New Roman"/>
              <a:cs typeface="Times New Roman"/>
            </a:endParaRPr>
          </a:p>
        </p:txBody>
      </p:sp>
      <p:pic>
        <p:nvPicPr>
          <p:cNvPr id="53" name="object 5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36483" y="13491984"/>
            <a:ext cx="91935" cy="8840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254527" y="13982366"/>
            <a:ext cx="82480" cy="94915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96" y="13427372"/>
            <a:ext cx="90891" cy="84539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12493" y="13317202"/>
            <a:ext cx="79742" cy="81615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107" y="13106995"/>
            <a:ext cx="184150" cy="207010"/>
            <a:chOff x="1107" y="13106995"/>
            <a:chExt cx="184150" cy="207010"/>
          </a:xfrm>
        </p:grpSpPr>
        <p:pic>
          <p:nvPicPr>
            <p:cNvPr id="58" name="object 5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07" y="13106995"/>
              <a:ext cx="79764" cy="8062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4160" y="13231201"/>
              <a:ext cx="80957" cy="82432"/>
            </a:xfrm>
            <a:prstGeom prst="rect">
              <a:avLst/>
            </a:prstGeom>
          </p:spPr>
        </p:pic>
      </p:grpSp>
      <p:pic>
        <p:nvPicPr>
          <p:cNvPr id="60" name="object 60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431073" y="13766984"/>
            <a:ext cx="77911" cy="76994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58327" y="14000520"/>
            <a:ext cx="79395" cy="81502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3700" y="13892000"/>
            <a:ext cx="78721" cy="74296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570" y="13658780"/>
            <a:ext cx="74152" cy="76350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345" y="14158126"/>
            <a:ext cx="64003" cy="74721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226084" y="14190650"/>
            <a:ext cx="66005" cy="63603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227766" y="13692527"/>
            <a:ext cx="62230" cy="60325"/>
          </a:xfrm>
          <a:custGeom>
            <a:avLst/>
            <a:gdLst/>
            <a:ahLst/>
            <a:cxnLst/>
            <a:rect l="l" t="t" r="r" b="b"/>
            <a:pathLst>
              <a:path w="62229" h="60325">
                <a:moveTo>
                  <a:pt x="42228" y="60008"/>
                </a:moveTo>
                <a:lnTo>
                  <a:pt x="38982" y="60032"/>
                </a:lnTo>
                <a:lnTo>
                  <a:pt x="35731" y="59298"/>
                </a:lnTo>
                <a:lnTo>
                  <a:pt x="31368" y="59236"/>
                </a:lnTo>
                <a:lnTo>
                  <a:pt x="697" y="32116"/>
                </a:lnTo>
                <a:lnTo>
                  <a:pt x="0" y="24139"/>
                </a:lnTo>
                <a:lnTo>
                  <a:pt x="612" y="20609"/>
                </a:lnTo>
                <a:lnTo>
                  <a:pt x="23530" y="0"/>
                </a:lnTo>
                <a:lnTo>
                  <a:pt x="27185" y="10"/>
                </a:lnTo>
                <a:lnTo>
                  <a:pt x="60947" y="28219"/>
                </a:lnTo>
                <a:lnTo>
                  <a:pt x="61836" y="37508"/>
                </a:lnTo>
                <a:lnTo>
                  <a:pt x="61977" y="40838"/>
                </a:lnTo>
                <a:lnTo>
                  <a:pt x="48708" y="58445"/>
                </a:lnTo>
                <a:lnTo>
                  <a:pt x="42228" y="600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43439" y="7361817"/>
            <a:ext cx="3975735" cy="311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5500"/>
              </a:lnSpc>
              <a:spcBef>
                <a:spcPts val="100"/>
              </a:spcBef>
            </a:pP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failed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find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any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evidence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experiment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had </a:t>
            </a:r>
            <a:r>
              <a:rPr sz="1600" b="1" spc="175">
                <a:solidFill>
                  <a:srgbClr val="295C67"/>
                </a:solidFill>
                <a:latin typeface="Times New Roman"/>
                <a:cs typeface="Times New Roman"/>
              </a:rPr>
              <a:t>been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conducted.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Instead,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5">
                <a:solidFill>
                  <a:srgbClr val="295C67"/>
                </a:solidFill>
                <a:latin typeface="Times New Roman"/>
                <a:cs typeface="Times New Roman"/>
              </a:rPr>
              <a:t>it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discovered duplicate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publication,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statistical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error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misattribution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authorship.</a:t>
            </a:r>
            <a:endParaRPr sz="1600">
              <a:latin typeface="Times New Roman"/>
              <a:cs typeface="Times New Roman"/>
            </a:endParaRPr>
          </a:p>
          <a:p>
            <a:pPr marL="169545" marR="162560" indent="-635" algn="ctr">
              <a:lnSpc>
                <a:spcPct val="105500"/>
              </a:lnSpc>
            </a:pP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2002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39"/>
              </a:rPr>
              <a:t>David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  <a:hlinkClick r:id="rId39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  <a:hlinkClick r:id="rId39"/>
              </a:rPr>
              <a:t>Robinson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,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45">
                <a:solidFill>
                  <a:srgbClr val="295C67"/>
                </a:solidFill>
                <a:latin typeface="Times New Roman"/>
                <a:cs typeface="Times New Roman"/>
              </a:rPr>
              <a:t>Vice-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Chancellor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Monash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in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Melbourne,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resigned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after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the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discovered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5">
                <a:solidFill>
                  <a:srgbClr val="295C67"/>
                </a:solidFill>
                <a:latin typeface="Times New Roman"/>
                <a:cs typeface="Times New Roman"/>
              </a:rPr>
              <a:t>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had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plagiarised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70">
                <a:solidFill>
                  <a:srgbClr val="295C67"/>
                </a:solidFill>
                <a:latin typeface="Times New Roman"/>
                <a:cs typeface="Times New Roman"/>
              </a:rPr>
              <a:t>on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three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separate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occasions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while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working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as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a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sociologist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United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Kingdom.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336168" y="14762019"/>
            <a:ext cx="4295140" cy="3435985"/>
          </a:xfrm>
          <a:custGeom>
            <a:avLst/>
            <a:gdLst/>
            <a:ahLst/>
            <a:cxnLst/>
            <a:rect l="l" t="t" r="r" b="b"/>
            <a:pathLst>
              <a:path w="4295140" h="3435984">
                <a:moveTo>
                  <a:pt x="4208102" y="3435694"/>
                </a:moveTo>
                <a:lnTo>
                  <a:pt x="86515" y="3435694"/>
                </a:lnTo>
                <a:lnTo>
                  <a:pt x="69653" y="3432277"/>
                </a:lnTo>
                <a:lnTo>
                  <a:pt x="33428" y="3407824"/>
                </a:lnTo>
                <a:lnTo>
                  <a:pt x="8974" y="3371597"/>
                </a:lnTo>
                <a:lnTo>
                  <a:pt x="0" y="3327305"/>
                </a:lnTo>
                <a:lnTo>
                  <a:pt x="0" y="113946"/>
                </a:lnTo>
                <a:lnTo>
                  <a:pt x="8974" y="69654"/>
                </a:lnTo>
                <a:lnTo>
                  <a:pt x="33428" y="33428"/>
                </a:lnTo>
                <a:lnTo>
                  <a:pt x="69653" y="8975"/>
                </a:lnTo>
                <a:lnTo>
                  <a:pt x="113946" y="0"/>
                </a:lnTo>
                <a:lnTo>
                  <a:pt x="4180672" y="0"/>
                </a:lnTo>
                <a:lnTo>
                  <a:pt x="4224964" y="8975"/>
                </a:lnTo>
                <a:lnTo>
                  <a:pt x="4261190" y="33428"/>
                </a:lnTo>
                <a:lnTo>
                  <a:pt x="4285643" y="69654"/>
                </a:lnTo>
                <a:lnTo>
                  <a:pt x="4294618" y="113946"/>
                </a:lnTo>
                <a:lnTo>
                  <a:pt x="4294618" y="3327305"/>
                </a:lnTo>
                <a:lnTo>
                  <a:pt x="4285643" y="3371597"/>
                </a:lnTo>
                <a:lnTo>
                  <a:pt x="4261190" y="3407824"/>
                </a:lnTo>
                <a:lnTo>
                  <a:pt x="4224964" y="3432277"/>
                </a:lnTo>
                <a:lnTo>
                  <a:pt x="4208102" y="3435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73259" y="15127778"/>
            <a:ext cx="4020185" cy="2854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5500"/>
              </a:lnSpc>
              <a:spcBef>
                <a:spcPts val="100"/>
              </a:spcBef>
            </a:pPr>
            <a:r>
              <a:rPr sz="1600" b="1" spc="90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0">
                <a:solidFill>
                  <a:srgbClr val="295C67"/>
                </a:solidFill>
                <a:latin typeface="Times New Roman"/>
                <a:cs typeface="Times New Roman"/>
              </a:rPr>
              <a:t>2014,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Queensland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of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Technology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accepted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findings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an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independent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external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  <a:hlinkClick r:id="rId40"/>
              </a:rPr>
              <a:t>inquiry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that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85">
                <a:solidFill>
                  <a:srgbClr val="295C67"/>
                </a:solidFill>
                <a:latin typeface="Times New Roman"/>
                <a:cs typeface="Times New Roman"/>
              </a:rPr>
              <a:t>it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had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established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investigate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the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misrepresentation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data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relating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to </a:t>
            </a:r>
            <a:r>
              <a:rPr sz="1600" b="1" spc="165">
                <a:solidFill>
                  <a:srgbClr val="295C67"/>
                </a:solidFill>
                <a:latin typeface="Times New Roman"/>
                <a:cs typeface="Times New Roman"/>
              </a:rPr>
              <a:t>stem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cells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5">
                <a:solidFill>
                  <a:srgbClr val="295C67"/>
                </a:solidFill>
                <a:latin typeface="Times New Roman"/>
                <a:cs typeface="Times New Roman"/>
              </a:rPr>
              <a:t>in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0">
                <a:solidFill>
                  <a:srgbClr val="295C67"/>
                </a:solidFill>
                <a:latin typeface="Times New Roman"/>
                <a:cs typeface="Times New Roman"/>
              </a:rPr>
              <a:t>one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article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grant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application.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university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accepted </a:t>
            </a:r>
            <a:r>
              <a:rPr sz="1600" b="1" spc="155">
                <a:solidFill>
                  <a:srgbClr val="295C67"/>
                </a:solidFill>
                <a:latin typeface="Times New Roman"/>
                <a:cs typeface="Times New Roman"/>
              </a:rPr>
              <a:t>the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committee’s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finding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40">
                <a:solidFill>
                  <a:srgbClr val="295C67"/>
                </a:solidFill>
                <a:latin typeface="Times New Roman"/>
                <a:cs typeface="Times New Roman"/>
              </a:rPr>
              <a:t>of</a:t>
            </a:r>
            <a:r>
              <a:rPr sz="1600" b="1" spc="2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misconduct </a:t>
            </a:r>
            <a:r>
              <a:rPr sz="1600" b="1" spc="125">
                <a:solidFill>
                  <a:srgbClr val="295C67"/>
                </a:solidFill>
                <a:latin typeface="Times New Roman"/>
                <a:cs typeface="Times New Roman"/>
              </a:rPr>
              <a:t>by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80">
                <a:solidFill>
                  <a:srgbClr val="295C67"/>
                </a:solidFill>
                <a:latin typeface="Times New Roman"/>
                <a:cs typeface="Times New Roman"/>
              </a:rPr>
              <a:t>one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researcher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and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</a:t>
            </a:r>
            <a:r>
              <a:rPr sz="1600" b="1" spc="2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failure</a:t>
            </a:r>
            <a:r>
              <a:rPr sz="1600" b="1" spc="3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by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another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to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fulfil</a:t>
            </a:r>
            <a:r>
              <a:rPr sz="1600" b="1" spc="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60">
                <a:solidFill>
                  <a:srgbClr val="295C67"/>
                </a:solidFill>
                <a:latin typeface="Times New Roman"/>
                <a:cs typeface="Times New Roman"/>
              </a:rPr>
              <a:t>her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5">
                <a:solidFill>
                  <a:srgbClr val="295C67"/>
                </a:solidFill>
                <a:latin typeface="Times New Roman"/>
                <a:cs typeface="Times New Roman"/>
              </a:rPr>
              <a:t>responsibilities</a:t>
            </a:r>
            <a:r>
              <a:rPr sz="1600" b="1" spc="40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20">
                <a:solidFill>
                  <a:srgbClr val="295C67"/>
                </a:solidFill>
                <a:latin typeface="Times New Roman"/>
                <a:cs typeface="Times New Roman"/>
              </a:rPr>
              <a:t>as </a:t>
            </a:r>
            <a:r>
              <a:rPr sz="1600" b="1" spc="150">
                <a:solidFill>
                  <a:srgbClr val="295C67"/>
                </a:solidFill>
                <a:latin typeface="Times New Roman"/>
                <a:cs typeface="Times New Roman"/>
              </a:rPr>
              <a:t>a</a:t>
            </a:r>
            <a:r>
              <a:rPr sz="1600" b="1" spc="1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supervisor.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2AEDF-5007-03C0-B431-605C1257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F11B36-39FB-5440-A5F6-5BCAE10C8128}"/>
              </a:ext>
            </a:extLst>
          </p:cNvPr>
          <p:cNvSpPr txBox="1"/>
          <p:nvPr/>
        </p:nvSpPr>
        <p:spPr>
          <a:xfrm>
            <a:off x="336267" y="416481"/>
            <a:ext cx="6947534" cy="14503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b="1" spc="-10">
                <a:solidFill>
                  <a:srgbClr val="295C67"/>
                </a:solidFill>
                <a:latin typeface="Arial"/>
                <a:cs typeface="Arial"/>
              </a:rPr>
              <a:t>1...What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>
                <a:solidFill>
                  <a:srgbClr val="295C67"/>
                </a:solidFill>
                <a:latin typeface="Arial"/>
                <a:cs typeface="Arial"/>
              </a:rPr>
              <a:t>is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10">
                <a:solidFill>
                  <a:srgbClr val="295C67"/>
                </a:solidFill>
                <a:latin typeface="Arial"/>
                <a:cs typeface="Arial"/>
              </a:rPr>
              <a:t>the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75">
                <a:solidFill>
                  <a:srgbClr val="295C67"/>
                </a:solidFill>
                <a:latin typeface="Arial"/>
                <a:cs typeface="Arial"/>
              </a:rPr>
              <a:t>importance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105">
                <a:solidFill>
                  <a:srgbClr val="295C67"/>
                </a:solidFill>
                <a:latin typeface="Arial"/>
                <a:cs typeface="Arial"/>
              </a:rPr>
              <a:t>of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50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2400" b="1" spc="-8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2400" b="1" spc="60">
                <a:solidFill>
                  <a:srgbClr val="295C67"/>
                </a:solidFill>
                <a:latin typeface="Arial"/>
                <a:cs typeface="Arial"/>
              </a:rPr>
              <a:t>ethics?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400">
              <a:latin typeface="Arial"/>
              <a:cs typeface="Arial"/>
            </a:endParaRPr>
          </a:p>
          <a:p>
            <a:pPr marL="1834514" marR="1280160" indent="-626745">
              <a:lnSpc>
                <a:spcPts val="2780"/>
              </a:lnSpc>
            </a:pP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Fabricating</a:t>
            </a:r>
            <a:r>
              <a:rPr sz="2400" spc="-13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75">
                <a:solidFill>
                  <a:srgbClr val="295C67"/>
                </a:solidFill>
                <a:latin typeface="Arial Black"/>
                <a:cs typeface="Arial Black"/>
              </a:rPr>
              <a:t>and</a:t>
            </a:r>
            <a:r>
              <a:rPr sz="2400" spc="-12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85">
                <a:solidFill>
                  <a:srgbClr val="295C67"/>
                </a:solidFill>
                <a:latin typeface="Arial Black"/>
                <a:cs typeface="Arial Black"/>
              </a:rPr>
              <a:t>plagiarising: </a:t>
            </a:r>
            <a:r>
              <a:rPr sz="2400" spc="-55">
                <a:solidFill>
                  <a:srgbClr val="295C67"/>
                </a:solidFill>
                <a:latin typeface="Arial Black"/>
                <a:cs typeface="Arial Black"/>
              </a:rPr>
              <a:t>when</a:t>
            </a:r>
            <a:r>
              <a:rPr sz="2400" spc="-155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95">
                <a:solidFill>
                  <a:srgbClr val="295C67"/>
                </a:solidFill>
                <a:latin typeface="Arial Black"/>
                <a:cs typeface="Arial Black"/>
              </a:rPr>
              <a:t>researchers</a:t>
            </a:r>
            <a:r>
              <a:rPr sz="2400" spc="-150">
                <a:solidFill>
                  <a:srgbClr val="295C67"/>
                </a:solidFill>
                <a:latin typeface="Arial Black"/>
                <a:cs typeface="Arial Black"/>
              </a:rPr>
              <a:t> </a:t>
            </a:r>
            <a:r>
              <a:rPr sz="2400" spc="-25">
                <a:solidFill>
                  <a:srgbClr val="295C67"/>
                </a:solidFill>
                <a:latin typeface="Arial Black"/>
                <a:cs typeface="Arial Black"/>
              </a:rPr>
              <a:t>lie</a:t>
            </a:r>
            <a:endParaRPr sz="2400">
              <a:latin typeface="Arial Black"/>
              <a:cs typeface="Arial Black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90662D8-5DEA-86CB-E94B-30B128A20D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2553" y="766969"/>
            <a:ext cx="73458" cy="103592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F0940342-DD79-8538-530D-A9A66D611A73}"/>
              </a:ext>
            </a:extLst>
          </p:cNvPr>
          <p:cNvSpPr/>
          <p:nvPr/>
        </p:nvSpPr>
        <p:spPr>
          <a:xfrm>
            <a:off x="7389128" y="3"/>
            <a:ext cx="85090" cy="42545"/>
          </a:xfrm>
          <a:custGeom>
            <a:avLst/>
            <a:gdLst/>
            <a:ahLst/>
            <a:cxnLst/>
            <a:rect l="l" t="t" r="r" b="b"/>
            <a:pathLst>
              <a:path w="85090" h="42545">
                <a:moveTo>
                  <a:pt x="52412" y="42062"/>
                </a:moveTo>
                <a:lnTo>
                  <a:pt x="47668" y="41545"/>
                </a:lnTo>
                <a:lnTo>
                  <a:pt x="44606" y="41743"/>
                </a:lnTo>
                <a:lnTo>
                  <a:pt x="41556" y="41628"/>
                </a:lnTo>
                <a:lnTo>
                  <a:pt x="6339" y="20045"/>
                </a:lnTo>
                <a:lnTo>
                  <a:pt x="0" y="0"/>
                </a:lnTo>
                <a:lnTo>
                  <a:pt x="83769" y="0"/>
                </a:lnTo>
                <a:lnTo>
                  <a:pt x="84078" y="1242"/>
                </a:lnTo>
                <a:lnTo>
                  <a:pt x="84678" y="8022"/>
                </a:lnTo>
                <a:lnTo>
                  <a:pt x="84724" y="12793"/>
                </a:lnTo>
                <a:lnTo>
                  <a:pt x="83791" y="17364"/>
                </a:lnTo>
                <a:lnTo>
                  <a:pt x="52412" y="420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081D927E-1086-6E4A-A391-ADB88031C0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11825" y="76239"/>
            <a:ext cx="75606" cy="9421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E51C06C0-774B-9A87-F9AB-9488DCD9ABF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2256" y="925953"/>
            <a:ext cx="75761" cy="110486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344D56D4-94C4-F6D7-85CC-626665A08A9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38030" y="576855"/>
            <a:ext cx="72989" cy="102792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A6A9EBDC-83A5-0D95-3535-73C4F33670E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07059" y="460780"/>
            <a:ext cx="72040" cy="97060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6A77111D-22AA-3604-BE5A-596746487D9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91811" y="704407"/>
            <a:ext cx="80610" cy="85838"/>
          </a:xfrm>
          <a:prstGeom prst="rect">
            <a:avLst/>
          </a:prstGeom>
        </p:spPr>
      </p:pic>
      <p:pic>
        <p:nvPicPr>
          <p:cNvPr id="10" name="object 10">
            <a:extLst>
              <a:ext uri="{FF2B5EF4-FFF2-40B4-BE49-F238E27FC236}">
                <a16:creationId xmlns:a16="http://schemas.microsoft.com/office/drawing/2014/main" id="{72225181-DF25-171F-F16E-E4B803A4C6D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943318" y="423889"/>
            <a:ext cx="68556" cy="88262"/>
          </a:xfrm>
          <a:prstGeom prst="rect">
            <a:avLst/>
          </a:prstGeom>
        </p:spPr>
      </p:pic>
      <p:pic>
        <p:nvPicPr>
          <p:cNvPr id="11" name="object 11">
            <a:extLst>
              <a:ext uri="{FF2B5EF4-FFF2-40B4-BE49-F238E27FC236}">
                <a16:creationId xmlns:a16="http://schemas.microsoft.com/office/drawing/2014/main" id="{56007979-CC9E-A9EE-5074-4545F875FA5B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82862" y="91116"/>
            <a:ext cx="73212" cy="80889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E56E6A1D-C66E-894A-383D-B027B33C6032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089247" y="45429"/>
            <a:ext cx="71517" cy="77092"/>
          </a:xfrm>
          <a:prstGeom prst="rect">
            <a:avLst/>
          </a:prstGeom>
        </p:spPr>
      </p:pic>
      <p:pic>
        <p:nvPicPr>
          <p:cNvPr id="13" name="object 13">
            <a:extLst>
              <a:ext uri="{FF2B5EF4-FFF2-40B4-BE49-F238E27FC236}">
                <a16:creationId xmlns:a16="http://schemas.microsoft.com/office/drawing/2014/main" id="{6D264803-A503-793C-3699-7E5E3776DEBF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291712" y="367450"/>
            <a:ext cx="66898" cy="78483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6D702E32-AA26-52B8-D181-85DCCC47658F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94137" y="810365"/>
            <a:ext cx="72224" cy="77209"/>
          </a:xfrm>
          <a:prstGeom prst="rect">
            <a:avLst/>
          </a:prstGeom>
        </p:spPr>
      </p:pic>
      <p:pic>
        <p:nvPicPr>
          <p:cNvPr id="15" name="object 15">
            <a:extLst>
              <a:ext uri="{FF2B5EF4-FFF2-40B4-BE49-F238E27FC236}">
                <a16:creationId xmlns:a16="http://schemas.microsoft.com/office/drawing/2014/main" id="{1CB2FA94-8FB9-ED70-5A2F-6ABA05868412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137833" y="313285"/>
            <a:ext cx="67566" cy="76749"/>
          </a:xfrm>
          <a:prstGeom prst="rect">
            <a:avLst/>
          </a:prstGeom>
        </p:spPr>
      </p:pic>
      <p:pic>
        <p:nvPicPr>
          <p:cNvPr id="16" name="object 16">
            <a:extLst>
              <a:ext uri="{FF2B5EF4-FFF2-40B4-BE49-F238E27FC236}">
                <a16:creationId xmlns:a16="http://schemas.microsoft.com/office/drawing/2014/main" id="{93E29E41-5BCA-D9F1-7A0B-B09D833B1229}"/>
              </a:ext>
            </a:extLst>
          </p:cNvPr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969167" y="196984"/>
            <a:ext cx="67343" cy="75356"/>
          </a:xfrm>
          <a:prstGeom prst="rect">
            <a:avLst/>
          </a:prstGeom>
        </p:spPr>
      </p:pic>
      <p:sp>
        <p:nvSpPr>
          <p:cNvPr id="17" name="object 17">
            <a:extLst>
              <a:ext uri="{FF2B5EF4-FFF2-40B4-BE49-F238E27FC236}">
                <a16:creationId xmlns:a16="http://schemas.microsoft.com/office/drawing/2014/main" id="{135E0AED-29FA-8842-5F82-88D985706870}"/>
              </a:ext>
            </a:extLst>
          </p:cNvPr>
          <p:cNvSpPr/>
          <p:nvPr/>
        </p:nvSpPr>
        <p:spPr>
          <a:xfrm>
            <a:off x="6796363" y="371196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>
            <a:extLst>
              <a:ext uri="{FF2B5EF4-FFF2-40B4-BE49-F238E27FC236}">
                <a16:creationId xmlns:a16="http://schemas.microsoft.com/office/drawing/2014/main" id="{08558D5B-E96A-1C5B-12CD-434F40FE3DA8}"/>
              </a:ext>
            </a:extLst>
          </p:cNvPr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35621" y="596588"/>
            <a:ext cx="68145" cy="79631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727FEDC1-3E91-12A4-5F94-C8AB3B50BF4C}"/>
              </a:ext>
            </a:extLst>
          </p:cNvPr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7329296" y="171942"/>
            <a:ext cx="65760" cy="72000"/>
          </a:xfrm>
          <a:prstGeom prst="rect">
            <a:avLst/>
          </a:prstGeom>
        </p:spPr>
      </p:pic>
      <p:sp>
        <p:nvSpPr>
          <p:cNvPr id="20" name="object 20">
            <a:extLst>
              <a:ext uri="{FF2B5EF4-FFF2-40B4-BE49-F238E27FC236}">
                <a16:creationId xmlns:a16="http://schemas.microsoft.com/office/drawing/2014/main" id="{6FD30F7F-29AE-5971-0108-E13730D34C1E}"/>
              </a:ext>
            </a:extLst>
          </p:cNvPr>
          <p:cNvSpPr/>
          <p:nvPr/>
        </p:nvSpPr>
        <p:spPr>
          <a:xfrm>
            <a:off x="7592753" y="77814"/>
            <a:ext cx="27305" cy="65405"/>
          </a:xfrm>
          <a:custGeom>
            <a:avLst/>
            <a:gdLst/>
            <a:ahLst/>
            <a:cxnLst/>
            <a:rect l="l" t="t" r="r" b="b"/>
            <a:pathLst>
              <a:path w="27304" h="65405">
                <a:moveTo>
                  <a:pt x="27246" y="65211"/>
                </a:moveTo>
                <a:lnTo>
                  <a:pt x="448" y="30786"/>
                </a:lnTo>
                <a:lnTo>
                  <a:pt x="0" y="21056"/>
                </a:lnTo>
                <a:lnTo>
                  <a:pt x="318" y="17834"/>
                </a:lnTo>
                <a:lnTo>
                  <a:pt x="988" y="14646"/>
                </a:lnTo>
                <a:lnTo>
                  <a:pt x="4768" y="6826"/>
                </a:lnTo>
                <a:lnTo>
                  <a:pt x="10890" y="1943"/>
                </a:lnTo>
                <a:lnTo>
                  <a:pt x="19355" y="0"/>
                </a:lnTo>
                <a:lnTo>
                  <a:pt x="22564" y="202"/>
                </a:lnTo>
                <a:lnTo>
                  <a:pt x="25715" y="744"/>
                </a:lnTo>
                <a:lnTo>
                  <a:pt x="27246" y="1182"/>
                </a:lnTo>
                <a:lnTo>
                  <a:pt x="27246" y="65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>
            <a:extLst>
              <a:ext uri="{FF2B5EF4-FFF2-40B4-BE49-F238E27FC236}">
                <a16:creationId xmlns:a16="http://schemas.microsoft.com/office/drawing/2014/main" id="{DED3DB72-F320-69AD-826D-C9DA59E92EC0}"/>
              </a:ext>
            </a:extLst>
          </p:cNvPr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544527" y="299042"/>
            <a:ext cx="63607" cy="65976"/>
          </a:xfrm>
          <a:prstGeom prst="rect">
            <a:avLst/>
          </a:prstGeom>
        </p:spPr>
      </p:pic>
      <p:sp>
        <p:nvSpPr>
          <p:cNvPr id="22" name="object 22">
            <a:extLst>
              <a:ext uri="{FF2B5EF4-FFF2-40B4-BE49-F238E27FC236}">
                <a16:creationId xmlns:a16="http://schemas.microsoft.com/office/drawing/2014/main" id="{01C22773-B652-9443-D605-8AEBDB7D0129}"/>
              </a:ext>
            </a:extLst>
          </p:cNvPr>
          <p:cNvSpPr/>
          <p:nvPr/>
        </p:nvSpPr>
        <p:spPr>
          <a:xfrm>
            <a:off x="6876469" y="576733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C0A0E99F-9C76-1315-72DC-A2F697464F87}"/>
              </a:ext>
            </a:extLst>
          </p:cNvPr>
          <p:cNvSpPr/>
          <p:nvPr/>
        </p:nvSpPr>
        <p:spPr>
          <a:xfrm>
            <a:off x="7180788" y="796182"/>
            <a:ext cx="62865" cy="64769"/>
          </a:xfrm>
          <a:custGeom>
            <a:avLst/>
            <a:gdLst/>
            <a:ahLst/>
            <a:cxnLst/>
            <a:rect l="l" t="t" r="r" b="b"/>
            <a:pathLst>
              <a:path w="62865" h="64769">
                <a:moveTo>
                  <a:pt x="33693" y="64512"/>
                </a:moveTo>
                <a:lnTo>
                  <a:pt x="20282" y="61478"/>
                </a:lnTo>
                <a:lnTo>
                  <a:pt x="8930" y="51242"/>
                </a:lnTo>
                <a:lnTo>
                  <a:pt x="1536" y="36884"/>
                </a:lnTo>
                <a:lnTo>
                  <a:pt x="0" y="21486"/>
                </a:lnTo>
                <a:lnTo>
                  <a:pt x="140" y="18147"/>
                </a:lnTo>
                <a:lnTo>
                  <a:pt x="21136" y="0"/>
                </a:lnTo>
                <a:lnTo>
                  <a:pt x="24395" y="86"/>
                </a:lnTo>
                <a:lnTo>
                  <a:pt x="27635" y="908"/>
                </a:lnTo>
                <a:lnTo>
                  <a:pt x="32930" y="1794"/>
                </a:lnTo>
                <a:lnTo>
                  <a:pt x="62396" y="36514"/>
                </a:lnTo>
                <a:lnTo>
                  <a:pt x="62754" y="41773"/>
                </a:lnTo>
                <a:lnTo>
                  <a:pt x="62093" y="47102"/>
                </a:lnTo>
                <a:lnTo>
                  <a:pt x="56379" y="51514"/>
                </a:lnTo>
                <a:lnTo>
                  <a:pt x="49607" y="56971"/>
                </a:lnTo>
                <a:lnTo>
                  <a:pt x="41978" y="61845"/>
                </a:lnTo>
                <a:lnTo>
                  <a:pt x="33693" y="645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object 24">
            <a:extLst>
              <a:ext uri="{FF2B5EF4-FFF2-40B4-BE49-F238E27FC236}">
                <a16:creationId xmlns:a16="http://schemas.microsoft.com/office/drawing/2014/main" id="{961F6D10-F6C7-9D8E-502E-C7905DAE74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02769" y="7621805"/>
            <a:ext cx="75606" cy="94214"/>
          </a:xfrm>
          <a:prstGeom prst="rect">
            <a:avLst/>
          </a:prstGeom>
        </p:spPr>
      </p:pic>
      <p:pic>
        <p:nvPicPr>
          <p:cNvPr id="25" name="object 25">
            <a:extLst>
              <a:ext uri="{FF2B5EF4-FFF2-40B4-BE49-F238E27FC236}">
                <a16:creationId xmlns:a16="http://schemas.microsoft.com/office/drawing/2014/main" id="{3111FFEB-7EF9-08A5-F5E3-1114C3A76BD8}"/>
              </a:ext>
            </a:extLst>
          </p:cNvPr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326637" y="7140188"/>
            <a:ext cx="79335" cy="77099"/>
          </a:xfrm>
          <a:prstGeom prst="rect">
            <a:avLst/>
          </a:prstGeom>
        </p:spPr>
      </p:pic>
      <p:pic>
        <p:nvPicPr>
          <p:cNvPr id="26" name="object 26">
            <a:extLst>
              <a:ext uri="{FF2B5EF4-FFF2-40B4-BE49-F238E27FC236}">
                <a16:creationId xmlns:a16="http://schemas.microsoft.com/office/drawing/2014/main" id="{6F9B0888-CD8B-2B0E-BE71-C0E21807604D}"/>
              </a:ext>
            </a:extLst>
          </p:cNvPr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534263" y="7969455"/>
            <a:ext cx="68556" cy="88262"/>
          </a:xfrm>
          <a:prstGeom prst="rect">
            <a:avLst/>
          </a:prstGeom>
        </p:spPr>
      </p:pic>
      <p:sp>
        <p:nvSpPr>
          <p:cNvPr id="27" name="object 27">
            <a:extLst>
              <a:ext uri="{FF2B5EF4-FFF2-40B4-BE49-F238E27FC236}">
                <a16:creationId xmlns:a16="http://schemas.microsoft.com/office/drawing/2014/main" id="{A9BB80E1-1B52-BF8D-6C5D-A14266607E9A}"/>
              </a:ext>
            </a:extLst>
          </p:cNvPr>
          <p:cNvSpPr/>
          <p:nvPr/>
        </p:nvSpPr>
        <p:spPr>
          <a:xfrm>
            <a:off x="7605483" y="7275347"/>
            <a:ext cx="14604" cy="61594"/>
          </a:xfrm>
          <a:custGeom>
            <a:avLst/>
            <a:gdLst/>
            <a:ahLst/>
            <a:cxnLst/>
            <a:rect l="l" t="t" r="r" b="b"/>
            <a:pathLst>
              <a:path w="14604" h="61595">
                <a:moveTo>
                  <a:pt x="14515" y="61384"/>
                </a:moveTo>
                <a:lnTo>
                  <a:pt x="800" y="34606"/>
                </a:lnTo>
                <a:lnTo>
                  <a:pt x="0" y="29562"/>
                </a:lnTo>
                <a:lnTo>
                  <a:pt x="14515" y="0"/>
                </a:lnTo>
                <a:lnTo>
                  <a:pt x="14515" y="61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object 28">
            <a:extLst>
              <a:ext uri="{FF2B5EF4-FFF2-40B4-BE49-F238E27FC236}">
                <a16:creationId xmlns:a16="http://schemas.microsoft.com/office/drawing/2014/main" id="{B5484AA7-4ED7-5C8A-0BF5-6679400BFE0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73807" y="7636682"/>
            <a:ext cx="73212" cy="80889"/>
          </a:xfrm>
          <a:prstGeom prst="rect">
            <a:avLst/>
          </a:prstGeom>
        </p:spPr>
      </p:pic>
      <p:pic>
        <p:nvPicPr>
          <p:cNvPr id="29" name="object 29">
            <a:extLst>
              <a:ext uri="{FF2B5EF4-FFF2-40B4-BE49-F238E27FC236}">
                <a16:creationId xmlns:a16="http://schemas.microsoft.com/office/drawing/2014/main" id="{B11CBFA0-506F-F37B-1BD4-1CC893017B34}"/>
              </a:ext>
            </a:extLst>
          </p:cNvPr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485082" y="8355931"/>
            <a:ext cx="72224" cy="77209"/>
          </a:xfrm>
          <a:prstGeom prst="rect">
            <a:avLst/>
          </a:prstGeom>
        </p:spPr>
      </p:pic>
      <p:pic>
        <p:nvPicPr>
          <p:cNvPr id="30" name="object 30">
            <a:extLst>
              <a:ext uri="{FF2B5EF4-FFF2-40B4-BE49-F238E27FC236}">
                <a16:creationId xmlns:a16="http://schemas.microsoft.com/office/drawing/2014/main" id="{DCBAAA20-75F4-F4D7-40CC-0B898880A74F}"/>
              </a:ext>
            </a:extLst>
          </p:cNvPr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202939" y="7392242"/>
            <a:ext cx="71877" cy="75222"/>
          </a:xfrm>
          <a:prstGeom prst="rect">
            <a:avLst/>
          </a:prstGeom>
        </p:spPr>
      </p:pic>
      <p:pic>
        <p:nvPicPr>
          <p:cNvPr id="31" name="object 31">
            <a:extLst>
              <a:ext uri="{FF2B5EF4-FFF2-40B4-BE49-F238E27FC236}">
                <a16:creationId xmlns:a16="http://schemas.microsoft.com/office/drawing/2014/main" id="{3AAFE873-E85B-43C0-8FBD-7407421C44A8}"/>
              </a:ext>
            </a:extLst>
          </p:cNvPr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83287" y="7094888"/>
            <a:ext cx="72935" cy="72462"/>
          </a:xfrm>
          <a:prstGeom prst="rect">
            <a:avLst/>
          </a:prstGeom>
        </p:spPr>
      </p:pic>
      <p:sp>
        <p:nvSpPr>
          <p:cNvPr id="32" name="object 32">
            <a:extLst>
              <a:ext uri="{FF2B5EF4-FFF2-40B4-BE49-F238E27FC236}">
                <a16:creationId xmlns:a16="http://schemas.microsoft.com/office/drawing/2014/main" id="{9FE1367E-3EC3-3E50-5A35-9A0DB35F78E6}"/>
              </a:ext>
            </a:extLst>
          </p:cNvPr>
          <p:cNvSpPr/>
          <p:nvPr/>
        </p:nvSpPr>
        <p:spPr>
          <a:xfrm>
            <a:off x="7560112" y="7742549"/>
            <a:ext cx="60325" cy="75565"/>
          </a:xfrm>
          <a:custGeom>
            <a:avLst/>
            <a:gdLst/>
            <a:ahLst/>
            <a:cxnLst/>
            <a:rect l="l" t="t" r="r" b="b"/>
            <a:pathLst>
              <a:path w="60325" h="75565">
                <a:moveTo>
                  <a:pt x="41304" y="75356"/>
                </a:moveTo>
                <a:lnTo>
                  <a:pt x="39343" y="75278"/>
                </a:lnTo>
                <a:lnTo>
                  <a:pt x="37392" y="74976"/>
                </a:lnTo>
                <a:lnTo>
                  <a:pt x="32368" y="74667"/>
                </a:lnTo>
                <a:lnTo>
                  <a:pt x="1029" y="45531"/>
                </a:lnTo>
                <a:lnTo>
                  <a:pt x="0" y="35649"/>
                </a:lnTo>
                <a:lnTo>
                  <a:pt x="3604" y="22898"/>
                </a:lnTo>
                <a:lnTo>
                  <a:pt x="11263" y="11319"/>
                </a:lnTo>
                <a:lnTo>
                  <a:pt x="21167" y="2993"/>
                </a:lnTo>
                <a:lnTo>
                  <a:pt x="31504" y="0"/>
                </a:lnTo>
                <a:lnTo>
                  <a:pt x="36655" y="1373"/>
                </a:lnTo>
                <a:lnTo>
                  <a:pt x="41445" y="3544"/>
                </a:lnTo>
                <a:lnTo>
                  <a:pt x="50301" y="9481"/>
                </a:lnTo>
                <a:lnTo>
                  <a:pt x="54129" y="13087"/>
                </a:lnTo>
                <a:lnTo>
                  <a:pt x="59887" y="20657"/>
                </a:lnTo>
                <a:lnTo>
                  <a:pt x="59887" y="67514"/>
                </a:lnTo>
                <a:lnTo>
                  <a:pt x="45242" y="75065"/>
                </a:lnTo>
                <a:lnTo>
                  <a:pt x="41304" y="753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857C9BF-A7AD-85D0-6F60-6D0AF60702D1}"/>
              </a:ext>
            </a:extLst>
          </p:cNvPr>
          <p:cNvSpPr/>
          <p:nvPr/>
        </p:nvSpPr>
        <p:spPr>
          <a:xfrm>
            <a:off x="7387308" y="7916762"/>
            <a:ext cx="62865" cy="71120"/>
          </a:xfrm>
          <a:custGeom>
            <a:avLst/>
            <a:gdLst/>
            <a:ahLst/>
            <a:cxnLst/>
            <a:rect l="l" t="t" r="r" b="b"/>
            <a:pathLst>
              <a:path w="62865" h="71120">
                <a:moveTo>
                  <a:pt x="32758" y="70889"/>
                </a:moveTo>
                <a:lnTo>
                  <a:pt x="20052" y="69019"/>
                </a:lnTo>
                <a:lnTo>
                  <a:pt x="9778" y="61509"/>
                </a:lnTo>
                <a:lnTo>
                  <a:pt x="2804" y="49336"/>
                </a:lnTo>
                <a:lnTo>
                  <a:pt x="0" y="33475"/>
                </a:lnTo>
                <a:lnTo>
                  <a:pt x="710" y="21049"/>
                </a:lnTo>
                <a:lnTo>
                  <a:pt x="4331" y="10846"/>
                </a:lnTo>
                <a:lnTo>
                  <a:pt x="12041" y="3737"/>
                </a:lnTo>
                <a:lnTo>
                  <a:pt x="25020" y="589"/>
                </a:lnTo>
                <a:lnTo>
                  <a:pt x="29726" y="0"/>
                </a:lnTo>
                <a:lnTo>
                  <a:pt x="34349" y="389"/>
                </a:lnTo>
                <a:lnTo>
                  <a:pt x="62651" y="28309"/>
                </a:lnTo>
                <a:lnTo>
                  <a:pt x="62774" y="33050"/>
                </a:lnTo>
                <a:lnTo>
                  <a:pt x="62535" y="37368"/>
                </a:lnTo>
                <a:lnTo>
                  <a:pt x="36908" y="69674"/>
                </a:lnTo>
                <a:lnTo>
                  <a:pt x="32758" y="708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1B10FB57-7090-78CF-2652-DA86DD23BE0B}"/>
              </a:ext>
            </a:extLst>
          </p:cNvPr>
          <p:cNvSpPr/>
          <p:nvPr/>
        </p:nvSpPr>
        <p:spPr>
          <a:xfrm>
            <a:off x="7467414" y="8122298"/>
            <a:ext cx="60960" cy="73660"/>
          </a:xfrm>
          <a:custGeom>
            <a:avLst/>
            <a:gdLst/>
            <a:ahLst/>
            <a:cxnLst/>
            <a:rect l="l" t="t" r="r" b="b"/>
            <a:pathLst>
              <a:path w="60959" h="73659">
                <a:moveTo>
                  <a:pt x="39511" y="73403"/>
                </a:moveTo>
                <a:lnTo>
                  <a:pt x="4002" y="50401"/>
                </a:lnTo>
                <a:lnTo>
                  <a:pt x="0" y="34242"/>
                </a:lnTo>
                <a:lnTo>
                  <a:pt x="545" y="28655"/>
                </a:lnTo>
                <a:lnTo>
                  <a:pt x="406" y="25023"/>
                </a:lnTo>
                <a:lnTo>
                  <a:pt x="26756" y="0"/>
                </a:lnTo>
                <a:lnTo>
                  <a:pt x="39648" y="4339"/>
                </a:lnTo>
                <a:lnTo>
                  <a:pt x="51885" y="16506"/>
                </a:lnTo>
                <a:lnTo>
                  <a:pt x="60060" y="32261"/>
                </a:lnTo>
                <a:lnTo>
                  <a:pt x="60768" y="47362"/>
                </a:lnTo>
                <a:lnTo>
                  <a:pt x="56667" y="55290"/>
                </a:lnTo>
                <a:lnTo>
                  <a:pt x="50801" y="62240"/>
                </a:lnTo>
                <a:lnTo>
                  <a:pt x="44605" y="68261"/>
                </a:lnTo>
                <a:lnTo>
                  <a:pt x="39511" y="7340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>
            <a:extLst>
              <a:ext uri="{FF2B5EF4-FFF2-40B4-BE49-F238E27FC236}">
                <a16:creationId xmlns:a16="http://schemas.microsoft.com/office/drawing/2014/main" id="{FFBD4C02-61CA-AC67-D9C9-0AF958D34906}"/>
              </a:ext>
            </a:extLst>
          </p:cNvPr>
          <p:cNvGrpSpPr/>
          <p:nvPr/>
        </p:nvGrpSpPr>
        <p:grpSpPr>
          <a:xfrm>
            <a:off x="7428527" y="7373591"/>
            <a:ext cx="162560" cy="136525"/>
            <a:chOff x="7428527" y="7373591"/>
            <a:chExt cx="162560" cy="136525"/>
          </a:xfrm>
        </p:grpSpPr>
        <p:pic>
          <p:nvPicPr>
            <p:cNvPr id="36" name="object 36">
              <a:extLst>
                <a:ext uri="{FF2B5EF4-FFF2-40B4-BE49-F238E27FC236}">
                  <a16:creationId xmlns:a16="http://schemas.microsoft.com/office/drawing/2014/main" id="{EBB33CC0-8FE4-BDB0-0FA5-83B45E8EE6A7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24700" y="7436055"/>
              <a:ext cx="65959" cy="73476"/>
            </a:xfrm>
            <a:prstGeom prst="rect">
              <a:avLst/>
            </a:prstGeom>
          </p:spPr>
        </p:pic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55CE5162-0AA9-486D-A62E-3D4598D7EDB8}"/>
                </a:ext>
              </a:extLst>
            </p:cNvPr>
            <p:cNvSpPr/>
            <p:nvPr/>
          </p:nvSpPr>
          <p:spPr>
            <a:xfrm>
              <a:off x="7428527" y="7373591"/>
              <a:ext cx="55244" cy="57785"/>
            </a:xfrm>
            <a:custGeom>
              <a:avLst/>
              <a:gdLst/>
              <a:ahLst/>
              <a:cxnLst/>
              <a:rect l="l" t="t" r="r" b="b"/>
              <a:pathLst>
                <a:path w="55245" h="57784">
                  <a:moveTo>
                    <a:pt x="32157" y="57423"/>
                  </a:moveTo>
                  <a:lnTo>
                    <a:pt x="1436" y="34697"/>
                  </a:lnTo>
                  <a:lnTo>
                    <a:pt x="0" y="25878"/>
                  </a:lnTo>
                  <a:lnTo>
                    <a:pt x="5" y="22249"/>
                  </a:lnTo>
                  <a:lnTo>
                    <a:pt x="24683" y="0"/>
                  </a:lnTo>
                  <a:lnTo>
                    <a:pt x="28294" y="369"/>
                  </a:lnTo>
                  <a:lnTo>
                    <a:pt x="31949" y="392"/>
                  </a:lnTo>
                  <a:lnTo>
                    <a:pt x="55174" y="24798"/>
                  </a:lnTo>
                  <a:lnTo>
                    <a:pt x="55015" y="28451"/>
                  </a:lnTo>
                  <a:lnTo>
                    <a:pt x="52447" y="36612"/>
                  </a:lnTo>
                  <a:lnTo>
                    <a:pt x="47357" y="44203"/>
                  </a:lnTo>
                  <a:lnTo>
                    <a:pt x="41509" y="51044"/>
                  </a:lnTo>
                  <a:lnTo>
                    <a:pt x="36669" y="56957"/>
                  </a:lnTo>
                  <a:lnTo>
                    <a:pt x="32157" y="574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>
            <a:extLst>
              <a:ext uri="{FF2B5EF4-FFF2-40B4-BE49-F238E27FC236}">
                <a16:creationId xmlns:a16="http://schemas.microsoft.com/office/drawing/2014/main" id="{E3790E65-250B-1837-E124-39CB631EF77C}"/>
              </a:ext>
            </a:extLst>
          </p:cNvPr>
          <p:cNvGrpSpPr/>
          <p:nvPr/>
        </p:nvGrpSpPr>
        <p:grpSpPr>
          <a:xfrm>
            <a:off x="503720" y="2254383"/>
            <a:ext cx="4461510" cy="3579495"/>
            <a:chOff x="503720" y="2254383"/>
            <a:chExt cx="4461510" cy="3579495"/>
          </a:xfrm>
        </p:grpSpPr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D173468F-BF1A-81D9-3379-6AB3E260963B}"/>
                </a:ext>
              </a:extLst>
            </p:cNvPr>
            <p:cNvSpPr/>
            <p:nvPr/>
          </p:nvSpPr>
          <p:spPr>
            <a:xfrm>
              <a:off x="761999" y="2420038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60">
                  <a:moveTo>
                    <a:pt x="4092555" y="3413275"/>
                  </a:moveTo>
                  <a:lnTo>
                    <a:pt x="110184" y="3413275"/>
                  </a:lnTo>
                  <a:lnTo>
                    <a:pt x="69653" y="3405062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2"/>
                  </a:lnTo>
                  <a:lnTo>
                    <a:pt x="4092555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BF0C0F22-3E21-DC4B-5246-CDE47E9C93B2}"/>
                </a:ext>
              </a:extLst>
            </p:cNvPr>
            <p:cNvSpPr/>
            <p:nvPr/>
          </p:nvSpPr>
          <p:spPr>
            <a:xfrm>
              <a:off x="503720" y="2254383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5">
                  <a:moveTo>
                    <a:pt x="4208098" y="3435694"/>
                  </a:moveTo>
                  <a:lnTo>
                    <a:pt x="86520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3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8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>
            <a:extLst>
              <a:ext uri="{FF2B5EF4-FFF2-40B4-BE49-F238E27FC236}">
                <a16:creationId xmlns:a16="http://schemas.microsoft.com/office/drawing/2014/main" id="{9EBF5B3B-E867-6F24-1A17-6A663274A428}"/>
              </a:ext>
            </a:extLst>
          </p:cNvPr>
          <p:cNvSpPr txBox="1"/>
          <p:nvPr/>
        </p:nvSpPr>
        <p:spPr>
          <a:xfrm>
            <a:off x="664642" y="2402742"/>
            <a:ext cx="3963035" cy="20834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76200" algn="ctr">
              <a:lnSpc>
                <a:spcPct val="105500"/>
              </a:lnSpc>
            </a:pPr>
            <a:r>
              <a:rPr lang="en-US"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Citation cartels use fake author names to target chemistry journals</a:t>
            </a:r>
            <a:r>
              <a:rPr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.</a:t>
            </a:r>
          </a:p>
          <a:p>
            <a:pPr marL="76200" algn="ctr">
              <a:lnSpc>
                <a:spcPct val="105500"/>
              </a:lnSpc>
            </a:pPr>
            <a:endParaRPr lang="en-US" sz="1600" b="1" spc="110">
              <a:solidFill>
                <a:srgbClr val="295C67"/>
              </a:solidFill>
              <a:latin typeface="Times New Roman"/>
              <a:cs typeface="Times New Roman"/>
            </a:endParaRPr>
          </a:p>
          <a:p>
            <a:pPr marL="76200" algn="ctr">
              <a:lnSpc>
                <a:spcPct val="105500"/>
              </a:lnSpc>
            </a:pPr>
            <a:r>
              <a:rPr lang="en-US" sz="1600" b="1" spc="110">
                <a:solidFill>
                  <a:srgbClr val="295C67"/>
                </a:solidFill>
                <a:latin typeface="Times New Roman"/>
                <a:cs typeface="Times New Roman"/>
              </a:rPr>
              <a:t>Citation cartels—shady companies that sell citations in papers to academics willing to pay—are targeting chemistry journals run by prominent academic publishers.</a:t>
            </a:r>
            <a:endParaRPr lang="en-US"/>
          </a:p>
        </p:txBody>
      </p:sp>
      <p:grpSp>
        <p:nvGrpSpPr>
          <p:cNvPr id="42" name="object 42">
            <a:extLst>
              <a:ext uri="{FF2B5EF4-FFF2-40B4-BE49-F238E27FC236}">
                <a16:creationId xmlns:a16="http://schemas.microsoft.com/office/drawing/2014/main" id="{37B42DD5-FD78-2FD3-80F8-D46C74EE6BD7}"/>
              </a:ext>
            </a:extLst>
          </p:cNvPr>
          <p:cNvGrpSpPr/>
          <p:nvPr/>
        </p:nvGrpSpPr>
        <p:grpSpPr>
          <a:xfrm>
            <a:off x="383726" y="7213455"/>
            <a:ext cx="4363720" cy="3506470"/>
            <a:chOff x="383726" y="7213455"/>
            <a:chExt cx="4363720" cy="3506470"/>
          </a:xfrm>
        </p:grpSpPr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1FFDBA6-0D22-97DD-F841-496C12F33490}"/>
                </a:ext>
              </a:extLst>
            </p:cNvPr>
            <p:cNvSpPr/>
            <p:nvPr/>
          </p:nvSpPr>
          <p:spPr>
            <a:xfrm>
              <a:off x="544617" y="730616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8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09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5"/>
                  </a:lnTo>
                  <a:lnTo>
                    <a:pt x="8974" y="69653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3"/>
                  </a:lnTo>
                  <a:lnTo>
                    <a:pt x="4202740" y="113945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09"/>
                  </a:lnTo>
                  <a:lnTo>
                    <a:pt x="4133086" y="3405063"/>
                  </a:lnTo>
                  <a:lnTo>
                    <a:pt x="4092558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5308F71A-37C4-554C-3D7F-6BA26282F96F}"/>
                </a:ext>
              </a:extLst>
            </p:cNvPr>
            <p:cNvSpPr/>
            <p:nvPr/>
          </p:nvSpPr>
          <p:spPr>
            <a:xfrm>
              <a:off x="383726" y="721345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099" y="3435694"/>
                  </a:moveTo>
                  <a:lnTo>
                    <a:pt x="86518" y="3435694"/>
                  </a:lnTo>
                  <a:lnTo>
                    <a:pt x="69653" y="3432277"/>
                  </a:lnTo>
                  <a:lnTo>
                    <a:pt x="33428" y="3407823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5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5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3"/>
                  </a:lnTo>
                  <a:lnTo>
                    <a:pt x="4224964" y="3432277"/>
                  </a:lnTo>
                  <a:lnTo>
                    <a:pt x="4208099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>
            <a:extLst>
              <a:ext uri="{FF2B5EF4-FFF2-40B4-BE49-F238E27FC236}">
                <a16:creationId xmlns:a16="http://schemas.microsoft.com/office/drawing/2014/main" id="{F46DEBD4-298D-DEC5-49E5-FE937D821E04}"/>
              </a:ext>
            </a:extLst>
          </p:cNvPr>
          <p:cNvGrpSpPr/>
          <p:nvPr/>
        </p:nvGrpSpPr>
        <p:grpSpPr>
          <a:xfrm>
            <a:off x="2920199" y="10988575"/>
            <a:ext cx="4363720" cy="3506470"/>
            <a:chOff x="2920199" y="10988575"/>
            <a:chExt cx="4363720" cy="3506470"/>
          </a:xfrm>
        </p:grpSpPr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169D8F52-5979-80DB-6731-A789CBCE8101}"/>
                </a:ext>
              </a:extLst>
            </p:cNvPr>
            <p:cNvSpPr/>
            <p:nvPr/>
          </p:nvSpPr>
          <p:spPr>
            <a:xfrm>
              <a:off x="3081090" y="11081281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1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3"/>
                  </a:lnTo>
                  <a:lnTo>
                    <a:pt x="0" y="3300091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4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1"/>
                  </a:lnTo>
                  <a:lnTo>
                    <a:pt x="4193765" y="3344383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EBDF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CC8E3A8-8029-6A0A-A5BD-57D46183547D}"/>
                </a:ext>
              </a:extLst>
            </p:cNvPr>
            <p:cNvSpPr/>
            <p:nvPr/>
          </p:nvSpPr>
          <p:spPr>
            <a:xfrm>
              <a:off x="2920199" y="10988575"/>
              <a:ext cx="4295140" cy="3435985"/>
            </a:xfrm>
            <a:custGeom>
              <a:avLst/>
              <a:gdLst/>
              <a:ahLst/>
              <a:cxnLst/>
              <a:rect l="l" t="t" r="r" b="b"/>
              <a:pathLst>
                <a:path w="4295140" h="3435984">
                  <a:moveTo>
                    <a:pt x="4208102" y="3435694"/>
                  </a:moveTo>
                  <a:lnTo>
                    <a:pt x="86516" y="3435694"/>
                  </a:lnTo>
                  <a:lnTo>
                    <a:pt x="69653" y="3432277"/>
                  </a:lnTo>
                  <a:lnTo>
                    <a:pt x="33428" y="3407824"/>
                  </a:lnTo>
                  <a:lnTo>
                    <a:pt x="8974" y="3371597"/>
                  </a:lnTo>
                  <a:lnTo>
                    <a:pt x="0" y="3327305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4"/>
                  </a:lnTo>
                  <a:lnTo>
                    <a:pt x="113946" y="0"/>
                  </a:lnTo>
                  <a:lnTo>
                    <a:pt x="4180672" y="0"/>
                  </a:lnTo>
                  <a:lnTo>
                    <a:pt x="4224964" y="8974"/>
                  </a:lnTo>
                  <a:lnTo>
                    <a:pt x="4261190" y="33428"/>
                  </a:lnTo>
                  <a:lnTo>
                    <a:pt x="4285643" y="69654"/>
                  </a:lnTo>
                  <a:lnTo>
                    <a:pt x="4294618" y="113946"/>
                  </a:lnTo>
                  <a:lnTo>
                    <a:pt x="4294618" y="3327305"/>
                  </a:lnTo>
                  <a:lnTo>
                    <a:pt x="4285643" y="3371597"/>
                  </a:lnTo>
                  <a:lnTo>
                    <a:pt x="4261190" y="3407824"/>
                  </a:lnTo>
                  <a:lnTo>
                    <a:pt x="4224964" y="3432277"/>
                  </a:lnTo>
                  <a:lnTo>
                    <a:pt x="4208102" y="34356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>
            <a:extLst>
              <a:ext uri="{FF2B5EF4-FFF2-40B4-BE49-F238E27FC236}">
                <a16:creationId xmlns:a16="http://schemas.microsoft.com/office/drawing/2014/main" id="{804C8D63-6ECC-AC9C-82B7-10F98211FEFD}"/>
              </a:ext>
            </a:extLst>
          </p:cNvPr>
          <p:cNvSpPr txBox="1"/>
          <p:nvPr/>
        </p:nvSpPr>
        <p:spPr>
          <a:xfrm>
            <a:off x="3011632" y="11216034"/>
            <a:ext cx="4111625" cy="20960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5720" marR="38100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14" err="1">
                <a:solidFill>
                  <a:srgbClr val="295C67"/>
                </a:solidFill>
                <a:latin typeface="Times New Roman"/>
                <a:cs typeface="Times New Roman"/>
              </a:rPr>
              <a:t>Abalkina</a:t>
            </a:r>
            <a:r>
              <a:rPr lang="en-US"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 says the trend came to light after another research integrity sleuth, Alexander </a:t>
            </a:r>
            <a:r>
              <a:rPr lang="en-US" sz="1600" b="1" spc="114" err="1">
                <a:solidFill>
                  <a:srgbClr val="295C67"/>
                </a:solidFill>
                <a:latin typeface="Times New Roman"/>
                <a:cs typeface="Times New Roman"/>
              </a:rPr>
              <a:t>Magazinov</a:t>
            </a:r>
            <a:r>
              <a:rPr lang="en-US"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, noticed the unorthodox spelling of Ukrainian author names. </a:t>
            </a:r>
            <a:endParaRPr lang="en-US">
              <a:solidFill>
                <a:srgbClr val="000000"/>
              </a:solidFill>
            </a:endParaRPr>
          </a:p>
          <a:p>
            <a:pPr marL="45720" marR="38100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14">
                <a:solidFill>
                  <a:srgbClr val="295C67"/>
                </a:solidFill>
                <a:latin typeface="Times New Roman"/>
                <a:cs typeface="Times New Roman"/>
              </a:rPr>
              <a:t>In Ukraine, a female first name is traditionally accompanied by a feminine surname, she explains. </a:t>
            </a:r>
            <a:endParaRPr lang="en-US"/>
          </a:p>
        </p:txBody>
      </p:sp>
      <p:grpSp>
        <p:nvGrpSpPr>
          <p:cNvPr id="49" name="object 49">
            <a:extLst>
              <a:ext uri="{FF2B5EF4-FFF2-40B4-BE49-F238E27FC236}">
                <a16:creationId xmlns:a16="http://schemas.microsoft.com/office/drawing/2014/main" id="{5ECC7781-E93F-1EBC-4024-81C7814B2940}"/>
              </a:ext>
            </a:extLst>
          </p:cNvPr>
          <p:cNvGrpSpPr/>
          <p:nvPr/>
        </p:nvGrpSpPr>
        <p:grpSpPr>
          <a:xfrm>
            <a:off x="0" y="14864436"/>
            <a:ext cx="4747895" cy="4175125"/>
            <a:chOff x="0" y="14864436"/>
            <a:chExt cx="4747895" cy="4175125"/>
          </a:xfrm>
        </p:grpSpPr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22CA02CB-A8C2-853E-392B-D2C2BF7C87DA}"/>
                </a:ext>
              </a:extLst>
            </p:cNvPr>
            <p:cNvSpPr/>
            <p:nvPr/>
          </p:nvSpPr>
          <p:spPr>
            <a:xfrm>
              <a:off x="0" y="17591315"/>
              <a:ext cx="1226820" cy="1447800"/>
            </a:xfrm>
            <a:custGeom>
              <a:avLst/>
              <a:gdLst/>
              <a:ahLst/>
              <a:cxnLst/>
              <a:rect l="l" t="t" r="r" b="b"/>
              <a:pathLst>
                <a:path w="1226820" h="1447800">
                  <a:moveTo>
                    <a:pt x="933069" y="1397000"/>
                  </a:moveTo>
                  <a:lnTo>
                    <a:pt x="932357" y="1358900"/>
                  </a:lnTo>
                  <a:lnTo>
                    <a:pt x="928420" y="1308100"/>
                  </a:lnTo>
                  <a:lnTo>
                    <a:pt x="922489" y="1257300"/>
                  </a:lnTo>
                  <a:lnTo>
                    <a:pt x="914565" y="1219200"/>
                  </a:lnTo>
                  <a:lnTo>
                    <a:pt x="904646" y="1168400"/>
                  </a:lnTo>
                  <a:lnTo>
                    <a:pt x="898652" y="1143000"/>
                  </a:lnTo>
                  <a:lnTo>
                    <a:pt x="891489" y="1130300"/>
                  </a:lnTo>
                  <a:lnTo>
                    <a:pt x="883996" y="1092200"/>
                  </a:lnTo>
                  <a:lnTo>
                    <a:pt x="876973" y="1066800"/>
                  </a:lnTo>
                  <a:lnTo>
                    <a:pt x="866648" y="1028700"/>
                  </a:lnTo>
                  <a:lnTo>
                    <a:pt x="855002" y="1003300"/>
                  </a:lnTo>
                  <a:lnTo>
                    <a:pt x="842048" y="977900"/>
                  </a:lnTo>
                  <a:lnTo>
                    <a:pt x="827773" y="939800"/>
                  </a:lnTo>
                  <a:lnTo>
                    <a:pt x="810031" y="901700"/>
                  </a:lnTo>
                  <a:lnTo>
                    <a:pt x="791705" y="863600"/>
                  </a:lnTo>
                  <a:lnTo>
                    <a:pt x="772731" y="825500"/>
                  </a:lnTo>
                  <a:lnTo>
                    <a:pt x="753008" y="787400"/>
                  </a:lnTo>
                  <a:lnTo>
                    <a:pt x="729932" y="749300"/>
                  </a:lnTo>
                  <a:lnTo>
                    <a:pt x="705358" y="711200"/>
                  </a:lnTo>
                  <a:lnTo>
                    <a:pt x="679297" y="673100"/>
                  </a:lnTo>
                  <a:lnTo>
                    <a:pt x="651751" y="622300"/>
                  </a:lnTo>
                  <a:lnTo>
                    <a:pt x="622706" y="584200"/>
                  </a:lnTo>
                  <a:lnTo>
                    <a:pt x="609701" y="571500"/>
                  </a:lnTo>
                  <a:lnTo>
                    <a:pt x="596315" y="558800"/>
                  </a:lnTo>
                  <a:lnTo>
                    <a:pt x="582561" y="546100"/>
                  </a:lnTo>
                  <a:lnTo>
                    <a:pt x="551484" y="508000"/>
                  </a:lnTo>
                  <a:lnTo>
                    <a:pt x="516966" y="482600"/>
                  </a:lnTo>
                  <a:lnTo>
                    <a:pt x="516712" y="482600"/>
                  </a:lnTo>
                  <a:lnTo>
                    <a:pt x="464146" y="431800"/>
                  </a:lnTo>
                  <a:lnTo>
                    <a:pt x="427850" y="406400"/>
                  </a:lnTo>
                  <a:lnTo>
                    <a:pt x="390436" y="381000"/>
                  </a:lnTo>
                  <a:lnTo>
                    <a:pt x="351917" y="355600"/>
                  </a:lnTo>
                  <a:lnTo>
                    <a:pt x="312267" y="330200"/>
                  </a:lnTo>
                  <a:lnTo>
                    <a:pt x="275234" y="317500"/>
                  </a:lnTo>
                  <a:lnTo>
                    <a:pt x="198742" y="279400"/>
                  </a:lnTo>
                  <a:lnTo>
                    <a:pt x="38049" y="228600"/>
                  </a:lnTo>
                  <a:lnTo>
                    <a:pt x="0" y="228600"/>
                  </a:lnTo>
                  <a:lnTo>
                    <a:pt x="0" y="1447800"/>
                  </a:lnTo>
                  <a:lnTo>
                    <a:pt x="932624" y="1447800"/>
                  </a:lnTo>
                  <a:lnTo>
                    <a:pt x="932738" y="1435100"/>
                  </a:lnTo>
                  <a:lnTo>
                    <a:pt x="932853" y="1422400"/>
                  </a:lnTo>
                  <a:lnTo>
                    <a:pt x="933069" y="1397000"/>
                  </a:lnTo>
                  <a:close/>
                </a:path>
                <a:path w="1226820" h="1447800">
                  <a:moveTo>
                    <a:pt x="1226705" y="1435100"/>
                  </a:moveTo>
                  <a:lnTo>
                    <a:pt x="1226515" y="1435100"/>
                  </a:lnTo>
                  <a:lnTo>
                    <a:pt x="1223708" y="1422400"/>
                  </a:lnTo>
                  <a:lnTo>
                    <a:pt x="1217155" y="1422400"/>
                  </a:lnTo>
                  <a:lnTo>
                    <a:pt x="1216583" y="1422400"/>
                  </a:lnTo>
                  <a:lnTo>
                    <a:pt x="1216710" y="1397000"/>
                  </a:lnTo>
                  <a:lnTo>
                    <a:pt x="1217155" y="1422400"/>
                  </a:lnTo>
                  <a:lnTo>
                    <a:pt x="1219898" y="1397000"/>
                  </a:lnTo>
                  <a:lnTo>
                    <a:pt x="1222044" y="1397000"/>
                  </a:lnTo>
                  <a:lnTo>
                    <a:pt x="1223594" y="1384300"/>
                  </a:lnTo>
                  <a:lnTo>
                    <a:pt x="1224546" y="1384300"/>
                  </a:lnTo>
                  <a:lnTo>
                    <a:pt x="1223695" y="1371600"/>
                  </a:lnTo>
                  <a:lnTo>
                    <a:pt x="1223213" y="1358900"/>
                  </a:lnTo>
                  <a:lnTo>
                    <a:pt x="1221397" y="1346200"/>
                  </a:lnTo>
                  <a:lnTo>
                    <a:pt x="1216520" y="1320800"/>
                  </a:lnTo>
                  <a:lnTo>
                    <a:pt x="1214818" y="1320800"/>
                  </a:lnTo>
                  <a:lnTo>
                    <a:pt x="1214310" y="1308100"/>
                  </a:lnTo>
                  <a:lnTo>
                    <a:pt x="1214996" y="1308100"/>
                  </a:lnTo>
                  <a:lnTo>
                    <a:pt x="1214374" y="1282700"/>
                  </a:lnTo>
                  <a:lnTo>
                    <a:pt x="1212100" y="1257300"/>
                  </a:lnTo>
                  <a:lnTo>
                    <a:pt x="1208189" y="1244600"/>
                  </a:lnTo>
                  <a:lnTo>
                    <a:pt x="1202613" y="1219200"/>
                  </a:lnTo>
                  <a:lnTo>
                    <a:pt x="1198130" y="1206500"/>
                  </a:lnTo>
                  <a:lnTo>
                    <a:pt x="1193647" y="1181100"/>
                  </a:lnTo>
                  <a:lnTo>
                    <a:pt x="1185862" y="1155700"/>
                  </a:lnTo>
                  <a:lnTo>
                    <a:pt x="1179245" y="1130300"/>
                  </a:lnTo>
                  <a:lnTo>
                    <a:pt x="1173810" y="1092200"/>
                  </a:lnTo>
                  <a:lnTo>
                    <a:pt x="1171676" y="1079500"/>
                  </a:lnTo>
                  <a:lnTo>
                    <a:pt x="1167498" y="1066800"/>
                  </a:lnTo>
                  <a:lnTo>
                    <a:pt x="1161262" y="1054100"/>
                  </a:lnTo>
                  <a:lnTo>
                    <a:pt x="1152969" y="1028700"/>
                  </a:lnTo>
                  <a:lnTo>
                    <a:pt x="1163243" y="1028700"/>
                  </a:lnTo>
                  <a:lnTo>
                    <a:pt x="1164882" y="1016000"/>
                  </a:lnTo>
                  <a:lnTo>
                    <a:pt x="1164374" y="1016000"/>
                  </a:lnTo>
                  <a:lnTo>
                    <a:pt x="1163434" y="1003300"/>
                  </a:lnTo>
                  <a:lnTo>
                    <a:pt x="1161694" y="1003300"/>
                  </a:lnTo>
                  <a:lnTo>
                    <a:pt x="1160995" y="990600"/>
                  </a:lnTo>
                  <a:lnTo>
                    <a:pt x="1159865" y="990600"/>
                  </a:lnTo>
                  <a:lnTo>
                    <a:pt x="1157465" y="977900"/>
                  </a:lnTo>
                  <a:lnTo>
                    <a:pt x="1153795" y="977900"/>
                  </a:lnTo>
                  <a:lnTo>
                    <a:pt x="1148854" y="952500"/>
                  </a:lnTo>
                  <a:lnTo>
                    <a:pt x="1129385" y="952500"/>
                  </a:lnTo>
                  <a:lnTo>
                    <a:pt x="1124597" y="939800"/>
                  </a:lnTo>
                  <a:lnTo>
                    <a:pt x="1141272" y="939800"/>
                  </a:lnTo>
                  <a:lnTo>
                    <a:pt x="1137399" y="914400"/>
                  </a:lnTo>
                  <a:lnTo>
                    <a:pt x="1135545" y="901700"/>
                  </a:lnTo>
                  <a:lnTo>
                    <a:pt x="1132370" y="876300"/>
                  </a:lnTo>
                  <a:lnTo>
                    <a:pt x="1124521" y="863600"/>
                  </a:lnTo>
                  <a:lnTo>
                    <a:pt x="1119454" y="865593"/>
                  </a:lnTo>
                  <a:lnTo>
                    <a:pt x="1119454" y="1168400"/>
                  </a:lnTo>
                  <a:lnTo>
                    <a:pt x="1118450" y="1181100"/>
                  </a:lnTo>
                  <a:lnTo>
                    <a:pt x="1115834" y="1206500"/>
                  </a:lnTo>
                  <a:lnTo>
                    <a:pt x="1109713" y="1168400"/>
                  </a:lnTo>
                  <a:lnTo>
                    <a:pt x="1102804" y="1143000"/>
                  </a:lnTo>
                  <a:lnTo>
                    <a:pt x="1096632" y="1104900"/>
                  </a:lnTo>
                  <a:lnTo>
                    <a:pt x="1092746" y="1079500"/>
                  </a:lnTo>
                  <a:lnTo>
                    <a:pt x="1100950" y="1092200"/>
                  </a:lnTo>
                  <a:lnTo>
                    <a:pt x="1107668" y="1092200"/>
                  </a:lnTo>
                  <a:lnTo>
                    <a:pt x="1112901" y="1104900"/>
                  </a:lnTo>
                  <a:lnTo>
                    <a:pt x="1116660" y="1130300"/>
                  </a:lnTo>
                  <a:lnTo>
                    <a:pt x="1118857" y="1143000"/>
                  </a:lnTo>
                  <a:lnTo>
                    <a:pt x="1119454" y="1168400"/>
                  </a:lnTo>
                  <a:lnTo>
                    <a:pt x="1119454" y="865593"/>
                  </a:lnTo>
                  <a:lnTo>
                    <a:pt x="1092238" y="876300"/>
                  </a:lnTo>
                  <a:lnTo>
                    <a:pt x="1093165" y="863600"/>
                  </a:lnTo>
                  <a:lnTo>
                    <a:pt x="1096467" y="863600"/>
                  </a:lnTo>
                  <a:lnTo>
                    <a:pt x="1108925" y="850900"/>
                  </a:lnTo>
                  <a:lnTo>
                    <a:pt x="1115517" y="838200"/>
                  </a:lnTo>
                  <a:lnTo>
                    <a:pt x="1115364" y="825500"/>
                  </a:lnTo>
                  <a:lnTo>
                    <a:pt x="1107617" y="800100"/>
                  </a:lnTo>
                  <a:lnTo>
                    <a:pt x="1104988" y="800100"/>
                  </a:lnTo>
                  <a:lnTo>
                    <a:pt x="1103655" y="787400"/>
                  </a:lnTo>
                  <a:lnTo>
                    <a:pt x="1102461" y="774700"/>
                  </a:lnTo>
                  <a:lnTo>
                    <a:pt x="1100137" y="774700"/>
                  </a:lnTo>
                  <a:lnTo>
                    <a:pt x="1096657" y="762000"/>
                  </a:lnTo>
                  <a:lnTo>
                    <a:pt x="1088898" y="762000"/>
                  </a:lnTo>
                  <a:lnTo>
                    <a:pt x="1083919" y="749300"/>
                  </a:lnTo>
                  <a:lnTo>
                    <a:pt x="1083640" y="749300"/>
                  </a:lnTo>
                  <a:lnTo>
                    <a:pt x="1080617" y="723900"/>
                  </a:lnTo>
                  <a:lnTo>
                    <a:pt x="1074788" y="711200"/>
                  </a:lnTo>
                  <a:lnTo>
                    <a:pt x="1067917" y="698500"/>
                  </a:lnTo>
                  <a:lnTo>
                    <a:pt x="1047623" y="647700"/>
                  </a:lnTo>
                  <a:lnTo>
                    <a:pt x="1039152" y="635000"/>
                  </a:lnTo>
                  <a:lnTo>
                    <a:pt x="1030681" y="622300"/>
                  </a:lnTo>
                  <a:lnTo>
                    <a:pt x="1021359" y="602602"/>
                  </a:lnTo>
                  <a:lnTo>
                    <a:pt x="1021359" y="635000"/>
                  </a:lnTo>
                  <a:lnTo>
                    <a:pt x="1015796" y="647700"/>
                  </a:lnTo>
                  <a:lnTo>
                    <a:pt x="1010500" y="635000"/>
                  </a:lnTo>
                  <a:lnTo>
                    <a:pt x="1021359" y="635000"/>
                  </a:lnTo>
                  <a:lnTo>
                    <a:pt x="1021359" y="602602"/>
                  </a:lnTo>
                  <a:lnTo>
                    <a:pt x="1012659" y="584200"/>
                  </a:lnTo>
                  <a:lnTo>
                    <a:pt x="995337" y="546100"/>
                  </a:lnTo>
                  <a:lnTo>
                    <a:pt x="987323" y="546100"/>
                  </a:lnTo>
                  <a:lnTo>
                    <a:pt x="982878" y="533400"/>
                  </a:lnTo>
                  <a:lnTo>
                    <a:pt x="978128" y="533400"/>
                  </a:lnTo>
                  <a:lnTo>
                    <a:pt x="973696" y="508000"/>
                  </a:lnTo>
                  <a:lnTo>
                    <a:pt x="969302" y="508000"/>
                  </a:lnTo>
                  <a:lnTo>
                    <a:pt x="969302" y="533400"/>
                  </a:lnTo>
                  <a:lnTo>
                    <a:pt x="968641" y="546100"/>
                  </a:lnTo>
                  <a:lnTo>
                    <a:pt x="964018" y="546100"/>
                  </a:lnTo>
                  <a:lnTo>
                    <a:pt x="962431" y="533400"/>
                  </a:lnTo>
                  <a:lnTo>
                    <a:pt x="969302" y="533400"/>
                  </a:lnTo>
                  <a:lnTo>
                    <a:pt x="969302" y="508000"/>
                  </a:lnTo>
                  <a:lnTo>
                    <a:pt x="956906" y="508000"/>
                  </a:lnTo>
                  <a:lnTo>
                    <a:pt x="959967" y="495300"/>
                  </a:lnTo>
                  <a:lnTo>
                    <a:pt x="957795" y="495300"/>
                  </a:lnTo>
                  <a:lnTo>
                    <a:pt x="955167" y="482600"/>
                  </a:lnTo>
                  <a:lnTo>
                    <a:pt x="952119" y="482600"/>
                  </a:lnTo>
                  <a:lnTo>
                    <a:pt x="952119" y="508000"/>
                  </a:lnTo>
                  <a:lnTo>
                    <a:pt x="948309" y="533400"/>
                  </a:lnTo>
                  <a:lnTo>
                    <a:pt x="942124" y="533400"/>
                  </a:lnTo>
                  <a:lnTo>
                    <a:pt x="938504" y="508000"/>
                  </a:lnTo>
                  <a:lnTo>
                    <a:pt x="952119" y="508000"/>
                  </a:lnTo>
                  <a:lnTo>
                    <a:pt x="952119" y="482600"/>
                  </a:lnTo>
                  <a:lnTo>
                    <a:pt x="934224" y="457200"/>
                  </a:lnTo>
                  <a:lnTo>
                    <a:pt x="925296" y="431800"/>
                  </a:lnTo>
                  <a:lnTo>
                    <a:pt x="917575" y="424675"/>
                  </a:lnTo>
                  <a:lnTo>
                    <a:pt x="917575" y="469900"/>
                  </a:lnTo>
                  <a:lnTo>
                    <a:pt x="914527" y="469900"/>
                  </a:lnTo>
                  <a:lnTo>
                    <a:pt x="913231" y="482600"/>
                  </a:lnTo>
                  <a:lnTo>
                    <a:pt x="910094" y="469900"/>
                  </a:lnTo>
                  <a:lnTo>
                    <a:pt x="903389" y="469900"/>
                  </a:lnTo>
                  <a:lnTo>
                    <a:pt x="904392" y="457200"/>
                  </a:lnTo>
                  <a:lnTo>
                    <a:pt x="916012" y="457200"/>
                  </a:lnTo>
                  <a:lnTo>
                    <a:pt x="917575" y="469900"/>
                  </a:lnTo>
                  <a:lnTo>
                    <a:pt x="917575" y="424675"/>
                  </a:lnTo>
                  <a:lnTo>
                    <a:pt x="911555" y="419100"/>
                  </a:lnTo>
                  <a:lnTo>
                    <a:pt x="882777" y="393700"/>
                  </a:lnTo>
                  <a:lnTo>
                    <a:pt x="868807" y="381000"/>
                  </a:lnTo>
                  <a:lnTo>
                    <a:pt x="855306" y="355600"/>
                  </a:lnTo>
                  <a:lnTo>
                    <a:pt x="842276" y="342900"/>
                  </a:lnTo>
                  <a:lnTo>
                    <a:pt x="830707" y="330200"/>
                  </a:lnTo>
                  <a:lnTo>
                    <a:pt x="818210" y="317500"/>
                  </a:lnTo>
                  <a:lnTo>
                    <a:pt x="805700" y="305676"/>
                  </a:lnTo>
                  <a:lnTo>
                    <a:pt x="805700" y="330200"/>
                  </a:lnTo>
                  <a:lnTo>
                    <a:pt x="803986" y="342900"/>
                  </a:lnTo>
                  <a:lnTo>
                    <a:pt x="786257" y="342900"/>
                  </a:lnTo>
                  <a:lnTo>
                    <a:pt x="785888" y="330200"/>
                  </a:lnTo>
                  <a:lnTo>
                    <a:pt x="805700" y="330200"/>
                  </a:lnTo>
                  <a:lnTo>
                    <a:pt x="805700" y="305676"/>
                  </a:lnTo>
                  <a:lnTo>
                    <a:pt x="804786" y="304800"/>
                  </a:lnTo>
                  <a:lnTo>
                    <a:pt x="790448" y="279400"/>
                  </a:lnTo>
                  <a:lnTo>
                    <a:pt x="774052" y="266700"/>
                  </a:lnTo>
                  <a:lnTo>
                    <a:pt x="741146" y="241300"/>
                  </a:lnTo>
                  <a:lnTo>
                    <a:pt x="725004" y="228600"/>
                  </a:lnTo>
                  <a:lnTo>
                    <a:pt x="712343" y="211709"/>
                  </a:lnTo>
                  <a:lnTo>
                    <a:pt x="712343" y="254000"/>
                  </a:lnTo>
                  <a:lnTo>
                    <a:pt x="709917" y="266700"/>
                  </a:lnTo>
                  <a:lnTo>
                    <a:pt x="706335" y="254000"/>
                  </a:lnTo>
                  <a:lnTo>
                    <a:pt x="706678" y="254000"/>
                  </a:lnTo>
                  <a:lnTo>
                    <a:pt x="708964" y="241300"/>
                  </a:lnTo>
                  <a:lnTo>
                    <a:pt x="711161" y="254000"/>
                  </a:lnTo>
                  <a:lnTo>
                    <a:pt x="712343" y="254000"/>
                  </a:lnTo>
                  <a:lnTo>
                    <a:pt x="712343" y="211709"/>
                  </a:lnTo>
                  <a:lnTo>
                    <a:pt x="705967" y="203200"/>
                  </a:lnTo>
                  <a:lnTo>
                    <a:pt x="695718" y="196367"/>
                  </a:lnTo>
                  <a:lnTo>
                    <a:pt x="695718" y="241300"/>
                  </a:lnTo>
                  <a:lnTo>
                    <a:pt x="690587" y="241300"/>
                  </a:lnTo>
                  <a:lnTo>
                    <a:pt x="691032" y="228600"/>
                  </a:lnTo>
                  <a:lnTo>
                    <a:pt x="692124" y="228600"/>
                  </a:lnTo>
                  <a:lnTo>
                    <a:pt x="695718" y="241300"/>
                  </a:lnTo>
                  <a:lnTo>
                    <a:pt x="695718" y="196367"/>
                  </a:lnTo>
                  <a:lnTo>
                    <a:pt x="686930" y="190500"/>
                  </a:lnTo>
                  <a:lnTo>
                    <a:pt x="667169" y="177800"/>
                  </a:lnTo>
                  <a:lnTo>
                    <a:pt x="666648" y="177469"/>
                  </a:lnTo>
                  <a:lnTo>
                    <a:pt x="666648" y="228600"/>
                  </a:lnTo>
                  <a:lnTo>
                    <a:pt x="659485" y="228600"/>
                  </a:lnTo>
                  <a:lnTo>
                    <a:pt x="657618" y="203200"/>
                  </a:lnTo>
                  <a:lnTo>
                    <a:pt x="665937" y="203200"/>
                  </a:lnTo>
                  <a:lnTo>
                    <a:pt x="666648" y="228600"/>
                  </a:lnTo>
                  <a:lnTo>
                    <a:pt x="666648" y="177469"/>
                  </a:lnTo>
                  <a:lnTo>
                    <a:pt x="647395" y="165100"/>
                  </a:lnTo>
                  <a:lnTo>
                    <a:pt x="607466" y="152742"/>
                  </a:lnTo>
                  <a:lnTo>
                    <a:pt x="607466" y="165100"/>
                  </a:lnTo>
                  <a:lnTo>
                    <a:pt x="606983" y="177800"/>
                  </a:lnTo>
                  <a:lnTo>
                    <a:pt x="595388" y="177800"/>
                  </a:lnTo>
                  <a:lnTo>
                    <a:pt x="595845" y="165100"/>
                  </a:lnTo>
                  <a:lnTo>
                    <a:pt x="607466" y="165100"/>
                  </a:lnTo>
                  <a:lnTo>
                    <a:pt x="607466" y="152742"/>
                  </a:lnTo>
                  <a:lnTo>
                    <a:pt x="606399" y="152400"/>
                  </a:lnTo>
                  <a:lnTo>
                    <a:pt x="585165" y="127000"/>
                  </a:lnTo>
                  <a:lnTo>
                    <a:pt x="576757" y="121983"/>
                  </a:lnTo>
                  <a:lnTo>
                    <a:pt x="576757" y="152400"/>
                  </a:lnTo>
                  <a:lnTo>
                    <a:pt x="574967" y="165100"/>
                  </a:lnTo>
                  <a:lnTo>
                    <a:pt x="566381" y="165100"/>
                  </a:lnTo>
                  <a:lnTo>
                    <a:pt x="569518" y="152400"/>
                  </a:lnTo>
                  <a:lnTo>
                    <a:pt x="576757" y="152400"/>
                  </a:lnTo>
                  <a:lnTo>
                    <a:pt x="576757" y="121983"/>
                  </a:lnTo>
                  <a:lnTo>
                    <a:pt x="563930" y="114300"/>
                  </a:lnTo>
                  <a:lnTo>
                    <a:pt x="549109" y="114300"/>
                  </a:lnTo>
                  <a:lnTo>
                    <a:pt x="534073" y="101600"/>
                  </a:lnTo>
                  <a:lnTo>
                    <a:pt x="529882" y="101600"/>
                  </a:lnTo>
                  <a:lnTo>
                    <a:pt x="529882" y="127000"/>
                  </a:lnTo>
                  <a:lnTo>
                    <a:pt x="523862" y="127000"/>
                  </a:lnTo>
                  <a:lnTo>
                    <a:pt x="521995" y="114300"/>
                  </a:lnTo>
                  <a:lnTo>
                    <a:pt x="527735" y="114300"/>
                  </a:lnTo>
                  <a:lnTo>
                    <a:pt x="529882" y="127000"/>
                  </a:lnTo>
                  <a:lnTo>
                    <a:pt x="529882" y="101600"/>
                  </a:lnTo>
                  <a:lnTo>
                    <a:pt x="518820" y="101600"/>
                  </a:lnTo>
                  <a:lnTo>
                    <a:pt x="503351" y="88900"/>
                  </a:lnTo>
                  <a:lnTo>
                    <a:pt x="483616" y="88900"/>
                  </a:lnTo>
                  <a:lnTo>
                    <a:pt x="463753" y="76200"/>
                  </a:lnTo>
                  <a:lnTo>
                    <a:pt x="455117" y="76200"/>
                  </a:lnTo>
                  <a:lnTo>
                    <a:pt x="455117" y="101600"/>
                  </a:lnTo>
                  <a:lnTo>
                    <a:pt x="432295" y="101600"/>
                  </a:lnTo>
                  <a:lnTo>
                    <a:pt x="427913" y="88900"/>
                  </a:lnTo>
                  <a:lnTo>
                    <a:pt x="452018" y="88900"/>
                  </a:lnTo>
                  <a:lnTo>
                    <a:pt x="455117" y="101600"/>
                  </a:lnTo>
                  <a:lnTo>
                    <a:pt x="455117" y="76200"/>
                  </a:lnTo>
                  <a:lnTo>
                    <a:pt x="443801" y="76200"/>
                  </a:lnTo>
                  <a:lnTo>
                    <a:pt x="423799" y="50800"/>
                  </a:lnTo>
                  <a:lnTo>
                    <a:pt x="402412" y="50800"/>
                  </a:lnTo>
                  <a:lnTo>
                    <a:pt x="381025" y="38100"/>
                  </a:lnTo>
                  <a:lnTo>
                    <a:pt x="350520" y="38100"/>
                  </a:lnTo>
                  <a:lnTo>
                    <a:pt x="360857" y="50800"/>
                  </a:lnTo>
                  <a:lnTo>
                    <a:pt x="340385" y="50800"/>
                  </a:lnTo>
                  <a:lnTo>
                    <a:pt x="345414" y="38100"/>
                  </a:lnTo>
                  <a:lnTo>
                    <a:pt x="326859" y="38100"/>
                  </a:lnTo>
                  <a:lnTo>
                    <a:pt x="317703" y="25400"/>
                  </a:lnTo>
                  <a:lnTo>
                    <a:pt x="280212" y="25400"/>
                  </a:lnTo>
                  <a:lnTo>
                    <a:pt x="271030" y="13652"/>
                  </a:lnTo>
                  <a:lnTo>
                    <a:pt x="271030" y="25400"/>
                  </a:lnTo>
                  <a:lnTo>
                    <a:pt x="266420" y="38100"/>
                  </a:lnTo>
                  <a:lnTo>
                    <a:pt x="240919" y="38100"/>
                  </a:lnTo>
                  <a:lnTo>
                    <a:pt x="237858" y="25400"/>
                  </a:lnTo>
                  <a:lnTo>
                    <a:pt x="271030" y="25400"/>
                  </a:lnTo>
                  <a:lnTo>
                    <a:pt x="271030" y="13652"/>
                  </a:lnTo>
                  <a:lnTo>
                    <a:pt x="270294" y="12700"/>
                  </a:lnTo>
                  <a:lnTo>
                    <a:pt x="218300" y="12700"/>
                  </a:lnTo>
                  <a:lnTo>
                    <a:pt x="197231" y="0"/>
                  </a:lnTo>
                  <a:lnTo>
                    <a:pt x="134823" y="0"/>
                  </a:lnTo>
                  <a:lnTo>
                    <a:pt x="137706" y="12700"/>
                  </a:lnTo>
                  <a:lnTo>
                    <a:pt x="114363" y="12700"/>
                  </a:lnTo>
                  <a:lnTo>
                    <a:pt x="123990" y="0"/>
                  </a:lnTo>
                  <a:lnTo>
                    <a:pt x="63957" y="0"/>
                  </a:lnTo>
                  <a:lnTo>
                    <a:pt x="65138" y="12700"/>
                  </a:lnTo>
                  <a:lnTo>
                    <a:pt x="39712" y="12700"/>
                  </a:lnTo>
                  <a:lnTo>
                    <a:pt x="42875" y="0"/>
                  </a:lnTo>
                  <a:lnTo>
                    <a:pt x="0" y="0"/>
                  </a:lnTo>
                  <a:lnTo>
                    <a:pt x="0" y="38100"/>
                  </a:lnTo>
                  <a:lnTo>
                    <a:pt x="132588" y="38100"/>
                  </a:lnTo>
                  <a:lnTo>
                    <a:pt x="155397" y="50800"/>
                  </a:lnTo>
                  <a:lnTo>
                    <a:pt x="211670" y="50800"/>
                  </a:lnTo>
                  <a:lnTo>
                    <a:pt x="421716" y="114300"/>
                  </a:lnTo>
                  <a:lnTo>
                    <a:pt x="470573" y="127000"/>
                  </a:lnTo>
                  <a:lnTo>
                    <a:pt x="517867" y="165100"/>
                  </a:lnTo>
                  <a:lnTo>
                    <a:pt x="563600" y="190500"/>
                  </a:lnTo>
                  <a:lnTo>
                    <a:pt x="607783" y="203200"/>
                  </a:lnTo>
                  <a:lnTo>
                    <a:pt x="641108" y="241300"/>
                  </a:lnTo>
                  <a:lnTo>
                    <a:pt x="673430" y="266700"/>
                  </a:lnTo>
                  <a:lnTo>
                    <a:pt x="704735" y="279400"/>
                  </a:lnTo>
                  <a:lnTo>
                    <a:pt x="735037" y="317500"/>
                  </a:lnTo>
                  <a:lnTo>
                    <a:pt x="754811" y="330200"/>
                  </a:lnTo>
                  <a:lnTo>
                    <a:pt x="773976" y="355600"/>
                  </a:lnTo>
                  <a:lnTo>
                    <a:pt x="811834" y="393700"/>
                  </a:lnTo>
                  <a:lnTo>
                    <a:pt x="842276" y="431800"/>
                  </a:lnTo>
                  <a:lnTo>
                    <a:pt x="869835" y="469900"/>
                  </a:lnTo>
                  <a:lnTo>
                    <a:pt x="921981" y="546100"/>
                  </a:lnTo>
                  <a:lnTo>
                    <a:pt x="937196" y="571500"/>
                  </a:lnTo>
                  <a:lnTo>
                    <a:pt x="951141" y="584200"/>
                  </a:lnTo>
                  <a:lnTo>
                    <a:pt x="964679" y="622300"/>
                  </a:lnTo>
                  <a:lnTo>
                    <a:pt x="978712" y="647700"/>
                  </a:lnTo>
                  <a:lnTo>
                    <a:pt x="1002068" y="698500"/>
                  </a:lnTo>
                  <a:lnTo>
                    <a:pt x="1021854" y="749300"/>
                  </a:lnTo>
                  <a:lnTo>
                    <a:pt x="1039964" y="787400"/>
                  </a:lnTo>
                  <a:lnTo>
                    <a:pt x="1058265" y="838200"/>
                  </a:lnTo>
                  <a:lnTo>
                    <a:pt x="1062863" y="838200"/>
                  </a:lnTo>
                  <a:lnTo>
                    <a:pt x="1065733" y="850900"/>
                  </a:lnTo>
                  <a:lnTo>
                    <a:pt x="1066888" y="863600"/>
                  </a:lnTo>
                  <a:lnTo>
                    <a:pt x="1066304" y="876300"/>
                  </a:lnTo>
                  <a:lnTo>
                    <a:pt x="1061415" y="863600"/>
                  </a:lnTo>
                  <a:lnTo>
                    <a:pt x="1056132" y="863600"/>
                  </a:lnTo>
                  <a:lnTo>
                    <a:pt x="1050442" y="850900"/>
                  </a:lnTo>
                  <a:lnTo>
                    <a:pt x="1037869" y="850900"/>
                  </a:lnTo>
                  <a:lnTo>
                    <a:pt x="1031138" y="838200"/>
                  </a:lnTo>
                  <a:lnTo>
                    <a:pt x="1039317" y="838200"/>
                  </a:lnTo>
                  <a:lnTo>
                    <a:pt x="1032548" y="825500"/>
                  </a:lnTo>
                  <a:lnTo>
                    <a:pt x="1017739" y="800100"/>
                  </a:lnTo>
                  <a:lnTo>
                    <a:pt x="1005192" y="787400"/>
                  </a:lnTo>
                  <a:lnTo>
                    <a:pt x="993317" y="774700"/>
                  </a:lnTo>
                  <a:lnTo>
                    <a:pt x="980528" y="762000"/>
                  </a:lnTo>
                  <a:lnTo>
                    <a:pt x="958621" y="723900"/>
                  </a:lnTo>
                  <a:lnTo>
                    <a:pt x="947813" y="711200"/>
                  </a:lnTo>
                  <a:lnTo>
                    <a:pt x="937336" y="698500"/>
                  </a:lnTo>
                  <a:lnTo>
                    <a:pt x="924509" y="685800"/>
                  </a:lnTo>
                  <a:lnTo>
                    <a:pt x="911948" y="673100"/>
                  </a:lnTo>
                  <a:lnTo>
                    <a:pt x="899515" y="635000"/>
                  </a:lnTo>
                  <a:lnTo>
                    <a:pt x="887056" y="622300"/>
                  </a:lnTo>
                  <a:lnTo>
                    <a:pt x="868235" y="584200"/>
                  </a:lnTo>
                  <a:lnTo>
                    <a:pt x="862012" y="584200"/>
                  </a:lnTo>
                  <a:lnTo>
                    <a:pt x="830618" y="546100"/>
                  </a:lnTo>
                  <a:lnTo>
                    <a:pt x="797560" y="495300"/>
                  </a:lnTo>
                  <a:lnTo>
                    <a:pt x="785977" y="482600"/>
                  </a:lnTo>
                  <a:lnTo>
                    <a:pt x="774395" y="469900"/>
                  </a:lnTo>
                  <a:lnTo>
                    <a:pt x="762812" y="457200"/>
                  </a:lnTo>
                  <a:lnTo>
                    <a:pt x="749922" y="443725"/>
                  </a:lnTo>
                  <a:lnTo>
                    <a:pt x="749922" y="482600"/>
                  </a:lnTo>
                  <a:lnTo>
                    <a:pt x="737920" y="482600"/>
                  </a:lnTo>
                  <a:lnTo>
                    <a:pt x="737387" y="469900"/>
                  </a:lnTo>
                  <a:lnTo>
                    <a:pt x="747687" y="469900"/>
                  </a:lnTo>
                  <a:lnTo>
                    <a:pt x="749922" y="482600"/>
                  </a:lnTo>
                  <a:lnTo>
                    <a:pt x="749922" y="443725"/>
                  </a:lnTo>
                  <a:lnTo>
                    <a:pt x="726389" y="419100"/>
                  </a:lnTo>
                  <a:lnTo>
                    <a:pt x="705815" y="393700"/>
                  </a:lnTo>
                  <a:lnTo>
                    <a:pt x="685088" y="381000"/>
                  </a:lnTo>
                  <a:lnTo>
                    <a:pt x="664159" y="342900"/>
                  </a:lnTo>
                  <a:lnTo>
                    <a:pt x="642899" y="330200"/>
                  </a:lnTo>
                  <a:lnTo>
                    <a:pt x="613727" y="304800"/>
                  </a:lnTo>
                  <a:lnTo>
                    <a:pt x="583209" y="266700"/>
                  </a:lnTo>
                  <a:lnTo>
                    <a:pt x="572604" y="262483"/>
                  </a:lnTo>
                  <a:lnTo>
                    <a:pt x="572604" y="342900"/>
                  </a:lnTo>
                  <a:lnTo>
                    <a:pt x="564019" y="342900"/>
                  </a:lnTo>
                  <a:lnTo>
                    <a:pt x="553440" y="330200"/>
                  </a:lnTo>
                  <a:lnTo>
                    <a:pt x="543217" y="330200"/>
                  </a:lnTo>
                  <a:lnTo>
                    <a:pt x="533361" y="317500"/>
                  </a:lnTo>
                  <a:lnTo>
                    <a:pt x="522478" y="317500"/>
                  </a:lnTo>
                  <a:lnTo>
                    <a:pt x="511619" y="304800"/>
                  </a:lnTo>
                  <a:lnTo>
                    <a:pt x="500862" y="304800"/>
                  </a:lnTo>
                  <a:lnTo>
                    <a:pt x="490308" y="279400"/>
                  </a:lnTo>
                  <a:lnTo>
                    <a:pt x="498221" y="279400"/>
                  </a:lnTo>
                  <a:lnTo>
                    <a:pt x="534568" y="317500"/>
                  </a:lnTo>
                  <a:lnTo>
                    <a:pt x="552602" y="317500"/>
                  </a:lnTo>
                  <a:lnTo>
                    <a:pt x="572389" y="330200"/>
                  </a:lnTo>
                  <a:lnTo>
                    <a:pt x="572604" y="342900"/>
                  </a:lnTo>
                  <a:lnTo>
                    <a:pt x="572604" y="262483"/>
                  </a:lnTo>
                  <a:lnTo>
                    <a:pt x="567042" y="260261"/>
                  </a:lnTo>
                  <a:lnTo>
                    <a:pt x="567042" y="317500"/>
                  </a:lnTo>
                  <a:lnTo>
                    <a:pt x="566064" y="317500"/>
                  </a:lnTo>
                  <a:lnTo>
                    <a:pt x="566686" y="304800"/>
                  </a:lnTo>
                  <a:lnTo>
                    <a:pt x="567042" y="317500"/>
                  </a:lnTo>
                  <a:lnTo>
                    <a:pt x="567042" y="260261"/>
                  </a:lnTo>
                  <a:lnTo>
                    <a:pt x="551345" y="254000"/>
                  </a:lnTo>
                  <a:lnTo>
                    <a:pt x="518160" y="228600"/>
                  </a:lnTo>
                  <a:lnTo>
                    <a:pt x="471881" y="199847"/>
                  </a:lnTo>
                  <a:lnTo>
                    <a:pt x="471881" y="266700"/>
                  </a:lnTo>
                  <a:lnTo>
                    <a:pt x="468566" y="266700"/>
                  </a:lnTo>
                  <a:lnTo>
                    <a:pt x="468566" y="342900"/>
                  </a:lnTo>
                  <a:lnTo>
                    <a:pt x="461022" y="355600"/>
                  </a:lnTo>
                  <a:lnTo>
                    <a:pt x="454990" y="342900"/>
                  </a:lnTo>
                  <a:lnTo>
                    <a:pt x="453034" y="342900"/>
                  </a:lnTo>
                  <a:lnTo>
                    <a:pt x="456349" y="330200"/>
                  </a:lnTo>
                  <a:lnTo>
                    <a:pt x="460984" y="342900"/>
                  </a:lnTo>
                  <a:lnTo>
                    <a:pt x="468566" y="342900"/>
                  </a:lnTo>
                  <a:lnTo>
                    <a:pt x="468566" y="266700"/>
                  </a:lnTo>
                  <a:lnTo>
                    <a:pt x="449719" y="266700"/>
                  </a:lnTo>
                  <a:lnTo>
                    <a:pt x="434809" y="254000"/>
                  </a:lnTo>
                  <a:lnTo>
                    <a:pt x="420154" y="241300"/>
                  </a:lnTo>
                  <a:lnTo>
                    <a:pt x="431685" y="241300"/>
                  </a:lnTo>
                  <a:lnTo>
                    <a:pt x="445312" y="254000"/>
                  </a:lnTo>
                  <a:lnTo>
                    <a:pt x="459003" y="254000"/>
                  </a:lnTo>
                  <a:lnTo>
                    <a:pt x="471881" y="266700"/>
                  </a:lnTo>
                  <a:lnTo>
                    <a:pt x="471881" y="199847"/>
                  </a:lnTo>
                  <a:lnTo>
                    <a:pt x="456844" y="190500"/>
                  </a:lnTo>
                  <a:lnTo>
                    <a:pt x="400354" y="167982"/>
                  </a:lnTo>
                  <a:lnTo>
                    <a:pt x="400354" y="241300"/>
                  </a:lnTo>
                  <a:lnTo>
                    <a:pt x="383362" y="231813"/>
                  </a:lnTo>
                  <a:lnTo>
                    <a:pt x="383362" y="304800"/>
                  </a:lnTo>
                  <a:lnTo>
                    <a:pt x="377621" y="304800"/>
                  </a:lnTo>
                  <a:lnTo>
                    <a:pt x="376758" y="279400"/>
                  </a:lnTo>
                  <a:lnTo>
                    <a:pt x="381101" y="279400"/>
                  </a:lnTo>
                  <a:lnTo>
                    <a:pt x="383362" y="304800"/>
                  </a:lnTo>
                  <a:lnTo>
                    <a:pt x="383362" y="231813"/>
                  </a:lnTo>
                  <a:lnTo>
                    <a:pt x="377634" y="228600"/>
                  </a:lnTo>
                  <a:lnTo>
                    <a:pt x="396557" y="228600"/>
                  </a:lnTo>
                  <a:lnTo>
                    <a:pt x="400354" y="241300"/>
                  </a:lnTo>
                  <a:lnTo>
                    <a:pt x="400354" y="167982"/>
                  </a:lnTo>
                  <a:lnTo>
                    <a:pt x="393141" y="165100"/>
                  </a:lnTo>
                  <a:lnTo>
                    <a:pt x="375005" y="152400"/>
                  </a:lnTo>
                  <a:lnTo>
                    <a:pt x="356590" y="152400"/>
                  </a:lnTo>
                  <a:lnTo>
                    <a:pt x="338035" y="127000"/>
                  </a:lnTo>
                  <a:lnTo>
                    <a:pt x="297891" y="127000"/>
                  </a:lnTo>
                  <a:lnTo>
                    <a:pt x="276326" y="114300"/>
                  </a:lnTo>
                  <a:lnTo>
                    <a:pt x="233172" y="114300"/>
                  </a:lnTo>
                  <a:lnTo>
                    <a:pt x="211493" y="101600"/>
                  </a:lnTo>
                  <a:lnTo>
                    <a:pt x="145618" y="101600"/>
                  </a:lnTo>
                  <a:lnTo>
                    <a:pt x="108394" y="88900"/>
                  </a:lnTo>
                  <a:lnTo>
                    <a:pt x="0" y="88900"/>
                  </a:lnTo>
                  <a:lnTo>
                    <a:pt x="0" y="177800"/>
                  </a:lnTo>
                  <a:lnTo>
                    <a:pt x="47447" y="177800"/>
                  </a:lnTo>
                  <a:lnTo>
                    <a:pt x="56654" y="190500"/>
                  </a:lnTo>
                  <a:lnTo>
                    <a:pt x="111721" y="190500"/>
                  </a:lnTo>
                  <a:lnTo>
                    <a:pt x="119557" y="203200"/>
                  </a:lnTo>
                  <a:lnTo>
                    <a:pt x="144919" y="203200"/>
                  </a:lnTo>
                  <a:lnTo>
                    <a:pt x="170040" y="228600"/>
                  </a:lnTo>
                  <a:lnTo>
                    <a:pt x="194919" y="228600"/>
                  </a:lnTo>
                  <a:lnTo>
                    <a:pt x="219557" y="241300"/>
                  </a:lnTo>
                  <a:lnTo>
                    <a:pt x="237413" y="241300"/>
                  </a:lnTo>
                  <a:lnTo>
                    <a:pt x="255028" y="254000"/>
                  </a:lnTo>
                  <a:lnTo>
                    <a:pt x="272503" y="254000"/>
                  </a:lnTo>
                  <a:lnTo>
                    <a:pt x="289928" y="266700"/>
                  </a:lnTo>
                  <a:lnTo>
                    <a:pt x="306590" y="266700"/>
                  </a:lnTo>
                  <a:lnTo>
                    <a:pt x="323176" y="279400"/>
                  </a:lnTo>
                  <a:lnTo>
                    <a:pt x="339712" y="279400"/>
                  </a:lnTo>
                  <a:lnTo>
                    <a:pt x="356222" y="304800"/>
                  </a:lnTo>
                  <a:lnTo>
                    <a:pt x="375259" y="304800"/>
                  </a:lnTo>
                  <a:lnTo>
                    <a:pt x="387908" y="317500"/>
                  </a:lnTo>
                  <a:lnTo>
                    <a:pt x="400507" y="317500"/>
                  </a:lnTo>
                  <a:lnTo>
                    <a:pt x="413156" y="330200"/>
                  </a:lnTo>
                  <a:lnTo>
                    <a:pt x="425983" y="342900"/>
                  </a:lnTo>
                  <a:lnTo>
                    <a:pt x="451637" y="342900"/>
                  </a:lnTo>
                  <a:lnTo>
                    <a:pt x="454113" y="355600"/>
                  </a:lnTo>
                  <a:lnTo>
                    <a:pt x="457758" y="355600"/>
                  </a:lnTo>
                  <a:lnTo>
                    <a:pt x="480364" y="381000"/>
                  </a:lnTo>
                  <a:lnTo>
                    <a:pt x="522820" y="406400"/>
                  </a:lnTo>
                  <a:lnTo>
                    <a:pt x="549922" y="406400"/>
                  </a:lnTo>
                  <a:lnTo>
                    <a:pt x="553351" y="419100"/>
                  </a:lnTo>
                  <a:lnTo>
                    <a:pt x="556323" y="419100"/>
                  </a:lnTo>
                  <a:lnTo>
                    <a:pt x="578764" y="431800"/>
                  </a:lnTo>
                  <a:lnTo>
                    <a:pt x="601840" y="457200"/>
                  </a:lnTo>
                  <a:lnTo>
                    <a:pt x="648665" y="495300"/>
                  </a:lnTo>
                  <a:lnTo>
                    <a:pt x="674738" y="508000"/>
                  </a:lnTo>
                  <a:lnTo>
                    <a:pt x="699223" y="546100"/>
                  </a:lnTo>
                  <a:lnTo>
                    <a:pt x="722160" y="571500"/>
                  </a:lnTo>
                  <a:lnTo>
                    <a:pt x="743521" y="584200"/>
                  </a:lnTo>
                  <a:lnTo>
                    <a:pt x="745312" y="584200"/>
                  </a:lnTo>
                  <a:lnTo>
                    <a:pt x="747293" y="609600"/>
                  </a:lnTo>
                  <a:lnTo>
                    <a:pt x="749477" y="609600"/>
                  </a:lnTo>
                  <a:lnTo>
                    <a:pt x="773811" y="635000"/>
                  </a:lnTo>
                  <a:lnTo>
                    <a:pt x="796264" y="673100"/>
                  </a:lnTo>
                  <a:lnTo>
                    <a:pt x="816838" y="698500"/>
                  </a:lnTo>
                  <a:lnTo>
                    <a:pt x="835545" y="723900"/>
                  </a:lnTo>
                  <a:lnTo>
                    <a:pt x="847902" y="749300"/>
                  </a:lnTo>
                  <a:lnTo>
                    <a:pt x="860437" y="762000"/>
                  </a:lnTo>
                  <a:lnTo>
                    <a:pt x="873010" y="787400"/>
                  </a:lnTo>
                  <a:lnTo>
                    <a:pt x="885520" y="800100"/>
                  </a:lnTo>
                  <a:lnTo>
                    <a:pt x="903376" y="838200"/>
                  </a:lnTo>
                  <a:lnTo>
                    <a:pt x="919810" y="863600"/>
                  </a:lnTo>
                  <a:lnTo>
                    <a:pt x="934834" y="914400"/>
                  </a:lnTo>
                  <a:lnTo>
                    <a:pt x="948436" y="939800"/>
                  </a:lnTo>
                  <a:lnTo>
                    <a:pt x="965530" y="990600"/>
                  </a:lnTo>
                  <a:lnTo>
                    <a:pt x="980706" y="1028700"/>
                  </a:lnTo>
                  <a:lnTo>
                    <a:pt x="993952" y="1079500"/>
                  </a:lnTo>
                  <a:lnTo>
                    <a:pt x="1005281" y="1143000"/>
                  </a:lnTo>
                  <a:lnTo>
                    <a:pt x="1014933" y="1181100"/>
                  </a:lnTo>
                  <a:lnTo>
                    <a:pt x="1020991" y="1231900"/>
                  </a:lnTo>
                  <a:lnTo>
                    <a:pt x="1023429" y="1282700"/>
                  </a:lnTo>
                  <a:lnTo>
                    <a:pt x="1022273" y="1320800"/>
                  </a:lnTo>
                  <a:lnTo>
                    <a:pt x="1021638" y="1346200"/>
                  </a:lnTo>
                  <a:lnTo>
                    <a:pt x="1021372" y="1346200"/>
                  </a:lnTo>
                  <a:lnTo>
                    <a:pt x="1020749" y="1397000"/>
                  </a:lnTo>
                  <a:lnTo>
                    <a:pt x="1016000" y="1447800"/>
                  </a:lnTo>
                  <a:lnTo>
                    <a:pt x="1150023" y="1447800"/>
                  </a:lnTo>
                  <a:lnTo>
                    <a:pt x="1152893" y="1435100"/>
                  </a:lnTo>
                  <a:lnTo>
                    <a:pt x="1154315" y="1435100"/>
                  </a:lnTo>
                  <a:lnTo>
                    <a:pt x="1154696" y="1422400"/>
                  </a:lnTo>
                  <a:lnTo>
                    <a:pt x="1154049" y="1422400"/>
                  </a:lnTo>
                  <a:lnTo>
                    <a:pt x="1152359" y="1397000"/>
                  </a:lnTo>
                  <a:lnTo>
                    <a:pt x="1150581" y="1397000"/>
                  </a:lnTo>
                  <a:lnTo>
                    <a:pt x="1151750" y="1384300"/>
                  </a:lnTo>
                  <a:lnTo>
                    <a:pt x="1169962" y="1384300"/>
                  </a:lnTo>
                  <a:lnTo>
                    <a:pt x="1170863" y="1397000"/>
                  </a:lnTo>
                  <a:lnTo>
                    <a:pt x="1174153" y="1435100"/>
                  </a:lnTo>
                  <a:lnTo>
                    <a:pt x="1175435" y="1447800"/>
                  </a:lnTo>
                  <a:lnTo>
                    <a:pt x="1225410" y="1447800"/>
                  </a:lnTo>
                  <a:lnTo>
                    <a:pt x="1226705" y="1435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9DEC0ED-EBCC-FE21-E425-D6F496E3E0B9}"/>
                </a:ext>
              </a:extLst>
            </p:cNvPr>
            <p:cNvSpPr/>
            <p:nvPr/>
          </p:nvSpPr>
          <p:spPr>
            <a:xfrm>
              <a:off x="544617" y="14864436"/>
              <a:ext cx="4203065" cy="3413760"/>
            </a:xfrm>
            <a:custGeom>
              <a:avLst/>
              <a:gdLst/>
              <a:ahLst/>
              <a:cxnLst/>
              <a:rect l="l" t="t" r="r" b="b"/>
              <a:pathLst>
                <a:path w="4203065" h="3413759">
                  <a:moveTo>
                    <a:pt x="4092559" y="3413275"/>
                  </a:moveTo>
                  <a:lnTo>
                    <a:pt x="110180" y="3413275"/>
                  </a:lnTo>
                  <a:lnTo>
                    <a:pt x="69653" y="3405063"/>
                  </a:lnTo>
                  <a:lnTo>
                    <a:pt x="33428" y="3380610"/>
                  </a:lnTo>
                  <a:lnTo>
                    <a:pt x="8974" y="3344384"/>
                  </a:lnTo>
                  <a:lnTo>
                    <a:pt x="0" y="3300092"/>
                  </a:lnTo>
                  <a:lnTo>
                    <a:pt x="0" y="113946"/>
                  </a:lnTo>
                  <a:lnTo>
                    <a:pt x="8974" y="69654"/>
                  </a:lnTo>
                  <a:lnTo>
                    <a:pt x="33428" y="33428"/>
                  </a:lnTo>
                  <a:lnTo>
                    <a:pt x="69653" y="8975"/>
                  </a:lnTo>
                  <a:lnTo>
                    <a:pt x="113946" y="0"/>
                  </a:lnTo>
                  <a:lnTo>
                    <a:pt x="4088794" y="0"/>
                  </a:lnTo>
                  <a:lnTo>
                    <a:pt x="4133086" y="8975"/>
                  </a:lnTo>
                  <a:lnTo>
                    <a:pt x="4169312" y="33428"/>
                  </a:lnTo>
                  <a:lnTo>
                    <a:pt x="4193765" y="69654"/>
                  </a:lnTo>
                  <a:lnTo>
                    <a:pt x="4202740" y="113946"/>
                  </a:lnTo>
                  <a:lnTo>
                    <a:pt x="4202740" y="3300092"/>
                  </a:lnTo>
                  <a:lnTo>
                    <a:pt x="4193765" y="3344384"/>
                  </a:lnTo>
                  <a:lnTo>
                    <a:pt x="4169312" y="3380610"/>
                  </a:lnTo>
                  <a:lnTo>
                    <a:pt x="4133086" y="3405063"/>
                  </a:lnTo>
                  <a:lnTo>
                    <a:pt x="4092559" y="3413275"/>
                  </a:lnTo>
                  <a:close/>
                </a:path>
              </a:pathLst>
            </a:custGeom>
            <a:solidFill>
              <a:srgbClr val="C4D6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>
            <a:extLst>
              <a:ext uri="{FF2B5EF4-FFF2-40B4-BE49-F238E27FC236}">
                <a16:creationId xmlns:a16="http://schemas.microsoft.com/office/drawing/2014/main" id="{F5038471-0638-C867-7721-56FF3F483534}"/>
              </a:ext>
            </a:extLst>
          </p:cNvPr>
          <p:cNvSpPr txBox="1"/>
          <p:nvPr/>
        </p:nvSpPr>
        <p:spPr>
          <a:xfrm>
            <a:off x="19357" y="18528665"/>
            <a:ext cx="7560471" cy="64569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969895" algn="l">
              <a:lnSpc>
                <a:spcPct val="114599"/>
              </a:lnSpc>
              <a:spcBef>
                <a:spcPts val="100"/>
              </a:spcBef>
            </a:pPr>
            <a:r>
              <a:rPr sz="1200" spc="114">
                <a:solidFill>
                  <a:srgbClr val="295C67"/>
                </a:solidFill>
                <a:latin typeface="Times New Roman"/>
                <a:cs typeface="Times New Roman"/>
              </a:rPr>
              <a:t>Credit</a:t>
            </a:r>
            <a:r>
              <a:rPr sz="1200" spc="135">
                <a:solidFill>
                  <a:srgbClr val="295C67"/>
                </a:solidFill>
                <a:latin typeface="Times New Roman"/>
                <a:cs typeface="Times New Roman"/>
              </a:rPr>
              <a:t> </a:t>
            </a:r>
            <a:r>
              <a:rPr sz="1200" spc="65">
                <a:solidFill>
                  <a:srgbClr val="295C67"/>
                </a:solidFill>
                <a:latin typeface="Times New Roman"/>
                <a:cs typeface="Times New Roman"/>
              </a:rPr>
              <a:t>to: </a:t>
            </a:r>
            <a:r>
              <a:rPr lang="en-US" sz="1200" spc="65">
                <a:solidFill>
                  <a:srgbClr val="295C67"/>
                </a:solidFill>
                <a:latin typeface="Times New Roman"/>
                <a:cs typeface="Times New Roman"/>
                <a:hlinkClick r:id="rId24"/>
              </a:rPr>
              <a:t>https://cen.acs.org/research-integrity/Citation-cartels-use-fake-author/104/web/2026/02</a:t>
            </a:r>
            <a:endParaRPr lang="en-US" sz="12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2700" marR="5080" indent="2969895">
              <a:lnSpc>
                <a:spcPct val="114599"/>
              </a:lnSpc>
              <a:spcBef>
                <a:spcPts val="100"/>
              </a:spcBef>
            </a:pPr>
            <a:endParaRPr lang="en-US" sz="1200" spc="65">
              <a:solidFill>
                <a:srgbClr val="295C67"/>
              </a:solidFill>
              <a:latin typeface="Times New Roman"/>
              <a:cs typeface="Times New Roman"/>
            </a:endParaRPr>
          </a:p>
        </p:txBody>
      </p:sp>
      <p:pic>
        <p:nvPicPr>
          <p:cNvPr id="53" name="object 53">
            <a:extLst>
              <a:ext uri="{FF2B5EF4-FFF2-40B4-BE49-F238E27FC236}">
                <a16:creationId xmlns:a16="http://schemas.microsoft.com/office/drawing/2014/main" id="{BA6EEB89-BF98-3D4B-01CF-37B184D80965}"/>
              </a:ext>
            </a:extLst>
          </p:cNvPr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236483" y="13491984"/>
            <a:ext cx="91935" cy="88400"/>
          </a:xfrm>
          <a:prstGeom prst="rect">
            <a:avLst/>
          </a:prstGeom>
        </p:spPr>
      </p:pic>
      <p:pic>
        <p:nvPicPr>
          <p:cNvPr id="54" name="object 54">
            <a:extLst>
              <a:ext uri="{FF2B5EF4-FFF2-40B4-BE49-F238E27FC236}">
                <a16:creationId xmlns:a16="http://schemas.microsoft.com/office/drawing/2014/main" id="{74FF9AB7-CA6F-F34B-E5AF-AD66DF4B1480}"/>
              </a:ext>
            </a:extLst>
          </p:cNvPr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54527" y="13982366"/>
            <a:ext cx="82480" cy="94915"/>
          </a:xfrm>
          <a:prstGeom prst="rect">
            <a:avLst/>
          </a:prstGeom>
        </p:spPr>
      </p:pic>
      <p:pic>
        <p:nvPicPr>
          <p:cNvPr id="55" name="object 55">
            <a:extLst>
              <a:ext uri="{FF2B5EF4-FFF2-40B4-BE49-F238E27FC236}">
                <a16:creationId xmlns:a16="http://schemas.microsoft.com/office/drawing/2014/main" id="{D1ACA595-F05F-E022-5A7C-532E2842D448}"/>
              </a:ext>
            </a:extLst>
          </p:cNvPr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96" y="13427372"/>
            <a:ext cx="90891" cy="84539"/>
          </a:xfrm>
          <a:prstGeom prst="rect">
            <a:avLst/>
          </a:prstGeom>
        </p:spPr>
      </p:pic>
      <p:pic>
        <p:nvPicPr>
          <p:cNvPr id="56" name="object 56">
            <a:extLst>
              <a:ext uri="{FF2B5EF4-FFF2-40B4-BE49-F238E27FC236}">
                <a16:creationId xmlns:a16="http://schemas.microsoft.com/office/drawing/2014/main" id="{66C4A6A7-25D8-BF7D-752D-6535075C8C17}"/>
              </a:ext>
            </a:extLst>
          </p:cNvPr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12493" y="13317202"/>
            <a:ext cx="79742" cy="81615"/>
          </a:xfrm>
          <a:prstGeom prst="rect">
            <a:avLst/>
          </a:prstGeom>
        </p:spPr>
      </p:pic>
      <p:grpSp>
        <p:nvGrpSpPr>
          <p:cNvPr id="57" name="object 57">
            <a:extLst>
              <a:ext uri="{FF2B5EF4-FFF2-40B4-BE49-F238E27FC236}">
                <a16:creationId xmlns:a16="http://schemas.microsoft.com/office/drawing/2014/main" id="{0CC08193-5C43-D50B-F1E7-EB1001AA5CBB}"/>
              </a:ext>
            </a:extLst>
          </p:cNvPr>
          <p:cNvGrpSpPr/>
          <p:nvPr/>
        </p:nvGrpSpPr>
        <p:grpSpPr>
          <a:xfrm>
            <a:off x="1107" y="13106995"/>
            <a:ext cx="184150" cy="207010"/>
            <a:chOff x="1107" y="13106995"/>
            <a:chExt cx="184150" cy="207010"/>
          </a:xfrm>
        </p:grpSpPr>
        <p:pic>
          <p:nvPicPr>
            <p:cNvPr id="58" name="object 58">
              <a:extLst>
                <a:ext uri="{FF2B5EF4-FFF2-40B4-BE49-F238E27FC236}">
                  <a16:creationId xmlns:a16="http://schemas.microsoft.com/office/drawing/2014/main" id="{780E3A60-5A70-24D5-C3A9-DE7648206C7C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7" y="13106995"/>
              <a:ext cx="79764" cy="80626"/>
            </a:xfrm>
            <a:prstGeom prst="rect">
              <a:avLst/>
            </a:prstGeom>
          </p:spPr>
        </p:pic>
        <p:pic>
          <p:nvPicPr>
            <p:cNvPr id="59" name="object 59">
              <a:extLst>
                <a:ext uri="{FF2B5EF4-FFF2-40B4-BE49-F238E27FC236}">
                  <a16:creationId xmlns:a16="http://schemas.microsoft.com/office/drawing/2014/main" id="{A6B4F73B-84DB-FF8E-DAEB-02188D81ECD7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4160" y="13231201"/>
              <a:ext cx="80957" cy="82432"/>
            </a:xfrm>
            <a:prstGeom prst="rect">
              <a:avLst/>
            </a:prstGeom>
          </p:spPr>
        </p:pic>
      </p:grpSp>
      <p:pic>
        <p:nvPicPr>
          <p:cNvPr id="60" name="object 60">
            <a:extLst>
              <a:ext uri="{FF2B5EF4-FFF2-40B4-BE49-F238E27FC236}">
                <a16:creationId xmlns:a16="http://schemas.microsoft.com/office/drawing/2014/main" id="{D56F1EB6-D11F-BA94-8AD6-A0BD3604DECD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31073" y="13766984"/>
            <a:ext cx="77911" cy="76994"/>
          </a:xfrm>
          <a:prstGeom prst="rect">
            <a:avLst/>
          </a:prstGeom>
        </p:spPr>
      </p:pic>
      <p:pic>
        <p:nvPicPr>
          <p:cNvPr id="61" name="object 61">
            <a:extLst>
              <a:ext uri="{FF2B5EF4-FFF2-40B4-BE49-F238E27FC236}">
                <a16:creationId xmlns:a16="http://schemas.microsoft.com/office/drawing/2014/main" id="{780FF7F6-2C6A-0C62-A978-DF8752F3A04F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8327" y="14000520"/>
            <a:ext cx="79395" cy="81502"/>
          </a:xfrm>
          <a:prstGeom prst="rect">
            <a:avLst/>
          </a:prstGeom>
        </p:spPr>
      </p:pic>
      <p:pic>
        <p:nvPicPr>
          <p:cNvPr id="62" name="object 62">
            <a:extLst>
              <a:ext uri="{FF2B5EF4-FFF2-40B4-BE49-F238E27FC236}">
                <a16:creationId xmlns:a16="http://schemas.microsoft.com/office/drawing/2014/main" id="{E259CF2B-1472-0EEB-7941-6165A8CB7053}"/>
              </a:ext>
            </a:extLst>
          </p:cNvPr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3700" y="13892000"/>
            <a:ext cx="78721" cy="74296"/>
          </a:xfrm>
          <a:prstGeom prst="rect">
            <a:avLst/>
          </a:prstGeom>
        </p:spPr>
      </p:pic>
      <p:pic>
        <p:nvPicPr>
          <p:cNvPr id="63" name="object 63">
            <a:extLst>
              <a:ext uri="{FF2B5EF4-FFF2-40B4-BE49-F238E27FC236}">
                <a16:creationId xmlns:a16="http://schemas.microsoft.com/office/drawing/2014/main" id="{FF932026-6532-D052-CE14-FEF05C9FAFFE}"/>
              </a:ext>
            </a:extLst>
          </p:cNvPr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570" y="13658780"/>
            <a:ext cx="74152" cy="76350"/>
          </a:xfrm>
          <a:prstGeom prst="rect">
            <a:avLst/>
          </a:prstGeom>
        </p:spPr>
      </p:pic>
      <p:pic>
        <p:nvPicPr>
          <p:cNvPr id="64" name="object 64">
            <a:extLst>
              <a:ext uri="{FF2B5EF4-FFF2-40B4-BE49-F238E27FC236}">
                <a16:creationId xmlns:a16="http://schemas.microsoft.com/office/drawing/2014/main" id="{74F8766E-E8EE-E1C0-EB09-9A42CD8AF303}"/>
              </a:ext>
            </a:extLst>
          </p:cNvPr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345" y="14158126"/>
            <a:ext cx="64003" cy="74721"/>
          </a:xfrm>
          <a:prstGeom prst="rect">
            <a:avLst/>
          </a:prstGeom>
        </p:spPr>
      </p:pic>
      <p:pic>
        <p:nvPicPr>
          <p:cNvPr id="65" name="object 65">
            <a:extLst>
              <a:ext uri="{FF2B5EF4-FFF2-40B4-BE49-F238E27FC236}">
                <a16:creationId xmlns:a16="http://schemas.microsoft.com/office/drawing/2014/main" id="{8E592215-EEEE-1685-1CA1-859B982AE212}"/>
              </a:ext>
            </a:extLst>
          </p:cNvPr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26084" y="14190650"/>
            <a:ext cx="66005" cy="63603"/>
          </a:xfrm>
          <a:prstGeom prst="rect">
            <a:avLst/>
          </a:prstGeom>
        </p:spPr>
      </p:pic>
      <p:sp>
        <p:nvSpPr>
          <p:cNvPr id="66" name="object 66">
            <a:extLst>
              <a:ext uri="{FF2B5EF4-FFF2-40B4-BE49-F238E27FC236}">
                <a16:creationId xmlns:a16="http://schemas.microsoft.com/office/drawing/2014/main" id="{1ADB83C2-B0EE-4BBC-8538-A575FE364494}"/>
              </a:ext>
            </a:extLst>
          </p:cNvPr>
          <p:cNvSpPr/>
          <p:nvPr/>
        </p:nvSpPr>
        <p:spPr>
          <a:xfrm>
            <a:off x="227766" y="13692527"/>
            <a:ext cx="62230" cy="60325"/>
          </a:xfrm>
          <a:custGeom>
            <a:avLst/>
            <a:gdLst/>
            <a:ahLst/>
            <a:cxnLst/>
            <a:rect l="l" t="t" r="r" b="b"/>
            <a:pathLst>
              <a:path w="62229" h="60325">
                <a:moveTo>
                  <a:pt x="42228" y="60008"/>
                </a:moveTo>
                <a:lnTo>
                  <a:pt x="38982" y="60032"/>
                </a:lnTo>
                <a:lnTo>
                  <a:pt x="35731" y="59298"/>
                </a:lnTo>
                <a:lnTo>
                  <a:pt x="31368" y="59236"/>
                </a:lnTo>
                <a:lnTo>
                  <a:pt x="697" y="32116"/>
                </a:lnTo>
                <a:lnTo>
                  <a:pt x="0" y="24139"/>
                </a:lnTo>
                <a:lnTo>
                  <a:pt x="612" y="20609"/>
                </a:lnTo>
                <a:lnTo>
                  <a:pt x="23530" y="0"/>
                </a:lnTo>
                <a:lnTo>
                  <a:pt x="27185" y="10"/>
                </a:lnTo>
                <a:lnTo>
                  <a:pt x="60947" y="28219"/>
                </a:lnTo>
                <a:lnTo>
                  <a:pt x="61836" y="37508"/>
                </a:lnTo>
                <a:lnTo>
                  <a:pt x="61977" y="40838"/>
                </a:lnTo>
                <a:lnTo>
                  <a:pt x="48708" y="58445"/>
                </a:lnTo>
                <a:lnTo>
                  <a:pt x="42228" y="600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C0BAC4F3-4294-BB92-6848-25FC4633A07E}"/>
              </a:ext>
            </a:extLst>
          </p:cNvPr>
          <p:cNvSpPr txBox="1"/>
          <p:nvPr/>
        </p:nvSpPr>
        <p:spPr>
          <a:xfrm>
            <a:off x="543439" y="7361817"/>
            <a:ext cx="3975735" cy="31401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065" indent="-635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Since May 2025, at least 20 such papers listing fake author names have been published in chemistry journals put out by prominent academic publishers. </a:t>
            </a:r>
            <a:endParaRPr lang="en-US"/>
          </a:p>
          <a:p>
            <a:pPr marL="12065" indent="-635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The purpose of the scheme is to artificially boost the citation counts of researchers who are cited in the papers, says Anna </a:t>
            </a:r>
            <a:r>
              <a:rPr lang="en-US" sz="1600" b="1" spc="100" err="1">
                <a:solidFill>
                  <a:srgbClr val="295C67"/>
                </a:solidFill>
                <a:latin typeface="Times New Roman"/>
                <a:cs typeface="Times New Roman"/>
              </a:rPr>
              <a:t>Abalkina</a:t>
            </a:r>
            <a:r>
              <a:rPr lang="en-US"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, a social scientist at the Free University of Berlin who uncovered the trend. These citation cartels typically charge researchers $5–$10 per reference</a:t>
            </a:r>
            <a:r>
              <a:rPr sz="1600" b="1" spc="100">
                <a:solidFill>
                  <a:srgbClr val="295C67"/>
                </a:solidFill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F60EE0F4-2A30-220E-78B4-2009D78805B5}"/>
              </a:ext>
            </a:extLst>
          </p:cNvPr>
          <p:cNvSpPr/>
          <p:nvPr/>
        </p:nvSpPr>
        <p:spPr>
          <a:xfrm>
            <a:off x="336168" y="14762019"/>
            <a:ext cx="4295140" cy="3435985"/>
          </a:xfrm>
          <a:custGeom>
            <a:avLst/>
            <a:gdLst/>
            <a:ahLst/>
            <a:cxnLst/>
            <a:rect l="l" t="t" r="r" b="b"/>
            <a:pathLst>
              <a:path w="4295140" h="3435984">
                <a:moveTo>
                  <a:pt x="4208102" y="3435694"/>
                </a:moveTo>
                <a:lnTo>
                  <a:pt x="86515" y="3435694"/>
                </a:lnTo>
                <a:lnTo>
                  <a:pt x="69653" y="3432277"/>
                </a:lnTo>
                <a:lnTo>
                  <a:pt x="33428" y="3407824"/>
                </a:lnTo>
                <a:lnTo>
                  <a:pt x="8974" y="3371597"/>
                </a:lnTo>
                <a:lnTo>
                  <a:pt x="0" y="3327305"/>
                </a:lnTo>
                <a:lnTo>
                  <a:pt x="0" y="113946"/>
                </a:lnTo>
                <a:lnTo>
                  <a:pt x="8974" y="69654"/>
                </a:lnTo>
                <a:lnTo>
                  <a:pt x="33428" y="33428"/>
                </a:lnTo>
                <a:lnTo>
                  <a:pt x="69653" y="8975"/>
                </a:lnTo>
                <a:lnTo>
                  <a:pt x="113946" y="0"/>
                </a:lnTo>
                <a:lnTo>
                  <a:pt x="4180672" y="0"/>
                </a:lnTo>
                <a:lnTo>
                  <a:pt x="4224964" y="8975"/>
                </a:lnTo>
                <a:lnTo>
                  <a:pt x="4261190" y="33428"/>
                </a:lnTo>
                <a:lnTo>
                  <a:pt x="4285643" y="69654"/>
                </a:lnTo>
                <a:lnTo>
                  <a:pt x="4294618" y="113946"/>
                </a:lnTo>
                <a:lnTo>
                  <a:pt x="4294618" y="3327305"/>
                </a:lnTo>
                <a:lnTo>
                  <a:pt x="4285643" y="3371597"/>
                </a:lnTo>
                <a:lnTo>
                  <a:pt x="4261190" y="3407824"/>
                </a:lnTo>
                <a:lnTo>
                  <a:pt x="4224964" y="3432277"/>
                </a:lnTo>
                <a:lnTo>
                  <a:pt x="4208102" y="34356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E9AB0E37-0650-BFA8-BFBA-1BFB2AD41C75}"/>
              </a:ext>
            </a:extLst>
          </p:cNvPr>
          <p:cNvSpPr txBox="1"/>
          <p:nvPr/>
        </p:nvSpPr>
        <p:spPr>
          <a:xfrm>
            <a:off x="473259" y="15127778"/>
            <a:ext cx="4020185" cy="2878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-635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In the cases that </a:t>
            </a:r>
            <a:r>
              <a:rPr lang="en-US" sz="1600" b="1" spc="130" err="1">
                <a:solidFill>
                  <a:srgbClr val="295C67"/>
                </a:solidFill>
                <a:latin typeface="Times New Roman"/>
                <a:cs typeface="Times New Roman"/>
              </a:rPr>
              <a:t>Abalkina</a:t>
            </a:r>
            <a:r>
              <a:rPr lang="en-US"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 found, authors without any publishing record see a sudden surge in journal publications. </a:t>
            </a:r>
            <a:endParaRPr lang="en-US">
              <a:solidFill>
                <a:srgbClr val="000000"/>
              </a:solidFill>
            </a:endParaRPr>
          </a:p>
          <a:p>
            <a:pPr marL="12700" marR="5080" indent="-635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For some of them, university officials have confirmed to </a:t>
            </a:r>
            <a:r>
              <a:rPr lang="en-US" sz="1600" b="1" spc="130" err="1">
                <a:solidFill>
                  <a:srgbClr val="295C67"/>
                </a:solidFill>
                <a:latin typeface="Times New Roman"/>
                <a:cs typeface="Times New Roman"/>
              </a:rPr>
              <a:t>Abalkina</a:t>
            </a:r>
            <a:r>
              <a:rPr lang="en-US"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 that no researchers with those names work at their institutions. </a:t>
            </a:r>
            <a:endParaRPr lang="en-US">
              <a:solidFill>
                <a:srgbClr val="000000"/>
              </a:solidFill>
            </a:endParaRPr>
          </a:p>
          <a:p>
            <a:pPr marL="12700" marR="5080" indent="-635" algn="ctr">
              <a:lnSpc>
                <a:spcPct val="105500"/>
              </a:lnSpc>
              <a:spcBef>
                <a:spcPts val="100"/>
              </a:spcBef>
            </a:pPr>
            <a:r>
              <a:rPr lang="en-US" sz="1600" b="1" spc="130">
                <a:solidFill>
                  <a:srgbClr val="295C67"/>
                </a:solidFill>
                <a:latin typeface="Times New Roman"/>
                <a:cs typeface="Times New Roman"/>
              </a:rPr>
              <a:t>The first such paper on her list was published in May 2025, she says, suggesting the trend is a new one.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0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7620000" cy="19050000"/>
          </a:xfrm>
          <a:custGeom>
            <a:avLst/>
            <a:gdLst/>
            <a:ahLst/>
            <a:cxnLst/>
            <a:rect l="l" t="t" r="r" b="b"/>
            <a:pathLst>
              <a:path w="7620000" h="19050000">
                <a:moveTo>
                  <a:pt x="7619999" y="19049998"/>
                </a:moveTo>
                <a:lnTo>
                  <a:pt x="0" y="19049998"/>
                </a:lnTo>
                <a:lnTo>
                  <a:pt x="0" y="0"/>
                </a:lnTo>
                <a:lnTo>
                  <a:pt x="7619999" y="0"/>
                </a:lnTo>
                <a:lnTo>
                  <a:pt x="7619999" y="19049998"/>
                </a:lnTo>
                <a:close/>
              </a:path>
            </a:pathLst>
          </a:custGeom>
          <a:solidFill>
            <a:srgbClr val="FFF0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43040" y="0"/>
            <a:ext cx="1076960" cy="846455"/>
          </a:xfrm>
          <a:custGeom>
            <a:avLst/>
            <a:gdLst/>
            <a:ahLst/>
            <a:cxnLst/>
            <a:rect l="l" t="t" r="r" b="b"/>
            <a:pathLst>
              <a:path w="1076959" h="846455">
                <a:moveTo>
                  <a:pt x="360998" y="818939"/>
                </a:moveTo>
                <a:lnTo>
                  <a:pt x="244447" y="762256"/>
                </a:lnTo>
                <a:lnTo>
                  <a:pt x="206057" y="732660"/>
                </a:lnTo>
                <a:lnTo>
                  <a:pt x="159678" y="683419"/>
                </a:lnTo>
                <a:lnTo>
                  <a:pt x="119919" y="625301"/>
                </a:lnTo>
                <a:lnTo>
                  <a:pt x="86461" y="558992"/>
                </a:lnTo>
                <a:lnTo>
                  <a:pt x="71993" y="522980"/>
                </a:lnTo>
                <a:lnTo>
                  <a:pt x="58980" y="485176"/>
                </a:lnTo>
                <a:lnTo>
                  <a:pt x="47381" y="445668"/>
                </a:lnTo>
                <a:lnTo>
                  <a:pt x="37156" y="404541"/>
                </a:lnTo>
                <a:lnTo>
                  <a:pt x="28265" y="361879"/>
                </a:lnTo>
                <a:lnTo>
                  <a:pt x="20668" y="317770"/>
                </a:lnTo>
                <a:lnTo>
                  <a:pt x="14324" y="272298"/>
                </a:lnTo>
                <a:lnTo>
                  <a:pt x="9193" y="225549"/>
                </a:lnTo>
                <a:lnTo>
                  <a:pt x="5236" y="177610"/>
                </a:lnTo>
                <a:lnTo>
                  <a:pt x="2411" y="128565"/>
                </a:lnTo>
                <a:lnTo>
                  <a:pt x="679" y="78500"/>
                </a:lnTo>
                <a:lnTo>
                  <a:pt x="0" y="27501"/>
                </a:lnTo>
                <a:lnTo>
                  <a:pt x="176" y="0"/>
                </a:lnTo>
                <a:lnTo>
                  <a:pt x="1076958" y="0"/>
                </a:lnTo>
                <a:lnTo>
                  <a:pt x="1076958" y="549311"/>
                </a:lnTo>
                <a:lnTo>
                  <a:pt x="1067802" y="555655"/>
                </a:lnTo>
                <a:lnTo>
                  <a:pt x="920574" y="658638"/>
                </a:lnTo>
                <a:lnTo>
                  <a:pt x="868232" y="694520"/>
                </a:lnTo>
                <a:lnTo>
                  <a:pt x="818915" y="727077"/>
                </a:lnTo>
                <a:lnTo>
                  <a:pt x="772144" y="756117"/>
                </a:lnTo>
                <a:lnTo>
                  <a:pt x="727439" y="781448"/>
                </a:lnTo>
                <a:lnTo>
                  <a:pt x="684323" y="802877"/>
                </a:lnTo>
                <a:lnTo>
                  <a:pt x="642317" y="820212"/>
                </a:lnTo>
                <a:lnTo>
                  <a:pt x="600940" y="833259"/>
                </a:lnTo>
                <a:lnTo>
                  <a:pt x="559716" y="841827"/>
                </a:lnTo>
                <a:lnTo>
                  <a:pt x="518165" y="845722"/>
                </a:lnTo>
                <a:lnTo>
                  <a:pt x="497117" y="845858"/>
                </a:lnTo>
                <a:lnTo>
                  <a:pt x="475807" y="844753"/>
                </a:lnTo>
                <a:lnTo>
                  <a:pt x="432166" y="838726"/>
                </a:lnTo>
                <a:lnTo>
                  <a:pt x="386760" y="827450"/>
                </a:lnTo>
                <a:lnTo>
                  <a:pt x="363247" y="819783"/>
                </a:lnTo>
                <a:lnTo>
                  <a:pt x="360998" y="818939"/>
                </a:lnTo>
                <a:close/>
              </a:path>
            </a:pathLst>
          </a:custGeom>
          <a:solidFill>
            <a:srgbClr val="C4D6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6598112"/>
            <a:ext cx="3589654" cy="2452370"/>
          </a:xfrm>
          <a:custGeom>
            <a:avLst/>
            <a:gdLst/>
            <a:ahLst/>
            <a:cxnLst/>
            <a:rect l="l" t="t" r="r" b="b"/>
            <a:pathLst>
              <a:path w="3589654" h="2452369">
                <a:moveTo>
                  <a:pt x="3138603" y="2351"/>
                </a:moveTo>
                <a:lnTo>
                  <a:pt x="3184190" y="242"/>
                </a:lnTo>
                <a:lnTo>
                  <a:pt x="3229864" y="0"/>
                </a:lnTo>
                <a:lnTo>
                  <a:pt x="3275625" y="1625"/>
                </a:lnTo>
                <a:lnTo>
                  <a:pt x="3342004" y="12894"/>
                </a:lnTo>
                <a:lnTo>
                  <a:pt x="3404321" y="38383"/>
                </a:lnTo>
                <a:lnTo>
                  <a:pt x="3448994" y="67664"/>
                </a:lnTo>
                <a:lnTo>
                  <a:pt x="3485771" y="106553"/>
                </a:lnTo>
                <a:lnTo>
                  <a:pt x="3521395" y="170499"/>
                </a:lnTo>
                <a:lnTo>
                  <a:pt x="3544748" y="241252"/>
                </a:lnTo>
                <a:lnTo>
                  <a:pt x="3554747" y="302385"/>
                </a:lnTo>
                <a:lnTo>
                  <a:pt x="3557752" y="350870"/>
                </a:lnTo>
                <a:lnTo>
                  <a:pt x="3557521" y="375220"/>
                </a:lnTo>
                <a:lnTo>
                  <a:pt x="3556119" y="423022"/>
                </a:lnTo>
                <a:lnTo>
                  <a:pt x="3556980" y="470794"/>
                </a:lnTo>
                <a:lnTo>
                  <a:pt x="3559081" y="518539"/>
                </a:lnTo>
                <a:lnTo>
                  <a:pt x="3561398" y="566263"/>
                </a:lnTo>
                <a:lnTo>
                  <a:pt x="3574112" y="860788"/>
                </a:lnTo>
                <a:lnTo>
                  <a:pt x="3579887" y="1008015"/>
                </a:lnTo>
                <a:lnTo>
                  <a:pt x="3581618" y="1057085"/>
                </a:lnTo>
                <a:lnTo>
                  <a:pt x="3583167" y="1108936"/>
                </a:lnTo>
                <a:lnTo>
                  <a:pt x="3584535" y="1160848"/>
                </a:lnTo>
                <a:lnTo>
                  <a:pt x="3585722" y="1212807"/>
                </a:lnTo>
                <a:lnTo>
                  <a:pt x="3586730" y="1264795"/>
                </a:lnTo>
                <a:lnTo>
                  <a:pt x="3588209" y="1368798"/>
                </a:lnTo>
                <a:lnTo>
                  <a:pt x="3589143" y="1471108"/>
                </a:lnTo>
                <a:lnTo>
                  <a:pt x="3589405" y="1521438"/>
                </a:lnTo>
                <a:lnTo>
                  <a:pt x="3589466" y="1571774"/>
                </a:lnTo>
                <a:lnTo>
                  <a:pt x="3589327" y="1622115"/>
                </a:lnTo>
                <a:lnTo>
                  <a:pt x="3588987" y="1672461"/>
                </a:lnTo>
                <a:lnTo>
                  <a:pt x="3588447" y="1722812"/>
                </a:lnTo>
                <a:lnTo>
                  <a:pt x="3586989" y="1821790"/>
                </a:lnTo>
                <a:lnTo>
                  <a:pt x="3585111" y="1919117"/>
                </a:lnTo>
                <a:lnTo>
                  <a:pt x="3582642" y="2016553"/>
                </a:lnTo>
                <a:lnTo>
                  <a:pt x="3579580" y="2114098"/>
                </a:lnTo>
                <a:lnTo>
                  <a:pt x="3577502" y="2165823"/>
                </a:lnTo>
                <a:lnTo>
                  <a:pt x="3575073" y="2217514"/>
                </a:lnTo>
                <a:lnTo>
                  <a:pt x="3572271" y="2269167"/>
                </a:lnTo>
                <a:lnTo>
                  <a:pt x="3569072" y="2320780"/>
                </a:lnTo>
                <a:lnTo>
                  <a:pt x="3565451" y="2372351"/>
                </a:lnTo>
                <a:lnTo>
                  <a:pt x="3561385" y="2423877"/>
                </a:lnTo>
                <a:lnTo>
                  <a:pt x="0" y="2451888"/>
                </a:lnTo>
                <a:lnTo>
                  <a:pt x="0" y="439137"/>
                </a:lnTo>
                <a:lnTo>
                  <a:pt x="66127" y="425996"/>
                </a:lnTo>
                <a:lnTo>
                  <a:pt x="119232" y="416230"/>
                </a:lnTo>
                <a:lnTo>
                  <a:pt x="172602" y="407320"/>
                </a:lnTo>
                <a:lnTo>
                  <a:pt x="218909" y="400385"/>
                </a:lnTo>
                <a:lnTo>
                  <a:pt x="265318" y="394131"/>
                </a:lnTo>
                <a:lnTo>
                  <a:pt x="311803" y="388370"/>
                </a:lnTo>
                <a:lnTo>
                  <a:pt x="451441" y="372145"/>
                </a:lnTo>
                <a:lnTo>
                  <a:pt x="501338" y="366559"/>
                </a:lnTo>
                <a:lnTo>
                  <a:pt x="551269" y="361487"/>
                </a:lnTo>
                <a:lnTo>
                  <a:pt x="601230" y="356878"/>
                </a:lnTo>
                <a:lnTo>
                  <a:pt x="651218" y="352681"/>
                </a:lnTo>
                <a:lnTo>
                  <a:pt x="701231" y="348847"/>
                </a:lnTo>
                <a:lnTo>
                  <a:pt x="751264" y="345325"/>
                </a:lnTo>
                <a:lnTo>
                  <a:pt x="801315" y="342065"/>
                </a:lnTo>
                <a:lnTo>
                  <a:pt x="901456" y="336127"/>
                </a:lnTo>
                <a:lnTo>
                  <a:pt x="1151887" y="322332"/>
                </a:lnTo>
                <a:lnTo>
                  <a:pt x="1201961" y="319349"/>
                </a:lnTo>
                <a:lnTo>
                  <a:pt x="1407629" y="306398"/>
                </a:lnTo>
                <a:lnTo>
                  <a:pt x="1511341" y="299484"/>
                </a:lnTo>
                <a:lnTo>
                  <a:pt x="1615017" y="291979"/>
                </a:lnTo>
                <a:lnTo>
                  <a:pt x="1668297" y="286981"/>
                </a:lnTo>
                <a:lnTo>
                  <a:pt x="1721367" y="280880"/>
                </a:lnTo>
                <a:lnTo>
                  <a:pt x="1774308" y="274067"/>
                </a:lnTo>
                <a:lnTo>
                  <a:pt x="1827204" y="266929"/>
                </a:lnTo>
                <a:lnTo>
                  <a:pt x="1874498" y="260283"/>
                </a:lnTo>
                <a:lnTo>
                  <a:pt x="1921746" y="253162"/>
                </a:lnTo>
                <a:lnTo>
                  <a:pt x="1968929" y="245526"/>
                </a:lnTo>
                <a:lnTo>
                  <a:pt x="2016027" y="237332"/>
                </a:lnTo>
                <a:lnTo>
                  <a:pt x="2062051" y="228870"/>
                </a:lnTo>
                <a:lnTo>
                  <a:pt x="2107993" y="219901"/>
                </a:lnTo>
                <a:lnTo>
                  <a:pt x="2153835" y="210385"/>
                </a:lnTo>
                <a:lnTo>
                  <a:pt x="2199556" y="200281"/>
                </a:lnTo>
                <a:lnTo>
                  <a:pt x="2292599" y="178696"/>
                </a:lnTo>
                <a:lnTo>
                  <a:pt x="2758503" y="68325"/>
                </a:lnTo>
                <a:lnTo>
                  <a:pt x="2805331" y="57522"/>
                </a:lnTo>
                <a:lnTo>
                  <a:pt x="2852211" y="47012"/>
                </a:lnTo>
                <a:lnTo>
                  <a:pt x="2892587" y="38785"/>
                </a:lnTo>
                <a:lnTo>
                  <a:pt x="2933146" y="31495"/>
                </a:lnTo>
                <a:lnTo>
                  <a:pt x="3047687" y="12173"/>
                </a:lnTo>
                <a:lnTo>
                  <a:pt x="3093102" y="6328"/>
                </a:lnTo>
                <a:lnTo>
                  <a:pt x="3138603" y="2351"/>
                </a:lnTo>
                <a:close/>
              </a:path>
            </a:pathLst>
          </a:custGeom>
          <a:solidFill>
            <a:srgbClr val="FFD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775335" cy="694690"/>
          </a:xfrm>
          <a:custGeom>
            <a:avLst/>
            <a:gdLst/>
            <a:ahLst/>
            <a:cxnLst/>
            <a:rect l="l" t="t" r="r" b="b"/>
            <a:pathLst>
              <a:path w="775335" h="694690">
                <a:moveTo>
                  <a:pt x="417499" y="0"/>
                </a:moveTo>
                <a:lnTo>
                  <a:pt x="322592" y="0"/>
                </a:lnTo>
                <a:lnTo>
                  <a:pt x="299389" y="23368"/>
                </a:lnTo>
                <a:lnTo>
                  <a:pt x="268312" y="57251"/>
                </a:lnTo>
                <a:lnTo>
                  <a:pt x="239699" y="90690"/>
                </a:lnTo>
                <a:lnTo>
                  <a:pt x="213220" y="123469"/>
                </a:lnTo>
                <a:lnTo>
                  <a:pt x="188506" y="155384"/>
                </a:lnTo>
                <a:lnTo>
                  <a:pt x="165201" y="186232"/>
                </a:lnTo>
                <a:lnTo>
                  <a:pt x="142951" y="215836"/>
                </a:lnTo>
                <a:lnTo>
                  <a:pt x="121412" y="243967"/>
                </a:lnTo>
                <a:lnTo>
                  <a:pt x="78981" y="295046"/>
                </a:lnTo>
                <a:lnTo>
                  <a:pt x="35090" y="337870"/>
                </a:lnTo>
                <a:lnTo>
                  <a:pt x="0" y="362813"/>
                </a:lnTo>
                <a:lnTo>
                  <a:pt x="0" y="435927"/>
                </a:lnTo>
                <a:lnTo>
                  <a:pt x="39535" y="414743"/>
                </a:lnTo>
                <a:lnTo>
                  <a:pt x="88773" y="376783"/>
                </a:lnTo>
                <a:lnTo>
                  <a:pt x="133324" y="331076"/>
                </a:lnTo>
                <a:lnTo>
                  <a:pt x="175933" y="278942"/>
                </a:lnTo>
                <a:lnTo>
                  <a:pt x="219329" y="221716"/>
                </a:lnTo>
                <a:lnTo>
                  <a:pt x="242189" y="191604"/>
                </a:lnTo>
                <a:lnTo>
                  <a:pt x="266268" y="160718"/>
                </a:lnTo>
                <a:lnTo>
                  <a:pt x="291909" y="129209"/>
                </a:lnTo>
                <a:lnTo>
                  <a:pt x="319468" y="97269"/>
                </a:lnTo>
                <a:lnTo>
                  <a:pt x="349262" y="65049"/>
                </a:lnTo>
                <a:lnTo>
                  <a:pt x="381660" y="32702"/>
                </a:lnTo>
                <a:lnTo>
                  <a:pt x="417499" y="0"/>
                </a:lnTo>
                <a:close/>
              </a:path>
              <a:path w="775335" h="694690">
                <a:moveTo>
                  <a:pt x="775182" y="0"/>
                </a:moveTo>
                <a:lnTo>
                  <a:pt x="647687" y="0"/>
                </a:lnTo>
                <a:lnTo>
                  <a:pt x="614730" y="22910"/>
                </a:lnTo>
                <a:lnTo>
                  <a:pt x="572897" y="55473"/>
                </a:lnTo>
                <a:lnTo>
                  <a:pt x="532803" y="89903"/>
                </a:lnTo>
                <a:lnTo>
                  <a:pt x="494322" y="125844"/>
                </a:lnTo>
                <a:lnTo>
                  <a:pt x="457327" y="162966"/>
                </a:lnTo>
                <a:lnTo>
                  <a:pt x="421716" y="200926"/>
                </a:lnTo>
                <a:lnTo>
                  <a:pt x="387350" y="239369"/>
                </a:lnTo>
                <a:lnTo>
                  <a:pt x="354126" y="277964"/>
                </a:lnTo>
                <a:lnTo>
                  <a:pt x="230098" y="426910"/>
                </a:lnTo>
                <a:lnTo>
                  <a:pt x="200710" y="461073"/>
                </a:lnTo>
                <a:lnTo>
                  <a:pt x="171729" y="493318"/>
                </a:lnTo>
                <a:lnTo>
                  <a:pt x="143040" y="523303"/>
                </a:lnTo>
                <a:lnTo>
                  <a:pt x="114503" y="550672"/>
                </a:lnTo>
                <a:lnTo>
                  <a:pt x="57442" y="596252"/>
                </a:lnTo>
                <a:lnTo>
                  <a:pt x="0" y="627087"/>
                </a:lnTo>
                <a:lnTo>
                  <a:pt x="0" y="694550"/>
                </a:lnTo>
                <a:lnTo>
                  <a:pt x="64617" y="665099"/>
                </a:lnTo>
                <a:lnTo>
                  <a:pt x="100355" y="640626"/>
                </a:lnTo>
                <a:lnTo>
                  <a:pt x="134721" y="613829"/>
                </a:lnTo>
                <a:lnTo>
                  <a:pt x="167906" y="584923"/>
                </a:lnTo>
                <a:lnTo>
                  <a:pt x="200113" y="554202"/>
                </a:lnTo>
                <a:lnTo>
                  <a:pt x="231508" y="521893"/>
                </a:lnTo>
                <a:lnTo>
                  <a:pt x="262293" y="488264"/>
                </a:lnTo>
                <a:lnTo>
                  <a:pt x="292646" y="453580"/>
                </a:lnTo>
                <a:lnTo>
                  <a:pt x="322745" y="418071"/>
                </a:lnTo>
                <a:lnTo>
                  <a:pt x="413473" y="309257"/>
                </a:lnTo>
                <a:lnTo>
                  <a:pt x="444474" y="273075"/>
                </a:lnTo>
                <a:lnTo>
                  <a:pt x="476161" y="237363"/>
                </a:lnTo>
                <a:lnTo>
                  <a:pt x="508723" y="202361"/>
                </a:lnTo>
                <a:lnTo>
                  <a:pt x="542353" y="168351"/>
                </a:lnTo>
                <a:lnTo>
                  <a:pt x="577227" y="135572"/>
                </a:lnTo>
                <a:lnTo>
                  <a:pt x="613524" y="104279"/>
                </a:lnTo>
                <a:lnTo>
                  <a:pt x="651459" y="74739"/>
                </a:lnTo>
                <a:lnTo>
                  <a:pt x="691184" y="47205"/>
                </a:lnTo>
                <a:lnTo>
                  <a:pt x="732917" y="21920"/>
                </a:lnTo>
                <a:lnTo>
                  <a:pt x="775182" y="0"/>
                </a:lnTo>
                <a:close/>
              </a:path>
            </a:pathLst>
          </a:custGeom>
          <a:solidFill>
            <a:srgbClr val="457C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527462" y="2541056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5" h="719454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457C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65288" y="9833646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5" h="719454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0409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2981" y="15391860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4" h="719455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0409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4530" y="4610639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4" h="719454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D97B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723" y="12856003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4" h="719455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D97B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34802" y="2295127"/>
            <a:ext cx="885825" cy="2038350"/>
          </a:xfrm>
          <a:custGeom>
            <a:avLst/>
            <a:gdLst/>
            <a:ahLst/>
            <a:cxnLst/>
            <a:rect l="l" t="t" r="r" b="b"/>
            <a:pathLst>
              <a:path w="885825" h="2038350">
                <a:moveTo>
                  <a:pt x="798289" y="2038350"/>
                </a:moveTo>
                <a:lnTo>
                  <a:pt x="744873" y="2032403"/>
                </a:lnTo>
                <a:lnTo>
                  <a:pt x="685779" y="2015033"/>
                </a:lnTo>
                <a:lnTo>
                  <a:pt x="622329" y="1986793"/>
                </a:lnTo>
                <a:lnTo>
                  <a:pt x="555841" y="1948254"/>
                </a:lnTo>
                <a:lnTo>
                  <a:pt x="521871" y="1925303"/>
                </a:lnTo>
                <a:lnTo>
                  <a:pt x="487637" y="1899992"/>
                </a:lnTo>
                <a:lnTo>
                  <a:pt x="453304" y="1872393"/>
                </a:lnTo>
                <a:lnTo>
                  <a:pt x="419036" y="1842577"/>
                </a:lnTo>
                <a:lnTo>
                  <a:pt x="385000" y="1810618"/>
                </a:lnTo>
                <a:lnTo>
                  <a:pt x="351360" y="1776585"/>
                </a:lnTo>
                <a:lnTo>
                  <a:pt x="318281" y="1740550"/>
                </a:lnTo>
                <a:lnTo>
                  <a:pt x="285928" y="1702586"/>
                </a:lnTo>
                <a:lnTo>
                  <a:pt x="254466" y="1662764"/>
                </a:lnTo>
                <a:lnTo>
                  <a:pt x="224061" y="1621155"/>
                </a:lnTo>
                <a:lnTo>
                  <a:pt x="194877" y="1577831"/>
                </a:lnTo>
                <a:lnTo>
                  <a:pt x="167079" y="1532864"/>
                </a:lnTo>
                <a:lnTo>
                  <a:pt x="140832" y="1486326"/>
                </a:lnTo>
                <a:lnTo>
                  <a:pt x="116302" y="1438287"/>
                </a:lnTo>
                <a:lnTo>
                  <a:pt x="93653" y="1388820"/>
                </a:lnTo>
                <a:lnTo>
                  <a:pt x="73051" y="1337997"/>
                </a:lnTo>
                <a:lnTo>
                  <a:pt x="54660" y="1285888"/>
                </a:lnTo>
                <a:lnTo>
                  <a:pt x="38646" y="1232565"/>
                </a:lnTo>
                <a:lnTo>
                  <a:pt x="25173" y="1178101"/>
                </a:lnTo>
                <a:lnTo>
                  <a:pt x="14407" y="1122567"/>
                </a:lnTo>
                <a:lnTo>
                  <a:pt x="6513" y="1066033"/>
                </a:lnTo>
                <a:lnTo>
                  <a:pt x="1655" y="1008573"/>
                </a:lnTo>
                <a:lnTo>
                  <a:pt x="0" y="950258"/>
                </a:lnTo>
                <a:lnTo>
                  <a:pt x="103" y="932936"/>
                </a:lnTo>
                <a:lnTo>
                  <a:pt x="322" y="924798"/>
                </a:lnTo>
                <a:lnTo>
                  <a:pt x="763" y="916394"/>
                </a:lnTo>
                <a:lnTo>
                  <a:pt x="2449" y="856455"/>
                </a:lnTo>
                <a:lnTo>
                  <a:pt x="7202" y="798221"/>
                </a:lnTo>
                <a:lnTo>
                  <a:pt x="14876" y="741728"/>
                </a:lnTo>
                <a:lnTo>
                  <a:pt x="25325" y="687012"/>
                </a:lnTo>
                <a:lnTo>
                  <a:pt x="38404" y="634110"/>
                </a:lnTo>
                <a:lnTo>
                  <a:pt x="53965" y="583055"/>
                </a:lnTo>
                <a:lnTo>
                  <a:pt x="71863" y="533885"/>
                </a:lnTo>
                <a:lnTo>
                  <a:pt x="91952" y="486636"/>
                </a:lnTo>
                <a:lnTo>
                  <a:pt x="114086" y="441342"/>
                </a:lnTo>
                <a:lnTo>
                  <a:pt x="138120" y="398040"/>
                </a:lnTo>
                <a:lnTo>
                  <a:pt x="163906" y="356766"/>
                </a:lnTo>
                <a:lnTo>
                  <a:pt x="191299" y="317555"/>
                </a:lnTo>
                <a:lnTo>
                  <a:pt x="220154" y="280443"/>
                </a:lnTo>
                <a:lnTo>
                  <a:pt x="250324" y="245466"/>
                </a:lnTo>
                <a:lnTo>
                  <a:pt x="281662" y="212660"/>
                </a:lnTo>
                <a:lnTo>
                  <a:pt x="314024" y="182060"/>
                </a:lnTo>
                <a:lnTo>
                  <a:pt x="347264" y="153703"/>
                </a:lnTo>
                <a:lnTo>
                  <a:pt x="381234" y="127624"/>
                </a:lnTo>
                <a:lnTo>
                  <a:pt x="415789" y="103858"/>
                </a:lnTo>
                <a:lnTo>
                  <a:pt x="450784" y="82442"/>
                </a:lnTo>
                <a:lnTo>
                  <a:pt x="486072" y="63412"/>
                </a:lnTo>
                <a:lnTo>
                  <a:pt x="521507" y="46803"/>
                </a:lnTo>
                <a:lnTo>
                  <a:pt x="556944" y="32651"/>
                </a:lnTo>
                <a:lnTo>
                  <a:pt x="627236" y="11861"/>
                </a:lnTo>
                <a:lnTo>
                  <a:pt x="695782" y="1329"/>
                </a:lnTo>
                <a:lnTo>
                  <a:pt x="729035" y="0"/>
                </a:lnTo>
                <a:lnTo>
                  <a:pt x="760285" y="1156"/>
                </a:lnTo>
                <a:lnTo>
                  <a:pt x="803561" y="4389"/>
                </a:lnTo>
                <a:lnTo>
                  <a:pt x="855781" y="9345"/>
                </a:lnTo>
                <a:lnTo>
                  <a:pt x="885197" y="12547"/>
                </a:lnTo>
                <a:lnTo>
                  <a:pt x="885197" y="160573"/>
                </a:lnTo>
                <a:lnTo>
                  <a:pt x="767617" y="160573"/>
                </a:lnTo>
                <a:lnTo>
                  <a:pt x="713930" y="162593"/>
                </a:lnTo>
                <a:lnTo>
                  <a:pt x="665253" y="168947"/>
                </a:lnTo>
                <a:lnTo>
                  <a:pt x="620650" y="180079"/>
                </a:lnTo>
                <a:lnTo>
                  <a:pt x="579184" y="196432"/>
                </a:lnTo>
                <a:lnTo>
                  <a:pt x="539917" y="218449"/>
                </a:lnTo>
                <a:lnTo>
                  <a:pt x="501913" y="246573"/>
                </a:lnTo>
                <a:lnTo>
                  <a:pt x="464234" y="281246"/>
                </a:lnTo>
                <a:lnTo>
                  <a:pt x="418995" y="328183"/>
                </a:lnTo>
                <a:lnTo>
                  <a:pt x="378314" y="373741"/>
                </a:lnTo>
                <a:lnTo>
                  <a:pt x="341998" y="418195"/>
                </a:lnTo>
                <a:lnTo>
                  <a:pt x="309855" y="461818"/>
                </a:lnTo>
                <a:lnTo>
                  <a:pt x="281690" y="504886"/>
                </a:lnTo>
                <a:lnTo>
                  <a:pt x="257310" y="547672"/>
                </a:lnTo>
                <a:lnTo>
                  <a:pt x="236523" y="590450"/>
                </a:lnTo>
                <a:lnTo>
                  <a:pt x="219135" y="633495"/>
                </a:lnTo>
                <a:lnTo>
                  <a:pt x="204952" y="677080"/>
                </a:lnTo>
                <a:lnTo>
                  <a:pt x="193781" y="721481"/>
                </a:lnTo>
                <a:lnTo>
                  <a:pt x="185429" y="766971"/>
                </a:lnTo>
                <a:lnTo>
                  <a:pt x="179703" y="813824"/>
                </a:lnTo>
                <a:lnTo>
                  <a:pt x="176409" y="862314"/>
                </a:lnTo>
                <a:lnTo>
                  <a:pt x="175354" y="912717"/>
                </a:lnTo>
                <a:lnTo>
                  <a:pt x="176657" y="932936"/>
                </a:lnTo>
                <a:lnTo>
                  <a:pt x="186810" y="988669"/>
                </a:lnTo>
                <a:lnTo>
                  <a:pt x="206407" y="1061499"/>
                </a:lnTo>
                <a:lnTo>
                  <a:pt x="219518" y="1103089"/>
                </a:lnTo>
                <a:lnTo>
                  <a:pt x="234713" y="1147470"/>
                </a:lnTo>
                <a:lnTo>
                  <a:pt x="251900" y="1194148"/>
                </a:lnTo>
                <a:lnTo>
                  <a:pt x="270988" y="1242627"/>
                </a:lnTo>
                <a:lnTo>
                  <a:pt x="291884" y="1292415"/>
                </a:lnTo>
                <a:lnTo>
                  <a:pt x="314497" y="1343015"/>
                </a:lnTo>
                <a:lnTo>
                  <a:pt x="338733" y="1393934"/>
                </a:lnTo>
                <a:lnTo>
                  <a:pt x="364500" y="1444678"/>
                </a:lnTo>
                <a:lnTo>
                  <a:pt x="391707" y="1494751"/>
                </a:lnTo>
                <a:lnTo>
                  <a:pt x="420261" y="1543660"/>
                </a:lnTo>
                <a:lnTo>
                  <a:pt x="450070" y="1590910"/>
                </a:lnTo>
                <a:lnTo>
                  <a:pt x="481042" y="1636007"/>
                </a:lnTo>
                <a:lnTo>
                  <a:pt x="513084" y="1678456"/>
                </a:lnTo>
                <a:lnTo>
                  <a:pt x="546105" y="1717762"/>
                </a:lnTo>
                <a:lnTo>
                  <a:pt x="580012" y="1753432"/>
                </a:lnTo>
                <a:lnTo>
                  <a:pt x="614713" y="1784970"/>
                </a:lnTo>
                <a:lnTo>
                  <a:pt x="650116" y="1811883"/>
                </a:lnTo>
                <a:lnTo>
                  <a:pt x="686128" y="1833676"/>
                </a:lnTo>
                <a:lnTo>
                  <a:pt x="722658" y="1849855"/>
                </a:lnTo>
                <a:lnTo>
                  <a:pt x="759613" y="1859925"/>
                </a:lnTo>
                <a:lnTo>
                  <a:pt x="796901" y="1863391"/>
                </a:lnTo>
                <a:lnTo>
                  <a:pt x="885197" y="1863391"/>
                </a:lnTo>
                <a:lnTo>
                  <a:pt x="885197" y="2030120"/>
                </a:lnTo>
                <a:lnTo>
                  <a:pt x="851127" y="2035643"/>
                </a:lnTo>
                <a:lnTo>
                  <a:pt x="798289" y="2038350"/>
                </a:lnTo>
                <a:close/>
              </a:path>
              <a:path w="885825" h="2038350">
                <a:moveTo>
                  <a:pt x="885197" y="169217"/>
                </a:moveTo>
                <a:lnTo>
                  <a:pt x="770601" y="160573"/>
                </a:lnTo>
                <a:lnTo>
                  <a:pt x="885197" y="160573"/>
                </a:lnTo>
                <a:lnTo>
                  <a:pt x="885197" y="169217"/>
                </a:lnTo>
                <a:close/>
              </a:path>
              <a:path w="885825" h="2038350">
                <a:moveTo>
                  <a:pt x="885197" y="1863391"/>
                </a:moveTo>
                <a:lnTo>
                  <a:pt x="796901" y="1863391"/>
                </a:lnTo>
                <a:lnTo>
                  <a:pt x="839510" y="1860941"/>
                </a:lnTo>
                <a:lnTo>
                  <a:pt x="876948" y="1853327"/>
                </a:lnTo>
                <a:lnTo>
                  <a:pt x="885197" y="1850030"/>
                </a:lnTo>
                <a:lnTo>
                  <a:pt x="885197" y="1863391"/>
                </a:lnTo>
                <a:close/>
              </a:path>
            </a:pathLst>
          </a:custGeom>
          <a:solidFill>
            <a:srgbClr val="DAC4B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683" y="2301519"/>
            <a:ext cx="1510118" cy="186855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69336" y="4956396"/>
            <a:ext cx="1850662" cy="1541382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19" y="7272538"/>
            <a:ext cx="843280" cy="2170430"/>
          </a:xfrm>
          <a:custGeom>
            <a:avLst/>
            <a:gdLst/>
            <a:ahLst/>
            <a:cxnLst/>
            <a:rect l="l" t="t" r="r" b="b"/>
            <a:pathLst>
              <a:path w="843280" h="2170429">
                <a:moveTo>
                  <a:pt x="512" y="206273"/>
                </a:moveTo>
                <a:lnTo>
                  <a:pt x="778" y="0"/>
                </a:lnTo>
                <a:lnTo>
                  <a:pt x="23258" y="22697"/>
                </a:lnTo>
                <a:lnTo>
                  <a:pt x="78713" y="71280"/>
                </a:lnTo>
                <a:lnTo>
                  <a:pt x="110853" y="101981"/>
                </a:lnTo>
                <a:lnTo>
                  <a:pt x="136396" y="130276"/>
                </a:lnTo>
                <a:lnTo>
                  <a:pt x="158946" y="153732"/>
                </a:lnTo>
                <a:lnTo>
                  <a:pt x="182106" y="169913"/>
                </a:lnTo>
                <a:lnTo>
                  <a:pt x="191854" y="178894"/>
                </a:lnTo>
                <a:lnTo>
                  <a:pt x="206032" y="194477"/>
                </a:lnTo>
                <a:lnTo>
                  <a:pt x="225809" y="215499"/>
                </a:lnTo>
                <a:lnTo>
                  <a:pt x="253618" y="240679"/>
                </a:lnTo>
                <a:lnTo>
                  <a:pt x="260720" y="248619"/>
                </a:lnTo>
                <a:lnTo>
                  <a:pt x="268184" y="260503"/>
                </a:lnTo>
                <a:lnTo>
                  <a:pt x="282407" y="276581"/>
                </a:lnTo>
                <a:lnTo>
                  <a:pt x="304731" y="297568"/>
                </a:lnTo>
                <a:lnTo>
                  <a:pt x="334159" y="326511"/>
                </a:lnTo>
                <a:lnTo>
                  <a:pt x="372509" y="369340"/>
                </a:lnTo>
                <a:lnTo>
                  <a:pt x="415200" y="417806"/>
                </a:lnTo>
                <a:lnTo>
                  <a:pt x="467206" y="470509"/>
                </a:lnTo>
                <a:lnTo>
                  <a:pt x="476299" y="486265"/>
                </a:lnTo>
                <a:lnTo>
                  <a:pt x="512826" y="523107"/>
                </a:lnTo>
                <a:lnTo>
                  <a:pt x="540145" y="556880"/>
                </a:lnTo>
                <a:lnTo>
                  <a:pt x="566491" y="593953"/>
                </a:lnTo>
                <a:lnTo>
                  <a:pt x="621083" y="674931"/>
                </a:lnTo>
                <a:lnTo>
                  <a:pt x="649209" y="717532"/>
                </a:lnTo>
                <a:lnTo>
                  <a:pt x="679918" y="760480"/>
                </a:lnTo>
                <a:lnTo>
                  <a:pt x="705272" y="800655"/>
                </a:lnTo>
                <a:lnTo>
                  <a:pt x="727739" y="851090"/>
                </a:lnTo>
                <a:lnTo>
                  <a:pt x="746150" y="899011"/>
                </a:lnTo>
                <a:lnTo>
                  <a:pt x="755171" y="941871"/>
                </a:lnTo>
                <a:lnTo>
                  <a:pt x="754397" y="961301"/>
                </a:lnTo>
                <a:lnTo>
                  <a:pt x="757298" y="993024"/>
                </a:lnTo>
                <a:lnTo>
                  <a:pt x="753418" y="1006379"/>
                </a:lnTo>
                <a:lnTo>
                  <a:pt x="748904" y="1026740"/>
                </a:lnTo>
                <a:lnTo>
                  <a:pt x="741770" y="1046353"/>
                </a:lnTo>
                <a:lnTo>
                  <a:pt x="707333" y="1088145"/>
                </a:lnTo>
                <a:lnTo>
                  <a:pt x="672312" y="1109603"/>
                </a:lnTo>
                <a:lnTo>
                  <a:pt x="667871" y="1116827"/>
                </a:lnTo>
                <a:lnTo>
                  <a:pt x="655224" y="1117983"/>
                </a:lnTo>
                <a:lnTo>
                  <a:pt x="649883" y="1115363"/>
                </a:lnTo>
                <a:lnTo>
                  <a:pt x="643564" y="1115986"/>
                </a:lnTo>
                <a:lnTo>
                  <a:pt x="628449" y="1118046"/>
                </a:lnTo>
                <a:lnTo>
                  <a:pt x="627190" y="1118226"/>
                </a:lnTo>
                <a:lnTo>
                  <a:pt x="625931" y="1118406"/>
                </a:lnTo>
                <a:lnTo>
                  <a:pt x="609817" y="942207"/>
                </a:lnTo>
                <a:lnTo>
                  <a:pt x="603389" y="941642"/>
                </a:lnTo>
                <a:lnTo>
                  <a:pt x="586628" y="897811"/>
                </a:lnTo>
                <a:lnTo>
                  <a:pt x="550731" y="839977"/>
                </a:lnTo>
                <a:lnTo>
                  <a:pt x="539217" y="825627"/>
                </a:lnTo>
                <a:lnTo>
                  <a:pt x="537649" y="822428"/>
                </a:lnTo>
                <a:lnTo>
                  <a:pt x="536047" y="818858"/>
                </a:lnTo>
                <a:lnTo>
                  <a:pt x="526863" y="802108"/>
                </a:lnTo>
                <a:lnTo>
                  <a:pt x="513869" y="785523"/>
                </a:lnTo>
                <a:lnTo>
                  <a:pt x="499566" y="768579"/>
                </a:lnTo>
                <a:lnTo>
                  <a:pt x="487723" y="750634"/>
                </a:lnTo>
                <a:lnTo>
                  <a:pt x="460626" y="705349"/>
                </a:lnTo>
                <a:lnTo>
                  <a:pt x="425860" y="659869"/>
                </a:lnTo>
                <a:lnTo>
                  <a:pt x="390205" y="618618"/>
                </a:lnTo>
                <a:lnTo>
                  <a:pt x="360443" y="586024"/>
                </a:lnTo>
                <a:lnTo>
                  <a:pt x="344619" y="566396"/>
                </a:lnTo>
                <a:lnTo>
                  <a:pt x="335875" y="554448"/>
                </a:lnTo>
                <a:lnTo>
                  <a:pt x="325910" y="543096"/>
                </a:lnTo>
                <a:lnTo>
                  <a:pt x="316034" y="532723"/>
                </a:lnTo>
                <a:lnTo>
                  <a:pt x="302499" y="524175"/>
                </a:lnTo>
                <a:lnTo>
                  <a:pt x="299752" y="522020"/>
                </a:lnTo>
                <a:lnTo>
                  <a:pt x="296781" y="517429"/>
                </a:lnTo>
                <a:lnTo>
                  <a:pt x="293970" y="514577"/>
                </a:lnTo>
                <a:lnTo>
                  <a:pt x="284223" y="505620"/>
                </a:lnTo>
                <a:lnTo>
                  <a:pt x="276926" y="495550"/>
                </a:lnTo>
                <a:lnTo>
                  <a:pt x="269601" y="485172"/>
                </a:lnTo>
                <a:lnTo>
                  <a:pt x="262299" y="475061"/>
                </a:lnTo>
                <a:lnTo>
                  <a:pt x="246822" y="459214"/>
                </a:lnTo>
                <a:lnTo>
                  <a:pt x="230152" y="444280"/>
                </a:lnTo>
                <a:lnTo>
                  <a:pt x="214675" y="428437"/>
                </a:lnTo>
                <a:lnTo>
                  <a:pt x="202775" y="409866"/>
                </a:lnTo>
                <a:lnTo>
                  <a:pt x="201357" y="408307"/>
                </a:lnTo>
                <a:lnTo>
                  <a:pt x="200004" y="407461"/>
                </a:lnTo>
                <a:lnTo>
                  <a:pt x="197452" y="407445"/>
                </a:lnTo>
                <a:lnTo>
                  <a:pt x="189457" y="403695"/>
                </a:lnTo>
                <a:lnTo>
                  <a:pt x="182110" y="393075"/>
                </a:lnTo>
                <a:lnTo>
                  <a:pt x="173172" y="379019"/>
                </a:lnTo>
                <a:lnTo>
                  <a:pt x="159144" y="365077"/>
                </a:lnTo>
                <a:lnTo>
                  <a:pt x="127274" y="337317"/>
                </a:lnTo>
                <a:lnTo>
                  <a:pt x="115807" y="323487"/>
                </a:lnTo>
                <a:lnTo>
                  <a:pt x="111123" y="314105"/>
                </a:lnTo>
                <a:lnTo>
                  <a:pt x="97072" y="299915"/>
                </a:lnTo>
                <a:lnTo>
                  <a:pt x="40165" y="249403"/>
                </a:lnTo>
                <a:lnTo>
                  <a:pt x="512" y="206273"/>
                </a:lnTo>
                <a:close/>
              </a:path>
              <a:path w="843280" h="2170429">
                <a:moveTo>
                  <a:pt x="757298" y="993024"/>
                </a:moveTo>
                <a:lnTo>
                  <a:pt x="755756" y="976166"/>
                </a:lnTo>
                <a:lnTo>
                  <a:pt x="759238" y="986346"/>
                </a:lnTo>
                <a:lnTo>
                  <a:pt x="757298" y="993024"/>
                </a:lnTo>
                <a:close/>
              </a:path>
              <a:path w="843280" h="2170429">
                <a:moveTo>
                  <a:pt x="772049" y="2130478"/>
                </a:moveTo>
                <a:lnTo>
                  <a:pt x="724412" y="1609581"/>
                </a:lnTo>
                <a:lnTo>
                  <a:pt x="728547" y="1626898"/>
                </a:lnTo>
                <a:lnTo>
                  <a:pt x="736092" y="1639683"/>
                </a:lnTo>
                <a:lnTo>
                  <a:pt x="746538" y="1656287"/>
                </a:lnTo>
                <a:lnTo>
                  <a:pt x="756694" y="1683670"/>
                </a:lnTo>
                <a:lnTo>
                  <a:pt x="773633" y="1715498"/>
                </a:lnTo>
                <a:lnTo>
                  <a:pt x="790944" y="1751392"/>
                </a:lnTo>
                <a:lnTo>
                  <a:pt x="804744" y="1790736"/>
                </a:lnTo>
                <a:lnTo>
                  <a:pt x="806624" y="1797344"/>
                </a:lnTo>
                <a:lnTo>
                  <a:pt x="811002" y="1803380"/>
                </a:lnTo>
                <a:lnTo>
                  <a:pt x="814126" y="1809653"/>
                </a:lnTo>
                <a:lnTo>
                  <a:pt x="817304" y="1816509"/>
                </a:lnTo>
                <a:lnTo>
                  <a:pt x="823770" y="1845386"/>
                </a:lnTo>
                <a:lnTo>
                  <a:pt x="829744" y="1868870"/>
                </a:lnTo>
                <a:lnTo>
                  <a:pt x="835224" y="1886957"/>
                </a:lnTo>
                <a:lnTo>
                  <a:pt x="837680" y="1899872"/>
                </a:lnTo>
                <a:lnTo>
                  <a:pt x="837607" y="1913018"/>
                </a:lnTo>
                <a:lnTo>
                  <a:pt x="837274" y="1923316"/>
                </a:lnTo>
                <a:lnTo>
                  <a:pt x="836806" y="1932150"/>
                </a:lnTo>
                <a:lnTo>
                  <a:pt x="842165" y="1990747"/>
                </a:lnTo>
                <a:lnTo>
                  <a:pt x="836126" y="2022331"/>
                </a:lnTo>
                <a:lnTo>
                  <a:pt x="825430" y="2058769"/>
                </a:lnTo>
                <a:lnTo>
                  <a:pt x="804611" y="2096069"/>
                </a:lnTo>
                <a:lnTo>
                  <a:pt x="773260" y="2129778"/>
                </a:lnTo>
                <a:lnTo>
                  <a:pt x="772049" y="2130478"/>
                </a:lnTo>
                <a:close/>
              </a:path>
              <a:path w="843280" h="2170429">
                <a:moveTo>
                  <a:pt x="842165" y="1990747"/>
                </a:moveTo>
                <a:lnTo>
                  <a:pt x="838701" y="1952870"/>
                </a:lnTo>
                <a:lnTo>
                  <a:pt x="841426" y="1954777"/>
                </a:lnTo>
                <a:lnTo>
                  <a:pt x="842689" y="1968583"/>
                </a:lnTo>
                <a:lnTo>
                  <a:pt x="842165" y="1990747"/>
                </a:lnTo>
                <a:close/>
              </a:path>
              <a:path w="843280" h="2170429">
                <a:moveTo>
                  <a:pt x="600814" y="1722293"/>
                </a:moveTo>
                <a:lnTo>
                  <a:pt x="546658" y="1130118"/>
                </a:lnTo>
                <a:lnTo>
                  <a:pt x="570532" y="1168051"/>
                </a:lnTo>
                <a:lnTo>
                  <a:pt x="589263" y="1191583"/>
                </a:lnTo>
                <a:lnTo>
                  <a:pt x="605398" y="1214619"/>
                </a:lnTo>
                <a:lnTo>
                  <a:pt x="625278" y="1250718"/>
                </a:lnTo>
                <a:lnTo>
                  <a:pt x="631310" y="1260892"/>
                </a:lnTo>
                <a:lnTo>
                  <a:pt x="637084" y="1268256"/>
                </a:lnTo>
                <a:lnTo>
                  <a:pt x="642735" y="1274269"/>
                </a:lnTo>
                <a:lnTo>
                  <a:pt x="644602" y="1280735"/>
                </a:lnTo>
                <a:lnTo>
                  <a:pt x="645116" y="1286353"/>
                </a:lnTo>
                <a:lnTo>
                  <a:pt x="673003" y="1340278"/>
                </a:lnTo>
                <a:lnTo>
                  <a:pt x="697019" y="1393710"/>
                </a:lnTo>
                <a:lnTo>
                  <a:pt x="717727" y="1452804"/>
                </a:lnTo>
                <a:lnTo>
                  <a:pt x="729190" y="1508426"/>
                </a:lnTo>
                <a:lnTo>
                  <a:pt x="730225" y="1519746"/>
                </a:lnTo>
                <a:lnTo>
                  <a:pt x="729670" y="1527621"/>
                </a:lnTo>
                <a:lnTo>
                  <a:pt x="728898" y="1533128"/>
                </a:lnTo>
                <a:lnTo>
                  <a:pt x="730543" y="1551116"/>
                </a:lnTo>
                <a:lnTo>
                  <a:pt x="730910" y="1569070"/>
                </a:lnTo>
                <a:lnTo>
                  <a:pt x="728291" y="1582267"/>
                </a:lnTo>
                <a:lnTo>
                  <a:pt x="725581" y="1594476"/>
                </a:lnTo>
                <a:lnTo>
                  <a:pt x="724412" y="1609581"/>
                </a:lnTo>
                <a:lnTo>
                  <a:pt x="772049" y="2130478"/>
                </a:lnTo>
                <a:lnTo>
                  <a:pt x="740556" y="2148675"/>
                </a:lnTo>
                <a:lnTo>
                  <a:pt x="722716" y="1953601"/>
                </a:lnTo>
                <a:lnTo>
                  <a:pt x="717210" y="1907345"/>
                </a:lnTo>
                <a:lnTo>
                  <a:pt x="708188" y="1878420"/>
                </a:lnTo>
                <a:lnTo>
                  <a:pt x="701430" y="1860295"/>
                </a:lnTo>
                <a:lnTo>
                  <a:pt x="697654" y="1846903"/>
                </a:lnTo>
                <a:lnTo>
                  <a:pt x="672223" y="1777996"/>
                </a:lnTo>
                <a:lnTo>
                  <a:pt x="647004" y="1725350"/>
                </a:lnTo>
                <a:lnTo>
                  <a:pt x="636104" y="1717729"/>
                </a:lnTo>
                <a:lnTo>
                  <a:pt x="631052" y="1718257"/>
                </a:lnTo>
                <a:lnTo>
                  <a:pt x="628533" y="1718608"/>
                </a:lnTo>
                <a:lnTo>
                  <a:pt x="624763" y="1719220"/>
                </a:lnTo>
                <a:lnTo>
                  <a:pt x="612189" y="1721172"/>
                </a:lnTo>
                <a:lnTo>
                  <a:pt x="600814" y="1722293"/>
                </a:lnTo>
                <a:close/>
              </a:path>
              <a:path w="843280" h="2170429">
                <a:moveTo>
                  <a:pt x="348" y="1863936"/>
                </a:moveTo>
                <a:lnTo>
                  <a:pt x="540" y="1740532"/>
                </a:lnTo>
                <a:lnTo>
                  <a:pt x="35117" y="1769998"/>
                </a:lnTo>
                <a:lnTo>
                  <a:pt x="77688" y="1803204"/>
                </a:lnTo>
                <a:lnTo>
                  <a:pt x="103448" y="1819928"/>
                </a:lnTo>
                <a:lnTo>
                  <a:pt x="116077" y="1832508"/>
                </a:lnTo>
                <a:lnTo>
                  <a:pt x="140769" y="1851497"/>
                </a:lnTo>
                <a:lnTo>
                  <a:pt x="173580" y="1875597"/>
                </a:lnTo>
                <a:lnTo>
                  <a:pt x="215624" y="1903045"/>
                </a:lnTo>
                <a:lnTo>
                  <a:pt x="264222" y="1932429"/>
                </a:lnTo>
                <a:lnTo>
                  <a:pt x="316694" y="1962332"/>
                </a:lnTo>
                <a:lnTo>
                  <a:pt x="372888" y="1991110"/>
                </a:lnTo>
                <a:lnTo>
                  <a:pt x="428860" y="2017462"/>
                </a:lnTo>
                <a:lnTo>
                  <a:pt x="485725" y="2039629"/>
                </a:lnTo>
                <a:lnTo>
                  <a:pt x="540803" y="2056194"/>
                </a:lnTo>
                <a:lnTo>
                  <a:pt x="591413" y="2065744"/>
                </a:lnTo>
                <a:lnTo>
                  <a:pt x="636140" y="2066749"/>
                </a:lnTo>
                <a:lnTo>
                  <a:pt x="643721" y="2065971"/>
                </a:lnTo>
                <a:lnTo>
                  <a:pt x="648770" y="2065395"/>
                </a:lnTo>
                <a:lnTo>
                  <a:pt x="658836" y="2063906"/>
                </a:lnTo>
                <a:lnTo>
                  <a:pt x="660094" y="2063720"/>
                </a:lnTo>
                <a:lnTo>
                  <a:pt x="697116" y="2050188"/>
                </a:lnTo>
                <a:lnTo>
                  <a:pt x="721005" y="2018564"/>
                </a:lnTo>
                <a:lnTo>
                  <a:pt x="724931" y="1977830"/>
                </a:lnTo>
                <a:lnTo>
                  <a:pt x="740556" y="2148675"/>
                </a:lnTo>
                <a:lnTo>
                  <a:pt x="680959" y="2166366"/>
                </a:lnTo>
                <a:lnTo>
                  <a:pt x="641744" y="2169853"/>
                </a:lnTo>
                <a:lnTo>
                  <a:pt x="608627" y="2170306"/>
                </a:lnTo>
                <a:lnTo>
                  <a:pt x="607353" y="2170323"/>
                </a:lnTo>
                <a:lnTo>
                  <a:pt x="547991" y="2162688"/>
                </a:lnTo>
                <a:lnTo>
                  <a:pt x="488007" y="2148242"/>
                </a:lnTo>
                <a:lnTo>
                  <a:pt x="428800" y="2128360"/>
                </a:lnTo>
                <a:lnTo>
                  <a:pt x="371773" y="2104422"/>
                </a:lnTo>
                <a:lnTo>
                  <a:pt x="317062" y="2077921"/>
                </a:lnTo>
                <a:lnTo>
                  <a:pt x="267333" y="2050117"/>
                </a:lnTo>
                <a:lnTo>
                  <a:pt x="221458" y="2022620"/>
                </a:lnTo>
                <a:lnTo>
                  <a:pt x="182103" y="1996692"/>
                </a:lnTo>
                <a:lnTo>
                  <a:pt x="148140" y="1973942"/>
                </a:lnTo>
                <a:lnTo>
                  <a:pt x="107054" y="1943021"/>
                </a:lnTo>
                <a:lnTo>
                  <a:pt x="100060" y="1936275"/>
                </a:lnTo>
                <a:lnTo>
                  <a:pt x="98677" y="1935098"/>
                </a:lnTo>
                <a:lnTo>
                  <a:pt x="97319" y="1934191"/>
                </a:lnTo>
                <a:lnTo>
                  <a:pt x="56841" y="1909921"/>
                </a:lnTo>
                <a:lnTo>
                  <a:pt x="12777" y="1874342"/>
                </a:lnTo>
                <a:lnTo>
                  <a:pt x="348" y="1863936"/>
                </a:lnTo>
                <a:close/>
              </a:path>
              <a:path w="843280" h="2170429">
                <a:moveTo>
                  <a:pt x="414" y="958233"/>
                </a:moveTo>
                <a:lnTo>
                  <a:pt x="0" y="521400"/>
                </a:lnTo>
                <a:lnTo>
                  <a:pt x="5470" y="525441"/>
                </a:lnTo>
                <a:lnTo>
                  <a:pt x="22436" y="543614"/>
                </a:lnTo>
                <a:lnTo>
                  <a:pt x="40624" y="561215"/>
                </a:lnTo>
                <a:lnTo>
                  <a:pt x="59826" y="575946"/>
                </a:lnTo>
                <a:lnTo>
                  <a:pt x="62453" y="576783"/>
                </a:lnTo>
                <a:lnTo>
                  <a:pt x="62951" y="582228"/>
                </a:lnTo>
                <a:lnTo>
                  <a:pt x="78559" y="599501"/>
                </a:lnTo>
                <a:lnTo>
                  <a:pt x="114152" y="640082"/>
                </a:lnTo>
                <a:lnTo>
                  <a:pt x="247141" y="783438"/>
                </a:lnTo>
                <a:lnTo>
                  <a:pt x="261382" y="799708"/>
                </a:lnTo>
                <a:lnTo>
                  <a:pt x="272364" y="808237"/>
                </a:lnTo>
                <a:lnTo>
                  <a:pt x="280912" y="818037"/>
                </a:lnTo>
                <a:lnTo>
                  <a:pt x="289555" y="828874"/>
                </a:lnTo>
                <a:lnTo>
                  <a:pt x="295763" y="840982"/>
                </a:lnTo>
                <a:lnTo>
                  <a:pt x="301616" y="849202"/>
                </a:lnTo>
                <a:lnTo>
                  <a:pt x="315052" y="856667"/>
                </a:lnTo>
                <a:lnTo>
                  <a:pt x="318368" y="865034"/>
                </a:lnTo>
                <a:lnTo>
                  <a:pt x="319104" y="873089"/>
                </a:lnTo>
                <a:lnTo>
                  <a:pt x="330596" y="873241"/>
                </a:lnTo>
                <a:lnTo>
                  <a:pt x="335213" y="881893"/>
                </a:lnTo>
                <a:lnTo>
                  <a:pt x="344153" y="895973"/>
                </a:lnTo>
                <a:lnTo>
                  <a:pt x="374645" y="922603"/>
                </a:lnTo>
                <a:lnTo>
                  <a:pt x="386108" y="936396"/>
                </a:lnTo>
                <a:lnTo>
                  <a:pt x="404141" y="952293"/>
                </a:lnTo>
                <a:lnTo>
                  <a:pt x="434419" y="962634"/>
                </a:lnTo>
                <a:lnTo>
                  <a:pt x="468276" y="970279"/>
                </a:lnTo>
                <a:lnTo>
                  <a:pt x="499576" y="977857"/>
                </a:lnTo>
                <a:lnTo>
                  <a:pt x="502079" y="977341"/>
                </a:lnTo>
                <a:lnTo>
                  <a:pt x="504598" y="976997"/>
                </a:lnTo>
                <a:lnTo>
                  <a:pt x="513568" y="977461"/>
                </a:lnTo>
                <a:lnTo>
                  <a:pt x="531787" y="981448"/>
                </a:lnTo>
                <a:lnTo>
                  <a:pt x="540756" y="981912"/>
                </a:lnTo>
                <a:lnTo>
                  <a:pt x="543286" y="981681"/>
                </a:lnTo>
                <a:lnTo>
                  <a:pt x="544523" y="981267"/>
                </a:lnTo>
                <a:lnTo>
                  <a:pt x="549586" y="980846"/>
                </a:lnTo>
                <a:lnTo>
                  <a:pt x="552123" y="980699"/>
                </a:lnTo>
                <a:lnTo>
                  <a:pt x="554660" y="980552"/>
                </a:lnTo>
                <a:lnTo>
                  <a:pt x="557197" y="980405"/>
                </a:lnTo>
                <a:lnTo>
                  <a:pt x="598990" y="977207"/>
                </a:lnTo>
                <a:lnTo>
                  <a:pt x="609626" y="954056"/>
                </a:lnTo>
                <a:lnTo>
                  <a:pt x="610650" y="951312"/>
                </a:lnTo>
                <a:lnTo>
                  <a:pt x="625931" y="1118406"/>
                </a:lnTo>
                <a:lnTo>
                  <a:pt x="614588" y="1119883"/>
                </a:lnTo>
                <a:lnTo>
                  <a:pt x="581701" y="1122843"/>
                </a:lnTo>
                <a:lnTo>
                  <a:pt x="579157" y="1122915"/>
                </a:lnTo>
                <a:lnTo>
                  <a:pt x="577885" y="1122951"/>
                </a:lnTo>
                <a:lnTo>
                  <a:pt x="574058" y="1122939"/>
                </a:lnTo>
                <a:lnTo>
                  <a:pt x="572782" y="1122935"/>
                </a:lnTo>
                <a:lnTo>
                  <a:pt x="570240" y="1123021"/>
                </a:lnTo>
                <a:lnTo>
                  <a:pt x="562645" y="1123642"/>
                </a:lnTo>
                <a:lnTo>
                  <a:pt x="555347" y="1127518"/>
                </a:lnTo>
                <a:lnTo>
                  <a:pt x="546658" y="1130118"/>
                </a:lnTo>
                <a:lnTo>
                  <a:pt x="600814" y="1722293"/>
                </a:lnTo>
                <a:lnTo>
                  <a:pt x="595758" y="1722792"/>
                </a:lnTo>
                <a:lnTo>
                  <a:pt x="589383" y="1722811"/>
                </a:lnTo>
                <a:lnTo>
                  <a:pt x="588108" y="1722815"/>
                </a:lnTo>
                <a:lnTo>
                  <a:pt x="581673" y="1722175"/>
                </a:lnTo>
                <a:lnTo>
                  <a:pt x="573923" y="1721104"/>
                </a:lnTo>
                <a:lnTo>
                  <a:pt x="569037" y="1723447"/>
                </a:lnTo>
                <a:lnTo>
                  <a:pt x="565292" y="1724341"/>
                </a:lnTo>
                <a:lnTo>
                  <a:pt x="550493" y="1562518"/>
                </a:lnTo>
                <a:lnTo>
                  <a:pt x="546179" y="1557180"/>
                </a:lnTo>
                <a:lnTo>
                  <a:pt x="519974" y="1521643"/>
                </a:lnTo>
                <a:lnTo>
                  <a:pt x="496993" y="1493477"/>
                </a:lnTo>
                <a:lnTo>
                  <a:pt x="403504" y="1377624"/>
                </a:lnTo>
                <a:lnTo>
                  <a:pt x="279461" y="1234468"/>
                </a:lnTo>
                <a:lnTo>
                  <a:pt x="188830" y="1135928"/>
                </a:lnTo>
                <a:lnTo>
                  <a:pt x="142409" y="1088511"/>
                </a:lnTo>
                <a:lnTo>
                  <a:pt x="96211" y="1043531"/>
                </a:lnTo>
                <a:lnTo>
                  <a:pt x="51587" y="1001830"/>
                </a:lnTo>
                <a:lnTo>
                  <a:pt x="8627" y="964368"/>
                </a:lnTo>
                <a:lnTo>
                  <a:pt x="414" y="958233"/>
                </a:lnTo>
                <a:close/>
              </a:path>
              <a:path w="843280" h="2170429">
                <a:moveTo>
                  <a:pt x="963" y="1466261"/>
                </a:moveTo>
                <a:lnTo>
                  <a:pt x="845" y="1241842"/>
                </a:lnTo>
                <a:lnTo>
                  <a:pt x="20486" y="1261386"/>
                </a:lnTo>
                <a:lnTo>
                  <a:pt x="49894" y="1290100"/>
                </a:lnTo>
                <a:lnTo>
                  <a:pt x="62358" y="1300894"/>
                </a:lnTo>
                <a:lnTo>
                  <a:pt x="73613" y="1312401"/>
                </a:lnTo>
                <a:lnTo>
                  <a:pt x="86011" y="1322463"/>
                </a:lnTo>
                <a:lnTo>
                  <a:pt x="98367" y="1332069"/>
                </a:lnTo>
                <a:lnTo>
                  <a:pt x="110761" y="1342089"/>
                </a:lnTo>
                <a:lnTo>
                  <a:pt x="120459" y="1350514"/>
                </a:lnTo>
                <a:lnTo>
                  <a:pt x="130135" y="1358710"/>
                </a:lnTo>
                <a:lnTo>
                  <a:pt x="139723" y="1365927"/>
                </a:lnTo>
                <a:lnTo>
                  <a:pt x="151681" y="1371184"/>
                </a:lnTo>
                <a:lnTo>
                  <a:pt x="172744" y="1392330"/>
                </a:lnTo>
                <a:lnTo>
                  <a:pt x="208090" y="1416259"/>
                </a:lnTo>
                <a:lnTo>
                  <a:pt x="244609" y="1439066"/>
                </a:lnTo>
                <a:lnTo>
                  <a:pt x="266661" y="1457076"/>
                </a:lnTo>
                <a:lnTo>
                  <a:pt x="286622" y="1466170"/>
                </a:lnTo>
                <a:lnTo>
                  <a:pt x="329419" y="1487895"/>
                </a:lnTo>
                <a:lnTo>
                  <a:pt x="386786" y="1515556"/>
                </a:lnTo>
                <a:lnTo>
                  <a:pt x="449196" y="1542577"/>
                </a:lnTo>
                <a:lnTo>
                  <a:pt x="504591" y="1562610"/>
                </a:lnTo>
                <a:lnTo>
                  <a:pt x="544706" y="1568963"/>
                </a:lnTo>
                <a:lnTo>
                  <a:pt x="547234" y="1568710"/>
                </a:lnTo>
                <a:lnTo>
                  <a:pt x="548430" y="1567849"/>
                </a:lnTo>
                <a:lnTo>
                  <a:pt x="549561" y="1566263"/>
                </a:lnTo>
                <a:lnTo>
                  <a:pt x="550718" y="1564972"/>
                </a:lnTo>
                <a:lnTo>
                  <a:pt x="565292" y="1724341"/>
                </a:lnTo>
                <a:lnTo>
                  <a:pt x="562796" y="1724937"/>
                </a:lnTo>
                <a:lnTo>
                  <a:pt x="557732" y="1725342"/>
                </a:lnTo>
                <a:lnTo>
                  <a:pt x="546276" y="1725581"/>
                </a:lnTo>
                <a:lnTo>
                  <a:pt x="534722" y="1724739"/>
                </a:lnTo>
                <a:lnTo>
                  <a:pt x="524404" y="1723483"/>
                </a:lnTo>
                <a:lnTo>
                  <a:pt x="512867" y="1722827"/>
                </a:lnTo>
                <a:lnTo>
                  <a:pt x="507771" y="1722885"/>
                </a:lnTo>
                <a:lnTo>
                  <a:pt x="506497" y="1722900"/>
                </a:lnTo>
                <a:lnTo>
                  <a:pt x="500136" y="1723070"/>
                </a:lnTo>
                <a:lnTo>
                  <a:pt x="493721" y="1722653"/>
                </a:lnTo>
                <a:lnTo>
                  <a:pt x="485926" y="1721080"/>
                </a:lnTo>
                <a:lnTo>
                  <a:pt x="453011" y="1709794"/>
                </a:lnTo>
                <a:lnTo>
                  <a:pt x="418896" y="1699323"/>
                </a:lnTo>
                <a:lnTo>
                  <a:pt x="352960" y="1675586"/>
                </a:lnTo>
                <a:lnTo>
                  <a:pt x="270449" y="1637951"/>
                </a:lnTo>
                <a:lnTo>
                  <a:pt x="203450" y="1602581"/>
                </a:lnTo>
                <a:lnTo>
                  <a:pt x="148224" y="1570452"/>
                </a:lnTo>
                <a:lnTo>
                  <a:pt x="106095" y="1542078"/>
                </a:lnTo>
                <a:lnTo>
                  <a:pt x="74590" y="1518318"/>
                </a:lnTo>
                <a:lnTo>
                  <a:pt x="37360" y="1487735"/>
                </a:lnTo>
                <a:lnTo>
                  <a:pt x="27956" y="1482515"/>
                </a:lnTo>
                <a:lnTo>
                  <a:pt x="14623" y="1476177"/>
                </a:lnTo>
                <a:lnTo>
                  <a:pt x="2337" y="1467337"/>
                </a:lnTo>
                <a:lnTo>
                  <a:pt x="963" y="1466261"/>
                </a:lnTo>
                <a:close/>
              </a:path>
            </a:pathLst>
          </a:custGeom>
          <a:solidFill>
            <a:srgbClr val="FFDF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9865" y="15256385"/>
            <a:ext cx="1050205" cy="1185646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659040" y="5980594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5" h="719454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457C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7156" y="9411313"/>
            <a:ext cx="734695" cy="719455"/>
          </a:xfrm>
          <a:custGeom>
            <a:avLst/>
            <a:gdLst/>
            <a:ahLst/>
            <a:cxnLst/>
            <a:rect l="l" t="t" r="r" b="b"/>
            <a:pathLst>
              <a:path w="734695" h="719454">
                <a:moveTo>
                  <a:pt x="387869" y="719324"/>
                </a:moveTo>
                <a:lnTo>
                  <a:pt x="330751" y="719299"/>
                </a:lnTo>
                <a:lnTo>
                  <a:pt x="276521" y="715183"/>
                </a:lnTo>
                <a:lnTo>
                  <a:pt x="228495" y="707841"/>
                </a:lnTo>
                <a:lnTo>
                  <a:pt x="181858" y="693251"/>
                </a:lnTo>
                <a:lnTo>
                  <a:pt x="138799" y="669297"/>
                </a:lnTo>
                <a:lnTo>
                  <a:pt x="110326" y="642898"/>
                </a:lnTo>
                <a:lnTo>
                  <a:pt x="82713" y="608706"/>
                </a:lnTo>
                <a:lnTo>
                  <a:pt x="57175" y="568013"/>
                </a:lnTo>
                <a:lnTo>
                  <a:pt x="34922" y="522109"/>
                </a:lnTo>
                <a:lnTo>
                  <a:pt x="17167" y="472282"/>
                </a:lnTo>
                <a:lnTo>
                  <a:pt x="5122" y="419823"/>
                </a:lnTo>
                <a:lnTo>
                  <a:pt x="0" y="366021"/>
                </a:lnTo>
                <a:lnTo>
                  <a:pt x="3010" y="312166"/>
                </a:lnTo>
                <a:lnTo>
                  <a:pt x="15367" y="259548"/>
                </a:lnTo>
                <a:lnTo>
                  <a:pt x="46611" y="198790"/>
                </a:lnTo>
                <a:lnTo>
                  <a:pt x="89959" y="145966"/>
                </a:lnTo>
                <a:lnTo>
                  <a:pt x="127509" y="109529"/>
                </a:lnTo>
                <a:lnTo>
                  <a:pt x="164897" y="78395"/>
                </a:lnTo>
                <a:lnTo>
                  <a:pt x="204205" y="52284"/>
                </a:lnTo>
                <a:lnTo>
                  <a:pt x="247517" y="30914"/>
                </a:lnTo>
                <a:lnTo>
                  <a:pt x="296915" y="14007"/>
                </a:lnTo>
                <a:lnTo>
                  <a:pt x="357582" y="2171"/>
                </a:lnTo>
                <a:lnTo>
                  <a:pt x="388334" y="0"/>
                </a:lnTo>
                <a:lnTo>
                  <a:pt x="419365" y="326"/>
                </a:lnTo>
                <a:lnTo>
                  <a:pt x="480647" y="8390"/>
                </a:lnTo>
                <a:lnTo>
                  <a:pt x="539811" y="26281"/>
                </a:lnTo>
                <a:lnTo>
                  <a:pt x="584443" y="48176"/>
                </a:lnTo>
                <a:lnTo>
                  <a:pt x="625269" y="78154"/>
                </a:lnTo>
                <a:lnTo>
                  <a:pt x="684876" y="147057"/>
                </a:lnTo>
                <a:lnTo>
                  <a:pt x="709304" y="191278"/>
                </a:lnTo>
                <a:lnTo>
                  <a:pt x="724683" y="237117"/>
                </a:lnTo>
                <a:lnTo>
                  <a:pt x="732479" y="287409"/>
                </a:lnTo>
                <a:lnTo>
                  <a:pt x="734155" y="344989"/>
                </a:lnTo>
                <a:lnTo>
                  <a:pt x="733075" y="363303"/>
                </a:lnTo>
                <a:lnTo>
                  <a:pt x="726899" y="417952"/>
                </a:lnTo>
                <a:lnTo>
                  <a:pt x="711316" y="479930"/>
                </a:lnTo>
                <a:lnTo>
                  <a:pt x="683433" y="537434"/>
                </a:lnTo>
                <a:lnTo>
                  <a:pt x="682865" y="545378"/>
                </a:lnTo>
                <a:lnTo>
                  <a:pt x="642223" y="610165"/>
                </a:lnTo>
                <a:lnTo>
                  <a:pt x="608414" y="644326"/>
                </a:lnTo>
                <a:lnTo>
                  <a:pt x="573037" y="670649"/>
                </a:lnTo>
                <a:lnTo>
                  <a:pt x="536071" y="690098"/>
                </a:lnTo>
                <a:lnTo>
                  <a:pt x="497498" y="703637"/>
                </a:lnTo>
                <a:lnTo>
                  <a:pt x="444556" y="714392"/>
                </a:lnTo>
                <a:lnTo>
                  <a:pt x="387869" y="719324"/>
                </a:lnTo>
                <a:close/>
              </a:path>
            </a:pathLst>
          </a:custGeom>
          <a:solidFill>
            <a:srgbClr val="295C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663132" y="2650034"/>
            <a:ext cx="42227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5">
                <a:solidFill>
                  <a:srgbClr val="FFF0EC"/>
                </a:solidFill>
                <a:latin typeface="Arial"/>
                <a:cs typeface="Arial"/>
              </a:rPr>
              <a:t>01</a:t>
            </a:r>
            <a:endParaRPr sz="2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1026" y="254177"/>
            <a:ext cx="7397115" cy="2665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6700"/>
              </a:lnSpc>
              <a:spcBef>
                <a:spcPts val="95"/>
              </a:spcBef>
            </a:pPr>
            <a:r>
              <a:rPr sz="3750" spc="60">
                <a:solidFill>
                  <a:srgbClr val="04092F"/>
                </a:solidFill>
                <a:latin typeface="Arial"/>
                <a:cs typeface="Arial"/>
              </a:rPr>
              <a:t>2...WHAT</a:t>
            </a:r>
            <a:r>
              <a:rPr sz="3750" spc="-6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3750" spc="-35">
                <a:solidFill>
                  <a:srgbClr val="04092F"/>
                </a:solidFill>
                <a:latin typeface="Arial"/>
                <a:cs typeface="Arial"/>
              </a:rPr>
              <a:t>ARE</a:t>
            </a:r>
            <a:r>
              <a:rPr sz="3750" spc="-6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3750" spc="-25">
                <a:solidFill>
                  <a:srgbClr val="04092F"/>
                </a:solidFill>
                <a:latin typeface="Arial"/>
                <a:cs typeface="Arial"/>
              </a:rPr>
              <a:t>THE </a:t>
            </a:r>
            <a:r>
              <a:rPr sz="3750">
                <a:solidFill>
                  <a:srgbClr val="04092F"/>
                </a:solidFill>
                <a:latin typeface="Arial"/>
                <a:cs typeface="Arial"/>
              </a:rPr>
              <a:t>FUNDAMENTAL</a:t>
            </a:r>
            <a:r>
              <a:rPr sz="3750" spc="1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3750" spc="-25">
                <a:solidFill>
                  <a:srgbClr val="04092F"/>
                </a:solidFill>
                <a:latin typeface="Arial"/>
                <a:cs typeface="Arial"/>
              </a:rPr>
              <a:t>PRINCIPLES</a:t>
            </a:r>
            <a:r>
              <a:rPr sz="3750" spc="16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3750" spc="-25">
                <a:solidFill>
                  <a:srgbClr val="04092F"/>
                </a:solidFill>
                <a:latin typeface="Arial"/>
                <a:cs typeface="Arial"/>
              </a:rPr>
              <a:t>OF</a:t>
            </a:r>
            <a:endParaRPr sz="3750">
              <a:latin typeface="Arial"/>
              <a:cs typeface="Arial"/>
            </a:endParaRPr>
          </a:p>
          <a:p>
            <a:pPr marR="71120" algn="ctr">
              <a:lnSpc>
                <a:spcPct val="100000"/>
              </a:lnSpc>
              <a:spcBef>
                <a:spcPts val="750"/>
              </a:spcBef>
              <a:tabLst>
                <a:tab pos="1139825" algn="l"/>
                <a:tab pos="6978015" algn="l"/>
              </a:tabLst>
            </a:pPr>
            <a:r>
              <a:rPr sz="3750" u="sng">
                <a:solidFill>
                  <a:srgbClr val="04092F"/>
                </a:solidFill>
                <a:uFill>
                  <a:solidFill>
                    <a:srgbClr val="3C486B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3750" u="sng" spc="-70">
                <a:solidFill>
                  <a:srgbClr val="04092F"/>
                </a:solidFill>
                <a:uFill>
                  <a:solidFill>
                    <a:srgbClr val="3C486B"/>
                  </a:solidFill>
                </a:uFill>
                <a:latin typeface="Arial"/>
                <a:cs typeface="Arial"/>
              </a:rPr>
              <a:t>RESEARCH</a:t>
            </a:r>
            <a:r>
              <a:rPr sz="3750" u="sng" spc="-130">
                <a:solidFill>
                  <a:srgbClr val="04092F"/>
                </a:solidFill>
                <a:uFill>
                  <a:solidFill>
                    <a:srgbClr val="3C486B"/>
                  </a:solidFill>
                </a:uFill>
                <a:latin typeface="Arial"/>
                <a:cs typeface="Arial"/>
              </a:rPr>
              <a:t> </a:t>
            </a:r>
            <a:r>
              <a:rPr sz="3750" u="sng" spc="40">
                <a:solidFill>
                  <a:srgbClr val="04092F"/>
                </a:solidFill>
                <a:uFill>
                  <a:solidFill>
                    <a:srgbClr val="3C486B"/>
                  </a:solidFill>
                </a:uFill>
                <a:latin typeface="Arial"/>
                <a:cs typeface="Arial"/>
              </a:rPr>
              <a:t>ETHICS?</a:t>
            </a:r>
            <a:r>
              <a:rPr sz="3750" u="sng">
                <a:solidFill>
                  <a:srgbClr val="04092F"/>
                </a:solidFill>
                <a:uFill>
                  <a:solidFill>
                    <a:srgbClr val="3C486B"/>
                  </a:solidFill>
                </a:uFill>
                <a:latin typeface="Arial"/>
                <a:cs typeface="Arial"/>
              </a:rPr>
              <a:t>	</a:t>
            </a:r>
            <a:endParaRPr sz="3750">
              <a:latin typeface="Arial"/>
              <a:cs typeface="Arial"/>
            </a:endParaRPr>
          </a:p>
          <a:p>
            <a:pPr marL="3292475">
              <a:lnSpc>
                <a:spcPct val="100000"/>
              </a:lnSpc>
              <a:spcBef>
                <a:spcPts val="940"/>
              </a:spcBef>
            </a:pPr>
            <a:r>
              <a:rPr sz="1600" b="1">
                <a:solidFill>
                  <a:srgbClr val="3C486B"/>
                </a:solidFill>
                <a:latin typeface="Arial"/>
                <a:cs typeface="Arial"/>
              </a:rPr>
              <a:t>RESPECT</a:t>
            </a:r>
            <a:r>
              <a:rPr sz="1600" b="1" spc="22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3C486B"/>
                </a:solidFill>
                <a:latin typeface="Arial"/>
                <a:cs typeface="Arial"/>
              </a:rPr>
              <a:t>FOR</a:t>
            </a:r>
            <a:r>
              <a:rPr sz="1600" b="1" spc="22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>
                <a:solidFill>
                  <a:srgbClr val="3C486B"/>
                </a:solidFill>
                <a:latin typeface="Arial"/>
                <a:cs typeface="Arial"/>
              </a:rPr>
              <a:t>PERSONS</a:t>
            </a:r>
            <a:r>
              <a:rPr sz="1600" b="1" spc="22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 spc="340">
                <a:solidFill>
                  <a:srgbClr val="3C486B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  <a:p>
            <a:pPr marL="3292475">
              <a:lnSpc>
                <a:spcPct val="100000"/>
              </a:lnSpc>
              <a:spcBef>
                <a:spcPts val="254"/>
              </a:spcBef>
            </a:pPr>
            <a:r>
              <a:rPr sz="1600" b="1" spc="85">
                <a:solidFill>
                  <a:srgbClr val="3C486B"/>
                </a:solidFill>
                <a:latin typeface="Arial"/>
                <a:cs typeface="Arial"/>
              </a:rPr>
              <a:t>AUTONOMY</a:t>
            </a:r>
            <a:r>
              <a:rPr sz="1600" b="1" spc="229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 spc="7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b="1" spc="229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 spc="35">
                <a:solidFill>
                  <a:srgbClr val="3C486B"/>
                </a:solidFill>
                <a:latin typeface="Arial"/>
                <a:cs typeface="Arial"/>
              </a:rPr>
              <a:t>PROTECTING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31339" y="2893589"/>
            <a:ext cx="27844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b="1">
                <a:solidFill>
                  <a:srgbClr val="3C486B"/>
                </a:solidFill>
                <a:latin typeface="Arial"/>
                <a:cs typeface="Arial"/>
              </a:rPr>
              <a:t>THOSE</a:t>
            </a:r>
            <a:r>
              <a:rPr sz="1600" b="1" spc="27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 spc="90">
                <a:solidFill>
                  <a:srgbClr val="3C486B"/>
                </a:solidFill>
                <a:latin typeface="Arial"/>
                <a:cs typeface="Arial"/>
              </a:rPr>
              <a:t>WITH</a:t>
            </a:r>
            <a:r>
              <a:rPr sz="1600" b="1" spc="27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b="1" spc="65">
                <a:solidFill>
                  <a:srgbClr val="3C486B"/>
                </a:solidFill>
                <a:latin typeface="Arial"/>
                <a:cs typeface="Arial"/>
              </a:rPr>
              <a:t>DIMINISHED </a:t>
            </a:r>
            <a:r>
              <a:rPr sz="1600" b="1" spc="75">
                <a:solidFill>
                  <a:srgbClr val="3C486B"/>
                </a:solidFill>
                <a:latin typeface="Arial"/>
                <a:cs typeface="Arial"/>
              </a:rPr>
              <a:t>AUTONOMY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56857" y="15783239"/>
            <a:ext cx="254635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65">
                <a:solidFill>
                  <a:srgbClr val="04092F"/>
                </a:solidFill>
                <a:latin typeface="Arial"/>
                <a:cs typeface="Arial"/>
              </a:rPr>
              <a:t>CONFLICT</a:t>
            </a:r>
            <a:r>
              <a:rPr sz="1550" b="1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550" b="1">
                <a:solidFill>
                  <a:srgbClr val="04092F"/>
                </a:solidFill>
                <a:latin typeface="Arial"/>
                <a:cs typeface="Arial"/>
              </a:rPr>
              <a:t>OF</a:t>
            </a:r>
            <a:r>
              <a:rPr sz="1550" b="1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550" b="1" spc="-10">
                <a:solidFill>
                  <a:srgbClr val="04092F"/>
                </a:solidFill>
                <a:latin typeface="Arial"/>
                <a:cs typeface="Arial"/>
              </a:rPr>
              <a:t>INTEREST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9774" y="5339784"/>
            <a:ext cx="13595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7075" algn="l"/>
              </a:tabLst>
            </a:pPr>
            <a:r>
              <a:rPr sz="1600" b="1" spc="45">
                <a:solidFill>
                  <a:srgbClr val="0E2326"/>
                </a:solidFill>
                <a:latin typeface="Arial"/>
                <a:cs typeface="Arial"/>
              </a:rPr>
              <a:t>AND</a:t>
            </a:r>
            <a:r>
              <a:rPr sz="1600" b="1">
                <a:solidFill>
                  <a:srgbClr val="0E2326"/>
                </a:solidFill>
                <a:latin typeface="Arial"/>
                <a:cs typeface="Arial"/>
              </a:rPr>
              <a:t>	</a:t>
            </a:r>
            <a:r>
              <a:rPr sz="1600" b="1" spc="170">
                <a:solidFill>
                  <a:srgbClr val="0E2326"/>
                </a:solidFill>
                <a:latin typeface="Arial"/>
                <a:cs typeface="Arial"/>
              </a:rPr>
              <a:t>NON-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003" y="4714294"/>
            <a:ext cx="1536700" cy="117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100"/>
              </a:spcBef>
            </a:pPr>
            <a:r>
              <a:rPr sz="2700" spc="229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2700">
              <a:latin typeface="Arial"/>
              <a:cs typeface="Arial"/>
            </a:endParaRPr>
          </a:p>
          <a:p>
            <a:pPr marL="12700" marR="5080">
              <a:lnSpc>
                <a:spcPct val="113300"/>
              </a:lnSpc>
              <a:spcBef>
                <a:spcPts val="1430"/>
              </a:spcBef>
            </a:pPr>
            <a:r>
              <a:rPr sz="1600" b="1" spc="-10">
                <a:solidFill>
                  <a:srgbClr val="0E2326"/>
                </a:solidFill>
                <a:latin typeface="Arial"/>
                <a:cs typeface="Arial"/>
              </a:rPr>
              <a:t>BENEFICENCE MALEFICENCE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5049" y="13084364"/>
            <a:ext cx="114554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b="1" spc="40">
                <a:solidFill>
                  <a:srgbClr val="3C486B"/>
                </a:solidFill>
                <a:latin typeface="Arial"/>
                <a:cs typeface="Arial"/>
              </a:rPr>
              <a:t>INTEGRITY</a:t>
            </a:r>
            <a:endParaRPr sz="1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0477" y="9937300"/>
            <a:ext cx="50101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40">
                <a:solidFill>
                  <a:srgbClr val="FFF0EC"/>
                </a:solidFill>
                <a:latin typeface="Arial"/>
                <a:cs typeface="Arial"/>
              </a:rPr>
              <a:t>05</a:t>
            </a:r>
            <a:endParaRPr sz="27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9125" y="15495514"/>
            <a:ext cx="46990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>
                <a:solidFill>
                  <a:srgbClr val="FFF0EC"/>
                </a:solidFill>
                <a:latin typeface="Arial"/>
                <a:cs typeface="Arial"/>
              </a:rPr>
              <a:t>07</a:t>
            </a:r>
            <a:endParaRPr sz="2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71072" y="12959657"/>
            <a:ext cx="49657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20">
                <a:solidFill>
                  <a:srgbClr val="FFF0EC"/>
                </a:solidFill>
                <a:latin typeface="Arial"/>
                <a:cs typeface="Arial"/>
              </a:rPr>
              <a:t>06</a:t>
            </a:r>
            <a:endParaRPr sz="2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9375" y="3627879"/>
            <a:ext cx="562356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sz="1600" spc="100">
                <a:solidFill>
                  <a:srgbClr val="3C486B"/>
                </a:solidFill>
                <a:latin typeface="Arial"/>
                <a:cs typeface="Arial"/>
              </a:rPr>
              <a:t>All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research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3C486B"/>
                </a:solidFill>
                <a:latin typeface="Arial"/>
                <a:cs typeface="Arial"/>
              </a:rPr>
              <a:t>participants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10">
                <a:solidFill>
                  <a:srgbClr val="3C486B"/>
                </a:solidFill>
                <a:latin typeface="Arial"/>
                <a:cs typeface="Arial"/>
              </a:rPr>
              <a:t>must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3C486B"/>
                </a:solidFill>
                <a:latin typeface="Arial"/>
                <a:cs typeface="Arial"/>
              </a:rPr>
              <a:t>participate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voluntarily,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3C486B"/>
                </a:solidFill>
                <a:latin typeface="Arial"/>
                <a:cs typeface="Arial"/>
              </a:rPr>
              <a:t>free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3C486B"/>
                </a:solidFill>
                <a:latin typeface="Arial"/>
                <a:cs typeface="Arial"/>
              </a:rPr>
              <a:t>from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3C486B"/>
                </a:solidFill>
                <a:latin typeface="Arial"/>
                <a:cs typeface="Arial"/>
              </a:rPr>
              <a:t>coercion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3C486B"/>
                </a:solidFill>
                <a:latin typeface="Arial"/>
                <a:cs typeface="Arial"/>
              </a:rPr>
              <a:t>or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3C486B"/>
                </a:solidFill>
                <a:latin typeface="Arial"/>
                <a:cs typeface="Arial"/>
              </a:rPr>
              <a:t>undue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30">
                <a:solidFill>
                  <a:srgbClr val="3C486B"/>
                </a:solidFill>
                <a:latin typeface="Arial"/>
                <a:cs typeface="Arial"/>
              </a:rPr>
              <a:t>influence,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their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35">
                <a:solidFill>
                  <a:srgbClr val="3C486B"/>
                </a:solidFill>
                <a:latin typeface="Arial"/>
                <a:cs typeface="Arial"/>
              </a:rPr>
              <a:t>rights,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dignity,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5">
                <a:solidFill>
                  <a:srgbClr val="3C486B"/>
                </a:solidFill>
                <a:latin typeface="Arial"/>
                <a:cs typeface="Arial"/>
              </a:rPr>
              <a:t>autonomy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should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be </a:t>
            </a:r>
            <a:r>
              <a:rPr sz="1600" spc="190">
                <a:solidFill>
                  <a:srgbClr val="3C486B"/>
                </a:solidFill>
                <a:latin typeface="Arial"/>
                <a:cs typeface="Arial"/>
              </a:rPr>
              <a:t>respected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3C486B"/>
                </a:solidFill>
                <a:latin typeface="Arial"/>
                <a:cs typeface="Arial"/>
              </a:rPr>
              <a:t>appropriately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protected.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10925" y="9899836"/>
            <a:ext cx="3021330" cy="209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4950" marR="321945">
              <a:lnSpc>
                <a:spcPct val="116900"/>
              </a:lnSpc>
              <a:spcBef>
                <a:spcPts val="95"/>
              </a:spcBef>
            </a:pPr>
            <a:r>
              <a:rPr sz="1550" b="1" spc="60">
                <a:solidFill>
                  <a:srgbClr val="04092F"/>
                </a:solidFill>
                <a:latin typeface="Arial"/>
                <a:cs typeface="Arial"/>
              </a:rPr>
              <a:t>CONFIDENTIALITY</a:t>
            </a:r>
            <a:r>
              <a:rPr sz="1550" b="1" spc="26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550" b="1" spc="45">
                <a:solidFill>
                  <a:srgbClr val="04092F"/>
                </a:solidFill>
                <a:latin typeface="Arial"/>
                <a:cs typeface="Arial"/>
              </a:rPr>
              <a:t>AND </a:t>
            </a:r>
            <a:r>
              <a:rPr sz="1550" b="1">
                <a:solidFill>
                  <a:srgbClr val="04092F"/>
                </a:solidFill>
                <a:latin typeface="Arial"/>
                <a:cs typeface="Arial"/>
              </a:rPr>
              <a:t>DATA</a:t>
            </a:r>
            <a:r>
              <a:rPr sz="1550" b="1" spc="42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550" b="1" spc="45">
                <a:solidFill>
                  <a:srgbClr val="04092F"/>
                </a:solidFill>
                <a:latin typeface="Arial"/>
                <a:cs typeface="Arial"/>
              </a:rPr>
              <a:t>PROTECTION</a:t>
            </a:r>
            <a:endParaRPr sz="1550">
              <a:latin typeface="Arial"/>
              <a:cs typeface="Arial"/>
            </a:endParaRPr>
          </a:p>
          <a:p>
            <a:pPr marR="5080" algn="r">
              <a:lnSpc>
                <a:spcPts val="1735"/>
              </a:lnSpc>
            </a:pPr>
            <a:r>
              <a:rPr sz="1600" spc="170">
                <a:solidFill>
                  <a:srgbClr val="04092F"/>
                </a:solidFill>
                <a:latin typeface="Arial"/>
                <a:cs typeface="Arial"/>
              </a:rPr>
              <a:t>Individual</a:t>
            </a:r>
            <a:r>
              <a:rPr sz="1600" spc="27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04092F"/>
                </a:solidFill>
                <a:latin typeface="Arial"/>
                <a:cs typeface="Arial"/>
              </a:rPr>
              <a:t>research</a:t>
            </a:r>
            <a:endParaRPr sz="1600">
              <a:latin typeface="Arial"/>
              <a:cs typeface="Arial"/>
            </a:endParaRPr>
          </a:p>
          <a:p>
            <a:pPr marL="12700" marR="5080" indent="396875" algn="r">
              <a:lnSpc>
                <a:spcPct val="132800"/>
              </a:lnSpc>
            </a:pPr>
            <a:r>
              <a:rPr sz="1600" spc="200">
                <a:solidFill>
                  <a:srgbClr val="04092F"/>
                </a:solidFill>
                <a:latin typeface="Arial"/>
                <a:cs typeface="Arial"/>
              </a:rPr>
              <a:t>participants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4092F"/>
                </a:solidFill>
                <a:latin typeface="Arial"/>
                <a:cs typeface="Arial"/>
              </a:rPr>
              <a:t>and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group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preferences</a:t>
            </a:r>
            <a:r>
              <a:rPr sz="1600" spc="27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04092F"/>
                </a:solidFill>
                <a:latin typeface="Arial"/>
                <a:cs typeface="Arial"/>
              </a:rPr>
              <a:t>regarding </a:t>
            </a:r>
            <a:r>
              <a:rPr sz="1600" spc="210">
                <a:solidFill>
                  <a:srgbClr val="04092F"/>
                </a:solidFill>
                <a:latin typeface="Arial"/>
                <a:cs typeface="Arial"/>
              </a:rPr>
              <a:t>anonymity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should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04092F"/>
                </a:solidFill>
                <a:latin typeface="Arial"/>
                <a:cs typeface="Arial"/>
              </a:rPr>
              <a:t>be </a:t>
            </a:r>
            <a:r>
              <a:rPr sz="1600" spc="165">
                <a:solidFill>
                  <a:srgbClr val="04092F"/>
                </a:solidFill>
                <a:latin typeface="Arial"/>
                <a:cs typeface="Arial"/>
              </a:rPr>
              <a:t>respected,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4092F"/>
                </a:solidFill>
                <a:latin typeface="Arial"/>
                <a:cs typeface="Arial"/>
              </a:rPr>
              <a:t>and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participant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51790" y="11967075"/>
            <a:ext cx="348043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4470" algn="r">
              <a:lnSpc>
                <a:spcPct val="132800"/>
              </a:lnSpc>
              <a:spcBef>
                <a:spcPts val="100"/>
              </a:spcBef>
            </a:pPr>
            <a:r>
              <a:rPr sz="1600" spc="190">
                <a:solidFill>
                  <a:srgbClr val="04092F"/>
                </a:solidFill>
                <a:latin typeface="Arial"/>
                <a:cs typeface="Arial"/>
              </a:rPr>
              <a:t>requirements</a:t>
            </a:r>
            <a:r>
              <a:rPr sz="1600" spc="254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concerning</a:t>
            </a:r>
            <a:r>
              <a:rPr sz="1600" spc="26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04092F"/>
                </a:solidFill>
                <a:latin typeface="Arial"/>
                <a:cs typeface="Arial"/>
              </a:rPr>
              <a:t>the </a:t>
            </a:r>
            <a:r>
              <a:rPr sz="1600" spc="190">
                <a:solidFill>
                  <a:srgbClr val="04092F"/>
                </a:solidFill>
                <a:latin typeface="Arial"/>
                <a:cs typeface="Arial"/>
              </a:rPr>
              <a:t>confidential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04092F"/>
                </a:solidFill>
                <a:latin typeface="Arial"/>
                <a:cs typeface="Arial"/>
              </a:rPr>
              <a:t>nature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14">
                <a:solidFill>
                  <a:srgbClr val="04092F"/>
                </a:solidFill>
                <a:latin typeface="Arial"/>
                <a:cs typeface="Arial"/>
              </a:rPr>
              <a:t>of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information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4092F"/>
                </a:solidFill>
                <a:latin typeface="Arial"/>
                <a:cs typeface="Arial"/>
              </a:rPr>
              <a:t>and</a:t>
            </a:r>
            <a:r>
              <a:rPr sz="1600" spc="254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personal</a:t>
            </a:r>
            <a:r>
              <a:rPr sz="1600" spc="254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10">
                <a:solidFill>
                  <a:srgbClr val="04092F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630"/>
              </a:spcBef>
            </a:pP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should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be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04092F"/>
                </a:solidFill>
                <a:latin typeface="Arial"/>
                <a:cs typeface="Arial"/>
              </a:rPr>
              <a:t>respected.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847" y="16015375"/>
            <a:ext cx="6157595" cy="297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32800"/>
              </a:lnSpc>
              <a:spcBef>
                <a:spcPts val="100"/>
              </a:spcBef>
            </a:pPr>
            <a:r>
              <a:rPr sz="1600" spc="95">
                <a:solidFill>
                  <a:srgbClr val="04092F"/>
                </a:solidFill>
                <a:latin typeface="Arial"/>
                <a:cs typeface="Arial"/>
              </a:rPr>
              <a:t>The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04">
                <a:solidFill>
                  <a:srgbClr val="04092F"/>
                </a:solidFill>
                <a:latin typeface="Arial"/>
                <a:cs typeface="Arial"/>
              </a:rPr>
              <a:t>independence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04092F"/>
                </a:solidFill>
                <a:latin typeface="Arial"/>
                <a:cs typeface="Arial"/>
              </a:rPr>
              <a:t>of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research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should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be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35">
                <a:solidFill>
                  <a:srgbClr val="04092F"/>
                </a:solidFill>
                <a:latin typeface="Arial"/>
                <a:cs typeface="Arial"/>
              </a:rPr>
              <a:t>clear,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and </a:t>
            </a:r>
            <a:r>
              <a:rPr sz="1600" spc="190">
                <a:solidFill>
                  <a:srgbClr val="04092F"/>
                </a:solidFill>
                <a:latin typeface="Arial"/>
                <a:cs typeface="Arial"/>
              </a:rPr>
              <a:t>any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conflicts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04092F"/>
                </a:solidFill>
                <a:latin typeface="Arial"/>
                <a:cs typeface="Arial"/>
              </a:rPr>
              <a:t>of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interest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04092F"/>
                </a:solidFill>
                <a:latin typeface="Arial"/>
                <a:cs typeface="Arial"/>
              </a:rPr>
              <a:t>or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04092F"/>
                </a:solidFill>
                <a:latin typeface="Arial"/>
                <a:cs typeface="Arial"/>
              </a:rPr>
              <a:t>partiality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should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be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20">
                <a:solidFill>
                  <a:srgbClr val="04092F"/>
                </a:solidFill>
                <a:latin typeface="Arial"/>
                <a:cs typeface="Arial"/>
              </a:rPr>
              <a:t>explicit.</a:t>
            </a:r>
            <a:endParaRPr sz="1600">
              <a:latin typeface="Arial"/>
              <a:cs typeface="Arial"/>
            </a:endParaRPr>
          </a:p>
          <a:p>
            <a:pPr marL="15240" marR="7620" indent="-635" algn="ctr">
              <a:lnSpc>
                <a:spcPct val="132800"/>
              </a:lnSpc>
            </a:pPr>
            <a:r>
              <a:rPr sz="1600">
                <a:solidFill>
                  <a:srgbClr val="04092F"/>
                </a:solidFill>
                <a:latin typeface="Arial"/>
                <a:cs typeface="Arial"/>
              </a:rPr>
              <a:t>A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conflict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04092F"/>
                </a:solidFill>
                <a:latin typeface="Arial"/>
                <a:cs typeface="Arial"/>
              </a:rPr>
              <a:t>of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interest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50">
                <a:solidFill>
                  <a:srgbClr val="04092F"/>
                </a:solidFill>
                <a:latin typeface="Arial"/>
                <a:cs typeface="Arial"/>
              </a:rPr>
              <a:t>arises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4092F"/>
                </a:solidFill>
                <a:latin typeface="Arial"/>
                <a:cs typeface="Arial"/>
              </a:rPr>
              <a:t>where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a</a:t>
            </a:r>
            <a:r>
              <a:rPr sz="1600" spc="25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04092F"/>
                </a:solidFill>
                <a:latin typeface="Arial"/>
                <a:cs typeface="Arial"/>
              </a:rPr>
              <a:t>researcher’s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obligation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to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4092F"/>
                </a:solidFill>
                <a:latin typeface="Arial"/>
                <a:cs typeface="Arial"/>
              </a:rPr>
              <a:t>the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4092F"/>
                </a:solidFill>
                <a:latin typeface="Arial"/>
                <a:cs typeface="Arial"/>
              </a:rPr>
              <a:t>institution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04092F"/>
                </a:solidFill>
                <a:latin typeface="Arial"/>
                <a:cs typeface="Arial"/>
              </a:rPr>
              <a:t>or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a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funder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to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04">
                <a:solidFill>
                  <a:srgbClr val="04092F"/>
                </a:solidFill>
                <a:latin typeface="Arial"/>
                <a:cs typeface="Arial"/>
              </a:rPr>
              <a:t>conduct </a:t>
            </a:r>
            <a:r>
              <a:rPr sz="1600" spc="175">
                <a:solidFill>
                  <a:srgbClr val="04092F"/>
                </a:solidFill>
                <a:latin typeface="Arial"/>
                <a:cs typeface="Arial"/>
              </a:rPr>
              <a:t>research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independently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85">
                <a:solidFill>
                  <a:srgbClr val="04092F"/>
                </a:solidFill>
                <a:latin typeface="Arial"/>
                <a:cs typeface="Arial"/>
              </a:rPr>
              <a:t>is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04092F"/>
                </a:solidFill>
                <a:latin typeface="Arial"/>
                <a:cs typeface="Arial"/>
              </a:rPr>
              <a:t>likely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to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be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25">
                <a:solidFill>
                  <a:srgbClr val="04092F"/>
                </a:solidFill>
                <a:latin typeface="Arial"/>
                <a:cs typeface="Arial"/>
              </a:rPr>
              <a:t>compromised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65">
                <a:solidFill>
                  <a:srgbClr val="04092F"/>
                </a:solidFill>
                <a:latin typeface="Arial"/>
                <a:cs typeface="Arial"/>
              </a:rPr>
              <a:t>or </a:t>
            </a:r>
            <a:r>
              <a:rPr sz="1600" spc="245">
                <a:solidFill>
                  <a:srgbClr val="04092F"/>
                </a:solidFill>
                <a:latin typeface="Arial"/>
                <a:cs typeface="Arial"/>
              </a:rPr>
              <a:t>may</a:t>
            </a:r>
            <a:r>
              <a:rPr sz="1600" spc="23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4092F"/>
                </a:solidFill>
                <a:latin typeface="Arial"/>
                <a:cs typeface="Arial"/>
              </a:rPr>
              <a:t>appear</a:t>
            </a:r>
            <a:r>
              <a:rPr sz="1600" spc="23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4092F"/>
                </a:solidFill>
                <a:latin typeface="Arial"/>
                <a:cs typeface="Arial"/>
              </a:rPr>
              <a:t>to</a:t>
            </a:r>
            <a:r>
              <a:rPr sz="1600" spc="235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4092F"/>
                </a:solidFill>
                <a:latin typeface="Arial"/>
                <a:cs typeface="Arial"/>
              </a:rPr>
              <a:t>be</a:t>
            </a:r>
            <a:r>
              <a:rPr sz="1600" spc="240">
                <a:solidFill>
                  <a:srgbClr val="04092F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04092F"/>
                </a:solidFill>
                <a:latin typeface="Arial"/>
                <a:cs typeface="Arial"/>
              </a:rPr>
              <a:t>compromised.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1600">
              <a:latin typeface="Arial"/>
              <a:cs typeface="Arial"/>
            </a:endParaRPr>
          </a:p>
          <a:p>
            <a:pPr marL="367030" algn="ctr">
              <a:lnSpc>
                <a:spcPct val="100000"/>
              </a:lnSpc>
            </a:pPr>
            <a:r>
              <a:rPr sz="1150" b="1">
                <a:solidFill>
                  <a:srgbClr val="3C486B"/>
                </a:solidFill>
                <a:latin typeface="Arial"/>
                <a:cs typeface="Arial"/>
              </a:rPr>
              <a:t>CREDIT</a:t>
            </a:r>
            <a:r>
              <a:rPr sz="1150" b="1" spc="434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150" b="1" spc="-25">
                <a:solidFill>
                  <a:srgbClr val="3C486B"/>
                </a:solidFill>
                <a:latin typeface="Arial"/>
                <a:cs typeface="Arial"/>
              </a:rPr>
              <a:t>TO:</a:t>
            </a:r>
            <a:endParaRPr sz="1150">
              <a:latin typeface="Arial"/>
              <a:cs typeface="Arial"/>
            </a:endParaRPr>
          </a:p>
          <a:p>
            <a:pPr marL="218440" marR="518159" algn="ctr">
              <a:lnSpc>
                <a:spcPct val="114100"/>
              </a:lnSpc>
            </a:pPr>
            <a:r>
              <a:rPr sz="1150" b="1" spc="90">
                <a:solidFill>
                  <a:srgbClr val="3C486B"/>
                </a:solidFill>
                <a:latin typeface="Arial"/>
                <a:cs typeface="Arial"/>
                <a:hlinkClick r:id="rId5"/>
              </a:rPr>
              <a:t>HTTPS://WWW.CITY.AC.UK/RESEARCH/SUPPORT/INTEGRITY-</a:t>
            </a:r>
            <a:r>
              <a:rPr sz="1150" b="1" spc="120">
                <a:solidFill>
                  <a:srgbClr val="3C486B"/>
                </a:solidFill>
                <a:latin typeface="Arial"/>
                <a:cs typeface="Arial"/>
                <a:hlinkClick r:id="rId5"/>
              </a:rPr>
              <a:t>AND-</a:t>
            </a:r>
            <a:r>
              <a:rPr sz="1150" b="1" spc="105">
                <a:solidFill>
                  <a:srgbClr val="3C486B"/>
                </a:solidFill>
                <a:latin typeface="Arial"/>
                <a:cs typeface="Arial"/>
              </a:rPr>
              <a:t>ETHICS/ETHICS/PRINCIPLES#ACCORDION527434-</a:t>
            </a:r>
            <a:r>
              <a:rPr sz="1150" b="1" spc="65">
                <a:solidFill>
                  <a:srgbClr val="3C486B"/>
                </a:solidFill>
                <a:latin typeface="Arial"/>
                <a:cs typeface="Arial"/>
              </a:rPr>
              <a:t>HEADER527470</a:t>
            </a:r>
            <a:endParaRPr sz="11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3410" y="5861677"/>
            <a:ext cx="287718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sz="1600" spc="150">
                <a:solidFill>
                  <a:srgbClr val="0E2326"/>
                </a:solidFill>
                <a:latin typeface="Arial"/>
                <a:cs typeface="Arial"/>
              </a:rPr>
              <a:t>Research</a:t>
            </a:r>
            <a:r>
              <a:rPr sz="1600" spc="24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E2326"/>
                </a:solidFill>
                <a:latin typeface="Arial"/>
                <a:cs typeface="Arial"/>
              </a:rPr>
              <a:t>should</a:t>
            </a:r>
            <a:r>
              <a:rPr sz="1600" spc="24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0E2326"/>
                </a:solidFill>
                <a:latin typeface="Arial"/>
                <a:cs typeface="Arial"/>
              </a:rPr>
              <a:t>be </a:t>
            </a:r>
            <a:r>
              <a:rPr sz="1600" spc="180">
                <a:solidFill>
                  <a:srgbClr val="0E2326"/>
                </a:solidFill>
                <a:latin typeface="Arial"/>
                <a:cs typeface="Arial"/>
              </a:rPr>
              <a:t>worthwhile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E2326"/>
                </a:solidFill>
                <a:latin typeface="Arial"/>
                <a:cs typeface="Arial"/>
              </a:rPr>
              <a:t>and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0E2326"/>
                </a:solidFill>
                <a:latin typeface="Arial"/>
                <a:cs typeface="Arial"/>
              </a:rPr>
              <a:t>provide value</a:t>
            </a:r>
            <a:r>
              <a:rPr sz="1600" spc="24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0E2326"/>
                </a:solidFill>
                <a:latin typeface="Arial"/>
                <a:cs typeface="Arial"/>
              </a:rPr>
              <a:t>that</a:t>
            </a:r>
            <a:r>
              <a:rPr sz="1600" spc="25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0E2326"/>
                </a:solidFill>
                <a:latin typeface="Arial"/>
                <a:cs typeface="Arial"/>
              </a:rPr>
              <a:t>outweighs</a:t>
            </a:r>
            <a:r>
              <a:rPr sz="1600" spc="25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0E2326"/>
                </a:solidFill>
                <a:latin typeface="Arial"/>
                <a:cs typeface="Arial"/>
              </a:rPr>
              <a:t>any </a:t>
            </a:r>
            <a:r>
              <a:rPr sz="1600" spc="105">
                <a:solidFill>
                  <a:srgbClr val="0E2326"/>
                </a:solidFill>
                <a:latin typeface="Arial"/>
                <a:cs typeface="Arial"/>
              </a:rPr>
              <a:t>risk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0E2326"/>
                </a:solidFill>
                <a:latin typeface="Arial"/>
                <a:cs typeface="Arial"/>
              </a:rPr>
              <a:t>or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0E2326"/>
                </a:solidFill>
                <a:latin typeface="Arial"/>
                <a:cs typeface="Arial"/>
              </a:rPr>
              <a:t>harm.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35">
                <a:solidFill>
                  <a:srgbClr val="0E2326"/>
                </a:solidFill>
                <a:latin typeface="Arial"/>
                <a:cs typeface="Arial"/>
              </a:rPr>
              <a:t>Researchers </a:t>
            </a:r>
            <a:r>
              <a:rPr sz="1600" spc="175">
                <a:solidFill>
                  <a:srgbClr val="0E2326"/>
                </a:solidFill>
                <a:latin typeface="Arial"/>
                <a:cs typeface="Arial"/>
              </a:rPr>
              <a:t>should</a:t>
            </a:r>
            <a:r>
              <a:rPr sz="1600" spc="24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aim</a:t>
            </a:r>
            <a:r>
              <a:rPr sz="1600" spc="24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0E2326"/>
                </a:solidFill>
                <a:latin typeface="Arial"/>
                <a:cs typeface="Arial"/>
              </a:rPr>
              <a:t>to</a:t>
            </a:r>
            <a:r>
              <a:rPr sz="1600" spc="24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0E2326"/>
                </a:solidFill>
                <a:latin typeface="Arial"/>
                <a:cs typeface="Arial"/>
              </a:rPr>
              <a:t>maximise </a:t>
            </a:r>
            <a:r>
              <a:rPr sz="1600" spc="170">
                <a:solidFill>
                  <a:srgbClr val="0E2326"/>
                </a:solidFill>
                <a:latin typeface="Arial"/>
                <a:cs typeface="Arial"/>
              </a:rPr>
              <a:t>the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0E2326"/>
                </a:solidFill>
                <a:latin typeface="Arial"/>
                <a:cs typeface="Arial"/>
              </a:rPr>
              <a:t>benefit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0E2326"/>
                </a:solidFill>
                <a:latin typeface="Arial"/>
                <a:cs typeface="Arial"/>
              </a:rPr>
              <a:t>of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E2326"/>
                </a:solidFill>
                <a:latin typeface="Arial"/>
                <a:cs typeface="Arial"/>
              </a:rPr>
              <a:t>the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E2326"/>
                </a:solidFill>
                <a:latin typeface="Arial"/>
                <a:cs typeface="Arial"/>
              </a:rPr>
              <a:t>study </a:t>
            </a:r>
            <a:r>
              <a:rPr sz="1600" spc="220">
                <a:solidFill>
                  <a:srgbClr val="0E2326"/>
                </a:solidFill>
                <a:latin typeface="Arial"/>
                <a:cs typeface="Arial"/>
              </a:rPr>
              <a:t>and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0E2326"/>
                </a:solidFill>
                <a:latin typeface="Arial"/>
                <a:cs typeface="Arial"/>
              </a:rPr>
              <a:t>minimise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0E2326"/>
                </a:solidFill>
                <a:latin typeface="Arial"/>
                <a:cs typeface="Arial"/>
              </a:rPr>
              <a:t>the </a:t>
            </a:r>
            <a:r>
              <a:rPr sz="1600" spc="190">
                <a:solidFill>
                  <a:srgbClr val="0E2326"/>
                </a:solidFill>
                <a:latin typeface="Arial"/>
                <a:cs typeface="Arial"/>
              </a:rPr>
              <a:t>potential</a:t>
            </a:r>
            <a:r>
              <a:rPr sz="1600" spc="24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05">
                <a:solidFill>
                  <a:srgbClr val="0E2326"/>
                </a:solidFill>
                <a:latin typeface="Arial"/>
                <a:cs typeface="Arial"/>
              </a:rPr>
              <a:t>risk</a:t>
            </a:r>
            <a:r>
              <a:rPr sz="1600" spc="24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0E2326"/>
                </a:solidFill>
                <a:latin typeface="Arial"/>
                <a:cs typeface="Arial"/>
              </a:rPr>
              <a:t>and</a:t>
            </a:r>
            <a:r>
              <a:rPr sz="1600" spc="240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210">
                <a:solidFill>
                  <a:srgbClr val="0E2326"/>
                </a:solidFill>
                <a:latin typeface="Arial"/>
                <a:cs typeface="Arial"/>
              </a:rPr>
              <a:t>harm </a:t>
            </a:r>
            <a:r>
              <a:rPr sz="1600" spc="160">
                <a:solidFill>
                  <a:srgbClr val="0E2326"/>
                </a:solidFill>
                <a:latin typeface="Arial"/>
                <a:cs typeface="Arial"/>
              </a:rPr>
              <a:t>to</a:t>
            </a:r>
            <a:r>
              <a:rPr sz="1600" spc="229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0E2326"/>
                </a:solidFill>
                <a:latin typeface="Arial"/>
                <a:cs typeface="Arial"/>
              </a:rPr>
              <a:t>all</a:t>
            </a:r>
            <a:r>
              <a:rPr sz="1600" spc="235">
                <a:solidFill>
                  <a:srgbClr val="0E2326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0E2326"/>
                </a:solidFill>
                <a:latin typeface="Arial"/>
                <a:cs typeface="Arial"/>
              </a:rPr>
              <a:t>concerned.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6752" y="13405857"/>
            <a:ext cx="6565900" cy="1968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" marR="5080" indent="88900" algn="r">
              <a:lnSpc>
                <a:spcPct val="132800"/>
              </a:lnSpc>
              <a:spcBef>
                <a:spcPts val="100"/>
              </a:spcBef>
            </a:pPr>
            <a:r>
              <a:rPr sz="1600" spc="150">
                <a:solidFill>
                  <a:srgbClr val="3C486B"/>
                </a:solidFill>
                <a:latin typeface="Arial"/>
                <a:cs typeface="Arial"/>
              </a:rPr>
              <a:t>Research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should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3C486B"/>
                </a:solidFill>
                <a:latin typeface="Arial"/>
                <a:cs typeface="Arial"/>
              </a:rPr>
              <a:t>be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3C486B"/>
                </a:solidFill>
                <a:latin typeface="Arial"/>
                <a:cs typeface="Arial"/>
              </a:rPr>
              <a:t>designed,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reviewed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3C486B"/>
                </a:solidFill>
                <a:latin typeface="Arial"/>
                <a:cs typeface="Arial"/>
              </a:rPr>
              <a:t>undertaken </a:t>
            </a:r>
            <a:r>
              <a:rPr sz="1600" spc="160">
                <a:solidFill>
                  <a:srgbClr val="3C486B"/>
                </a:solidFill>
                <a:latin typeface="Arial"/>
                <a:cs typeface="Arial"/>
              </a:rPr>
              <a:t>to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3C486B"/>
                </a:solidFill>
                <a:latin typeface="Arial"/>
                <a:cs typeface="Arial"/>
              </a:rPr>
              <a:t>ensure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3C486B"/>
                </a:solidFill>
                <a:latin typeface="Arial"/>
                <a:cs typeface="Arial"/>
              </a:rPr>
              <a:t>recognised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3C486B"/>
                </a:solidFill>
                <a:latin typeface="Arial"/>
                <a:cs typeface="Arial"/>
              </a:rPr>
              <a:t>standards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3C486B"/>
                </a:solidFill>
                <a:latin typeface="Arial"/>
                <a:cs typeface="Arial"/>
              </a:rPr>
              <a:t>of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integrity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3C486B"/>
                </a:solidFill>
                <a:latin typeface="Arial"/>
                <a:cs typeface="Arial"/>
              </a:rPr>
              <a:t>are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met,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endParaRPr sz="1600">
              <a:latin typeface="Arial"/>
              <a:cs typeface="Arial"/>
            </a:endParaRPr>
          </a:p>
          <a:p>
            <a:pPr marL="12700" marR="5080" indent="2230120" algn="r">
              <a:lnSpc>
                <a:spcPct val="132800"/>
              </a:lnSpc>
            </a:pPr>
            <a:r>
              <a:rPr sz="1600" spc="185">
                <a:solidFill>
                  <a:srgbClr val="3C486B"/>
                </a:solidFill>
                <a:latin typeface="Arial"/>
                <a:cs typeface="Arial"/>
              </a:rPr>
              <a:t>quality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3C486B"/>
                </a:solidFill>
                <a:latin typeface="Arial"/>
                <a:cs typeface="Arial"/>
              </a:rPr>
              <a:t>transparency</a:t>
            </a:r>
            <a:r>
              <a:rPr sz="1600" spc="254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3C486B"/>
                </a:solidFill>
                <a:latin typeface="Arial"/>
                <a:cs typeface="Arial"/>
              </a:rPr>
              <a:t>are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3C486B"/>
                </a:solidFill>
                <a:latin typeface="Arial"/>
                <a:cs typeface="Arial"/>
              </a:rPr>
              <a:t>assured. Examples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3C486B"/>
                </a:solidFill>
                <a:latin typeface="Arial"/>
                <a:cs typeface="Arial"/>
              </a:rPr>
              <a:t>of</a:t>
            </a:r>
            <a:r>
              <a:rPr sz="1600" spc="254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15">
                <a:solidFill>
                  <a:srgbClr val="3C486B"/>
                </a:solidFill>
                <a:latin typeface="Arial"/>
                <a:cs typeface="Arial"/>
              </a:rPr>
              <a:t>unacceptable</a:t>
            </a:r>
            <a:r>
              <a:rPr sz="1600" spc="254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3C486B"/>
                </a:solidFill>
                <a:latin typeface="Arial"/>
                <a:cs typeface="Arial"/>
              </a:rPr>
              <a:t>practices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3C486B"/>
                </a:solidFill>
                <a:latin typeface="Arial"/>
                <a:cs typeface="Arial"/>
              </a:rPr>
              <a:t>include:</a:t>
            </a:r>
            <a:r>
              <a:rPr sz="1600" spc="254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3C486B"/>
                </a:solidFill>
                <a:latin typeface="Arial"/>
                <a:cs typeface="Arial"/>
              </a:rPr>
              <a:t>fabrication </a:t>
            </a:r>
            <a:r>
              <a:rPr sz="1600" spc="180">
                <a:solidFill>
                  <a:srgbClr val="3C486B"/>
                </a:solidFill>
                <a:latin typeface="Arial"/>
                <a:cs typeface="Arial"/>
              </a:rPr>
              <a:t>by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3C486B"/>
                </a:solidFill>
                <a:latin typeface="Arial"/>
                <a:cs typeface="Arial"/>
              </a:rPr>
              <a:t>the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3C486B"/>
                </a:solidFill>
                <a:latin typeface="Arial"/>
                <a:cs typeface="Arial"/>
              </a:rPr>
              <a:t>creation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3C486B"/>
                </a:solidFill>
                <a:latin typeface="Arial"/>
                <a:cs typeface="Arial"/>
              </a:rPr>
              <a:t>of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3C486B"/>
                </a:solidFill>
                <a:latin typeface="Arial"/>
                <a:cs typeface="Arial"/>
              </a:rPr>
              <a:t>false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9">
                <a:solidFill>
                  <a:srgbClr val="3C486B"/>
                </a:solidFill>
                <a:latin typeface="Arial"/>
                <a:cs typeface="Arial"/>
              </a:rPr>
              <a:t>data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3C486B"/>
                </a:solidFill>
                <a:latin typeface="Arial"/>
                <a:cs typeface="Arial"/>
              </a:rPr>
              <a:t>or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3C486B"/>
                </a:solidFill>
                <a:latin typeface="Arial"/>
                <a:cs typeface="Arial"/>
              </a:rPr>
              <a:t>other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3C486B"/>
                </a:solidFill>
                <a:latin typeface="Arial"/>
                <a:cs typeface="Arial"/>
              </a:rPr>
              <a:t>aspects</a:t>
            </a:r>
            <a:r>
              <a:rPr sz="1600" spc="24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3C486B"/>
                </a:solidFill>
                <a:latin typeface="Arial"/>
                <a:cs typeface="Arial"/>
              </a:rPr>
              <a:t>of</a:t>
            </a:r>
            <a:r>
              <a:rPr sz="1600" spc="23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3C486B"/>
                </a:solidFill>
                <a:latin typeface="Arial"/>
                <a:cs typeface="Arial"/>
              </a:rPr>
              <a:t>research, </a:t>
            </a:r>
            <a:r>
              <a:rPr sz="1600" spc="190">
                <a:solidFill>
                  <a:srgbClr val="3C486B"/>
                </a:solidFill>
                <a:latin typeface="Arial"/>
                <a:cs typeface="Arial"/>
              </a:rPr>
              <a:t>including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documentation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3C486B"/>
                </a:solidFill>
                <a:latin typeface="Arial"/>
                <a:cs typeface="Arial"/>
              </a:rPr>
              <a:t>and</a:t>
            </a:r>
            <a:r>
              <a:rPr sz="1600" spc="245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204">
                <a:solidFill>
                  <a:srgbClr val="3C486B"/>
                </a:solidFill>
                <a:latin typeface="Arial"/>
                <a:cs typeface="Arial"/>
              </a:rPr>
              <a:t>participant</a:t>
            </a:r>
            <a:r>
              <a:rPr sz="1600" spc="250">
                <a:solidFill>
                  <a:srgbClr val="3C486B"/>
                </a:solidFill>
                <a:latin typeface="Arial"/>
                <a:cs typeface="Arial"/>
              </a:rPr>
              <a:t> </a:t>
            </a:r>
            <a:r>
              <a:rPr sz="1600" spc="165">
                <a:solidFill>
                  <a:srgbClr val="3C486B"/>
                </a:solidFill>
                <a:latin typeface="Arial"/>
                <a:cs typeface="Arial"/>
              </a:rPr>
              <a:t>consent;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69706" y="6089572"/>
            <a:ext cx="172529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5815" algn="l"/>
              </a:tabLst>
            </a:pPr>
            <a:r>
              <a:rPr sz="2700" spc="275">
                <a:solidFill>
                  <a:srgbClr val="FFF0EC"/>
                </a:solidFill>
                <a:latin typeface="Arial"/>
                <a:cs typeface="Arial"/>
              </a:rPr>
              <a:t>03</a:t>
            </a:r>
            <a:r>
              <a:rPr sz="2700">
                <a:solidFill>
                  <a:srgbClr val="FFF0EC"/>
                </a:solidFill>
                <a:latin typeface="Arial"/>
                <a:cs typeface="Arial"/>
              </a:rPr>
              <a:t>	</a:t>
            </a:r>
            <a:r>
              <a:rPr sz="1600" b="1" spc="40">
                <a:solidFill>
                  <a:srgbClr val="457C97"/>
                </a:solidFill>
                <a:latin typeface="Arial"/>
                <a:cs typeface="Arial"/>
              </a:rPr>
              <a:t>JUSTICE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024606" y="6607018"/>
            <a:ext cx="3457575" cy="2940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100"/>
              </a:spcBef>
            </a:pPr>
            <a:r>
              <a:rPr sz="1600" spc="150">
                <a:solidFill>
                  <a:srgbClr val="457C97"/>
                </a:solidFill>
                <a:latin typeface="Arial"/>
                <a:cs typeface="Arial"/>
              </a:rPr>
              <a:t>Research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457C97"/>
                </a:solidFill>
                <a:latin typeface="Arial"/>
                <a:cs typeface="Arial"/>
              </a:rPr>
              <a:t>should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457C97"/>
                </a:solidFill>
                <a:latin typeface="Arial"/>
                <a:cs typeface="Arial"/>
              </a:rPr>
              <a:t>be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457C97"/>
                </a:solidFill>
                <a:latin typeface="Arial"/>
                <a:cs typeface="Arial"/>
              </a:rPr>
              <a:t>just </a:t>
            </a:r>
            <a:r>
              <a:rPr sz="1600" spc="195">
                <a:solidFill>
                  <a:srgbClr val="457C97"/>
                </a:solidFill>
                <a:latin typeface="Arial"/>
                <a:cs typeface="Arial"/>
              </a:rPr>
              <a:t>between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457C97"/>
                </a:solidFill>
                <a:latin typeface="Arial"/>
                <a:cs typeface="Arial"/>
              </a:rPr>
              <a:t>different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225">
                <a:solidFill>
                  <a:srgbClr val="457C97"/>
                </a:solidFill>
                <a:latin typeface="Arial"/>
                <a:cs typeface="Arial"/>
              </a:rPr>
              <a:t>members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00">
                <a:solidFill>
                  <a:srgbClr val="457C97"/>
                </a:solidFill>
                <a:latin typeface="Arial"/>
                <a:cs typeface="Arial"/>
              </a:rPr>
              <a:t>or </a:t>
            </a:r>
            <a:r>
              <a:rPr sz="1600" spc="190">
                <a:solidFill>
                  <a:srgbClr val="457C97"/>
                </a:solidFill>
                <a:latin typeface="Arial"/>
                <a:cs typeface="Arial"/>
              </a:rPr>
              <a:t>groups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20">
                <a:solidFill>
                  <a:srgbClr val="457C97"/>
                </a:solidFill>
                <a:latin typeface="Arial"/>
                <a:cs typeface="Arial"/>
              </a:rPr>
              <a:t>in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society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with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equal </a:t>
            </a:r>
            <a:r>
              <a:rPr sz="1600" spc="210">
                <a:solidFill>
                  <a:srgbClr val="457C97"/>
                </a:solidFill>
                <a:latin typeface="Arial"/>
                <a:cs typeface="Arial"/>
              </a:rPr>
              <a:t>treatment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457C97"/>
                </a:solidFill>
                <a:latin typeface="Arial"/>
                <a:cs typeface="Arial"/>
              </a:rPr>
              <a:t>and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457C97"/>
                </a:solidFill>
                <a:latin typeface="Arial"/>
                <a:cs typeface="Arial"/>
              </a:rPr>
              <a:t>respect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14">
                <a:solidFill>
                  <a:srgbClr val="457C97"/>
                </a:solidFill>
                <a:latin typeface="Arial"/>
                <a:cs typeface="Arial"/>
              </a:rPr>
              <a:t>for </a:t>
            </a:r>
            <a:r>
              <a:rPr sz="1600" spc="150">
                <a:solidFill>
                  <a:srgbClr val="457C97"/>
                </a:solidFill>
                <a:latin typeface="Arial"/>
                <a:cs typeface="Arial"/>
              </a:rPr>
              <a:t>persons.</a:t>
            </a:r>
            <a:r>
              <a:rPr sz="1600" spc="229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20">
                <a:solidFill>
                  <a:srgbClr val="457C97"/>
                </a:solidFill>
                <a:latin typeface="Arial"/>
                <a:cs typeface="Arial"/>
              </a:rPr>
              <a:t>Give</a:t>
            </a:r>
            <a:r>
              <a:rPr sz="1600" spc="229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careful </a:t>
            </a:r>
            <a:r>
              <a:rPr sz="1600" spc="190">
                <a:solidFill>
                  <a:srgbClr val="457C97"/>
                </a:solidFill>
                <a:latin typeface="Arial"/>
                <a:cs typeface="Arial"/>
              </a:rPr>
              <a:t>consideration</a:t>
            </a:r>
            <a:r>
              <a:rPr sz="1600" spc="23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457C97"/>
                </a:solidFill>
                <a:latin typeface="Arial"/>
                <a:cs typeface="Arial"/>
              </a:rPr>
              <a:t>to</a:t>
            </a:r>
            <a:r>
              <a:rPr sz="1600" spc="23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the</a:t>
            </a:r>
            <a:r>
              <a:rPr sz="1600" spc="23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55">
                <a:solidFill>
                  <a:srgbClr val="457C97"/>
                </a:solidFill>
                <a:latin typeface="Arial"/>
                <a:cs typeface="Arial"/>
              </a:rPr>
              <a:t>overall </a:t>
            </a:r>
            <a:r>
              <a:rPr sz="1600" spc="175">
                <a:solidFill>
                  <a:srgbClr val="457C97"/>
                </a:solidFill>
                <a:latin typeface="Arial"/>
                <a:cs typeface="Arial"/>
              </a:rPr>
              <a:t>societal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235">
                <a:solidFill>
                  <a:srgbClr val="457C97"/>
                </a:solidFill>
                <a:latin typeface="Arial"/>
                <a:cs typeface="Arial"/>
              </a:rPr>
              <a:t>impact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457C97"/>
                </a:solidFill>
                <a:latin typeface="Arial"/>
                <a:cs typeface="Arial"/>
              </a:rPr>
              <a:t>of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the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457C97"/>
                </a:solidFill>
                <a:latin typeface="Arial"/>
                <a:cs typeface="Arial"/>
              </a:rPr>
              <a:t>study</a:t>
            </a:r>
            <a:r>
              <a:rPr sz="1600" spc="25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60">
                <a:solidFill>
                  <a:srgbClr val="457C97"/>
                </a:solidFill>
                <a:latin typeface="Arial"/>
                <a:cs typeface="Arial"/>
              </a:rPr>
              <a:t>in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the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selection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40">
                <a:solidFill>
                  <a:srgbClr val="457C97"/>
                </a:solidFill>
                <a:latin typeface="Arial"/>
                <a:cs typeface="Arial"/>
              </a:rPr>
              <a:t>of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457C97"/>
                </a:solidFill>
                <a:latin typeface="Arial"/>
                <a:cs typeface="Arial"/>
              </a:rPr>
              <a:t>participants </a:t>
            </a:r>
            <a:r>
              <a:rPr sz="1600" spc="220">
                <a:solidFill>
                  <a:srgbClr val="457C97"/>
                </a:solidFill>
                <a:latin typeface="Arial"/>
                <a:cs typeface="Arial"/>
              </a:rPr>
              <a:t>and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457C97"/>
                </a:solidFill>
                <a:latin typeface="Arial"/>
                <a:cs typeface="Arial"/>
              </a:rPr>
              <a:t>the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210">
                <a:solidFill>
                  <a:srgbClr val="457C97"/>
                </a:solidFill>
                <a:latin typeface="Arial"/>
                <a:cs typeface="Arial"/>
              </a:rPr>
              <a:t>outcomes</a:t>
            </a:r>
            <a:r>
              <a:rPr sz="1600" spc="240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200">
                <a:solidFill>
                  <a:srgbClr val="457C97"/>
                </a:solidFill>
                <a:latin typeface="Arial"/>
                <a:cs typeface="Arial"/>
              </a:rPr>
              <a:t>from</a:t>
            </a:r>
            <a:r>
              <a:rPr sz="1600" spc="245">
                <a:solidFill>
                  <a:srgbClr val="457C97"/>
                </a:solidFill>
                <a:latin typeface="Arial"/>
                <a:cs typeface="Arial"/>
              </a:rPr>
              <a:t> </a:t>
            </a:r>
            <a:r>
              <a:rPr sz="1600" spc="55">
                <a:solidFill>
                  <a:srgbClr val="457C97"/>
                </a:solidFill>
                <a:latin typeface="Arial"/>
                <a:cs typeface="Arial"/>
              </a:rPr>
              <a:t>it.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79654" y="9850080"/>
            <a:ext cx="226822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60">
                <a:solidFill>
                  <a:srgbClr val="295C67"/>
                </a:solidFill>
                <a:latin typeface="Arial"/>
                <a:cs typeface="Arial"/>
              </a:rPr>
              <a:t>INFORMED</a:t>
            </a:r>
            <a:r>
              <a:rPr sz="1550" b="1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550" b="1" spc="55">
                <a:solidFill>
                  <a:srgbClr val="295C67"/>
                </a:solidFill>
                <a:latin typeface="Arial"/>
                <a:cs typeface="Arial"/>
              </a:rPr>
              <a:t>CONSENT</a:t>
            </a:r>
            <a:endParaRPr sz="15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3117" y="9514968"/>
            <a:ext cx="5105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370">
                <a:solidFill>
                  <a:srgbClr val="FFF0EC"/>
                </a:solidFill>
                <a:latin typeface="Arial"/>
                <a:cs typeface="Arial"/>
              </a:rPr>
              <a:t>04</a:t>
            </a:r>
            <a:endParaRPr sz="27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0506" y="10135043"/>
            <a:ext cx="3575050" cy="261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8260" algn="just">
              <a:lnSpc>
                <a:spcPct val="132800"/>
              </a:lnSpc>
              <a:spcBef>
                <a:spcPts val="100"/>
              </a:spcBef>
            </a:pPr>
            <a:r>
              <a:rPr sz="1600" spc="185">
                <a:solidFill>
                  <a:srgbClr val="295C67"/>
                </a:solidFill>
                <a:latin typeface="Arial"/>
                <a:cs typeface="Arial"/>
              </a:rPr>
              <a:t>Informed</a:t>
            </a:r>
            <a:r>
              <a:rPr sz="1600" spc="254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85">
                <a:solidFill>
                  <a:srgbClr val="295C67"/>
                </a:solidFill>
                <a:latin typeface="Arial"/>
                <a:cs typeface="Arial"/>
              </a:rPr>
              <a:t>consent</a:t>
            </a:r>
            <a:r>
              <a:rPr sz="1600" spc="26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295C67"/>
                </a:solidFill>
                <a:latin typeface="Arial"/>
                <a:cs typeface="Arial"/>
              </a:rPr>
              <a:t>requires</a:t>
            </a:r>
            <a:r>
              <a:rPr sz="1600" spc="26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295C67"/>
                </a:solidFill>
                <a:latin typeface="Arial"/>
                <a:cs typeface="Arial"/>
              </a:rPr>
              <a:t>that </a:t>
            </a:r>
            <a:r>
              <a:rPr sz="1600" spc="175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1600" spc="24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70">
                <a:solidFill>
                  <a:srgbClr val="295C67"/>
                </a:solidFill>
                <a:latin typeface="Arial"/>
                <a:cs typeface="Arial"/>
              </a:rPr>
              <a:t>staff</a:t>
            </a:r>
            <a:r>
              <a:rPr sz="1600" spc="24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220">
                <a:solidFill>
                  <a:srgbClr val="295C67"/>
                </a:solidFill>
                <a:latin typeface="Arial"/>
                <a:cs typeface="Arial"/>
              </a:rPr>
              <a:t>and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295C67"/>
                </a:solidFill>
                <a:latin typeface="Arial"/>
                <a:cs typeface="Arial"/>
              </a:rPr>
              <a:t>participants </a:t>
            </a:r>
            <a:r>
              <a:rPr sz="1600" spc="175">
                <a:solidFill>
                  <a:srgbClr val="295C67"/>
                </a:solidFill>
                <a:latin typeface="Arial"/>
                <a:cs typeface="Arial"/>
              </a:rPr>
              <a:t>should</a:t>
            </a:r>
            <a:r>
              <a:rPr sz="1600" spc="24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80">
                <a:solidFill>
                  <a:srgbClr val="295C67"/>
                </a:solidFill>
                <a:latin typeface="Arial"/>
                <a:cs typeface="Arial"/>
              </a:rPr>
              <a:t>be</a:t>
            </a:r>
            <a:r>
              <a:rPr sz="1600" spc="24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75">
                <a:solidFill>
                  <a:srgbClr val="295C67"/>
                </a:solidFill>
                <a:latin typeface="Arial"/>
                <a:cs typeface="Arial"/>
              </a:rPr>
              <a:t>given</a:t>
            </a:r>
            <a:r>
              <a:rPr sz="1600" spc="24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295C67"/>
                </a:solidFill>
                <a:latin typeface="Arial"/>
                <a:cs typeface="Arial"/>
              </a:rPr>
              <a:t>appropriate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32800"/>
              </a:lnSpc>
            </a:pPr>
            <a:r>
              <a:rPr sz="1600" spc="360">
                <a:solidFill>
                  <a:srgbClr val="295C67"/>
                </a:solidFill>
                <a:latin typeface="Arial"/>
                <a:cs typeface="Arial"/>
              </a:rPr>
              <a:t>(a)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95">
                <a:solidFill>
                  <a:srgbClr val="295C67"/>
                </a:solidFill>
                <a:latin typeface="Arial"/>
                <a:cs typeface="Arial"/>
              </a:rPr>
              <a:t>information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215">
                <a:solidFill>
                  <a:srgbClr val="295C67"/>
                </a:solidFill>
                <a:latin typeface="Arial"/>
                <a:cs typeface="Arial"/>
              </a:rPr>
              <a:t>about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45">
                <a:solidFill>
                  <a:srgbClr val="295C67"/>
                </a:solidFill>
                <a:latin typeface="Arial"/>
                <a:cs typeface="Arial"/>
              </a:rPr>
              <a:t>the </a:t>
            </a:r>
            <a:r>
              <a:rPr sz="1600" spc="175">
                <a:solidFill>
                  <a:srgbClr val="295C67"/>
                </a:solidFill>
                <a:latin typeface="Arial"/>
                <a:cs typeface="Arial"/>
              </a:rPr>
              <a:t>research</a:t>
            </a:r>
            <a:r>
              <a:rPr sz="1600" spc="24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360">
                <a:solidFill>
                  <a:srgbClr val="295C67"/>
                </a:solidFill>
                <a:latin typeface="Arial"/>
                <a:cs typeface="Arial"/>
              </a:rPr>
              <a:t>(b)</a:t>
            </a:r>
            <a:r>
              <a:rPr sz="1600" spc="24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20">
                <a:solidFill>
                  <a:srgbClr val="295C67"/>
                </a:solidFill>
                <a:latin typeface="Arial"/>
                <a:cs typeface="Arial"/>
              </a:rPr>
              <a:t>in</a:t>
            </a:r>
            <a:r>
              <a:rPr sz="1600" spc="24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295C67"/>
                </a:solidFill>
                <a:latin typeface="Arial"/>
                <a:cs typeface="Arial"/>
              </a:rPr>
              <a:t>a </a:t>
            </a:r>
            <a:r>
              <a:rPr sz="1600" spc="200">
                <a:solidFill>
                  <a:srgbClr val="295C67"/>
                </a:solidFill>
                <a:latin typeface="Arial"/>
                <a:cs typeface="Arial"/>
              </a:rPr>
              <a:t>comprehensible</a:t>
            </a:r>
            <a:r>
              <a:rPr sz="1600" spc="245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215">
                <a:solidFill>
                  <a:srgbClr val="295C67"/>
                </a:solidFill>
                <a:latin typeface="Arial"/>
                <a:cs typeface="Arial"/>
              </a:rPr>
              <a:t>manner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330">
                <a:solidFill>
                  <a:srgbClr val="295C67"/>
                </a:solidFill>
                <a:latin typeface="Arial"/>
                <a:cs typeface="Arial"/>
              </a:rPr>
              <a:t>(c) </a:t>
            </a:r>
            <a:r>
              <a:rPr sz="1600" spc="185">
                <a:solidFill>
                  <a:srgbClr val="295C67"/>
                </a:solidFill>
                <a:latin typeface="Arial"/>
                <a:cs typeface="Arial"/>
              </a:rPr>
              <a:t>without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60">
                <a:solidFill>
                  <a:srgbClr val="295C67"/>
                </a:solidFill>
                <a:latin typeface="Arial"/>
                <a:cs typeface="Arial"/>
              </a:rPr>
              <a:t>duress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25">
                <a:solidFill>
                  <a:srgbClr val="295C67"/>
                </a:solidFill>
                <a:latin typeface="Arial"/>
                <a:cs typeface="Arial"/>
              </a:rPr>
              <a:t>or</a:t>
            </a:r>
            <a:r>
              <a:rPr sz="1600" spc="250">
                <a:solidFill>
                  <a:srgbClr val="295C67"/>
                </a:solidFill>
                <a:latin typeface="Arial"/>
                <a:cs typeface="Arial"/>
              </a:rPr>
              <a:t> </a:t>
            </a:r>
            <a:r>
              <a:rPr sz="1600" spc="190">
                <a:solidFill>
                  <a:srgbClr val="295C67"/>
                </a:solidFill>
                <a:latin typeface="Arial"/>
                <a:cs typeface="Arial"/>
              </a:rPr>
              <a:t>inappropriate </a:t>
            </a:r>
            <a:r>
              <a:rPr sz="1600" spc="185">
                <a:solidFill>
                  <a:srgbClr val="295C67"/>
                </a:solidFill>
                <a:latin typeface="Arial"/>
                <a:cs typeface="Arial"/>
              </a:rPr>
              <a:t>inducement.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8800" y="780325"/>
            <a:ext cx="3886200" cy="2379498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 marR="5080" indent="-25400" algn="ctr">
              <a:lnSpc>
                <a:spcPts val="4430"/>
              </a:lnSpc>
              <a:spcBef>
                <a:spcPts val="955"/>
              </a:spcBef>
            </a:pPr>
            <a:r>
              <a:rPr spc="-285">
                <a:solidFill>
                  <a:schemeClr val="tx1"/>
                </a:solidFill>
              </a:rPr>
              <a:t>3</a:t>
            </a:r>
            <a:r>
              <a:rPr spc="-1195">
                <a:solidFill>
                  <a:schemeClr val="tx1"/>
                </a:solidFill>
              </a:rPr>
              <a:t>.</a:t>
            </a:r>
            <a:r>
              <a:rPr sz="6600" spc="-412" baseline="-2525">
                <a:solidFill>
                  <a:schemeClr val="tx1"/>
                </a:solidFill>
              </a:rPr>
              <a:t>.</a:t>
            </a:r>
            <a:r>
              <a:rPr sz="6600" spc="330" baseline="-2525">
                <a:solidFill>
                  <a:schemeClr val="tx1"/>
                </a:solidFill>
              </a:rPr>
              <a:t> </a:t>
            </a:r>
            <a:r>
              <a:rPr spc="-305">
                <a:solidFill>
                  <a:schemeClr val="tx1"/>
                </a:solidFill>
              </a:rPr>
              <a:t>The</a:t>
            </a:r>
            <a:r>
              <a:rPr spc="420">
                <a:solidFill>
                  <a:schemeClr val="tx1"/>
                </a:solidFill>
              </a:rPr>
              <a:t> </a:t>
            </a:r>
            <a:r>
              <a:rPr lang="en-US" spc="105">
                <a:solidFill>
                  <a:schemeClr val="tx1"/>
                </a:solidFill>
              </a:rPr>
              <a:t>ethics</a:t>
            </a:r>
            <a:r>
              <a:rPr spc="-35">
                <a:solidFill>
                  <a:schemeClr val="tx1"/>
                </a:solidFill>
              </a:rPr>
              <a:t> </a:t>
            </a:r>
            <a:r>
              <a:rPr spc="320">
                <a:solidFill>
                  <a:schemeClr val="tx1"/>
                </a:solidFill>
              </a:rPr>
              <a:t>of</a:t>
            </a:r>
            <a:r>
              <a:rPr spc="409">
                <a:solidFill>
                  <a:schemeClr val="tx1"/>
                </a:solidFill>
              </a:rPr>
              <a:t> </a:t>
            </a:r>
            <a:r>
              <a:rPr lang="en-US" spc="-295">
                <a:solidFill>
                  <a:schemeClr val="tx1"/>
                </a:solidFill>
              </a:rPr>
              <a:t>using</a:t>
            </a:r>
            <a:r>
              <a:rPr spc="-455">
                <a:solidFill>
                  <a:schemeClr val="tx1"/>
                </a:solidFill>
              </a:rPr>
              <a:t> </a:t>
            </a:r>
            <a:r>
              <a:rPr spc="25">
                <a:solidFill>
                  <a:schemeClr val="tx1"/>
                </a:solidFill>
              </a:rPr>
              <a:t>generative</a:t>
            </a:r>
            <a:r>
              <a:rPr spc="-105">
                <a:solidFill>
                  <a:schemeClr val="tx1"/>
                </a:solidFill>
              </a:rPr>
              <a:t> </a:t>
            </a:r>
            <a:r>
              <a:rPr lang="en-US" spc="-185">
                <a:solidFill>
                  <a:schemeClr val="tx1"/>
                </a:solidFill>
              </a:rPr>
              <a:t>AI in </a:t>
            </a:r>
            <a:r>
              <a:rPr spc="-10">
                <a:solidFill>
                  <a:schemeClr val="tx1"/>
                </a:solidFill>
              </a:rPr>
              <a:t>research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80268" y="3885933"/>
            <a:ext cx="6287770" cy="14592935"/>
            <a:chOff x="580268" y="3885933"/>
            <a:chExt cx="6287770" cy="14592935"/>
          </a:xfrm>
        </p:grpSpPr>
        <p:sp>
          <p:nvSpPr>
            <p:cNvPr id="4" name="object 4"/>
            <p:cNvSpPr/>
            <p:nvPr/>
          </p:nvSpPr>
          <p:spPr>
            <a:xfrm>
              <a:off x="762000" y="3895458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B0D3EF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000" y="3895458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1" y="0"/>
                  </a:lnTo>
                  <a:lnTo>
                    <a:pt x="3398790" y="0"/>
                  </a:lnTo>
                  <a:lnTo>
                    <a:pt x="3448056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7" y="114606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2" y="2829040"/>
                  </a:lnTo>
                  <a:lnTo>
                    <a:pt x="3678551" y="2870039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5743" y="7212626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0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0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C2B6E4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5743" y="7212626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2" y="0"/>
                  </a:lnTo>
                  <a:lnTo>
                    <a:pt x="3398790" y="0"/>
                  </a:lnTo>
                  <a:lnTo>
                    <a:pt x="3448057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8" y="114607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3" y="2829040"/>
                  </a:lnTo>
                  <a:lnTo>
                    <a:pt x="3678551" y="2870038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000" y="10529793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5086CC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000" y="10529793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1" y="0"/>
                  </a:lnTo>
                  <a:lnTo>
                    <a:pt x="3398790" y="0"/>
                  </a:lnTo>
                  <a:lnTo>
                    <a:pt x="3448056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7" y="114606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2" y="2829040"/>
                  </a:lnTo>
                  <a:lnTo>
                    <a:pt x="3678551" y="2870039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10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25743" y="13846962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BAE6E2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25743" y="13846962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2" y="0"/>
                  </a:lnTo>
                  <a:lnTo>
                    <a:pt x="3398790" y="0"/>
                  </a:lnTo>
                  <a:lnTo>
                    <a:pt x="3448057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8" y="114607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3" y="2829040"/>
                  </a:lnTo>
                  <a:lnTo>
                    <a:pt x="3678551" y="2870038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268" y="14309184"/>
              <a:ext cx="6244568" cy="416938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838200" y="17276996"/>
            <a:ext cx="5883990" cy="500137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r>
              <a:rPr lang="en-ZA" sz="1600" baseline="-25000" err="1">
                <a:latin typeface="Arial" panose="020B0604020202020204" pitchFamily="34" charset="0"/>
                <a:cs typeface="Arial" panose="020B0604020202020204" pitchFamily="34" charset="0"/>
              </a:rPr>
              <a:t>Schlagwein</a:t>
            </a:r>
            <a:r>
              <a:rPr lang="en-ZA" sz="1600" baseline="-25000">
                <a:latin typeface="Arial" panose="020B0604020202020204" pitchFamily="34" charset="0"/>
                <a:cs typeface="Arial" panose="020B0604020202020204" pitchFamily="34" charset="0"/>
              </a:rPr>
              <a:t>, D., &amp; Willcocks, L. (2023). </a:t>
            </a:r>
            <a:r>
              <a:rPr lang="en-ZA" sz="1600" i="1" baseline="-25000"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ZA" sz="1600" baseline="-25000">
                <a:latin typeface="Arial" panose="020B0604020202020204" pitchFamily="34" charset="0"/>
                <a:cs typeface="Arial" panose="020B0604020202020204" pitchFamily="34" charset="0"/>
              </a:rPr>
              <a:t>ChatGPT et al. The ethics of using (generative) artificial intelligence in research and science.  Journal of Information Technology.</a:t>
            </a:r>
            <a:endParaRPr lang="en-ZA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99492" y="434247"/>
            <a:ext cx="5723255" cy="12747625"/>
            <a:chOff x="999492" y="434247"/>
            <a:chExt cx="5723255" cy="12747625"/>
          </a:xfrm>
        </p:grpSpPr>
        <p:sp>
          <p:nvSpPr>
            <p:cNvPr id="15" name="object 15"/>
            <p:cNvSpPr/>
            <p:nvPr/>
          </p:nvSpPr>
          <p:spPr>
            <a:xfrm>
              <a:off x="1078750" y="1938375"/>
              <a:ext cx="5525770" cy="1743710"/>
            </a:xfrm>
            <a:custGeom>
              <a:avLst/>
              <a:gdLst/>
              <a:ahLst/>
              <a:cxnLst/>
              <a:rect l="l" t="t" r="r" b="b"/>
              <a:pathLst>
                <a:path w="5525770" h="1743710">
                  <a:moveTo>
                    <a:pt x="573443" y="868794"/>
                  </a:moveTo>
                  <a:lnTo>
                    <a:pt x="568960" y="863981"/>
                  </a:lnTo>
                  <a:lnTo>
                    <a:pt x="565289" y="856615"/>
                  </a:lnTo>
                  <a:lnTo>
                    <a:pt x="564730" y="856424"/>
                  </a:lnTo>
                  <a:lnTo>
                    <a:pt x="559765" y="854760"/>
                  </a:lnTo>
                  <a:lnTo>
                    <a:pt x="551548" y="852652"/>
                  </a:lnTo>
                  <a:lnTo>
                    <a:pt x="543052" y="851369"/>
                  </a:lnTo>
                  <a:lnTo>
                    <a:pt x="534441" y="850341"/>
                  </a:lnTo>
                  <a:lnTo>
                    <a:pt x="525907" y="849020"/>
                  </a:lnTo>
                  <a:lnTo>
                    <a:pt x="418769" y="828116"/>
                  </a:lnTo>
                  <a:lnTo>
                    <a:pt x="418769" y="854773"/>
                  </a:lnTo>
                  <a:lnTo>
                    <a:pt x="417093" y="860044"/>
                  </a:lnTo>
                  <a:lnTo>
                    <a:pt x="22479" y="891311"/>
                  </a:lnTo>
                  <a:lnTo>
                    <a:pt x="33388" y="842975"/>
                  </a:lnTo>
                  <a:lnTo>
                    <a:pt x="39001" y="819340"/>
                  </a:lnTo>
                  <a:lnTo>
                    <a:pt x="45135" y="795959"/>
                  </a:lnTo>
                  <a:lnTo>
                    <a:pt x="46494" y="791159"/>
                  </a:lnTo>
                  <a:lnTo>
                    <a:pt x="47434" y="790702"/>
                  </a:lnTo>
                  <a:lnTo>
                    <a:pt x="58547" y="785177"/>
                  </a:lnTo>
                  <a:lnTo>
                    <a:pt x="64452" y="786358"/>
                  </a:lnTo>
                  <a:lnTo>
                    <a:pt x="418769" y="854773"/>
                  </a:lnTo>
                  <a:lnTo>
                    <a:pt x="418769" y="828116"/>
                  </a:lnTo>
                  <a:lnTo>
                    <a:pt x="402056" y="824852"/>
                  </a:lnTo>
                  <a:lnTo>
                    <a:pt x="62014" y="758723"/>
                  </a:lnTo>
                  <a:lnTo>
                    <a:pt x="54991" y="757415"/>
                  </a:lnTo>
                  <a:lnTo>
                    <a:pt x="48387" y="757618"/>
                  </a:lnTo>
                  <a:lnTo>
                    <a:pt x="33578" y="765898"/>
                  </a:lnTo>
                  <a:lnTo>
                    <a:pt x="24993" y="790168"/>
                  </a:lnTo>
                  <a:lnTo>
                    <a:pt x="16192" y="814489"/>
                  </a:lnTo>
                  <a:lnTo>
                    <a:pt x="8420" y="838974"/>
                  </a:lnTo>
                  <a:lnTo>
                    <a:pt x="4114" y="858443"/>
                  </a:lnTo>
                  <a:lnTo>
                    <a:pt x="2921" y="863815"/>
                  </a:lnTo>
                  <a:lnTo>
                    <a:pt x="0" y="894016"/>
                  </a:lnTo>
                  <a:lnTo>
                    <a:pt x="5410" y="909967"/>
                  </a:lnTo>
                  <a:lnTo>
                    <a:pt x="22123" y="915581"/>
                  </a:lnTo>
                  <a:lnTo>
                    <a:pt x="53073" y="914742"/>
                  </a:lnTo>
                  <a:lnTo>
                    <a:pt x="495731" y="884123"/>
                  </a:lnTo>
                  <a:lnTo>
                    <a:pt x="511733" y="883170"/>
                  </a:lnTo>
                  <a:lnTo>
                    <a:pt x="559689" y="879767"/>
                  </a:lnTo>
                  <a:lnTo>
                    <a:pt x="568896" y="872693"/>
                  </a:lnTo>
                  <a:lnTo>
                    <a:pt x="573443" y="868794"/>
                  </a:lnTo>
                  <a:close/>
                </a:path>
                <a:path w="5525770" h="1743710">
                  <a:moveTo>
                    <a:pt x="576021" y="1021067"/>
                  </a:moveTo>
                  <a:lnTo>
                    <a:pt x="567753" y="1020457"/>
                  </a:lnTo>
                  <a:lnTo>
                    <a:pt x="559028" y="1017701"/>
                  </a:lnTo>
                  <a:lnTo>
                    <a:pt x="551472" y="1019683"/>
                  </a:lnTo>
                  <a:lnTo>
                    <a:pt x="543979" y="1022248"/>
                  </a:lnTo>
                  <a:lnTo>
                    <a:pt x="536740" y="1025690"/>
                  </a:lnTo>
                  <a:lnTo>
                    <a:pt x="529564" y="1029474"/>
                  </a:lnTo>
                  <a:lnTo>
                    <a:pt x="522287" y="1033005"/>
                  </a:lnTo>
                  <a:lnTo>
                    <a:pt x="459359" y="1060221"/>
                  </a:lnTo>
                  <a:lnTo>
                    <a:pt x="459359" y="1094041"/>
                  </a:lnTo>
                  <a:lnTo>
                    <a:pt x="458838" y="1094447"/>
                  </a:lnTo>
                  <a:lnTo>
                    <a:pt x="374230" y="1158735"/>
                  </a:lnTo>
                  <a:lnTo>
                    <a:pt x="117068" y="1353997"/>
                  </a:lnTo>
                  <a:lnTo>
                    <a:pt x="75742" y="1253591"/>
                  </a:lnTo>
                  <a:lnTo>
                    <a:pt x="457073" y="1091285"/>
                  </a:lnTo>
                  <a:lnTo>
                    <a:pt x="459359" y="1094041"/>
                  </a:lnTo>
                  <a:lnTo>
                    <a:pt x="459359" y="1060221"/>
                  </a:lnTo>
                  <a:lnTo>
                    <a:pt x="444131" y="1066800"/>
                  </a:lnTo>
                  <a:lnTo>
                    <a:pt x="443522" y="1067054"/>
                  </a:lnTo>
                  <a:lnTo>
                    <a:pt x="375094" y="1096645"/>
                  </a:lnTo>
                  <a:lnTo>
                    <a:pt x="276987" y="1139126"/>
                  </a:lnTo>
                  <a:lnTo>
                    <a:pt x="178904" y="1181671"/>
                  </a:lnTo>
                  <a:lnTo>
                    <a:pt x="80886" y="1224254"/>
                  </a:lnTo>
                  <a:lnTo>
                    <a:pt x="51092" y="1263015"/>
                  </a:lnTo>
                  <a:lnTo>
                    <a:pt x="57810" y="1285443"/>
                  </a:lnTo>
                  <a:lnTo>
                    <a:pt x="63055" y="1298994"/>
                  </a:lnTo>
                  <a:lnTo>
                    <a:pt x="78371" y="1339888"/>
                  </a:lnTo>
                  <a:lnTo>
                    <a:pt x="102641" y="1383296"/>
                  </a:lnTo>
                  <a:lnTo>
                    <a:pt x="109601" y="1381633"/>
                  </a:lnTo>
                  <a:lnTo>
                    <a:pt x="116586" y="1380172"/>
                  </a:lnTo>
                  <a:lnTo>
                    <a:pt x="123405" y="1378204"/>
                  </a:lnTo>
                  <a:lnTo>
                    <a:pt x="124904" y="1377416"/>
                  </a:lnTo>
                  <a:lnTo>
                    <a:pt x="128968" y="1375295"/>
                  </a:lnTo>
                  <a:lnTo>
                    <a:pt x="170154" y="1345006"/>
                  </a:lnTo>
                  <a:lnTo>
                    <a:pt x="210947" y="1314843"/>
                  </a:lnTo>
                  <a:lnTo>
                    <a:pt x="251688" y="1284630"/>
                  </a:lnTo>
                  <a:lnTo>
                    <a:pt x="292392" y="1254353"/>
                  </a:lnTo>
                  <a:lnTo>
                    <a:pt x="333044" y="1224013"/>
                  </a:lnTo>
                  <a:lnTo>
                    <a:pt x="373659" y="1193584"/>
                  </a:lnTo>
                  <a:lnTo>
                    <a:pt x="414223" y="1163091"/>
                  </a:lnTo>
                  <a:lnTo>
                    <a:pt x="452488" y="1133944"/>
                  </a:lnTo>
                  <a:lnTo>
                    <a:pt x="490499" y="1104480"/>
                  </a:lnTo>
                  <a:lnTo>
                    <a:pt x="528307" y="1074762"/>
                  </a:lnTo>
                  <a:lnTo>
                    <a:pt x="565950" y="1044790"/>
                  </a:lnTo>
                  <a:lnTo>
                    <a:pt x="573900" y="1027518"/>
                  </a:lnTo>
                  <a:lnTo>
                    <a:pt x="576021" y="1021067"/>
                  </a:lnTo>
                  <a:close/>
                </a:path>
                <a:path w="5525770" h="1743710">
                  <a:moveTo>
                    <a:pt x="728535" y="1234567"/>
                  </a:moveTo>
                  <a:lnTo>
                    <a:pt x="725195" y="1225372"/>
                  </a:lnTo>
                  <a:lnTo>
                    <a:pt x="717677" y="1218057"/>
                  </a:lnTo>
                  <a:lnTo>
                    <a:pt x="709244" y="1220368"/>
                  </a:lnTo>
                  <a:lnTo>
                    <a:pt x="704570" y="1220292"/>
                  </a:lnTo>
                  <a:lnTo>
                    <a:pt x="653224" y="1272997"/>
                  </a:lnTo>
                  <a:lnTo>
                    <a:pt x="653224" y="1332280"/>
                  </a:lnTo>
                  <a:lnTo>
                    <a:pt x="404710" y="1708924"/>
                  </a:lnTo>
                  <a:lnTo>
                    <a:pt x="337527" y="1647037"/>
                  </a:lnTo>
                  <a:lnTo>
                    <a:pt x="646049" y="1326121"/>
                  </a:lnTo>
                  <a:lnTo>
                    <a:pt x="653224" y="1332280"/>
                  </a:lnTo>
                  <a:lnTo>
                    <a:pt x="653224" y="1272997"/>
                  </a:lnTo>
                  <a:lnTo>
                    <a:pt x="632167" y="1294599"/>
                  </a:lnTo>
                  <a:lnTo>
                    <a:pt x="488149" y="1442415"/>
                  </a:lnTo>
                  <a:lnTo>
                    <a:pt x="420001" y="1512227"/>
                  </a:lnTo>
                  <a:lnTo>
                    <a:pt x="351764" y="1581937"/>
                  </a:lnTo>
                  <a:lnTo>
                    <a:pt x="319519" y="1614817"/>
                  </a:lnTo>
                  <a:lnTo>
                    <a:pt x="317614" y="1616760"/>
                  </a:lnTo>
                  <a:lnTo>
                    <a:pt x="308660" y="1627936"/>
                  </a:lnTo>
                  <a:lnTo>
                    <a:pt x="304431" y="1638947"/>
                  </a:lnTo>
                  <a:lnTo>
                    <a:pt x="305714" y="1650047"/>
                  </a:lnTo>
                  <a:lnTo>
                    <a:pt x="331978" y="1681149"/>
                  </a:lnTo>
                  <a:lnTo>
                    <a:pt x="370090" y="1719605"/>
                  </a:lnTo>
                  <a:lnTo>
                    <a:pt x="398208" y="1743392"/>
                  </a:lnTo>
                  <a:lnTo>
                    <a:pt x="406196" y="1742859"/>
                  </a:lnTo>
                  <a:lnTo>
                    <a:pt x="449059" y="1691246"/>
                  </a:lnTo>
                  <a:lnTo>
                    <a:pt x="477481" y="1651723"/>
                  </a:lnTo>
                  <a:lnTo>
                    <a:pt x="505434" y="1611909"/>
                  </a:lnTo>
                  <a:lnTo>
                    <a:pt x="532904" y="1571777"/>
                  </a:lnTo>
                  <a:lnTo>
                    <a:pt x="559866" y="1531327"/>
                  </a:lnTo>
                  <a:lnTo>
                    <a:pt x="586308" y="1490535"/>
                  </a:lnTo>
                  <a:lnTo>
                    <a:pt x="612203" y="1449387"/>
                  </a:lnTo>
                  <a:lnTo>
                    <a:pt x="637527" y="1407871"/>
                  </a:lnTo>
                  <a:lnTo>
                    <a:pt x="662279" y="1365973"/>
                  </a:lnTo>
                  <a:lnTo>
                    <a:pt x="686422" y="1323682"/>
                  </a:lnTo>
                  <a:lnTo>
                    <a:pt x="709942" y="1280998"/>
                  </a:lnTo>
                  <a:lnTo>
                    <a:pt x="726986" y="1240066"/>
                  </a:lnTo>
                  <a:lnTo>
                    <a:pt x="728535" y="1234567"/>
                  </a:lnTo>
                  <a:close/>
                </a:path>
                <a:path w="5525770" h="1743710">
                  <a:moveTo>
                    <a:pt x="5333162" y="107175"/>
                  </a:moveTo>
                  <a:lnTo>
                    <a:pt x="5327421" y="94703"/>
                  </a:lnTo>
                  <a:lnTo>
                    <a:pt x="5311991" y="72402"/>
                  </a:lnTo>
                  <a:lnTo>
                    <a:pt x="5301259" y="57327"/>
                  </a:lnTo>
                  <a:lnTo>
                    <a:pt x="5301259" y="105244"/>
                  </a:lnTo>
                  <a:lnTo>
                    <a:pt x="4947031" y="374853"/>
                  </a:lnTo>
                  <a:lnTo>
                    <a:pt x="4940884" y="367665"/>
                  </a:lnTo>
                  <a:lnTo>
                    <a:pt x="5244401" y="33756"/>
                  </a:lnTo>
                  <a:lnTo>
                    <a:pt x="5301259" y="105244"/>
                  </a:lnTo>
                  <a:lnTo>
                    <a:pt x="5301259" y="57327"/>
                  </a:lnTo>
                  <a:lnTo>
                    <a:pt x="5263870" y="7048"/>
                  </a:lnTo>
                  <a:lnTo>
                    <a:pt x="5248148" y="0"/>
                  </a:lnTo>
                  <a:lnTo>
                    <a:pt x="5240172" y="3581"/>
                  </a:lnTo>
                  <a:lnTo>
                    <a:pt x="5197856" y="44399"/>
                  </a:lnTo>
                  <a:lnTo>
                    <a:pt x="5163693" y="79082"/>
                  </a:lnTo>
                  <a:lnTo>
                    <a:pt x="5129949" y="114122"/>
                  </a:lnTo>
                  <a:lnTo>
                    <a:pt x="5096637" y="149542"/>
                  </a:lnTo>
                  <a:lnTo>
                    <a:pt x="5063756" y="185369"/>
                  </a:lnTo>
                  <a:lnTo>
                    <a:pt x="5031359" y="221602"/>
                  </a:lnTo>
                  <a:lnTo>
                    <a:pt x="4999444" y="258279"/>
                  </a:lnTo>
                  <a:lnTo>
                    <a:pt x="4968024" y="295402"/>
                  </a:lnTo>
                  <a:lnTo>
                    <a:pt x="4937125" y="332981"/>
                  </a:lnTo>
                  <a:lnTo>
                    <a:pt x="4906759" y="371043"/>
                  </a:lnTo>
                  <a:lnTo>
                    <a:pt x="4876952" y="409613"/>
                  </a:lnTo>
                  <a:lnTo>
                    <a:pt x="4853813" y="447433"/>
                  </a:lnTo>
                  <a:lnTo>
                    <a:pt x="4851425" y="452628"/>
                  </a:lnTo>
                  <a:lnTo>
                    <a:pt x="4853317" y="462229"/>
                  </a:lnTo>
                  <a:lnTo>
                    <a:pt x="4859617" y="470611"/>
                  </a:lnTo>
                  <a:lnTo>
                    <a:pt x="4868303" y="469620"/>
                  </a:lnTo>
                  <a:lnTo>
                    <a:pt x="4872914" y="470408"/>
                  </a:lnTo>
                  <a:lnTo>
                    <a:pt x="4955895" y="408127"/>
                  </a:lnTo>
                  <a:lnTo>
                    <a:pt x="5120945" y="284251"/>
                  </a:lnTo>
                  <a:lnTo>
                    <a:pt x="5199024" y="225767"/>
                  </a:lnTo>
                  <a:lnTo>
                    <a:pt x="5277167" y="167373"/>
                  </a:lnTo>
                  <a:lnTo>
                    <a:pt x="5314099" y="139865"/>
                  </a:lnTo>
                  <a:lnTo>
                    <a:pt x="5316283" y="138239"/>
                  </a:lnTo>
                  <a:lnTo>
                    <a:pt x="5326850" y="128574"/>
                  </a:lnTo>
                  <a:lnTo>
                    <a:pt x="5332717" y="118338"/>
                  </a:lnTo>
                  <a:lnTo>
                    <a:pt x="5333162" y="107175"/>
                  </a:lnTo>
                  <a:close/>
                </a:path>
                <a:path w="5525770" h="1743710">
                  <a:moveTo>
                    <a:pt x="5518874" y="901242"/>
                  </a:moveTo>
                  <a:lnTo>
                    <a:pt x="5515978" y="884643"/>
                  </a:lnTo>
                  <a:lnTo>
                    <a:pt x="5500332" y="876541"/>
                  </a:lnTo>
                  <a:lnTo>
                    <a:pt x="5496242" y="876020"/>
                  </a:lnTo>
                  <a:lnTo>
                    <a:pt x="5496242" y="900455"/>
                  </a:lnTo>
                  <a:lnTo>
                    <a:pt x="5478030" y="946543"/>
                  </a:lnTo>
                  <a:lnTo>
                    <a:pt x="5459171" y="991184"/>
                  </a:lnTo>
                  <a:lnTo>
                    <a:pt x="5444261" y="999782"/>
                  </a:lnTo>
                  <a:lnTo>
                    <a:pt x="5438622" y="997699"/>
                  </a:lnTo>
                  <a:lnTo>
                    <a:pt x="5099050" y="875576"/>
                  </a:lnTo>
                  <a:lnTo>
                    <a:pt x="5101526" y="870623"/>
                  </a:lnTo>
                  <a:lnTo>
                    <a:pt x="5496242" y="900455"/>
                  </a:lnTo>
                  <a:lnTo>
                    <a:pt x="5496242" y="876020"/>
                  </a:lnTo>
                  <a:lnTo>
                    <a:pt x="5469623" y="872604"/>
                  </a:lnTo>
                  <a:lnTo>
                    <a:pt x="5027523" y="834720"/>
                  </a:lnTo>
                  <a:lnTo>
                    <a:pt x="5011559" y="833196"/>
                  </a:lnTo>
                  <a:lnTo>
                    <a:pt x="4995608" y="831583"/>
                  </a:lnTo>
                  <a:lnTo>
                    <a:pt x="4979454" y="830135"/>
                  </a:lnTo>
                  <a:lnTo>
                    <a:pt x="4963655" y="829183"/>
                  </a:lnTo>
                  <a:lnTo>
                    <a:pt x="4958689" y="828929"/>
                  </a:lnTo>
                  <a:lnTo>
                    <a:pt x="4953470" y="834758"/>
                  </a:lnTo>
                  <a:lnTo>
                    <a:pt x="4948377" y="837907"/>
                  </a:lnTo>
                  <a:lnTo>
                    <a:pt x="4952073" y="843356"/>
                  </a:lnTo>
                  <a:lnTo>
                    <a:pt x="4954562" y="851204"/>
                  </a:lnTo>
                  <a:lnTo>
                    <a:pt x="4955083" y="851471"/>
                  </a:lnTo>
                  <a:lnTo>
                    <a:pt x="4959731" y="853884"/>
                  </a:lnTo>
                  <a:lnTo>
                    <a:pt x="4967516" y="857224"/>
                  </a:lnTo>
                  <a:lnTo>
                    <a:pt x="4975720" y="859802"/>
                  </a:lnTo>
                  <a:lnTo>
                    <a:pt x="4984077" y="862139"/>
                  </a:lnTo>
                  <a:lnTo>
                    <a:pt x="4992306" y="864768"/>
                  </a:lnTo>
                  <a:lnTo>
                    <a:pt x="5110962" y="907707"/>
                  </a:lnTo>
                  <a:lnTo>
                    <a:pt x="5436781" y="1025385"/>
                  </a:lnTo>
                  <a:lnTo>
                    <a:pt x="5443499" y="1027760"/>
                  </a:lnTo>
                  <a:lnTo>
                    <a:pt x="5450065" y="1028573"/>
                  </a:lnTo>
                  <a:lnTo>
                    <a:pt x="5465978" y="1022667"/>
                  </a:lnTo>
                  <a:lnTo>
                    <a:pt x="5478196" y="1000010"/>
                  </a:lnTo>
                  <a:lnTo>
                    <a:pt x="5490629" y="977328"/>
                  </a:lnTo>
                  <a:lnTo>
                    <a:pt x="5502084" y="954328"/>
                  </a:lnTo>
                  <a:lnTo>
                    <a:pt x="5509336" y="935761"/>
                  </a:lnTo>
                  <a:lnTo>
                    <a:pt x="5511330" y="930643"/>
                  </a:lnTo>
                  <a:lnTo>
                    <a:pt x="5518874" y="901242"/>
                  </a:lnTo>
                  <a:close/>
                </a:path>
                <a:path w="5525770" h="1743710">
                  <a:moveTo>
                    <a:pt x="5525173" y="528777"/>
                  </a:moveTo>
                  <a:lnTo>
                    <a:pt x="5521985" y="505587"/>
                  </a:lnTo>
                  <a:lnTo>
                    <a:pt x="5518899" y="491388"/>
                  </a:lnTo>
                  <a:lnTo>
                    <a:pt x="5510047" y="448627"/>
                  </a:lnTo>
                  <a:lnTo>
                    <a:pt x="5499366" y="419823"/>
                  </a:lnTo>
                  <a:lnTo>
                    <a:pt x="5499366" y="534301"/>
                  </a:lnTo>
                  <a:lnTo>
                    <a:pt x="5097602" y="635977"/>
                  </a:lnTo>
                  <a:lnTo>
                    <a:pt x="5095773" y="632904"/>
                  </a:lnTo>
                  <a:lnTo>
                    <a:pt x="5096345" y="632587"/>
                  </a:lnTo>
                  <a:lnTo>
                    <a:pt x="5189842" y="582079"/>
                  </a:lnTo>
                  <a:lnTo>
                    <a:pt x="5473992" y="428726"/>
                  </a:lnTo>
                  <a:lnTo>
                    <a:pt x="5499366" y="534301"/>
                  </a:lnTo>
                  <a:lnTo>
                    <a:pt x="5499366" y="419823"/>
                  </a:lnTo>
                  <a:lnTo>
                    <a:pt x="5492762" y="402005"/>
                  </a:lnTo>
                  <a:lnTo>
                    <a:pt x="5485625" y="402577"/>
                  </a:lnTo>
                  <a:lnTo>
                    <a:pt x="5478500" y="402932"/>
                  </a:lnTo>
                  <a:lnTo>
                    <a:pt x="5471452" y="403834"/>
                  </a:lnTo>
                  <a:lnTo>
                    <a:pt x="5469852" y="404380"/>
                  </a:lnTo>
                  <a:lnTo>
                    <a:pt x="5465508" y="405853"/>
                  </a:lnTo>
                  <a:lnTo>
                    <a:pt x="5420157" y="429437"/>
                  </a:lnTo>
                  <a:lnTo>
                    <a:pt x="5375211" y="452958"/>
                  </a:lnTo>
                  <a:lnTo>
                    <a:pt x="5330291" y="476542"/>
                  </a:lnTo>
                  <a:lnTo>
                    <a:pt x="5285422" y="500202"/>
                  </a:lnTo>
                  <a:lnTo>
                    <a:pt x="5240579" y="523925"/>
                  </a:lnTo>
                  <a:lnTo>
                    <a:pt x="5195773" y="547738"/>
                  </a:lnTo>
                  <a:lnTo>
                    <a:pt x="5150993" y="571627"/>
                  </a:lnTo>
                  <a:lnTo>
                    <a:pt x="5108702" y="594537"/>
                  </a:lnTo>
                  <a:lnTo>
                    <a:pt x="5066601" y="617791"/>
                  </a:lnTo>
                  <a:lnTo>
                    <a:pt x="5024679" y="641350"/>
                  </a:lnTo>
                  <a:lnTo>
                    <a:pt x="4982870" y="665162"/>
                  </a:lnTo>
                  <a:lnTo>
                    <a:pt x="4972355" y="681012"/>
                  </a:lnTo>
                  <a:lnTo>
                    <a:pt x="4969268" y="687057"/>
                  </a:lnTo>
                  <a:lnTo>
                    <a:pt x="4977346" y="688936"/>
                  </a:lnTo>
                  <a:lnTo>
                    <a:pt x="4985537" y="693000"/>
                  </a:lnTo>
                  <a:lnTo>
                    <a:pt x="4993310" y="692200"/>
                  </a:lnTo>
                  <a:lnTo>
                    <a:pt x="5001107" y="690816"/>
                  </a:lnTo>
                  <a:lnTo>
                    <a:pt x="5008791" y="688530"/>
                  </a:lnTo>
                  <a:lnTo>
                    <a:pt x="5016462" y="685901"/>
                  </a:lnTo>
                  <a:lnTo>
                    <a:pt x="5024196" y="683526"/>
                  </a:lnTo>
                  <a:lnTo>
                    <a:pt x="5106619" y="662165"/>
                  </a:lnTo>
                  <a:lnTo>
                    <a:pt x="5107254" y="662000"/>
                  </a:lnTo>
                  <a:lnTo>
                    <a:pt x="5179428" y="643305"/>
                  </a:lnTo>
                  <a:lnTo>
                    <a:pt x="5282908" y="616419"/>
                  </a:lnTo>
                  <a:lnTo>
                    <a:pt x="5386362" y="589495"/>
                  </a:lnTo>
                  <a:lnTo>
                    <a:pt x="5489778" y="562495"/>
                  </a:lnTo>
                  <a:lnTo>
                    <a:pt x="5518188" y="547903"/>
                  </a:lnTo>
                  <a:lnTo>
                    <a:pt x="5521833" y="544525"/>
                  </a:lnTo>
                  <a:lnTo>
                    <a:pt x="5525173" y="528777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1971" y="434247"/>
              <a:ext cx="359410" cy="659130"/>
            </a:xfrm>
            <a:custGeom>
              <a:avLst/>
              <a:gdLst/>
              <a:ahLst/>
              <a:cxnLst/>
              <a:rect l="l" t="t" r="r" b="b"/>
              <a:pathLst>
                <a:path w="359409" h="659130">
                  <a:moveTo>
                    <a:pt x="109578" y="627033"/>
                  </a:moveTo>
                  <a:lnTo>
                    <a:pt x="76272" y="590647"/>
                  </a:lnTo>
                  <a:lnTo>
                    <a:pt x="60265" y="545886"/>
                  </a:lnTo>
                  <a:lnTo>
                    <a:pt x="424" y="115455"/>
                  </a:lnTo>
                  <a:lnTo>
                    <a:pt x="0" y="94366"/>
                  </a:lnTo>
                  <a:lnTo>
                    <a:pt x="4513" y="73967"/>
                  </a:lnTo>
                  <a:lnTo>
                    <a:pt x="27697" y="37155"/>
                  </a:lnTo>
                  <a:lnTo>
                    <a:pt x="61610" y="12686"/>
                  </a:lnTo>
                  <a:lnTo>
                    <a:pt x="102504" y="0"/>
                  </a:lnTo>
                  <a:lnTo>
                    <a:pt x="145071" y="1115"/>
                  </a:lnTo>
                  <a:lnTo>
                    <a:pt x="185038" y="15710"/>
                  </a:lnTo>
                  <a:lnTo>
                    <a:pt x="216160" y="43257"/>
                  </a:lnTo>
                  <a:lnTo>
                    <a:pt x="232186" y="83228"/>
                  </a:lnTo>
                  <a:lnTo>
                    <a:pt x="280529" y="430882"/>
                  </a:lnTo>
                  <a:lnTo>
                    <a:pt x="277369" y="460565"/>
                  </a:lnTo>
                  <a:lnTo>
                    <a:pt x="236655" y="500166"/>
                  </a:lnTo>
                  <a:lnTo>
                    <a:pt x="176087" y="508598"/>
                  </a:lnTo>
                  <a:lnTo>
                    <a:pt x="126125" y="481613"/>
                  </a:lnTo>
                  <a:lnTo>
                    <a:pt x="78157" y="189022"/>
                  </a:lnTo>
                  <a:lnTo>
                    <a:pt x="148107" y="449296"/>
                  </a:lnTo>
                  <a:lnTo>
                    <a:pt x="155700" y="464777"/>
                  </a:lnTo>
                  <a:lnTo>
                    <a:pt x="202368" y="475496"/>
                  </a:lnTo>
                  <a:lnTo>
                    <a:pt x="244351" y="452459"/>
                  </a:lnTo>
                  <a:lnTo>
                    <a:pt x="199091" y="87818"/>
                  </a:lnTo>
                  <a:lnTo>
                    <a:pt x="165883" y="43049"/>
                  </a:lnTo>
                  <a:lnTo>
                    <a:pt x="107107" y="33105"/>
                  </a:lnTo>
                  <a:lnTo>
                    <a:pt x="91474" y="36599"/>
                  </a:lnTo>
                  <a:lnTo>
                    <a:pt x="51643" y="60471"/>
                  </a:lnTo>
                  <a:lnTo>
                    <a:pt x="33605" y="94751"/>
                  </a:lnTo>
                  <a:lnTo>
                    <a:pt x="33530" y="110851"/>
                  </a:lnTo>
                  <a:lnTo>
                    <a:pt x="93384" y="541293"/>
                  </a:lnTo>
                  <a:lnTo>
                    <a:pt x="107817" y="577738"/>
                  </a:lnTo>
                  <a:lnTo>
                    <a:pt x="138561" y="606428"/>
                  </a:lnTo>
                  <a:lnTo>
                    <a:pt x="179358" y="622761"/>
                  </a:lnTo>
                  <a:lnTo>
                    <a:pt x="201222" y="625529"/>
                  </a:lnTo>
                  <a:lnTo>
                    <a:pt x="223073" y="624485"/>
                  </a:lnTo>
                  <a:lnTo>
                    <a:pt x="264678" y="610910"/>
                  </a:lnTo>
                  <a:lnTo>
                    <a:pt x="299477" y="584053"/>
                  </a:lnTo>
                  <a:lnTo>
                    <a:pt x="321258" y="548031"/>
                  </a:lnTo>
                  <a:lnTo>
                    <a:pt x="325525" y="528685"/>
                  </a:lnTo>
                  <a:lnTo>
                    <a:pt x="325169" y="509063"/>
                  </a:lnTo>
                  <a:lnTo>
                    <a:pt x="272210" y="128293"/>
                  </a:lnTo>
                  <a:lnTo>
                    <a:pt x="272609" y="121669"/>
                  </a:lnTo>
                  <a:lnTo>
                    <a:pt x="275422" y="115915"/>
                  </a:lnTo>
                  <a:lnTo>
                    <a:pt x="280192" y="111636"/>
                  </a:lnTo>
                  <a:lnTo>
                    <a:pt x="286461" y="109438"/>
                  </a:lnTo>
                  <a:lnTo>
                    <a:pt x="293085" y="109836"/>
                  </a:lnTo>
                  <a:lnTo>
                    <a:pt x="358285" y="504446"/>
                  </a:lnTo>
                  <a:lnTo>
                    <a:pt x="358878" y="531473"/>
                  </a:lnTo>
                  <a:lnTo>
                    <a:pt x="353256" y="557915"/>
                  </a:lnTo>
                  <a:lnTo>
                    <a:pt x="324214" y="606543"/>
                  </a:lnTo>
                  <a:lnTo>
                    <a:pt x="280262" y="640436"/>
                  </a:lnTo>
                  <a:lnTo>
                    <a:pt x="227663" y="657580"/>
                  </a:lnTo>
                  <a:lnTo>
                    <a:pt x="200032" y="658908"/>
                  </a:lnTo>
                  <a:lnTo>
                    <a:pt x="172403" y="655424"/>
                  </a:lnTo>
                  <a:lnTo>
                    <a:pt x="145710" y="647324"/>
                  </a:lnTo>
                  <a:lnTo>
                    <a:pt x="120885" y="634804"/>
                  </a:lnTo>
                  <a:lnTo>
                    <a:pt x="116963" y="632342"/>
                  </a:lnTo>
                  <a:lnTo>
                    <a:pt x="109578" y="627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4575" y="4433927"/>
              <a:ext cx="1867615" cy="19318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8963" y="10973255"/>
              <a:ext cx="1730807" cy="220837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9492" y="7525627"/>
              <a:ext cx="1627838" cy="239583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761186" y="7124868"/>
            <a:ext cx="1255876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50">
                <a:solidFill>
                  <a:srgbClr val="2F2F2F"/>
                </a:solidFill>
                <a:latin typeface="Arial"/>
                <a:cs typeface="Arial"/>
              </a:rPr>
              <a:t>   </a:t>
            </a:r>
            <a:r>
              <a:rPr sz="5100" spc="-50">
                <a:solidFill>
                  <a:srgbClr val="2F2F2F"/>
                </a:solidFill>
                <a:latin typeface="Arial"/>
                <a:cs typeface="Arial"/>
              </a:rPr>
              <a:t>02</a:t>
            </a:r>
            <a:endParaRPr sz="5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2529" y="10442037"/>
            <a:ext cx="1126271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28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5100" spc="-285">
                <a:solidFill>
                  <a:srgbClr val="2F2F2F"/>
                </a:solidFill>
                <a:latin typeface="Arial"/>
                <a:cs typeface="Arial"/>
              </a:rPr>
              <a:t>03</a:t>
            </a:r>
            <a:endParaRPr sz="5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4012" y="3807700"/>
            <a:ext cx="3908613" cy="3324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455"/>
              </a:lnSpc>
              <a:spcBef>
                <a:spcPts val="100"/>
              </a:spcBef>
            </a:pPr>
            <a:r>
              <a:rPr lang="en-US" sz="5100" spc="-295" dirty="0">
                <a:solidFill>
                  <a:srgbClr val="2F2F2F"/>
                </a:solidFill>
                <a:latin typeface="Arial"/>
                <a:cs typeface="Arial"/>
              </a:rPr>
              <a:t>   </a:t>
            </a:r>
            <a:r>
              <a:rPr sz="5100" spc="-295" dirty="0">
                <a:solidFill>
                  <a:srgbClr val="2F2F2F"/>
                </a:solidFill>
                <a:latin typeface="Arial"/>
                <a:cs typeface="Arial"/>
              </a:rPr>
              <a:t>01</a:t>
            </a:r>
            <a:endParaRPr sz="5100" dirty="0">
              <a:latin typeface="Arial"/>
              <a:cs typeface="Arial"/>
            </a:endParaRPr>
          </a:p>
          <a:p>
            <a:pPr marL="603885" algn="ctr">
              <a:lnSpc>
                <a:spcPts val="1015"/>
              </a:lnSpc>
            </a:pPr>
            <a:r>
              <a:rPr sz="1400" dirty="0">
                <a:latin typeface="Arial"/>
                <a:cs typeface="Arial"/>
              </a:rPr>
              <a:t>Is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70" dirty="0">
                <a:latin typeface="Arial"/>
                <a:cs typeface="Arial"/>
              </a:rPr>
              <a:t>it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‘ethical’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100" dirty="0">
                <a:latin typeface="Arial"/>
                <a:cs typeface="Arial"/>
              </a:rPr>
              <a:t>to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use</a:t>
            </a:r>
            <a:r>
              <a:rPr sz="1400" spc="45" dirty="0">
                <a:latin typeface="Arial"/>
                <a:cs typeface="Arial"/>
              </a:rPr>
              <a:t> </a:t>
            </a:r>
            <a:r>
              <a:rPr sz="1400" spc="55" dirty="0">
                <a:latin typeface="Arial"/>
                <a:cs typeface="Arial"/>
              </a:rPr>
              <a:t>generative</a:t>
            </a:r>
            <a:r>
              <a:rPr sz="1400" spc="40" dirty="0">
                <a:latin typeface="Arial"/>
                <a:cs typeface="Arial"/>
              </a:rPr>
              <a:t> </a:t>
            </a:r>
            <a:r>
              <a:rPr sz="1400" spc="65" dirty="0">
                <a:latin typeface="Arial"/>
                <a:cs typeface="Arial"/>
              </a:rPr>
              <a:t>or</a:t>
            </a:r>
            <a:endParaRPr sz="1400" dirty="0">
              <a:latin typeface="Arial"/>
              <a:cs typeface="Arial"/>
            </a:endParaRPr>
          </a:p>
          <a:p>
            <a:pPr marL="615950" marR="5080" algn="ctr">
              <a:lnSpc>
                <a:spcPct val="116100"/>
              </a:lnSpc>
            </a:pPr>
            <a:r>
              <a:rPr sz="1400" spc="70" dirty="0">
                <a:latin typeface="Arial"/>
                <a:cs typeface="Arial"/>
              </a:rPr>
              <a:t>other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spc="50" dirty="0">
                <a:latin typeface="Arial"/>
                <a:cs typeface="Arial"/>
              </a:rPr>
              <a:t>conducting</a:t>
            </a:r>
            <a:r>
              <a:rPr sz="1400" spc="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research</a:t>
            </a:r>
            <a:r>
              <a:rPr sz="1400" spc="50" dirty="0">
                <a:latin typeface="Arial"/>
                <a:cs typeface="Arial"/>
              </a:rPr>
              <a:t> </a:t>
            </a:r>
            <a:r>
              <a:rPr sz="1400" spc="65" dirty="0">
                <a:latin typeface="Arial"/>
                <a:cs typeface="Arial"/>
              </a:rPr>
              <a:t>or </a:t>
            </a:r>
            <a:r>
              <a:rPr sz="1400" spc="110" dirty="0">
                <a:latin typeface="Arial"/>
                <a:cs typeface="Arial"/>
              </a:rPr>
              <a:t>for</a:t>
            </a:r>
            <a:r>
              <a:rPr sz="1400" spc="-5" dirty="0">
                <a:latin typeface="Arial"/>
                <a:cs typeface="Arial"/>
              </a:rPr>
              <a:t> </a:t>
            </a:r>
            <a:r>
              <a:rPr sz="1400" spc="60" dirty="0">
                <a:latin typeface="Arial"/>
                <a:cs typeface="Arial"/>
              </a:rPr>
              <a:t>writing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45" dirty="0">
                <a:latin typeface="Arial"/>
                <a:cs typeface="Arial"/>
              </a:rPr>
              <a:t>academic</a:t>
            </a:r>
            <a:r>
              <a:rPr sz="140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research papers?</a:t>
            </a:r>
            <a:endParaRPr sz="1400" dirty="0">
              <a:latin typeface="Arial"/>
              <a:cs typeface="Arial"/>
            </a:endParaRPr>
          </a:p>
          <a:p>
            <a:pPr marL="851535" marR="240029" algn="ctr">
              <a:lnSpc>
                <a:spcPct val="116100"/>
              </a:lnSpc>
            </a:pPr>
            <a:r>
              <a:rPr sz="1400" dirty="0">
                <a:latin typeface="Arial"/>
                <a:cs typeface="Arial"/>
              </a:rPr>
              <a:t>Ethics is </a:t>
            </a:r>
            <a:r>
              <a:rPr sz="1400" spc="75" dirty="0">
                <a:latin typeface="Arial"/>
                <a:cs typeface="Arial"/>
              </a:rPr>
              <a:t>about</a:t>
            </a:r>
            <a:r>
              <a:rPr sz="1400" dirty="0">
                <a:latin typeface="Arial"/>
                <a:cs typeface="Arial"/>
              </a:rPr>
              <a:t> assessing </a:t>
            </a:r>
            <a:r>
              <a:rPr sz="1400" spc="35" dirty="0">
                <a:latin typeface="Arial"/>
                <a:cs typeface="Arial"/>
              </a:rPr>
              <a:t>the </a:t>
            </a:r>
            <a:r>
              <a:rPr sz="1400" b="1" spc="-10" dirty="0">
                <a:latin typeface="Arial"/>
                <a:cs typeface="Arial"/>
              </a:rPr>
              <a:t>rightness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spc="90" dirty="0">
                <a:latin typeface="Arial"/>
                <a:cs typeface="Arial"/>
              </a:rPr>
              <a:t>or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wrongness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spc="80" dirty="0">
                <a:latin typeface="Arial"/>
                <a:cs typeface="Arial"/>
              </a:rPr>
              <a:t>of </a:t>
            </a:r>
            <a:r>
              <a:rPr sz="1400" spc="-10" dirty="0">
                <a:latin typeface="Arial"/>
                <a:cs typeface="Arial"/>
              </a:rPr>
              <a:t>actions.</a:t>
            </a:r>
            <a:endParaRPr lang="en-US" sz="1400" spc="-10" dirty="0">
              <a:latin typeface="Arial"/>
              <a:cs typeface="Arial"/>
            </a:endParaRPr>
          </a:p>
          <a:p>
            <a:pPr marL="851535" marR="240029" algn="ctr">
              <a:lnSpc>
                <a:spcPct val="116100"/>
              </a:lnSpc>
            </a:pPr>
            <a:endParaRPr lang="en-ZA" sz="1400" spc="-10" dirty="0">
              <a:latin typeface="Arial"/>
              <a:cs typeface="Arial"/>
            </a:endParaRPr>
          </a:p>
          <a:p>
            <a:pPr marL="851535" marR="240029" algn="ctr">
              <a:lnSpc>
                <a:spcPct val="116100"/>
              </a:lnSpc>
            </a:pPr>
            <a:r>
              <a:rPr lang="en-ZA" sz="1400" spc="-10" dirty="0">
                <a:latin typeface="Arial"/>
                <a:cs typeface="Arial"/>
              </a:rPr>
              <a:t>Please see </a:t>
            </a:r>
            <a:r>
              <a:rPr lang="en-ZA" sz="1400" spc="-10" dirty="0">
                <a:latin typeface="Arial"/>
                <a:cs typeface="Arial"/>
                <a:hlinkClick r:id="rId6"/>
              </a:rPr>
              <a:t>https://www.cput.ac.za/student-ai-practice-guide</a:t>
            </a:r>
            <a:endParaRPr lang="en-ZA" sz="1400" spc="-10" dirty="0">
              <a:latin typeface="Arial"/>
              <a:cs typeface="Arial"/>
            </a:endParaRPr>
          </a:p>
          <a:p>
            <a:pPr marL="851535" marR="240029" algn="ctr">
              <a:lnSpc>
                <a:spcPct val="116100"/>
              </a:lnSpc>
            </a:pPr>
            <a:endParaRPr sz="14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82737" y="7698670"/>
            <a:ext cx="2818765" cy="2254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6100"/>
              </a:lnSpc>
              <a:spcBef>
                <a:spcPts val="100"/>
              </a:spcBef>
            </a:pPr>
            <a:r>
              <a:rPr sz="1400" spc="55">
                <a:latin typeface="Arial"/>
                <a:cs typeface="Arial"/>
              </a:rPr>
              <a:t>It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is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 spc="80">
                <a:latin typeface="Arial"/>
                <a:cs typeface="Arial"/>
              </a:rPr>
              <a:t>not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inherently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unethical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to </a:t>
            </a:r>
            <a:r>
              <a:rPr sz="1400">
                <a:latin typeface="Arial"/>
                <a:cs typeface="Arial"/>
              </a:rPr>
              <a:t>use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it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110">
                <a:latin typeface="Arial"/>
                <a:cs typeface="Arial"/>
              </a:rPr>
              <a:t>for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research</a:t>
            </a:r>
            <a:r>
              <a:rPr sz="1400" spc="60">
                <a:latin typeface="Arial"/>
                <a:cs typeface="Arial"/>
              </a:rPr>
              <a:t> and </a:t>
            </a:r>
            <a:r>
              <a:rPr sz="1400" spc="-10">
                <a:latin typeface="Arial"/>
                <a:cs typeface="Arial"/>
              </a:rPr>
              <a:t>science, </a:t>
            </a:r>
            <a:r>
              <a:rPr sz="1400">
                <a:latin typeface="Arial"/>
                <a:cs typeface="Arial"/>
              </a:rPr>
              <a:t>even</a:t>
            </a:r>
            <a:r>
              <a:rPr sz="1400" spc="5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though </a:t>
            </a:r>
            <a:r>
              <a:rPr sz="1400" spc="70">
                <a:latin typeface="Arial"/>
                <a:cs typeface="Arial"/>
              </a:rPr>
              <a:t>it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comes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with</a:t>
            </a:r>
            <a:r>
              <a:rPr sz="1400" spc="60">
                <a:latin typeface="Arial"/>
                <a:cs typeface="Arial"/>
              </a:rPr>
              <a:t> many </a:t>
            </a:r>
            <a:r>
              <a:rPr sz="1400">
                <a:latin typeface="Arial"/>
                <a:cs typeface="Arial"/>
              </a:rPr>
              <a:t>ethical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challenges.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65">
                <a:latin typeface="Arial"/>
                <a:cs typeface="Arial"/>
              </a:rPr>
              <a:t>If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AI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is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useful </a:t>
            </a:r>
            <a:r>
              <a:rPr sz="1400" spc="110">
                <a:latin typeface="Arial"/>
                <a:cs typeface="Arial"/>
              </a:rPr>
              <a:t>for</a:t>
            </a:r>
            <a:r>
              <a:rPr sz="1400" spc="60">
                <a:latin typeface="Arial"/>
                <a:cs typeface="Arial"/>
              </a:rPr>
              <a:t> legitimate and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valid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research</a:t>
            </a:r>
            <a:r>
              <a:rPr sz="1400">
                <a:latin typeface="Arial"/>
                <a:cs typeface="Arial"/>
              </a:rPr>
              <a:t> – </a:t>
            </a:r>
            <a:r>
              <a:rPr sz="1400" spc="110">
                <a:latin typeface="Arial"/>
                <a:cs typeface="Arial"/>
              </a:rPr>
              <a:t>for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which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author,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80">
                <a:latin typeface="Arial"/>
                <a:cs typeface="Arial"/>
              </a:rPr>
              <a:t>not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AI, </a:t>
            </a:r>
            <a:r>
              <a:rPr sz="1400" spc="60">
                <a:latin typeface="Arial"/>
                <a:cs typeface="Arial"/>
              </a:rPr>
              <a:t>must</a:t>
            </a:r>
            <a:r>
              <a:rPr sz="1400" spc="70">
                <a:latin typeface="Arial"/>
                <a:cs typeface="Arial"/>
              </a:rPr>
              <a:t> take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full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20">
                <a:latin typeface="Arial"/>
                <a:cs typeface="Arial"/>
              </a:rPr>
              <a:t>responsibility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-50">
                <a:latin typeface="Arial"/>
                <a:cs typeface="Arial"/>
              </a:rPr>
              <a:t>– </a:t>
            </a:r>
            <a:r>
              <a:rPr sz="1400" spc="55">
                <a:latin typeface="Arial"/>
                <a:cs typeface="Arial"/>
              </a:rPr>
              <a:t>then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it</a:t>
            </a:r>
            <a:r>
              <a:rPr sz="1400" spc="5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should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</a:t>
            </a:r>
            <a:r>
              <a:rPr sz="1400" spc="50">
                <a:latin typeface="Arial"/>
                <a:cs typeface="Arial"/>
              </a:rPr>
              <a:t> </a:t>
            </a:r>
            <a:r>
              <a:rPr sz="1400" spc="45">
                <a:latin typeface="Arial"/>
                <a:cs typeface="Arial"/>
              </a:rPr>
              <a:t>allowed </a:t>
            </a:r>
            <a:r>
              <a:rPr sz="1400" spc="100">
                <a:latin typeface="Arial"/>
                <a:cs typeface="Arial"/>
              </a:rPr>
              <a:t>to</a:t>
            </a:r>
            <a:r>
              <a:rPr sz="1400" spc="50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be </a:t>
            </a:r>
            <a:r>
              <a:rPr sz="1400" spc="-10">
                <a:latin typeface="Arial"/>
                <a:cs typeface="Arial"/>
              </a:rPr>
              <a:t>used.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937" y="11049211"/>
            <a:ext cx="2778125" cy="1758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1400">
                <a:latin typeface="Arial"/>
                <a:cs typeface="Arial"/>
              </a:rPr>
              <a:t>In</a:t>
            </a:r>
            <a:r>
              <a:rPr sz="1400" spc="8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line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with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8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scientific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principle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transparency,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10">
                <a:latin typeface="Arial"/>
                <a:cs typeface="Arial"/>
              </a:rPr>
              <a:t> </a:t>
            </a:r>
            <a:r>
              <a:rPr sz="1400" spc="-20">
                <a:latin typeface="Arial"/>
                <a:cs typeface="Arial"/>
              </a:rPr>
              <a:t>exact </a:t>
            </a:r>
            <a:r>
              <a:rPr sz="1400" spc="65">
                <a:latin typeface="Arial"/>
                <a:cs typeface="Arial"/>
              </a:rPr>
              <a:t>manner</a:t>
            </a:r>
            <a:r>
              <a:rPr sz="1400" spc="3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in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which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generative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AI </a:t>
            </a:r>
            <a:r>
              <a:rPr sz="1400">
                <a:latin typeface="Arial"/>
                <a:cs typeface="Arial"/>
              </a:rPr>
              <a:t>has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been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used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must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35">
                <a:latin typeface="Arial"/>
                <a:cs typeface="Arial"/>
              </a:rPr>
              <a:t>declared </a:t>
            </a:r>
            <a:r>
              <a:rPr sz="1400">
                <a:latin typeface="Arial"/>
                <a:cs typeface="Arial"/>
              </a:rPr>
              <a:t>in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same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way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as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any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other </a:t>
            </a:r>
            <a:r>
              <a:rPr sz="1400" spc="65">
                <a:latin typeface="Arial"/>
                <a:cs typeface="Arial"/>
              </a:rPr>
              <a:t>authored</a:t>
            </a:r>
            <a:r>
              <a:rPr sz="1400" spc="8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work,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tools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65">
                <a:latin typeface="Arial"/>
                <a:cs typeface="Arial"/>
              </a:rPr>
              <a:t>or </a:t>
            </a:r>
            <a:r>
              <a:rPr sz="1400">
                <a:latin typeface="Arial"/>
                <a:cs typeface="Arial"/>
              </a:rPr>
              <a:t>techniques</a:t>
            </a:r>
            <a:r>
              <a:rPr sz="1400" spc="290">
                <a:latin typeface="Arial"/>
                <a:cs typeface="Arial"/>
              </a:rPr>
              <a:t> </a:t>
            </a:r>
            <a:r>
              <a:rPr sz="1400" spc="-20">
                <a:latin typeface="Arial"/>
                <a:cs typeface="Arial"/>
              </a:rPr>
              <a:t>used.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52362" y="13759203"/>
            <a:ext cx="3577590" cy="2852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550"/>
              </a:lnSpc>
              <a:spcBef>
                <a:spcPts val="100"/>
              </a:spcBef>
            </a:pPr>
            <a:r>
              <a:rPr lang="en-US" sz="5100" spc="-25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5100" spc="-25">
                <a:solidFill>
                  <a:srgbClr val="2F2F2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sz="51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01040" algn="ctr">
              <a:lnSpc>
                <a:spcPts val="1110"/>
              </a:lnSpc>
            </a:pP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Ethical</a:t>
            </a:r>
            <a:r>
              <a:rPr sz="1400" spc="1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theories</a:t>
            </a:r>
            <a:r>
              <a:rPr sz="1400" spc="1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can</a:t>
            </a:r>
            <a:r>
              <a:rPr sz="1400" spc="1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1400" spc="1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classified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14375" marR="5080" indent="-635" algn="ctr">
              <a:lnSpc>
                <a:spcPct val="116100"/>
              </a:lnSpc>
            </a:pPr>
            <a:r>
              <a:rPr sz="1400" spc="60"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sz="1400" spc="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sz="1400" spc="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95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1400" spc="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1400" spc="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55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1400" spc="8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35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sz="1400" b="1" spc="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(means,</a:t>
            </a:r>
            <a:r>
              <a:rPr sz="1400" spc="6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processes, </a:t>
            </a:r>
            <a:r>
              <a:rPr sz="1400" spc="50">
                <a:latin typeface="Arial" panose="020B0604020202020204" pitchFamily="34" charset="0"/>
                <a:cs typeface="Arial" panose="020B0604020202020204" pitchFamily="34" charset="0"/>
              </a:rPr>
              <a:t>methods)</a:t>
            </a:r>
            <a:r>
              <a:rPr sz="1400" spc="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6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400" spc="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sz="1400" spc="9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95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1400" spc="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  <a:r>
              <a:rPr sz="1400" spc="9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30"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sz="1400" spc="6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r>
              <a:rPr sz="1400" b="1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(ends,</a:t>
            </a:r>
            <a:r>
              <a:rPr sz="1400" spc="-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goals, </a:t>
            </a:r>
            <a:r>
              <a:rPr sz="1400" spc="45">
                <a:latin typeface="Arial" panose="020B0604020202020204" pitchFamily="34" charset="0"/>
                <a:cs typeface="Arial" panose="020B0604020202020204" pitchFamily="34" charset="0"/>
              </a:rPr>
              <a:t>outcomes)</a:t>
            </a:r>
            <a:r>
              <a:rPr sz="1400" spc="1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achieved</a:t>
            </a:r>
            <a:r>
              <a:rPr sz="1400" spc="1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via</a:t>
            </a:r>
            <a:r>
              <a:rPr sz="1400" spc="13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20">
                <a:latin typeface="Arial" panose="020B0604020202020204" pitchFamily="34" charset="0"/>
                <a:cs typeface="Arial" panose="020B0604020202020204" pitchFamily="34" charset="0"/>
              </a:rPr>
              <a:t>these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actions.</a:t>
            </a:r>
            <a:r>
              <a:rPr sz="1400" spc="6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sz="1400" spc="7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65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sz="1400" spc="7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called </a:t>
            </a:r>
            <a:r>
              <a:rPr sz="1400" spc="50">
                <a:latin typeface="Arial" panose="020B0604020202020204" pitchFamily="34" charset="0"/>
                <a:cs typeface="Arial" panose="020B0604020202020204" pitchFamily="34" charset="0"/>
              </a:rPr>
              <a:t>deontological</a:t>
            </a:r>
            <a:r>
              <a:rPr sz="1400" spc="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6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sz="1400" spc="3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35">
                <a:latin typeface="Arial" panose="020B0604020202020204" pitchFamily="34" charset="0"/>
                <a:cs typeface="Arial" panose="020B0604020202020204" pitchFamily="34" charset="0"/>
              </a:rPr>
              <a:t>teleological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ethics,</a:t>
            </a:r>
            <a:r>
              <a:rPr sz="1400" spc="85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spc="-10">
                <a:latin typeface="Arial" panose="020B0604020202020204" pitchFamily="34" charset="0"/>
                <a:cs typeface="Arial" panose="020B0604020202020204" pitchFamily="34" charset="0"/>
              </a:rPr>
              <a:t>respectively.</a:t>
            </a:r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 marR="5080" indent="-25400" algn="ctr">
              <a:lnSpc>
                <a:spcPts val="4430"/>
              </a:lnSpc>
              <a:spcBef>
                <a:spcPts val="955"/>
              </a:spcBef>
            </a:pPr>
            <a:r>
              <a:rPr spc="-285"/>
              <a:t>3</a:t>
            </a:r>
            <a:r>
              <a:rPr spc="-1195"/>
              <a:t>.</a:t>
            </a:r>
            <a:r>
              <a:rPr sz="6600" spc="330" baseline="-2525">
                <a:solidFill>
                  <a:srgbClr val="FFFFFF"/>
                </a:solidFill>
              </a:rPr>
              <a:t> </a:t>
            </a:r>
            <a:r>
              <a:rPr lang="en-ZA" spc="-305">
                <a:solidFill>
                  <a:schemeClr val="tx1"/>
                </a:solidFill>
              </a:rPr>
              <a:t>The</a:t>
            </a:r>
            <a:r>
              <a:rPr lang="en-ZA" spc="420">
                <a:solidFill>
                  <a:schemeClr val="tx1"/>
                </a:solidFill>
              </a:rPr>
              <a:t> </a:t>
            </a:r>
            <a:r>
              <a:rPr lang="en-ZA" spc="105">
                <a:solidFill>
                  <a:schemeClr val="tx1"/>
                </a:solidFill>
              </a:rPr>
              <a:t>ethics</a:t>
            </a:r>
            <a:r>
              <a:rPr lang="en-ZA" spc="-35">
                <a:solidFill>
                  <a:schemeClr val="tx1"/>
                </a:solidFill>
              </a:rPr>
              <a:t> </a:t>
            </a:r>
            <a:r>
              <a:rPr lang="en-ZA" spc="320">
                <a:solidFill>
                  <a:schemeClr val="tx1"/>
                </a:solidFill>
              </a:rPr>
              <a:t>of</a:t>
            </a:r>
            <a:r>
              <a:rPr lang="en-ZA" spc="409">
                <a:solidFill>
                  <a:schemeClr val="tx1"/>
                </a:solidFill>
              </a:rPr>
              <a:t> </a:t>
            </a:r>
            <a:r>
              <a:rPr lang="en-ZA" spc="-295">
                <a:solidFill>
                  <a:schemeClr val="tx1"/>
                </a:solidFill>
              </a:rPr>
              <a:t>using</a:t>
            </a:r>
            <a:r>
              <a:rPr lang="en-ZA" spc="-455">
                <a:solidFill>
                  <a:schemeClr val="tx1"/>
                </a:solidFill>
              </a:rPr>
              <a:t> </a:t>
            </a:r>
            <a:r>
              <a:rPr lang="en-ZA" spc="25">
                <a:solidFill>
                  <a:schemeClr val="tx1"/>
                </a:solidFill>
              </a:rPr>
              <a:t>generative</a:t>
            </a:r>
            <a:r>
              <a:rPr lang="en-ZA" spc="-105">
                <a:solidFill>
                  <a:schemeClr val="tx1"/>
                </a:solidFill>
              </a:rPr>
              <a:t> </a:t>
            </a:r>
            <a:r>
              <a:rPr lang="en-ZA" spc="-185">
                <a:solidFill>
                  <a:schemeClr val="tx1"/>
                </a:solidFill>
              </a:rPr>
              <a:t>AI in </a:t>
            </a:r>
            <a:r>
              <a:rPr lang="en-ZA" spc="-10">
                <a:solidFill>
                  <a:schemeClr val="tx1"/>
                </a:solidFill>
              </a:rPr>
              <a:t>research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80268" y="3885933"/>
            <a:ext cx="6287770" cy="14592935"/>
            <a:chOff x="580268" y="3885933"/>
            <a:chExt cx="6287770" cy="14592935"/>
          </a:xfrm>
        </p:grpSpPr>
        <p:sp>
          <p:nvSpPr>
            <p:cNvPr id="4" name="object 4"/>
            <p:cNvSpPr/>
            <p:nvPr/>
          </p:nvSpPr>
          <p:spPr>
            <a:xfrm>
              <a:off x="762000" y="3895458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B0D3EF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2000" y="3895458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1" y="0"/>
                  </a:lnTo>
                  <a:lnTo>
                    <a:pt x="3398790" y="0"/>
                  </a:lnTo>
                  <a:lnTo>
                    <a:pt x="3448056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7" y="114606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2" y="2829040"/>
                  </a:lnTo>
                  <a:lnTo>
                    <a:pt x="3678551" y="2870039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25743" y="7212626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0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0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C2B6E4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25743" y="7212626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2" y="0"/>
                  </a:lnTo>
                  <a:lnTo>
                    <a:pt x="3398790" y="0"/>
                  </a:lnTo>
                  <a:lnTo>
                    <a:pt x="3448057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8" y="114607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3" y="2829040"/>
                  </a:lnTo>
                  <a:lnTo>
                    <a:pt x="3678551" y="2870038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000" y="10529793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5086CC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62000" y="10529793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1" y="0"/>
                  </a:lnTo>
                  <a:lnTo>
                    <a:pt x="3398790" y="0"/>
                  </a:lnTo>
                  <a:lnTo>
                    <a:pt x="3448056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7" y="114606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2" y="2829040"/>
                  </a:lnTo>
                  <a:lnTo>
                    <a:pt x="3678551" y="2870039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10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25743" y="13846962"/>
              <a:ext cx="3730625" cy="3021965"/>
            </a:xfrm>
            <a:custGeom>
              <a:avLst/>
              <a:gdLst/>
              <a:ahLst/>
              <a:cxnLst/>
              <a:rect l="l" t="t" r="r" b="b"/>
              <a:pathLst>
                <a:path w="3730625" h="3021965">
                  <a:moveTo>
                    <a:pt x="3398881" y="3021892"/>
                  </a:moveTo>
                  <a:lnTo>
                    <a:pt x="333374" y="3021892"/>
                  </a:lnTo>
                  <a:lnTo>
                    <a:pt x="284111" y="3018278"/>
                  </a:lnTo>
                  <a:lnTo>
                    <a:pt x="237091" y="3007778"/>
                  </a:lnTo>
                  <a:lnTo>
                    <a:pt x="192832" y="2990908"/>
                  </a:lnTo>
                  <a:lnTo>
                    <a:pt x="151848" y="2968184"/>
                  </a:lnTo>
                  <a:lnTo>
                    <a:pt x="114656" y="2940121"/>
                  </a:lnTo>
                  <a:lnTo>
                    <a:pt x="81771" y="2907236"/>
                  </a:lnTo>
                  <a:lnTo>
                    <a:pt x="53708" y="2870044"/>
                  </a:lnTo>
                  <a:lnTo>
                    <a:pt x="30984" y="2829060"/>
                  </a:lnTo>
                  <a:lnTo>
                    <a:pt x="14114" y="2784801"/>
                  </a:lnTo>
                  <a:lnTo>
                    <a:pt x="3614" y="2737781"/>
                  </a:lnTo>
                  <a:lnTo>
                    <a:pt x="0" y="2688517"/>
                  </a:lnTo>
                  <a:lnTo>
                    <a:pt x="0" y="333374"/>
                  </a:lnTo>
                  <a:lnTo>
                    <a:pt x="3614" y="284111"/>
                  </a:lnTo>
                  <a:lnTo>
                    <a:pt x="14114" y="237091"/>
                  </a:lnTo>
                  <a:lnTo>
                    <a:pt x="30984" y="192832"/>
                  </a:lnTo>
                  <a:lnTo>
                    <a:pt x="53708" y="151848"/>
                  </a:lnTo>
                  <a:lnTo>
                    <a:pt x="81771" y="114656"/>
                  </a:lnTo>
                  <a:lnTo>
                    <a:pt x="114656" y="81771"/>
                  </a:lnTo>
                  <a:lnTo>
                    <a:pt x="151848" y="53708"/>
                  </a:lnTo>
                  <a:lnTo>
                    <a:pt x="192832" y="30984"/>
                  </a:lnTo>
                  <a:lnTo>
                    <a:pt x="237091" y="14114"/>
                  </a:lnTo>
                  <a:lnTo>
                    <a:pt x="284111" y="3614"/>
                  </a:lnTo>
                  <a:lnTo>
                    <a:pt x="333374" y="0"/>
                  </a:lnTo>
                  <a:lnTo>
                    <a:pt x="3398881" y="0"/>
                  </a:lnTo>
                  <a:lnTo>
                    <a:pt x="3448145" y="3614"/>
                  </a:lnTo>
                  <a:lnTo>
                    <a:pt x="3495164" y="14114"/>
                  </a:lnTo>
                  <a:lnTo>
                    <a:pt x="3539424" y="30984"/>
                  </a:lnTo>
                  <a:lnTo>
                    <a:pt x="3580407" y="53708"/>
                  </a:lnTo>
                  <a:lnTo>
                    <a:pt x="3617600" y="81771"/>
                  </a:lnTo>
                  <a:lnTo>
                    <a:pt x="3650485" y="114656"/>
                  </a:lnTo>
                  <a:lnTo>
                    <a:pt x="3678548" y="151848"/>
                  </a:lnTo>
                  <a:lnTo>
                    <a:pt x="3701272" y="192832"/>
                  </a:lnTo>
                  <a:lnTo>
                    <a:pt x="3718142" y="237091"/>
                  </a:lnTo>
                  <a:lnTo>
                    <a:pt x="3728642" y="284111"/>
                  </a:lnTo>
                  <a:lnTo>
                    <a:pt x="3730149" y="304646"/>
                  </a:lnTo>
                  <a:lnTo>
                    <a:pt x="3730149" y="2717246"/>
                  </a:lnTo>
                  <a:lnTo>
                    <a:pt x="3718142" y="2784801"/>
                  </a:lnTo>
                  <a:lnTo>
                    <a:pt x="3701272" y="2829060"/>
                  </a:lnTo>
                  <a:lnTo>
                    <a:pt x="3678548" y="2870044"/>
                  </a:lnTo>
                  <a:lnTo>
                    <a:pt x="3650485" y="2907236"/>
                  </a:lnTo>
                  <a:lnTo>
                    <a:pt x="3617600" y="2940121"/>
                  </a:lnTo>
                  <a:lnTo>
                    <a:pt x="3580407" y="2968184"/>
                  </a:lnTo>
                  <a:lnTo>
                    <a:pt x="3539424" y="2990908"/>
                  </a:lnTo>
                  <a:lnTo>
                    <a:pt x="3495164" y="3007778"/>
                  </a:lnTo>
                  <a:lnTo>
                    <a:pt x="3448145" y="3018278"/>
                  </a:lnTo>
                  <a:lnTo>
                    <a:pt x="3398881" y="3021892"/>
                  </a:lnTo>
                  <a:close/>
                </a:path>
              </a:pathLst>
            </a:custGeom>
            <a:solidFill>
              <a:srgbClr val="BAE6E2">
                <a:alpha val="4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125743" y="13846962"/>
              <a:ext cx="3732529" cy="3019425"/>
            </a:xfrm>
            <a:custGeom>
              <a:avLst/>
              <a:gdLst/>
              <a:ahLst/>
              <a:cxnLst/>
              <a:rect l="l" t="t" r="r" b="b"/>
              <a:pathLst>
                <a:path w="3732529" h="3019425">
                  <a:moveTo>
                    <a:pt x="299741" y="3019397"/>
                  </a:moveTo>
                  <a:lnTo>
                    <a:pt x="237062" y="3007766"/>
                  </a:lnTo>
                  <a:lnTo>
                    <a:pt x="192796" y="2990888"/>
                  </a:lnTo>
                  <a:lnTo>
                    <a:pt x="151809" y="2968154"/>
                  </a:lnTo>
                  <a:lnTo>
                    <a:pt x="114615" y="2940080"/>
                  </a:lnTo>
                  <a:lnTo>
                    <a:pt x="81732" y="2907184"/>
                  </a:lnTo>
                  <a:lnTo>
                    <a:pt x="53674" y="2869982"/>
                  </a:lnTo>
                  <a:lnTo>
                    <a:pt x="30958" y="2828990"/>
                  </a:lnTo>
                  <a:lnTo>
                    <a:pt x="14097" y="2784725"/>
                  </a:lnTo>
                  <a:lnTo>
                    <a:pt x="3608" y="2737703"/>
                  </a:lnTo>
                  <a:lnTo>
                    <a:pt x="0" y="2688440"/>
                  </a:lnTo>
                  <a:lnTo>
                    <a:pt x="0" y="333364"/>
                  </a:lnTo>
                  <a:lnTo>
                    <a:pt x="3616" y="284102"/>
                  </a:lnTo>
                  <a:lnTo>
                    <a:pt x="14117" y="237083"/>
                  </a:lnTo>
                  <a:lnTo>
                    <a:pt x="30988" y="192825"/>
                  </a:lnTo>
                  <a:lnTo>
                    <a:pt x="53712" y="151843"/>
                  </a:lnTo>
                  <a:lnTo>
                    <a:pt x="81775" y="114652"/>
                  </a:lnTo>
                  <a:lnTo>
                    <a:pt x="114659" y="81768"/>
                  </a:lnTo>
                  <a:lnTo>
                    <a:pt x="151851" y="53707"/>
                  </a:lnTo>
                  <a:lnTo>
                    <a:pt x="192833" y="30984"/>
                  </a:lnTo>
                  <a:lnTo>
                    <a:pt x="237091" y="14114"/>
                  </a:lnTo>
                  <a:lnTo>
                    <a:pt x="284109" y="3614"/>
                  </a:lnTo>
                  <a:lnTo>
                    <a:pt x="333372" y="0"/>
                  </a:lnTo>
                  <a:lnTo>
                    <a:pt x="3398790" y="0"/>
                  </a:lnTo>
                  <a:lnTo>
                    <a:pt x="3448057" y="3594"/>
                  </a:lnTo>
                  <a:lnTo>
                    <a:pt x="3495082" y="14083"/>
                  </a:lnTo>
                  <a:lnTo>
                    <a:pt x="3539350" y="30944"/>
                  </a:lnTo>
                  <a:lnTo>
                    <a:pt x="3580345" y="53661"/>
                  </a:lnTo>
                  <a:lnTo>
                    <a:pt x="3617550" y="81721"/>
                  </a:lnTo>
                  <a:lnTo>
                    <a:pt x="3650448" y="114607"/>
                  </a:lnTo>
                  <a:lnTo>
                    <a:pt x="3678522" y="151803"/>
                  </a:lnTo>
                  <a:lnTo>
                    <a:pt x="3701257" y="192794"/>
                  </a:lnTo>
                  <a:lnTo>
                    <a:pt x="3718135" y="237063"/>
                  </a:lnTo>
                  <a:lnTo>
                    <a:pt x="3728640" y="284095"/>
                  </a:lnTo>
                  <a:lnTo>
                    <a:pt x="3732256" y="333365"/>
                  </a:lnTo>
                  <a:lnTo>
                    <a:pt x="3732261" y="2688448"/>
                  </a:lnTo>
                  <a:lnTo>
                    <a:pt x="3728654" y="2737727"/>
                  </a:lnTo>
                  <a:lnTo>
                    <a:pt x="3718155" y="2784764"/>
                  </a:lnTo>
                  <a:lnTo>
                    <a:pt x="3701283" y="2829040"/>
                  </a:lnTo>
                  <a:lnTo>
                    <a:pt x="3678551" y="2870038"/>
                  </a:lnTo>
                  <a:lnTo>
                    <a:pt x="3650477" y="2907243"/>
                  </a:lnTo>
                  <a:lnTo>
                    <a:pt x="3617578" y="2940137"/>
                  </a:lnTo>
                  <a:lnTo>
                    <a:pt x="3580370" y="2968204"/>
                  </a:lnTo>
                  <a:lnTo>
                    <a:pt x="3539369" y="2990928"/>
                  </a:lnTo>
                  <a:lnTo>
                    <a:pt x="3495093" y="3007793"/>
                  </a:lnTo>
                  <a:lnTo>
                    <a:pt x="3448059" y="3018284"/>
                  </a:lnTo>
                  <a:lnTo>
                    <a:pt x="3432509" y="3019331"/>
                  </a:lnTo>
                </a:path>
              </a:pathLst>
            </a:custGeom>
            <a:ln w="19049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268" y="14309184"/>
              <a:ext cx="6244568" cy="416938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81088" y="17265724"/>
            <a:ext cx="5382260" cy="730906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algn="ctr">
              <a:lnSpc>
                <a:spcPct val="73500"/>
              </a:lnSpc>
              <a:spcBef>
                <a:spcPts val="1500"/>
              </a:spcBef>
            </a:pPr>
            <a:r>
              <a:rPr lang="en-ZA" sz="2000" spc="-112" baseline="3267">
                <a:solidFill>
                  <a:srgbClr val="2F2F2F"/>
                </a:solidFill>
                <a:latin typeface="Arial"/>
                <a:cs typeface="Arial"/>
                <a:hlinkClick r:id="rId3"/>
              </a:rPr>
              <a:t>https://www.ncl.ac.uk/mediav8/academic-skills-kit/file-downloads/manage-info/2025%20Cite%20Them%20Right%20Harvard%20Style%20Sheet.pdf</a:t>
            </a:r>
            <a:endParaRPr lang="en-ZA" sz="2000" spc="-112" baseline="3267">
              <a:solidFill>
                <a:srgbClr val="2F2F2F"/>
              </a:solidFill>
              <a:latin typeface="Arial"/>
              <a:cs typeface="Arial"/>
            </a:endParaRPr>
          </a:p>
          <a:p>
            <a:pPr marL="12700" marR="5080" algn="ctr">
              <a:lnSpc>
                <a:spcPct val="73500"/>
              </a:lnSpc>
              <a:spcBef>
                <a:spcPts val="1500"/>
              </a:spcBef>
            </a:pPr>
            <a:r>
              <a:rPr lang="en-ZA" sz="2000" spc="-112" baseline="3267">
                <a:solidFill>
                  <a:srgbClr val="2F2F2F"/>
                </a:solidFill>
                <a:latin typeface="Arial"/>
                <a:cs typeface="Arial"/>
              </a:rPr>
              <a:t>https://</a:t>
            </a:r>
            <a:r>
              <a:rPr lang="en-ZA" sz="2000" spc="-112" baseline="3267" err="1">
                <a:solidFill>
                  <a:srgbClr val="2F2F2F"/>
                </a:solidFill>
                <a:latin typeface="Arial"/>
                <a:cs typeface="Arial"/>
              </a:rPr>
              <a:t>guides.library.uq.edu.au</a:t>
            </a:r>
            <a:r>
              <a:rPr lang="en-ZA" sz="2000" spc="-112" baseline="3267">
                <a:solidFill>
                  <a:srgbClr val="2F2F2F"/>
                </a:solidFill>
                <a:latin typeface="Arial"/>
                <a:cs typeface="Arial"/>
              </a:rPr>
              <a:t>/referencing/acknowledging-and-referencing-ai</a:t>
            </a:r>
            <a:endParaRPr sz="2000" baseline="3267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99492" y="434247"/>
            <a:ext cx="5723255" cy="12747625"/>
            <a:chOff x="999492" y="434247"/>
            <a:chExt cx="5723255" cy="12747625"/>
          </a:xfrm>
        </p:grpSpPr>
        <p:sp>
          <p:nvSpPr>
            <p:cNvPr id="15" name="object 15"/>
            <p:cNvSpPr/>
            <p:nvPr/>
          </p:nvSpPr>
          <p:spPr>
            <a:xfrm>
              <a:off x="1078750" y="1938375"/>
              <a:ext cx="5525770" cy="1743710"/>
            </a:xfrm>
            <a:custGeom>
              <a:avLst/>
              <a:gdLst/>
              <a:ahLst/>
              <a:cxnLst/>
              <a:rect l="l" t="t" r="r" b="b"/>
              <a:pathLst>
                <a:path w="5525770" h="1743710">
                  <a:moveTo>
                    <a:pt x="573443" y="868794"/>
                  </a:moveTo>
                  <a:lnTo>
                    <a:pt x="568960" y="863981"/>
                  </a:lnTo>
                  <a:lnTo>
                    <a:pt x="565289" y="856615"/>
                  </a:lnTo>
                  <a:lnTo>
                    <a:pt x="564730" y="856424"/>
                  </a:lnTo>
                  <a:lnTo>
                    <a:pt x="559765" y="854760"/>
                  </a:lnTo>
                  <a:lnTo>
                    <a:pt x="551548" y="852652"/>
                  </a:lnTo>
                  <a:lnTo>
                    <a:pt x="543052" y="851369"/>
                  </a:lnTo>
                  <a:lnTo>
                    <a:pt x="534441" y="850341"/>
                  </a:lnTo>
                  <a:lnTo>
                    <a:pt x="525907" y="849020"/>
                  </a:lnTo>
                  <a:lnTo>
                    <a:pt x="418769" y="828116"/>
                  </a:lnTo>
                  <a:lnTo>
                    <a:pt x="418769" y="854773"/>
                  </a:lnTo>
                  <a:lnTo>
                    <a:pt x="417093" y="860044"/>
                  </a:lnTo>
                  <a:lnTo>
                    <a:pt x="22479" y="891311"/>
                  </a:lnTo>
                  <a:lnTo>
                    <a:pt x="33388" y="842975"/>
                  </a:lnTo>
                  <a:lnTo>
                    <a:pt x="39001" y="819340"/>
                  </a:lnTo>
                  <a:lnTo>
                    <a:pt x="45135" y="795959"/>
                  </a:lnTo>
                  <a:lnTo>
                    <a:pt x="46494" y="791159"/>
                  </a:lnTo>
                  <a:lnTo>
                    <a:pt x="47434" y="790702"/>
                  </a:lnTo>
                  <a:lnTo>
                    <a:pt x="58547" y="785177"/>
                  </a:lnTo>
                  <a:lnTo>
                    <a:pt x="64452" y="786358"/>
                  </a:lnTo>
                  <a:lnTo>
                    <a:pt x="418769" y="854773"/>
                  </a:lnTo>
                  <a:lnTo>
                    <a:pt x="418769" y="828116"/>
                  </a:lnTo>
                  <a:lnTo>
                    <a:pt x="402056" y="824852"/>
                  </a:lnTo>
                  <a:lnTo>
                    <a:pt x="62014" y="758723"/>
                  </a:lnTo>
                  <a:lnTo>
                    <a:pt x="54991" y="757415"/>
                  </a:lnTo>
                  <a:lnTo>
                    <a:pt x="48387" y="757618"/>
                  </a:lnTo>
                  <a:lnTo>
                    <a:pt x="33578" y="765898"/>
                  </a:lnTo>
                  <a:lnTo>
                    <a:pt x="24993" y="790168"/>
                  </a:lnTo>
                  <a:lnTo>
                    <a:pt x="16192" y="814489"/>
                  </a:lnTo>
                  <a:lnTo>
                    <a:pt x="8420" y="838974"/>
                  </a:lnTo>
                  <a:lnTo>
                    <a:pt x="4114" y="858443"/>
                  </a:lnTo>
                  <a:lnTo>
                    <a:pt x="2921" y="863815"/>
                  </a:lnTo>
                  <a:lnTo>
                    <a:pt x="0" y="894016"/>
                  </a:lnTo>
                  <a:lnTo>
                    <a:pt x="5410" y="909967"/>
                  </a:lnTo>
                  <a:lnTo>
                    <a:pt x="22123" y="915581"/>
                  </a:lnTo>
                  <a:lnTo>
                    <a:pt x="53073" y="914742"/>
                  </a:lnTo>
                  <a:lnTo>
                    <a:pt x="495731" y="884123"/>
                  </a:lnTo>
                  <a:lnTo>
                    <a:pt x="511733" y="883170"/>
                  </a:lnTo>
                  <a:lnTo>
                    <a:pt x="559689" y="879767"/>
                  </a:lnTo>
                  <a:lnTo>
                    <a:pt x="568896" y="872693"/>
                  </a:lnTo>
                  <a:lnTo>
                    <a:pt x="573443" y="868794"/>
                  </a:lnTo>
                  <a:close/>
                </a:path>
                <a:path w="5525770" h="1743710">
                  <a:moveTo>
                    <a:pt x="576021" y="1021067"/>
                  </a:moveTo>
                  <a:lnTo>
                    <a:pt x="567753" y="1020457"/>
                  </a:lnTo>
                  <a:lnTo>
                    <a:pt x="559028" y="1017701"/>
                  </a:lnTo>
                  <a:lnTo>
                    <a:pt x="551472" y="1019683"/>
                  </a:lnTo>
                  <a:lnTo>
                    <a:pt x="543979" y="1022248"/>
                  </a:lnTo>
                  <a:lnTo>
                    <a:pt x="536740" y="1025690"/>
                  </a:lnTo>
                  <a:lnTo>
                    <a:pt x="529564" y="1029474"/>
                  </a:lnTo>
                  <a:lnTo>
                    <a:pt x="522287" y="1033005"/>
                  </a:lnTo>
                  <a:lnTo>
                    <a:pt x="459359" y="1060221"/>
                  </a:lnTo>
                  <a:lnTo>
                    <a:pt x="459359" y="1094041"/>
                  </a:lnTo>
                  <a:lnTo>
                    <a:pt x="458838" y="1094447"/>
                  </a:lnTo>
                  <a:lnTo>
                    <a:pt x="374230" y="1158735"/>
                  </a:lnTo>
                  <a:lnTo>
                    <a:pt x="117068" y="1353997"/>
                  </a:lnTo>
                  <a:lnTo>
                    <a:pt x="75742" y="1253591"/>
                  </a:lnTo>
                  <a:lnTo>
                    <a:pt x="457073" y="1091285"/>
                  </a:lnTo>
                  <a:lnTo>
                    <a:pt x="459359" y="1094041"/>
                  </a:lnTo>
                  <a:lnTo>
                    <a:pt x="459359" y="1060221"/>
                  </a:lnTo>
                  <a:lnTo>
                    <a:pt x="444131" y="1066800"/>
                  </a:lnTo>
                  <a:lnTo>
                    <a:pt x="443522" y="1067054"/>
                  </a:lnTo>
                  <a:lnTo>
                    <a:pt x="375094" y="1096645"/>
                  </a:lnTo>
                  <a:lnTo>
                    <a:pt x="276987" y="1139126"/>
                  </a:lnTo>
                  <a:lnTo>
                    <a:pt x="178904" y="1181671"/>
                  </a:lnTo>
                  <a:lnTo>
                    <a:pt x="80886" y="1224254"/>
                  </a:lnTo>
                  <a:lnTo>
                    <a:pt x="51092" y="1263015"/>
                  </a:lnTo>
                  <a:lnTo>
                    <a:pt x="57810" y="1285443"/>
                  </a:lnTo>
                  <a:lnTo>
                    <a:pt x="63055" y="1298994"/>
                  </a:lnTo>
                  <a:lnTo>
                    <a:pt x="78371" y="1339888"/>
                  </a:lnTo>
                  <a:lnTo>
                    <a:pt x="102641" y="1383296"/>
                  </a:lnTo>
                  <a:lnTo>
                    <a:pt x="109601" y="1381633"/>
                  </a:lnTo>
                  <a:lnTo>
                    <a:pt x="116586" y="1380172"/>
                  </a:lnTo>
                  <a:lnTo>
                    <a:pt x="123405" y="1378204"/>
                  </a:lnTo>
                  <a:lnTo>
                    <a:pt x="124904" y="1377416"/>
                  </a:lnTo>
                  <a:lnTo>
                    <a:pt x="128968" y="1375295"/>
                  </a:lnTo>
                  <a:lnTo>
                    <a:pt x="170154" y="1345006"/>
                  </a:lnTo>
                  <a:lnTo>
                    <a:pt x="210947" y="1314843"/>
                  </a:lnTo>
                  <a:lnTo>
                    <a:pt x="251688" y="1284630"/>
                  </a:lnTo>
                  <a:lnTo>
                    <a:pt x="292392" y="1254353"/>
                  </a:lnTo>
                  <a:lnTo>
                    <a:pt x="333044" y="1224013"/>
                  </a:lnTo>
                  <a:lnTo>
                    <a:pt x="373659" y="1193584"/>
                  </a:lnTo>
                  <a:lnTo>
                    <a:pt x="414223" y="1163091"/>
                  </a:lnTo>
                  <a:lnTo>
                    <a:pt x="452488" y="1133944"/>
                  </a:lnTo>
                  <a:lnTo>
                    <a:pt x="490499" y="1104480"/>
                  </a:lnTo>
                  <a:lnTo>
                    <a:pt x="528307" y="1074762"/>
                  </a:lnTo>
                  <a:lnTo>
                    <a:pt x="565950" y="1044790"/>
                  </a:lnTo>
                  <a:lnTo>
                    <a:pt x="573900" y="1027518"/>
                  </a:lnTo>
                  <a:lnTo>
                    <a:pt x="576021" y="1021067"/>
                  </a:lnTo>
                  <a:close/>
                </a:path>
                <a:path w="5525770" h="1743710">
                  <a:moveTo>
                    <a:pt x="728535" y="1234567"/>
                  </a:moveTo>
                  <a:lnTo>
                    <a:pt x="725195" y="1225372"/>
                  </a:lnTo>
                  <a:lnTo>
                    <a:pt x="717677" y="1218057"/>
                  </a:lnTo>
                  <a:lnTo>
                    <a:pt x="709244" y="1220368"/>
                  </a:lnTo>
                  <a:lnTo>
                    <a:pt x="704570" y="1220292"/>
                  </a:lnTo>
                  <a:lnTo>
                    <a:pt x="653224" y="1272997"/>
                  </a:lnTo>
                  <a:lnTo>
                    <a:pt x="653224" y="1332280"/>
                  </a:lnTo>
                  <a:lnTo>
                    <a:pt x="404710" y="1708924"/>
                  </a:lnTo>
                  <a:lnTo>
                    <a:pt x="337527" y="1647037"/>
                  </a:lnTo>
                  <a:lnTo>
                    <a:pt x="646049" y="1326121"/>
                  </a:lnTo>
                  <a:lnTo>
                    <a:pt x="653224" y="1332280"/>
                  </a:lnTo>
                  <a:lnTo>
                    <a:pt x="653224" y="1272997"/>
                  </a:lnTo>
                  <a:lnTo>
                    <a:pt x="632167" y="1294599"/>
                  </a:lnTo>
                  <a:lnTo>
                    <a:pt x="488149" y="1442415"/>
                  </a:lnTo>
                  <a:lnTo>
                    <a:pt x="420001" y="1512227"/>
                  </a:lnTo>
                  <a:lnTo>
                    <a:pt x="351764" y="1581937"/>
                  </a:lnTo>
                  <a:lnTo>
                    <a:pt x="319519" y="1614817"/>
                  </a:lnTo>
                  <a:lnTo>
                    <a:pt x="317614" y="1616760"/>
                  </a:lnTo>
                  <a:lnTo>
                    <a:pt x="308660" y="1627936"/>
                  </a:lnTo>
                  <a:lnTo>
                    <a:pt x="304431" y="1638947"/>
                  </a:lnTo>
                  <a:lnTo>
                    <a:pt x="305714" y="1650047"/>
                  </a:lnTo>
                  <a:lnTo>
                    <a:pt x="331978" y="1681149"/>
                  </a:lnTo>
                  <a:lnTo>
                    <a:pt x="370090" y="1719605"/>
                  </a:lnTo>
                  <a:lnTo>
                    <a:pt x="398208" y="1743392"/>
                  </a:lnTo>
                  <a:lnTo>
                    <a:pt x="406196" y="1742859"/>
                  </a:lnTo>
                  <a:lnTo>
                    <a:pt x="449059" y="1691246"/>
                  </a:lnTo>
                  <a:lnTo>
                    <a:pt x="477481" y="1651723"/>
                  </a:lnTo>
                  <a:lnTo>
                    <a:pt x="505434" y="1611909"/>
                  </a:lnTo>
                  <a:lnTo>
                    <a:pt x="532904" y="1571777"/>
                  </a:lnTo>
                  <a:lnTo>
                    <a:pt x="559866" y="1531327"/>
                  </a:lnTo>
                  <a:lnTo>
                    <a:pt x="586308" y="1490535"/>
                  </a:lnTo>
                  <a:lnTo>
                    <a:pt x="612203" y="1449387"/>
                  </a:lnTo>
                  <a:lnTo>
                    <a:pt x="637527" y="1407871"/>
                  </a:lnTo>
                  <a:lnTo>
                    <a:pt x="662279" y="1365973"/>
                  </a:lnTo>
                  <a:lnTo>
                    <a:pt x="686422" y="1323682"/>
                  </a:lnTo>
                  <a:lnTo>
                    <a:pt x="709942" y="1280998"/>
                  </a:lnTo>
                  <a:lnTo>
                    <a:pt x="726986" y="1240066"/>
                  </a:lnTo>
                  <a:lnTo>
                    <a:pt x="728535" y="1234567"/>
                  </a:lnTo>
                  <a:close/>
                </a:path>
                <a:path w="5525770" h="1743710">
                  <a:moveTo>
                    <a:pt x="5333162" y="107175"/>
                  </a:moveTo>
                  <a:lnTo>
                    <a:pt x="5327421" y="94703"/>
                  </a:lnTo>
                  <a:lnTo>
                    <a:pt x="5311991" y="72402"/>
                  </a:lnTo>
                  <a:lnTo>
                    <a:pt x="5301259" y="57327"/>
                  </a:lnTo>
                  <a:lnTo>
                    <a:pt x="5301259" y="105244"/>
                  </a:lnTo>
                  <a:lnTo>
                    <a:pt x="4947031" y="374853"/>
                  </a:lnTo>
                  <a:lnTo>
                    <a:pt x="4940884" y="367665"/>
                  </a:lnTo>
                  <a:lnTo>
                    <a:pt x="5244401" y="33756"/>
                  </a:lnTo>
                  <a:lnTo>
                    <a:pt x="5301259" y="105244"/>
                  </a:lnTo>
                  <a:lnTo>
                    <a:pt x="5301259" y="57327"/>
                  </a:lnTo>
                  <a:lnTo>
                    <a:pt x="5263870" y="7048"/>
                  </a:lnTo>
                  <a:lnTo>
                    <a:pt x="5248148" y="0"/>
                  </a:lnTo>
                  <a:lnTo>
                    <a:pt x="5240172" y="3581"/>
                  </a:lnTo>
                  <a:lnTo>
                    <a:pt x="5197856" y="44399"/>
                  </a:lnTo>
                  <a:lnTo>
                    <a:pt x="5163693" y="79082"/>
                  </a:lnTo>
                  <a:lnTo>
                    <a:pt x="5129949" y="114122"/>
                  </a:lnTo>
                  <a:lnTo>
                    <a:pt x="5096637" y="149542"/>
                  </a:lnTo>
                  <a:lnTo>
                    <a:pt x="5063756" y="185369"/>
                  </a:lnTo>
                  <a:lnTo>
                    <a:pt x="5031359" y="221602"/>
                  </a:lnTo>
                  <a:lnTo>
                    <a:pt x="4999444" y="258279"/>
                  </a:lnTo>
                  <a:lnTo>
                    <a:pt x="4968024" y="295402"/>
                  </a:lnTo>
                  <a:lnTo>
                    <a:pt x="4937125" y="332981"/>
                  </a:lnTo>
                  <a:lnTo>
                    <a:pt x="4906759" y="371043"/>
                  </a:lnTo>
                  <a:lnTo>
                    <a:pt x="4876952" y="409613"/>
                  </a:lnTo>
                  <a:lnTo>
                    <a:pt x="4853813" y="447433"/>
                  </a:lnTo>
                  <a:lnTo>
                    <a:pt x="4851425" y="452628"/>
                  </a:lnTo>
                  <a:lnTo>
                    <a:pt x="4853317" y="462229"/>
                  </a:lnTo>
                  <a:lnTo>
                    <a:pt x="4859617" y="470611"/>
                  </a:lnTo>
                  <a:lnTo>
                    <a:pt x="4868303" y="469620"/>
                  </a:lnTo>
                  <a:lnTo>
                    <a:pt x="4872914" y="470408"/>
                  </a:lnTo>
                  <a:lnTo>
                    <a:pt x="4955895" y="408127"/>
                  </a:lnTo>
                  <a:lnTo>
                    <a:pt x="5120945" y="284251"/>
                  </a:lnTo>
                  <a:lnTo>
                    <a:pt x="5199024" y="225767"/>
                  </a:lnTo>
                  <a:lnTo>
                    <a:pt x="5277167" y="167373"/>
                  </a:lnTo>
                  <a:lnTo>
                    <a:pt x="5314099" y="139865"/>
                  </a:lnTo>
                  <a:lnTo>
                    <a:pt x="5316283" y="138239"/>
                  </a:lnTo>
                  <a:lnTo>
                    <a:pt x="5326850" y="128574"/>
                  </a:lnTo>
                  <a:lnTo>
                    <a:pt x="5332717" y="118338"/>
                  </a:lnTo>
                  <a:lnTo>
                    <a:pt x="5333162" y="107175"/>
                  </a:lnTo>
                  <a:close/>
                </a:path>
                <a:path w="5525770" h="1743710">
                  <a:moveTo>
                    <a:pt x="5518874" y="901242"/>
                  </a:moveTo>
                  <a:lnTo>
                    <a:pt x="5515978" y="884643"/>
                  </a:lnTo>
                  <a:lnTo>
                    <a:pt x="5500332" y="876541"/>
                  </a:lnTo>
                  <a:lnTo>
                    <a:pt x="5496242" y="876020"/>
                  </a:lnTo>
                  <a:lnTo>
                    <a:pt x="5496242" y="900455"/>
                  </a:lnTo>
                  <a:lnTo>
                    <a:pt x="5478030" y="946543"/>
                  </a:lnTo>
                  <a:lnTo>
                    <a:pt x="5459171" y="991184"/>
                  </a:lnTo>
                  <a:lnTo>
                    <a:pt x="5444261" y="999782"/>
                  </a:lnTo>
                  <a:lnTo>
                    <a:pt x="5438622" y="997699"/>
                  </a:lnTo>
                  <a:lnTo>
                    <a:pt x="5099050" y="875576"/>
                  </a:lnTo>
                  <a:lnTo>
                    <a:pt x="5101526" y="870623"/>
                  </a:lnTo>
                  <a:lnTo>
                    <a:pt x="5496242" y="900455"/>
                  </a:lnTo>
                  <a:lnTo>
                    <a:pt x="5496242" y="876020"/>
                  </a:lnTo>
                  <a:lnTo>
                    <a:pt x="5469623" y="872604"/>
                  </a:lnTo>
                  <a:lnTo>
                    <a:pt x="5027523" y="834720"/>
                  </a:lnTo>
                  <a:lnTo>
                    <a:pt x="5011559" y="833196"/>
                  </a:lnTo>
                  <a:lnTo>
                    <a:pt x="4995608" y="831583"/>
                  </a:lnTo>
                  <a:lnTo>
                    <a:pt x="4979454" y="830135"/>
                  </a:lnTo>
                  <a:lnTo>
                    <a:pt x="4963655" y="829183"/>
                  </a:lnTo>
                  <a:lnTo>
                    <a:pt x="4958689" y="828929"/>
                  </a:lnTo>
                  <a:lnTo>
                    <a:pt x="4953470" y="834758"/>
                  </a:lnTo>
                  <a:lnTo>
                    <a:pt x="4948377" y="837907"/>
                  </a:lnTo>
                  <a:lnTo>
                    <a:pt x="4952073" y="843356"/>
                  </a:lnTo>
                  <a:lnTo>
                    <a:pt x="4954562" y="851204"/>
                  </a:lnTo>
                  <a:lnTo>
                    <a:pt x="4955083" y="851471"/>
                  </a:lnTo>
                  <a:lnTo>
                    <a:pt x="4959731" y="853884"/>
                  </a:lnTo>
                  <a:lnTo>
                    <a:pt x="4967516" y="857224"/>
                  </a:lnTo>
                  <a:lnTo>
                    <a:pt x="4975720" y="859802"/>
                  </a:lnTo>
                  <a:lnTo>
                    <a:pt x="4984077" y="862139"/>
                  </a:lnTo>
                  <a:lnTo>
                    <a:pt x="4992306" y="864768"/>
                  </a:lnTo>
                  <a:lnTo>
                    <a:pt x="5110962" y="907707"/>
                  </a:lnTo>
                  <a:lnTo>
                    <a:pt x="5436781" y="1025385"/>
                  </a:lnTo>
                  <a:lnTo>
                    <a:pt x="5443499" y="1027760"/>
                  </a:lnTo>
                  <a:lnTo>
                    <a:pt x="5450065" y="1028573"/>
                  </a:lnTo>
                  <a:lnTo>
                    <a:pt x="5465978" y="1022667"/>
                  </a:lnTo>
                  <a:lnTo>
                    <a:pt x="5478196" y="1000010"/>
                  </a:lnTo>
                  <a:lnTo>
                    <a:pt x="5490629" y="977328"/>
                  </a:lnTo>
                  <a:lnTo>
                    <a:pt x="5502084" y="954328"/>
                  </a:lnTo>
                  <a:lnTo>
                    <a:pt x="5509336" y="935761"/>
                  </a:lnTo>
                  <a:lnTo>
                    <a:pt x="5511330" y="930643"/>
                  </a:lnTo>
                  <a:lnTo>
                    <a:pt x="5518874" y="901242"/>
                  </a:lnTo>
                  <a:close/>
                </a:path>
                <a:path w="5525770" h="1743710">
                  <a:moveTo>
                    <a:pt x="5525173" y="528777"/>
                  </a:moveTo>
                  <a:lnTo>
                    <a:pt x="5521985" y="505587"/>
                  </a:lnTo>
                  <a:lnTo>
                    <a:pt x="5518899" y="491388"/>
                  </a:lnTo>
                  <a:lnTo>
                    <a:pt x="5510047" y="448627"/>
                  </a:lnTo>
                  <a:lnTo>
                    <a:pt x="5499366" y="419823"/>
                  </a:lnTo>
                  <a:lnTo>
                    <a:pt x="5499366" y="534301"/>
                  </a:lnTo>
                  <a:lnTo>
                    <a:pt x="5097602" y="635977"/>
                  </a:lnTo>
                  <a:lnTo>
                    <a:pt x="5095773" y="632904"/>
                  </a:lnTo>
                  <a:lnTo>
                    <a:pt x="5096345" y="632587"/>
                  </a:lnTo>
                  <a:lnTo>
                    <a:pt x="5189842" y="582079"/>
                  </a:lnTo>
                  <a:lnTo>
                    <a:pt x="5473992" y="428726"/>
                  </a:lnTo>
                  <a:lnTo>
                    <a:pt x="5499366" y="534301"/>
                  </a:lnTo>
                  <a:lnTo>
                    <a:pt x="5499366" y="419823"/>
                  </a:lnTo>
                  <a:lnTo>
                    <a:pt x="5492762" y="402005"/>
                  </a:lnTo>
                  <a:lnTo>
                    <a:pt x="5485625" y="402577"/>
                  </a:lnTo>
                  <a:lnTo>
                    <a:pt x="5478500" y="402932"/>
                  </a:lnTo>
                  <a:lnTo>
                    <a:pt x="5471452" y="403834"/>
                  </a:lnTo>
                  <a:lnTo>
                    <a:pt x="5469852" y="404380"/>
                  </a:lnTo>
                  <a:lnTo>
                    <a:pt x="5465508" y="405853"/>
                  </a:lnTo>
                  <a:lnTo>
                    <a:pt x="5420157" y="429437"/>
                  </a:lnTo>
                  <a:lnTo>
                    <a:pt x="5375211" y="452958"/>
                  </a:lnTo>
                  <a:lnTo>
                    <a:pt x="5330291" y="476542"/>
                  </a:lnTo>
                  <a:lnTo>
                    <a:pt x="5285422" y="500202"/>
                  </a:lnTo>
                  <a:lnTo>
                    <a:pt x="5240579" y="523925"/>
                  </a:lnTo>
                  <a:lnTo>
                    <a:pt x="5195773" y="547738"/>
                  </a:lnTo>
                  <a:lnTo>
                    <a:pt x="5150993" y="571627"/>
                  </a:lnTo>
                  <a:lnTo>
                    <a:pt x="5108702" y="594537"/>
                  </a:lnTo>
                  <a:lnTo>
                    <a:pt x="5066601" y="617791"/>
                  </a:lnTo>
                  <a:lnTo>
                    <a:pt x="5024679" y="641350"/>
                  </a:lnTo>
                  <a:lnTo>
                    <a:pt x="4982870" y="665162"/>
                  </a:lnTo>
                  <a:lnTo>
                    <a:pt x="4972355" y="681012"/>
                  </a:lnTo>
                  <a:lnTo>
                    <a:pt x="4969268" y="687057"/>
                  </a:lnTo>
                  <a:lnTo>
                    <a:pt x="4977346" y="688936"/>
                  </a:lnTo>
                  <a:lnTo>
                    <a:pt x="4985537" y="693000"/>
                  </a:lnTo>
                  <a:lnTo>
                    <a:pt x="4993310" y="692200"/>
                  </a:lnTo>
                  <a:lnTo>
                    <a:pt x="5001107" y="690816"/>
                  </a:lnTo>
                  <a:lnTo>
                    <a:pt x="5008791" y="688530"/>
                  </a:lnTo>
                  <a:lnTo>
                    <a:pt x="5016462" y="685901"/>
                  </a:lnTo>
                  <a:lnTo>
                    <a:pt x="5024196" y="683526"/>
                  </a:lnTo>
                  <a:lnTo>
                    <a:pt x="5106619" y="662165"/>
                  </a:lnTo>
                  <a:lnTo>
                    <a:pt x="5107254" y="662000"/>
                  </a:lnTo>
                  <a:lnTo>
                    <a:pt x="5179428" y="643305"/>
                  </a:lnTo>
                  <a:lnTo>
                    <a:pt x="5282908" y="616419"/>
                  </a:lnTo>
                  <a:lnTo>
                    <a:pt x="5386362" y="589495"/>
                  </a:lnTo>
                  <a:lnTo>
                    <a:pt x="5489778" y="562495"/>
                  </a:lnTo>
                  <a:lnTo>
                    <a:pt x="5518188" y="547903"/>
                  </a:lnTo>
                  <a:lnTo>
                    <a:pt x="5521833" y="544525"/>
                  </a:lnTo>
                  <a:lnTo>
                    <a:pt x="5525173" y="528777"/>
                  </a:lnTo>
                  <a:close/>
                </a:path>
              </a:pathLst>
            </a:custGeom>
            <a:solidFill>
              <a:srgbClr val="2F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1971" y="434247"/>
              <a:ext cx="359410" cy="659130"/>
            </a:xfrm>
            <a:custGeom>
              <a:avLst/>
              <a:gdLst/>
              <a:ahLst/>
              <a:cxnLst/>
              <a:rect l="l" t="t" r="r" b="b"/>
              <a:pathLst>
                <a:path w="359409" h="659130">
                  <a:moveTo>
                    <a:pt x="109578" y="627033"/>
                  </a:moveTo>
                  <a:lnTo>
                    <a:pt x="76272" y="590647"/>
                  </a:lnTo>
                  <a:lnTo>
                    <a:pt x="60265" y="545886"/>
                  </a:lnTo>
                  <a:lnTo>
                    <a:pt x="424" y="115455"/>
                  </a:lnTo>
                  <a:lnTo>
                    <a:pt x="0" y="94366"/>
                  </a:lnTo>
                  <a:lnTo>
                    <a:pt x="4513" y="73967"/>
                  </a:lnTo>
                  <a:lnTo>
                    <a:pt x="27697" y="37155"/>
                  </a:lnTo>
                  <a:lnTo>
                    <a:pt x="61610" y="12686"/>
                  </a:lnTo>
                  <a:lnTo>
                    <a:pt x="102504" y="0"/>
                  </a:lnTo>
                  <a:lnTo>
                    <a:pt x="145071" y="1115"/>
                  </a:lnTo>
                  <a:lnTo>
                    <a:pt x="185038" y="15710"/>
                  </a:lnTo>
                  <a:lnTo>
                    <a:pt x="216160" y="43257"/>
                  </a:lnTo>
                  <a:lnTo>
                    <a:pt x="232186" y="83228"/>
                  </a:lnTo>
                  <a:lnTo>
                    <a:pt x="280529" y="430882"/>
                  </a:lnTo>
                  <a:lnTo>
                    <a:pt x="277369" y="460565"/>
                  </a:lnTo>
                  <a:lnTo>
                    <a:pt x="236655" y="500166"/>
                  </a:lnTo>
                  <a:lnTo>
                    <a:pt x="176087" y="508598"/>
                  </a:lnTo>
                  <a:lnTo>
                    <a:pt x="126125" y="481613"/>
                  </a:lnTo>
                  <a:lnTo>
                    <a:pt x="78157" y="189022"/>
                  </a:lnTo>
                  <a:lnTo>
                    <a:pt x="148107" y="449296"/>
                  </a:lnTo>
                  <a:lnTo>
                    <a:pt x="155700" y="464777"/>
                  </a:lnTo>
                  <a:lnTo>
                    <a:pt x="202368" y="475496"/>
                  </a:lnTo>
                  <a:lnTo>
                    <a:pt x="244351" y="452459"/>
                  </a:lnTo>
                  <a:lnTo>
                    <a:pt x="199091" y="87818"/>
                  </a:lnTo>
                  <a:lnTo>
                    <a:pt x="165883" y="43049"/>
                  </a:lnTo>
                  <a:lnTo>
                    <a:pt x="107107" y="33105"/>
                  </a:lnTo>
                  <a:lnTo>
                    <a:pt x="91474" y="36599"/>
                  </a:lnTo>
                  <a:lnTo>
                    <a:pt x="51643" y="60471"/>
                  </a:lnTo>
                  <a:lnTo>
                    <a:pt x="33605" y="94751"/>
                  </a:lnTo>
                  <a:lnTo>
                    <a:pt x="33530" y="110851"/>
                  </a:lnTo>
                  <a:lnTo>
                    <a:pt x="93384" y="541293"/>
                  </a:lnTo>
                  <a:lnTo>
                    <a:pt x="107817" y="577738"/>
                  </a:lnTo>
                  <a:lnTo>
                    <a:pt x="138561" y="606428"/>
                  </a:lnTo>
                  <a:lnTo>
                    <a:pt x="179358" y="622761"/>
                  </a:lnTo>
                  <a:lnTo>
                    <a:pt x="201222" y="625529"/>
                  </a:lnTo>
                  <a:lnTo>
                    <a:pt x="223073" y="624485"/>
                  </a:lnTo>
                  <a:lnTo>
                    <a:pt x="264678" y="610910"/>
                  </a:lnTo>
                  <a:lnTo>
                    <a:pt x="299477" y="584053"/>
                  </a:lnTo>
                  <a:lnTo>
                    <a:pt x="321258" y="548031"/>
                  </a:lnTo>
                  <a:lnTo>
                    <a:pt x="325525" y="528685"/>
                  </a:lnTo>
                  <a:lnTo>
                    <a:pt x="325169" y="509063"/>
                  </a:lnTo>
                  <a:lnTo>
                    <a:pt x="272210" y="128293"/>
                  </a:lnTo>
                  <a:lnTo>
                    <a:pt x="272609" y="121669"/>
                  </a:lnTo>
                  <a:lnTo>
                    <a:pt x="275422" y="115915"/>
                  </a:lnTo>
                  <a:lnTo>
                    <a:pt x="280192" y="111636"/>
                  </a:lnTo>
                  <a:lnTo>
                    <a:pt x="286461" y="109438"/>
                  </a:lnTo>
                  <a:lnTo>
                    <a:pt x="293085" y="109836"/>
                  </a:lnTo>
                  <a:lnTo>
                    <a:pt x="358285" y="504446"/>
                  </a:lnTo>
                  <a:lnTo>
                    <a:pt x="358878" y="531473"/>
                  </a:lnTo>
                  <a:lnTo>
                    <a:pt x="353256" y="557915"/>
                  </a:lnTo>
                  <a:lnTo>
                    <a:pt x="324214" y="606543"/>
                  </a:lnTo>
                  <a:lnTo>
                    <a:pt x="280262" y="640436"/>
                  </a:lnTo>
                  <a:lnTo>
                    <a:pt x="227663" y="657580"/>
                  </a:lnTo>
                  <a:lnTo>
                    <a:pt x="200032" y="658908"/>
                  </a:lnTo>
                  <a:lnTo>
                    <a:pt x="172403" y="655424"/>
                  </a:lnTo>
                  <a:lnTo>
                    <a:pt x="145710" y="647324"/>
                  </a:lnTo>
                  <a:lnTo>
                    <a:pt x="120885" y="634804"/>
                  </a:lnTo>
                  <a:lnTo>
                    <a:pt x="116963" y="632342"/>
                  </a:lnTo>
                  <a:lnTo>
                    <a:pt x="109578" y="6270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4575" y="4433927"/>
              <a:ext cx="1867615" cy="19318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8963" y="10973255"/>
              <a:ext cx="1730807" cy="220837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9492" y="7525627"/>
              <a:ext cx="1627838" cy="239583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93686" y="3807700"/>
            <a:ext cx="1001702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380">
                <a:solidFill>
                  <a:srgbClr val="2F2F2F"/>
                </a:solidFill>
                <a:latin typeface="Arial"/>
                <a:cs typeface="Arial"/>
              </a:rPr>
              <a:t>  </a:t>
            </a:r>
            <a:r>
              <a:rPr sz="5100" spc="-380">
                <a:solidFill>
                  <a:srgbClr val="2F2F2F"/>
                </a:solidFill>
                <a:latin typeface="Arial"/>
                <a:cs typeface="Arial"/>
              </a:rPr>
              <a:t>05</a:t>
            </a:r>
            <a:endParaRPr sz="5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6784" y="7124868"/>
            <a:ext cx="1122239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310">
                <a:solidFill>
                  <a:srgbClr val="2F2F2F"/>
                </a:solidFill>
                <a:latin typeface="Arial"/>
                <a:cs typeface="Arial"/>
              </a:rPr>
              <a:t>   </a:t>
            </a:r>
            <a:r>
              <a:rPr sz="5100" spc="-310">
                <a:solidFill>
                  <a:srgbClr val="2F2F2F"/>
                </a:solidFill>
                <a:latin typeface="Arial"/>
                <a:cs typeface="Arial"/>
              </a:rPr>
              <a:t>06</a:t>
            </a:r>
            <a:endParaRPr sz="51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4698" y="10442037"/>
            <a:ext cx="1001702" cy="797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25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5100" spc="-25">
                <a:solidFill>
                  <a:srgbClr val="2F2F2F"/>
                </a:solidFill>
                <a:latin typeface="Arial"/>
                <a:cs typeface="Arial"/>
              </a:rPr>
              <a:t>07</a:t>
            </a:r>
            <a:endParaRPr sz="5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65608" y="13759203"/>
            <a:ext cx="1197164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370">
                <a:solidFill>
                  <a:srgbClr val="2F2F2F"/>
                </a:solidFill>
                <a:latin typeface="Arial"/>
                <a:cs typeface="Arial"/>
              </a:rPr>
              <a:t>   </a:t>
            </a:r>
            <a:r>
              <a:rPr sz="5100" spc="-370">
                <a:solidFill>
                  <a:srgbClr val="2F2F2F"/>
                </a:solidFill>
                <a:latin typeface="Arial"/>
                <a:cs typeface="Arial"/>
              </a:rPr>
              <a:t>08</a:t>
            </a:r>
            <a:endParaRPr sz="51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0976" y="4381502"/>
            <a:ext cx="253428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1400">
                <a:latin typeface="Arial"/>
                <a:cs typeface="Arial"/>
              </a:rPr>
              <a:t>For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example,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is</a:t>
            </a:r>
            <a:r>
              <a:rPr sz="1400" spc="7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ethical </a:t>
            </a:r>
            <a:r>
              <a:rPr sz="1400" spc="70">
                <a:latin typeface="Arial"/>
                <a:cs typeface="Arial"/>
              </a:rPr>
              <a:t>integrity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 spc="90">
                <a:latin typeface="Arial"/>
                <a:cs typeface="Arial"/>
              </a:rPr>
              <a:t>or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artistic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value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45">
                <a:latin typeface="Arial"/>
                <a:cs typeface="Arial"/>
              </a:rPr>
              <a:t> </a:t>
            </a:r>
            <a:r>
              <a:rPr sz="1400" spc="25">
                <a:latin typeface="Arial"/>
                <a:cs typeface="Arial"/>
              </a:rPr>
              <a:t>a </a:t>
            </a:r>
            <a:r>
              <a:rPr sz="1400">
                <a:latin typeface="Arial"/>
                <a:cs typeface="Arial"/>
              </a:rPr>
              <a:t>piece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art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dependent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on</a:t>
            </a:r>
            <a:r>
              <a:rPr sz="1400" spc="25">
                <a:latin typeface="Arial"/>
                <a:cs typeface="Arial"/>
              </a:rPr>
              <a:t> </a:t>
            </a:r>
            <a:r>
              <a:rPr sz="1400" spc="35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82531" y="5124452"/>
            <a:ext cx="289115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1400" spc="10">
                <a:latin typeface="Arial"/>
                <a:cs typeface="Arial"/>
              </a:rPr>
              <a:t>process</a:t>
            </a:r>
            <a:r>
              <a:rPr sz="1400" spc="5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10">
                <a:latin typeface="Arial"/>
                <a:cs typeface="Arial"/>
              </a:rPr>
              <a:t>creation,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90">
                <a:latin typeface="Arial"/>
                <a:cs typeface="Arial"/>
              </a:rPr>
              <a:t>or</a:t>
            </a:r>
            <a:r>
              <a:rPr sz="1400" spc="55">
                <a:latin typeface="Arial"/>
                <a:cs typeface="Arial"/>
              </a:rPr>
              <a:t> </a:t>
            </a:r>
            <a:r>
              <a:rPr sz="1400" spc="10">
                <a:latin typeface="Arial"/>
                <a:cs typeface="Arial"/>
              </a:rPr>
              <a:t>is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it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purely </a:t>
            </a:r>
            <a:r>
              <a:rPr sz="1400" spc="75">
                <a:latin typeface="Arial"/>
                <a:cs typeface="Arial"/>
              </a:rPr>
              <a:t>a</a:t>
            </a:r>
            <a:r>
              <a:rPr sz="1400" spc="13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question</a:t>
            </a:r>
            <a:r>
              <a:rPr sz="1400" spc="13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13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13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aesthetic</a:t>
            </a:r>
            <a:r>
              <a:rPr sz="1400" spc="13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quality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‘outcome’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artefact?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547614" y="7698670"/>
            <a:ext cx="288861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1400">
                <a:latin typeface="Arial"/>
                <a:cs typeface="Arial"/>
              </a:rPr>
              <a:t>Is</a:t>
            </a:r>
            <a:r>
              <a:rPr sz="1400" spc="19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‘Indigenous</a:t>
            </a:r>
            <a:r>
              <a:rPr sz="1400" spc="19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African’</a:t>
            </a:r>
            <a:r>
              <a:rPr sz="1400" spc="195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artwork </a:t>
            </a:r>
            <a:r>
              <a:rPr sz="1400">
                <a:latin typeface="Arial"/>
                <a:cs typeface="Arial"/>
              </a:rPr>
              <a:t>considered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lesser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if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found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100">
                <a:latin typeface="Arial"/>
                <a:cs typeface="Arial"/>
              </a:rPr>
              <a:t>to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 spc="-20">
                <a:latin typeface="Arial"/>
                <a:cs typeface="Arial"/>
              </a:rPr>
              <a:t>have </a:t>
            </a:r>
            <a:r>
              <a:rPr sz="1400">
                <a:latin typeface="Arial"/>
                <a:cs typeface="Arial"/>
              </a:rPr>
              <a:t>been</a:t>
            </a:r>
            <a:r>
              <a:rPr sz="1400" spc="30">
                <a:latin typeface="Arial"/>
                <a:cs typeface="Arial"/>
              </a:rPr>
              <a:t> </a:t>
            </a:r>
            <a:r>
              <a:rPr sz="1400" spc="65">
                <a:latin typeface="Arial"/>
                <a:cs typeface="Arial"/>
              </a:rPr>
              <a:t>made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85">
                <a:latin typeface="Arial"/>
                <a:cs typeface="Arial"/>
              </a:rPr>
              <a:t>by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an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artist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who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is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not </a:t>
            </a:r>
            <a:r>
              <a:rPr sz="1400" spc="60">
                <a:latin typeface="Arial"/>
                <a:cs typeface="Arial"/>
              </a:rPr>
              <a:t>actually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the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relevant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ethnicity?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47433" y="11083577"/>
            <a:ext cx="25615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>
                <a:latin typeface="Arial"/>
                <a:cs typeface="Arial"/>
              </a:rPr>
              <a:t>To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move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this</a:t>
            </a:r>
            <a:r>
              <a:rPr sz="1400" spc="10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example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into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 spc="35"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93842" y="11296861"/>
            <a:ext cx="2868930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1400" spc="65">
                <a:latin typeface="Arial"/>
                <a:cs typeface="Arial"/>
              </a:rPr>
              <a:t>realm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-20">
                <a:latin typeface="Arial"/>
                <a:cs typeface="Arial"/>
              </a:rPr>
              <a:t>AI, </a:t>
            </a:r>
            <a:r>
              <a:rPr sz="1400">
                <a:latin typeface="Arial"/>
                <a:cs typeface="Arial"/>
              </a:rPr>
              <a:t>is ‘the same’ pixel-</a:t>
            </a:r>
            <a:r>
              <a:rPr sz="1400" spc="60">
                <a:latin typeface="Arial"/>
                <a:cs typeface="Arial"/>
              </a:rPr>
              <a:t>by-</a:t>
            </a:r>
            <a:r>
              <a:rPr sz="1400">
                <a:latin typeface="Arial"/>
                <a:cs typeface="Arial"/>
              </a:rPr>
              <a:t>pixel</a:t>
            </a:r>
            <a:r>
              <a:rPr sz="1400" spc="1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identical</a:t>
            </a:r>
            <a:r>
              <a:rPr sz="1400" spc="160">
                <a:latin typeface="Arial"/>
                <a:cs typeface="Arial"/>
              </a:rPr>
              <a:t> </a:t>
            </a:r>
            <a:r>
              <a:rPr sz="1400" spc="85">
                <a:latin typeface="Arial"/>
                <a:cs typeface="Arial"/>
              </a:rPr>
              <a:t>artwork</a:t>
            </a:r>
            <a:r>
              <a:rPr sz="1400" spc="16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created with</a:t>
            </a:r>
            <a:r>
              <a:rPr sz="1400" spc="-25">
                <a:latin typeface="Arial"/>
                <a:cs typeface="Arial"/>
              </a:rPr>
              <a:t> </a:t>
            </a:r>
            <a:r>
              <a:rPr sz="1400" spc="45">
                <a:latin typeface="Arial"/>
                <a:cs typeface="Arial"/>
              </a:rPr>
              <a:t>Midjourney-</a:t>
            </a:r>
            <a:r>
              <a:rPr sz="1400">
                <a:latin typeface="Arial"/>
                <a:cs typeface="Arial"/>
              </a:rPr>
              <a:t>AI</a:t>
            </a:r>
            <a:r>
              <a:rPr sz="1400" spc="-2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less</a:t>
            </a:r>
            <a:r>
              <a:rPr sz="1400" spc="-2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deserving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winning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an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art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prize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if</a:t>
            </a:r>
            <a:r>
              <a:rPr sz="1400" spc="6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it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is </a:t>
            </a:r>
            <a:r>
              <a:rPr sz="1400" spc="65">
                <a:latin typeface="Arial"/>
                <a:cs typeface="Arial"/>
              </a:rPr>
              <a:t>made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with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AI?</a:t>
            </a:r>
            <a:endParaRPr sz="1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44935" y="14356853"/>
            <a:ext cx="2893695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1400">
                <a:latin typeface="Arial"/>
                <a:cs typeface="Arial"/>
              </a:rPr>
              <a:t>In</a:t>
            </a:r>
            <a:r>
              <a:rPr sz="1400" spc="65">
                <a:latin typeface="Arial"/>
                <a:cs typeface="Arial"/>
              </a:rPr>
              <a:t> our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65">
                <a:latin typeface="Arial"/>
                <a:cs typeface="Arial"/>
              </a:rPr>
              <a:t>area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research</a:t>
            </a:r>
            <a:r>
              <a:rPr sz="1400" spc="65">
                <a:latin typeface="Arial"/>
                <a:cs typeface="Arial"/>
              </a:rPr>
              <a:t> </a:t>
            </a:r>
            <a:r>
              <a:rPr sz="1400" spc="35">
                <a:latin typeface="Arial"/>
                <a:cs typeface="Arial"/>
              </a:rPr>
              <a:t>and </a:t>
            </a:r>
            <a:r>
              <a:rPr sz="1400">
                <a:latin typeface="Arial"/>
                <a:cs typeface="Arial"/>
              </a:rPr>
              <a:t>science,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given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its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 spc="55">
                <a:latin typeface="Arial"/>
                <a:cs typeface="Arial"/>
              </a:rPr>
              <a:t>role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in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society,</a:t>
            </a:r>
            <a:r>
              <a:rPr sz="1400" spc="95">
                <a:latin typeface="Arial"/>
                <a:cs typeface="Arial"/>
              </a:rPr>
              <a:t> </a:t>
            </a:r>
            <a:r>
              <a:rPr sz="1400" spc="25">
                <a:latin typeface="Arial"/>
                <a:cs typeface="Arial"/>
              </a:rPr>
              <a:t>a </a:t>
            </a:r>
            <a:r>
              <a:rPr sz="1400" spc="45">
                <a:latin typeface="Arial"/>
                <a:cs typeface="Arial"/>
              </a:rPr>
              <a:t>teleological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assessment</a:t>
            </a:r>
            <a:r>
              <a:rPr sz="1400" spc="85">
                <a:latin typeface="Arial"/>
                <a:cs typeface="Arial"/>
              </a:rPr>
              <a:t> </a:t>
            </a:r>
            <a:r>
              <a:rPr sz="1400" spc="105">
                <a:latin typeface="Arial"/>
                <a:cs typeface="Arial"/>
              </a:rPr>
              <a:t>of</a:t>
            </a:r>
            <a:r>
              <a:rPr sz="1400" spc="9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ethical </a:t>
            </a:r>
            <a:r>
              <a:rPr sz="1400">
                <a:latin typeface="Arial"/>
                <a:cs typeface="Arial"/>
              </a:rPr>
              <a:t>use</a:t>
            </a:r>
            <a:r>
              <a:rPr sz="1400" spc="35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should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70">
                <a:latin typeface="Arial"/>
                <a:cs typeface="Arial"/>
              </a:rPr>
              <a:t>take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priority,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60">
                <a:latin typeface="Arial"/>
                <a:cs typeface="Arial"/>
              </a:rPr>
              <a:t>and</a:t>
            </a:r>
            <a:r>
              <a:rPr sz="1400" spc="40">
                <a:latin typeface="Arial"/>
                <a:cs typeface="Arial"/>
              </a:rPr>
              <a:t> </a:t>
            </a:r>
            <a:r>
              <a:rPr sz="1400" spc="-25">
                <a:latin typeface="Arial"/>
                <a:cs typeface="Arial"/>
              </a:rPr>
              <a:t>AI </a:t>
            </a:r>
            <a:r>
              <a:rPr sz="1400">
                <a:latin typeface="Arial"/>
                <a:cs typeface="Arial"/>
              </a:rPr>
              <a:t>should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be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used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>
                <a:latin typeface="Arial"/>
                <a:cs typeface="Arial"/>
              </a:rPr>
              <a:t>where</a:t>
            </a:r>
            <a:r>
              <a:rPr sz="1400" spc="70">
                <a:latin typeface="Arial"/>
                <a:cs typeface="Arial"/>
              </a:rPr>
              <a:t> it </a:t>
            </a:r>
            <a:r>
              <a:rPr sz="1400">
                <a:latin typeface="Arial"/>
                <a:cs typeface="Arial"/>
              </a:rPr>
              <a:t>is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75">
                <a:latin typeface="Arial"/>
                <a:cs typeface="Arial"/>
              </a:rPr>
              <a:t>a</a:t>
            </a:r>
            <a:r>
              <a:rPr sz="1400" spc="70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useful </a:t>
            </a:r>
            <a:r>
              <a:rPr sz="1400" spc="75">
                <a:latin typeface="Arial"/>
                <a:cs typeface="Arial"/>
              </a:rPr>
              <a:t>tool</a:t>
            </a:r>
            <a:r>
              <a:rPr sz="1400">
                <a:latin typeface="Arial"/>
                <a:cs typeface="Arial"/>
              </a:rPr>
              <a:t> </a:t>
            </a:r>
            <a:r>
              <a:rPr sz="1400" spc="110">
                <a:latin typeface="Arial"/>
                <a:cs typeface="Arial"/>
              </a:rPr>
              <a:t>for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50">
                <a:latin typeface="Arial"/>
                <a:cs typeface="Arial"/>
              </a:rPr>
              <a:t>advancing</a:t>
            </a:r>
            <a:r>
              <a:rPr sz="1400" spc="5">
                <a:latin typeface="Arial"/>
                <a:cs typeface="Arial"/>
              </a:rPr>
              <a:t> </a:t>
            </a:r>
            <a:r>
              <a:rPr sz="1400" spc="-10">
                <a:latin typeface="Arial"/>
                <a:cs typeface="Arial"/>
              </a:rPr>
              <a:t>knowledge.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1856</Words>
  <Application>Microsoft Macintosh PowerPoint</Application>
  <PresentationFormat>Custom</PresentationFormat>
  <Paragraphs>128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Times New Roman</vt:lpstr>
      <vt:lpstr>Office Theme</vt:lpstr>
      <vt:lpstr>RESEARCH ETHICS Presented by  Dr Errol Francke, Dr Waldon Hendricks and Dr Boniface Kabaso  16 February 2026</vt:lpstr>
      <vt:lpstr>1...What is the importance of research ethics?</vt:lpstr>
      <vt:lpstr>PowerPoint Presentation</vt:lpstr>
      <vt:lpstr>PowerPoint Presentation</vt:lpstr>
      <vt:lpstr>PowerPoint Presentation</vt:lpstr>
      <vt:lpstr>PowerPoint Presentation</vt:lpstr>
      <vt:lpstr>3.. The ethics of using generative AI in research</vt:lpstr>
      <vt:lpstr>3. The ethics of using generative AI in 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PG Symposium_Special Lecture_ Research Ethics</dc:title>
  <dc:creator>Errol</dc:creator>
  <cp:keywords>DAFEDkOXbF0,BACXSO-sr2Y</cp:keywords>
  <cp:lastModifiedBy>Errol Francke</cp:lastModifiedBy>
  <cp:revision>3</cp:revision>
  <dcterms:created xsi:type="dcterms:W3CDTF">2026-02-01T08:24:21Z</dcterms:created>
  <dcterms:modified xsi:type="dcterms:W3CDTF">2026-02-18T08:56:26Z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2024-06-19T00:00:00Z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2026-02-01T00:00:00Z</vt:filetime>
  </property>
  <property fmtid="{D5CDD505-2E9C-101B-9397-08002B2CF9AE}" pid="5" name="Producer">
    <vt:lpwstr>macOS Version 26.2 (Build 25C56) Quartz PDFContext, AppendMode 1.1</vt:lpwstr>
  </property>
</Properties>
</file>