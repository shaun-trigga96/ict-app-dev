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86" r:id="rId3"/>
    <p:sldId id="257" r:id="rId4"/>
    <p:sldId id="258" r:id="rId5"/>
    <p:sldId id="284" r:id="rId6"/>
    <p:sldId id="296" r:id="rId7"/>
    <p:sldId id="287" r:id="rId8"/>
    <p:sldId id="259" r:id="rId9"/>
    <p:sldId id="285" r:id="rId10"/>
    <p:sldId id="260" r:id="rId11"/>
    <p:sldId id="261" r:id="rId12"/>
    <p:sldId id="280" r:id="rId13"/>
    <p:sldId id="262" r:id="rId14"/>
    <p:sldId id="263" r:id="rId15"/>
    <p:sldId id="281" r:id="rId16"/>
    <p:sldId id="264" r:id="rId17"/>
    <p:sldId id="265" r:id="rId18"/>
    <p:sldId id="282" r:id="rId19"/>
    <p:sldId id="289" r:id="rId20"/>
    <p:sldId id="288" r:id="rId21"/>
    <p:sldId id="290" r:id="rId22"/>
    <p:sldId id="291" r:id="rId23"/>
    <p:sldId id="292" r:id="rId24"/>
    <p:sldId id="293" r:id="rId25"/>
    <p:sldId id="294" r:id="rId26"/>
    <p:sldId id="295" r:id="rId27"/>
    <p:sldId id="267" r:id="rId28"/>
    <p:sldId id="297" r:id="rId29"/>
    <p:sldId id="268" r:id="rId30"/>
    <p:sldId id="269" r:id="rId31"/>
    <p:sldId id="270" r:id="rId32"/>
    <p:sldId id="283" r:id="rId33"/>
    <p:sldId id="272" r:id="rId34"/>
    <p:sldId id="273" r:id="rId35"/>
    <p:sldId id="274" r:id="rId36"/>
    <p:sldId id="275" r:id="rId37"/>
    <p:sldId id="277" r:id="rId38"/>
    <p:sldId id="278" r:id="rId39"/>
    <p:sldId id="279"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5694B-F562-F142-840A-C703B754EC6B}" v="217" dt="2026-05-04T14:47:40.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00" d="100"/>
          <a:sy n="100" d="100"/>
        </p:scale>
        <p:origin x="1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2770844B-FD3E-5261-B270-BCCC5ACA5C5D}"/>
    <pc:docChg chg="undo redo custSel addSld delSld modSld">
      <pc:chgData name="Errol Francke" userId="1baf5052-8130-4f07-8591-895c85ed967e" providerId="ADAL" clId="{2770844B-FD3E-5261-B270-BCCC5ACA5C5D}" dt="2026-05-04T14:57:52.719" v="1539" actId="20577"/>
      <pc:docMkLst>
        <pc:docMk/>
      </pc:docMkLst>
      <pc:sldChg chg="addSp delSp modSp mod">
        <pc:chgData name="Errol Francke" userId="1baf5052-8130-4f07-8591-895c85ed967e" providerId="ADAL" clId="{2770844B-FD3E-5261-B270-BCCC5ACA5C5D}" dt="2026-05-04T14:57:52.719" v="1539" actId="20577"/>
        <pc:sldMkLst>
          <pc:docMk/>
          <pc:sldMk cId="0" sldId="256"/>
        </pc:sldMkLst>
        <pc:spChg chg="add del mod">
          <ac:chgData name="Errol Francke" userId="1baf5052-8130-4f07-8591-895c85ed967e" providerId="ADAL" clId="{2770844B-FD3E-5261-B270-BCCC5ACA5C5D}" dt="2026-05-04T05:13:22.436" v="519" actId="1076"/>
          <ac:spMkLst>
            <pc:docMk/>
            <pc:sldMk cId="0" sldId="256"/>
            <ac:spMk id="2" creationId="{00000000-0000-0000-0000-000000000000}"/>
          </ac:spMkLst>
        </pc:spChg>
        <pc:spChg chg="mod">
          <ac:chgData name="Errol Francke" userId="1baf5052-8130-4f07-8591-895c85ed967e" providerId="ADAL" clId="{2770844B-FD3E-5261-B270-BCCC5ACA5C5D}" dt="2026-05-04T14:57:52.719" v="1539" actId="20577"/>
          <ac:spMkLst>
            <pc:docMk/>
            <pc:sldMk cId="0" sldId="256"/>
            <ac:spMk id="6" creationId="{00000000-0000-0000-0000-000000000000}"/>
          </ac:spMkLst>
        </pc:spChg>
        <pc:spChg chg="mod">
          <ac:chgData name="Errol Francke" userId="1baf5052-8130-4f07-8591-895c85ed967e" providerId="ADAL" clId="{2770844B-FD3E-5261-B270-BCCC5ACA5C5D}" dt="2026-05-04T09:37:57.256" v="1300" actId="20577"/>
          <ac:spMkLst>
            <pc:docMk/>
            <pc:sldMk cId="0" sldId="256"/>
            <ac:spMk id="9" creationId="{00000000-0000-0000-0000-000000000000}"/>
          </ac:spMkLst>
        </pc:spChg>
        <pc:spChg chg="mod">
          <ac:chgData name="Errol Francke" userId="1baf5052-8130-4f07-8591-895c85ed967e" providerId="ADAL" clId="{2770844B-FD3E-5261-B270-BCCC5ACA5C5D}" dt="2026-05-04T14:55:40.709" v="1536" actId="20577"/>
          <ac:spMkLst>
            <pc:docMk/>
            <pc:sldMk cId="0" sldId="256"/>
            <ac:spMk id="11" creationId="{00000000-0000-0000-0000-000000000000}"/>
          </ac:spMkLst>
        </pc:spChg>
        <pc:picChg chg="del mod">
          <ac:chgData name="Errol Francke" userId="1baf5052-8130-4f07-8591-895c85ed967e" providerId="ADAL" clId="{2770844B-FD3E-5261-B270-BCCC5ACA5C5D}" dt="2026-05-04T05:13:18.592" v="518" actId="21"/>
          <ac:picMkLst>
            <pc:docMk/>
            <pc:sldMk cId="0" sldId="256"/>
            <ac:picMk id="5" creationId="{00000000-0000-0000-0000-000000000000}"/>
          </ac:picMkLst>
        </pc:picChg>
      </pc:sldChg>
      <pc:sldChg chg="addSp delSp modSp mod">
        <pc:chgData name="Errol Francke" userId="1baf5052-8130-4f07-8591-895c85ed967e" providerId="ADAL" clId="{2770844B-FD3E-5261-B270-BCCC5ACA5C5D}" dt="2026-05-04T09:39:29.688" v="1311" actId="20577"/>
        <pc:sldMkLst>
          <pc:docMk/>
          <pc:sldMk cId="0" sldId="257"/>
        </pc:sldMkLst>
        <pc:spChg chg="del">
          <ac:chgData name="Errol Francke" userId="1baf5052-8130-4f07-8591-895c85ed967e" providerId="ADAL" clId="{2770844B-FD3E-5261-B270-BCCC5ACA5C5D}" dt="2026-05-04T06:19:07.018" v="856" actId="478"/>
          <ac:spMkLst>
            <pc:docMk/>
            <pc:sldMk cId="0" sldId="257"/>
            <ac:spMk id="2" creationId="{00000000-0000-0000-0000-000000000000}"/>
          </ac:spMkLst>
        </pc:spChg>
        <pc:spChg chg="mod">
          <ac:chgData name="Errol Francke" userId="1baf5052-8130-4f07-8591-895c85ed967e" providerId="ADAL" clId="{2770844B-FD3E-5261-B270-BCCC5ACA5C5D}" dt="2026-05-04T09:39:19.129" v="1309" actId="5793"/>
          <ac:spMkLst>
            <pc:docMk/>
            <pc:sldMk cId="0" sldId="257"/>
            <ac:spMk id="6" creationId="{00000000-0000-0000-0000-000000000000}"/>
          </ac:spMkLst>
        </pc:spChg>
        <pc:spChg chg="add mod">
          <ac:chgData name="Errol Francke" userId="1baf5052-8130-4f07-8591-895c85ed967e" providerId="ADAL" clId="{2770844B-FD3E-5261-B270-BCCC5ACA5C5D}" dt="2026-05-04T06:19:38.928" v="861" actId="167"/>
          <ac:spMkLst>
            <pc:docMk/>
            <pc:sldMk cId="0" sldId="257"/>
            <ac:spMk id="8" creationId="{31DDAA7E-7677-9FF3-B1FE-DA64EFB2713A}"/>
          </ac:spMkLst>
        </pc:spChg>
        <pc:spChg chg="del">
          <ac:chgData name="Errol Francke" userId="1baf5052-8130-4f07-8591-895c85ed967e" providerId="ADAL" clId="{2770844B-FD3E-5261-B270-BCCC5ACA5C5D}" dt="2026-05-04T06:19:07.018" v="856" actId="478"/>
          <ac:spMkLst>
            <pc:docMk/>
            <pc:sldMk cId="0" sldId="257"/>
            <ac:spMk id="9" creationId="{00000000-0000-0000-0000-000000000000}"/>
          </ac:spMkLst>
        </pc:spChg>
        <pc:spChg chg="mod">
          <ac:chgData name="Errol Francke" userId="1baf5052-8130-4f07-8591-895c85ed967e" providerId="ADAL" clId="{2770844B-FD3E-5261-B270-BCCC5ACA5C5D}" dt="2026-05-04T09:39:05.830" v="1303" actId="21"/>
          <ac:spMkLst>
            <pc:docMk/>
            <pc:sldMk cId="0" sldId="257"/>
            <ac:spMk id="10" creationId="{00000000-0000-0000-0000-000000000000}"/>
          </ac:spMkLst>
        </pc:spChg>
        <pc:spChg chg="mod">
          <ac:chgData name="Errol Francke" userId="1baf5052-8130-4f07-8591-895c85ed967e" providerId="ADAL" clId="{2770844B-FD3E-5261-B270-BCCC5ACA5C5D}" dt="2026-05-04T06:19:57.066" v="863" actId="242"/>
          <ac:spMkLst>
            <pc:docMk/>
            <pc:sldMk cId="0" sldId="257"/>
            <ac:spMk id="12" creationId="{00000000-0000-0000-0000-000000000000}"/>
          </ac:spMkLst>
        </pc:spChg>
        <pc:spChg chg="del">
          <ac:chgData name="Errol Francke" userId="1baf5052-8130-4f07-8591-895c85ed967e" providerId="ADAL" clId="{2770844B-FD3E-5261-B270-BCCC5ACA5C5D}" dt="2026-05-04T06:19:07.018" v="856" actId="478"/>
          <ac:spMkLst>
            <pc:docMk/>
            <pc:sldMk cId="0" sldId="257"/>
            <ac:spMk id="13" creationId="{00000000-0000-0000-0000-000000000000}"/>
          </ac:spMkLst>
        </pc:spChg>
        <pc:spChg chg="mod">
          <ac:chgData name="Errol Francke" userId="1baf5052-8130-4f07-8591-895c85ed967e" providerId="ADAL" clId="{2770844B-FD3E-5261-B270-BCCC5ACA5C5D}" dt="2026-05-04T09:39:29.688" v="1311" actId="20577"/>
          <ac:spMkLst>
            <pc:docMk/>
            <pc:sldMk cId="0" sldId="257"/>
            <ac:spMk id="14" creationId="{00000000-0000-0000-0000-000000000000}"/>
          </ac:spMkLst>
        </pc:spChg>
        <pc:spChg chg="mod">
          <ac:chgData name="Errol Francke" userId="1baf5052-8130-4f07-8591-895c85ed967e" providerId="ADAL" clId="{2770844B-FD3E-5261-B270-BCCC5ACA5C5D}" dt="2026-05-04T06:20:18.516" v="866"/>
          <ac:spMkLst>
            <pc:docMk/>
            <pc:sldMk cId="0" sldId="257"/>
            <ac:spMk id="16" creationId="{00000000-0000-0000-0000-000000000000}"/>
          </ac:spMkLst>
        </pc:spChg>
        <pc:spChg chg="mod">
          <ac:chgData name="Errol Francke" userId="1baf5052-8130-4f07-8591-895c85ed967e" providerId="ADAL" clId="{2770844B-FD3E-5261-B270-BCCC5ACA5C5D}" dt="2026-05-04T06:19:38.928" v="861" actId="167"/>
          <ac:spMkLst>
            <pc:docMk/>
            <pc:sldMk cId="0" sldId="257"/>
            <ac:spMk id="17" creationId="{00000000-0000-0000-0000-000000000000}"/>
          </ac:spMkLst>
        </pc:spChg>
        <pc:spChg chg="mod">
          <ac:chgData name="Errol Francke" userId="1baf5052-8130-4f07-8591-895c85ed967e" providerId="ADAL" clId="{2770844B-FD3E-5261-B270-BCCC5ACA5C5D}" dt="2026-05-04T08:00:06.003" v="1159" actId="114"/>
          <ac:spMkLst>
            <pc:docMk/>
            <pc:sldMk cId="0" sldId="257"/>
            <ac:spMk id="20" creationId="{00000000-0000-0000-0000-000000000000}"/>
          </ac:spMkLst>
        </pc:spChg>
        <pc:spChg chg="del">
          <ac:chgData name="Errol Francke" userId="1baf5052-8130-4f07-8591-895c85ed967e" providerId="ADAL" clId="{2770844B-FD3E-5261-B270-BCCC5ACA5C5D}" dt="2026-05-04T06:18:50.497" v="855" actId="478"/>
          <ac:spMkLst>
            <pc:docMk/>
            <pc:sldMk cId="0" sldId="257"/>
            <ac:spMk id="21" creationId="{00000000-0000-0000-0000-000000000000}"/>
          </ac:spMkLst>
        </pc:spChg>
        <pc:picChg chg="del">
          <ac:chgData name="Errol Francke" userId="1baf5052-8130-4f07-8591-895c85ed967e" providerId="ADAL" clId="{2770844B-FD3E-5261-B270-BCCC5ACA5C5D}" dt="2026-05-04T06:19:10.716" v="857" actId="478"/>
          <ac:picMkLst>
            <pc:docMk/>
            <pc:sldMk cId="0" sldId="257"/>
            <ac:picMk id="3" creationId="{00000000-0000-0000-0000-000000000000}"/>
          </ac:picMkLst>
        </pc:picChg>
      </pc:sldChg>
      <pc:sldChg chg="delSp modSp mod setBg">
        <pc:chgData name="Errol Francke" userId="1baf5052-8130-4f07-8591-895c85ed967e" providerId="ADAL" clId="{2770844B-FD3E-5261-B270-BCCC5ACA5C5D}" dt="2026-05-04T09:40:47.044" v="1348" actId="242"/>
        <pc:sldMkLst>
          <pc:docMk/>
          <pc:sldMk cId="0" sldId="258"/>
        </pc:sldMkLst>
        <pc:spChg chg="del">
          <ac:chgData name="Errol Francke" userId="1baf5052-8130-4f07-8591-895c85ed967e" providerId="ADAL" clId="{2770844B-FD3E-5261-B270-BCCC5ACA5C5D}" dt="2026-05-04T05:01:01.645" v="399" actId="478"/>
          <ac:spMkLst>
            <pc:docMk/>
            <pc:sldMk cId="0" sldId="258"/>
            <ac:spMk id="2" creationId="{00000000-0000-0000-0000-000000000000}"/>
          </ac:spMkLst>
        </pc:spChg>
        <pc:spChg chg="mod">
          <ac:chgData name="Errol Francke" userId="1baf5052-8130-4f07-8591-895c85ed967e" providerId="ADAL" clId="{2770844B-FD3E-5261-B270-BCCC5ACA5C5D}" dt="2026-05-04T05:01:36.508" v="409" actId="20577"/>
          <ac:spMkLst>
            <pc:docMk/>
            <pc:sldMk cId="0" sldId="258"/>
            <ac:spMk id="6" creationId="{00000000-0000-0000-0000-000000000000}"/>
          </ac:spMkLst>
        </pc:spChg>
        <pc:spChg chg="mod">
          <ac:chgData name="Errol Francke" userId="1baf5052-8130-4f07-8591-895c85ed967e" providerId="ADAL" clId="{2770844B-FD3E-5261-B270-BCCC5ACA5C5D}" dt="2026-05-04T09:39:45.636" v="1319" actId="1036"/>
          <ac:spMkLst>
            <pc:docMk/>
            <pc:sldMk cId="0" sldId="258"/>
            <ac:spMk id="8" creationId="{00000000-0000-0000-0000-000000000000}"/>
          </ac:spMkLst>
        </pc:spChg>
        <pc:spChg chg="mod">
          <ac:chgData name="Errol Francke" userId="1baf5052-8130-4f07-8591-895c85ed967e" providerId="ADAL" clId="{2770844B-FD3E-5261-B270-BCCC5ACA5C5D}" dt="2026-05-04T09:40:08.521" v="1320" actId="14100"/>
          <ac:spMkLst>
            <pc:docMk/>
            <pc:sldMk cId="0" sldId="258"/>
            <ac:spMk id="9" creationId="{00000000-0000-0000-0000-000000000000}"/>
          </ac:spMkLst>
        </pc:spChg>
        <pc:spChg chg="mod">
          <ac:chgData name="Errol Francke" userId="1baf5052-8130-4f07-8591-895c85ed967e" providerId="ADAL" clId="{2770844B-FD3E-5261-B270-BCCC5ACA5C5D}" dt="2026-05-04T09:40:17.026" v="1332" actId="1035"/>
          <ac:spMkLst>
            <pc:docMk/>
            <pc:sldMk cId="0" sldId="258"/>
            <ac:spMk id="10" creationId="{00000000-0000-0000-0000-000000000000}"/>
          </ac:spMkLst>
        </pc:spChg>
        <pc:spChg chg="mod">
          <ac:chgData name="Errol Francke" userId="1baf5052-8130-4f07-8591-895c85ed967e" providerId="ADAL" clId="{2770844B-FD3E-5261-B270-BCCC5ACA5C5D}" dt="2026-05-04T09:40:27.229" v="1347" actId="1035"/>
          <ac:spMkLst>
            <pc:docMk/>
            <pc:sldMk cId="0" sldId="258"/>
            <ac:spMk id="11" creationId="{00000000-0000-0000-0000-000000000000}"/>
          </ac:spMkLst>
        </pc:spChg>
        <pc:spChg chg="mod">
          <ac:chgData name="Errol Francke" userId="1baf5052-8130-4f07-8591-895c85ed967e" providerId="ADAL" clId="{2770844B-FD3E-5261-B270-BCCC5ACA5C5D}" dt="2026-05-04T06:21:07.537" v="917" actId="1036"/>
          <ac:spMkLst>
            <pc:docMk/>
            <pc:sldMk cId="0" sldId="258"/>
            <ac:spMk id="12" creationId="{00000000-0000-0000-0000-000000000000}"/>
          </ac:spMkLst>
        </pc:spChg>
        <pc:spChg chg="mod">
          <ac:chgData name="Errol Francke" userId="1baf5052-8130-4f07-8591-895c85ed967e" providerId="ADAL" clId="{2770844B-FD3E-5261-B270-BCCC5ACA5C5D}" dt="2026-05-04T09:40:08.521" v="1320" actId="14100"/>
          <ac:spMkLst>
            <pc:docMk/>
            <pc:sldMk cId="0" sldId="258"/>
            <ac:spMk id="13" creationId="{00000000-0000-0000-0000-000000000000}"/>
          </ac:spMkLst>
        </pc:spChg>
        <pc:spChg chg="mod">
          <ac:chgData name="Errol Francke" userId="1baf5052-8130-4f07-8591-895c85ed967e" providerId="ADAL" clId="{2770844B-FD3E-5261-B270-BCCC5ACA5C5D}" dt="2026-05-04T09:40:17.026" v="1332" actId="1035"/>
          <ac:spMkLst>
            <pc:docMk/>
            <pc:sldMk cId="0" sldId="258"/>
            <ac:spMk id="14" creationId="{00000000-0000-0000-0000-000000000000}"/>
          </ac:spMkLst>
        </pc:spChg>
        <pc:spChg chg="mod">
          <ac:chgData name="Errol Francke" userId="1baf5052-8130-4f07-8591-895c85ed967e" providerId="ADAL" clId="{2770844B-FD3E-5261-B270-BCCC5ACA5C5D}" dt="2026-05-04T09:40:27.229" v="1347" actId="1035"/>
          <ac:spMkLst>
            <pc:docMk/>
            <pc:sldMk cId="0" sldId="258"/>
            <ac:spMk id="15" creationId="{00000000-0000-0000-0000-000000000000}"/>
          </ac:spMkLst>
        </pc:spChg>
        <pc:spChg chg="mod">
          <ac:chgData name="Errol Francke" userId="1baf5052-8130-4f07-8591-895c85ed967e" providerId="ADAL" clId="{2770844B-FD3E-5261-B270-BCCC5ACA5C5D}" dt="2026-05-04T06:21:35.866" v="948" actId="255"/>
          <ac:spMkLst>
            <pc:docMk/>
            <pc:sldMk cId="0" sldId="258"/>
            <ac:spMk id="16" creationId="{00000000-0000-0000-0000-000000000000}"/>
          </ac:spMkLst>
        </pc:spChg>
        <pc:spChg chg="mod">
          <ac:chgData name="Errol Francke" userId="1baf5052-8130-4f07-8591-895c85ed967e" providerId="ADAL" clId="{2770844B-FD3E-5261-B270-BCCC5ACA5C5D}" dt="2026-05-04T09:40:08.521" v="1320" actId="14100"/>
          <ac:spMkLst>
            <pc:docMk/>
            <pc:sldMk cId="0" sldId="258"/>
            <ac:spMk id="17" creationId="{00000000-0000-0000-0000-000000000000}"/>
          </ac:spMkLst>
        </pc:spChg>
        <pc:spChg chg="mod">
          <ac:chgData name="Errol Francke" userId="1baf5052-8130-4f07-8591-895c85ed967e" providerId="ADAL" clId="{2770844B-FD3E-5261-B270-BCCC5ACA5C5D}" dt="2026-05-04T09:40:17.026" v="1332" actId="1035"/>
          <ac:spMkLst>
            <pc:docMk/>
            <pc:sldMk cId="0" sldId="258"/>
            <ac:spMk id="18" creationId="{00000000-0000-0000-0000-000000000000}"/>
          </ac:spMkLst>
        </pc:spChg>
        <pc:spChg chg="mod">
          <ac:chgData name="Errol Francke" userId="1baf5052-8130-4f07-8591-895c85ed967e" providerId="ADAL" clId="{2770844B-FD3E-5261-B270-BCCC5ACA5C5D}" dt="2026-05-04T09:40:27.229" v="1347" actId="1035"/>
          <ac:spMkLst>
            <pc:docMk/>
            <pc:sldMk cId="0" sldId="258"/>
            <ac:spMk id="19" creationId="{00000000-0000-0000-0000-000000000000}"/>
          </ac:spMkLst>
        </pc:spChg>
        <pc:spChg chg="mod">
          <ac:chgData name="Errol Francke" userId="1baf5052-8130-4f07-8591-895c85ed967e" providerId="ADAL" clId="{2770844B-FD3E-5261-B270-BCCC5ACA5C5D}" dt="2026-05-04T09:40:47.044" v="1348" actId="242"/>
          <ac:spMkLst>
            <pc:docMk/>
            <pc:sldMk cId="0" sldId="258"/>
            <ac:spMk id="20" creationId="{00000000-0000-0000-0000-000000000000}"/>
          </ac:spMkLst>
        </pc:spChg>
        <pc:picChg chg="del">
          <ac:chgData name="Errol Francke" userId="1baf5052-8130-4f07-8591-895c85ed967e" providerId="ADAL" clId="{2770844B-FD3E-5261-B270-BCCC5ACA5C5D}" dt="2026-05-04T05:01:44.648" v="410" actId="478"/>
          <ac:picMkLst>
            <pc:docMk/>
            <pc:sldMk cId="0" sldId="258"/>
            <ac:picMk id="3" creationId="{00000000-0000-0000-0000-000000000000}"/>
          </ac:picMkLst>
        </pc:picChg>
      </pc:sldChg>
      <pc:sldChg chg="addSp delSp modSp mod setBg">
        <pc:chgData name="Errol Francke" userId="1baf5052-8130-4f07-8591-895c85ed967e" providerId="ADAL" clId="{2770844B-FD3E-5261-B270-BCCC5ACA5C5D}" dt="2026-05-04T06:22:10.076" v="949" actId="20577"/>
        <pc:sldMkLst>
          <pc:docMk/>
          <pc:sldMk cId="0" sldId="259"/>
        </pc:sldMkLst>
        <pc:spChg chg="del mod">
          <ac:chgData name="Errol Francke" userId="1baf5052-8130-4f07-8591-895c85ed967e" providerId="ADAL" clId="{2770844B-FD3E-5261-B270-BCCC5ACA5C5D}" dt="2026-05-04T05:33:47.321" v="526" actId="478"/>
          <ac:spMkLst>
            <pc:docMk/>
            <pc:sldMk cId="0" sldId="259"/>
            <ac:spMk id="2" creationId="{00000000-0000-0000-0000-000000000000}"/>
          </ac:spMkLst>
        </pc:spChg>
        <pc:spChg chg="del">
          <ac:chgData name="Errol Francke" userId="1baf5052-8130-4f07-8591-895c85ed967e" providerId="ADAL" clId="{2770844B-FD3E-5261-B270-BCCC5ACA5C5D}" dt="2026-05-04T05:49:36.176" v="763" actId="478"/>
          <ac:spMkLst>
            <pc:docMk/>
            <pc:sldMk cId="0" sldId="259"/>
            <ac:spMk id="4" creationId="{00000000-0000-0000-0000-000000000000}"/>
          </ac:spMkLst>
        </pc:spChg>
        <pc:spChg chg="mod">
          <ac:chgData name="Errol Francke" userId="1baf5052-8130-4f07-8591-895c85ed967e" providerId="ADAL" clId="{2770844B-FD3E-5261-B270-BCCC5ACA5C5D}" dt="2026-05-04T05:34:34.173" v="531" actId="113"/>
          <ac:spMkLst>
            <pc:docMk/>
            <pc:sldMk cId="0" sldId="259"/>
            <ac:spMk id="6" creationId="{00000000-0000-0000-0000-000000000000}"/>
          </ac:spMkLst>
        </pc:spChg>
        <pc:spChg chg="mod">
          <ac:chgData name="Errol Francke" userId="1baf5052-8130-4f07-8591-895c85ed967e" providerId="ADAL" clId="{2770844B-FD3E-5261-B270-BCCC5ACA5C5D}" dt="2026-05-04T06:22:10.076" v="949" actId="20577"/>
          <ac:spMkLst>
            <pc:docMk/>
            <pc:sldMk cId="0" sldId="259"/>
            <ac:spMk id="8" creationId="{00000000-0000-0000-0000-000000000000}"/>
          </ac:spMkLst>
        </pc:spChg>
        <pc:spChg chg="mod">
          <ac:chgData name="Errol Francke" userId="1baf5052-8130-4f07-8591-895c85ed967e" providerId="ADAL" clId="{2770844B-FD3E-5261-B270-BCCC5ACA5C5D}" dt="2026-05-04T05:37:44.056" v="658" actId="1038"/>
          <ac:spMkLst>
            <pc:docMk/>
            <pc:sldMk cId="0" sldId="259"/>
            <ac:spMk id="9" creationId="{00000000-0000-0000-0000-000000000000}"/>
          </ac:spMkLst>
        </pc:spChg>
        <pc:spChg chg="mod">
          <ac:chgData name="Errol Francke" userId="1baf5052-8130-4f07-8591-895c85ed967e" providerId="ADAL" clId="{2770844B-FD3E-5261-B270-BCCC5ACA5C5D}" dt="2026-05-04T05:37:55.316" v="677" actId="1038"/>
          <ac:spMkLst>
            <pc:docMk/>
            <pc:sldMk cId="0" sldId="259"/>
            <ac:spMk id="10" creationId="{00000000-0000-0000-0000-000000000000}"/>
          </ac:spMkLst>
        </pc:spChg>
        <pc:spChg chg="mod">
          <ac:chgData name="Errol Francke" userId="1baf5052-8130-4f07-8591-895c85ed967e" providerId="ADAL" clId="{2770844B-FD3E-5261-B270-BCCC5ACA5C5D}" dt="2026-05-04T05:38:06.600" v="695" actId="1037"/>
          <ac:spMkLst>
            <pc:docMk/>
            <pc:sldMk cId="0" sldId="259"/>
            <ac:spMk id="11" creationId="{00000000-0000-0000-0000-000000000000}"/>
          </ac:spMkLst>
        </pc:spChg>
        <pc:spChg chg="mod">
          <ac:chgData name="Errol Francke" userId="1baf5052-8130-4f07-8591-895c85ed967e" providerId="ADAL" clId="{2770844B-FD3E-5261-B270-BCCC5ACA5C5D}" dt="2026-05-04T05:50:06.484" v="766" actId="20577"/>
          <ac:spMkLst>
            <pc:docMk/>
            <pc:sldMk cId="0" sldId="259"/>
            <ac:spMk id="12" creationId="{00000000-0000-0000-0000-000000000000}"/>
          </ac:spMkLst>
        </pc:spChg>
        <pc:spChg chg="mod">
          <ac:chgData name="Errol Francke" userId="1baf5052-8130-4f07-8591-895c85ed967e" providerId="ADAL" clId="{2770844B-FD3E-5261-B270-BCCC5ACA5C5D}" dt="2026-05-04T05:37:44.056" v="658" actId="1038"/>
          <ac:spMkLst>
            <pc:docMk/>
            <pc:sldMk cId="0" sldId="259"/>
            <ac:spMk id="13" creationId="{00000000-0000-0000-0000-000000000000}"/>
          </ac:spMkLst>
        </pc:spChg>
        <pc:spChg chg="mod">
          <ac:chgData name="Errol Francke" userId="1baf5052-8130-4f07-8591-895c85ed967e" providerId="ADAL" clId="{2770844B-FD3E-5261-B270-BCCC5ACA5C5D}" dt="2026-05-04T05:37:55.316" v="677" actId="1038"/>
          <ac:spMkLst>
            <pc:docMk/>
            <pc:sldMk cId="0" sldId="259"/>
            <ac:spMk id="14" creationId="{00000000-0000-0000-0000-000000000000}"/>
          </ac:spMkLst>
        </pc:spChg>
        <pc:spChg chg="mod">
          <ac:chgData name="Errol Francke" userId="1baf5052-8130-4f07-8591-895c85ed967e" providerId="ADAL" clId="{2770844B-FD3E-5261-B270-BCCC5ACA5C5D}" dt="2026-05-04T05:38:06.600" v="695" actId="1037"/>
          <ac:spMkLst>
            <pc:docMk/>
            <pc:sldMk cId="0" sldId="259"/>
            <ac:spMk id="15" creationId="{00000000-0000-0000-0000-000000000000}"/>
          </ac:spMkLst>
        </pc:spChg>
        <pc:spChg chg="del mod">
          <ac:chgData name="Errol Francke" userId="1baf5052-8130-4f07-8591-895c85ed967e" providerId="ADAL" clId="{2770844B-FD3E-5261-B270-BCCC5ACA5C5D}" dt="2026-05-04T05:41:37.309" v="726" actId="21"/>
          <ac:spMkLst>
            <pc:docMk/>
            <pc:sldMk cId="0" sldId="259"/>
            <ac:spMk id="16" creationId="{00000000-0000-0000-0000-000000000000}"/>
          </ac:spMkLst>
        </pc:spChg>
        <pc:spChg chg="add mod">
          <ac:chgData name="Errol Francke" userId="1baf5052-8130-4f07-8591-895c85ed967e" providerId="ADAL" clId="{2770844B-FD3E-5261-B270-BCCC5ACA5C5D}" dt="2026-05-04T05:39:41.946" v="710" actId="14100"/>
          <ac:spMkLst>
            <pc:docMk/>
            <pc:sldMk cId="0" sldId="259"/>
            <ac:spMk id="18" creationId="{90F4935F-CB88-117B-DB48-A9FEEA114F16}"/>
          </ac:spMkLst>
        </pc:spChg>
        <pc:spChg chg="add mod">
          <ac:chgData name="Errol Francke" userId="1baf5052-8130-4f07-8591-895c85ed967e" providerId="ADAL" clId="{2770844B-FD3E-5261-B270-BCCC5ACA5C5D}" dt="2026-05-04T05:50:23.600" v="781" actId="1035"/>
          <ac:spMkLst>
            <pc:docMk/>
            <pc:sldMk cId="0" sldId="259"/>
            <ac:spMk id="19" creationId="{78C7492B-082F-1729-72F8-947AE92AE382}"/>
          </ac:spMkLst>
        </pc:spChg>
        <pc:spChg chg="add mod">
          <ac:chgData name="Errol Francke" userId="1baf5052-8130-4f07-8591-895c85ed967e" providerId="ADAL" clId="{2770844B-FD3E-5261-B270-BCCC5ACA5C5D}" dt="2026-05-04T05:50:38.207" v="791" actId="1035"/>
          <ac:spMkLst>
            <pc:docMk/>
            <pc:sldMk cId="0" sldId="259"/>
            <ac:spMk id="20" creationId="{34F92554-B1BC-03E6-0107-7A137A21BA2D}"/>
          </ac:spMkLst>
        </pc:spChg>
        <pc:spChg chg="add mod">
          <ac:chgData name="Errol Francke" userId="1baf5052-8130-4f07-8591-895c85ed967e" providerId="ADAL" clId="{2770844B-FD3E-5261-B270-BCCC5ACA5C5D}" dt="2026-05-04T05:50:44.932" v="796" actId="1035"/>
          <ac:spMkLst>
            <pc:docMk/>
            <pc:sldMk cId="0" sldId="259"/>
            <ac:spMk id="21" creationId="{F7D93DE6-8362-66E4-EA13-8A484D299C0A}"/>
          </ac:spMkLst>
        </pc:spChg>
        <pc:spChg chg="add mod">
          <ac:chgData name="Errol Francke" userId="1baf5052-8130-4f07-8591-895c85ed967e" providerId="ADAL" clId="{2770844B-FD3E-5261-B270-BCCC5ACA5C5D}" dt="2026-05-04T05:50:12.575" v="768" actId="20577"/>
          <ac:spMkLst>
            <pc:docMk/>
            <pc:sldMk cId="0" sldId="259"/>
            <ac:spMk id="22" creationId="{5D1E2A99-6890-4089-0070-9BD74BBD4A40}"/>
          </ac:spMkLst>
        </pc:spChg>
        <pc:spChg chg="add mod">
          <ac:chgData name="Errol Francke" userId="1baf5052-8130-4f07-8591-895c85ed967e" providerId="ADAL" clId="{2770844B-FD3E-5261-B270-BCCC5ACA5C5D}" dt="2026-05-04T05:49:42.082" v="764" actId="1076"/>
          <ac:spMkLst>
            <pc:docMk/>
            <pc:sldMk cId="0" sldId="259"/>
            <ac:spMk id="24" creationId="{18C6C6B7-FC5F-D735-C387-68974D900AD9}"/>
          </ac:spMkLst>
        </pc:spChg>
        <pc:spChg chg="add mod">
          <ac:chgData name="Errol Francke" userId="1baf5052-8130-4f07-8591-895c85ed967e" providerId="ADAL" clId="{2770844B-FD3E-5261-B270-BCCC5ACA5C5D}" dt="2026-05-04T05:49:28.036" v="762" actId="255"/>
          <ac:spMkLst>
            <pc:docMk/>
            <pc:sldMk cId="0" sldId="259"/>
            <ac:spMk id="26" creationId="{EC53EAB4-9E96-A015-5DCD-31CE48028F56}"/>
          </ac:spMkLst>
        </pc:spChg>
        <pc:picChg chg="del">
          <ac:chgData name="Errol Francke" userId="1baf5052-8130-4f07-8591-895c85ed967e" providerId="ADAL" clId="{2770844B-FD3E-5261-B270-BCCC5ACA5C5D}" dt="2026-05-04T05:33:51.550" v="527" actId="478"/>
          <ac:picMkLst>
            <pc:docMk/>
            <pc:sldMk cId="0" sldId="259"/>
            <ac:picMk id="3" creationId="{00000000-0000-0000-0000-000000000000}"/>
          </ac:picMkLst>
        </pc:picChg>
      </pc:sldChg>
      <pc:sldChg chg="delSp modSp mod">
        <pc:chgData name="Errol Francke" userId="1baf5052-8130-4f07-8591-895c85ed967e" providerId="ADAL" clId="{2770844B-FD3E-5261-B270-BCCC5ACA5C5D}" dt="2026-05-04T10:10:23.286" v="1377" actId="478"/>
        <pc:sldMkLst>
          <pc:docMk/>
          <pc:sldMk cId="0" sldId="260"/>
        </pc:sldMkLst>
        <pc:picChg chg="del mod">
          <ac:chgData name="Errol Francke" userId="1baf5052-8130-4f07-8591-895c85ed967e" providerId="ADAL" clId="{2770844B-FD3E-5261-B270-BCCC5ACA5C5D}" dt="2026-05-04T10:10:23.286" v="1377" actId="478"/>
          <ac:picMkLst>
            <pc:docMk/>
            <pc:sldMk cId="0" sldId="260"/>
            <ac:picMk id="3" creationId="{00000000-0000-0000-0000-000000000000}"/>
          </ac:picMkLst>
        </pc:picChg>
      </pc:sldChg>
      <pc:sldChg chg="delSp modSp mod">
        <pc:chgData name="Errol Francke" userId="1baf5052-8130-4f07-8591-895c85ed967e" providerId="ADAL" clId="{2770844B-FD3E-5261-B270-BCCC5ACA5C5D}" dt="2026-05-04T10:11:21.583" v="1385" actId="478"/>
        <pc:sldMkLst>
          <pc:docMk/>
          <pc:sldMk cId="0" sldId="262"/>
        </pc:sldMkLst>
        <pc:spChg chg="mod">
          <ac:chgData name="Errol Francke" userId="1baf5052-8130-4f07-8591-895c85ed967e" providerId="ADAL" clId="{2770844B-FD3E-5261-B270-BCCC5ACA5C5D}" dt="2026-05-04T10:11:17.852" v="1384" actId="1076"/>
          <ac:spMkLst>
            <pc:docMk/>
            <pc:sldMk cId="0" sldId="262"/>
            <ac:spMk id="2" creationId="{00000000-0000-0000-0000-000000000000}"/>
          </ac:spMkLst>
        </pc:spChg>
        <pc:picChg chg="del">
          <ac:chgData name="Errol Francke" userId="1baf5052-8130-4f07-8591-895c85ed967e" providerId="ADAL" clId="{2770844B-FD3E-5261-B270-BCCC5ACA5C5D}" dt="2026-05-04T10:11:21.583" v="1385" actId="478"/>
          <ac:picMkLst>
            <pc:docMk/>
            <pc:sldMk cId="0" sldId="262"/>
            <ac:picMk id="3" creationId="{00000000-0000-0000-0000-000000000000}"/>
          </ac:picMkLst>
        </pc:picChg>
      </pc:sldChg>
      <pc:sldChg chg="modSp mod">
        <pc:chgData name="Errol Francke" userId="1baf5052-8130-4f07-8591-895c85ed967e" providerId="ADAL" clId="{2770844B-FD3E-5261-B270-BCCC5ACA5C5D}" dt="2026-05-04T06:24:19.907" v="955" actId="5793"/>
        <pc:sldMkLst>
          <pc:docMk/>
          <pc:sldMk cId="0" sldId="264"/>
        </pc:sldMkLst>
        <pc:spChg chg="mod">
          <ac:chgData name="Errol Francke" userId="1baf5052-8130-4f07-8591-895c85ed967e" providerId="ADAL" clId="{2770844B-FD3E-5261-B270-BCCC5ACA5C5D}" dt="2026-05-04T06:24:19.907" v="955" actId="5793"/>
          <ac:spMkLst>
            <pc:docMk/>
            <pc:sldMk cId="0" sldId="264"/>
            <ac:spMk id="25" creationId="{00000000-0000-0000-0000-000000000000}"/>
          </ac:spMkLst>
        </pc:spChg>
      </pc:sldChg>
      <pc:sldChg chg="delSp modSp mod">
        <pc:chgData name="Errol Francke" userId="1baf5052-8130-4f07-8591-895c85ed967e" providerId="ADAL" clId="{2770844B-FD3E-5261-B270-BCCC5ACA5C5D}" dt="2026-05-04T10:10:58.663" v="1381" actId="478"/>
        <pc:sldMkLst>
          <pc:docMk/>
          <pc:sldMk cId="0" sldId="265"/>
        </pc:sldMkLst>
        <pc:spChg chg="del">
          <ac:chgData name="Errol Francke" userId="1baf5052-8130-4f07-8591-895c85ed967e" providerId="ADAL" clId="{2770844B-FD3E-5261-B270-BCCC5ACA5C5D}" dt="2026-05-04T06:24:57.142" v="958" actId="478"/>
          <ac:spMkLst>
            <pc:docMk/>
            <pc:sldMk cId="0" sldId="265"/>
            <ac:spMk id="2" creationId="{00000000-0000-0000-0000-000000000000}"/>
          </ac:spMkLst>
        </pc:spChg>
        <pc:spChg chg="del mod">
          <ac:chgData name="Errol Francke" userId="1baf5052-8130-4f07-8591-895c85ed967e" providerId="ADAL" clId="{2770844B-FD3E-5261-B270-BCCC5ACA5C5D}" dt="2026-05-03T07:11:59.645" v="4" actId="21"/>
          <ac:spMkLst>
            <pc:docMk/>
            <pc:sldMk cId="0" sldId="265"/>
            <ac:spMk id="6" creationId="{00000000-0000-0000-0000-000000000000}"/>
          </ac:spMkLst>
        </pc:spChg>
        <pc:spChg chg="mod">
          <ac:chgData name="Errol Francke" userId="1baf5052-8130-4f07-8591-895c85ed967e" providerId="ADAL" clId="{2770844B-FD3E-5261-B270-BCCC5ACA5C5D}" dt="2026-05-03T07:11:23.727" v="0" actId="21"/>
          <ac:spMkLst>
            <pc:docMk/>
            <pc:sldMk cId="0" sldId="265"/>
            <ac:spMk id="7" creationId="{00000000-0000-0000-0000-000000000000}"/>
          </ac:spMkLst>
        </pc:spChg>
        <pc:spChg chg="mod">
          <ac:chgData name="Errol Francke" userId="1baf5052-8130-4f07-8591-895c85ed967e" providerId="ADAL" clId="{2770844B-FD3E-5261-B270-BCCC5ACA5C5D}" dt="2026-05-03T07:12:36.127" v="10" actId="120"/>
          <ac:spMkLst>
            <pc:docMk/>
            <pc:sldMk cId="0" sldId="265"/>
            <ac:spMk id="8" creationId="{00000000-0000-0000-0000-000000000000}"/>
          </ac:spMkLst>
        </pc:spChg>
        <pc:spChg chg="mod">
          <ac:chgData name="Errol Francke" userId="1baf5052-8130-4f07-8591-895c85ed967e" providerId="ADAL" clId="{2770844B-FD3E-5261-B270-BCCC5ACA5C5D}" dt="2026-05-03T07:12:24.098" v="9" actId="255"/>
          <ac:spMkLst>
            <pc:docMk/>
            <pc:sldMk cId="0" sldId="265"/>
            <ac:spMk id="9" creationId="{00000000-0000-0000-0000-000000000000}"/>
          </ac:spMkLst>
        </pc:spChg>
        <pc:spChg chg="mod">
          <ac:chgData name="Errol Francke" userId="1baf5052-8130-4f07-8591-895c85ed967e" providerId="ADAL" clId="{2770844B-FD3E-5261-B270-BCCC5ACA5C5D}" dt="2026-05-04T06:24:49.026" v="957" actId="14100"/>
          <ac:spMkLst>
            <pc:docMk/>
            <pc:sldMk cId="0" sldId="265"/>
            <ac:spMk id="10" creationId="{00000000-0000-0000-0000-000000000000}"/>
          </ac:spMkLst>
        </pc:spChg>
        <pc:spChg chg="mod">
          <ac:chgData name="Errol Francke" userId="1baf5052-8130-4f07-8591-895c85ed967e" providerId="ADAL" clId="{2770844B-FD3E-5261-B270-BCCC5ACA5C5D}" dt="2026-05-04T06:25:06.910" v="960" actId="1037"/>
          <ac:spMkLst>
            <pc:docMk/>
            <pc:sldMk cId="0" sldId="265"/>
            <ac:spMk id="11" creationId="{00000000-0000-0000-0000-000000000000}"/>
          </ac:spMkLst>
        </pc:spChg>
        <pc:picChg chg="del">
          <ac:chgData name="Errol Francke" userId="1baf5052-8130-4f07-8591-895c85ed967e" providerId="ADAL" clId="{2770844B-FD3E-5261-B270-BCCC5ACA5C5D}" dt="2026-05-04T10:10:58.663" v="1381" actId="478"/>
          <ac:picMkLst>
            <pc:docMk/>
            <pc:sldMk cId="0" sldId="265"/>
            <ac:picMk id="3" creationId="{00000000-0000-0000-0000-000000000000}"/>
          </ac:picMkLst>
        </pc:picChg>
      </pc:sldChg>
      <pc:sldChg chg="addSp delSp modSp del mod">
        <pc:chgData name="Errol Francke" userId="1baf5052-8130-4f07-8591-895c85ed967e" providerId="ADAL" clId="{2770844B-FD3E-5261-B270-BCCC5ACA5C5D}" dt="2026-05-03T13:58:03.470" v="116" actId="2696"/>
        <pc:sldMkLst>
          <pc:docMk/>
          <pc:sldMk cId="0" sldId="266"/>
        </pc:sldMkLst>
        <pc:spChg chg="add del">
          <ac:chgData name="Errol Francke" userId="1baf5052-8130-4f07-8591-895c85ed967e" providerId="ADAL" clId="{2770844B-FD3E-5261-B270-BCCC5ACA5C5D}" dt="2026-05-03T13:51:50.404" v="65" actId="478"/>
          <ac:spMkLst>
            <pc:docMk/>
            <pc:sldMk cId="0" sldId="266"/>
            <ac:spMk id="2" creationId="{00000000-0000-0000-0000-000000000000}"/>
          </ac:spMkLst>
        </pc:spChg>
        <pc:spChg chg="mod">
          <ac:chgData name="Errol Francke" userId="1baf5052-8130-4f07-8591-895c85ed967e" providerId="ADAL" clId="{2770844B-FD3E-5261-B270-BCCC5ACA5C5D}" dt="2026-05-03T07:14:05.070" v="11" actId="255"/>
          <ac:spMkLst>
            <pc:docMk/>
            <pc:sldMk cId="0" sldId="266"/>
            <ac:spMk id="9" creationId="{00000000-0000-0000-0000-000000000000}"/>
          </ac:spMkLst>
        </pc:spChg>
        <pc:spChg chg="mod">
          <ac:chgData name="Errol Francke" userId="1baf5052-8130-4f07-8591-895c85ed967e" providerId="ADAL" clId="{2770844B-FD3E-5261-B270-BCCC5ACA5C5D}" dt="2026-05-03T13:42:42.610" v="22" actId="21"/>
          <ac:spMkLst>
            <pc:docMk/>
            <pc:sldMk cId="0" sldId="266"/>
            <ac:spMk id="10" creationId="{00000000-0000-0000-0000-000000000000}"/>
          </ac:spMkLst>
        </pc:spChg>
        <pc:spChg chg="del mod">
          <ac:chgData name="Errol Francke" userId="1baf5052-8130-4f07-8591-895c85ed967e" providerId="ADAL" clId="{2770844B-FD3E-5261-B270-BCCC5ACA5C5D}" dt="2026-05-03T13:44:04.812" v="35" actId="21"/>
          <ac:spMkLst>
            <pc:docMk/>
            <pc:sldMk cId="0" sldId="266"/>
            <ac:spMk id="12" creationId="{00000000-0000-0000-0000-000000000000}"/>
          </ac:spMkLst>
        </pc:spChg>
        <pc:spChg chg="mod">
          <ac:chgData name="Errol Francke" userId="1baf5052-8130-4f07-8591-895c85ed967e" providerId="ADAL" clId="{2770844B-FD3E-5261-B270-BCCC5ACA5C5D}" dt="2026-05-03T13:48:38.283" v="44" actId="21"/>
          <ac:spMkLst>
            <pc:docMk/>
            <pc:sldMk cId="0" sldId="266"/>
            <ac:spMk id="14" creationId="{00000000-0000-0000-0000-000000000000}"/>
          </ac:spMkLst>
        </pc:spChg>
        <pc:spChg chg="del mod">
          <ac:chgData name="Errol Francke" userId="1baf5052-8130-4f07-8591-895c85ed967e" providerId="ADAL" clId="{2770844B-FD3E-5261-B270-BCCC5ACA5C5D}" dt="2026-05-03T13:49:13.587" v="47" actId="21"/>
          <ac:spMkLst>
            <pc:docMk/>
            <pc:sldMk cId="0" sldId="266"/>
            <ac:spMk id="16" creationId="{00000000-0000-0000-0000-000000000000}"/>
          </ac:spMkLst>
        </pc:spChg>
        <pc:spChg chg="del">
          <ac:chgData name="Errol Francke" userId="1baf5052-8130-4f07-8591-895c85ed967e" providerId="ADAL" clId="{2770844B-FD3E-5261-B270-BCCC5ACA5C5D}" dt="2026-05-03T13:51:45.109" v="64" actId="478"/>
          <ac:spMkLst>
            <pc:docMk/>
            <pc:sldMk cId="0" sldId="266"/>
            <ac:spMk id="17" creationId="{00000000-0000-0000-0000-000000000000}"/>
          </ac:spMkLst>
        </pc:spChg>
        <pc:spChg chg="mod">
          <ac:chgData name="Errol Francke" userId="1baf5052-8130-4f07-8591-895c85ed967e" providerId="ADAL" clId="{2770844B-FD3E-5261-B270-BCCC5ACA5C5D}" dt="2026-05-03T13:50:59.547" v="59" actId="21"/>
          <ac:spMkLst>
            <pc:docMk/>
            <pc:sldMk cId="0" sldId="266"/>
            <ac:spMk id="18" creationId="{00000000-0000-0000-0000-000000000000}"/>
          </ac:spMkLst>
        </pc:spChg>
        <pc:spChg chg="mod">
          <ac:chgData name="Errol Francke" userId="1baf5052-8130-4f07-8591-895c85ed967e" providerId="ADAL" clId="{2770844B-FD3E-5261-B270-BCCC5ACA5C5D}" dt="2026-05-03T13:52:05.643" v="68" actId="21"/>
          <ac:spMkLst>
            <pc:docMk/>
            <pc:sldMk cId="0" sldId="266"/>
            <ac:spMk id="20" creationId="{00000000-0000-0000-0000-000000000000}"/>
          </ac:spMkLst>
        </pc:spChg>
        <pc:spChg chg="del">
          <ac:chgData name="Errol Francke" userId="1baf5052-8130-4f07-8591-895c85ed967e" providerId="ADAL" clId="{2770844B-FD3E-5261-B270-BCCC5ACA5C5D}" dt="2026-05-03T13:52:58.577" v="76" actId="478"/>
          <ac:spMkLst>
            <pc:docMk/>
            <pc:sldMk cId="0" sldId="266"/>
            <ac:spMk id="21" creationId="{00000000-0000-0000-0000-000000000000}"/>
          </ac:spMkLst>
        </pc:spChg>
        <pc:spChg chg="mod">
          <ac:chgData name="Errol Francke" userId="1baf5052-8130-4f07-8591-895c85ed967e" providerId="ADAL" clId="{2770844B-FD3E-5261-B270-BCCC5ACA5C5D}" dt="2026-05-03T13:52:39.633" v="72" actId="21"/>
          <ac:spMkLst>
            <pc:docMk/>
            <pc:sldMk cId="0" sldId="266"/>
            <ac:spMk id="22" creationId="{00000000-0000-0000-0000-000000000000}"/>
          </ac:spMkLst>
        </pc:spChg>
        <pc:spChg chg="mod">
          <ac:chgData name="Errol Francke" userId="1baf5052-8130-4f07-8591-895c85ed967e" providerId="ADAL" clId="{2770844B-FD3E-5261-B270-BCCC5ACA5C5D}" dt="2026-05-03T13:41:21.748" v="14" actId="14100"/>
          <ac:spMkLst>
            <pc:docMk/>
            <pc:sldMk cId="0" sldId="266"/>
            <ac:spMk id="23" creationId="{00000000-0000-0000-0000-000000000000}"/>
          </ac:spMkLst>
        </pc:spChg>
        <pc:spChg chg="mod">
          <ac:chgData name="Errol Francke" userId="1baf5052-8130-4f07-8591-895c85ed967e" providerId="ADAL" clId="{2770844B-FD3E-5261-B270-BCCC5ACA5C5D}" dt="2026-05-03T13:53:05.550" v="77" actId="21"/>
          <ac:spMkLst>
            <pc:docMk/>
            <pc:sldMk cId="0" sldId="266"/>
            <ac:spMk id="24" creationId="{00000000-0000-0000-0000-000000000000}"/>
          </ac:spMkLst>
        </pc:spChg>
        <pc:spChg chg="del mod">
          <ac:chgData name="Errol Francke" userId="1baf5052-8130-4f07-8591-895c85ed967e" providerId="ADAL" clId="{2770844B-FD3E-5261-B270-BCCC5ACA5C5D}" dt="2026-05-03T13:53:52.508" v="85" actId="478"/>
          <ac:spMkLst>
            <pc:docMk/>
            <pc:sldMk cId="0" sldId="266"/>
            <ac:spMk id="25" creationId="{00000000-0000-0000-0000-000000000000}"/>
          </ac:spMkLst>
        </pc:spChg>
        <pc:spChg chg="mod">
          <ac:chgData name="Errol Francke" userId="1baf5052-8130-4f07-8591-895c85ed967e" providerId="ADAL" clId="{2770844B-FD3E-5261-B270-BCCC5ACA5C5D}" dt="2026-05-03T13:53:35.711" v="81" actId="21"/>
          <ac:spMkLst>
            <pc:docMk/>
            <pc:sldMk cId="0" sldId="266"/>
            <ac:spMk id="26" creationId="{00000000-0000-0000-0000-000000000000}"/>
          </ac:spMkLst>
        </pc:spChg>
        <pc:spChg chg="mod">
          <ac:chgData name="Errol Francke" userId="1baf5052-8130-4f07-8591-895c85ed967e" providerId="ADAL" clId="{2770844B-FD3E-5261-B270-BCCC5ACA5C5D}" dt="2026-05-03T13:53:58.717" v="86" actId="21"/>
          <ac:spMkLst>
            <pc:docMk/>
            <pc:sldMk cId="0" sldId="266"/>
            <ac:spMk id="28" creationId="{00000000-0000-0000-0000-000000000000}"/>
          </ac:spMkLst>
        </pc:spChg>
        <pc:spChg chg="mod">
          <ac:chgData name="Errol Francke" userId="1baf5052-8130-4f07-8591-895c85ed967e" providerId="ADAL" clId="{2770844B-FD3E-5261-B270-BCCC5ACA5C5D}" dt="2026-05-03T13:54:55.133" v="91" actId="21"/>
          <ac:spMkLst>
            <pc:docMk/>
            <pc:sldMk cId="0" sldId="266"/>
            <ac:spMk id="30" creationId="{00000000-0000-0000-0000-000000000000}"/>
          </ac:spMkLst>
        </pc:spChg>
        <pc:spChg chg="mod">
          <ac:chgData name="Errol Francke" userId="1baf5052-8130-4f07-8591-895c85ed967e" providerId="ADAL" clId="{2770844B-FD3E-5261-B270-BCCC5ACA5C5D}" dt="2026-05-03T13:41:21.748" v="14" actId="14100"/>
          <ac:spMkLst>
            <pc:docMk/>
            <pc:sldMk cId="0" sldId="266"/>
            <ac:spMk id="31" creationId="{00000000-0000-0000-0000-000000000000}"/>
          </ac:spMkLst>
        </pc:spChg>
        <pc:spChg chg="mod">
          <ac:chgData name="Errol Francke" userId="1baf5052-8130-4f07-8591-895c85ed967e" providerId="ADAL" clId="{2770844B-FD3E-5261-B270-BCCC5ACA5C5D}" dt="2026-05-03T13:55:14.413" v="95" actId="21"/>
          <ac:spMkLst>
            <pc:docMk/>
            <pc:sldMk cId="0" sldId="266"/>
            <ac:spMk id="32" creationId="{00000000-0000-0000-0000-000000000000}"/>
          </ac:spMkLst>
        </pc:spChg>
        <pc:spChg chg="mod">
          <ac:chgData name="Errol Francke" userId="1baf5052-8130-4f07-8591-895c85ed967e" providerId="ADAL" clId="{2770844B-FD3E-5261-B270-BCCC5ACA5C5D}" dt="2026-05-03T13:41:21.748" v="14" actId="14100"/>
          <ac:spMkLst>
            <pc:docMk/>
            <pc:sldMk cId="0" sldId="266"/>
            <ac:spMk id="33" creationId="{00000000-0000-0000-0000-000000000000}"/>
          </ac:spMkLst>
        </pc:spChg>
        <pc:spChg chg="mod">
          <ac:chgData name="Errol Francke" userId="1baf5052-8130-4f07-8591-895c85ed967e" providerId="ADAL" clId="{2770844B-FD3E-5261-B270-BCCC5ACA5C5D}" dt="2026-05-03T13:55:40.090" v="99" actId="21"/>
          <ac:spMkLst>
            <pc:docMk/>
            <pc:sldMk cId="0" sldId="266"/>
            <ac:spMk id="34" creationId="{00000000-0000-0000-0000-000000000000}"/>
          </ac:spMkLst>
        </pc:spChg>
        <pc:spChg chg="mod">
          <ac:chgData name="Errol Francke" userId="1baf5052-8130-4f07-8591-895c85ed967e" providerId="ADAL" clId="{2770844B-FD3E-5261-B270-BCCC5ACA5C5D}" dt="2026-05-03T13:55:58.451" v="103" actId="21"/>
          <ac:spMkLst>
            <pc:docMk/>
            <pc:sldMk cId="0" sldId="266"/>
            <ac:spMk id="36" creationId="{00000000-0000-0000-0000-000000000000}"/>
          </ac:spMkLst>
        </pc:spChg>
        <pc:picChg chg="del mod">
          <ac:chgData name="Errol Francke" userId="1baf5052-8130-4f07-8591-895c85ed967e" providerId="ADAL" clId="{2770844B-FD3E-5261-B270-BCCC5ACA5C5D}" dt="2026-05-03T13:51:54.358" v="67" actId="478"/>
          <ac:picMkLst>
            <pc:docMk/>
            <pc:sldMk cId="0" sldId="266"/>
            <ac:picMk id="3" creationId="{00000000-0000-0000-0000-000000000000}"/>
          </ac:picMkLst>
        </pc:picChg>
      </pc:sldChg>
      <pc:sldChg chg="delSp modSp mod">
        <pc:chgData name="Errol Francke" userId="1baf5052-8130-4f07-8591-895c85ed967e" providerId="ADAL" clId="{2770844B-FD3E-5261-B270-BCCC5ACA5C5D}" dt="2026-05-04T14:47:57.020" v="1531" actId="20577"/>
        <pc:sldMkLst>
          <pc:docMk/>
          <pc:sldMk cId="0" sldId="267"/>
        </pc:sldMkLst>
        <pc:spChg chg="del mod">
          <ac:chgData name="Errol Francke" userId="1baf5052-8130-4f07-8591-895c85ed967e" providerId="ADAL" clId="{2770844B-FD3E-5261-B270-BCCC5ACA5C5D}" dt="2026-05-04T14:25:21.841" v="1393" actId="478"/>
          <ac:spMkLst>
            <pc:docMk/>
            <pc:sldMk cId="0" sldId="267"/>
            <ac:spMk id="2" creationId="{00000000-0000-0000-0000-000000000000}"/>
          </ac:spMkLst>
        </pc:spChg>
        <pc:spChg chg="mod">
          <ac:chgData name="Errol Francke" userId="1baf5052-8130-4f07-8591-895c85ed967e" providerId="ADAL" clId="{2770844B-FD3E-5261-B270-BCCC5ACA5C5D}" dt="2026-05-04T14:24:41.442" v="1391" actId="20577"/>
          <ac:spMkLst>
            <pc:docMk/>
            <pc:sldMk cId="0" sldId="267"/>
            <ac:spMk id="6" creationId="{00000000-0000-0000-0000-000000000000}"/>
          </ac:spMkLst>
        </pc:spChg>
        <pc:spChg chg="mod">
          <ac:chgData name="Errol Francke" userId="1baf5052-8130-4f07-8591-895c85ed967e" providerId="ADAL" clId="{2770844B-FD3E-5261-B270-BCCC5ACA5C5D}" dt="2026-05-04T14:30:51.169" v="1498" actId="20577"/>
          <ac:spMkLst>
            <pc:docMk/>
            <pc:sldMk cId="0" sldId="267"/>
            <ac:spMk id="8" creationId="{00000000-0000-0000-0000-000000000000}"/>
          </ac:spMkLst>
        </pc:spChg>
        <pc:spChg chg="mod">
          <ac:chgData name="Errol Francke" userId="1baf5052-8130-4f07-8591-895c85ed967e" providerId="ADAL" clId="{2770844B-FD3E-5261-B270-BCCC5ACA5C5D}" dt="2026-05-04T14:29:05.214" v="1476" actId="14100"/>
          <ac:spMkLst>
            <pc:docMk/>
            <pc:sldMk cId="0" sldId="267"/>
            <ac:spMk id="9" creationId="{00000000-0000-0000-0000-000000000000}"/>
          </ac:spMkLst>
        </pc:spChg>
        <pc:spChg chg="mod">
          <ac:chgData name="Errol Francke" userId="1baf5052-8130-4f07-8591-895c85ed967e" providerId="ADAL" clId="{2770844B-FD3E-5261-B270-BCCC5ACA5C5D}" dt="2026-05-04T14:32:40.774" v="1515" actId="20577"/>
          <ac:spMkLst>
            <pc:docMk/>
            <pc:sldMk cId="0" sldId="267"/>
            <ac:spMk id="10" creationId="{00000000-0000-0000-0000-000000000000}"/>
          </ac:spMkLst>
        </pc:spChg>
        <pc:spChg chg="mod">
          <ac:chgData name="Errol Francke" userId="1baf5052-8130-4f07-8591-895c85ed967e" providerId="ADAL" clId="{2770844B-FD3E-5261-B270-BCCC5ACA5C5D}" dt="2026-05-04T14:47:57.020" v="1531" actId="20577"/>
          <ac:spMkLst>
            <pc:docMk/>
            <pc:sldMk cId="0" sldId="267"/>
            <ac:spMk id="12" creationId="{00000000-0000-0000-0000-000000000000}"/>
          </ac:spMkLst>
        </pc:spChg>
        <pc:spChg chg="del">
          <ac:chgData name="Errol Francke" userId="1baf5052-8130-4f07-8591-895c85ed967e" providerId="ADAL" clId="{2770844B-FD3E-5261-B270-BCCC5ACA5C5D}" dt="2026-05-04T14:25:14.063" v="1392" actId="478"/>
          <ac:spMkLst>
            <pc:docMk/>
            <pc:sldMk cId="0" sldId="267"/>
            <ac:spMk id="13" creationId="{00000000-0000-0000-0000-000000000000}"/>
          </ac:spMkLst>
        </pc:spChg>
        <pc:spChg chg="del">
          <ac:chgData name="Errol Francke" userId="1baf5052-8130-4f07-8591-895c85ed967e" providerId="ADAL" clId="{2770844B-FD3E-5261-B270-BCCC5ACA5C5D}" dt="2026-05-04T14:25:25.876" v="1394" actId="478"/>
          <ac:spMkLst>
            <pc:docMk/>
            <pc:sldMk cId="0" sldId="267"/>
            <ac:spMk id="14" creationId="{00000000-0000-0000-0000-000000000000}"/>
          </ac:spMkLst>
        </pc:spChg>
        <pc:spChg chg="del">
          <ac:chgData name="Errol Francke" userId="1baf5052-8130-4f07-8591-895c85ed967e" providerId="ADAL" clId="{2770844B-FD3E-5261-B270-BCCC5ACA5C5D}" dt="2026-05-04T14:25:28.576" v="1395" actId="478"/>
          <ac:spMkLst>
            <pc:docMk/>
            <pc:sldMk cId="0" sldId="267"/>
            <ac:spMk id="15" creationId="{00000000-0000-0000-0000-000000000000}"/>
          </ac:spMkLst>
        </pc:spChg>
        <pc:spChg chg="del mod">
          <ac:chgData name="Errol Francke" userId="1baf5052-8130-4f07-8591-895c85ed967e" providerId="ADAL" clId="{2770844B-FD3E-5261-B270-BCCC5ACA5C5D}" dt="2026-05-04T14:25:32.270" v="1396" actId="478"/>
          <ac:spMkLst>
            <pc:docMk/>
            <pc:sldMk cId="0" sldId="267"/>
            <ac:spMk id="16" creationId="{00000000-0000-0000-0000-000000000000}"/>
          </ac:spMkLst>
        </pc:spChg>
        <pc:picChg chg="del mod">
          <ac:chgData name="Errol Francke" userId="1baf5052-8130-4f07-8591-895c85ed967e" providerId="ADAL" clId="{2770844B-FD3E-5261-B270-BCCC5ACA5C5D}" dt="2026-05-04T10:10:43.160" v="1380" actId="478"/>
          <ac:picMkLst>
            <pc:docMk/>
            <pc:sldMk cId="0" sldId="267"/>
            <ac:picMk id="3" creationId="{00000000-0000-0000-0000-000000000000}"/>
          </ac:picMkLst>
        </pc:picChg>
      </pc:sldChg>
      <pc:sldChg chg="modSp mod">
        <pc:chgData name="Errol Francke" userId="1baf5052-8130-4f07-8591-895c85ed967e" providerId="ADAL" clId="{2770844B-FD3E-5261-B270-BCCC5ACA5C5D}" dt="2026-05-03T14:01:15.909" v="124" actId="255"/>
        <pc:sldMkLst>
          <pc:docMk/>
          <pc:sldMk cId="0" sldId="268"/>
        </pc:sldMkLst>
        <pc:spChg chg="mod">
          <ac:chgData name="Errol Francke" userId="1baf5052-8130-4f07-8591-895c85ed967e" providerId="ADAL" clId="{2770844B-FD3E-5261-B270-BCCC5ACA5C5D}" dt="2026-05-03T14:00:58.843" v="121" actId="255"/>
          <ac:spMkLst>
            <pc:docMk/>
            <pc:sldMk cId="0" sldId="268"/>
            <ac:spMk id="12" creationId="{00000000-0000-0000-0000-000000000000}"/>
          </ac:spMkLst>
        </pc:spChg>
        <pc:spChg chg="mod">
          <ac:chgData name="Errol Francke" userId="1baf5052-8130-4f07-8591-895c85ed967e" providerId="ADAL" clId="{2770844B-FD3E-5261-B270-BCCC5ACA5C5D}" dt="2026-05-03T14:01:05.382" v="122" actId="255"/>
          <ac:spMkLst>
            <pc:docMk/>
            <pc:sldMk cId="0" sldId="268"/>
            <ac:spMk id="16" creationId="{00000000-0000-0000-0000-000000000000}"/>
          </ac:spMkLst>
        </pc:spChg>
        <pc:spChg chg="mod">
          <ac:chgData name="Errol Francke" userId="1baf5052-8130-4f07-8591-895c85ed967e" providerId="ADAL" clId="{2770844B-FD3E-5261-B270-BCCC5ACA5C5D}" dt="2026-05-03T14:01:10.376" v="123" actId="255"/>
          <ac:spMkLst>
            <pc:docMk/>
            <pc:sldMk cId="0" sldId="268"/>
            <ac:spMk id="20" creationId="{00000000-0000-0000-0000-000000000000}"/>
          </ac:spMkLst>
        </pc:spChg>
        <pc:spChg chg="mod">
          <ac:chgData name="Errol Francke" userId="1baf5052-8130-4f07-8591-895c85ed967e" providerId="ADAL" clId="{2770844B-FD3E-5261-B270-BCCC5ACA5C5D}" dt="2026-05-03T14:01:15.909" v="124" actId="255"/>
          <ac:spMkLst>
            <pc:docMk/>
            <pc:sldMk cId="0" sldId="268"/>
            <ac:spMk id="24" creationId="{00000000-0000-0000-0000-000000000000}"/>
          </ac:spMkLst>
        </pc:spChg>
      </pc:sldChg>
      <pc:sldChg chg="delSp modSp mod">
        <pc:chgData name="Errol Francke" userId="1baf5052-8130-4f07-8591-895c85ed967e" providerId="ADAL" clId="{2770844B-FD3E-5261-B270-BCCC5ACA5C5D}" dt="2026-05-04T06:26:05.301" v="962" actId="478"/>
        <pc:sldMkLst>
          <pc:docMk/>
          <pc:sldMk cId="0" sldId="269"/>
        </pc:sldMkLst>
        <pc:spChg chg="mod">
          <ac:chgData name="Errol Francke" userId="1baf5052-8130-4f07-8591-895c85ed967e" providerId="ADAL" clId="{2770844B-FD3E-5261-B270-BCCC5ACA5C5D}" dt="2026-05-03T14:03:45.405" v="239" actId="1076"/>
          <ac:spMkLst>
            <pc:docMk/>
            <pc:sldMk cId="0" sldId="269"/>
            <ac:spMk id="2" creationId="{00000000-0000-0000-0000-000000000000}"/>
          </ac:spMkLst>
        </pc:spChg>
        <pc:spChg chg="mod">
          <ac:chgData name="Errol Francke" userId="1baf5052-8130-4f07-8591-895c85ed967e" providerId="ADAL" clId="{2770844B-FD3E-5261-B270-BCCC5ACA5C5D}" dt="2026-05-03T14:03:58.448" v="241" actId="255"/>
          <ac:spMkLst>
            <pc:docMk/>
            <pc:sldMk cId="0" sldId="269"/>
            <ac:spMk id="7" creationId="{00000000-0000-0000-0000-000000000000}"/>
          </ac:spMkLst>
        </pc:spChg>
        <pc:spChg chg="mod">
          <ac:chgData name="Errol Francke" userId="1baf5052-8130-4f07-8591-895c85ed967e" providerId="ADAL" clId="{2770844B-FD3E-5261-B270-BCCC5ACA5C5D}" dt="2026-05-03T14:04:11.568" v="242" actId="255"/>
          <ac:spMkLst>
            <pc:docMk/>
            <pc:sldMk cId="0" sldId="269"/>
            <ac:spMk id="9" creationId="{00000000-0000-0000-0000-000000000000}"/>
          </ac:spMkLst>
        </pc:spChg>
        <pc:spChg chg="mod">
          <ac:chgData name="Errol Francke" userId="1baf5052-8130-4f07-8591-895c85ed967e" providerId="ADAL" clId="{2770844B-FD3E-5261-B270-BCCC5ACA5C5D}" dt="2026-05-03T14:03:42.079" v="238" actId="1038"/>
          <ac:spMkLst>
            <pc:docMk/>
            <pc:sldMk cId="0" sldId="269"/>
            <ac:spMk id="10" creationId="{00000000-0000-0000-0000-000000000000}"/>
          </ac:spMkLst>
        </pc:spChg>
        <pc:picChg chg="del">
          <ac:chgData name="Errol Francke" userId="1baf5052-8130-4f07-8591-895c85ed967e" providerId="ADAL" clId="{2770844B-FD3E-5261-B270-BCCC5ACA5C5D}" dt="2026-05-04T06:26:05.301" v="962" actId="478"/>
          <ac:picMkLst>
            <pc:docMk/>
            <pc:sldMk cId="0" sldId="269"/>
            <ac:picMk id="3" creationId="{00000000-0000-0000-0000-000000000000}"/>
          </ac:picMkLst>
        </pc:picChg>
      </pc:sldChg>
      <pc:sldChg chg="delSp modSp mod">
        <pc:chgData name="Errol Francke" userId="1baf5052-8130-4f07-8591-895c85ed967e" providerId="ADAL" clId="{2770844B-FD3E-5261-B270-BCCC5ACA5C5D}" dt="2026-05-04T06:26:16.469" v="964" actId="478"/>
        <pc:sldMkLst>
          <pc:docMk/>
          <pc:sldMk cId="0" sldId="270"/>
        </pc:sldMkLst>
        <pc:spChg chg="del">
          <ac:chgData name="Errol Francke" userId="1baf5052-8130-4f07-8591-895c85ed967e" providerId="ADAL" clId="{2770844B-FD3E-5261-B270-BCCC5ACA5C5D}" dt="2026-05-04T06:26:13.447" v="963" actId="478"/>
          <ac:spMkLst>
            <pc:docMk/>
            <pc:sldMk cId="0" sldId="270"/>
            <ac:spMk id="2" creationId="{00000000-0000-0000-0000-000000000000}"/>
          </ac:spMkLst>
        </pc:spChg>
        <pc:spChg chg="mod">
          <ac:chgData name="Errol Francke" userId="1baf5052-8130-4f07-8591-895c85ed967e" providerId="ADAL" clId="{2770844B-FD3E-5261-B270-BCCC5ACA5C5D}" dt="2026-05-03T14:05:52.277" v="272" actId="1036"/>
          <ac:spMkLst>
            <pc:docMk/>
            <pc:sldMk cId="0" sldId="270"/>
            <ac:spMk id="10" creationId="{00000000-0000-0000-0000-000000000000}"/>
          </ac:spMkLst>
        </pc:spChg>
        <pc:spChg chg="del">
          <ac:chgData name="Errol Francke" userId="1baf5052-8130-4f07-8591-895c85ed967e" providerId="ADAL" clId="{2770844B-FD3E-5261-B270-BCCC5ACA5C5D}" dt="2026-05-03T14:05:36.251" v="256" actId="478"/>
          <ac:spMkLst>
            <pc:docMk/>
            <pc:sldMk cId="0" sldId="270"/>
            <ac:spMk id="11" creationId="{00000000-0000-0000-0000-000000000000}"/>
          </ac:spMkLst>
        </pc:spChg>
        <pc:spChg chg="mod">
          <ac:chgData name="Errol Francke" userId="1baf5052-8130-4f07-8591-895c85ed967e" providerId="ADAL" clId="{2770844B-FD3E-5261-B270-BCCC5ACA5C5D}" dt="2026-05-03T14:06:02.664" v="273" actId="255"/>
          <ac:spMkLst>
            <pc:docMk/>
            <pc:sldMk cId="0" sldId="270"/>
            <ac:spMk id="12" creationId="{00000000-0000-0000-0000-000000000000}"/>
          </ac:spMkLst>
        </pc:spChg>
        <pc:spChg chg="mod">
          <ac:chgData name="Errol Francke" userId="1baf5052-8130-4f07-8591-895c85ed967e" providerId="ADAL" clId="{2770844B-FD3E-5261-B270-BCCC5ACA5C5D}" dt="2026-05-03T14:05:52.277" v="272" actId="1036"/>
          <ac:spMkLst>
            <pc:docMk/>
            <pc:sldMk cId="0" sldId="270"/>
            <ac:spMk id="14" creationId="{00000000-0000-0000-0000-000000000000}"/>
          </ac:spMkLst>
        </pc:spChg>
        <pc:spChg chg="del">
          <ac:chgData name="Errol Francke" userId="1baf5052-8130-4f07-8591-895c85ed967e" providerId="ADAL" clId="{2770844B-FD3E-5261-B270-BCCC5ACA5C5D}" dt="2026-05-03T14:05:39.201" v="257" actId="478"/>
          <ac:spMkLst>
            <pc:docMk/>
            <pc:sldMk cId="0" sldId="270"/>
            <ac:spMk id="15" creationId="{00000000-0000-0000-0000-000000000000}"/>
          </ac:spMkLst>
        </pc:spChg>
        <pc:spChg chg="mod">
          <ac:chgData name="Errol Francke" userId="1baf5052-8130-4f07-8591-895c85ed967e" providerId="ADAL" clId="{2770844B-FD3E-5261-B270-BCCC5ACA5C5D}" dt="2026-05-03T14:06:09.958" v="274" actId="255"/>
          <ac:spMkLst>
            <pc:docMk/>
            <pc:sldMk cId="0" sldId="270"/>
            <ac:spMk id="16" creationId="{00000000-0000-0000-0000-000000000000}"/>
          </ac:spMkLst>
        </pc:spChg>
        <pc:spChg chg="mod">
          <ac:chgData name="Errol Francke" userId="1baf5052-8130-4f07-8591-895c85ed967e" providerId="ADAL" clId="{2770844B-FD3E-5261-B270-BCCC5ACA5C5D}" dt="2026-05-03T14:05:52.277" v="272" actId="1036"/>
          <ac:spMkLst>
            <pc:docMk/>
            <pc:sldMk cId="0" sldId="270"/>
            <ac:spMk id="18" creationId="{00000000-0000-0000-0000-000000000000}"/>
          </ac:spMkLst>
        </pc:spChg>
        <pc:spChg chg="del">
          <ac:chgData name="Errol Francke" userId="1baf5052-8130-4f07-8591-895c85ed967e" providerId="ADAL" clId="{2770844B-FD3E-5261-B270-BCCC5ACA5C5D}" dt="2026-05-03T14:05:42.183" v="258" actId="478"/>
          <ac:spMkLst>
            <pc:docMk/>
            <pc:sldMk cId="0" sldId="270"/>
            <ac:spMk id="19" creationId="{00000000-0000-0000-0000-000000000000}"/>
          </ac:spMkLst>
        </pc:spChg>
        <pc:spChg chg="mod">
          <ac:chgData name="Errol Francke" userId="1baf5052-8130-4f07-8591-895c85ed967e" providerId="ADAL" clId="{2770844B-FD3E-5261-B270-BCCC5ACA5C5D}" dt="2026-05-03T14:06:15.494" v="275" actId="255"/>
          <ac:spMkLst>
            <pc:docMk/>
            <pc:sldMk cId="0" sldId="270"/>
            <ac:spMk id="20" creationId="{00000000-0000-0000-0000-000000000000}"/>
          </ac:spMkLst>
        </pc:spChg>
        <pc:picChg chg="del">
          <ac:chgData name="Errol Francke" userId="1baf5052-8130-4f07-8591-895c85ed967e" providerId="ADAL" clId="{2770844B-FD3E-5261-B270-BCCC5ACA5C5D}" dt="2026-05-04T06:26:16.469" v="964" actId="478"/>
          <ac:picMkLst>
            <pc:docMk/>
            <pc:sldMk cId="0" sldId="270"/>
            <ac:picMk id="3" creationId="{00000000-0000-0000-0000-000000000000}"/>
          </ac:picMkLst>
        </pc:picChg>
      </pc:sldChg>
      <pc:sldChg chg="modSp del mod">
        <pc:chgData name="Errol Francke" userId="1baf5052-8130-4f07-8591-895c85ed967e" providerId="ADAL" clId="{2770844B-FD3E-5261-B270-BCCC5ACA5C5D}" dt="2026-05-03T14:20:11.825" v="294" actId="2696"/>
        <pc:sldMkLst>
          <pc:docMk/>
          <pc:sldMk cId="0" sldId="271"/>
        </pc:sldMkLst>
        <pc:spChg chg="mod">
          <ac:chgData name="Errol Francke" userId="1baf5052-8130-4f07-8591-895c85ed967e" providerId="ADAL" clId="{2770844B-FD3E-5261-B270-BCCC5ACA5C5D}" dt="2026-05-03T14:20:06.468" v="293" actId="1076"/>
          <ac:spMkLst>
            <pc:docMk/>
            <pc:sldMk cId="0" sldId="271"/>
            <ac:spMk id="2" creationId="{00000000-0000-0000-0000-000000000000}"/>
          </ac:spMkLst>
        </pc:spChg>
        <pc:spChg chg="mod">
          <ac:chgData name="Errol Francke" userId="1baf5052-8130-4f07-8591-895c85ed967e" providerId="ADAL" clId="{2770844B-FD3E-5261-B270-BCCC5ACA5C5D}" dt="2026-05-03T14:18:25.967" v="289" actId="255"/>
          <ac:spMkLst>
            <pc:docMk/>
            <pc:sldMk cId="0" sldId="271"/>
            <ac:spMk id="12" creationId="{00000000-0000-0000-0000-000000000000}"/>
          </ac:spMkLst>
        </pc:spChg>
        <pc:spChg chg="mod">
          <ac:chgData name="Errol Francke" userId="1baf5052-8130-4f07-8591-895c85ed967e" providerId="ADAL" clId="{2770844B-FD3E-5261-B270-BCCC5ACA5C5D}" dt="2026-05-03T14:18:31.444" v="290" actId="255"/>
          <ac:spMkLst>
            <pc:docMk/>
            <pc:sldMk cId="0" sldId="271"/>
            <ac:spMk id="16" creationId="{00000000-0000-0000-0000-000000000000}"/>
          </ac:spMkLst>
        </pc:spChg>
        <pc:spChg chg="mod">
          <ac:chgData name="Errol Francke" userId="1baf5052-8130-4f07-8591-895c85ed967e" providerId="ADAL" clId="{2770844B-FD3E-5261-B270-BCCC5ACA5C5D}" dt="2026-05-03T14:18:36.970" v="291" actId="255"/>
          <ac:spMkLst>
            <pc:docMk/>
            <pc:sldMk cId="0" sldId="271"/>
            <ac:spMk id="20" creationId="{00000000-0000-0000-0000-000000000000}"/>
          </ac:spMkLst>
        </pc:spChg>
        <pc:spChg chg="mod">
          <ac:chgData name="Errol Francke" userId="1baf5052-8130-4f07-8591-895c85ed967e" providerId="ADAL" clId="{2770844B-FD3E-5261-B270-BCCC5ACA5C5D}" dt="2026-05-03T14:18:42.886" v="292" actId="12"/>
          <ac:spMkLst>
            <pc:docMk/>
            <pc:sldMk cId="0" sldId="271"/>
            <ac:spMk id="21" creationId="{00000000-0000-0000-0000-000000000000}"/>
          </ac:spMkLst>
        </pc:spChg>
      </pc:sldChg>
      <pc:sldChg chg="delSp modSp mod setBg">
        <pc:chgData name="Errol Francke" userId="1baf5052-8130-4f07-8591-895c85ed967e" providerId="ADAL" clId="{2770844B-FD3E-5261-B270-BCCC5ACA5C5D}" dt="2026-05-04T06:27:14.892" v="975" actId="1036"/>
        <pc:sldMkLst>
          <pc:docMk/>
          <pc:sldMk cId="0" sldId="272"/>
        </pc:sldMkLst>
        <pc:spChg chg="del">
          <ac:chgData name="Errol Francke" userId="1baf5052-8130-4f07-8591-895c85ed967e" providerId="ADAL" clId="{2770844B-FD3E-5261-B270-BCCC5ACA5C5D}" dt="2026-05-03T14:20:43.364" v="295" actId="478"/>
          <ac:spMkLst>
            <pc:docMk/>
            <pc:sldMk cId="0" sldId="272"/>
            <ac:spMk id="2" creationId="{00000000-0000-0000-0000-000000000000}"/>
          </ac:spMkLst>
        </pc:spChg>
        <pc:spChg chg="mod">
          <ac:chgData name="Errol Francke" userId="1baf5052-8130-4f07-8591-895c85ed967e" providerId="ADAL" clId="{2770844B-FD3E-5261-B270-BCCC5ACA5C5D}" dt="2026-05-03T14:20:59.261" v="297" actId="207"/>
          <ac:spMkLst>
            <pc:docMk/>
            <pc:sldMk cId="0" sldId="272"/>
            <ac:spMk id="6" creationId="{00000000-0000-0000-0000-000000000000}"/>
          </ac:spMkLst>
        </pc:spChg>
        <pc:spChg chg="mod">
          <ac:chgData name="Errol Francke" userId="1baf5052-8130-4f07-8591-895c85ed967e" providerId="ADAL" clId="{2770844B-FD3E-5261-B270-BCCC5ACA5C5D}" dt="2026-05-03T14:21:04.347" v="298" actId="207"/>
          <ac:spMkLst>
            <pc:docMk/>
            <pc:sldMk cId="0" sldId="272"/>
            <ac:spMk id="8" creationId="{00000000-0000-0000-0000-000000000000}"/>
          </ac:spMkLst>
        </pc:spChg>
        <pc:spChg chg="mod">
          <ac:chgData name="Errol Francke" userId="1baf5052-8130-4f07-8591-895c85ed967e" providerId="ADAL" clId="{2770844B-FD3E-5261-B270-BCCC5ACA5C5D}" dt="2026-05-04T06:27:14.892" v="975" actId="1036"/>
          <ac:spMkLst>
            <pc:docMk/>
            <pc:sldMk cId="0" sldId="272"/>
            <ac:spMk id="12" creationId="{00000000-0000-0000-0000-000000000000}"/>
          </ac:spMkLst>
        </pc:spChg>
        <pc:spChg chg="mod">
          <ac:chgData name="Errol Francke" userId="1baf5052-8130-4f07-8591-895c85ed967e" providerId="ADAL" clId="{2770844B-FD3E-5261-B270-BCCC5ACA5C5D}" dt="2026-05-04T06:27:14.892" v="975" actId="1036"/>
          <ac:spMkLst>
            <pc:docMk/>
            <pc:sldMk cId="0" sldId="272"/>
            <ac:spMk id="16" creationId="{00000000-0000-0000-0000-000000000000}"/>
          </ac:spMkLst>
        </pc:spChg>
        <pc:spChg chg="mod">
          <ac:chgData name="Errol Francke" userId="1baf5052-8130-4f07-8591-895c85ed967e" providerId="ADAL" clId="{2770844B-FD3E-5261-B270-BCCC5ACA5C5D}" dt="2026-05-04T06:27:14.892" v="975" actId="1036"/>
          <ac:spMkLst>
            <pc:docMk/>
            <pc:sldMk cId="0" sldId="272"/>
            <ac:spMk id="20" creationId="{00000000-0000-0000-0000-000000000000}"/>
          </ac:spMkLst>
        </pc:spChg>
        <pc:picChg chg="del">
          <ac:chgData name="Errol Francke" userId="1baf5052-8130-4f07-8591-895c85ed967e" providerId="ADAL" clId="{2770844B-FD3E-5261-B270-BCCC5ACA5C5D}" dt="2026-05-03T14:21:19.024" v="299" actId="478"/>
          <ac:picMkLst>
            <pc:docMk/>
            <pc:sldMk cId="0" sldId="272"/>
            <ac:picMk id="3" creationId="{00000000-0000-0000-0000-000000000000}"/>
          </ac:picMkLst>
        </pc:picChg>
      </pc:sldChg>
      <pc:sldChg chg="delSp modSp mod">
        <pc:chgData name="Errol Francke" userId="1baf5052-8130-4f07-8591-895c85ed967e" providerId="ADAL" clId="{2770844B-FD3E-5261-B270-BCCC5ACA5C5D}" dt="2026-05-04T06:27:33.784" v="980" actId="1036"/>
        <pc:sldMkLst>
          <pc:docMk/>
          <pc:sldMk cId="0" sldId="273"/>
        </pc:sldMkLst>
        <pc:spChg chg="del">
          <ac:chgData name="Errol Francke" userId="1baf5052-8130-4f07-8591-895c85ed967e" providerId="ADAL" clId="{2770844B-FD3E-5261-B270-BCCC5ACA5C5D}" dt="2026-05-03T14:23:17.576" v="303" actId="478"/>
          <ac:spMkLst>
            <pc:docMk/>
            <pc:sldMk cId="0" sldId="273"/>
            <ac:spMk id="2" creationId="{00000000-0000-0000-0000-000000000000}"/>
          </ac:spMkLst>
        </pc:spChg>
        <pc:spChg chg="mod">
          <ac:chgData name="Errol Francke" userId="1baf5052-8130-4f07-8591-895c85ed967e" providerId="ADAL" clId="{2770844B-FD3E-5261-B270-BCCC5ACA5C5D}" dt="2026-05-04T06:27:33.784" v="980" actId="1036"/>
          <ac:spMkLst>
            <pc:docMk/>
            <pc:sldMk cId="0" sldId="273"/>
            <ac:spMk id="11" creationId="{00000000-0000-0000-0000-000000000000}"/>
          </ac:spMkLst>
        </pc:spChg>
        <pc:spChg chg="mod">
          <ac:chgData name="Errol Francke" userId="1baf5052-8130-4f07-8591-895c85ed967e" providerId="ADAL" clId="{2770844B-FD3E-5261-B270-BCCC5ACA5C5D}" dt="2026-05-04T06:27:33.784" v="980" actId="1036"/>
          <ac:spMkLst>
            <pc:docMk/>
            <pc:sldMk cId="0" sldId="273"/>
            <ac:spMk id="15" creationId="{00000000-0000-0000-0000-000000000000}"/>
          </ac:spMkLst>
        </pc:spChg>
        <pc:spChg chg="mod">
          <ac:chgData name="Errol Francke" userId="1baf5052-8130-4f07-8591-895c85ed967e" providerId="ADAL" clId="{2770844B-FD3E-5261-B270-BCCC5ACA5C5D}" dt="2026-05-04T06:27:33.784" v="980" actId="1036"/>
          <ac:spMkLst>
            <pc:docMk/>
            <pc:sldMk cId="0" sldId="273"/>
            <ac:spMk id="19" creationId="{00000000-0000-0000-0000-000000000000}"/>
          </ac:spMkLst>
        </pc:spChg>
        <pc:spChg chg="mod">
          <ac:chgData name="Errol Francke" userId="1baf5052-8130-4f07-8591-895c85ed967e" providerId="ADAL" clId="{2770844B-FD3E-5261-B270-BCCC5ACA5C5D}" dt="2026-05-04T06:27:33.784" v="980" actId="1036"/>
          <ac:spMkLst>
            <pc:docMk/>
            <pc:sldMk cId="0" sldId="273"/>
            <ac:spMk id="23" creationId="{00000000-0000-0000-0000-000000000000}"/>
          </ac:spMkLst>
        </pc:spChg>
        <pc:spChg chg="mod">
          <ac:chgData name="Errol Francke" userId="1baf5052-8130-4f07-8591-895c85ed967e" providerId="ADAL" clId="{2770844B-FD3E-5261-B270-BCCC5ACA5C5D}" dt="2026-05-04T06:27:33.784" v="980" actId="1036"/>
          <ac:spMkLst>
            <pc:docMk/>
            <pc:sldMk cId="0" sldId="273"/>
            <ac:spMk id="27" creationId="{00000000-0000-0000-0000-000000000000}"/>
          </ac:spMkLst>
        </pc:spChg>
        <pc:picChg chg="del">
          <ac:chgData name="Errol Francke" userId="1baf5052-8130-4f07-8591-895c85ed967e" providerId="ADAL" clId="{2770844B-FD3E-5261-B270-BCCC5ACA5C5D}" dt="2026-05-03T14:23:22.997" v="304" actId="478"/>
          <ac:picMkLst>
            <pc:docMk/>
            <pc:sldMk cId="0" sldId="273"/>
            <ac:picMk id="3" creationId="{00000000-0000-0000-0000-000000000000}"/>
          </ac:picMkLst>
        </pc:picChg>
      </pc:sldChg>
      <pc:sldChg chg="delSp modSp mod">
        <pc:chgData name="Errol Francke" userId="1baf5052-8130-4f07-8591-895c85ed967e" providerId="ADAL" clId="{2770844B-FD3E-5261-B270-BCCC5ACA5C5D}" dt="2026-05-04T06:29:08.528" v="1012" actId="255"/>
        <pc:sldMkLst>
          <pc:docMk/>
          <pc:sldMk cId="0" sldId="274"/>
        </pc:sldMkLst>
        <pc:spChg chg="del">
          <ac:chgData name="Errol Francke" userId="1baf5052-8130-4f07-8591-895c85ed967e" providerId="ADAL" clId="{2770844B-FD3E-5261-B270-BCCC5ACA5C5D}" dt="2026-05-04T06:28:14.400" v="981" actId="478"/>
          <ac:spMkLst>
            <pc:docMk/>
            <pc:sldMk cId="0" sldId="274"/>
            <ac:spMk id="2" creationId="{00000000-0000-0000-0000-000000000000}"/>
          </ac:spMkLst>
        </pc:spChg>
        <pc:spChg chg="mod">
          <ac:chgData name="Errol Francke" userId="1baf5052-8130-4f07-8591-895c85ed967e" providerId="ADAL" clId="{2770844B-FD3E-5261-B270-BCCC5ACA5C5D}" dt="2026-05-03T14:26:22.601" v="336"/>
          <ac:spMkLst>
            <pc:docMk/>
            <pc:sldMk cId="0" sldId="274"/>
            <ac:spMk id="8" creationId="{00000000-0000-0000-0000-000000000000}"/>
          </ac:spMkLst>
        </pc:spChg>
        <pc:spChg chg="mod">
          <ac:chgData name="Errol Francke" userId="1baf5052-8130-4f07-8591-895c85ed967e" providerId="ADAL" clId="{2770844B-FD3E-5261-B270-BCCC5ACA5C5D}" dt="2026-05-04T06:28:48.058" v="1002" actId="1036"/>
          <ac:spMkLst>
            <pc:docMk/>
            <pc:sldMk cId="0" sldId="274"/>
            <ac:spMk id="10" creationId="{00000000-0000-0000-0000-000000000000}"/>
          </ac:spMkLst>
        </pc:spChg>
        <pc:spChg chg="mod">
          <ac:chgData name="Errol Francke" userId="1baf5052-8130-4f07-8591-895c85ed967e" providerId="ADAL" clId="{2770844B-FD3E-5261-B270-BCCC5ACA5C5D}" dt="2026-05-04T06:28:58.889" v="1011" actId="1035"/>
          <ac:spMkLst>
            <pc:docMk/>
            <pc:sldMk cId="0" sldId="274"/>
            <ac:spMk id="11" creationId="{00000000-0000-0000-0000-000000000000}"/>
          </ac:spMkLst>
        </pc:spChg>
        <pc:spChg chg="mod">
          <ac:chgData name="Errol Francke" userId="1baf5052-8130-4f07-8591-895c85ed967e" providerId="ADAL" clId="{2770844B-FD3E-5261-B270-BCCC5ACA5C5D}" dt="2026-05-04T06:29:08.528" v="1012" actId="255"/>
          <ac:spMkLst>
            <pc:docMk/>
            <pc:sldMk cId="0" sldId="274"/>
            <ac:spMk id="12" creationId="{00000000-0000-0000-0000-000000000000}"/>
          </ac:spMkLst>
        </pc:spChg>
        <pc:spChg chg="mod">
          <ac:chgData name="Errol Francke" userId="1baf5052-8130-4f07-8591-895c85ed967e" providerId="ADAL" clId="{2770844B-FD3E-5261-B270-BCCC5ACA5C5D}" dt="2026-05-04T06:28:48.058" v="1002" actId="1036"/>
          <ac:spMkLst>
            <pc:docMk/>
            <pc:sldMk cId="0" sldId="274"/>
            <ac:spMk id="14" creationId="{00000000-0000-0000-0000-000000000000}"/>
          </ac:spMkLst>
        </pc:spChg>
        <pc:spChg chg="mod">
          <ac:chgData name="Errol Francke" userId="1baf5052-8130-4f07-8591-895c85ed967e" providerId="ADAL" clId="{2770844B-FD3E-5261-B270-BCCC5ACA5C5D}" dt="2026-05-04T06:28:58.889" v="1011" actId="1035"/>
          <ac:spMkLst>
            <pc:docMk/>
            <pc:sldMk cId="0" sldId="274"/>
            <ac:spMk id="15" creationId="{00000000-0000-0000-0000-000000000000}"/>
          </ac:spMkLst>
        </pc:spChg>
        <pc:spChg chg="mod">
          <ac:chgData name="Errol Francke" userId="1baf5052-8130-4f07-8591-895c85ed967e" providerId="ADAL" clId="{2770844B-FD3E-5261-B270-BCCC5ACA5C5D}" dt="2026-05-04T06:29:08.528" v="1012" actId="255"/>
          <ac:spMkLst>
            <pc:docMk/>
            <pc:sldMk cId="0" sldId="274"/>
            <ac:spMk id="16" creationId="{00000000-0000-0000-0000-000000000000}"/>
          </ac:spMkLst>
        </pc:spChg>
        <pc:spChg chg="mod">
          <ac:chgData name="Errol Francke" userId="1baf5052-8130-4f07-8591-895c85ed967e" providerId="ADAL" clId="{2770844B-FD3E-5261-B270-BCCC5ACA5C5D}" dt="2026-05-04T06:28:48.058" v="1002" actId="1036"/>
          <ac:spMkLst>
            <pc:docMk/>
            <pc:sldMk cId="0" sldId="274"/>
            <ac:spMk id="18" creationId="{00000000-0000-0000-0000-000000000000}"/>
          </ac:spMkLst>
        </pc:spChg>
        <pc:spChg chg="mod">
          <ac:chgData name="Errol Francke" userId="1baf5052-8130-4f07-8591-895c85ed967e" providerId="ADAL" clId="{2770844B-FD3E-5261-B270-BCCC5ACA5C5D}" dt="2026-05-04T06:28:58.889" v="1011" actId="1035"/>
          <ac:spMkLst>
            <pc:docMk/>
            <pc:sldMk cId="0" sldId="274"/>
            <ac:spMk id="19" creationId="{00000000-0000-0000-0000-000000000000}"/>
          </ac:spMkLst>
        </pc:spChg>
        <pc:spChg chg="mod">
          <ac:chgData name="Errol Francke" userId="1baf5052-8130-4f07-8591-895c85ed967e" providerId="ADAL" clId="{2770844B-FD3E-5261-B270-BCCC5ACA5C5D}" dt="2026-05-04T06:29:08.528" v="1012" actId="255"/>
          <ac:spMkLst>
            <pc:docMk/>
            <pc:sldMk cId="0" sldId="274"/>
            <ac:spMk id="20" creationId="{00000000-0000-0000-0000-000000000000}"/>
          </ac:spMkLst>
        </pc:spChg>
        <pc:picChg chg="del">
          <ac:chgData name="Errol Francke" userId="1baf5052-8130-4f07-8591-895c85ed967e" providerId="ADAL" clId="{2770844B-FD3E-5261-B270-BCCC5ACA5C5D}" dt="2026-05-04T06:28:17.983" v="982" actId="478"/>
          <ac:picMkLst>
            <pc:docMk/>
            <pc:sldMk cId="0" sldId="274"/>
            <ac:picMk id="3" creationId="{00000000-0000-0000-0000-000000000000}"/>
          </ac:picMkLst>
        </pc:picChg>
      </pc:sldChg>
      <pc:sldChg chg="delSp modSp mod">
        <pc:chgData name="Errol Francke" userId="1baf5052-8130-4f07-8591-895c85ed967e" providerId="ADAL" clId="{2770844B-FD3E-5261-B270-BCCC5ACA5C5D}" dt="2026-05-04T06:30:53.909" v="1019" actId="255"/>
        <pc:sldMkLst>
          <pc:docMk/>
          <pc:sldMk cId="0" sldId="275"/>
        </pc:sldMkLst>
        <pc:spChg chg="del mod">
          <ac:chgData name="Errol Francke" userId="1baf5052-8130-4f07-8591-895c85ed967e" providerId="ADAL" clId="{2770844B-FD3E-5261-B270-BCCC5ACA5C5D}" dt="2026-05-04T06:29:25.723" v="1014" actId="478"/>
          <ac:spMkLst>
            <pc:docMk/>
            <pc:sldMk cId="0" sldId="275"/>
            <ac:spMk id="2" creationId="{00000000-0000-0000-0000-000000000000}"/>
          </ac:spMkLst>
        </pc:spChg>
        <pc:spChg chg="mod">
          <ac:chgData name="Errol Francke" userId="1baf5052-8130-4f07-8591-895c85ed967e" providerId="ADAL" clId="{2770844B-FD3E-5261-B270-BCCC5ACA5C5D}" dt="2026-05-04T06:30:53.909" v="1019" actId="255"/>
          <ac:spMkLst>
            <pc:docMk/>
            <pc:sldMk cId="0" sldId="275"/>
            <ac:spMk id="8" creationId="{00000000-0000-0000-0000-000000000000}"/>
          </ac:spMkLst>
        </pc:spChg>
        <pc:spChg chg="mod">
          <ac:chgData name="Errol Francke" userId="1baf5052-8130-4f07-8591-895c85ed967e" providerId="ADAL" clId="{2770844B-FD3E-5261-B270-BCCC5ACA5C5D}" dt="2026-05-04T06:30:42.035" v="1018" actId="255"/>
          <ac:spMkLst>
            <pc:docMk/>
            <pc:sldMk cId="0" sldId="275"/>
            <ac:spMk id="10" creationId="{00000000-0000-0000-0000-000000000000}"/>
          </ac:spMkLst>
        </pc:spChg>
        <pc:spChg chg="mod">
          <ac:chgData name="Errol Francke" userId="1baf5052-8130-4f07-8591-895c85ed967e" providerId="ADAL" clId="{2770844B-FD3E-5261-B270-BCCC5ACA5C5D}" dt="2026-05-04T06:29:41.653" v="1016" actId="255"/>
          <ac:spMkLst>
            <pc:docMk/>
            <pc:sldMk cId="0" sldId="275"/>
            <ac:spMk id="12" creationId="{00000000-0000-0000-0000-000000000000}"/>
          </ac:spMkLst>
        </pc:spChg>
        <pc:spChg chg="mod">
          <ac:chgData name="Errol Francke" userId="1baf5052-8130-4f07-8591-895c85ed967e" providerId="ADAL" clId="{2770844B-FD3E-5261-B270-BCCC5ACA5C5D}" dt="2026-05-04T06:30:42.035" v="1018" actId="255"/>
          <ac:spMkLst>
            <pc:docMk/>
            <pc:sldMk cId="0" sldId="275"/>
            <ac:spMk id="14" creationId="{00000000-0000-0000-0000-000000000000}"/>
          </ac:spMkLst>
        </pc:spChg>
        <pc:spChg chg="mod">
          <ac:chgData name="Errol Francke" userId="1baf5052-8130-4f07-8591-895c85ed967e" providerId="ADAL" clId="{2770844B-FD3E-5261-B270-BCCC5ACA5C5D}" dt="2026-05-04T06:30:31.854" v="1017" actId="6549"/>
          <ac:spMkLst>
            <pc:docMk/>
            <pc:sldMk cId="0" sldId="275"/>
            <ac:spMk id="16" creationId="{00000000-0000-0000-0000-000000000000}"/>
          </ac:spMkLst>
        </pc:spChg>
        <pc:picChg chg="del">
          <ac:chgData name="Errol Francke" userId="1baf5052-8130-4f07-8591-895c85ed967e" providerId="ADAL" clId="{2770844B-FD3E-5261-B270-BCCC5ACA5C5D}" dt="2026-05-04T06:29:27.905" v="1015" actId="478"/>
          <ac:picMkLst>
            <pc:docMk/>
            <pc:sldMk cId="0" sldId="275"/>
            <ac:picMk id="3" creationId="{00000000-0000-0000-0000-000000000000}"/>
          </ac:picMkLst>
        </pc:picChg>
      </pc:sldChg>
      <pc:sldChg chg="delSp modSp del mod">
        <pc:chgData name="Errol Francke" userId="1baf5052-8130-4f07-8591-895c85ed967e" providerId="ADAL" clId="{2770844B-FD3E-5261-B270-BCCC5ACA5C5D}" dt="2026-05-04T06:31:36.689" v="1023" actId="2696"/>
        <pc:sldMkLst>
          <pc:docMk/>
          <pc:sldMk cId="0" sldId="276"/>
        </pc:sldMkLst>
        <pc:spChg chg="del mod">
          <ac:chgData name="Errol Francke" userId="1baf5052-8130-4f07-8591-895c85ed967e" providerId="ADAL" clId="{2770844B-FD3E-5261-B270-BCCC5ACA5C5D}" dt="2026-05-04T06:31:10.771" v="1021" actId="478"/>
          <ac:spMkLst>
            <pc:docMk/>
            <pc:sldMk cId="0" sldId="276"/>
            <ac:spMk id="2" creationId="{00000000-0000-0000-0000-000000000000}"/>
          </ac:spMkLst>
        </pc:spChg>
        <pc:picChg chg="del">
          <ac:chgData name="Errol Francke" userId="1baf5052-8130-4f07-8591-895c85ed967e" providerId="ADAL" clId="{2770844B-FD3E-5261-B270-BCCC5ACA5C5D}" dt="2026-05-04T06:31:12.980" v="1022" actId="478"/>
          <ac:picMkLst>
            <pc:docMk/>
            <pc:sldMk cId="0" sldId="276"/>
            <ac:picMk id="3" creationId="{00000000-0000-0000-0000-000000000000}"/>
          </ac:picMkLst>
        </pc:picChg>
      </pc:sldChg>
      <pc:sldChg chg="modSp mod">
        <pc:chgData name="Errol Francke" userId="1baf5052-8130-4f07-8591-895c85ed967e" providerId="ADAL" clId="{2770844B-FD3E-5261-B270-BCCC5ACA5C5D}" dt="2026-05-04T06:32:43.632" v="1024"/>
        <pc:sldMkLst>
          <pc:docMk/>
          <pc:sldMk cId="0" sldId="277"/>
        </pc:sldMkLst>
        <pc:spChg chg="mod">
          <ac:chgData name="Errol Francke" userId="1baf5052-8130-4f07-8591-895c85ed967e" providerId="ADAL" clId="{2770844B-FD3E-5261-B270-BCCC5ACA5C5D}" dt="2026-05-04T04:40:05.145" v="337" actId="255"/>
          <ac:spMkLst>
            <pc:docMk/>
            <pc:sldMk cId="0" sldId="277"/>
            <ac:spMk id="12" creationId="{00000000-0000-0000-0000-000000000000}"/>
          </ac:spMkLst>
        </pc:spChg>
        <pc:spChg chg="mod">
          <ac:chgData name="Errol Francke" userId="1baf5052-8130-4f07-8591-895c85ed967e" providerId="ADAL" clId="{2770844B-FD3E-5261-B270-BCCC5ACA5C5D}" dt="2026-05-04T06:32:43.632" v="1024"/>
          <ac:spMkLst>
            <pc:docMk/>
            <pc:sldMk cId="0" sldId="277"/>
            <ac:spMk id="16" creationId="{00000000-0000-0000-0000-000000000000}"/>
          </ac:spMkLst>
        </pc:spChg>
      </pc:sldChg>
      <pc:sldChg chg="delSp modSp mod">
        <pc:chgData name="Errol Francke" userId="1baf5052-8130-4f07-8591-895c85ed967e" providerId="ADAL" clId="{2770844B-FD3E-5261-B270-BCCC5ACA5C5D}" dt="2026-05-04T06:36:00.200" v="1039" actId="27636"/>
        <pc:sldMkLst>
          <pc:docMk/>
          <pc:sldMk cId="0" sldId="278"/>
        </pc:sldMkLst>
        <pc:spChg chg="del">
          <ac:chgData name="Errol Francke" userId="1baf5052-8130-4f07-8591-895c85ed967e" providerId="ADAL" clId="{2770844B-FD3E-5261-B270-BCCC5ACA5C5D}" dt="2026-05-04T06:32:57.370" v="1025" actId="478"/>
          <ac:spMkLst>
            <pc:docMk/>
            <pc:sldMk cId="0" sldId="278"/>
            <ac:spMk id="2" creationId="{00000000-0000-0000-0000-000000000000}"/>
          </ac:spMkLst>
        </pc:spChg>
        <pc:spChg chg="mod">
          <ac:chgData name="Errol Francke" userId="1baf5052-8130-4f07-8591-895c85ed967e" providerId="ADAL" clId="{2770844B-FD3E-5261-B270-BCCC5ACA5C5D}" dt="2026-05-04T06:34:27.703" v="1036" actId="255"/>
          <ac:spMkLst>
            <pc:docMk/>
            <pc:sldMk cId="0" sldId="278"/>
            <ac:spMk id="8" creationId="{00000000-0000-0000-0000-000000000000}"/>
          </ac:spMkLst>
        </pc:spChg>
        <pc:spChg chg="mod">
          <ac:chgData name="Errol Francke" userId="1baf5052-8130-4f07-8591-895c85ed967e" providerId="ADAL" clId="{2770844B-FD3E-5261-B270-BCCC5ACA5C5D}" dt="2026-05-04T06:36:00.200" v="1039" actId="27636"/>
          <ac:spMkLst>
            <pc:docMk/>
            <pc:sldMk cId="0" sldId="278"/>
            <ac:spMk id="9" creationId="{00000000-0000-0000-0000-000000000000}"/>
          </ac:spMkLst>
        </pc:spChg>
        <pc:picChg chg="del">
          <ac:chgData name="Errol Francke" userId="1baf5052-8130-4f07-8591-895c85ed967e" providerId="ADAL" clId="{2770844B-FD3E-5261-B270-BCCC5ACA5C5D}" dt="2026-05-04T06:33:00.370" v="1026" actId="478"/>
          <ac:picMkLst>
            <pc:docMk/>
            <pc:sldMk cId="0" sldId="278"/>
            <ac:picMk id="3" creationId="{00000000-0000-0000-0000-000000000000}"/>
          </ac:picMkLst>
        </pc:picChg>
      </pc:sldChg>
      <pc:sldChg chg="delSp modSp mod">
        <pc:chgData name="Errol Francke" userId="1baf5052-8130-4f07-8591-895c85ed967e" providerId="ADAL" clId="{2770844B-FD3E-5261-B270-BCCC5ACA5C5D}" dt="2026-05-04T06:36:19.243" v="1042" actId="478"/>
        <pc:sldMkLst>
          <pc:docMk/>
          <pc:sldMk cId="0" sldId="279"/>
        </pc:sldMkLst>
        <pc:spChg chg="del mod">
          <ac:chgData name="Errol Francke" userId="1baf5052-8130-4f07-8591-895c85ed967e" providerId="ADAL" clId="{2770844B-FD3E-5261-B270-BCCC5ACA5C5D}" dt="2026-05-04T06:36:15.905" v="1041" actId="478"/>
          <ac:spMkLst>
            <pc:docMk/>
            <pc:sldMk cId="0" sldId="279"/>
            <ac:spMk id="2" creationId="{00000000-0000-0000-0000-000000000000}"/>
          </ac:spMkLst>
        </pc:spChg>
        <pc:spChg chg="mod">
          <ac:chgData name="Errol Francke" userId="1baf5052-8130-4f07-8591-895c85ed967e" providerId="ADAL" clId="{2770844B-FD3E-5261-B270-BCCC5ACA5C5D}" dt="2026-05-04T04:40:42.460" v="339" actId="20577"/>
          <ac:spMkLst>
            <pc:docMk/>
            <pc:sldMk cId="0" sldId="279"/>
            <ac:spMk id="10" creationId="{00000000-0000-0000-0000-000000000000}"/>
          </ac:spMkLst>
        </pc:spChg>
        <pc:picChg chg="del">
          <ac:chgData name="Errol Francke" userId="1baf5052-8130-4f07-8591-895c85ed967e" providerId="ADAL" clId="{2770844B-FD3E-5261-B270-BCCC5ACA5C5D}" dt="2026-05-04T06:36:19.243" v="1042" actId="478"/>
          <ac:picMkLst>
            <pc:docMk/>
            <pc:sldMk cId="0" sldId="279"/>
            <ac:picMk id="3" creationId="{00000000-0000-0000-0000-000000000000}"/>
          </ac:picMkLst>
        </pc:picChg>
      </pc:sldChg>
      <pc:sldChg chg="modSp mod">
        <pc:chgData name="Errol Francke" userId="1baf5052-8130-4f07-8591-895c85ed967e" providerId="ADAL" clId="{2770844B-FD3E-5261-B270-BCCC5ACA5C5D}" dt="2026-05-04T06:23:19.342" v="951"/>
        <pc:sldMkLst>
          <pc:docMk/>
          <pc:sldMk cId="713316370" sldId="280"/>
        </pc:sldMkLst>
        <pc:spChg chg="mod">
          <ac:chgData name="Errol Francke" userId="1baf5052-8130-4f07-8591-895c85ed967e" providerId="ADAL" clId="{2770844B-FD3E-5261-B270-BCCC5ACA5C5D}" dt="2026-05-04T06:23:07.395" v="950" actId="255"/>
          <ac:spMkLst>
            <pc:docMk/>
            <pc:sldMk cId="713316370" sldId="280"/>
            <ac:spMk id="12" creationId="{A44F95DB-75BE-D2A4-D9D6-14E48942E1F6}"/>
          </ac:spMkLst>
        </pc:spChg>
        <pc:spChg chg="mod">
          <ac:chgData name="Errol Francke" userId="1baf5052-8130-4f07-8591-895c85ed967e" providerId="ADAL" clId="{2770844B-FD3E-5261-B270-BCCC5ACA5C5D}" dt="2026-05-04T06:23:19.342" v="951"/>
          <ac:spMkLst>
            <pc:docMk/>
            <pc:sldMk cId="713316370" sldId="280"/>
            <ac:spMk id="16" creationId="{E4E63846-7AB8-2DFF-2693-CB88585E5C26}"/>
          </ac:spMkLst>
        </pc:spChg>
        <pc:spChg chg="mod">
          <ac:chgData name="Errol Francke" userId="1baf5052-8130-4f07-8591-895c85ed967e" providerId="ADAL" clId="{2770844B-FD3E-5261-B270-BCCC5ACA5C5D}" dt="2026-05-04T06:23:07.395" v="950" actId="255"/>
          <ac:spMkLst>
            <pc:docMk/>
            <pc:sldMk cId="713316370" sldId="280"/>
            <ac:spMk id="20" creationId="{BA0858F8-BA35-75BE-D816-A19B23AA34DA}"/>
          </ac:spMkLst>
        </pc:spChg>
      </pc:sldChg>
      <pc:sldChg chg="addSp delSp modSp add mod">
        <pc:chgData name="Errol Francke" userId="1baf5052-8130-4f07-8591-895c85ed967e" providerId="ADAL" clId="{2770844B-FD3E-5261-B270-BCCC5ACA5C5D}" dt="2026-05-04T06:25:21.337" v="961" actId="478"/>
        <pc:sldMkLst>
          <pc:docMk/>
          <pc:sldMk cId="1799322534" sldId="282"/>
        </pc:sldMkLst>
        <pc:spChg chg="del">
          <ac:chgData name="Errol Francke" userId="1baf5052-8130-4f07-8591-895c85ed967e" providerId="ADAL" clId="{2770844B-FD3E-5261-B270-BCCC5ACA5C5D}" dt="2026-05-03T13:41:39.934" v="17" actId="478"/>
          <ac:spMkLst>
            <pc:docMk/>
            <pc:sldMk cId="1799322534" sldId="282"/>
            <ac:spMk id="2" creationId="{18CDDAD5-ABB8-3E05-4F6E-ED2FDF8C5BE0}"/>
          </ac:spMkLst>
        </pc:spChg>
        <pc:spChg chg="del">
          <ac:chgData name="Errol Francke" userId="1baf5052-8130-4f07-8591-895c85ed967e" providerId="ADAL" clId="{2770844B-FD3E-5261-B270-BCCC5ACA5C5D}" dt="2026-05-03T13:41:52.894" v="18" actId="478"/>
          <ac:spMkLst>
            <pc:docMk/>
            <pc:sldMk cId="1799322534" sldId="282"/>
            <ac:spMk id="13" creationId="{DE38A4A6-8729-763A-3B3C-A3E7B06DB9C6}"/>
          </ac:spMkLst>
        </pc:spChg>
        <pc:spChg chg="del">
          <ac:chgData name="Errol Francke" userId="1baf5052-8130-4f07-8591-895c85ed967e" providerId="ADAL" clId="{2770844B-FD3E-5261-B270-BCCC5ACA5C5D}" dt="2026-05-03T13:41:52.894" v="18" actId="478"/>
          <ac:spMkLst>
            <pc:docMk/>
            <pc:sldMk cId="1799322534" sldId="282"/>
            <ac:spMk id="14" creationId="{3405B694-4D74-23CB-F015-08716CF7DACE}"/>
          </ac:spMkLst>
        </pc:spChg>
        <pc:spChg chg="del">
          <ac:chgData name="Errol Francke" userId="1baf5052-8130-4f07-8591-895c85ed967e" providerId="ADAL" clId="{2770844B-FD3E-5261-B270-BCCC5ACA5C5D}" dt="2026-05-03T13:41:52.894" v="18" actId="478"/>
          <ac:spMkLst>
            <pc:docMk/>
            <pc:sldMk cId="1799322534" sldId="282"/>
            <ac:spMk id="15" creationId="{430CEF49-B727-B183-A30E-D70EBFA5E9D0}"/>
          </ac:spMkLst>
        </pc:spChg>
        <pc:spChg chg="del">
          <ac:chgData name="Errol Francke" userId="1baf5052-8130-4f07-8591-895c85ed967e" providerId="ADAL" clId="{2770844B-FD3E-5261-B270-BCCC5ACA5C5D}" dt="2026-05-03T13:41:52.894" v="18" actId="478"/>
          <ac:spMkLst>
            <pc:docMk/>
            <pc:sldMk cId="1799322534" sldId="282"/>
            <ac:spMk id="16" creationId="{5B7B8903-EB67-6747-3328-A93BBCAA64FE}"/>
          </ac:spMkLst>
        </pc:spChg>
        <pc:spChg chg="del">
          <ac:chgData name="Errol Francke" userId="1baf5052-8130-4f07-8591-895c85ed967e" providerId="ADAL" clId="{2770844B-FD3E-5261-B270-BCCC5ACA5C5D}" dt="2026-05-03T13:41:52.894" v="18" actId="478"/>
          <ac:spMkLst>
            <pc:docMk/>
            <pc:sldMk cId="1799322534" sldId="282"/>
            <ac:spMk id="17" creationId="{EF5AF165-1A73-0438-5FC0-C8117DDC9F8B}"/>
          </ac:spMkLst>
        </pc:spChg>
        <pc:spChg chg="del">
          <ac:chgData name="Errol Francke" userId="1baf5052-8130-4f07-8591-895c85ed967e" providerId="ADAL" clId="{2770844B-FD3E-5261-B270-BCCC5ACA5C5D}" dt="2026-05-03T13:41:52.894" v="18" actId="478"/>
          <ac:spMkLst>
            <pc:docMk/>
            <pc:sldMk cId="1799322534" sldId="282"/>
            <ac:spMk id="21" creationId="{7DAFE05C-9183-A1CD-FA0E-448E6A29A7E7}"/>
          </ac:spMkLst>
        </pc:spChg>
        <pc:spChg chg="del">
          <ac:chgData name="Errol Francke" userId="1baf5052-8130-4f07-8591-895c85ed967e" providerId="ADAL" clId="{2770844B-FD3E-5261-B270-BCCC5ACA5C5D}" dt="2026-05-03T13:41:52.894" v="18" actId="478"/>
          <ac:spMkLst>
            <pc:docMk/>
            <pc:sldMk cId="1799322534" sldId="282"/>
            <ac:spMk id="22" creationId="{090394D3-1803-4E88-970B-27CFF8C91ABD}"/>
          </ac:spMkLst>
        </pc:spChg>
        <pc:spChg chg="del">
          <ac:chgData name="Errol Francke" userId="1baf5052-8130-4f07-8591-895c85ed967e" providerId="ADAL" clId="{2770844B-FD3E-5261-B270-BCCC5ACA5C5D}" dt="2026-05-03T13:41:52.894" v="18" actId="478"/>
          <ac:spMkLst>
            <pc:docMk/>
            <pc:sldMk cId="1799322534" sldId="282"/>
            <ac:spMk id="30" creationId="{BEE374EB-73B0-1947-3402-40E704A2D37E}"/>
          </ac:spMkLst>
        </pc:spChg>
        <pc:spChg chg="del">
          <ac:chgData name="Errol Francke" userId="1baf5052-8130-4f07-8591-895c85ed967e" providerId="ADAL" clId="{2770844B-FD3E-5261-B270-BCCC5ACA5C5D}" dt="2026-05-03T13:41:52.894" v="18" actId="478"/>
          <ac:spMkLst>
            <pc:docMk/>
            <pc:sldMk cId="1799322534" sldId="282"/>
            <ac:spMk id="31" creationId="{639C2E4E-B43B-EF4F-6F75-9F0B72D36D1E}"/>
          </ac:spMkLst>
        </pc:spChg>
        <pc:spChg chg="del">
          <ac:chgData name="Errol Francke" userId="1baf5052-8130-4f07-8591-895c85ed967e" providerId="ADAL" clId="{2770844B-FD3E-5261-B270-BCCC5ACA5C5D}" dt="2026-05-03T13:41:52.894" v="18" actId="478"/>
          <ac:spMkLst>
            <pc:docMk/>
            <pc:sldMk cId="1799322534" sldId="282"/>
            <ac:spMk id="34" creationId="{19C6E59C-DA07-E142-7F37-98231418D87B}"/>
          </ac:spMkLst>
        </pc:spChg>
        <pc:spChg chg="add mod">
          <ac:chgData name="Errol Francke" userId="1baf5052-8130-4f07-8591-895c85ed967e" providerId="ADAL" clId="{2770844B-FD3E-5261-B270-BCCC5ACA5C5D}" dt="2026-05-03T13:44:56.731" v="38" actId="21"/>
          <ac:spMkLst>
            <pc:docMk/>
            <pc:sldMk cId="1799322534" sldId="282"/>
            <ac:spMk id="38" creationId="{B2D36D7F-8947-0A85-C3FE-A62DDD1F02E6}"/>
          </ac:spMkLst>
        </pc:spChg>
        <pc:spChg chg="add mod">
          <ac:chgData name="Errol Francke" userId="1baf5052-8130-4f07-8591-895c85ed967e" providerId="ADAL" clId="{2770844B-FD3E-5261-B270-BCCC5ACA5C5D}" dt="2026-05-03T13:49:19.649" v="48"/>
          <ac:spMkLst>
            <pc:docMk/>
            <pc:sldMk cId="1799322534" sldId="282"/>
            <ac:spMk id="39" creationId="{68CE7F68-5571-ACD2-5F14-1712A11325EA}"/>
          </ac:spMkLst>
        </pc:spChg>
        <pc:spChg chg="add del mod">
          <ac:chgData name="Errol Francke" userId="1baf5052-8130-4f07-8591-895c85ed967e" providerId="ADAL" clId="{2770844B-FD3E-5261-B270-BCCC5ACA5C5D}" dt="2026-05-03T13:49:35.590" v="50" actId="21"/>
          <ac:spMkLst>
            <pc:docMk/>
            <pc:sldMk cId="1799322534" sldId="282"/>
            <ac:spMk id="40" creationId="{26400617-1135-3676-0391-62A7760E80A7}"/>
          </ac:spMkLst>
        </pc:spChg>
        <pc:spChg chg="add mod">
          <ac:chgData name="Errol Francke" userId="1baf5052-8130-4f07-8591-895c85ed967e" providerId="ADAL" clId="{2770844B-FD3E-5261-B270-BCCC5ACA5C5D}" dt="2026-05-03T13:49:39.418" v="51"/>
          <ac:spMkLst>
            <pc:docMk/>
            <pc:sldMk cId="1799322534" sldId="282"/>
            <ac:spMk id="41" creationId="{4600FCC6-180D-9072-609C-D0E61A387679}"/>
          </ac:spMkLst>
        </pc:spChg>
        <pc:spChg chg="add del mod">
          <ac:chgData name="Errol Francke" userId="1baf5052-8130-4f07-8591-895c85ed967e" providerId="ADAL" clId="{2770844B-FD3E-5261-B270-BCCC5ACA5C5D}" dt="2026-05-03T13:50:06.923" v="53" actId="21"/>
          <ac:spMkLst>
            <pc:docMk/>
            <pc:sldMk cId="1799322534" sldId="282"/>
            <ac:spMk id="42" creationId="{EECEBA4A-C64D-F8C0-7F15-5F373A3280B9}"/>
          </ac:spMkLst>
        </pc:spChg>
        <pc:spChg chg="add mod">
          <ac:chgData name="Errol Francke" userId="1baf5052-8130-4f07-8591-895c85ed967e" providerId="ADAL" clId="{2770844B-FD3E-5261-B270-BCCC5ACA5C5D}" dt="2026-05-03T13:50:22.565" v="55" actId="21"/>
          <ac:spMkLst>
            <pc:docMk/>
            <pc:sldMk cId="1799322534" sldId="282"/>
            <ac:spMk id="43" creationId="{DCF8AC2F-2129-840B-3FA2-66C244BBE99D}"/>
          </ac:spMkLst>
        </pc:spChg>
        <pc:graphicFrameChg chg="add mod modGraphic">
          <ac:chgData name="Errol Francke" userId="1baf5052-8130-4f07-8591-895c85ed967e" providerId="ADAL" clId="{2770844B-FD3E-5261-B270-BCCC5ACA5C5D}" dt="2026-05-03T13:57:24.230" v="115" actId="12100"/>
          <ac:graphicFrameMkLst>
            <pc:docMk/>
            <pc:sldMk cId="1799322534" sldId="282"/>
            <ac:graphicFrameMk id="37" creationId="{7C70600D-F3F2-2A58-66C8-C4C4BA126BA3}"/>
          </ac:graphicFrameMkLst>
        </pc:graphicFrameChg>
        <pc:picChg chg="del">
          <ac:chgData name="Errol Francke" userId="1baf5052-8130-4f07-8591-895c85ed967e" providerId="ADAL" clId="{2770844B-FD3E-5261-B270-BCCC5ACA5C5D}" dt="2026-05-04T06:25:21.337" v="961" actId="478"/>
          <ac:picMkLst>
            <pc:docMk/>
            <pc:sldMk cId="1799322534" sldId="282"/>
            <ac:picMk id="3" creationId="{CC4A9191-3DD7-AC37-F36B-E1E28893FC53}"/>
          </ac:picMkLst>
        </pc:picChg>
      </pc:sldChg>
      <pc:sldChg chg="delSp modSp add mod">
        <pc:chgData name="Errol Francke" userId="1baf5052-8130-4f07-8591-895c85ed967e" providerId="ADAL" clId="{2770844B-FD3E-5261-B270-BCCC5ACA5C5D}" dt="2026-05-04T06:26:29.160" v="966" actId="478"/>
        <pc:sldMkLst>
          <pc:docMk/>
          <pc:sldMk cId="2231998657" sldId="283"/>
        </pc:sldMkLst>
        <pc:spChg chg="del">
          <ac:chgData name="Errol Francke" userId="1baf5052-8130-4f07-8591-895c85ed967e" providerId="ADAL" clId="{2770844B-FD3E-5261-B270-BCCC5ACA5C5D}" dt="2026-05-04T06:26:26.337" v="965" actId="478"/>
          <ac:spMkLst>
            <pc:docMk/>
            <pc:sldMk cId="2231998657" sldId="283"/>
            <ac:spMk id="2" creationId="{0A198BF7-51AD-25FF-982F-8A58BC45CC54}"/>
          </ac:spMkLst>
        </pc:spChg>
        <pc:spChg chg="mod">
          <ac:chgData name="Errol Francke" userId="1baf5052-8130-4f07-8591-895c85ed967e" providerId="ADAL" clId="{2770844B-FD3E-5261-B270-BCCC5ACA5C5D}" dt="2026-05-03T14:15:16.476" v="277"/>
          <ac:spMkLst>
            <pc:docMk/>
            <pc:sldMk cId="2231998657" sldId="283"/>
            <ac:spMk id="8" creationId="{DF63AA4A-4905-320F-D4F6-4A7EB754BE48}"/>
          </ac:spMkLst>
        </pc:spChg>
        <pc:spChg chg="mod">
          <ac:chgData name="Errol Francke" userId="1baf5052-8130-4f07-8591-895c85ed967e" providerId="ADAL" clId="{2770844B-FD3E-5261-B270-BCCC5ACA5C5D}" dt="2026-05-03T14:15:50.354" v="280"/>
          <ac:spMkLst>
            <pc:docMk/>
            <pc:sldMk cId="2231998657" sldId="283"/>
            <ac:spMk id="12" creationId="{74B00B2A-EF3E-E9FF-ED6B-A7DD53B3BB96}"/>
          </ac:spMkLst>
        </pc:spChg>
        <pc:spChg chg="mod">
          <ac:chgData name="Errol Francke" userId="1baf5052-8130-4f07-8591-895c85ed967e" providerId="ADAL" clId="{2770844B-FD3E-5261-B270-BCCC5ACA5C5D}" dt="2026-05-03T14:16:48.261" v="284"/>
          <ac:spMkLst>
            <pc:docMk/>
            <pc:sldMk cId="2231998657" sldId="283"/>
            <ac:spMk id="16" creationId="{FDEB838C-7DF1-8572-E667-2D04F26A9B49}"/>
          </ac:spMkLst>
        </pc:spChg>
        <pc:spChg chg="mod">
          <ac:chgData name="Errol Francke" userId="1baf5052-8130-4f07-8591-895c85ed967e" providerId="ADAL" clId="{2770844B-FD3E-5261-B270-BCCC5ACA5C5D}" dt="2026-05-03T14:17:55.143" v="288"/>
          <ac:spMkLst>
            <pc:docMk/>
            <pc:sldMk cId="2231998657" sldId="283"/>
            <ac:spMk id="20" creationId="{13675EB9-704B-328B-DD57-F640FCE7F234}"/>
          </ac:spMkLst>
        </pc:spChg>
        <pc:picChg chg="del">
          <ac:chgData name="Errol Francke" userId="1baf5052-8130-4f07-8591-895c85ed967e" providerId="ADAL" clId="{2770844B-FD3E-5261-B270-BCCC5ACA5C5D}" dt="2026-05-04T06:26:29.160" v="966" actId="478"/>
          <ac:picMkLst>
            <pc:docMk/>
            <pc:sldMk cId="2231998657" sldId="283"/>
            <ac:picMk id="3" creationId="{1B6A4CE9-E86A-9930-A46A-3FC697B2818F}"/>
          </ac:picMkLst>
        </pc:picChg>
      </pc:sldChg>
      <pc:sldChg chg="addSp delSp modSp add mod">
        <pc:chgData name="Errol Francke" userId="1baf5052-8130-4f07-8591-895c85ed967e" providerId="ADAL" clId="{2770844B-FD3E-5261-B270-BCCC5ACA5C5D}" dt="2026-05-04T10:04:38.146" v="1354"/>
        <pc:sldMkLst>
          <pc:docMk/>
          <pc:sldMk cId="2792049736" sldId="284"/>
        </pc:sldMkLst>
        <pc:spChg chg="del mod">
          <ac:chgData name="Errol Francke" userId="1baf5052-8130-4f07-8591-895c85ed967e" providerId="ADAL" clId="{2770844B-FD3E-5261-B270-BCCC5ACA5C5D}" dt="2026-05-04T05:11:45.983" v="507" actId="478"/>
          <ac:spMkLst>
            <pc:docMk/>
            <pc:sldMk cId="2792049736" sldId="284"/>
            <ac:spMk id="2" creationId="{9C9F5E14-5BDE-A182-19AE-2049E78E3BCB}"/>
          </ac:spMkLst>
        </pc:spChg>
        <pc:spChg chg="add del mod">
          <ac:chgData name="Errol Francke" userId="1baf5052-8130-4f07-8591-895c85ed967e" providerId="ADAL" clId="{2770844B-FD3E-5261-B270-BCCC5ACA5C5D}" dt="2026-05-04T10:04:38.146" v="1354"/>
          <ac:spMkLst>
            <pc:docMk/>
            <pc:sldMk cId="2792049736" sldId="284"/>
            <ac:spMk id="22" creationId="{AB628644-AE29-6221-C586-3388F0C43661}"/>
          </ac:spMkLst>
        </pc:spChg>
      </pc:sldChg>
      <pc:sldChg chg="delSp modSp add mod">
        <pc:chgData name="Errol Francke" userId="1baf5052-8130-4f07-8591-895c85ed967e" providerId="ADAL" clId="{2770844B-FD3E-5261-B270-BCCC5ACA5C5D}" dt="2026-05-04T10:11:10.848" v="1383" actId="478"/>
        <pc:sldMkLst>
          <pc:docMk/>
          <pc:sldMk cId="4065793444" sldId="285"/>
        </pc:sldMkLst>
        <pc:spChg chg="del">
          <ac:chgData name="Errol Francke" userId="1baf5052-8130-4f07-8591-895c85ed967e" providerId="ADAL" clId="{2770844B-FD3E-5261-B270-BCCC5ACA5C5D}" dt="2026-05-04T06:00:41.654" v="822" actId="478"/>
          <ac:spMkLst>
            <pc:docMk/>
            <pc:sldMk cId="4065793444" sldId="285"/>
            <ac:spMk id="2" creationId="{3D67BB61-A831-B5B9-6FD0-7E23CE3B0D56}"/>
          </ac:spMkLst>
        </pc:spChg>
        <pc:spChg chg="mod">
          <ac:chgData name="Errol Francke" userId="1baf5052-8130-4f07-8591-895c85ed967e" providerId="ADAL" clId="{2770844B-FD3E-5261-B270-BCCC5ACA5C5D}" dt="2026-05-04T06:00:49.279" v="823" actId="14100"/>
          <ac:spMkLst>
            <pc:docMk/>
            <pc:sldMk cId="4065793444" sldId="285"/>
            <ac:spMk id="9" creationId="{5D15D6A7-A1F1-BB3E-7E1C-2340B53C3B38}"/>
          </ac:spMkLst>
        </pc:spChg>
        <pc:spChg chg="mod">
          <ac:chgData name="Errol Francke" userId="1baf5052-8130-4f07-8591-895c85ed967e" providerId="ADAL" clId="{2770844B-FD3E-5261-B270-BCCC5ACA5C5D}" dt="2026-05-04T06:02:24.046" v="854" actId="20577"/>
          <ac:spMkLst>
            <pc:docMk/>
            <pc:sldMk cId="4065793444" sldId="285"/>
            <ac:spMk id="12" creationId="{D8CC94B2-93E5-39D1-3BF9-25D76EA98DD2}"/>
          </ac:spMkLst>
        </pc:spChg>
        <pc:spChg chg="mod">
          <ac:chgData name="Errol Francke" userId="1baf5052-8130-4f07-8591-895c85ed967e" providerId="ADAL" clId="{2770844B-FD3E-5261-B270-BCCC5ACA5C5D}" dt="2026-05-04T06:00:49.279" v="823" actId="14100"/>
          <ac:spMkLst>
            <pc:docMk/>
            <pc:sldMk cId="4065793444" sldId="285"/>
            <ac:spMk id="13" creationId="{4244271A-5F2C-BDC4-3465-6C7351B45E81}"/>
          </ac:spMkLst>
        </pc:spChg>
        <pc:spChg chg="mod">
          <ac:chgData name="Errol Francke" userId="1baf5052-8130-4f07-8591-895c85ed967e" providerId="ADAL" clId="{2770844B-FD3E-5261-B270-BCCC5ACA5C5D}" dt="2026-05-04T06:02:14.805" v="853" actId="20577"/>
          <ac:spMkLst>
            <pc:docMk/>
            <pc:sldMk cId="4065793444" sldId="285"/>
            <ac:spMk id="16" creationId="{247CE740-6EAA-B4A6-DB2A-FE6D8BAFE55C}"/>
          </ac:spMkLst>
        </pc:spChg>
        <pc:picChg chg="del mod">
          <ac:chgData name="Errol Francke" userId="1baf5052-8130-4f07-8591-895c85ed967e" providerId="ADAL" clId="{2770844B-FD3E-5261-B270-BCCC5ACA5C5D}" dt="2026-05-04T10:11:10.848" v="1383" actId="478"/>
          <ac:picMkLst>
            <pc:docMk/>
            <pc:sldMk cId="4065793444" sldId="285"/>
            <ac:picMk id="3" creationId="{CAAF55D1-297E-4123-F9E7-0C0A2723AE92}"/>
          </ac:picMkLst>
        </pc:picChg>
      </pc:sldChg>
      <pc:sldChg chg="addSp delSp modSp new mod">
        <pc:chgData name="Errol Francke" userId="1baf5052-8130-4f07-8591-895c85ed967e" providerId="ADAL" clId="{2770844B-FD3E-5261-B270-BCCC5ACA5C5D}" dt="2026-05-04T09:38:23.155" v="1302" actId="6549"/>
        <pc:sldMkLst>
          <pc:docMk/>
          <pc:sldMk cId="383857231" sldId="286"/>
        </pc:sldMkLst>
        <pc:spChg chg="add del mod">
          <ac:chgData name="Errol Francke" userId="1baf5052-8130-4f07-8591-895c85ed967e" providerId="ADAL" clId="{2770844B-FD3E-5261-B270-BCCC5ACA5C5D}" dt="2026-05-04T07:47:56.716" v="1049" actId="26606"/>
          <ac:spMkLst>
            <pc:docMk/>
            <pc:sldMk cId="383857231" sldId="286"/>
            <ac:spMk id="3" creationId="{8E9892FA-52ED-D420-47FD-D8FC895F431D}"/>
          </ac:spMkLst>
        </pc:spChg>
        <pc:spChg chg="add del mod">
          <ac:chgData name="Errol Francke" userId="1baf5052-8130-4f07-8591-895c85ed967e" providerId="ADAL" clId="{2770844B-FD3E-5261-B270-BCCC5ACA5C5D}" dt="2026-05-04T07:48:39.378" v="1058"/>
          <ac:spMkLst>
            <pc:docMk/>
            <pc:sldMk cId="383857231" sldId="286"/>
            <ac:spMk id="4" creationId="{EC25945C-99F0-D85A-2560-0904AF96F738}"/>
          </ac:spMkLst>
        </pc:spChg>
        <pc:spChg chg="add mod">
          <ac:chgData name="Errol Francke" userId="1baf5052-8130-4f07-8591-895c85ed967e" providerId="ADAL" clId="{2770844B-FD3E-5261-B270-BCCC5ACA5C5D}" dt="2026-05-04T09:38:23.155" v="1302" actId="6549"/>
          <ac:spMkLst>
            <pc:docMk/>
            <pc:sldMk cId="383857231" sldId="286"/>
            <ac:spMk id="6" creationId="{AAD13313-78C6-EA4E-7C30-67BE2771A287}"/>
          </ac:spMkLst>
        </pc:spChg>
        <pc:spChg chg="add mod">
          <ac:chgData name="Errol Francke" userId="1baf5052-8130-4f07-8591-895c85ed967e" providerId="ADAL" clId="{2770844B-FD3E-5261-B270-BCCC5ACA5C5D}" dt="2026-05-04T07:50:37.307" v="1071" actId="255"/>
          <ac:spMkLst>
            <pc:docMk/>
            <pc:sldMk cId="383857231" sldId="286"/>
            <ac:spMk id="8" creationId="{989CC175-75BC-CE5F-48D1-77F2A0B24427}"/>
          </ac:spMkLst>
        </pc:spChg>
        <pc:graphicFrameChg chg="add del mod">
          <ac:chgData name="Errol Francke" userId="1baf5052-8130-4f07-8591-895c85ed967e" providerId="ADAL" clId="{2770844B-FD3E-5261-B270-BCCC5ACA5C5D}" dt="2026-05-04T07:50:12.981" v="1067" actId="478"/>
          <ac:graphicFrameMkLst>
            <pc:docMk/>
            <pc:sldMk cId="383857231" sldId="286"/>
            <ac:graphicFrameMk id="1028" creationId="{AEF73234-C062-F87F-8186-A6534E88C709}"/>
          </ac:graphicFrameMkLst>
        </pc:graphicFrameChg>
        <pc:picChg chg="add mod">
          <ac:chgData name="Errol Francke" userId="1baf5052-8130-4f07-8591-895c85ed967e" providerId="ADAL" clId="{2770844B-FD3E-5261-B270-BCCC5ACA5C5D}" dt="2026-05-04T07:47:41.192" v="1048" actId="1076"/>
          <ac:picMkLst>
            <pc:docMk/>
            <pc:sldMk cId="383857231" sldId="286"/>
            <ac:picMk id="1026" creationId="{23414994-999B-1C49-2844-D6BBF2ACEEAD}"/>
          </ac:picMkLst>
        </pc:picChg>
      </pc:sldChg>
      <pc:sldChg chg="addSp delSp modSp new mod">
        <pc:chgData name="Errol Francke" userId="1baf5052-8130-4f07-8591-895c85ed967e" providerId="ADAL" clId="{2770844B-FD3E-5261-B270-BCCC5ACA5C5D}" dt="2026-05-04T08:18:36.717" v="1213" actId="1037"/>
        <pc:sldMkLst>
          <pc:docMk/>
          <pc:sldMk cId="2196487817" sldId="287"/>
        </pc:sldMkLst>
        <pc:spChg chg="add del mod">
          <ac:chgData name="Errol Francke" userId="1baf5052-8130-4f07-8591-895c85ed967e" providerId="ADAL" clId="{2770844B-FD3E-5261-B270-BCCC5ACA5C5D}" dt="2026-05-04T08:15:36.891" v="1167" actId="26606"/>
          <ac:spMkLst>
            <pc:docMk/>
            <pc:sldMk cId="2196487817" sldId="287"/>
            <ac:spMk id="3" creationId="{6B5FD5B6-84CE-447B-AD89-F28770EBEFC6}"/>
          </ac:spMkLst>
        </pc:spChg>
        <pc:graphicFrameChg chg="add mod">
          <ac:chgData name="Errol Francke" userId="1baf5052-8130-4f07-8591-895c85ed967e" providerId="ADAL" clId="{2770844B-FD3E-5261-B270-BCCC5ACA5C5D}" dt="2026-05-04T08:18:36.717" v="1213" actId="1037"/>
          <ac:graphicFrameMkLst>
            <pc:docMk/>
            <pc:sldMk cId="2196487817" sldId="287"/>
            <ac:graphicFrameMk id="2052" creationId="{5D0E53C2-94C4-AF10-2638-904F5CE5F026}"/>
          </ac:graphicFrameMkLst>
        </pc:graphicFrameChg>
        <pc:picChg chg="add mod">
          <ac:chgData name="Errol Francke" userId="1baf5052-8130-4f07-8591-895c85ed967e" providerId="ADAL" clId="{2770844B-FD3E-5261-B270-BCCC5ACA5C5D}" dt="2026-05-04T08:18:24.236" v="1199" actId="14100"/>
          <ac:picMkLst>
            <pc:docMk/>
            <pc:sldMk cId="2196487817" sldId="287"/>
            <ac:picMk id="2050" creationId="{C53F19A5-D802-CADE-4B3F-C9A238A79383}"/>
          </ac:picMkLst>
        </pc:picChg>
      </pc:sldChg>
      <pc:sldChg chg="add del">
        <pc:chgData name="Errol Francke" userId="1baf5052-8130-4f07-8591-895c85ed967e" providerId="ADAL" clId="{2770844B-FD3E-5261-B270-BCCC5ACA5C5D}" dt="2026-05-04T08:41:37.562" v="1215" actId="2696"/>
        <pc:sldMkLst>
          <pc:docMk/>
          <pc:sldMk cId="73997271" sldId="288"/>
        </pc:sldMkLst>
      </pc:sldChg>
      <pc:sldChg chg="addSp delSp modSp new mod setBg">
        <pc:chgData name="Errol Francke" userId="1baf5052-8130-4f07-8591-895c85ed967e" providerId="ADAL" clId="{2770844B-FD3E-5261-B270-BCCC5ACA5C5D}" dt="2026-05-04T08:53:15.854" v="1275" actId="2085"/>
        <pc:sldMkLst>
          <pc:docMk/>
          <pc:sldMk cId="2014155153" sldId="288"/>
        </pc:sldMkLst>
        <pc:spChg chg="add mod">
          <ac:chgData name="Errol Francke" userId="1baf5052-8130-4f07-8591-895c85ed967e" providerId="ADAL" clId="{2770844B-FD3E-5261-B270-BCCC5ACA5C5D}" dt="2026-05-04T08:53:15.854" v="1275" actId="2085"/>
          <ac:spMkLst>
            <pc:docMk/>
            <pc:sldMk cId="2014155153" sldId="288"/>
            <ac:spMk id="2" creationId="{1B9CB7DD-4097-EA08-2D47-BDBA20A89251}"/>
          </ac:spMkLst>
        </pc:spChg>
        <pc:spChg chg="add del">
          <ac:chgData name="Errol Francke" userId="1baf5052-8130-4f07-8591-895c85ed967e" providerId="ADAL" clId="{2770844B-FD3E-5261-B270-BCCC5ACA5C5D}" dt="2026-05-04T08:41:57.285" v="1219" actId="26606"/>
          <ac:spMkLst>
            <pc:docMk/>
            <pc:sldMk cId="2014155153" sldId="288"/>
            <ac:spMk id="3079" creationId="{42A4FC2C-047E-45A5-965D-8E1E3BF09BC6}"/>
          </ac:spMkLst>
        </pc:spChg>
        <pc:spChg chg="add">
          <ac:chgData name="Errol Francke" userId="1baf5052-8130-4f07-8591-895c85ed967e" providerId="ADAL" clId="{2770844B-FD3E-5261-B270-BCCC5ACA5C5D}" dt="2026-05-04T08:41:57.312" v="1220" actId="26606"/>
          <ac:spMkLst>
            <pc:docMk/>
            <pc:sldMk cId="2014155153" sldId="288"/>
            <ac:spMk id="3081" creationId="{CB44330D-EA18-4254-AA95-EB49948539B8}"/>
          </ac:spMkLst>
        </pc:spChg>
        <pc:spChg chg="add">
          <ac:chgData name="Errol Francke" userId="1baf5052-8130-4f07-8591-895c85ed967e" providerId="ADAL" clId="{2770844B-FD3E-5261-B270-BCCC5ACA5C5D}" dt="2026-05-04T08:41:57.312" v="1220" actId="26606"/>
          <ac:spMkLst>
            <pc:docMk/>
            <pc:sldMk cId="2014155153" sldId="288"/>
            <ac:spMk id="3082" creationId="{32BC26D8-82FB-445E-AA49-62A77D7C1EE0}"/>
          </ac:spMkLst>
        </pc:spChg>
        <pc:picChg chg="add mod">
          <ac:chgData name="Errol Francke" userId="1baf5052-8130-4f07-8591-895c85ed967e" providerId="ADAL" clId="{2770844B-FD3E-5261-B270-BCCC5ACA5C5D}" dt="2026-05-04T08:41:57.312" v="1220" actId="26606"/>
          <ac:picMkLst>
            <pc:docMk/>
            <pc:sldMk cId="2014155153" sldId="288"/>
            <ac:picMk id="3074" creationId="{46348E35-E295-68CF-2006-41DC5EA7E3F0}"/>
          </ac:picMkLst>
        </pc:picChg>
      </pc:sldChg>
      <pc:sldChg chg="delSp modSp add mod modAnim">
        <pc:chgData name="Errol Francke" userId="1baf5052-8130-4f07-8591-895c85ed967e" providerId="ADAL" clId="{2770844B-FD3E-5261-B270-BCCC5ACA5C5D}" dt="2026-05-04T08:51:44.501" v="1271"/>
        <pc:sldMkLst>
          <pc:docMk/>
          <pc:sldMk cId="3255870728" sldId="289"/>
        </pc:sldMkLst>
        <pc:spChg chg="mod topLvl">
          <ac:chgData name="Errol Francke" userId="1baf5052-8130-4f07-8591-895c85ed967e" providerId="ADAL" clId="{2770844B-FD3E-5261-B270-BCCC5ACA5C5D}" dt="2026-05-04T08:50:34.809" v="1264" actId="165"/>
          <ac:spMkLst>
            <pc:docMk/>
            <pc:sldMk cId="3255870728" sldId="289"/>
            <ac:spMk id="3" creationId="{D2E00193-A0DF-439A-0711-96174F90971A}"/>
          </ac:spMkLst>
        </pc:spChg>
        <pc:spChg chg="mod">
          <ac:chgData name="Errol Francke" userId="1baf5052-8130-4f07-8591-895c85ed967e" providerId="ADAL" clId="{2770844B-FD3E-5261-B270-BCCC5ACA5C5D}" dt="2026-05-04T08:46:00.190" v="1244" actId="20577"/>
          <ac:spMkLst>
            <pc:docMk/>
            <pc:sldMk cId="3255870728" sldId="289"/>
            <ac:spMk id="8" creationId="{4E572854-4681-E5FD-8188-048606166FA6}"/>
          </ac:spMkLst>
        </pc:spChg>
        <pc:spChg chg="mod topLvl">
          <ac:chgData name="Errol Francke" userId="1baf5052-8130-4f07-8591-895c85ed967e" providerId="ADAL" clId="{2770844B-FD3E-5261-B270-BCCC5ACA5C5D}" dt="2026-05-04T08:50:34.809" v="1264" actId="165"/>
          <ac:spMkLst>
            <pc:docMk/>
            <pc:sldMk cId="3255870728" sldId="289"/>
            <ac:spMk id="10" creationId="{937E6699-4463-6D8F-1735-06B06D4F19C0}"/>
          </ac:spMkLst>
        </pc:spChg>
        <pc:spChg chg="mod topLvl">
          <ac:chgData name="Errol Francke" userId="1baf5052-8130-4f07-8591-895c85ed967e" providerId="ADAL" clId="{2770844B-FD3E-5261-B270-BCCC5ACA5C5D}" dt="2026-05-04T08:50:34.809" v="1264" actId="165"/>
          <ac:spMkLst>
            <pc:docMk/>
            <pc:sldMk cId="3255870728" sldId="289"/>
            <ac:spMk id="11" creationId="{C98A6BC9-E09D-85C8-8ACB-26AFFF2B2343}"/>
          </ac:spMkLst>
        </pc:spChg>
        <pc:spChg chg="mod topLvl">
          <ac:chgData name="Errol Francke" userId="1baf5052-8130-4f07-8591-895c85ed967e" providerId="ADAL" clId="{2770844B-FD3E-5261-B270-BCCC5ACA5C5D}" dt="2026-05-04T08:50:34.809" v="1264" actId="165"/>
          <ac:spMkLst>
            <pc:docMk/>
            <pc:sldMk cId="3255870728" sldId="289"/>
            <ac:spMk id="12" creationId="{D9670C46-064C-DFCE-3C80-7DBD865CE6F3}"/>
          </ac:spMkLst>
        </pc:spChg>
        <pc:spChg chg="mod topLvl">
          <ac:chgData name="Errol Francke" userId="1baf5052-8130-4f07-8591-895c85ed967e" providerId="ADAL" clId="{2770844B-FD3E-5261-B270-BCCC5ACA5C5D}" dt="2026-05-04T08:50:34.809" v="1264" actId="165"/>
          <ac:spMkLst>
            <pc:docMk/>
            <pc:sldMk cId="3255870728" sldId="289"/>
            <ac:spMk id="13" creationId="{88EF0436-CE8D-C5F7-5985-C0AD6C542024}"/>
          </ac:spMkLst>
        </pc:spChg>
        <pc:spChg chg="mod topLvl">
          <ac:chgData name="Errol Francke" userId="1baf5052-8130-4f07-8591-895c85ed967e" providerId="ADAL" clId="{2770844B-FD3E-5261-B270-BCCC5ACA5C5D}" dt="2026-05-04T08:50:34.809" v="1264" actId="165"/>
          <ac:spMkLst>
            <pc:docMk/>
            <pc:sldMk cId="3255870728" sldId="289"/>
            <ac:spMk id="14" creationId="{AAD9CBF1-D8BD-07FD-E24A-5FAC69311CFD}"/>
          </ac:spMkLst>
        </pc:spChg>
        <pc:spChg chg="mod topLvl">
          <ac:chgData name="Errol Francke" userId="1baf5052-8130-4f07-8591-895c85ed967e" providerId="ADAL" clId="{2770844B-FD3E-5261-B270-BCCC5ACA5C5D}" dt="2026-05-04T08:50:34.809" v="1264" actId="165"/>
          <ac:spMkLst>
            <pc:docMk/>
            <pc:sldMk cId="3255870728" sldId="289"/>
            <ac:spMk id="15" creationId="{B43FA6A7-2256-37D1-C03F-2A360B78BEC2}"/>
          </ac:spMkLst>
        </pc:spChg>
        <pc:spChg chg="mod topLvl">
          <ac:chgData name="Errol Francke" userId="1baf5052-8130-4f07-8591-895c85ed967e" providerId="ADAL" clId="{2770844B-FD3E-5261-B270-BCCC5ACA5C5D}" dt="2026-05-04T08:50:34.809" v="1264" actId="165"/>
          <ac:spMkLst>
            <pc:docMk/>
            <pc:sldMk cId="3255870728" sldId="289"/>
            <ac:spMk id="16" creationId="{AFAE3C20-F27D-CA8A-2710-DC4CFB9A7FF8}"/>
          </ac:spMkLst>
        </pc:spChg>
        <pc:spChg chg="mod topLvl">
          <ac:chgData name="Errol Francke" userId="1baf5052-8130-4f07-8591-895c85ed967e" providerId="ADAL" clId="{2770844B-FD3E-5261-B270-BCCC5ACA5C5D}" dt="2026-05-04T08:50:34.809" v="1264" actId="165"/>
          <ac:spMkLst>
            <pc:docMk/>
            <pc:sldMk cId="3255870728" sldId="289"/>
            <ac:spMk id="17" creationId="{921DCD64-4682-13B2-690E-0CE90F9EA36D}"/>
          </ac:spMkLst>
        </pc:spChg>
        <pc:spChg chg="mod topLvl">
          <ac:chgData name="Errol Francke" userId="1baf5052-8130-4f07-8591-895c85ed967e" providerId="ADAL" clId="{2770844B-FD3E-5261-B270-BCCC5ACA5C5D}" dt="2026-05-04T08:50:34.809" v="1264" actId="165"/>
          <ac:spMkLst>
            <pc:docMk/>
            <pc:sldMk cId="3255870728" sldId="289"/>
            <ac:spMk id="21" creationId="{2B08705E-B7CF-56A2-9786-DBF67B1E6418}"/>
          </ac:spMkLst>
        </pc:spChg>
        <pc:graphicFrameChg chg="mod">
          <ac:chgData name="Errol Francke" userId="1baf5052-8130-4f07-8591-895c85ed967e" providerId="ADAL" clId="{2770844B-FD3E-5261-B270-BCCC5ACA5C5D}" dt="2026-05-04T08:46:30.747" v="1254" actId="1037"/>
          <ac:graphicFrameMkLst>
            <pc:docMk/>
            <pc:sldMk cId="3255870728" sldId="289"/>
            <ac:graphicFrameMk id="37" creationId="{F2B4EF41-E6F0-AEF3-67E9-EADD575A614D}"/>
          </ac:graphicFrameMkLst>
        </pc:graphicFrameChg>
      </pc:sldChg>
      <pc:sldChg chg="modSp add mod">
        <pc:chgData name="Errol Francke" userId="1baf5052-8130-4f07-8591-895c85ed967e" providerId="ADAL" clId="{2770844B-FD3E-5261-B270-BCCC5ACA5C5D}" dt="2026-05-04T08:57:52.863" v="1277" actId="14100"/>
        <pc:sldMkLst>
          <pc:docMk/>
          <pc:sldMk cId="2486679613" sldId="290"/>
        </pc:sldMkLst>
        <pc:spChg chg="mod">
          <ac:chgData name="Errol Francke" userId="1baf5052-8130-4f07-8591-895c85ed967e" providerId="ADAL" clId="{2770844B-FD3E-5261-B270-BCCC5ACA5C5D}" dt="2026-05-04T08:57:52.863" v="1277" actId="14100"/>
          <ac:spMkLst>
            <pc:docMk/>
            <pc:sldMk cId="2486679613" sldId="290"/>
            <ac:spMk id="2" creationId="{206F8B1F-E44F-B236-CC25-35F9B5B40B9F}"/>
          </ac:spMkLst>
        </pc:spChg>
      </pc:sldChg>
      <pc:sldChg chg="modSp add mod">
        <pc:chgData name="Errol Francke" userId="1baf5052-8130-4f07-8591-895c85ed967e" providerId="ADAL" clId="{2770844B-FD3E-5261-B270-BCCC5ACA5C5D}" dt="2026-05-04T08:58:08.599" v="1279" actId="14100"/>
        <pc:sldMkLst>
          <pc:docMk/>
          <pc:sldMk cId="3143954569" sldId="291"/>
        </pc:sldMkLst>
        <pc:spChg chg="mod">
          <ac:chgData name="Errol Francke" userId="1baf5052-8130-4f07-8591-895c85ed967e" providerId="ADAL" clId="{2770844B-FD3E-5261-B270-BCCC5ACA5C5D}" dt="2026-05-04T08:58:08.599" v="1279" actId="14100"/>
          <ac:spMkLst>
            <pc:docMk/>
            <pc:sldMk cId="3143954569" sldId="291"/>
            <ac:spMk id="2" creationId="{061AED0F-2117-0BEA-66CF-A92ED07FEBE4}"/>
          </ac:spMkLst>
        </pc:spChg>
      </pc:sldChg>
      <pc:sldChg chg="modSp add mod">
        <pc:chgData name="Errol Francke" userId="1baf5052-8130-4f07-8591-895c85ed967e" providerId="ADAL" clId="{2770844B-FD3E-5261-B270-BCCC5ACA5C5D}" dt="2026-05-04T08:58:18.767" v="1281" actId="14100"/>
        <pc:sldMkLst>
          <pc:docMk/>
          <pc:sldMk cId="130888064" sldId="292"/>
        </pc:sldMkLst>
        <pc:spChg chg="mod">
          <ac:chgData name="Errol Francke" userId="1baf5052-8130-4f07-8591-895c85ed967e" providerId="ADAL" clId="{2770844B-FD3E-5261-B270-BCCC5ACA5C5D}" dt="2026-05-04T08:58:18.767" v="1281" actId="14100"/>
          <ac:spMkLst>
            <pc:docMk/>
            <pc:sldMk cId="130888064" sldId="292"/>
            <ac:spMk id="2" creationId="{5154342F-B161-DA77-4587-E46133095E78}"/>
          </ac:spMkLst>
        </pc:spChg>
      </pc:sldChg>
      <pc:sldChg chg="modSp add mod">
        <pc:chgData name="Errol Francke" userId="1baf5052-8130-4f07-8591-895c85ed967e" providerId="ADAL" clId="{2770844B-FD3E-5261-B270-BCCC5ACA5C5D}" dt="2026-05-04T08:58:30.637" v="1283" actId="14100"/>
        <pc:sldMkLst>
          <pc:docMk/>
          <pc:sldMk cId="2859947668" sldId="293"/>
        </pc:sldMkLst>
        <pc:spChg chg="mod">
          <ac:chgData name="Errol Francke" userId="1baf5052-8130-4f07-8591-895c85ed967e" providerId="ADAL" clId="{2770844B-FD3E-5261-B270-BCCC5ACA5C5D}" dt="2026-05-04T08:58:30.637" v="1283" actId="14100"/>
          <ac:spMkLst>
            <pc:docMk/>
            <pc:sldMk cId="2859947668" sldId="293"/>
            <ac:spMk id="2" creationId="{135C226F-D214-4A23-6CF6-9E64ED9FFDA8}"/>
          </ac:spMkLst>
        </pc:spChg>
      </pc:sldChg>
      <pc:sldChg chg="modSp add mod">
        <pc:chgData name="Errol Francke" userId="1baf5052-8130-4f07-8591-895c85ed967e" providerId="ADAL" clId="{2770844B-FD3E-5261-B270-BCCC5ACA5C5D}" dt="2026-05-04T08:58:46.056" v="1285" actId="14100"/>
        <pc:sldMkLst>
          <pc:docMk/>
          <pc:sldMk cId="3842216119" sldId="294"/>
        </pc:sldMkLst>
        <pc:spChg chg="mod">
          <ac:chgData name="Errol Francke" userId="1baf5052-8130-4f07-8591-895c85ed967e" providerId="ADAL" clId="{2770844B-FD3E-5261-B270-BCCC5ACA5C5D}" dt="2026-05-04T08:58:46.056" v="1285" actId="14100"/>
          <ac:spMkLst>
            <pc:docMk/>
            <pc:sldMk cId="3842216119" sldId="294"/>
            <ac:spMk id="2" creationId="{2323F444-9E2B-7B17-9D5F-922A44BEE9D6}"/>
          </ac:spMkLst>
        </pc:spChg>
      </pc:sldChg>
      <pc:sldChg chg="delSp add mod">
        <pc:chgData name="Errol Francke" userId="1baf5052-8130-4f07-8591-895c85ed967e" providerId="ADAL" clId="{2770844B-FD3E-5261-B270-BCCC5ACA5C5D}" dt="2026-05-04T08:58:54.894" v="1287" actId="478"/>
        <pc:sldMkLst>
          <pc:docMk/>
          <pc:sldMk cId="3557551335" sldId="295"/>
        </pc:sldMkLst>
        <pc:spChg chg="del">
          <ac:chgData name="Errol Francke" userId="1baf5052-8130-4f07-8591-895c85ed967e" providerId="ADAL" clId="{2770844B-FD3E-5261-B270-BCCC5ACA5C5D}" dt="2026-05-04T08:58:54.894" v="1287" actId="478"/>
          <ac:spMkLst>
            <pc:docMk/>
            <pc:sldMk cId="3557551335" sldId="295"/>
            <ac:spMk id="2" creationId="{B192294B-AA46-7D00-151E-FB3803BEC6B4}"/>
          </ac:spMkLst>
        </pc:spChg>
      </pc:sldChg>
      <pc:sldChg chg="addSp modSp new mod">
        <pc:chgData name="Errol Francke" userId="1baf5052-8130-4f07-8591-895c85ed967e" providerId="ADAL" clId="{2770844B-FD3E-5261-B270-BCCC5ACA5C5D}" dt="2026-05-04T10:06:28.661" v="1375" actId="1076"/>
        <pc:sldMkLst>
          <pc:docMk/>
          <pc:sldMk cId="2185525683" sldId="296"/>
        </pc:sldMkLst>
        <pc:spChg chg="add mod">
          <ac:chgData name="Errol Francke" userId="1baf5052-8130-4f07-8591-895c85ed967e" providerId="ADAL" clId="{2770844B-FD3E-5261-B270-BCCC5ACA5C5D}" dt="2026-05-04T10:06:18.847" v="1373" actId="1076"/>
          <ac:spMkLst>
            <pc:docMk/>
            <pc:sldMk cId="2185525683" sldId="296"/>
            <ac:spMk id="3" creationId="{38259B16-4505-8EA5-9F79-7160845D5C3A}"/>
          </ac:spMkLst>
        </pc:spChg>
        <pc:picChg chg="add mod">
          <ac:chgData name="Errol Francke" userId="1baf5052-8130-4f07-8591-895c85ed967e" providerId="ADAL" clId="{2770844B-FD3E-5261-B270-BCCC5ACA5C5D}" dt="2026-05-04T10:06:28.661" v="1375" actId="1076"/>
          <ac:picMkLst>
            <pc:docMk/>
            <pc:sldMk cId="2185525683" sldId="296"/>
            <ac:picMk id="5122" creationId="{E542520B-1469-3C06-695B-365AA26C855A}"/>
          </ac:picMkLst>
        </pc:picChg>
      </pc:sldChg>
      <pc:sldChg chg="add">
        <pc:chgData name="Errol Francke" userId="1baf5052-8130-4f07-8591-895c85ed967e" providerId="ADAL" clId="{2770844B-FD3E-5261-B270-BCCC5ACA5C5D}" dt="2026-05-04T14:23:38.218" v="1386" actId="2890"/>
        <pc:sldMkLst>
          <pc:docMk/>
          <pc:sldMk cId="182554628" sldId="297"/>
        </pc:sldMkLst>
      </pc:sldChg>
    </pc:docChg>
  </pc:docChgLst>
  <pc:docChgLst>
    <pc:chgData name="Errol Francke" userId="1baf5052-8130-4f07-8591-895c85ed967e" providerId="ADAL" clId="{5CC828F7-7581-413F-9545-7387B2A59550}"/>
    <pc:docChg chg="undo custSel addSld modSld">
      <pc:chgData name="Errol Francke" userId="1baf5052-8130-4f07-8591-895c85ed967e" providerId="ADAL" clId="{5CC828F7-7581-413F-9545-7387B2A59550}" dt="2026-04-10T10:26:46.128" v="1313" actId="1038"/>
      <pc:docMkLst>
        <pc:docMk/>
      </pc:docMkLst>
      <pc:sldChg chg="modSp mod">
        <pc:chgData name="Errol Francke" userId="1baf5052-8130-4f07-8591-895c85ed967e" providerId="ADAL" clId="{5CC828F7-7581-413F-9545-7387B2A59550}" dt="2026-04-10T08:26:19.762" v="48" actId="255"/>
        <pc:sldMkLst>
          <pc:docMk/>
          <pc:sldMk cId="0" sldId="257"/>
        </pc:sldMkLst>
        <pc:spChg chg="mod">
          <ac:chgData name="Errol Francke" userId="1baf5052-8130-4f07-8591-895c85ed967e" providerId="ADAL" clId="{5CC828F7-7581-413F-9545-7387B2A59550}" dt="2026-04-10T08:26:08.622" v="46" actId="255"/>
          <ac:spMkLst>
            <pc:docMk/>
            <pc:sldMk cId="0" sldId="257"/>
            <ac:spMk id="10" creationId="{00000000-0000-0000-0000-000000000000}"/>
          </ac:spMkLst>
        </pc:spChg>
        <pc:spChg chg="mod">
          <ac:chgData name="Errol Francke" userId="1baf5052-8130-4f07-8591-895c85ed967e" providerId="ADAL" clId="{5CC828F7-7581-413F-9545-7387B2A59550}" dt="2026-04-10T08:26:14.283" v="47" actId="255"/>
          <ac:spMkLst>
            <pc:docMk/>
            <pc:sldMk cId="0" sldId="257"/>
            <ac:spMk id="14" creationId="{00000000-0000-0000-0000-000000000000}"/>
          </ac:spMkLst>
        </pc:spChg>
        <pc:spChg chg="mod">
          <ac:chgData name="Errol Francke" userId="1baf5052-8130-4f07-8591-895c85ed967e" providerId="ADAL" clId="{5CC828F7-7581-413F-9545-7387B2A59550}" dt="2026-04-10T08:26:19.762" v="48" actId="255"/>
          <ac:spMkLst>
            <pc:docMk/>
            <pc:sldMk cId="0" sldId="257"/>
            <ac:spMk id="18" creationId="{00000000-0000-0000-0000-000000000000}"/>
          </ac:spMkLst>
        </pc:spChg>
      </pc:sldChg>
      <pc:sldChg chg="modSp mod">
        <pc:chgData name="Errol Francke" userId="1baf5052-8130-4f07-8591-895c85ed967e" providerId="ADAL" clId="{5CC828F7-7581-413F-9545-7387B2A59550}" dt="2026-04-10T08:26:45.837" v="51" actId="255"/>
        <pc:sldMkLst>
          <pc:docMk/>
          <pc:sldMk cId="0" sldId="258"/>
        </pc:sldMkLst>
        <pc:spChg chg="mod">
          <ac:chgData name="Errol Francke" userId="1baf5052-8130-4f07-8591-895c85ed967e" providerId="ADAL" clId="{5CC828F7-7581-413F-9545-7387B2A59550}" dt="2026-04-10T08:23:12.954" v="41" actId="255"/>
          <ac:spMkLst>
            <pc:docMk/>
            <pc:sldMk cId="0" sldId="258"/>
            <ac:spMk id="8" creationId="{00000000-0000-0000-0000-000000000000}"/>
          </ac:spMkLst>
        </pc:spChg>
        <pc:spChg chg="mod">
          <ac:chgData name="Errol Francke" userId="1baf5052-8130-4f07-8591-895c85ed967e" providerId="ADAL" clId="{5CC828F7-7581-413F-9545-7387B2A59550}" dt="2026-04-10T08:26:33.980" v="49" actId="255"/>
          <ac:spMkLst>
            <pc:docMk/>
            <pc:sldMk cId="0" sldId="258"/>
            <ac:spMk id="10" creationId="{00000000-0000-0000-0000-000000000000}"/>
          </ac:spMkLst>
        </pc:spChg>
        <pc:spChg chg="mod">
          <ac:chgData name="Errol Francke" userId="1baf5052-8130-4f07-8591-895c85ed967e" providerId="ADAL" clId="{5CC828F7-7581-413F-9545-7387B2A59550}" dt="2026-04-10T08:26:39.326" v="50" actId="255"/>
          <ac:spMkLst>
            <pc:docMk/>
            <pc:sldMk cId="0" sldId="258"/>
            <ac:spMk id="14" creationId="{00000000-0000-0000-0000-000000000000}"/>
          </ac:spMkLst>
        </pc:spChg>
        <pc:spChg chg="mod">
          <ac:chgData name="Errol Francke" userId="1baf5052-8130-4f07-8591-895c85ed967e" providerId="ADAL" clId="{5CC828F7-7581-413F-9545-7387B2A59550}" dt="2026-04-10T08:26:45.837" v="51" actId="255"/>
          <ac:spMkLst>
            <pc:docMk/>
            <pc:sldMk cId="0" sldId="258"/>
            <ac:spMk id="18" creationId="{00000000-0000-0000-0000-000000000000}"/>
          </ac:spMkLst>
        </pc:spChg>
      </pc:sldChg>
      <pc:sldChg chg="modSp mod">
        <pc:chgData name="Errol Francke" userId="1baf5052-8130-4f07-8591-895c85ed967e" providerId="ADAL" clId="{5CC828F7-7581-413F-9545-7387B2A59550}" dt="2026-04-10T08:23:22.575" v="42" actId="255"/>
        <pc:sldMkLst>
          <pc:docMk/>
          <pc:sldMk cId="0" sldId="259"/>
        </pc:sldMkLst>
        <pc:spChg chg="mod">
          <ac:chgData name="Errol Francke" userId="1baf5052-8130-4f07-8591-895c85ed967e" providerId="ADAL" clId="{5CC828F7-7581-413F-9545-7387B2A59550}" dt="2026-04-10T08:23:22.575" v="42" actId="255"/>
          <ac:spMkLst>
            <pc:docMk/>
            <pc:sldMk cId="0" sldId="259"/>
            <ac:spMk id="8" creationId="{00000000-0000-0000-0000-000000000000}"/>
          </ac:spMkLst>
        </pc:spChg>
        <pc:spChg chg="mod">
          <ac:chgData name="Errol Francke" userId="1baf5052-8130-4f07-8591-895c85ed967e" providerId="ADAL" clId="{5CC828F7-7581-413F-9545-7387B2A59550}" dt="2026-04-10T08:16:31.823" v="0" actId="255"/>
          <ac:spMkLst>
            <pc:docMk/>
            <pc:sldMk cId="0" sldId="259"/>
            <ac:spMk id="10" creationId="{00000000-0000-0000-0000-000000000000}"/>
          </ac:spMkLst>
        </pc:spChg>
        <pc:spChg chg="mod">
          <ac:chgData name="Errol Francke" userId="1baf5052-8130-4f07-8591-895c85ed967e" providerId="ADAL" clId="{5CC828F7-7581-413F-9545-7387B2A59550}" dt="2026-04-10T08:16:37.306" v="1" actId="255"/>
          <ac:spMkLst>
            <pc:docMk/>
            <pc:sldMk cId="0" sldId="259"/>
            <ac:spMk id="14" creationId="{00000000-0000-0000-0000-000000000000}"/>
          </ac:spMkLst>
        </pc:spChg>
      </pc:sldChg>
      <pc:sldChg chg="modSp mod">
        <pc:chgData name="Errol Francke" userId="1baf5052-8130-4f07-8591-895c85ed967e" providerId="ADAL" clId="{5CC828F7-7581-413F-9545-7387B2A59550}" dt="2026-04-10T08:22:02.145" v="39" actId="1076"/>
        <pc:sldMkLst>
          <pc:docMk/>
          <pc:sldMk cId="0" sldId="260"/>
        </pc:sldMkLst>
        <pc:spChg chg="mod">
          <ac:chgData name="Errol Francke" userId="1baf5052-8130-4f07-8591-895c85ed967e" providerId="ADAL" clId="{5CC828F7-7581-413F-9545-7387B2A59550}" dt="2026-04-10T08:19:04.169" v="4" actId="1076"/>
          <ac:spMkLst>
            <pc:docMk/>
            <pc:sldMk cId="0" sldId="260"/>
            <ac:spMk id="2" creationId="{00000000-0000-0000-0000-000000000000}"/>
          </ac:spMkLst>
        </pc:spChg>
        <pc:spChg chg="mod">
          <ac:chgData name="Errol Francke" userId="1baf5052-8130-4f07-8591-895c85ed967e" providerId="ADAL" clId="{5CC828F7-7581-413F-9545-7387B2A59550}" dt="2026-04-10T08:21:16.972" v="36" actId="20577"/>
          <ac:spMkLst>
            <pc:docMk/>
            <pc:sldMk cId="0" sldId="260"/>
            <ac:spMk id="9" creationId="{00000000-0000-0000-0000-000000000000}"/>
          </ac:spMkLst>
        </pc:spChg>
        <pc:spChg chg="mod">
          <ac:chgData name="Errol Francke" userId="1baf5052-8130-4f07-8591-895c85ed967e" providerId="ADAL" clId="{5CC828F7-7581-413F-9545-7387B2A59550}" dt="2026-04-10T08:19:51.255" v="17" actId="14100"/>
          <ac:spMkLst>
            <pc:docMk/>
            <pc:sldMk cId="0" sldId="260"/>
            <ac:spMk id="10" creationId="{00000000-0000-0000-0000-000000000000}"/>
          </ac:spMkLst>
        </pc:spChg>
        <pc:spChg chg="mod">
          <ac:chgData name="Errol Francke" userId="1baf5052-8130-4f07-8591-895c85ed967e" providerId="ADAL" clId="{5CC828F7-7581-413F-9545-7387B2A59550}" dt="2026-04-10T08:22:02.145" v="39" actId="1076"/>
          <ac:spMkLst>
            <pc:docMk/>
            <pc:sldMk cId="0" sldId="260"/>
            <ac:spMk id="11" creationId="{00000000-0000-0000-0000-000000000000}"/>
          </ac:spMkLst>
        </pc:spChg>
      </pc:sldChg>
      <pc:sldChg chg="modSp mod">
        <pc:chgData name="Errol Francke" userId="1baf5052-8130-4f07-8591-895c85ed967e" providerId="ADAL" clId="{5CC828F7-7581-413F-9545-7387B2A59550}" dt="2026-04-10T08:35:34.809" v="91" actId="113"/>
        <pc:sldMkLst>
          <pc:docMk/>
          <pc:sldMk cId="0" sldId="261"/>
        </pc:sldMkLst>
        <pc:spChg chg="mod">
          <ac:chgData name="Errol Francke" userId="1baf5052-8130-4f07-8591-895c85ed967e" providerId="ADAL" clId="{5CC828F7-7581-413F-9545-7387B2A59550}" dt="2026-04-10T08:35:34.809" v="91" actId="113"/>
          <ac:spMkLst>
            <pc:docMk/>
            <pc:sldMk cId="0" sldId="261"/>
            <ac:spMk id="6" creationId="{00000000-0000-0000-0000-000000000000}"/>
          </ac:spMkLst>
        </pc:spChg>
        <pc:spChg chg="mod">
          <ac:chgData name="Errol Francke" userId="1baf5052-8130-4f07-8591-895c85ed967e" providerId="ADAL" clId="{5CC828F7-7581-413F-9545-7387B2A59550}" dt="2026-04-10T08:23:00.423" v="40" actId="255"/>
          <ac:spMkLst>
            <pc:docMk/>
            <pc:sldMk cId="0" sldId="261"/>
            <ac:spMk id="8" creationId="{00000000-0000-0000-0000-000000000000}"/>
          </ac:spMkLst>
        </pc:spChg>
        <pc:spChg chg="mod">
          <ac:chgData name="Errol Francke" userId="1baf5052-8130-4f07-8591-895c85ed967e" providerId="ADAL" clId="{5CC828F7-7581-413F-9545-7387B2A59550}" dt="2026-04-10T08:25:11.356" v="43" actId="255"/>
          <ac:spMkLst>
            <pc:docMk/>
            <pc:sldMk cId="0" sldId="261"/>
            <ac:spMk id="10" creationId="{00000000-0000-0000-0000-000000000000}"/>
          </ac:spMkLst>
        </pc:spChg>
        <pc:spChg chg="mod">
          <ac:chgData name="Errol Francke" userId="1baf5052-8130-4f07-8591-895c85ed967e" providerId="ADAL" clId="{5CC828F7-7581-413F-9545-7387B2A59550}" dt="2026-04-10T08:25:16.577" v="44" actId="255"/>
          <ac:spMkLst>
            <pc:docMk/>
            <pc:sldMk cId="0" sldId="261"/>
            <ac:spMk id="14" creationId="{00000000-0000-0000-0000-000000000000}"/>
          </ac:spMkLst>
        </pc:spChg>
        <pc:spChg chg="mod">
          <ac:chgData name="Errol Francke" userId="1baf5052-8130-4f07-8591-895c85ed967e" providerId="ADAL" clId="{5CC828F7-7581-413F-9545-7387B2A59550}" dt="2026-04-10T08:25:22.475" v="45" actId="255"/>
          <ac:spMkLst>
            <pc:docMk/>
            <pc:sldMk cId="0" sldId="261"/>
            <ac:spMk id="18" creationId="{00000000-0000-0000-0000-000000000000}"/>
          </ac:spMkLst>
        </pc:spChg>
      </pc:sldChg>
      <pc:sldChg chg="modSp mod">
        <pc:chgData name="Errol Francke" userId="1baf5052-8130-4f07-8591-895c85ed967e" providerId="ADAL" clId="{5CC828F7-7581-413F-9545-7387B2A59550}" dt="2026-04-10T08:36:24.373" v="95" actId="255"/>
        <pc:sldMkLst>
          <pc:docMk/>
          <pc:sldMk cId="0" sldId="262"/>
        </pc:sldMkLst>
        <pc:spChg chg="mod">
          <ac:chgData name="Errol Francke" userId="1baf5052-8130-4f07-8591-895c85ed967e" providerId="ADAL" clId="{5CC828F7-7581-413F-9545-7387B2A59550}" dt="2026-04-10T08:35:50.131" v="92" actId="255"/>
          <ac:spMkLst>
            <pc:docMk/>
            <pc:sldMk cId="0" sldId="262"/>
            <ac:spMk id="8" creationId="{00000000-0000-0000-0000-000000000000}"/>
          </ac:spMkLst>
        </pc:spChg>
        <pc:spChg chg="mod">
          <ac:chgData name="Errol Francke" userId="1baf5052-8130-4f07-8591-895c85ed967e" providerId="ADAL" clId="{5CC828F7-7581-413F-9545-7387B2A59550}" dt="2026-04-10T08:36:14.142" v="93" actId="255"/>
          <ac:spMkLst>
            <pc:docMk/>
            <pc:sldMk cId="0" sldId="262"/>
            <ac:spMk id="10" creationId="{00000000-0000-0000-0000-000000000000}"/>
          </ac:spMkLst>
        </pc:spChg>
        <pc:spChg chg="mod">
          <ac:chgData name="Errol Francke" userId="1baf5052-8130-4f07-8591-895c85ed967e" providerId="ADAL" clId="{5CC828F7-7581-413F-9545-7387B2A59550}" dt="2026-04-10T08:36:18.900" v="94" actId="255"/>
          <ac:spMkLst>
            <pc:docMk/>
            <pc:sldMk cId="0" sldId="262"/>
            <ac:spMk id="14" creationId="{00000000-0000-0000-0000-000000000000}"/>
          </ac:spMkLst>
        </pc:spChg>
        <pc:spChg chg="mod">
          <ac:chgData name="Errol Francke" userId="1baf5052-8130-4f07-8591-895c85ed967e" providerId="ADAL" clId="{5CC828F7-7581-413F-9545-7387B2A59550}" dt="2026-04-10T08:36:24.373" v="95" actId="255"/>
          <ac:spMkLst>
            <pc:docMk/>
            <pc:sldMk cId="0" sldId="262"/>
            <ac:spMk id="18" creationId="{00000000-0000-0000-0000-000000000000}"/>
          </ac:spMkLst>
        </pc:spChg>
      </pc:sldChg>
      <pc:sldChg chg="modSp mod">
        <pc:chgData name="Errol Francke" userId="1baf5052-8130-4f07-8591-895c85ed967e" providerId="ADAL" clId="{5CC828F7-7581-413F-9545-7387B2A59550}" dt="2026-04-10T08:39:51.325" v="102" actId="313"/>
        <pc:sldMkLst>
          <pc:docMk/>
          <pc:sldMk cId="0" sldId="263"/>
        </pc:sldMkLst>
        <pc:spChg chg="mod">
          <ac:chgData name="Errol Francke" userId="1baf5052-8130-4f07-8591-895c85ed967e" providerId="ADAL" clId="{5CC828F7-7581-413F-9545-7387B2A59550}" dt="2026-04-10T08:38:29.337" v="96" actId="255"/>
          <ac:spMkLst>
            <pc:docMk/>
            <pc:sldMk cId="0" sldId="263"/>
            <ac:spMk id="8" creationId="{00000000-0000-0000-0000-000000000000}"/>
          </ac:spMkLst>
        </pc:spChg>
        <pc:spChg chg="mod">
          <ac:chgData name="Errol Francke" userId="1baf5052-8130-4f07-8591-895c85ed967e" providerId="ADAL" clId="{5CC828F7-7581-413F-9545-7387B2A59550}" dt="2026-04-10T08:38:35.833" v="97" actId="255"/>
          <ac:spMkLst>
            <pc:docMk/>
            <pc:sldMk cId="0" sldId="263"/>
            <ac:spMk id="10" creationId="{00000000-0000-0000-0000-000000000000}"/>
          </ac:spMkLst>
        </pc:spChg>
        <pc:spChg chg="mod">
          <ac:chgData name="Errol Francke" userId="1baf5052-8130-4f07-8591-895c85ed967e" providerId="ADAL" clId="{5CC828F7-7581-413F-9545-7387B2A59550}" dt="2026-04-10T08:38:41.704" v="98" actId="255"/>
          <ac:spMkLst>
            <pc:docMk/>
            <pc:sldMk cId="0" sldId="263"/>
            <ac:spMk id="14" creationId="{00000000-0000-0000-0000-000000000000}"/>
          </ac:spMkLst>
        </pc:spChg>
        <pc:spChg chg="mod">
          <ac:chgData name="Errol Francke" userId="1baf5052-8130-4f07-8591-895c85ed967e" providerId="ADAL" clId="{5CC828F7-7581-413F-9545-7387B2A59550}" dt="2026-04-10T08:38:47.558" v="99" actId="255"/>
          <ac:spMkLst>
            <pc:docMk/>
            <pc:sldMk cId="0" sldId="263"/>
            <ac:spMk id="18" creationId="{00000000-0000-0000-0000-000000000000}"/>
          </ac:spMkLst>
        </pc:spChg>
        <pc:spChg chg="mod">
          <ac:chgData name="Errol Francke" userId="1baf5052-8130-4f07-8591-895c85ed967e" providerId="ADAL" clId="{5CC828F7-7581-413F-9545-7387B2A59550}" dt="2026-04-10T08:39:51.325" v="102" actId="313"/>
          <ac:spMkLst>
            <pc:docMk/>
            <pc:sldMk cId="0" sldId="263"/>
            <ac:spMk id="20" creationId="{00000000-0000-0000-0000-000000000000}"/>
          </ac:spMkLst>
        </pc:spChg>
      </pc:sldChg>
      <pc:sldChg chg="addSp delSp modSp mod">
        <pc:chgData name="Errol Francke" userId="1baf5052-8130-4f07-8591-895c85ed967e" providerId="ADAL" clId="{5CC828F7-7581-413F-9545-7387B2A59550}" dt="2026-04-10T10:26:46.128" v="1313" actId="1038"/>
        <pc:sldMkLst>
          <pc:docMk/>
          <pc:sldMk cId="0" sldId="264"/>
        </pc:sldMkLst>
        <pc:spChg chg="mod">
          <ac:chgData name="Errol Francke" userId="1baf5052-8130-4f07-8591-895c85ed967e" providerId="ADAL" clId="{5CC828F7-7581-413F-9545-7387B2A59550}" dt="2026-04-10T09:01:08.621" v="113" actId="255"/>
          <ac:spMkLst>
            <pc:docMk/>
            <pc:sldMk cId="0" sldId="264"/>
            <ac:spMk id="8" creationId="{00000000-0000-0000-0000-000000000000}"/>
          </ac:spMkLst>
        </pc:spChg>
        <pc:spChg chg="mod">
          <ac:chgData name="Errol Francke" userId="1baf5052-8130-4f07-8591-895c85ed967e" providerId="ADAL" clId="{5CC828F7-7581-413F-9545-7387B2A59550}" dt="2026-04-10T10:16:05.994" v="830" actId="1038"/>
          <ac:spMkLst>
            <pc:docMk/>
            <pc:sldMk cId="0" sldId="264"/>
            <ac:spMk id="9" creationId="{00000000-0000-0000-0000-000000000000}"/>
          </ac:spMkLst>
        </pc:spChg>
        <pc:spChg chg="mod">
          <ac:chgData name="Errol Francke" userId="1baf5052-8130-4f07-8591-895c85ed967e" providerId="ADAL" clId="{5CC828F7-7581-413F-9545-7387B2A59550}" dt="2026-04-10T10:14:54.236" v="742" actId="1037"/>
          <ac:spMkLst>
            <pc:docMk/>
            <pc:sldMk cId="0" sldId="264"/>
            <ac:spMk id="10" creationId="{00000000-0000-0000-0000-000000000000}"/>
          </ac:spMkLst>
        </pc:spChg>
        <pc:spChg chg="mod">
          <ac:chgData name="Errol Francke" userId="1baf5052-8130-4f07-8591-895c85ed967e" providerId="ADAL" clId="{5CC828F7-7581-413F-9545-7387B2A59550}" dt="2026-04-10T10:11:00.791" v="459" actId="1036"/>
          <ac:spMkLst>
            <pc:docMk/>
            <pc:sldMk cId="0" sldId="264"/>
            <ac:spMk id="11" creationId="{00000000-0000-0000-0000-000000000000}"/>
          </ac:spMkLst>
        </pc:spChg>
        <pc:spChg chg="mod">
          <ac:chgData name="Errol Francke" userId="1baf5052-8130-4f07-8591-895c85ed967e" providerId="ADAL" clId="{5CC828F7-7581-413F-9545-7387B2A59550}" dt="2026-04-10T10:14:54.236" v="742" actId="1037"/>
          <ac:spMkLst>
            <pc:docMk/>
            <pc:sldMk cId="0" sldId="264"/>
            <ac:spMk id="12" creationId="{00000000-0000-0000-0000-000000000000}"/>
          </ac:spMkLst>
        </pc:spChg>
        <pc:spChg chg="mod">
          <ac:chgData name="Errol Francke" userId="1baf5052-8130-4f07-8591-895c85ed967e" providerId="ADAL" clId="{5CC828F7-7581-413F-9545-7387B2A59550}" dt="2026-04-10T10:16:05.994" v="830" actId="1038"/>
          <ac:spMkLst>
            <pc:docMk/>
            <pc:sldMk cId="0" sldId="264"/>
            <ac:spMk id="13" creationId="{00000000-0000-0000-0000-000000000000}"/>
          </ac:spMkLst>
        </pc:spChg>
        <pc:spChg chg="mod">
          <ac:chgData name="Errol Francke" userId="1baf5052-8130-4f07-8591-895c85ed967e" providerId="ADAL" clId="{5CC828F7-7581-413F-9545-7387B2A59550}" dt="2026-04-10T10:15:23.833" v="795" actId="1037"/>
          <ac:spMkLst>
            <pc:docMk/>
            <pc:sldMk cId="0" sldId="264"/>
            <ac:spMk id="14" creationId="{00000000-0000-0000-0000-000000000000}"/>
          </ac:spMkLst>
        </pc:spChg>
        <pc:spChg chg="mod">
          <ac:chgData name="Errol Francke" userId="1baf5052-8130-4f07-8591-895c85ed967e" providerId="ADAL" clId="{5CC828F7-7581-413F-9545-7387B2A59550}" dt="2026-04-10T09:07:41.133" v="392" actId="1038"/>
          <ac:spMkLst>
            <pc:docMk/>
            <pc:sldMk cId="0" sldId="264"/>
            <ac:spMk id="15" creationId="{00000000-0000-0000-0000-000000000000}"/>
          </ac:spMkLst>
        </pc:spChg>
        <pc:spChg chg="mod">
          <ac:chgData name="Errol Francke" userId="1baf5052-8130-4f07-8591-895c85ed967e" providerId="ADAL" clId="{5CC828F7-7581-413F-9545-7387B2A59550}" dt="2026-04-10T10:15:23.833" v="795" actId="1037"/>
          <ac:spMkLst>
            <pc:docMk/>
            <pc:sldMk cId="0" sldId="264"/>
            <ac:spMk id="16" creationId="{00000000-0000-0000-0000-000000000000}"/>
          </ac:spMkLst>
        </pc:spChg>
        <pc:spChg chg="mod">
          <ac:chgData name="Errol Francke" userId="1baf5052-8130-4f07-8591-895c85ed967e" providerId="ADAL" clId="{5CC828F7-7581-413F-9545-7387B2A59550}" dt="2026-04-10T10:22:23.171" v="1142" actId="1037"/>
          <ac:spMkLst>
            <pc:docMk/>
            <pc:sldMk cId="0" sldId="264"/>
            <ac:spMk id="17" creationId="{00000000-0000-0000-0000-000000000000}"/>
          </ac:spMkLst>
        </pc:spChg>
        <pc:spChg chg="mod">
          <ac:chgData name="Errol Francke" userId="1baf5052-8130-4f07-8591-895c85ed967e" providerId="ADAL" clId="{5CC828F7-7581-413F-9545-7387B2A59550}" dt="2026-04-10T10:22:23.171" v="1142" actId="1037"/>
          <ac:spMkLst>
            <pc:docMk/>
            <pc:sldMk cId="0" sldId="264"/>
            <ac:spMk id="18" creationId="{00000000-0000-0000-0000-000000000000}"/>
          </ac:spMkLst>
        </pc:spChg>
        <pc:spChg chg="mod ord">
          <ac:chgData name="Errol Francke" userId="1baf5052-8130-4f07-8591-895c85ed967e" providerId="ADAL" clId="{5CC828F7-7581-413F-9545-7387B2A59550}" dt="2026-04-10T10:19:54.182" v="1024" actId="1038"/>
          <ac:spMkLst>
            <pc:docMk/>
            <pc:sldMk cId="0" sldId="264"/>
            <ac:spMk id="19" creationId="{00000000-0000-0000-0000-000000000000}"/>
          </ac:spMkLst>
        </pc:spChg>
        <pc:spChg chg="mod">
          <ac:chgData name="Errol Francke" userId="1baf5052-8130-4f07-8591-895c85ed967e" providerId="ADAL" clId="{5CC828F7-7581-413F-9545-7387B2A59550}" dt="2026-04-10T10:22:23.171" v="1142" actId="1037"/>
          <ac:spMkLst>
            <pc:docMk/>
            <pc:sldMk cId="0" sldId="264"/>
            <ac:spMk id="20" creationId="{00000000-0000-0000-0000-000000000000}"/>
          </ac:spMkLst>
        </pc:spChg>
        <pc:spChg chg="mod">
          <ac:chgData name="Errol Francke" userId="1baf5052-8130-4f07-8591-895c85ed967e" providerId="ADAL" clId="{5CC828F7-7581-413F-9545-7387B2A59550}" dt="2026-04-10T10:16:05.994" v="830" actId="1038"/>
          <ac:spMkLst>
            <pc:docMk/>
            <pc:sldMk cId="0" sldId="264"/>
            <ac:spMk id="21" creationId="{00000000-0000-0000-0000-000000000000}"/>
          </ac:spMkLst>
        </pc:spChg>
        <pc:spChg chg="mod">
          <ac:chgData name="Errol Francke" userId="1baf5052-8130-4f07-8591-895c85ed967e" providerId="ADAL" clId="{5CC828F7-7581-413F-9545-7387B2A59550}" dt="2026-04-10T10:19:29.895" v="964" actId="1038"/>
          <ac:spMkLst>
            <pc:docMk/>
            <pc:sldMk cId="0" sldId="264"/>
            <ac:spMk id="22" creationId="{00000000-0000-0000-0000-000000000000}"/>
          </ac:spMkLst>
        </pc:spChg>
        <pc:spChg chg="mod ord">
          <ac:chgData name="Errol Francke" userId="1baf5052-8130-4f07-8591-895c85ed967e" providerId="ADAL" clId="{5CC828F7-7581-413F-9545-7387B2A59550}" dt="2026-04-10T10:25:35.769" v="1220" actId="1035"/>
          <ac:spMkLst>
            <pc:docMk/>
            <pc:sldMk cId="0" sldId="264"/>
            <ac:spMk id="23" creationId="{00000000-0000-0000-0000-000000000000}"/>
          </ac:spMkLst>
        </pc:spChg>
        <pc:spChg chg="mod">
          <ac:chgData name="Errol Francke" userId="1baf5052-8130-4f07-8591-895c85ed967e" providerId="ADAL" clId="{5CC828F7-7581-413F-9545-7387B2A59550}" dt="2026-04-10T10:19:29.895" v="964" actId="1038"/>
          <ac:spMkLst>
            <pc:docMk/>
            <pc:sldMk cId="0" sldId="264"/>
            <ac:spMk id="24" creationId="{00000000-0000-0000-0000-000000000000}"/>
          </ac:spMkLst>
        </pc:spChg>
        <pc:spChg chg="mod">
          <ac:chgData name="Errol Francke" userId="1baf5052-8130-4f07-8591-895c85ed967e" providerId="ADAL" clId="{5CC828F7-7581-413F-9545-7387B2A59550}" dt="2026-04-10T10:26:46.128" v="1313" actId="1038"/>
          <ac:spMkLst>
            <pc:docMk/>
            <pc:sldMk cId="0" sldId="264"/>
            <ac:spMk id="25" creationId="{00000000-0000-0000-0000-000000000000}"/>
          </ac:spMkLst>
        </pc:spChg>
        <pc:spChg chg="mod">
          <ac:chgData name="Errol Francke" userId="1baf5052-8130-4f07-8591-895c85ed967e" providerId="ADAL" clId="{5CC828F7-7581-413F-9545-7387B2A59550}" dt="2026-04-10T10:23:19.192" v="1143" actId="21"/>
          <ac:spMkLst>
            <pc:docMk/>
            <pc:sldMk cId="0" sldId="264"/>
            <ac:spMk id="26" creationId="{00000000-0000-0000-0000-000000000000}"/>
          </ac:spMkLst>
        </pc:spChg>
        <pc:spChg chg="mod">
          <ac:chgData name="Errol Francke" userId="1baf5052-8130-4f07-8591-895c85ed967e" providerId="ADAL" clId="{5CC828F7-7581-413F-9545-7387B2A59550}" dt="2026-04-10T10:23:51.683" v="1166" actId="21"/>
          <ac:spMkLst>
            <pc:docMk/>
            <pc:sldMk cId="0" sldId="264"/>
            <ac:spMk id="28" creationId="{00000000-0000-0000-0000-000000000000}"/>
          </ac:spMkLst>
        </pc:spChg>
        <pc:spChg chg="mod">
          <ac:chgData name="Errol Francke" userId="1baf5052-8130-4f07-8591-895c85ed967e" providerId="ADAL" clId="{5CC828F7-7581-413F-9545-7387B2A59550}" dt="2026-04-10T10:26:14.032" v="1222" actId="21"/>
          <ac:spMkLst>
            <pc:docMk/>
            <pc:sldMk cId="0" sldId="264"/>
            <ac:spMk id="29" creationId="{00000000-0000-0000-0000-000000000000}"/>
          </ac:spMkLst>
        </pc:spChg>
        <pc:spChg chg="add mod">
          <ac:chgData name="Errol Francke" userId="1baf5052-8130-4f07-8591-895c85ed967e" providerId="ADAL" clId="{5CC828F7-7581-413F-9545-7387B2A59550}" dt="2026-04-10T10:21:57.877" v="1133" actId="1038"/>
          <ac:spMkLst>
            <pc:docMk/>
            <pc:sldMk cId="0" sldId="264"/>
            <ac:spMk id="31" creationId="{EC776B68-7078-2B8D-08B3-209391F840D3}"/>
          </ac:spMkLst>
        </pc:spChg>
        <pc:spChg chg="add mod">
          <ac:chgData name="Errol Francke" userId="1baf5052-8130-4f07-8591-895c85ed967e" providerId="ADAL" clId="{5CC828F7-7581-413F-9545-7387B2A59550}" dt="2026-04-10T10:25:27.051" v="1208" actId="1035"/>
          <ac:spMkLst>
            <pc:docMk/>
            <pc:sldMk cId="0" sldId="264"/>
            <ac:spMk id="32" creationId="{BAC1E133-A2AC-EA0D-E06F-D3F469458B9A}"/>
          </ac:spMkLst>
        </pc:spChg>
        <pc:spChg chg="add mod">
          <ac:chgData name="Errol Francke" userId="1baf5052-8130-4f07-8591-895c85ed967e" providerId="ADAL" clId="{5CC828F7-7581-413F-9545-7387B2A59550}" dt="2026-04-10T10:25:43.097" v="1221" actId="14100"/>
          <ac:spMkLst>
            <pc:docMk/>
            <pc:sldMk cId="0" sldId="264"/>
            <ac:spMk id="33" creationId="{EBAE95C8-6627-2A47-D6E5-322101467FF3}"/>
          </ac:spMkLst>
        </pc:spChg>
        <pc:spChg chg="add mod">
          <ac:chgData name="Errol Francke" userId="1baf5052-8130-4f07-8591-895c85ed967e" providerId="ADAL" clId="{5CC828F7-7581-413F-9545-7387B2A59550}" dt="2026-04-10T10:22:23.171" v="1142" actId="1037"/>
          <ac:spMkLst>
            <pc:docMk/>
            <pc:sldMk cId="0" sldId="264"/>
            <ac:spMk id="34" creationId="{2D1F3894-2625-ACF1-E195-D7515D1A9A37}"/>
          </ac:spMkLst>
        </pc:spChg>
      </pc:sldChg>
      <pc:sldChg chg="modSp add mod">
        <pc:chgData name="Errol Francke" userId="1baf5052-8130-4f07-8591-895c85ed967e" providerId="ADAL" clId="{5CC828F7-7581-413F-9545-7387B2A59550}" dt="2026-04-10T08:33:30.699" v="89"/>
        <pc:sldMkLst>
          <pc:docMk/>
          <pc:sldMk cId="713316370" sldId="280"/>
        </pc:sldMkLst>
        <pc:spChg chg="mod">
          <ac:chgData name="Errol Francke" userId="1baf5052-8130-4f07-8591-895c85ed967e" providerId="ADAL" clId="{5CC828F7-7581-413F-9545-7387B2A59550}" dt="2026-04-10T08:32:54.924" v="87" actId="20577"/>
          <ac:spMkLst>
            <pc:docMk/>
            <pc:sldMk cId="713316370" sldId="280"/>
            <ac:spMk id="8" creationId="{F59F32D9-D3E8-16A5-36C5-3B13D9E589BE}"/>
          </ac:spMkLst>
        </pc:spChg>
        <pc:spChg chg="mod">
          <ac:chgData name="Errol Francke" userId="1baf5052-8130-4f07-8591-895c85ed967e" providerId="ADAL" clId="{5CC828F7-7581-413F-9545-7387B2A59550}" dt="2026-04-10T08:32:20.329" v="68" actId="20577"/>
          <ac:spMkLst>
            <pc:docMk/>
            <pc:sldMk cId="713316370" sldId="280"/>
            <ac:spMk id="12" creationId="{A44F95DB-75BE-D2A4-D9D6-14E48942E1F6}"/>
          </ac:spMkLst>
        </pc:spChg>
        <pc:spChg chg="mod">
          <ac:chgData name="Errol Francke" userId="1baf5052-8130-4f07-8591-895c85ed967e" providerId="ADAL" clId="{5CC828F7-7581-413F-9545-7387B2A59550}" dt="2026-04-10T08:32:45.988" v="75" actId="20577"/>
          <ac:spMkLst>
            <pc:docMk/>
            <pc:sldMk cId="713316370" sldId="280"/>
            <ac:spMk id="16" creationId="{E4E63846-7AB8-2DFF-2693-CB88585E5C26}"/>
          </ac:spMkLst>
        </pc:spChg>
        <pc:spChg chg="mod">
          <ac:chgData name="Errol Francke" userId="1baf5052-8130-4f07-8591-895c85ed967e" providerId="ADAL" clId="{5CC828F7-7581-413F-9545-7387B2A59550}" dt="2026-04-10T08:33:30.699" v="89"/>
          <ac:spMkLst>
            <pc:docMk/>
            <pc:sldMk cId="713316370" sldId="280"/>
            <ac:spMk id="20" creationId="{BA0858F8-BA35-75BE-D816-A19B23AA34DA}"/>
          </ac:spMkLst>
        </pc:spChg>
      </pc:sldChg>
      <pc:sldChg chg="modSp add mod">
        <pc:chgData name="Errol Francke" userId="1baf5052-8130-4f07-8591-895c85ed967e" providerId="ADAL" clId="{5CC828F7-7581-413F-9545-7387B2A59550}" dt="2026-04-10T08:50:07.363" v="112"/>
        <pc:sldMkLst>
          <pc:docMk/>
          <pc:sldMk cId="758146937" sldId="281"/>
        </pc:sldMkLst>
        <pc:spChg chg="mod">
          <ac:chgData name="Errol Francke" userId="1baf5052-8130-4f07-8591-895c85ed967e" providerId="ADAL" clId="{5CC828F7-7581-413F-9545-7387B2A59550}" dt="2026-04-10T08:50:07.363" v="112"/>
          <ac:spMkLst>
            <pc:docMk/>
            <pc:sldMk cId="758146937" sldId="281"/>
            <ac:spMk id="8" creationId="{F355A4C9-19EE-15BD-4126-25C97928DCED}"/>
          </ac:spMkLst>
        </pc:spChg>
        <pc:spChg chg="mod">
          <ac:chgData name="Errol Francke" userId="1baf5052-8130-4f07-8591-895c85ed967e" providerId="ADAL" clId="{5CC828F7-7581-413F-9545-7387B2A59550}" dt="2026-04-10T08:48:12.879" v="107" actId="20577"/>
          <ac:spMkLst>
            <pc:docMk/>
            <pc:sldMk cId="758146937" sldId="281"/>
            <ac:spMk id="12" creationId="{4EE5C532-0D6A-523B-773A-A4DB1BDAFE95}"/>
          </ac:spMkLst>
        </pc:spChg>
        <pc:spChg chg="mod">
          <ac:chgData name="Errol Francke" userId="1baf5052-8130-4f07-8591-895c85ed967e" providerId="ADAL" clId="{5CC828F7-7581-413F-9545-7387B2A59550}" dt="2026-04-10T08:48:45.423" v="109" actId="20577"/>
          <ac:spMkLst>
            <pc:docMk/>
            <pc:sldMk cId="758146937" sldId="281"/>
            <ac:spMk id="16" creationId="{1354BACB-A21B-7C66-704B-5FBEC54113AA}"/>
          </ac:spMkLst>
        </pc:spChg>
        <pc:spChg chg="mod">
          <ac:chgData name="Errol Francke" userId="1baf5052-8130-4f07-8591-895c85ed967e" providerId="ADAL" clId="{5CC828F7-7581-413F-9545-7387B2A59550}" dt="2026-04-10T08:49:18.376" v="111" actId="20577"/>
          <ac:spMkLst>
            <pc:docMk/>
            <pc:sldMk cId="758146937" sldId="281"/>
            <ac:spMk id="20" creationId="{E0E0FA40-A937-7047-9551-AABCD88A088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EE5FFC-D033-4DD9-82C4-C9B256FF616C}" type="doc">
      <dgm:prSet loTypeId="urn:microsoft.com/office/officeart/2005/8/layout/process4" loCatId="process" qsTypeId="urn:microsoft.com/office/officeart/2005/8/quickstyle/simple1" qsCatId="simple" csTypeId="urn:microsoft.com/office/officeart/2005/8/colors/accent0_1" csCatId="mainScheme" phldr="1"/>
      <dgm:spPr/>
      <dgm:t>
        <a:bodyPr/>
        <a:lstStyle/>
        <a:p>
          <a:endParaRPr lang="en-US"/>
        </a:p>
      </dgm:t>
    </dgm:pt>
    <dgm:pt modelId="{75FBF688-8329-4E5E-9A91-39AE124D7557}">
      <dgm:prSet/>
      <dgm:spPr/>
      <dgm:t>
        <a:bodyPr/>
        <a:lstStyle/>
        <a:p>
          <a:r>
            <a:rPr lang="en-ZA" b="1" i="0" dirty="0"/>
            <a:t>Example: Cross-Sectional Study</a:t>
          </a:r>
          <a:endParaRPr lang="en-US" dirty="0"/>
        </a:p>
      </dgm:t>
    </dgm:pt>
    <dgm:pt modelId="{A4F60D60-4926-4597-A113-49A43FBE051B}" type="parTrans" cxnId="{CB45C0D6-6120-417A-9DA9-855B8F103D84}">
      <dgm:prSet/>
      <dgm:spPr/>
      <dgm:t>
        <a:bodyPr/>
        <a:lstStyle/>
        <a:p>
          <a:endParaRPr lang="en-US"/>
        </a:p>
      </dgm:t>
    </dgm:pt>
    <dgm:pt modelId="{7E8F1CCB-2BBD-4645-BBA4-86AE8CC0C425}" type="sibTrans" cxnId="{CB45C0D6-6120-417A-9DA9-855B8F103D84}">
      <dgm:prSet/>
      <dgm:spPr/>
      <dgm:t>
        <a:bodyPr/>
        <a:lstStyle/>
        <a:p>
          <a:endParaRPr lang="en-US"/>
        </a:p>
      </dgm:t>
    </dgm:pt>
    <dgm:pt modelId="{BEE70C7E-8EA5-41CF-95B7-F0A03C58E988}">
      <dgm:prSet/>
      <dgm:spPr/>
      <dgm:t>
        <a:bodyPr/>
        <a:lstStyle/>
        <a:p>
          <a:r>
            <a:rPr lang="en-ZA" b="1" i="0" dirty="0"/>
            <a:t>Study Design:</a:t>
          </a:r>
          <a:r>
            <a:rPr lang="en-ZA" b="0" i="0" dirty="0"/>
            <a:t> The study is </a:t>
          </a:r>
          <a:r>
            <a:rPr lang="en-GB" b="0" i="0" dirty="0"/>
            <a:t>a cross-sectional survey to assess a population's attitudes</a:t>
          </a:r>
          <a:r>
            <a:rPr lang="en-ZA" b="0" i="0" dirty="0"/>
            <a:t> towards online gambling.</a:t>
          </a:r>
          <a:endParaRPr lang="en-US" dirty="0"/>
        </a:p>
      </dgm:t>
    </dgm:pt>
    <dgm:pt modelId="{31B94A69-9C4B-4BE2-A40E-F7D437D24993}" type="parTrans" cxnId="{E59A16B0-422C-49E9-A01E-028EF0620478}">
      <dgm:prSet/>
      <dgm:spPr/>
      <dgm:t>
        <a:bodyPr/>
        <a:lstStyle/>
        <a:p>
          <a:endParaRPr lang="en-US"/>
        </a:p>
      </dgm:t>
    </dgm:pt>
    <dgm:pt modelId="{0624E406-79EA-43A3-83B2-301CC9F6E429}" type="sibTrans" cxnId="{E59A16B0-422C-49E9-A01E-028EF0620478}">
      <dgm:prSet/>
      <dgm:spPr/>
      <dgm:t>
        <a:bodyPr/>
        <a:lstStyle/>
        <a:p>
          <a:endParaRPr lang="en-US"/>
        </a:p>
      </dgm:t>
    </dgm:pt>
    <dgm:pt modelId="{0D0AC430-5F8C-4B39-AF31-84E7CA047B47}">
      <dgm:prSet/>
      <dgm:spPr/>
      <dgm:t>
        <a:bodyPr/>
        <a:lstStyle/>
        <a:p>
          <a:r>
            <a:rPr lang="en-ZA" b="1" i="0"/>
            <a:t>Research Design:</a:t>
          </a:r>
          <a:r>
            <a:rPr lang="en-ZA" b="0" i="0"/>
            <a:t> The research design includes: </a:t>
          </a:r>
          <a:endParaRPr lang="en-US"/>
        </a:p>
      </dgm:t>
    </dgm:pt>
    <dgm:pt modelId="{F472BAE6-8A6F-4CB9-A6EB-467D32B57A81}" type="parTrans" cxnId="{9E75E127-8697-4342-8996-031A637120DC}">
      <dgm:prSet/>
      <dgm:spPr/>
      <dgm:t>
        <a:bodyPr/>
        <a:lstStyle/>
        <a:p>
          <a:endParaRPr lang="en-US"/>
        </a:p>
      </dgm:t>
    </dgm:pt>
    <dgm:pt modelId="{6D3A39C0-88FC-4D5D-BA47-1A8DFF04F287}" type="sibTrans" cxnId="{9E75E127-8697-4342-8996-031A637120DC}">
      <dgm:prSet/>
      <dgm:spPr/>
      <dgm:t>
        <a:bodyPr/>
        <a:lstStyle/>
        <a:p>
          <a:endParaRPr lang="en-US"/>
        </a:p>
      </dgm:t>
    </dgm:pt>
    <dgm:pt modelId="{9804BEA3-C1E3-4316-AEDD-6FEA41BB12F2}">
      <dgm:prSet/>
      <dgm:spPr/>
      <dgm:t>
        <a:bodyPr/>
        <a:lstStyle/>
        <a:p>
          <a:r>
            <a:rPr lang="en-ZA" b="0" i="0"/>
            <a:t>The cross-sectional study design (one contact with the population).</a:t>
          </a:r>
          <a:endParaRPr lang="en-US"/>
        </a:p>
      </dgm:t>
    </dgm:pt>
    <dgm:pt modelId="{DA34BF05-000F-4EC1-A88D-560F0DD5BE99}" type="parTrans" cxnId="{1346C81E-951F-463E-A163-E7E70B37F727}">
      <dgm:prSet/>
      <dgm:spPr/>
      <dgm:t>
        <a:bodyPr/>
        <a:lstStyle/>
        <a:p>
          <a:endParaRPr lang="en-US"/>
        </a:p>
      </dgm:t>
    </dgm:pt>
    <dgm:pt modelId="{C0206B50-B4A8-43E8-9568-E81EFE1513FF}" type="sibTrans" cxnId="{1346C81E-951F-463E-A163-E7E70B37F727}">
      <dgm:prSet/>
      <dgm:spPr/>
      <dgm:t>
        <a:bodyPr/>
        <a:lstStyle/>
        <a:p>
          <a:endParaRPr lang="en-US"/>
        </a:p>
      </dgm:t>
    </dgm:pt>
    <dgm:pt modelId="{03140D5E-9770-4368-A3AC-2769E2424485}">
      <dgm:prSet/>
      <dgm:spPr/>
      <dgm:t>
        <a:bodyPr/>
        <a:lstStyle/>
        <a:p>
          <a:r>
            <a:rPr lang="en-ZA" b="0" i="0"/>
            <a:t>Sampling strategy (e.g., random sample from the population).</a:t>
          </a:r>
          <a:endParaRPr lang="en-US"/>
        </a:p>
      </dgm:t>
    </dgm:pt>
    <dgm:pt modelId="{1BF1D0B4-4D94-40E2-AD09-1224E88D3160}" type="parTrans" cxnId="{B9379F3E-F2F4-4729-946F-4E27B3D1C81E}">
      <dgm:prSet/>
      <dgm:spPr/>
      <dgm:t>
        <a:bodyPr/>
        <a:lstStyle/>
        <a:p>
          <a:endParaRPr lang="en-US"/>
        </a:p>
      </dgm:t>
    </dgm:pt>
    <dgm:pt modelId="{1EEC330E-DD65-4CF1-897E-B2D349B8FCAB}" type="sibTrans" cxnId="{B9379F3E-F2F4-4729-946F-4E27B3D1C81E}">
      <dgm:prSet/>
      <dgm:spPr/>
      <dgm:t>
        <a:bodyPr/>
        <a:lstStyle/>
        <a:p>
          <a:endParaRPr lang="en-US"/>
        </a:p>
      </dgm:t>
    </dgm:pt>
    <dgm:pt modelId="{05648BB7-EDEB-498D-9BBC-4460A8F20EB9}">
      <dgm:prSet/>
      <dgm:spPr/>
      <dgm:t>
        <a:bodyPr/>
        <a:lstStyle/>
        <a:p>
          <a:r>
            <a:rPr lang="en-ZA" b="0" i="0"/>
            <a:t>Data collection method (e.g., questionnaire sent to respondents).</a:t>
          </a:r>
          <a:endParaRPr lang="en-US"/>
        </a:p>
      </dgm:t>
    </dgm:pt>
    <dgm:pt modelId="{C9CFB744-61A2-4DDA-B0AB-A65E40FC6A48}" type="parTrans" cxnId="{CA5C26D1-C347-45FE-B4E0-44AAD09B5868}">
      <dgm:prSet/>
      <dgm:spPr/>
      <dgm:t>
        <a:bodyPr/>
        <a:lstStyle/>
        <a:p>
          <a:endParaRPr lang="en-US"/>
        </a:p>
      </dgm:t>
    </dgm:pt>
    <dgm:pt modelId="{DA7B9A04-82C1-486A-8192-27964165070C}" type="sibTrans" cxnId="{CA5C26D1-C347-45FE-B4E0-44AAD09B5868}">
      <dgm:prSet/>
      <dgm:spPr/>
      <dgm:t>
        <a:bodyPr/>
        <a:lstStyle/>
        <a:p>
          <a:endParaRPr lang="en-US"/>
        </a:p>
      </dgm:t>
    </dgm:pt>
    <dgm:pt modelId="{E35A9E83-CBC0-4E19-A143-24B9CFA60D1E}">
      <dgm:prSet/>
      <dgm:spPr/>
      <dgm:t>
        <a:bodyPr/>
        <a:lstStyle/>
        <a:p>
          <a:r>
            <a:rPr lang="en-ZA" b="0" i="0"/>
            <a:t>Procedures for consent, confidentiality, and response handling.</a:t>
          </a:r>
          <a:endParaRPr lang="en-US"/>
        </a:p>
      </dgm:t>
    </dgm:pt>
    <dgm:pt modelId="{167AC6DC-5B2D-4A87-8772-0E62EDFC7F30}" type="parTrans" cxnId="{FF4D3A27-C6C2-409C-ACDA-02C5257AC1BF}">
      <dgm:prSet/>
      <dgm:spPr/>
      <dgm:t>
        <a:bodyPr/>
        <a:lstStyle/>
        <a:p>
          <a:endParaRPr lang="en-US"/>
        </a:p>
      </dgm:t>
    </dgm:pt>
    <dgm:pt modelId="{7529B0C1-C8E5-49EC-9006-E8192EBE0E33}" type="sibTrans" cxnId="{FF4D3A27-C6C2-409C-ACDA-02C5257AC1BF}">
      <dgm:prSet/>
      <dgm:spPr/>
      <dgm:t>
        <a:bodyPr/>
        <a:lstStyle/>
        <a:p>
          <a:endParaRPr lang="en-US"/>
        </a:p>
      </dgm:t>
    </dgm:pt>
    <dgm:pt modelId="{224EF12E-9F01-4125-8D6F-41A96B30E236}">
      <dgm:prSet/>
      <dgm:spPr/>
      <dgm:t>
        <a:bodyPr/>
        <a:lstStyle/>
        <a:p>
          <a:r>
            <a:rPr lang="en-ZA" b="0" i="0"/>
            <a:t>Analysis plan (e.g., statistical analysis of attitudes).</a:t>
          </a:r>
          <a:endParaRPr lang="en-US"/>
        </a:p>
      </dgm:t>
    </dgm:pt>
    <dgm:pt modelId="{C1BF73DC-618E-4E65-966D-1DE9B888836F}" type="parTrans" cxnId="{6941CF96-AC09-4612-925D-CCC728ECC215}">
      <dgm:prSet/>
      <dgm:spPr/>
      <dgm:t>
        <a:bodyPr/>
        <a:lstStyle/>
        <a:p>
          <a:endParaRPr lang="en-US"/>
        </a:p>
      </dgm:t>
    </dgm:pt>
    <dgm:pt modelId="{00B914DA-3CAE-4F6E-982B-9BEE0F71B103}" type="sibTrans" cxnId="{6941CF96-AC09-4612-925D-CCC728ECC215}">
      <dgm:prSet/>
      <dgm:spPr/>
      <dgm:t>
        <a:bodyPr/>
        <a:lstStyle/>
        <a:p>
          <a:endParaRPr lang="en-US"/>
        </a:p>
      </dgm:t>
    </dgm:pt>
    <dgm:pt modelId="{247E706F-ECA0-DD48-B96B-E4A0ECE03953}" type="pres">
      <dgm:prSet presAssocID="{7AEE5FFC-D033-4DD9-82C4-C9B256FF616C}" presName="Name0" presStyleCnt="0">
        <dgm:presLayoutVars>
          <dgm:dir/>
          <dgm:animLvl val="lvl"/>
          <dgm:resizeHandles val="exact"/>
        </dgm:presLayoutVars>
      </dgm:prSet>
      <dgm:spPr/>
    </dgm:pt>
    <dgm:pt modelId="{1C7CCFEC-FE66-B14B-9967-5299822D46D8}" type="pres">
      <dgm:prSet presAssocID="{0D0AC430-5F8C-4B39-AF31-84E7CA047B47}" presName="boxAndChildren" presStyleCnt="0"/>
      <dgm:spPr/>
    </dgm:pt>
    <dgm:pt modelId="{AC3D08C6-2AFE-3043-ACEB-370137A9D838}" type="pres">
      <dgm:prSet presAssocID="{0D0AC430-5F8C-4B39-AF31-84E7CA047B47}" presName="parentTextBox" presStyleLbl="node1" presStyleIdx="0" presStyleCnt="3"/>
      <dgm:spPr/>
    </dgm:pt>
    <dgm:pt modelId="{8685003F-2848-6D42-B95C-67658DDC117E}" type="pres">
      <dgm:prSet presAssocID="{0D0AC430-5F8C-4B39-AF31-84E7CA047B47}" presName="entireBox" presStyleLbl="node1" presStyleIdx="0" presStyleCnt="3"/>
      <dgm:spPr/>
    </dgm:pt>
    <dgm:pt modelId="{217514C0-27E7-3C46-8EF6-C55E749473C4}" type="pres">
      <dgm:prSet presAssocID="{0D0AC430-5F8C-4B39-AF31-84E7CA047B47}" presName="descendantBox" presStyleCnt="0"/>
      <dgm:spPr/>
    </dgm:pt>
    <dgm:pt modelId="{5322279D-91B1-EE46-81AD-0B7FB3BCCDB3}" type="pres">
      <dgm:prSet presAssocID="{9804BEA3-C1E3-4316-AEDD-6FEA41BB12F2}" presName="childTextBox" presStyleLbl="fgAccFollowNode1" presStyleIdx="0" presStyleCnt="5">
        <dgm:presLayoutVars>
          <dgm:bulletEnabled val="1"/>
        </dgm:presLayoutVars>
      </dgm:prSet>
      <dgm:spPr/>
    </dgm:pt>
    <dgm:pt modelId="{ACFC1A07-6E66-3E4F-A022-A138D905CB58}" type="pres">
      <dgm:prSet presAssocID="{03140D5E-9770-4368-A3AC-2769E2424485}" presName="childTextBox" presStyleLbl="fgAccFollowNode1" presStyleIdx="1" presStyleCnt="5">
        <dgm:presLayoutVars>
          <dgm:bulletEnabled val="1"/>
        </dgm:presLayoutVars>
      </dgm:prSet>
      <dgm:spPr/>
    </dgm:pt>
    <dgm:pt modelId="{F08960E9-D14B-3348-85F3-E3B16ABEC680}" type="pres">
      <dgm:prSet presAssocID="{05648BB7-EDEB-498D-9BBC-4460A8F20EB9}" presName="childTextBox" presStyleLbl="fgAccFollowNode1" presStyleIdx="2" presStyleCnt="5">
        <dgm:presLayoutVars>
          <dgm:bulletEnabled val="1"/>
        </dgm:presLayoutVars>
      </dgm:prSet>
      <dgm:spPr/>
    </dgm:pt>
    <dgm:pt modelId="{A294EB3E-E6E5-354E-8011-08CA04443949}" type="pres">
      <dgm:prSet presAssocID="{E35A9E83-CBC0-4E19-A143-24B9CFA60D1E}" presName="childTextBox" presStyleLbl="fgAccFollowNode1" presStyleIdx="3" presStyleCnt="5">
        <dgm:presLayoutVars>
          <dgm:bulletEnabled val="1"/>
        </dgm:presLayoutVars>
      </dgm:prSet>
      <dgm:spPr/>
    </dgm:pt>
    <dgm:pt modelId="{08266341-D536-0B45-B3EC-E13D5C50C978}" type="pres">
      <dgm:prSet presAssocID="{224EF12E-9F01-4125-8D6F-41A96B30E236}" presName="childTextBox" presStyleLbl="fgAccFollowNode1" presStyleIdx="4" presStyleCnt="5">
        <dgm:presLayoutVars>
          <dgm:bulletEnabled val="1"/>
        </dgm:presLayoutVars>
      </dgm:prSet>
      <dgm:spPr/>
    </dgm:pt>
    <dgm:pt modelId="{DA13FEC6-9962-A04B-A9AD-D897AC215EF4}" type="pres">
      <dgm:prSet presAssocID="{0624E406-79EA-43A3-83B2-301CC9F6E429}" presName="sp" presStyleCnt="0"/>
      <dgm:spPr/>
    </dgm:pt>
    <dgm:pt modelId="{FB998446-2BAB-CF42-8748-E4D7F1066B32}" type="pres">
      <dgm:prSet presAssocID="{BEE70C7E-8EA5-41CF-95B7-F0A03C58E988}" presName="arrowAndChildren" presStyleCnt="0"/>
      <dgm:spPr/>
    </dgm:pt>
    <dgm:pt modelId="{05757437-A151-A147-86A2-87F48C9D42AB}" type="pres">
      <dgm:prSet presAssocID="{BEE70C7E-8EA5-41CF-95B7-F0A03C58E988}" presName="parentTextArrow" presStyleLbl="node1" presStyleIdx="1" presStyleCnt="3" custLinFactNeighborX="313"/>
      <dgm:spPr/>
    </dgm:pt>
    <dgm:pt modelId="{BD9A51AC-5B64-754A-AC79-32F3FEC0E09B}" type="pres">
      <dgm:prSet presAssocID="{7E8F1CCB-2BBD-4645-BBA4-86AE8CC0C425}" presName="sp" presStyleCnt="0"/>
      <dgm:spPr/>
    </dgm:pt>
    <dgm:pt modelId="{504CB4BE-8D45-A74D-8EB6-14130D5EA51F}" type="pres">
      <dgm:prSet presAssocID="{75FBF688-8329-4E5E-9A91-39AE124D7557}" presName="arrowAndChildren" presStyleCnt="0"/>
      <dgm:spPr/>
    </dgm:pt>
    <dgm:pt modelId="{684799A3-0554-1F4C-8D08-02BEC2FBEA0F}" type="pres">
      <dgm:prSet presAssocID="{75FBF688-8329-4E5E-9A91-39AE124D7557}" presName="parentTextArrow" presStyleLbl="node1" presStyleIdx="2" presStyleCnt="3" custLinFactNeighborX="313" custLinFactNeighborY="1131"/>
      <dgm:spPr/>
    </dgm:pt>
  </dgm:ptLst>
  <dgm:cxnLst>
    <dgm:cxn modelId="{4401F907-6D7C-0640-83BD-3C2919D95BCD}" type="presOf" srcId="{224EF12E-9F01-4125-8D6F-41A96B30E236}" destId="{08266341-D536-0B45-B3EC-E13D5C50C978}" srcOrd="0" destOrd="0" presId="urn:microsoft.com/office/officeart/2005/8/layout/process4"/>
    <dgm:cxn modelId="{1346C81E-951F-463E-A163-E7E70B37F727}" srcId="{0D0AC430-5F8C-4B39-AF31-84E7CA047B47}" destId="{9804BEA3-C1E3-4316-AEDD-6FEA41BB12F2}" srcOrd="0" destOrd="0" parTransId="{DA34BF05-000F-4EC1-A88D-560F0DD5BE99}" sibTransId="{C0206B50-B4A8-43E8-9568-E81EFE1513FF}"/>
    <dgm:cxn modelId="{FF4D3A27-C6C2-409C-ACDA-02C5257AC1BF}" srcId="{0D0AC430-5F8C-4B39-AF31-84E7CA047B47}" destId="{E35A9E83-CBC0-4E19-A143-24B9CFA60D1E}" srcOrd="3" destOrd="0" parTransId="{167AC6DC-5B2D-4A87-8772-0E62EDFC7F30}" sibTransId="{7529B0C1-C8E5-49EC-9006-E8192EBE0E33}"/>
    <dgm:cxn modelId="{9E75E127-8697-4342-8996-031A637120DC}" srcId="{7AEE5FFC-D033-4DD9-82C4-C9B256FF616C}" destId="{0D0AC430-5F8C-4B39-AF31-84E7CA047B47}" srcOrd="2" destOrd="0" parTransId="{F472BAE6-8A6F-4CB9-A6EB-467D32B57A81}" sibTransId="{6D3A39C0-88FC-4D5D-BA47-1A8DFF04F287}"/>
    <dgm:cxn modelId="{3C8C1D3B-959E-CD41-9FC5-09C50D6D5A15}" type="presOf" srcId="{7AEE5FFC-D033-4DD9-82C4-C9B256FF616C}" destId="{247E706F-ECA0-DD48-B96B-E4A0ECE03953}" srcOrd="0" destOrd="0" presId="urn:microsoft.com/office/officeart/2005/8/layout/process4"/>
    <dgm:cxn modelId="{B9379F3E-F2F4-4729-946F-4E27B3D1C81E}" srcId="{0D0AC430-5F8C-4B39-AF31-84E7CA047B47}" destId="{03140D5E-9770-4368-A3AC-2769E2424485}" srcOrd="1" destOrd="0" parTransId="{1BF1D0B4-4D94-40E2-AD09-1224E88D3160}" sibTransId="{1EEC330E-DD65-4CF1-897E-B2D349B8FCAB}"/>
    <dgm:cxn modelId="{A1208F4B-EE96-A040-9564-AEC40447CBF1}" type="presOf" srcId="{0D0AC430-5F8C-4B39-AF31-84E7CA047B47}" destId="{8685003F-2848-6D42-B95C-67658DDC117E}" srcOrd="1" destOrd="0" presId="urn:microsoft.com/office/officeart/2005/8/layout/process4"/>
    <dgm:cxn modelId="{9CC4375E-A295-9043-A566-A317CC7FD69D}" type="presOf" srcId="{05648BB7-EDEB-498D-9BBC-4460A8F20EB9}" destId="{F08960E9-D14B-3348-85F3-E3B16ABEC680}" srcOrd="0" destOrd="0" presId="urn:microsoft.com/office/officeart/2005/8/layout/process4"/>
    <dgm:cxn modelId="{68AED85E-19AD-9249-A963-4DD0CE1CDAD0}" type="presOf" srcId="{BEE70C7E-8EA5-41CF-95B7-F0A03C58E988}" destId="{05757437-A151-A147-86A2-87F48C9D42AB}" srcOrd="0" destOrd="0" presId="urn:microsoft.com/office/officeart/2005/8/layout/process4"/>
    <dgm:cxn modelId="{3630BC7F-A543-8F46-965C-72F84EC233A0}" type="presOf" srcId="{75FBF688-8329-4E5E-9A91-39AE124D7557}" destId="{684799A3-0554-1F4C-8D08-02BEC2FBEA0F}" srcOrd="0" destOrd="0" presId="urn:microsoft.com/office/officeart/2005/8/layout/process4"/>
    <dgm:cxn modelId="{6941CF96-AC09-4612-925D-CCC728ECC215}" srcId="{0D0AC430-5F8C-4B39-AF31-84E7CA047B47}" destId="{224EF12E-9F01-4125-8D6F-41A96B30E236}" srcOrd="4" destOrd="0" parTransId="{C1BF73DC-618E-4E65-966D-1DE9B888836F}" sibTransId="{00B914DA-3CAE-4F6E-982B-9BEE0F71B103}"/>
    <dgm:cxn modelId="{4FC9A39E-BB8D-B742-BA01-6B8EBC3AE594}" type="presOf" srcId="{0D0AC430-5F8C-4B39-AF31-84E7CA047B47}" destId="{AC3D08C6-2AFE-3043-ACEB-370137A9D838}" srcOrd="0" destOrd="0" presId="urn:microsoft.com/office/officeart/2005/8/layout/process4"/>
    <dgm:cxn modelId="{BA3C5BAD-0C0E-1A4C-B8B0-163FBA0A9869}" type="presOf" srcId="{9804BEA3-C1E3-4316-AEDD-6FEA41BB12F2}" destId="{5322279D-91B1-EE46-81AD-0B7FB3BCCDB3}" srcOrd="0" destOrd="0" presId="urn:microsoft.com/office/officeart/2005/8/layout/process4"/>
    <dgm:cxn modelId="{E59A16B0-422C-49E9-A01E-028EF0620478}" srcId="{7AEE5FFC-D033-4DD9-82C4-C9B256FF616C}" destId="{BEE70C7E-8EA5-41CF-95B7-F0A03C58E988}" srcOrd="1" destOrd="0" parTransId="{31B94A69-9C4B-4BE2-A40E-F7D437D24993}" sibTransId="{0624E406-79EA-43A3-83B2-301CC9F6E429}"/>
    <dgm:cxn modelId="{25AB7EC8-94E5-1445-9B4A-AB35A1262BE1}" type="presOf" srcId="{E35A9E83-CBC0-4E19-A143-24B9CFA60D1E}" destId="{A294EB3E-E6E5-354E-8011-08CA04443949}" srcOrd="0" destOrd="0" presId="urn:microsoft.com/office/officeart/2005/8/layout/process4"/>
    <dgm:cxn modelId="{05BA86CB-461A-7741-BAEB-3D0094519455}" type="presOf" srcId="{03140D5E-9770-4368-A3AC-2769E2424485}" destId="{ACFC1A07-6E66-3E4F-A022-A138D905CB58}" srcOrd="0" destOrd="0" presId="urn:microsoft.com/office/officeart/2005/8/layout/process4"/>
    <dgm:cxn modelId="{CA5C26D1-C347-45FE-B4E0-44AAD09B5868}" srcId="{0D0AC430-5F8C-4B39-AF31-84E7CA047B47}" destId="{05648BB7-EDEB-498D-9BBC-4460A8F20EB9}" srcOrd="2" destOrd="0" parTransId="{C9CFB744-61A2-4DDA-B0AB-A65E40FC6A48}" sibTransId="{DA7B9A04-82C1-486A-8192-27964165070C}"/>
    <dgm:cxn modelId="{CB45C0D6-6120-417A-9DA9-855B8F103D84}" srcId="{7AEE5FFC-D033-4DD9-82C4-C9B256FF616C}" destId="{75FBF688-8329-4E5E-9A91-39AE124D7557}" srcOrd="0" destOrd="0" parTransId="{A4F60D60-4926-4597-A113-49A43FBE051B}" sibTransId="{7E8F1CCB-2BBD-4645-BBA4-86AE8CC0C425}"/>
    <dgm:cxn modelId="{0EF20CDC-710F-344B-81F8-AFE676A44F0A}" type="presParOf" srcId="{247E706F-ECA0-DD48-B96B-E4A0ECE03953}" destId="{1C7CCFEC-FE66-B14B-9967-5299822D46D8}" srcOrd="0" destOrd="0" presId="urn:microsoft.com/office/officeart/2005/8/layout/process4"/>
    <dgm:cxn modelId="{9F802EE0-434C-BE40-B13A-C7528CE9C376}" type="presParOf" srcId="{1C7CCFEC-FE66-B14B-9967-5299822D46D8}" destId="{AC3D08C6-2AFE-3043-ACEB-370137A9D838}" srcOrd="0" destOrd="0" presId="urn:microsoft.com/office/officeart/2005/8/layout/process4"/>
    <dgm:cxn modelId="{022FFEE5-12DB-7F44-8239-0D970F7CBB1F}" type="presParOf" srcId="{1C7CCFEC-FE66-B14B-9967-5299822D46D8}" destId="{8685003F-2848-6D42-B95C-67658DDC117E}" srcOrd="1" destOrd="0" presId="urn:microsoft.com/office/officeart/2005/8/layout/process4"/>
    <dgm:cxn modelId="{8EDC4D28-8787-7048-A48C-1C3D2B07492D}" type="presParOf" srcId="{1C7CCFEC-FE66-B14B-9967-5299822D46D8}" destId="{217514C0-27E7-3C46-8EF6-C55E749473C4}" srcOrd="2" destOrd="0" presId="urn:microsoft.com/office/officeart/2005/8/layout/process4"/>
    <dgm:cxn modelId="{041FF272-5A43-7B42-A8B0-81483E41141E}" type="presParOf" srcId="{217514C0-27E7-3C46-8EF6-C55E749473C4}" destId="{5322279D-91B1-EE46-81AD-0B7FB3BCCDB3}" srcOrd="0" destOrd="0" presId="urn:microsoft.com/office/officeart/2005/8/layout/process4"/>
    <dgm:cxn modelId="{B61854AD-ABDA-7643-B0C3-39DA04B491E3}" type="presParOf" srcId="{217514C0-27E7-3C46-8EF6-C55E749473C4}" destId="{ACFC1A07-6E66-3E4F-A022-A138D905CB58}" srcOrd="1" destOrd="0" presId="urn:microsoft.com/office/officeart/2005/8/layout/process4"/>
    <dgm:cxn modelId="{42882C6C-C574-D647-A07D-1B8DE2F2BB65}" type="presParOf" srcId="{217514C0-27E7-3C46-8EF6-C55E749473C4}" destId="{F08960E9-D14B-3348-85F3-E3B16ABEC680}" srcOrd="2" destOrd="0" presId="urn:microsoft.com/office/officeart/2005/8/layout/process4"/>
    <dgm:cxn modelId="{4D2614C2-C27B-6F47-B2D5-1D250B0CCD3B}" type="presParOf" srcId="{217514C0-27E7-3C46-8EF6-C55E749473C4}" destId="{A294EB3E-E6E5-354E-8011-08CA04443949}" srcOrd="3" destOrd="0" presId="urn:microsoft.com/office/officeart/2005/8/layout/process4"/>
    <dgm:cxn modelId="{1D144A27-0BD4-6F45-B519-1B5CB0641B52}" type="presParOf" srcId="{217514C0-27E7-3C46-8EF6-C55E749473C4}" destId="{08266341-D536-0B45-B3EC-E13D5C50C978}" srcOrd="4" destOrd="0" presId="urn:microsoft.com/office/officeart/2005/8/layout/process4"/>
    <dgm:cxn modelId="{2BC0936B-A006-AE44-A376-2FF7EEDE86EE}" type="presParOf" srcId="{247E706F-ECA0-DD48-B96B-E4A0ECE03953}" destId="{DA13FEC6-9962-A04B-A9AD-D897AC215EF4}" srcOrd="1" destOrd="0" presId="urn:microsoft.com/office/officeart/2005/8/layout/process4"/>
    <dgm:cxn modelId="{AE7B6784-1509-DE40-851D-2341A9A85746}" type="presParOf" srcId="{247E706F-ECA0-DD48-B96B-E4A0ECE03953}" destId="{FB998446-2BAB-CF42-8748-E4D7F1066B32}" srcOrd="2" destOrd="0" presId="urn:microsoft.com/office/officeart/2005/8/layout/process4"/>
    <dgm:cxn modelId="{79DD6956-4A5B-F444-8240-F95696B5FC8A}" type="presParOf" srcId="{FB998446-2BAB-CF42-8748-E4D7F1066B32}" destId="{05757437-A151-A147-86A2-87F48C9D42AB}" srcOrd="0" destOrd="0" presId="urn:microsoft.com/office/officeart/2005/8/layout/process4"/>
    <dgm:cxn modelId="{A731EB1F-63A2-F148-B72E-64DE15684776}" type="presParOf" srcId="{247E706F-ECA0-DD48-B96B-E4A0ECE03953}" destId="{BD9A51AC-5B64-754A-AC79-32F3FEC0E09B}" srcOrd="3" destOrd="0" presId="urn:microsoft.com/office/officeart/2005/8/layout/process4"/>
    <dgm:cxn modelId="{9A581F6A-66E0-174F-A1E3-26796365543D}" type="presParOf" srcId="{247E706F-ECA0-DD48-B96B-E4A0ECE03953}" destId="{504CB4BE-8D45-A74D-8EB6-14130D5EA51F}" srcOrd="4" destOrd="0" presId="urn:microsoft.com/office/officeart/2005/8/layout/process4"/>
    <dgm:cxn modelId="{2B8E453A-16AB-1C49-99CD-0D07D28F5AF6}" type="presParOf" srcId="{504CB4BE-8D45-A74D-8EB6-14130D5EA51F}" destId="{684799A3-0554-1F4C-8D08-02BEC2FBEA0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BE0C13-D66F-D84F-A494-DCCDFEDDF31F}" type="doc">
      <dgm:prSet loTypeId="urn:microsoft.com/office/officeart/2005/8/layout/vList2" loCatId="list" qsTypeId="urn:microsoft.com/office/officeart/2005/8/quickstyle/simple1" qsCatId="simple" csTypeId="urn:microsoft.com/office/officeart/2005/8/colors/accent3_3" csCatId="accent3" phldr="1"/>
      <dgm:spPr/>
      <dgm:t>
        <a:bodyPr/>
        <a:lstStyle/>
        <a:p>
          <a:endParaRPr lang="en-GB"/>
        </a:p>
      </dgm:t>
    </dgm:pt>
    <dgm:pt modelId="{B47D9C43-FC29-624E-ACFD-1DA15070ADCB}">
      <dgm:prSet phldrT="[Text]"/>
      <dgm:spPr/>
      <dgm:t>
        <a:bodyPr/>
        <a:lstStyle/>
        <a:p>
          <a:pPr>
            <a:buNone/>
          </a:pPr>
          <a:r>
            <a:rPr lang="en-US" b="1">
              <a:latin typeface="Aptos Display" pitchFamily="34" charset="0"/>
              <a:ea typeface="Aptos Display" pitchFamily="34" charset="-122"/>
              <a:cs typeface="Aptos Display" pitchFamily="34" charset="-120"/>
            </a:rPr>
            <a:t>Case study</a:t>
          </a:r>
          <a:endParaRPr lang="en-GB" dirty="0"/>
        </a:p>
      </dgm:t>
    </dgm:pt>
    <dgm:pt modelId="{6782BEA5-131F-7A48-9421-0459845A71DC}" type="parTrans" cxnId="{57D04C4B-1A14-2444-B7AA-829EDDBE43F9}">
      <dgm:prSet/>
      <dgm:spPr/>
      <dgm:t>
        <a:bodyPr/>
        <a:lstStyle/>
        <a:p>
          <a:endParaRPr lang="en-GB"/>
        </a:p>
      </dgm:t>
    </dgm:pt>
    <dgm:pt modelId="{1A2B081D-46DB-F846-B12D-2CD5B2431A93}" type="sibTrans" cxnId="{57D04C4B-1A14-2444-B7AA-829EDDBE43F9}">
      <dgm:prSet/>
      <dgm:spPr/>
      <dgm:t>
        <a:bodyPr/>
        <a:lstStyle/>
        <a:p>
          <a:endParaRPr lang="en-GB"/>
        </a:p>
      </dgm:t>
    </dgm:pt>
    <dgm:pt modelId="{B2280FE4-33F0-2247-AB2C-DB37DA9B2AE1}">
      <dgm:prSet phldrT="[Text]"/>
      <dgm:spPr/>
      <dgm:t>
        <a:bodyPr/>
        <a:lstStyle/>
        <a:p>
          <a:r>
            <a:rPr lang="en-US">
              <a:latin typeface="Aptos" pitchFamily="34" charset="0"/>
              <a:ea typeface="Aptos" pitchFamily="34" charset="-122"/>
              <a:cs typeface="Aptos" pitchFamily="34" charset="-120"/>
            </a:rPr>
            <a:t>Treats one bounded case as the basis for holistic, in-depth exploration. </a:t>
          </a:r>
          <a:endParaRPr lang="en-GB" dirty="0"/>
        </a:p>
      </dgm:t>
    </dgm:pt>
    <dgm:pt modelId="{16A4A13F-7378-FE4E-A797-516E765C3346}" type="parTrans" cxnId="{CB8E8044-EF17-2348-B3D6-9337278715DC}">
      <dgm:prSet/>
      <dgm:spPr/>
      <dgm:t>
        <a:bodyPr/>
        <a:lstStyle/>
        <a:p>
          <a:endParaRPr lang="en-GB"/>
        </a:p>
      </dgm:t>
    </dgm:pt>
    <dgm:pt modelId="{495E89F9-C58E-BB46-8CB2-CAA268111B5B}" type="sibTrans" cxnId="{CB8E8044-EF17-2348-B3D6-9337278715DC}">
      <dgm:prSet/>
      <dgm:spPr/>
      <dgm:t>
        <a:bodyPr/>
        <a:lstStyle/>
        <a:p>
          <a:endParaRPr lang="en-GB"/>
        </a:p>
      </dgm:t>
    </dgm:pt>
    <dgm:pt modelId="{76DF0B51-F2B4-D34B-B9BE-7C5655F94189}">
      <dgm:prSet phldrT="[Text]"/>
      <dgm:spPr/>
      <dgm:t>
        <a:bodyPr/>
        <a:lstStyle/>
        <a:p>
          <a:pPr>
            <a:buNone/>
          </a:pPr>
          <a:r>
            <a:rPr lang="en-US" b="1">
              <a:latin typeface="Aptos Display" pitchFamily="34" charset="0"/>
              <a:ea typeface="Aptos Display" pitchFamily="34" charset="-122"/>
              <a:cs typeface="Aptos Display" pitchFamily="34" charset="-120"/>
            </a:rPr>
            <a:t>Oral history</a:t>
          </a:r>
          <a:endParaRPr lang="en-GB" dirty="0"/>
        </a:p>
      </dgm:t>
    </dgm:pt>
    <dgm:pt modelId="{92184481-4C2B-494F-81B6-30AEE916CD2F}" type="parTrans" cxnId="{9A78A27B-8E28-724F-9F4D-66C90653F8AC}">
      <dgm:prSet/>
      <dgm:spPr/>
      <dgm:t>
        <a:bodyPr/>
        <a:lstStyle/>
        <a:p>
          <a:endParaRPr lang="en-GB"/>
        </a:p>
      </dgm:t>
    </dgm:pt>
    <dgm:pt modelId="{0464324F-023B-4A4D-92F9-3CF309700C1A}" type="sibTrans" cxnId="{9A78A27B-8E28-724F-9F4D-66C90653F8AC}">
      <dgm:prSet/>
      <dgm:spPr/>
      <dgm:t>
        <a:bodyPr/>
        <a:lstStyle/>
        <a:p>
          <a:endParaRPr lang="en-GB"/>
        </a:p>
      </dgm:t>
    </dgm:pt>
    <dgm:pt modelId="{26D3DD75-C632-4D4A-B345-C2A762E14142}">
      <dgm:prSet phldrT="[Text]"/>
      <dgm:spPr/>
      <dgm:t>
        <a:bodyPr/>
        <a:lstStyle/>
        <a:p>
          <a:r>
            <a:rPr lang="en-US">
              <a:latin typeface="Aptos" pitchFamily="34" charset="0"/>
              <a:ea typeface="Aptos" pitchFamily="34" charset="-122"/>
              <a:cs typeface="Aptos" pitchFamily="34" charset="-120"/>
            </a:rPr>
            <a:t>Uses personal accounts to reconstruct events, experiences, or social processes.</a:t>
          </a:r>
          <a:endParaRPr lang="en-GB" dirty="0"/>
        </a:p>
      </dgm:t>
    </dgm:pt>
    <dgm:pt modelId="{0DDEE406-619E-B349-9756-FD559381819E}" type="parTrans" cxnId="{5AEC5726-7B45-0746-BB04-924E6DE76AA9}">
      <dgm:prSet/>
      <dgm:spPr/>
      <dgm:t>
        <a:bodyPr/>
        <a:lstStyle/>
        <a:p>
          <a:endParaRPr lang="en-GB"/>
        </a:p>
      </dgm:t>
    </dgm:pt>
    <dgm:pt modelId="{57E09022-2873-C942-A54B-D00307D7682B}" type="sibTrans" cxnId="{5AEC5726-7B45-0746-BB04-924E6DE76AA9}">
      <dgm:prSet/>
      <dgm:spPr/>
      <dgm:t>
        <a:bodyPr/>
        <a:lstStyle/>
        <a:p>
          <a:endParaRPr lang="en-GB"/>
        </a:p>
      </dgm:t>
    </dgm:pt>
    <dgm:pt modelId="{6615AB1A-F834-FD45-A870-505CBA52FAD1}">
      <dgm:prSet phldrT="[Text]"/>
      <dgm:spPr/>
      <dgm:t>
        <a:bodyPr/>
        <a:lstStyle/>
        <a:p>
          <a:pPr>
            <a:buNone/>
          </a:pPr>
          <a:r>
            <a:rPr lang="en-US" b="1">
              <a:latin typeface="Aptos Display" pitchFamily="34" charset="0"/>
              <a:ea typeface="Aptos Display" pitchFamily="34" charset="-122"/>
              <a:cs typeface="Aptos Display" pitchFamily="34" charset="-120"/>
            </a:rPr>
            <a:t>Focus groups and group interviews</a:t>
          </a:r>
          <a:endParaRPr lang="en-GB" dirty="0"/>
        </a:p>
      </dgm:t>
    </dgm:pt>
    <dgm:pt modelId="{8738602D-E54D-2146-ACE9-288569773DB4}" type="parTrans" cxnId="{D4131E6C-6927-F24E-AE4A-0BB70D4A1FE6}">
      <dgm:prSet/>
      <dgm:spPr/>
      <dgm:t>
        <a:bodyPr/>
        <a:lstStyle/>
        <a:p>
          <a:endParaRPr lang="en-GB"/>
        </a:p>
      </dgm:t>
    </dgm:pt>
    <dgm:pt modelId="{4D68C2DF-9818-4544-899B-C49E7B941B1B}" type="sibTrans" cxnId="{D4131E6C-6927-F24E-AE4A-0BB70D4A1FE6}">
      <dgm:prSet/>
      <dgm:spPr/>
      <dgm:t>
        <a:bodyPr/>
        <a:lstStyle/>
        <a:p>
          <a:endParaRPr lang="en-GB"/>
        </a:p>
      </dgm:t>
    </dgm:pt>
    <dgm:pt modelId="{50C5FAE5-C8A0-EB43-9C6D-495F7BCC601E}">
      <dgm:prSet phldrT="[Text]"/>
      <dgm:spPr/>
      <dgm:t>
        <a:bodyPr/>
        <a:lstStyle/>
        <a:p>
          <a:r>
            <a:rPr lang="en-US">
              <a:latin typeface="Aptos" pitchFamily="34" charset="0"/>
              <a:ea typeface="Aptos" pitchFamily="34" charset="-122"/>
              <a:cs typeface="Aptos" pitchFamily="34" charset="-120"/>
            </a:rPr>
            <a:t>Use guided discussion to generate detailed views from participants.</a:t>
          </a:r>
          <a:endParaRPr lang="en-GB" dirty="0"/>
        </a:p>
      </dgm:t>
    </dgm:pt>
    <dgm:pt modelId="{60A794A4-AF14-B448-8679-2F5987AFE110}" type="parTrans" cxnId="{B53A9863-F3CC-BD4B-88FC-13B7BC1E2347}">
      <dgm:prSet/>
      <dgm:spPr/>
      <dgm:t>
        <a:bodyPr/>
        <a:lstStyle/>
        <a:p>
          <a:endParaRPr lang="en-GB"/>
        </a:p>
      </dgm:t>
    </dgm:pt>
    <dgm:pt modelId="{7C649A13-7745-D546-B359-07FB2263526C}" type="sibTrans" cxnId="{B53A9863-F3CC-BD4B-88FC-13B7BC1E2347}">
      <dgm:prSet/>
      <dgm:spPr/>
      <dgm:t>
        <a:bodyPr/>
        <a:lstStyle/>
        <a:p>
          <a:endParaRPr lang="en-GB"/>
        </a:p>
      </dgm:t>
    </dgm:pt>
    <dgm:pt modelId="{0EB525DF-3D92-9D4A-A3AE-BEB9C58417D8}">
      <dgm:prSet phldrT="[Text]"/>
      <dgm:spPr/>
      <dgm:t>
        <a:bodyPr/>
        <a:lstStyle/>
        <a:p>
          <a:pPr>
            <a:buNone/>
          </a:pPr>
          <a:r>
            <a:rPr lang="en-US" b="1">
              <a:latin typeface="Aptos Display" pitchFamily="34" charset="0"/>
              <a:ea typeface="Aptos Display" pitchFamily="34" charset="-122"/>
              <a:cs typeface="Aptos Display" pitchFamily="34" charset="-120"/>
            </a:rPr>
            <a:t>Participant observation</a:t>
          </a:r>
          <a:endParaRPr lang="en-GB" dirty="0"/>
        </a:p>
      </dgm:t>
    </dgm:pt>
    <dgm:pt modelId="{76735836-7D42-314B-8E18-3ADB4F43BAA9}" type="parTrans" cxnId="{C4140C0A-C8D2-8148-B62B-EC9D8571F52B}">
      <dgm:prSet/>
      <dgm:spPr/>
      <dgm:t>
        <a:bodyPr/>
        <a:lstStyle/>
        <a:p>
          <a:endParaRPr lang="en-GB"/>
        </a:p>
      </dgm:t>
    </dgm:pt>
    <dgm:pt modelId="{C08B5259-ABF7-B14C-A638-002CFB530622}" type="sibTrans" cxnId="{C4140C0A-C8D2-8148-B62B-EC9D8571F52B}">
      <dgm:prSet/>
      <dgm:spPr/>
      <dgm:t>
        <a:bodyPr/>
        <a:lstStyle/>
        <a:p>
          <a:endParaRPr lang="en-GB"/>
        </a:p>
      </dgm:t>
    </dgm:pt>
    <dgm:pt modelId="{734D108B-4BD5-0643-96E1-73EEE621E1A2}">
      <dgm:prSet phldrT="[Text]"/>
      <dgm:spPr/>
      <dgm:t>
        <a:bodyPr/>
        <a:lstStyle/>
        <a:p>
          <a:r>
            <a:rPr lang="en-US">
              <a:latin typeface="Aptos" pitchFamily="34" charset="0"/>
              <a:ea typeface="Aptos" pitchFamily="34" charset="-122"/>
              <a:cs typeface="Aptos" pitchFamily="34" charset="-120"/>
            </a:rPr>
            <a:t>Builds rich understanding through close interaction and detailed notes.</a:t>
          </a:r>
          <a:endParaRPr lang="en-GB" dirty="0"/>
        </a:p>
      </dgm:t>
    </dgm:pt>
    <dgm:pt modelId="{3BF6123A-2A38-D148-B5D7-5A384FDF6FD2}" type="parTrans" cxnId="{8FA9D8D5-7CEB-EB48-8463-BDE15B769ECD}">
      <dgm:prSet/>
      <dgm:spPr/>
      <dgm:t>
        <a:bodyPr/>
        <a:lstStyle/>
        <a:p>
          <a:endParaRPr lang="en-GB"/>
        </a:p>
      </dgm:t>
    </dgm:pt>
    <dgm:pt modelId="{B51B6304-FB1D-C34D-A0CB-C5CA95517492}" type="sibTrans" cxnId="{8FA9D8D5-7CEB-EB48-8463-BDE15B769ECD}">
      <dgm:prSet/>
      <dgm:spPr/>
      <dgm:t>
        <a:bodyPr/>
        <a:lstStyle/>
        <a:p>
          <a:endParaRPr lang="en-GB"/>
        </a:p>
      </dgm:t>
    </dgm:pt>
    <dgm:pt modelId="{D0D80182-030D-3244-8A87-FA35B6A58FC3}">
      <dgm:prSet phldrT="[Text]"/>
      <dgm:spPr/>
      <dgm:t>
        <a:bodyPr/>
        <a:lstStyle/>
        <a:p>
          <a:pPr>
            <a:buNone/>
          </a:pPr>
          <a:r>
            <a:rPr lang="en-US" b="1">
              <a:latin typeface="Aptos Display" pitchFamily="34" charset="0"/>
              <a:ea typeface="Aptos Display" pitchFamily="34" charset="-122"/>
              <a:cs typeface="Aptos Display" pitchFamily="34" charset="-120"/>
            </a:rPr>
            <a:t>Holistic research</a:t>
          </a:r>
          <a:endParaRPr lang="en-GB" dirty="0"/>
        </a:p>
      </dgm:t>
    </dgm:pt>
    <dgm:pt modelId="{834C4578-47FF-8F45-90A5-F65DD53A0AA7}" type="parTrans" cxnId="{25CA4B98-2CBE-934A-AB7C-951DA7B41FF7}">
      <dgm:prSet/>
      <dgm:spPr/>
      <dgm:t>
        <a:bodyPr/>
        <a:lstStyle/>
        <a:p>
          <a:endParaRPr lang="en-GB"/>
        </a:p>
      </dgm:t>
    </dgm:pt>
    <dgm:pt modelId="{AEB88B26-BEFC-DF4F-B617-C12D16AC05A2}" type="sibTrans" cxnId="{25CA4B98-2CBE-934A-AB7C-951DA7B41FF7}">
      <dgm:prSet/>
      <dgm:spPr/>
      <dgm:t>
        <a:bodyPr/>
        <a:lstStyle/>
        <a:p>
          <a:endParaRPr lang="en-GB"/>
        </a:p>
      </dgm:t>
    </dgm:pt>
    <dgm:pt modelId="{65049147-CA0E-824C-82A4-A041365C74D1}">
      <dgm:prSet phldrT="[Text]"/>
      <dgm:spPr/>
      <dgm:t>
        <a:bodyPr/>
        <a:lstStyle/>
        <a:p>
          <a:r>
            <a:rPr lang="en-US">
              <a:latin typeface="Aptos" pitchFamily="34" charset="0"/>
              <a:ea typeface="Aptos" pitchFamily="34" charset="-122"/>
              <a:cs typeface="Aptos" pitchFamily="34" charset="-120"/>
            </a:rPr>
            <a:t>Understanding a phenomenon in its totality and from multiple perspectives.</a:t>
          </a:r>
          <a:endParaRPr lang="en-GB" dirty="0"/>
        </a:p>
      </dgm:t>
    </dgm:pt>
    <dgm:pt modelId="{685718F6-290D-A244-9C64-906B372427BA}" type="parTrans" cxnId="{3F8DD4C1-51C3-2E4B-B848-879029F2C83F}">
      <dgm:prSet/>
      <dgm:spPr/>
      <dgm:t>
        <a:bodyPr/>
        <a:lstStyle/>
        <a:p>
          <a:endParaRPr lang="en-GB"/>
        </a:p>
      </dgm:t>
    </dgm:pt>
    <dgm:pt modelId="{53A384D1-2A30-AD4A-BE4D-2CE8BB684E09}" type="sibTrans" cxnId="{3F8DD4C1-51C3-2E4B-B848-879029F2C83F}">
      <dgm:prSet/>
      <dgm:spPr/>
      <dgm:t>
        <a:bodyPr/>
        <a:lstStyle/>
        <a:p>
          <a:endParaRPr lang="en-GB"/>
        </a:p>
      </dgm:t>
    </dgm:pt>
    <dgm:pt modelId="{2497F2B7-16F3-7B49-82FE-0E27840E2805}">
      <dgm:prSet phldrT="[Text]"/>
      <dgm:spPr/>
      <dgm:t>
        <a:bodyPr/>
        <a:lstStyle/>
        <a:p>
          <a:pPr>
            <a:buNone/>
          </a:pPr>
          <a:r>
            <a:rPr lang="en-US" b="1">
              <a:latin typeface="Aptos Display" pitchFamily="34" charset="0"/>
              <a:ea typeface="Aptos Display" pitchFamily="34" charset="-122"/>
              <a:cs typeface="Aptos Display" pitchFamily="34" charset="-120"/>
            </a:rPr>
            <a:t>Community discussion forums</a:t>
          </a:r>
          <a:endParaRPr lang="en-GB" dirty="0"/>
        </a:p>
      </dgm:t>
    </dgm:pt>
    <dgm:pt modelId="{65EBE9AF-BFE2-794E-9A17-062F9CA814C2}" type="parTrans" cxnId="{0407E134-50F6-5841-B407-51CE6A20D177}">
      <dgm:prSet/>
      <dgm:spPr/>
      <dgm:t>
        <a:bodyPr/>
        <a:lstStyle/>
        <a:p>
          <a:endParaRPr lang="en-GB"/>
        </a:p>
      </dgm:t>
    </dgm:pt>
    <dgm:pt modelId="{23999C92-D0DC-ED43-B07C-AF86F101AF1F}" type="sibTrans" cxnId="{0407E134-50F6-5841-B407-51CE6A20D177}">
      <dgm:prSet/>
      <dgm:spPr/>
      <dgm:t>
        <a:bodyPr/>
        <a:lstStyle/>
        <a:p>
          <a:endParaRPr lang="en-GB"/>
        </a:p>
      </dgm:t>
    </dgm:pt>
    <dgm:pt modelId="{9F861A58-A129-C547-95A6-73A2767A6C6F}">
      <dgm:prSet phldrT="[Text]"/>
      <dgm:spPr/>
      <dgm:t>
        <a:bodyPr/>
        <a:lstStyle/>
        <a:p>
          <a:r>
            <a:rPr lang="en-US">
              <a:latin typeface="Aptos" pitchFamily="34" charset="0"/>
              <a:ea typeface="Aptos" pitchFamily="34" charset="-122"/>
              <a:cs typeface="Aptos" pitchFamily="34" charset="-120"/>
            </a:rPr>
            <a:t>Gather views on community issues through large-scale open discussion.</a:t>
          </a:r>
          <a:endParaRPr lang="en-GB" dirty="0"/>
        </a:p>
      </dgm:t>
    </dgm:pt>
    <dgm:pt modelId="{2394ECC0-9FFC-B54F-8938-12856DC7E05C}" type="parTrans" cxnId="{89672767-7338-1743-A5EB-0CFD045759C8}">
      <dgm:prSet/>
      <dgm:spPr/>
      <dgm:t>
        <a:bodyPr/>
        <a:lstStyle/>
        <a:p>
          <a:endParaRPr lang="en-GB"/>
        </a:p>
      </dgm:t>
    </dgm:pt>
    <dgm:pt modelId="{56CFEF76-AD70-9B4A-8489-5D63C03D0893}" type="sibTrans" cxnId="{89672767-7338-1743-A5EB-0CFD045759C8}">
      <dgm:prSet/>
      <dgm:spPr/>
      <dgm:t>
        <a:bodyPr/>
        <a:lstStyle/>
        <a:p>
          <a:endParaRPr lang="en-GB"/>
        </a:p>
      </dgm:t>
    </dgm:pt>
    <dgm:pt modelId="{E6AA0A4C-327F-E848-BB23-0C56A243326B}">
      <dgm:prSet phldrT="[Text]"/>
      <dgm:spPr/>
      <dgm:t>
        <a:bodyPr/>
        <a:lstStyle/>
        <a:p>
          <a:pPr>
            <a:buNone/>
          </a:pPr>
          <a:r>
            <a:rPr lang="en-US" b="1">
              <a:latin typeface="Aptos Display" pitchFamily="34" charset="0"/>
              <a:ea typeface="Aptos Display" pitchFamily="34" charset="-122"/>
              <a:cs typeface="Aptos Display" pitchFamily="34" charset="-120"/>
            </a:rPr>
            <a:t>Reflective journal log</a:t>
          </a:r>
          <a:endParaRPr lang="en-GB" dirty="0"/>
        </a:p>
      </dgm:t>
    </dgm:pt>
    <dgm:pt modelId="{9AB663CA-D84A-E84B-A751-D36EA1E75000}" type="parTrans" cxnId="{2D570F50-1979-DA46-8C15-C901D9318F6F}">
      <dgm:prSet/>
      <dgm:spPr/>
      <dgm:t>
        <a:bodyPr/>
        <a:lstStyle/>
        <a:p>
          <a:endParaRPr lang="en-GB"/>
        </a:p>
      </dgm:t>
    </dgm:pt>
    <dgm:pt modelId="{90542D07-63C7-FD49-997A-088A61362B4D}" type="sibTrans" cxnId="{2D570F50-1979-DA46-8C15-C901D9318F6F}">
      <dgm:prSet/>
      <dgm:spPr/>
      <dgm:t>
        <a:bodyPr/>
        <a:lstStyle/>
        <a:p>
          <a:endParaRPr lang="en-GB"/>
        </a:p>
      </dgm:t>
    </dgm:pt>
    <dgm:pt modelId="{FF2DF237-CB16-3748-AD41-F62E74AC3D7C}">
      <dgm:prSet phldrT="[Text]"/>
      <dgm:spPr/>
      <dgm:t>
        <a:bodyPr/>
        <a:lstStyle/>
        <a:p>
          <a:r>
            <a:rPr lang="en-US">
              <a:latin typeface="Aptos" pitchFamily="34" charset="0"/>
              <a:ea typeface="Aptos" pitchFamily="34" charset="-122"/>
              <a:cs typeface="Aptos" pitchFamily="34" charset="-120"/>
            </a:rPr>
            <a:t>Uses structured reflective notes as a basis for analysis and conclusions.</a:t>
          </a:r>
          <a:endParaRPr lang="en-GB" dirty="0"/>
        </a:p>
      </dgm:t>
    </dgm:pt>
    <dgm:pt modelId="{D91F6CA7-B781-BA4B-B3AF-68B45E51281C}" type="parTrans" cxnId="{7F7A2E8C-85A4-584D-8BDD-E4E67D8C21E2}">
      <dgm:prSet/>
      <dgm:spPr/>
      <dgm:t>
        <a:bodyPr/>
        <a:lstStyle/>
        <a:p>
          <a:endParaRPr lang="en-GB"/>
        </a:p>
      </dgm:t>
    </dgm:pt>
    <dgm:pt modelId="{723D3B46-67D6-9E4B-ADCB-10B0AB6C0868}" type="sibTrans" cxnId="{7F7A2E8C-85A4-584D-8BDD-E4E67D8C21E2}">
      <dgm:prSet/>
      <dgm:spPr/>
      <dgm:t>
        <a:bodyPr/>
        <a:lstStyle/>
        <a:p>
          <a:endParaRPr lang="en-GB"/>
        </a:p>
      </dgm:t>
    </dgm:pt>
    <dgm:pt modelId="{8DB53766-61C0-8E49-8084-B6E7A7F43515}" type="pres">
      <dgm:prSet presAssocID="{51BE0C13-D66F-D84F-A494-DCCDFEDDF31F}" presName="linear" presStyleCnt="0">
        <dgm:presLayoutVars>
          <dgm:animLvl val="lvl"/>
          <dgm:resizeHandles val="exact"/>
        </dgm:presLayoutVars>
      </dgm:prSet>
      <dgm:spPr/>
    </dgm:pt>
    <dgm:pt modelId="{6A00A029-4FC8-8945-9072-1CADA7A090E6}" type="pres">
      <dgm:prSet presAssocID="{B47D9C43-FC29-624E-ACFD-1DA15070ADCB}" presName="parentText" presStyleLbl="node1" presStyleIdx="0" presStyleCnt="7">
        <dgm:presLayoutVars>
          <dgm:chMax val="0"/>
          <dgm:bulletEnabled val="1"/>
        </dgm:presLayoutVars>
      </dgm:prSet>
      <dgm:spPr/>
    </dgm:pt>
    <dgm:pt modelId="{D05F268B-5263-4A4C-A4DE-BA55E6361472}" type="pres">
      <dgm:prSet presAssocID="{B47D9C43-FC29-624E-ACFD-1DA15070ADCB}" presName="childText" presStyleLbl="revTx" presStyleIdx="0" presStyleCnt="7">
        <dgm:presLayoutVars>
          <dgm:bulletEnabled val="1"/>
        </dgm:presLayoutVars>
      </dgm:prSet>
      <dgm:spPr/>
    </dgm:pt>
    <dgm:pt modelId="{EE84EDB8-AEA4-7144-926C-BC95C134C9BB}" type="pres">
      <dgm:prSet presAssocID="{76DF0B51-F2B4-D34B-B9BE-7C5655F94189}" presName="parentText" presStyleLbl="node1" presStyleIdx="1" presStyleCnt="7">
        <dgm:presLayoutVars>
          <dgm:chMax val="0"/>
          <dgm:bulletEnabled val="1"/>
        </dgm:presLayoutVars>
      </dgm:prSet>
      <dgm:spPr/>
    </dgm:pt>
    <dgm:pt modelId="{E5935F16-46C9-3342-AB02-5469F820B437}" type="pres">
      <dgm:prSet presAssocID="{76DF0B51-F2B4-D34B-B9BE-7C5655F94189}" presName="childText" presStyleLbl="revTx" presStyleIdx="1" presStyleCnt="7">
        <dgm:presLayoutVars>
          <dgm:bulletEnabled val="1"/>
        </dgm:presLayoutVars>
      </dgm:prSet>
      <dgm:spPr/>
    </dgm:pt>
    <dgm:pt modelId="{7959FA74-7D71-2641-89A2-B64F8F091F84}" type="pres">
      <dgm:prSet presAssocID="{6615AB1A-F834-FD45-A870-505CBA52FAD1}" presName="parentText" presStyleLbl="node1" presStyleIdx="2" presStyleCnt="7">
        <dgm:presLayoutVars>
          <dgm:chMax val="0"/>
          <dgm:bulletEnabled val="1"/>
        </dgm:presLayoutVars>
      </dgm:prSet>
      <dgm:spPr/>
    </dgm:pt>
    <dgm:pt modelId="{EA0C8C0F-D96C-1B42-9EDB-ECA755BE44AF}" type="pres">
      <dgm:prSet presAssocID="{6615AB1A-F834-FD45-A870-505CBA52FAD1}" presName="childText" presStyleLbl="revTx" presStyleIdx="2" presStyleCnt="7">
        <dgm:presLayoutVars>
          <dgm:bulletEnabled val="1"/>
        </dgm:presLayoutVars>
      </dgm:prSet>
      <dgm:spPr/>
    </dgm:pt>
    <dgm:pt modelId="{379B03CE-4320-1E42-AFCA-DD0B778920F2}" type="pres">
      <dgm:prSet presAssocID="{0EB525DF-3D92-9D4A-A3AE-BEB9C58417D8}" presName="parentText" presStyleLbl="node1" presStyleIdx="3" presStyleCnt="7">
        <dgm:presLayoutVars>
          <dgm:chMax val="0"/>
          <dgm:bulletEnabled val="1"/>
        </dgm:presLayoutVars>
      </dgm:prSet>
      <dgm:spPr/>
    </dgm:pt>
    <dgm:pt modelId="{F7A2BBAA-286D-2C46-BDDC-D490B90EE86F}" type="pres">
      <dgm:prSet presAssocID="{0EB525DF-3D92-9D4A-A3AE-BEB9C58417D8}" presName="childText" presStyleLbl="revTx" presStyleIdx="3" presStyleCnt="7">
        <dgm:presLayoutVars>
          <dgm:bulletEnabled val="1"/>
        </dgm:presLayoutVars>
      </dgm:prSet>
      <dgm:spPr/>
    </dgm:pt>
    <dgm:pt modelId="{F6815680-B412-EA48-9640-B087CEB6CD11}" type="pres">
      <dgm:prSet presAssocID="{D0D80182-030D-3244-8A87-FA35B6A58FC3}" presName="parentText" presStyleLbl="node1" presStyleIdx="4" presStyleCnt="7">
        <dgm:presLayoutVars>
          <dgm:chMax val="0"/>
          <dgm:bulletEnabled val="1"/>
        </dgm:presLayoutVars>
      </dgm:prSet>
      <dgm:spPr/>
    </dgm:pt>
    <dgm:pt modelId="{B0E2B6F4-C92E-3D4C-9BA4-6D24DAF23F83}" type="pres">
      <dgm:prSet presAssocID="{D0D80182-030D-3244-8A87-FA35B6A58FC3}" presName="childText" presStyleLbl="revTx" presStyleIdx="4" presStyleCnt="7">
        <dgm:presLayoutVars>
          <dgm:bulletEnabled val="1"/>
        </dgm:presLayoutVars>
      </dgm:prSet>
      <dgm:spPr/>
    </dgm:pt>
    <dgm:pt modelId="{78EF2A24-9E36-6C4F-BD33-C16DA714F3D1}" type="pres">
      <dgm:prSet presAssocID="{2497F2B7-16F3-7B49-82FE-0E27840E2805}" presName="parentText" presStyleLbl="node1" presStyleIdx="5" presStyleCnt="7">
        <dgm:presLayoutVars>
          <dgm:chMax val="0"/>
          <dgm:bulletEnabled val="1"/>
        </dgm:presLayoutVars>
      </dgm:prSet>
      <dgm:spPr/>
    </dgm:pt>
    <dgm:pt modelId="{51774669-8D91-8D4A-83B5-BA2B1DCE883F}" type="pres">
      <dgm:prSet presAssocID="{2497F2B7-16F3-7B49-82FE-0E27840E2805}" presName="childText" presStyleLbl="revTx" presStyleIdx="5" presStyleCnt="7">
        <dgm:presLayoutVars>
          <dgm:bulletEnabled val="1"/>
        </dgm:presLayoutVars>
      </dgm:prSet>
      <dgm:spPr/>
    </dgm:pt>
    <dgm:pt modelId="{5CE21CD8-95E4-7D41-BF53-675A285C914F}" type="pres">
      <dgm:prSet presAssocID="{E6AA0A4C-327F-E848-BB23-0C56A243326B}" presName="parentText" presStyleLbl="node1" presStyleIdx="6" presStyleCnt="7">
        <dgm:presLayoutVars>
          <dgm:chMax val="0"/>
          <dgm:bulletEnabled val="1"/>
        </dgm:presLayoutVars>
      </dgm:prSet>
      <dgm:spPr/>
    </dgm:pt>
    <dgm:pt modelId="{B5B6C1F2-CCB5-9347-AE39-4F2C6A6CA50E}" type="pres">
      <dgm:prSet presAssocID="{E6AA0A4C-327F-E848-BB23-0C56A243326B}" presName="childText" presStyleLbl="revTx" presStyleIdx="6" presStyleCnt="7">
        <dgm:presLayoutVars>
          <dgm:bulletEnabled val="1"/>
        </dgm:presLayoutVars>
      </dgm:prSet>
      <dgm:spPr/>
    </dgm:pt>
  </dgm:ptLst>
  <dgm:cxnLst>
    <dgm:cxn modelId="{2CAB4D04-BFCF-DE48-85FB-B7C7B9AC8B44}" type="presOf" srcId="{9F861A58-A129-C547-95A6-73A2767A6C6F}" destId="{51774669-8D91-8D4A-83B5-BA2B1DCE883F}" srcOrd="0" destOrd="0" presId="urn:microsoft.com/office/officeart/2005/8/layout/vList2"/>
    <dgm:cxn modelId="{C4140C0A-C8D2-8148-B62B-EC9D8571F52B}" srcId="{51BE0C13-D66F-D84F-A494-DCCDFEDDF31F}" destId="{0EB525DF-3D92-9D4A-A3AE-BEB9C58417D8}" srcOrd="3" destOrd="0" parTransId="{76735836-7D42-314B-8E18-3ADB4F43BAA9}" sibTransId="{C08B5259-ABF7-B14C-A638-002CFB530622}"/>
    <dgm:cxn modelId="{6EADDF0B-0498-4947-9A9B-F8EBCA42BDF3}" type="presOf" srcId="{FF2DF237-CB16-3748-AD41-F62E74AC3D7C}" destId="{B5B6C1F2-CCB5-9347-AE39-4F2C6A6CA50E}" srcOrd="0" destOrd="0" presId="urn:microsoft.com/office/officeart/2005/8/layout/vList2"/>
    <dgm:cxn modelId="{71779B1E-FB5A-BF46-B260-BB2B25389CDA}" type="presOf" srcId="{734D108B-4BD5-0643-96E1-73EEE621E1A2}" destId="{F7A2BBAA-286D-2C46-BDDC-D490B90EE86F}" srcOrd="0" destOrd="0" presId="urn:microsoft.com/office/officeart/2005/8/layout/vList2"/>
    <dgm:cxn modelId="{5AEC5726-7B45-0746-BB04-924E6DE76AA9}" srcId="{76DF0B51-F2B4-D34B-B9BE-7C5655F94189}" destId="{26D3DD75-C632-4D4A-B345-C2A762E14142}" srcOrd="0" destOrd="0" parTransId="{0DDEE406-619E-B349-9756-FD559381819E}" sibTransId="{57E09022-2873-C942-A54B-D00307D7682B}"/>
    <dgm:cxn modelId="{0407E134-50F6-5841-B407-51CE6A20D177}" srcId="{51BE0C13-D66F-D84F-A494-DCCDFEDDF31F}" destId="{2497F2B7-16F3-7B49-82FE-0E27840E2805}" srcOrd="5" destOrd="0" parTransId="{65EBE9AF-BFE2-794E-9A17-062F9CA814C2}" sibTransId="{23999C92-D0DC-ED43-B07C-AF86F101AF1F}"/>
    <dgm:cxn modelId="{CB8E8044-EF17-2348-B3D6-9337278715DC}" srcId="{B47D9C43-FC29-624E-ACFD-1DA15070ADCB}" destId="{B2280FE4-33F0-2247-AB2C-DB37DA9B2AE1}" srcOrd="0" destOrd="0" parTransId="{16A4A13F-7378-FE4E-A797-516E765C3346}" sibTransId="{495E89F9-C58E-BB46-8CB2-CAA268111B5B}"/>
    <dgm:cxn modelId="{57D04C4B-1A14-2444-B7AA-829EDDBE43F9}" srcId="{51BE0C13-D66F-D84F-A494-DCCDFEDDF31F}" destId="{B47D9C43-FC29-624E-ACFD-1DA15070ADCB}" srcOrd="0" destOrd="0" parTransId="{6782BEA5-131F-7A48-9421-0459845A71DC}" sibTransId="{1A2B081D-46DB-F846-B12D-2CD5B2431A93}"/>
    <dgm:cxn modelId="{2D570F50-1979-DA46-8C15-C901D9318F6F}" srcId="{51BE0C13-D66F-D84F-A494-DCCDFEDDF31F}" destId="{E6AA0A4C-327F-E848-BB23-0C56A243326B}" srcOrd="6" destOrd="0" parTransId="{9AB663CA-D84A-E84B-A751-D36EA1E75000}" sibTransId="{90542D07-63C7-FD49-997A-088A61362B4D}"/>
    <dgm:cxn modelId="{4D387261-63DB-0445-9AC1-F5ECCE67B167}" type="presOf" srcId="{50C5FAE5-C8A0-EB43-9C6D-495F7BCC601E}" destId="{EA0C8C0F-D96C-1B42-9EDB-ECA755BE44AF}" srcOrd="0" destOrd="0" presId="urn:microsoft.com/office/officeart/2005/8/layout/vList2"/>
    <dgm:cxn modelId="{B53A9863-F3CC-BD4B-88FC-13B7BC1E2347}" srcId="{6615AB1A-F834-FD45-A870-505CBA52FAD1}" destId="{50C5FAE5-C8A0-EB43-9C6D-495F7BCC601E}" srcOrd="0" destOrd="0" parTransId="{60A794A4-AF14-B448-8679-2F5987AFE110}" sibTransId="{7C649A13-7745-D546-B359-07FB2263526C}"/>
    <dgm:cxn modelId="{89672767-7338-1743-A5EB-0CFD045759C8}" srcId="{2497F2B7-16F3-7B49-82FE-0E27840E2805}" destId="{9F861A58-A129-C547-95A6-73A2767A6C6F}" srcOrd="0" destOrd="0" parTransId="{2394ECC0-9FFC-B54F-8938-12856DC7E05C}" sibTransId="{56CFEF76-AD70-9B4A-8489-5D63C03D0893}"/>
    <dgm:cxn modelId="{D4131E6C-6927-F24E-AE4A-0BB70D4A1FE6}" srcId="{51BE0C13-D66F-D84F-A494-DCCDFEDDF31F}" destId="{6615AB1A-F834-FD45-A870-505CBA52FAD1}" srcOrd="2" destOrd="0" parTransId="{8738602D-E54D-2146-ACE9-288569773DB4}" sibTransId="{4D68C2DF-9818-4544-899B-C49E7B941B1B}"/>
    <dgm:cxn modelId="{896D6777-9309-F84A-A126-F9E18EBD5DB2}" type="presOf" srcId="{D0D80182-030D-3244-8A87-FA35B6A58FC3}" destId="{F6815680-B412-EA48-9640-B087CEB6CD11}" srcOrd="0" destOrd="0" presId="urn:microsoft.com/office/officeart/2005/8/layout/vList2"/>
    <dgm:cxn modelId="{9A78A27B-8E28-724F-9F4D-66C90653F8AC}" srcId="{51BE0C13-D66F-D84F-A494-DCCDFEDDF31F}" destId="{76DF0B51-F2B4-D34B-B9BE-7C5655F94189}" srcOrd="1" destOrd="0" parTransId="{92184481-4C2B-494F-81B6-30AEE916CD2F}" sibTransId="{0464324F-023B-4A4D-92F9-3CF309700C1A}"/>
    <dgm:cxn modelId="{4C8E2283-F83C-1D4A-A753-D5FF9C5836DC}" type="presOf" srcId="{6615AB1A-F834-FD45-A870-505CBA52FAD1}" destId="{7959FA74-7D71-2641-89A2-B64F8F091F84}" srcOrd="0" destOrd="0" presId="urn:microsoft.com/office/officeart/2005/8/layout/vList2"/>
    <dgm:cxn modelId="{7F7A2E8C-85A4-584D-8BDD-E4E67D8C21E2}" srcId="{E6AA0A4C-327F-E848-BB23-0C56A243326B}" destId="{FF2DF237-CB16-3748-AD41-F62E74AC3D7C}" srcOrd="0" destOrd="0" parTransId="{D91F6CA7-B781-BA4B-B3AF-68B45E51281C}" sibTransId="{723D3B46-67D6-9E4B-ADCB-10B0AB6C0868}"/>
    <dgm:cxn modelId="{25CA4B98-2CBE-934A-AB7C-951DA7B41FF7}" srcId="{51BE0C13-D66F-D84F-A494-DCCDFEDDF31F}" destId="{D0D80182-030D-3244-8A87-FA35B6A58FC3}" srcOrd="4" destOrd="0" parTransId="{834C4578-47FF-8F45-90A5-F65DD53A0AA7}" sibTransId="{AEB88B26-BEFC-DF4F-B617-C12D16AC05A2}"/>
    <dgm:cxn modelId="{580DE1B2-3072-844A-8547-0C04985A29F7}" type="presOf" srcId="{0EB525DF-3D92-9D4A-A3AE-BEB9C58417D8}" destId="{379B03CE-4320-1E42-AFCA-DD0B778920F2}" srcOrd="0" destOrd="0" presId="urn:microsoft.com/office/officeart/2005/8/layout/vList2"/>
    <dgm:cxn modelId="{DFD2E6B3-2E43-7843-B642-D874BCA0B377}" type="presOf" srcId="{2497F2B7-16F3-7B49-82FE-0E27840E2805}" destId="{78EF2A24-9E36-6C4F-BD33-C16DA714F3D1}" srcOrd="0" destOrd="0" presId="urn:microsoft.com/office/officeart/2005/8/layout/vList2"/>
    <dgm:cxn modelId="{AC7E76BD-69EC-1C4D-B128-3FF10FE7AB09}" type="presOf" srcId="{76DF0B51-F2B4-D34B-B9BE-7C5655F94189}" destId="{EE84EDB8-AEA4-7144-926C-BC95C134C9BB}" srcOrd="0" destOrd="0" presId="urn:microsoft.com/office/officeart/2005/8/layout/vList2"/>
    <dgm:cxn modelId="{3F8DD4C1-51C3-2E4B-B848-879029F2C83F}" srcId="{D0D80182-030D-3244-8A87-FA35B6A58FC3}" destId="{65049147-CA0E-824C-82A4-A041365C74D1}" srcOrd="0" destOrd="0" parTransId="{685718F6-290D-A244-9C64-906B372427BA}" sibTransId="{53A384D1-2A30-AD4A-BE4D-2CE8BB684E09}"/>
    <dgm:cxn modelId="{2FC8A0C8-E654-CF49-AB7D-E5E1F4C3862F}" type="presOf" srcId="{B47D9C43-FC29-624E-ACFD-1DA15070ADCB}" destId="{6A00A029-4FC8-8945-9072-1CADA7A090E6}" srcOrd="0" destOrd="0" presId="urn:microsoft.com/office/officeart/2005/8/layout/vList2"/>
    <dgm:cxn modelId="{EE273AD3-EE12-3B4F-9AC6-9F8BB2E01FF1}" type="presOf" srcId="{65049147-CA0E-824C-82A4-A041365C74D1}" destId="{B0E2B6F4-C92E-3D4C-9BA4-6D24DAF23F83}" srcOrd="0" destOrd="0" presId="urn:microsoft.com/office/officeart/2005/8/layout/vList2"/>
    <dgm:cxn modelId="{8FA9D8D5-7CEB-EB48-8463-BDE15B769ECD}" srcId="{0EB525DF-3D92-9D4A-A3AE-BEB9C58417D8}" destId="{734D108B-4BD5-0643-96E1-73EEE621E1A2}" srcOrd="0" destOrd="0" parTransId="{3BF6123A-2A38-D148-B5D7-5A384FDF6FD2}" sibTransId="{B51B6304-FB1D-C34D-A0CB-C5CA95517492}"/>
    <dgm:cxn modelId="{D43B56D8-B589-5843-A3CA-8C28AAE91D8E}" type="presOf" srcId="{51BE0C13-D66F-D84F-A494-DCCDFEDDF31F}" destId="{8DB53766-61C0-8E49-8084-B6E7A7F43515}" srcOrd="0" destOrd="0" presId="urn:microsoft.com/office/officeart/2005/8/layout/vList2"/>
    <dgm:cxn modelId="{B85D0FF4-71F6-664A-908A-E7706BDAF133}" type="presOf" srcId="{E6AA0A4C-327F-E848-BB23-0C56A243326B}" destId="{5CE21CD8-95E4-7D41-BF53-675A285C914F}" srcOrd="0" destOrd="0" presId="urn:microsoft.com/office/officeart/2005/8/layout/vList2"/>
    <dgm:cxn modelId="{F286DEF7-4BE2-A745-A487-8B043BC4A221}" type="presOf" srcId="{26D3DD75-C632-4D4A-B345-C2A762E14142}" destId="{E5935F16-46C9-3342-AB02-5469F820B437}" srcOrd="0" destOrd="0" presId="urn:microsoft.com/office/officeart/2005/8/layout/vList2"/>
    <dgm:cxn modelId="{A157C0F8-DAED-B645-AEF9-F53C520CD7DC}" type="presOf" srcId="{B2280FE4-33F0-2247-AB2C-DB37DA9B2AE1}" destId="{D05F268B-5263-4A4C-A4DE-BA55E6361472}" srcOrd="0" destOrd="0" presId="urn:microsoft.com/office/officeart/2005/8/layout/vList2"/>
    <dgm:cxn modelId="{D26A71AC-EF4E-7743-A680-BC3B2CBB81CF}" type="presParOf" srcId="{8DB53766-61C0-8E49-8084-B6E7A7F43515}" destId="{6A00A029-4FC8-8945-9072-1CADA7A090E6}" srcOrd="0" destOrd="0" presId="urn:microsoft.com/office/officeart/2005/8/layout/vList2"/>
    <dgm:cxn modelId="{36891CFF-1EE8-A44F-BE13-1597D8408419}" type="presParOf" srcId="{8DB53766-61C0-8E49-8084-B6E7A7F43515}" destId="{D05F268B-5263-4A4C-A4DE-BA55E6361472}" srcOrd="1" destOrd="0" presId="urn:microsoft.com/office/officeart/2005/8/layout/vList2"/>
    <dgm:cxn modelId="{6860389A-0203-5E48-97DF-39AEC45629F0}" type="presParOf" srcId="{8DB53766-61C0-8E49-8084-B6E7A7F43515}" destId="{EE84EDB8-AEA4-7144-926C-BC95C134C9BB}" srcOrd="2" destOrd="0" presId="urn:microsoft.com/office/officeart/2005/8/layout/vList2"/>
    <dgm:cxn modelId="{28176FAD-2930-9444-84B7-3E412FA24963}" type="presParOf" srcId="{8DB53766-61C0-8E49-8084-B6E7A7F43515}" destId="{E5935F16-46C9-3342-AB02-5469F820B437}" srcOrd="3" destOrd="0" presId="urn:microsoft.com/office/officeart/2005/8/layout/vList2"/>
    <dgm:cxn modelId="{C2DF5DF1-2A97-CE4B-8BBB-3BF5803024FE}" type="presParOf" srcId="{8DB53766-61C0-8E49-8084-B6E7A7F43515}" destId="{7959FA74-7D71-2641-89A2-B64F8F091F84}" srcOrd="4" destOrd="0" presId="urn:microsoft.com/office/officeart/2005/8/layout/vList2"/>
    <dgm:cxn modelId="{60295CFB-33C0-5C45-8230-7CC8A20F9A23}" type="presParOf" srcId="{8DB53766-61C0-8E49-8084-B6E7A7F43515}" destId="{EA0C8C0F-D96C-1B42-9EDB-ECA755BE44AF}" srcOrd="5" destOrd="0" presId="urn:microsoft.com/office/officeart/2005/8/layout/vList2"/>
    <dgm:cxn modelId="{8D4311D8-3832-814A-AD5A-DD591125FA4B}" type="presParOf" srcId="{8DB53766-61C0-8E49-8084-B6E7A7F43515}" destId="{379B03CE-4320-1E42-AFCA-DD0B778920F2}" srcOrd="6" destOrd="0" presId="urn:microsoft.com/office/officeart/2005/8/layout/vList2"/>
    <dgm:cxn modelId="{C58F7E72-B058-AB41-99B7-37B8A780F9BF}" type="presParOf" srcId="{8DB53766-61C0-8E49-8084-B6E7A7F43515}" destId="{F7A2BBAA-286D-2C46-BDDC-D490B90EE86F}" srcOrd="7" destOrd="0" presId="urn:microsoft.com/office/officeart/2005/8/layout/vList2"/>
    <dgm:cxn modelId="{CDDEA229-6061-B948-B79F-10451146DE39}" type="presParOf" srcId="{8DB53766-61C0-8E49-8084-B6E7A7F43515}" destId="{F6815680-B412-EA48-9640-B087CEB6CD11}" srcOrd="8" destOrd="0" presId="urn:microsoft.com/office/officeart/2005/8/layout/vList2"/>
    <dgm:cxn modelId="{69BAA8DE-C2DE-8546-9936-60CC3A3B3F55}" type="presParOf" srcId="{8DB53766-61C0-8E49-8084-B6E7A7F43515}" destId="{B0E2B6F4-C92E-3D4C-9BA4-6D24DAF23F83}" srcOrd="9" destOrd="0" presId="urn:microsoft.com/office/officeart/2005/8/layout/vList2"/>
    <dgm:cxn modelId="{2320E427-E474-C848-B79E-432811644869}" type="presParOf" srcId="{8DB53766-61C0-8E49-8084-B6E7A7F43515}" destId="{78EF2A24-9E36-6C4F-BD33-C16DA714F3D1}" srcOrd="10" destOrd="0" presId="urn:microsoft.com/office/officeart/2005/8/layout/vList2"/>
    <dgm:cxn modelId="{E3366D2D-9BE7-3546-833D-063F37CA570A}" type="presParOf" srcId="{8DB53766-61C0-8E49-8084-B6E7A7F43515}" destId="{51774669-8D91-8D4A-83B5-BA2B1DCE883F}" srcOrd="11" destOrd="0" presId="urn:microsoft.com/office/officeart/2005/8/layout/vList2"/>
    <dgm:cxn modelId="{38C9A121-8556-E642-80F2-E2269AA0121B}" type="presParOf" srcId="{8DB53766-61C0-8E49-8084-B6E7A7F43515}" destId="{5CE21CD8-95E4-7D41-BF53-675A285C914F}" srcOrd="12" destOrd="0" presId="urn:microsoft.com/office/officeart/2005/8/layout/vList2"/>
    <dgm:cxn modelId="{B1944D17-438D-BB45-A66E-FE9C9F7B7288}" type="presParOf" srcId="{8DB53766-61C0-8E49-8084-B6E7A7F43515}" destId="{B5B6C1F2-CCB5-9347-AE39-4F2C6A6CA50E}" srcOrd="1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85003F-2848-6D42-B95C-67658DDC117E}">
      <dsp:nvSpPr>
        <dsp:cNvPr id="0" name=""/>
        <dsp:cNvSpPr/>
      </dsp:nvSpPr>
      <dsp:spPr>
        <a:xfrm>
          <a:off x="0" y="4448250"/>
          <a:ext cx="4051300" cy="146001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ZA" sz="1800" b="1" i="0" kern="1200"/>
            <a:t>Research Design:</a:t>
          </a:r>
          <a:r>
            <a:rPr lang="en-ZA" sz="1800" b="0" i="0" kern="1200"/>
            <a:t> The research design includes: </a:t>
          </a:r>
          <a:endParaRPr lang="en-US" sz="1800" kern="1200"/>
        </a:p>
      </dsp:txBody>
      <dsp:txXfrm>
        <a:off x="0" y="4448250"/>
        <a:ext cx="4051300" cy="788408"/>
      </dsp:txXfrm>
    </dsp:sp>
    <dsp:sp modelId="{5322279D-91B1-EE46-81AD-0B7FB3BCCDB3}">
      <dsp:nvSpPr>
        <dsp:cNvPr id="0" name=""/>
        <dsp:cNvSpPr/>
      </dsp:nvSpPr>
      <dsp:spPr>
        <a:xfrm>
          <a:off x="494" y="5207458"/>
          <a:ext cx="810062" cy="671606"/>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ZA" sz="700" b="0" i="0" kern="1200"/>
            <a:t>The cross-sectional study design (one contact with the population).</a:t>
          </a:r>
          <a:endParaRPr lang="en-US" sz="700" kern="1200"/>
        </a:p>
      </dsp:txBody>
      <dsp:txXfrm>
        <a:off x="494" y="5207458"/>
        <a:ext cx="810062" cy="671606"/>
      </dsp:txXfrm>
    </dsp:sp>
    <dsp:sp modelId="{ACFC1A07-6E66-3E4F-A022-A138D905CB58}">
      <dsp:nvSpPr>
        <dsp:cNvPr id="0" name=""/>
        <dsp:cNvSpPr/>
      </dsp:nvSpPr>
      <dsp:spPr>
        <a:xfrm>
          <a:off x="810556" y="5207458"/>
          <a:ext cx="810062" cy="671606"/>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ZA" sz="700" b="0" i="0" kern="1200"/>
            <a:t>Sampling strategy (e.g., random sample from the population).</a:t>
          </a:r>
          <a:endParaRPr lang="en-US" sz="700" kern="1200"/>
        </a:p>
      </dsp:txBody>
      <dsp:txXfrm>
        <a:off x="810556" y="5207458"/>
        <a:ext cx="810062" cy="671606"/>
      </dsp:txXfrm>
    </dsp:sp>
    <dsp:sp modelId="{F08960E9-D14B-3348-85F3-E3B16ABEC680}">
      <dsp:nvSpPr>
        <dsp:cNvPr id="0" name=""/>
        <dsp:cNvSpPr/>
      </dsp:nvSpPr>
      <dsp:spPr>
        <a:xfrm>
          <a:off x="1620618" y="5207458"/>
          <a:ext cx="810062" cy="671606"/>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ZA" sz="700" b="0" i="0" kern="1200"/>
            <a:t>Data collection method (e.g., questionnaire sent to respondents).</a:t>
          </a:r>
          <a:endParaRPr lang="en-US" sz="700" kern="1200"/>
        </a:p>
      </dsp:txBody>
      <dsp:txXfrm>
        <a:off x="1620618" y="5207458"/>
        <a:ext cx="810062" cy="671606"/>
      </dsp:txXfrm>
    </dsp:sp>
    <dsp:sp modelId="{A294EB3E-E6E5-354E-8011-08CA04443949}">
      <dsp:nvSpPr>
        <dsp:cNvPr id="0" name=""/>
        <dsp:cNvSpPr/>
      </dsp:nvSpPr>
      <dsp:spPr>
        <a:xfrm>
          <a:off x="2430681" y="5207458"/>
          <a:ext cx="810062" cy="671606"/>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ZA" sz="700" b="0" i="0" kern="1200"/>
            <a:t>Procedures for consent, confidentiality, and response handling.</a:t>
          </a:r>
          <a:endParaRPr lang="en-US" sz="700" kern="1200"/>
        </a:p>
      </dsp:txBody>
      <dsp:txXfrm>
        <a:off x="2430681" y="5207458"/>
        <a:ext cx="810062" cy="671606"/>
      </dsp:txXfrm>
    </dsp:sp>
    <dsp:sp modelId="{08266341-D536-0B45-B3EC-E13D5C50C978}">
      <dsp:nvSpPr>
        <dsp:cNvPr id="0" name=""/>
        <dsp:cNvSpPr/>
      </dsp:nvSpPr>
      <dsp:spPr>
        <a:xfrm>
          <a:off x="3240743" y="5207458"/>
          <a:ext cx="810062" cy="671606"/>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ZA" sz="700" b="0" i="0" kern="1200"/>
            <a:t>Analysis plan (e.g., statistical analysis of attitudes).</a:t>
          </a:r>
          <a:endParaRPr lang="en-US" sz="700" kern="1200"/>
        </a:p>
      </dsp:txBody>
      <dsp:txXfrm>
        <a:off x="3240743" y="5207458"/>
        <a:ext cx="810062" cy="671606"/>
      </dsp:txXfrm>
    </dsp:sp>
    <dsp:sp modelId="{05757437-A151-A147-86A2-87F48C9D42AB}">
      <dsp:nvSpPr>
        <dsp:cNvPr id="0" name=""/>
        <dsp:cNvSpPr/>
      </dsp:nvSpPr>
      <dsp:spPr>
        <a:xfrm rot="10800000">
          <a:off x="0" y="2224647"/>
          <a:ext cx="4051300" cy="2245503"/>
        </a:xfrm>
        <a:prstGeom prst="upArrowCallou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ZA" sz="1800" b="1" i="0" kern="1200" dirty="0"/>
            <a:t>Study Design:</a:t>
          </a:r>
          <a:r>
            <a:rPr lang="en-ZA" sz="1800" b="0" i="0" kern="1200" dirty="0"/>
            <a:t> The study is </a:t>
          </a:r>
          <a:r>
            <a:rPr lang="en-GB" sz="1800" b="0" i="0" kern="1200" dirty="0"/>
            <a:t>a cross-sectional survey to assess a population's attitudes</a:t>
          </a:r>
          <a:r>
            <a:rPr lang="en-ZA" sz="1800" b="0" i="0" kern="1200" dirty="0"/>
            <a:t> towards online gambling.</a:t>
          </a:r>
          <a:endParaRPr lang="en-US" sz="1800" kern="1200" dirty="0"/>
        </a:p>
      </dsp:txBody>
      <dsp:txXfrm rot="10800000">
        <a:off x="0" y="2224647"/>
        <a:ext cx="4051300" cy="1459060"/>
      </dsp:txXfrm>
    </dsp:sp>
    <dsp:sp modelId="{684799A3-0554-1F4C-8D08-02BEC2FBEA0F}">
      <dsp:nvSpPr>
        <dsp:cNvPr id="0" name=""/>
        <dsp:cNvSpPr/>
      </dsp:nvSpPr>
      <dsp:spPr>
        <a:xfrm rot="10800000">
          <a:off x="0" y="26441"/>
          <a:ext cx="4051300" cy="2245503"/>
        </a:xfrm>
        <a:prstGeom prst="upArrowCallou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ZA" sz="1800" b="1" i="0" kern="1200" dirty="0"/>
            <a:t>Example: Cross-Sectional Study</a:t>
          </a:r>
          <a:endParaRPr lang="en-US" sz="1800" kern="1200" dirty="0"/>
        </a:p>
      </dsp:txBody>
      <dsp:txXfrm rot="10800000">
        <a:off x="0" y="26441"/>
        <a:ext cx="4051300" cy="1459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0A029-4FC8-8945-9072-1CADA7A090E6}">
      <dsp:nvSpPr>
        <dsp:cNvPr id="0" name=""/>
        <dsp:cNvSpPr/>
      </dsp:nvSpPr>
      <dsp:spPr>
        <a:xfrm>
          <a:off x="0" y="118143"/>
          <a:ext cx="8128000" cy="442260"/>
        </a:xfrm>
        <a:prstGeom prst="roundRect">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Aptos Display" pitchFamily="34" charset="0"/>
              <a:ea typeface="Aptos Display" pitchFamily="34" charset="-122"/>
              <a:cs typeface="Aptos Display" pitchFamily="34" charset="-120"/>
            </a:rPr>
            <a:t>Case study</a:t>
          </a:r>
          <a:endParaRPr lang="en-GB" sz="1800" kern="1200" dirty="0"/>
        </a:p>
      </dsp:txBody>
      <dsp:txXfrm>
        <a:off x="21589" y="139732"/>
        <a:ext cx="8084822" cy="399082"/>
      </dsp:txXfrm>
    </dsp:sp>
    <dsp:sp modelId="{D05F268B-5263-4A4C-A4DE-BA55E6361472}">
      <dsp:nvSpPr>
        <dsp:cNvPr id="0" name=""/>
        <dsp:cNvSpPr/>
      </dsp:nvSpPr>
      <dsp:spPr>
        <a:xfrm>
          <a:off x="0" y="560403"/>
          <a:ext cx="81280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latin typeface="Aptos" pitchFamily="34" charset="0"/>
              <a:ea typeface="Aptos" pitchFamily="34" charset="-122"/>
              <a:cs typeface="Aptos" pitchFamily="34" charset="-120"/>
            </a:rPr>
            <a:t>Treats one bounded case as the basis for holistic, in-depth exploration. </a:t>
          </a:r>
          <a:endParaRPr lang="en-GB" sz="1400" kern="1200" dirty="0"/>
        </a:p>
      </dsp:txBody>
      <dsp:txXfrm>
        <a:off x="0" y="560403"/>
        <a:ext cx="8128000" cy="298080"/>
      </dsp:txXfrm>
    </dsp:sp>
    <dsp:sp modelId="{EE84EDB8-AEA4-7144-926C-BC95C134C9BB}">
      <dsp:nvSpPr>
        <dsp:cNvPr id="0" name=""/>
        <dsp:cNvSpPr/>
      </dsp:nvSpPr>
      <dsp:spPr>
        <a:xfrm>
          <a:off x="0" y="858483"/>
          <a:ext cx="8128000" cy="442260"/>
        </a:xfrm>
        <a:prstGeom prst="roundRect">
          <a:avLst/>
        </a:prstGeom>
        <a:solidFill>
          <a:schemeClr val="accent3">
            <a:shade val="80000"/>
            <a:hueOff val="0"/>
            <a:satOff val="0"/>
            <a:lumOff val="3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Aptos Display" pitchFamily="34" charset="0"/>
              <a:ea typeface="Aptos Display" pitchFamily="34" charset="-122"/>
              <a:cs typeface="Aptos Display" pitchFamily="34" charset="-120"/>
            </a:rPr>
            <a:t>Oral history</a:t>
          </a:r>
          <a:endParaRPr lang="en-GB" sz="1800" kern="1200" dirty="0"/>
        </a:p>
      </dsp:txBody>
      <dsp:txXfrm>
        <a:off x="21589" y="880072"/>
        <a:ext cx="8084822" cy="399082"/>
      </dsp:txXfrm>
    </dsp:sp>
    <dsp:sp modelId="{E5935F16-46C9-3342-AB02-5469F820B437}">
      <dsp:nvSpPr>
        <dsp:cNvPr id="0" name=""/>
        <dsp:cNvSpPr/>
      </dsp:nvSpPr>
      <dsp:spPr>
        <a:xfrm>
          <a:off x="0" y="1300743"/>
          <a:ext cx="81280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latin typeface="Aptos" pitchFamily="34" charset="0"/>
              <a:ea typeface="Aptos" pitchFamily="34" charset="-122"/>
              <a:cs typeface="Aptos" pitchFamily="34" charset="-120"/>
            </a:rPr>
            <a:t>Uses personal accounts to reconstruct events, experiences, or social processes.</a:t>
          </a:r>
          <a:endParaRPr lang="en-GB" sz="1400" kern="1200" dirty="0"/>
        </a:p>
      </dsp:txBody>
      <dsp:txXfrm>
        <a:off x="0" y="1300743"/>
        <a:ext cx="8128000" cy="298080"/>
      </dsp:txXfrm>
    </dsp:sp>
    <dsp:sp modelId="{7959FA74-7D71-2641-89A2-B64F8F091F84}">
      <dsp:nvSpPr>
        <dsp:cNvPr id="0" name=""/>
        <dsp:cNvSpPr/>
      </dsp:nvSpPr>
      <dsp:spPr>
        <a:xfrm>
          <a:off x="0" y="1598823"/>
          <a:ext cx="8128000" cy="442260"/>
        </a:xfrm>
        <a:prstGeom prst="roundRect">
          <a:avLst/>
        </a:prstGeom>
        <a:solidFill>
          <a:schemeClr val="accent3">
            <a:shade val="80000"/>
            <a:hueOff val="0"/>
            <a:satOff val="0"/>
            <a:lumOff val="6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Aptos Display" pitchFamily="34" charset="0"/>
              <a:ea typeface="Aptos Display" pitchFamily="34" charset="-122"/>
              <a:cs typeface="Aptos Display" pitchFamily="34" charset="-120"/>
            </a:rPr>
            <a:t>Focus groups and group interviews</a:t>
          </a:r>
          <a:endParaRPr lang="en-GB" sz="1800" kern="1200" dirty="0"/>
        </a:p>
      </dsp:txBody>
      <dsp:txXfrm>
        <a:off x="21589" y="1620412"/>
        <a:ext cx="8084822" cy="399082"/>
      </dsp:txXfrm>
    </dsp:sp>
    <dsp:sp modelId="{EA0C8C0F-D96C-1B42-9EDB-ECA755BE44AF}">
      <dsp:nvSpPr>
        <dsp:cNvPr id="0" name=""/>
        <dsp:cNvSpPr/>
      </dsp:nvSpPr>
      <dsp:spPr>
        <a:xfrm>
          <a:off x="0" y="2041083"/>
          <a:ext cx="81280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latin typeface="Aptos" pitchFamily="34" charset="0"/>
              <a:ea typeface="Aptos" pitchFamily="34" charset="-122"/>
              <a:cs typeface="Aptos" pitchFamily="34" charset="-120"/>
            </a:rPr>
            <a:t>Use guided discussion to generate detailed views from participants.</a:t>
          </a:r>
          <a:endParaRPr lang="en-GB" sz="1400" kern="1200" dirty="0"/>
        </a:p>
      </dsp:txBody>
      <dsp:txXfrm>
        <a:off x="0" y="2041083"/>
        <a:ext cx="8128000" cy="298080"/>
      </dsp:txXfrm>
    </dsp:sp>
    <dsp:sp modelId="{379B03CE-4320-1E42-AFCA-DD0B778920F2}">
      <dsp:nvSpPr>
        <dsp:cNvPr id="0" name=""/>
        <dsp:cNvSpPr/>
      </dsp:nvSpPr>
      <dsp:spPr>
        <a:xfrm>
          <a:off x="0" y="2339163"/>
          <a:ext cx="8128000" cy="442260"/>
        </a:xfrm>
        <a:prstGeom prst="roundRect">
          <a:avLst/>
        </a:prstGeom>
        <a:solidFill>
          <a:schemeClr val="accent3">
            <a:shade val="80000"/>
            <a:hueOff val="0"/>
            <a:satOff val="0"/>
            <a:lumOff val="9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Aptos Display" pitchFamily="34" charset="0"/>
              <a:ea typeface="Aptos Display" pitchFamily="34" charset="-122"/>
              <a:cs typeface="Aptos Display" pitchFamily="34" charset="-120"/>
            </a:rPr>
            <a:t>Participant observation</a:t>
          </a:r>
          <a:endParaRPr lang="en-GB" sz="1800" kern="1200" dirty="0"/>
        </a:p>
      </dsp:txBody>
      <dsp:txXfrm>
        <a:off x="21589" y="2360752"/>
        <a:ext cx="8084822" cy="399082"/>
      </dsp:txXfrm>
    </dsp:sp>
    <dsp:sp modelId="{F7A2BBAA-286D-2C46-BDDC-D490B90EE86F}">
      <dsp:nvSpPr>
        <dsp:cNvPr id="0" name=""/>
        <dsp:cNvSpPr/>
      </dsp:nvSpPr>
      <dsp:spPr>
        <a:xfrm>
          <a:off x="0" y="2781423"/>
          <a:ext cx="81280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latin typeface="Aptos" pitchFamily="34" charset="0"/>
              <a:ea typeface="Aptos" pitchFamily="34" charset="-122"/>
              <a:cs typeface="Aptos" pitchFamily="34" charset="-120"/>
            </a:rPr>
            <a:t>Builds rich understanding through close interaction and detailed notes.</a:t>
          </a:r>
          <a:endParaRPr lang="en-GB" sz="1400" kern="1200" dirty="0"/>
        </a:p>
      </dsp:txBody>
      <dsp:txXfrm>
        <a:off x="0" y="2781423"/>
        <a:ext cx="8128000" cy="298080"/>
      </dsp:txXfrm>
    </dsp:sp>
    <dsp:sp modelId="{F6815680-B412-EA48-9640-B087CEB6CD11}">
      <dsp:nvSpPr>
        <dsp:cNvPr id="0" name=""/>
        <dsp:cNvSpPr/>
      </dsp:nvSpPr>
      <dsp:spPr>
        <a:xfrm>
          <a:off x="0" y="3079503"/>
          <a:ext cx="8128000" cy="442260"/>
        </a:xfrm>
        <a:prstGeom prst="roundRect">
          <a:avLst/>
        </a:prstGeom>
        <a:solidFill>
          <a:schemeClr val="accent3">
            <a:shade val="80000"/>
            <a:hueOff val="0"/>
            <a:satOff val="0"/>
            <a:lumOff val="127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Aptos Display" pitchFamily="34" charset="0"/>
              <a:ea typeface="Aptos Display" pitchFamily="34" charset="-122"/>
              <a:cs typeface="Aptos Display" pitchFamily="34" charset="-120"/>
            </a:rPr>
            <a:t>Holistic research</a:t>
          </a:r>
          <a:endParaRPr lang="en-GB" sz="1800" kern="1200" dirty="0"/>
        </a:p>
      </dsp:txBody>
      <dsp:txXfrm>
        <a:off x="21589" y="3101092"/>
        <a:ext cx="8084822" cy="399082"/>
      </dsp:txXfrm>
    </dsp:sp>
    <dsp:sp modelId="{B0E2B6F4-C92E-3D4C-9BA4-6D24DAF23F83}">
      <dsp:nvSpPr>
        <dsp:cNvPr id="0" name=""/>
        <dsp:cNvSpPr/>
      </dsp:nvSpPr>
      <dsp:spPr>
        <a:xfrm>
          <a:off x="0" y="3521763"/>
          <a:ext cx="81280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latin typeface="Aptos" pitchFamily="34" charset="0"/>
              <a:ea typeface="Aptos" pitchFamily="34" charset="-122"/>
              <a:cs typeface="Aptos" pitchFamily="34" charset="-120"/>
            </a:rPr>
            <a:t>Understanding a phenomenon in its totality and from multiple perspectives.</a:t>
          </a:r>
          <a:endParaRPr lang="en-GB" sz="1400" kern="1200" dirty="0"/>
        </a:p>
      </dsp:txBody>
      <dsp:txXfrm>
        <a:off x="0" y="3521763"/>
        <a:ext cx="8128000" cy="298080"/>
      </dsp:txXfrm>
    </dsp:sp>
    <dsp:sp modelId="{78EF2A24-9E36-6C4F-BD33-C16DA714F3D1}">
      <dsp:nvSpPr>
        <dsp:cNvPr id="0" name=""/>
        <dsp:cNvSpPr/>
      </dsp:nvSpPr>
      <dsp:spPr>
        <a:xfrm>
          <a:off x="0" y="3819843"/>
          <a:ext cx="8128000" cy="442260"/>
        </a:xfrm>
        <a:prstGeom prst="roundRect">
          <a:avLst/>
        </a:prstGeom>
        <a:solidFill>
          <a:schemeClr val="accent3">
            <a:shade val="80000"/>
            <a:hueOff val="0"/>
            <a:satOff val="0"/>
            <a:lumOff val="159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Aptos Display" pitchFamily="34" charset="0"/>
              <a:ea typeface="Aptos Display" pitchFamily="34" charset="-122"/>
              <a:cs typeface="Aptos Display" pitchFamily="34" charset="-120"/>
            </a:rPr>
            <a:t>Community discussion forums</a:t>
          </a:r>
          <a:endParaRPr lang="en-GB" sz="1800" kern="1200" dirty="0"/>
        </a:p>
      </dsp:txBody>
      <dsp:txXfrm>
        <a:off x="21589" y="3841432"/>
        <a:ext cx="8084822" cy="399082"/>
      </dsp:txXfrm>
    </dsp:sp>
    <dsp:sp modelId="{51774669-8D91-8D4A-83B5-BA2B1DCE883F}">
      <dsp:nvSpPr>
        <dsp:cNvPr id="0" name=""/>
        <dsp:cNvSpPr/>
      </dsp:nvSpPr>
      <dsp:spPr>
        <a:xfrm>
          <a:off x="0" y="4262103"/>
          <a:ext cx="81280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latin typeface="Aptos" pitchFamily="34" charset="0"/>
              <a:ea typeface="Aptos" pitchFamily="34" charset="-122"/>
              <a:cs typeface="Aptos" pitchFamily="34" charset="-120"/>
            </a:rPr>
            <a:t>Gather views on community issues through large-scale open discussion.</a:t>
          </a:r>
          <a:endParaRPr lang="en-GB" sz="1400" kern="1200" dirty="0"/>
        </a:p>
      </dsp:txBody>
      <dsp:txXfrm>
        <a:off x="0" y="4262103"/>
        <a:ext cx="8128000" cy="298080"/>
      </dsp:txXfrm>
    </dsp:sp>
    <dsp:sp modelId="{5CE21CD8-95E4-7D41-BF53-675A285C914F}">
      <dsp:nvSpPr>
        <dsp:cNvPr id="0" name=""/>
        <dsp:cNvSpPr/>
      </dsp:nvSpPr>
      <dsp:spPr>
        <a:xfrm>
          <a:off x="0" y="4560183"/>
          <a:ext cx="8128000" cy="442260"/>
        </a:xfrm>
        <a:prstGeom prst="roundRect">
          <a:avLst/>
        </a:prstGeom>
        <a:solidFill>
          <a:schemeClr val="accent3">
            <a:shade val="80000"/>
            <a:hueOff val="0"/>
            <a:satOff val="0"/>
            <a:lumOff val="190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Aptos Display" pitchFamily="34" charset="0"/>
              <a:ea typeface="Aptos Display" pitchFamily="34" charset="-122"/>
              <a:cs typeface="Aptos Display" pitchFamily="34" charset="-120"/>
            </a:rPr>
            <a:t>Reflective journal log</a:t>
          </a:r>
          <a:endParaRPr lang="en-GB" sz="1800" kern="1200" dirty="0"/>
        </a:p>
      </dsp:txBody>
      <dsp:txXfrm>
        <a:off x="21589" y="4581772"/>
        <a:ext cx="8084822" cy="399082"/>
      </dsp:txXfrm>
    </dsp:sp>
    <dsp:sp modelId="{B5B6C1F2-CCB5-9347-AE39-4F2C6A6CA50E}">
      <dsp:nvSpPr>
        <dsp:cNvPr id="0" name=""/>
        <dsp:cNvSpPr/>
      </dsp:nvSpPr>
      <dsp:spPr>
        <a:xfrm>
          <a:off x="0" y="5002443"/>
          <a:ext cx="81280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latin typeface="Aptos" pitchFamily="34" charset="0"/>
              <a:ea typeface="Aptos" pitchFamily="34" charset="-122"/>
              <a:cs typeface="Aptos" pitchFamily="34" charset="-120"/>
            </a:rPr>
            <a:t>Uses structured reflective notes as a basis for analysis and conclusions.</a:t>
          </a:r>
          <a:endParaRPr lang="en-GB" sz="1400" kern="1200" dirty="0"/>
        </a:p>
      </dsp:txBody>
      <dsp:txXfrm>
        <a:off x="0" y="5002443"/>
        <a:ext cx="8128000" cy="29808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2646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Primary content derived from the uploaded course chapter "Selecting a Study Design (Kumar Chapter 8)" and styled with reference to the uploaded Week 7 and Week 8 presentation examples.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EBAAF-05A2-EE0D-622A-22F4F1C89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28F63-FA45-4FE8-0319-007A3DFD5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F1FCC-B275-F048-7959-CA64BBBFF250}"/>
              </a:ext>
            </a:extLst>
          </p:cNvPr>
          <p:cNvSpPr>
            <a:spLocks noGrp="1"/>
          </p:cNvSpPr>
          <p:nvPr>
            <p:ph type="body" idx="1"/>
          </p:nvPr>
        </p:nvSpPr>
        <p:spPr/>
        <p:txBody>
          <a:bodyPr/>
          <a:lstStyle/>
          <a:p>
            <a:r>
              <a:rPr lang="en-US" dirty="0"/>
              <a:t>[Sources]
Source: uploaded Week 5 study design chapter, section A.</a:t>
            </a:r>
          </a:p>
        </p:txBody>
      </p:sp>
      <p:sp>
        <p:nvSpPr>
          <p:cNvPr id="4" name="Slide Number Placeholder 3">
            <a:extLst>
              <a:ext uri="{FF2B5EF4-FFF2-40B4-BE49-F238E27FC236}">
                <a16:creationId xmlns:a16="http://schemas.microsoft.com/office/drawing/2014/main" id="{1D0A0DC1-9406-7562-FB7C-020A46211E4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41630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8C93-67D4-B48C-FDAA-03DE3A15A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0A749-6007-D39D-5C52-9134938B0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0E02B-7221-C709-5729-18B514A12098}"/>
              </a:ext>
            </a:extLst>
          </p:cNvPr>
          <p:cNvSpPr>
            <a:spLocks noGrp="1"/>
          </p:cNvSpPr>
          <p:nvPr>
            <p:ph type="body" idx="1"/>
          </p:nvPr>
        </p:nvSpPr>
        <p:spPr/>
        <p:txBody>
          <a:bodyPr/>
          <a:lstStyle/>
          <a:p>
            <a:r>
              <a:rPr lang="en-US" dirty="0"/>
              <a:t>[Sources]
Source: uploaded Week 5 study design chapter, section B.</a:t>
            </a:r>
          </a:p>
        </p:txBody>
      </p:sp>
      <p:sp>
        <p:nvSpPr>
          <p:cNvPr id="4" name="Slide Number Placeholder 3">
            <a:extLst>
              <a:ext uri="{FF2B5EF4-FFF2-40B4-BE49-F238E27FC236}">
                <a16:creationId xmlns:a16="http://schemas.microsoft.com/office/drawing/2014/main" id="{75650F41-23D2-2309-C3E3-3606B053D56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11655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C.1.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03963-0883-48FB-A897-BE435C8FE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FB4E5-CE02-F19C-C4A7-23DD30567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73700-58EE-7304-E701-665A4787A386}"/>
              </a:ext>
            </a:extLst>
          </p:cNvPr>
          <p:cNvSpPr>
            <a:spLocks noGrp="1"/>
          </p:cNvSpPr>
          <p:nvPr>
            <p:ph type="body" idx="1"/>
          </p:nvPr>
        </p:nvSpPr>
        <p:spPr/>
        <p:txBody>
          <a:bodyPr/>
          <a:lstStyle/>
          <a:p>
            <a:r>
              <a:rPr lang="en-US" dirty="0"/>
              <a:t>[Sources]
Source: uploaded Week 5 study design chapter, section C.1.</a:t>
            </a:r>
          </a:p>
        </p:txBody>
      </p:sp>
      <p:sp>
        <p:nvSpPr>
          <p:cNvPr id="4" name="Slide Number Placeholder 3">
            <a:extLst>
              <a:ext uri="{FF2B5EF4-FFF2-40B4-BE49-F238E27FC236}">
                <a16:creationId xmlns:a16="http://schemas.microsoft.com/office/drawing/2014/main" id="{7B704544-F212-C325-CD1E-F7AF7C11AC2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46867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C.2.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C.3.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81DCF-0830-E64A-7E53-0846A5E77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EFF4F-25CC-9BCD-7DBE-A4867C526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912FDD-B959-589C-5F28-320DFE6EC946}"/>
              </a:ext>
            </a:extLst>
          </p:cNvPr>
          <p:cNvSpPr>
            <a:spLocks noGrp="1"/>
          </p:cNvSpPr>
          <p:nvPr>
            <p:ph type="body" idx="1"/>
          </p:nvPr>
        </p:nvSpPr>
        <p:spPr/>
        <p:txBody>
          <a:bodyPr/>
          <a:lstStyle/>
          <a:p>
            <a:r>
              <a:rPr lang="en-US" dirty="0"/>
              <a:t>[Sources]
Source: uploaded Week 5 study design chapter, section C.3.</a:t>
            </a:r>
          </a:p>
        </p:txBody>
      </p:sp>
      <p:sp>
        <p:nvSpPr>
          <p:cNvPr id="4" name="Slide Number Placeholder 3">
            <a:extLst>
              <a:ext uri="{FF2B5EF4-FFF2-40B4-BE49-F238E27FC236}">
                <a16:creationId xmlns:a16="http://schemas.microsoft.com/office/drawing/2014/main" id="{9CB57679-C2C8-6C75-2796-6637AE38783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778605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99809-0A77-28F0-0793-10DE36AC0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2780A-7708-C0F2-1054-A3B444317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C7C83-D9D5-67FC-005B-2A56DA25764D}"/>
              </a:ext>
            </a:extLst>
          </p:cNvPr>
          <p:cNvSpPr>
            <a:spLocks noGrp="1"/>
          </p:cNvSpPr>
          <p:nvPr>
            <p:ph type="body" idx="1"/>
          </p:nvPr>
        </p:nvSpPr>
        <p:spPr/>
        <p:txBody>
          <a:bodyPr/>
          <a:lstStyle/>
          <a:p>
            <a:r>
              <a:rPr lang="en-US" dirty="0"/>
              <a:t>[Sources]
Source: uploaded Week 5 study design chapter, section E.</a:t>
            </a:r>
          </a:p>
        </p:txBody>
      </p:sp>
      <p:sp>
        <p:nvSpPr>
          <p:cNvPr id="4" name="Slide Number Placeholder 3">
            <a:extLst>
              <a:ext uri="{FF2B5EF4-FFF2-40B4-BE49-F238E27FC236}">
                <a16:creationId xmlns:a16="http://schemas.microsoft.com/office/drawing/2014/main" id="{CC029515-0D9C-3127-76FE-B1EC4F4504F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631852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4D876-348B-3415-653C-2ECF9E08C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C1120-31B7-2669-C310-0A85EF859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09C0D4-C39F-F01E-0417-98E46895E418}"/>
              </a:ext>
            </a:extLst>
          </p:cNvPr>
          <p:cNvSpPr>
            <a:spLocks noGrp="1"/>
          </p:cNvSpPr>
          <p:nvPr>
            <p:ph type="body" idx="1"/>
          </p:nvPr>
        </p:nvSpPr>
        <p:spPr/>
        <p:txBody>
          <a:bodyPr/>
          <a:lstStyle/>
          <a:p>
            <a:r>
              <a:rPr lang="en-US" dirty="0"/>
              <a:t>[Sources]
Source: uploaded Week 5 study design chapter, section E.</a:t>
            </a:r>
          </a:p>
        </p:txBody>
      </p:sp>
      <p:sp>
        <p:nvSpPr>
          <p:cNvPr id="4" name="Slide Number Placeholder 3">
            <a:extLst>
              <a:ext uri="{FF2B5EF4-FFF2-40B4-BE49-F238E27FC236}">
                <a16:creationId xmlns:a16="http://schemas.microsoft.com/office/drawing/2014/main" id="{995692EF-272E-7B46-25F9-6D5F90A9BF2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498200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4D788-3787-D44F-401B-A7B0A18A6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A9902-ACA0-866F-43E7-2C2D868B7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9D5CD-76D2-E163-7AA5-B489540DE52D}"/>
              </a:ext>
            </a:extLst>
          </p:cNvPr>
          <p:cNvSpPr>
            <a:spLocks noGrp="1"/>
          </p:cNvSpPr>
          <p:nvPr>
            <p:ph type="body" idx="1"/>
          </p:nvPr>
        </p:nvSpPr>
        <p:spPr/>
        <p:txBody>
          <a:bodyPr/>
          <a:lstStyle/>
          <a:p>
            <a:r>
              <a:rPr lang="en-US" dirty="0"/>
              <a:t>[Sources]
Source: uploaded Week 5 study design chapter, section E.</a:t>
            </a:r>
          </a:p>
        </p:txBody>
      </p:sp>
      <p:sp>
        <p:nvSpPr>
          <p:cNvPr id="4" name="Slide Number Placeholder 3">
            <a:extLst>
              <a:ext uri="{FF2B5EF4-FFF2-40B4-BE49-F238E27FC236}">
                <a16:creationId xmlns:a16="http://schemas.microsoft.com/office/drawing/2014/main" id="{8B58DB0B-5438-414F-0578-E6DE997223E0}"/>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558148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F.</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G.1.</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04CD8-8E1F-4BC1-0E58-2E0CD4D3B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579CF-7843-B4A4-1EC1-CEC5E5FCC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65811-DEE0-DDCA-484C-078E47907481}"/>
              </a:ext>
            </a:extLst>
          </p:cNvPr>
          <p:cNvSpPr>
            <a:spLocks noGrp="1"/>
          </p:cNvSpPr>
          <p:nvPr>
            <p:ph type="body" idx="1"/>
          </p:nvPr>
        </p:nvSpPr>
        <p:spPr/>
        <p:txBody>
          <a:bodyPr/>
          <a:lstStyle/>
          <a:p>
            <a:r>
              <a:rPr lang="en-US" dirty="0"/>
              <a:t>[Sources]
Source: uploaded Week 5 study design chapter, section G.1.</a:t>
            </a:r>
          </a:p>
        </p:txBody>
      </p:sp>
      <p:sp>
        <p:nvSpPr>
          <p:cNvPr id="4" name="Slide Number Placeholder 3">
            <a:extLst>
              <a:ext uri="{FF2B5EF4-FFF2-40B4-BE49-F238E27FC236}">
                <a16:creationId xmlns:a16="http://schemas.microsoft.com/office/drawing/2014/main" id="{14FF48EF-5C98-1A58-0967-4971BBC7FF49}"/>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321811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G.3.</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uploaded Week 5 study design chapter, section H.</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Interpretive summary based on uploaded Week 5 chapter themes.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Interpretive summary based on uploaded Week 5 chapter.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Scenario constructed from the logic of the uploaded Week 5 chapter for tutorial application.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Summary based on uploaded Week 5 chapter.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Closing slide.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4E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11111"/>
          </a:solidFill>
          <a:ln w="12700">
            <a:solidFill>
              <a:srgbClr val="111111"/>
            </a:solidFill>
            <a:prstDash val="solid"/>
          </a:ln>
        </p:spPr>
        <p:txBody>
          <a:bodyPr/>
          <a:lstStyle/>
          <a:p>
            <a:endParaRPr lang="en-GB"/>
          </a:p>
        </p:txBody>
      </p:sp>
      <p:sp>
        <p:nvSpPr>
          <p:cNvPr id="3" name="Text 1"/>
          <p:cNvSpPr/>
          <p:nvPr/>
        </p:nvSpPr>
        <p:spPr>
          <a:xfrm>
            <a:off x="594360" y="1325880"/>
            <a:ext cx="2468880" cy="731520"/>
          </a:xfrm>
          <a:prstGeom prst="rect">
            <a:avLst/>
          </a:prstGeom>
          <a:noFill/>
          <a:ln/>
        </p:spPr>
        <p:txBody>
          <a:bodyPr wrap="square" lIns="0" tIns="0" rIns="0" bIns="0" rtlCol="0" anchor="ctr"/>
          <a:lstStyle/>
          <a:p>
            <a:pPr marL="0" indent="0">
              <a:buNone/>
            </a:pPr>
            <a:r>
              <a:rPr lang="en-US" sz="2000" dirty="0">
                <a:solidFill>
                  <a:srgbClr val="FFFFFF"/>
                </a:solidFill>
                <a:latin typeface="Aptos" pitchFamily="34" charset="0"/>
                <a:ea typeface="Aptos" pitchFamily="34" charset="-122"/>
                <a:cs typeface="Aptos" pitchFamily="34" charset="-120"/>
              </a:rPr>
              <a:t>Research Methodology 4</a:t>
            </a:r>
            <a:endParaRPr lang="en-US" sz="2000" dirty="0"/>
          </a:p>
          <a:p>
            <a:pPr marL="0" indent="0">
              <a:buNone/>
            </a:pPr>
            <a:r>
              <a:rPr lang="en-US" sz="2000" dirty="0">
                <a:solidFill>
                  <a:srgbClr val="FFFFFF"/>
                </a:solidFill>
                <a:latin typeface="Aptos" pitchFamily="34" charset="0"/>
                <a:ea typeface="Aptos" pitchFamily="34" charset="-122"/>
                <a:cs typeface="Aptos" pitchFamily="34" charset="-120"/>
              </a:rPr>
              <a:t>(Semester One 2026)</a:t>
            </a:r>
            <a:endParaRPr lang="en-US" sz="2000" dirty="0"/>
          </a:p>
        </p:txBody>
      </p:sp>
      <p:sp>
        <p:nvSpPr>
          <p:cNvPr id="4" name="Text 2"/>
          <p:cNvSpPr/>
          <p:nvPr/>
        </p:nvSpPr>
        <p:spPr>
          <a:xfrm>
            <a:off x="594360" y="2743200"/>
            <a:ext cx="2194560" cy="914400"/>
          </a:xfrm>
          <a:prstGeom prst="rect">
            <a:avLst/>
          </a:prstGeom>
          <a:noFill/>
          <a:ln/>
        </p:spPr>
        <p:txBody>
          <a:bodyPr wrap="square" lIns="0" tIns="0" rIns="0" bIns="0" rtlCol="0" anchor="ctr"/>
          <a:lstStyle/>
          <a:p>
            <a:pPr marL="0" indent="0">
              <a:buNone/>
            </a:pPr>
            <a:r>
              <a:rPr lang="en-US" sz="1500" b="1" dirty="0">
                <a:solidFill>
                  <a:srgbClr val="FFFFFF"/>
                </a:solidFill>
                <a:latin typeface="Aptos" pitchFamily="34" charset="0"/>
                <a:ea typeface="Aptos" pitchFamily="34" charset="-122"/>
                <a:cs typeface="Aptos" pitchFamily="34" charset="-120"/>
              </a:rPr>
              <a:t>A lecture series</a:t>
            </a:r>
            <a:endParaRPr lang="en-US" sz="1500" dirty="0"/>
          </a:p>
          <a:p>
            <a:pPr marL="0" indent="0">
              <a:buNone/>
            </a:pPr>
            <a:r>
              <a:rPr lang="en-US" sz="1500" b="1" dirty="0">
                <a:solidFill>
                  <a:srgbClr val="FFFFFF"/>
                </a:solidFill>
                <a:latin typeface="Aptos" pitchFamily="34" charset="0"/>
                <a:ea typeface="Aptos" pitchFamily="34" charset="-122"/>
                <a:cs typeface="Aptos" pitchFamily="34" charset="-120"/>
              </a:rPr>
              <a:t>presented by</a:t>
            </a:r>
            <a:endParaRPr lang="en-US" sz="1500" dirty="0"/>
          </a:p>
          <a:p>
            <a:pPr marL="0" indent="0">
              <a:buNone/>
            </a:pPr>
            <a:r>
              <a:rPr lang="en-US" sz="1500" b="1" dirty="0">
                <a:solidFill>
                  <a:srgbClr val="FFFFFF"/>
                </a:solidFill>
                <a:latin typeface="Aptos" pitchFamily="34" charset="0"/>
                <a:ea typeface="Aptos" pitchFamily="34" charset="-122"/>
                <a:cs typeface="Aptos" pitchFamily="34" charset="-120"/>
              </a:rPr>
              <a:t>Dr E. Francke</a:t>
            </a:r>
            <a:endParaRPr lang="en-US" sz="1500" dirty="0"/>
          </a:p>
        </p:txBody>
      </p:sp>
      <p:sp>
        <p:nvSpPr>
          <p:cNvPr id="6" name="Text 3"/>
          <p:cNvSpPr/>
          <p:nvPr/>
        </p:nvSpPr>
        <p:spPr>
          <a:xfrm>
            <a:off x="4572000" y="777240"/>
            <a:ext cx="5867400" cy="548640"/>
          </a:xfrm>
          <a:prstGeom prst="rect">
            <a:avLst/>
          </a:prstGeom>
          <a:noFill/>
          <a:ln/>
        </p:spPr>
        <p:txBody>
          <a:bodyPr wrap="square" lIns="0" tIns="0" rIns="0" bIns="0" rtlCol="0" anchor="ctr"/>
          <a:lstStyle/>
          <a:p>
            <a:pPr marL="0" indent="0">
              <a:buNone/>
            </a:pPr>
            <a:r>
              <a:rPr lang="en-US" sz="2800" b="1" dirty="0">
                <a:solidFill>
                  <a:srgbClr val="666666"/>
                </a:solidFill>
                <a:latin typeface="+mj-lt"/>
                <a:ea typeface="Aptos" pitchFamily="34" charset="-122"/>
                <a:cs typeface="Aptos" pitchFamily="34" charset="-120"/>
              </a:rPr>
              <a:t>SEMESTER ONE  </a:t>
            </a:r>
          </a:p>
          <a:p>
            <a:pPr marL="0" indent="0">
              <a:buNone/>
            </a:pPr>
            <a:r>
              <a:rPr lang="en-US" sz="2800" b="1">
                <a:solidFill>
                  <a:srgbClr val="666666"/>
                </a:solidFill>
                <a:latin typeface="+mj-lt"/>
                <a:ea typeface="Aptos" pitchFamily="34" charset="-122"/>
                <a:cs typeface="Aptos" pitchFamily="34" charset="-120"/>
              </a:rPr>
              <a:t>WEEK </a:t>
            </a:r>
            <a:r>
              <a:rPr lang="en-US" sz="2800" b="1" dirty="0">
                <a:solidFill>
                  <a:srgbClr val="666666"/>
                </a:solidFill>
                <a:latin typeface="+mj-lt"/>
                <a:ea typeface="Aptos" pitchFamily="34" charset="-122"/>
                <a:cs typeface="Aptos" pitchFamily="34" charset="-120"/>
              </a:rPr>
              <a:t>11</a:t>
            </a:r>
            <a:endParaRPr lang="en-US" sz="2800" dirty="0">
              <a:latin typeface="+mj-lt"/>
            </a:endParaRPr>
          </a:p>
          <a:p>
            <a:pPr marL="0" indent="0">
              <a:buNone/>
            </a:pPr>
            <a:r>
              <a:rPr lang="en-US" sz="2800" b="1" dirty="0">
                <a:solidFill>
                  <a:srgbClr val="666666"/>
                </a:solidFill>
                <a:latin typeface="+mj-lt"/>
                <a:ea typeface="Aptos" pitchFamily="34" charset="-122"/>
                <a:cs typeface="Aptos" pitchFamily="34" charset="-120"/>
              </a:rPr>
              <a:t>TOPIC 11</a:t>
            </a:r>
            <a:endParaRPr lang="en-US" sz="2800" dirty="0">
              <a:latin typeface="+mj-lt"/>
            </a:endParaRPr>
          </a:p>
        </p:txBody>
      </p:sp>
      <p:sp>
        <p:nvSpPr>
          <p:cNvPr id="7" name="Text 4"/>
          <p:cNvSpPr/>
          <p:nvPr/>
        </p:nvSpPr>
        <p:spPr>
          <a:xfrm>
            <a:off x="4572000" y="2194560"/>
            <a:ext cx="5867400" cy="1920240"/>
          </a:xfrm>
          <a:prstGeom prst="rect">
            <a:avLst/>
          </a:prstGeom>
          <a:noFill/>
          <a:ln/>
        </p:spPr>
        <p:txBody>
          <a:bodyPr wrap="square" lIns="0" tIns="0" rIns="0" bIns="0" rtlCol="0" anchor="ctr">
            <a:normAutofit/>
          </a:bodyPr>
          <a:lstStyle/>
          <a:p>
            <a:pPr marL="0" indent="0">
              <a:buNone/>
            </a:pPr>
            <a:r>
              <a:rPr lang="en-US" sz="2800" b="1" dirty="0">
                <a:solidFill>
                  <a:srgbClr val="111111"/>
                </a:solidFill>
                <a:latin typeface="Aptos Display" pitchFamily="34" charset="0"/>
                <a:ea typeface="Aptos Display" pitchFamily="34" charset="-122"/>
                <a:cs typeface="Aptos Display" pitchFamily="34" charset="-120"/>
              </a:rPr>
              <a:t>Selecting a Study Design</a:t>
            </a:r>
            <a:endParaRPr lang="en-US" sz="2800" dirty="0"/>
          </a:p>
          <a:p>
            <a:pPr marL="0" indent="0">
              <a:buNone/>
            </a:pPr>
            <a:r>
              <a:rPr lang="en-US" sz="2400" b="1" dirty="0">
                <a:solidFill>
                  <a:srgbClr val="111111"/>
                </a:solidFill>
                <a:latin typeface="Aptos Display" pitchFamily="34" charset="0"/>
                <a:ea typeface="Aptos Display" pitchFamily="34" charset="-122"/>
                <a:cs typeface="Aptos Display" pitchFamily="34" charset="-120"/>
              </a:rPr>
              <a:t>(Kumar Chapter 8)</a:t>
            </a:r>
            <a:endParaRPr lang="en-US" sz="2400" dirty="0"/>
          </a:p>
        </p:txBody>
      </p:sp>
      <p:sp>
        <p:nvSpPr>
          <p:cNvPr id="8" name="Shape 5"/>
          <p:cNvSpPr/>
          <p:nvPr/>
        </p:nvSpPr>
        <p:spPr>
          <a:xfrm>
            <a:off x="4572000" y="4480560"/>
            <a:ext cx="1508760" cy="0"/>
          </a:xfrm>
          <a:prstGeom prst="line">
            <a:avLst/>
          </a:prstGeom>
          <a:noFill/>
          <a:ln w="38100">
            <a:solidFill>
              <a:srgbClr val="D9A404"/>
            </a:solidFill>
            <a:prstDash val="solid"/>
          </a:ln>
        </p:spPr>
        <p:txBody>
          <a:bodyPr/>
          <a:lstStyle/>
          <a:p>
            <a:endParaRPr lang="en-GB"/>
          </a:p>
        </p:txBody>
      </p:sp>
      <p:sp>
        <p:nvSpPr>
          <p:cNvPr id="9" name="Text 6"/>
          <p:cNvSpPr/>
          <p:nvPr/>
        </p:nvSpPr>
        <p:spPr>
          <a:xfrm>
            <a:off x="4572000" y="4709159"/>
            <a:ext cx="6311900" cy="1371595"/>
          </a:xfrm>
          <a:prstGeom prst="rect">
            <a:avLst/>
          </a:prstGeom>
          <a:noFill/>
          <a:ln/>
        </p:spPr>
        <p:txBody>
          <a:bodyPr wrap="square" lIns="0" tIns="0" rIns="0" bIns="0" rtlCol="0" anchor="ctr">
            <a:normAutofit/>
          </a:bodyPr>
          <a:lstStyle/>
          <a:p>
            <a:pPr marL="0" indent="0">
              <a:buNone/>
            </a:pPr>
            <a:r>
              <a:rPr lang="en-US" sz="2000" dirty="0">
                <a:solidFill>
                  <a:srgbClr val="4E4E4E"/>
                </a:solidFill>
                <a:latin typeface="Aptos" pitchFamily="34" charset="0"/>
                <a:ea typeface="Aptos" pitchFamily="34" charset="-122"/>
                <a:cs typeface="Aptos" pitchFamily="34" charset="-120"/>
              </a:rPr>
              <a:t>We will now move from deciding what you want to study to deciding how you will structure the study so that your evidence can answer your research questions.</a:t>
            </a:r>
            <a:endParaRPr lang="en-US" sz="2000" dirty="0"/>
          </a:p>
        </p:txBody>
      </p:sp>
      <p:sp>
        <p:nvSpPr>
          <p:cNvPr id="10" name="Text 7"/>
          <p:cNvSpPr/>
          <p:nvPr/>
        </p:nvSpPr>
        <p:spPr>
          <a:xfrm>
            <a:off x="4572000" y="6144768"/>
            <a:ext cx="2011680" cy="182880"/>
          </a:xfrm>
          <a:prstGeom prst="rect">
            <a:avLst/>
          </a:prstGeom>
          <a:noFill/>
          <a:ln/>
        </p:spPr>
        <p:txBody>
          <a:bodyPr wrap="square" lIns="0" tIns="0" rIns="0" bIns="0" rtlCol="0" anchor="ctr"/>
          <a:lstStyle/>
          <a:p>
            <a:pPr marL="0" indent="0">
              <a:buNone/>
            </a:pPr>
            <a:r>
              <a:rPr lang="en-US" sz="800" dirty="0">
                <a:solidFill>
                  <a:srgbClr val="777777"/>
                </a:solidFill>
                <a:latin typeface="Aptos" pitchFamily="34" charset="0"/>
                <a:ea typeface="Aptos" pitchFamily="34" charset="-122"/>
                <a:cs typeface="Aptos" pitchFamily="34" charset="-120"/>
              </a:rPr>
              <a:t>Research Methodology 4</a:t>
            </a:r>
            <a:endParaRPr lang="en-US" sz="800" dirty="0"/>
          </a:p>
        </p:txBody>
      </p:sp>
      <p:sp>
        <p:nvSpPr>
          <p:cNvPr id="11" name="Text 8"/>
          <p:cNvSpPr/>
          <p:nvPr/>
        </p:nvSpPr>
        <p:spPr>
          <a:xfrm>
            <a:off x="10332720" y="6144768"/>
            <a:ext cx="1280160" cy="182880"/>
          </a:xfrm>
          <a:prstGeom prst="rect">
            <a:avLst/>
          </a:prstGeom>
          <a:noFill/>
          <a:ln/>
        </p:spPr>
        <p:txBody>
          <a:bodyPr wrap="square" lIns="0" tIns="0" rIns="0" bIns="0" rtlCol="0" anchor="ctr"/>
          <a:lstStyle/>
          <a:p>
            <a:pPr marL="0" indent="0" algn="r">
              <a:buNone/>
            </a:pPr>
            <a:r>
              <a:rPr lang="en-US" sz="800" dirty="0">
                <a:solidFill>
                  <a:srgbClr val="777777"/>
                </a:solidFill>
                <a:latin typeface="Aptos" pitchFamily="34" charset="0"/>
                <a:ea typeface="Aptos" pitchFamily="34" charset="-122"/>
                <a:cs typeface="Aptos" pitchFamily="34" charset="-120"/>
              </a:rPr>
              <a:t>4 May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414994-999B-1C49-2844-D6BBF2ACEE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7962" y="-38100"/>
            <a:ext cx="5173663"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D13313-78C6-EA4E-7C30-67BE2771A287}"/>
              </a:ext>
            </a:extLst>
          </p:cNvPr>
          <p:cNvSpPr txBox="1"/>
          <p:nvPr/>
        </p:nvSpPr>
        <p:spPr>
          <a:xfrm>
            <a:off x="266700" y="1959739"/>
            <a:ext cx="6096000" cy="2585323"/>
          </a:xfrm>
          <a:prstGeom prst="rect">
            <a:avLst/>
          </a:prstGeom>
          <a:noFill/>
        </p:spPr>
        <p:txBody>
          <a:bodyPr wrap="square">
            <a:spAutoFit/>
          </a:bodyPr>
          <a:lstStyle/>
          <a:p>
            <a:pPr lvl="0">
              <a:lnSpc>
                <a:spcPct val="100000"/>
              </a:lnSpc>
            </a:pPr>
            <a:r>
              <a:rPr lang="en-ZA" sz="1800" dirty="0"/>
              <a:t>The study design is the blueprint for the study itself and a core decision within your overall research design (Kumar, 2011). </a:t>
            </a:r>
          </a:p>
          <a:p>
            <a:pPr lvl="0">
              <a:lnSpc>
                <a:spcPct val="100000"/>
              </a:lnSpc>
            </a:pPr>
            <a:endParaRPr lang="en-ZA" dirty="0"/>
          </a:p>
          <a:p>
            <a:pPr lvl="0">
              <a:lnSpc>
                <a:spcPct val="100000"/>
              </a:lnSpc>
            </a:pPr>
            <a:r>
              <a:rPr lang="en-ZA" sz="1800" dirty="0"/>
              <a:t>In ICT research, design choices are often shaped by practical realities, such as access to users or systems, time windows, organisational approval, and whether you can ethically introduce an intervention or must only observe what already happens.</a:t>
            </a:r>
            <a:endParaRPr lang="en-US" sz="1800" dirty="0"/>
          </a:p>
        </p:txBody>
      </p:sp>
      <p:sp>
        <p:nvSpPr>
          <p:cNvPr id="8" name="TextBox 7">
            <a:extLst>
              <a:ext uri="{FF2B5EF4-FFF2-40B4-BE49-F238E27FC236}">
                <a16:creationId xmlns:a16="http://schemas.microsoft.com/office/drawing/2014/main" id="{989CC175-75BC-CE5F-48D1-77F2A0B24427}"/>
              </a:ext>
            </a:extLst>
          </p:cNvPr>
          <p:cNvSpPr txBox="1"/>
          <p:nvPr/>
        </p:nvSpPr>
        <p:spPr>
          <a:xfrm>
            <a:off x="364331" y="1053584"/>
            <a:ext cx="6096000" cy="461665"/>
          </a:xfrm>
          <a:prstGeom prst="rect">
            <a:avLst/>
          </a:prstGeom>
          <a:noFill/>
        </p:spPr>
        <p:txBody>
          <a:bodyPr wrap="square">
            <a:spAutoFit/>
          </a:bodyPr>
          <a:lstStyle/>
          <a:p>
            <a:pPr lvl="0">
              <a:lnSpc>
                <a:spcPct val="100000"/>
              </a:lnSpc>
            </a:pPr>
            <a:r>
              <a:rPr lang="en-ZA" sz="2400" b="1" kern="1200" dirty="0">
                <a:solidFill>
                  <a:srgbClr val="111111"/>
                </a:solidFill>
                <a:latin typeface="Aptos Display" pitchFamily="34" charset="0"/>
                <a:ea typeface="Aptos Display" pitchFamily="34" charset="-122"/>
                <a:cs typeface="Aptos Display" pitchFamily="34" charset="-120"/>
              </a:rPr>
              <a:t>The</a:t>
            </a:r>
            <a:r>
              <a:rPr lang="en-ZA" sz="2400" kern="1200" dirty="0"/>
              <a:t> </a:t>
            </a:r>
            <a:r>
              <a:rPr lang="en-ZA" sz="2400" b="1" kern="1200" dirty="0">
                <a:solidFill>
                  <a:srgbClr val="111111"/>
                </a:solidFill>
                <a:latin typeface="Aptos Display" pitchFamily="34" charset="0"/>
                <a:ea typeface="Aptos Display" pitchFamily="34" charset="-122"/>
                <a:cs typeface="Aptos Display" pitchFamily="34" charset="-120"/>
              </a:rPr>
              <a:t>Study</a:t>
            </a:r>
            <a:r>
              <a:rPr lang="en-ZA" sz="2400" kern="1200" dirty="0"/>
              <a:t> </a:t>
            </a:r>
            <a:r>
              <a:rPr lang="en-ZA" sz="2400" b="1" kern="1200" dirty="0">
                <a:solidFill>
                  <a:srgbClr val="111111"/>
                </a:solidFill>
                <a:latin typeface="Aptos Display" pitchFamily="34" charset="0"/>
                <a:ea typeface="Aptos Display" pitchFamily="34" charset="-122"/>
                <a:cs typeface="Aptos Display" pitchFamily="34" charset="-120"/>
              </a:rPr>
              <a:t>Design</a:t>
            </a:r>
            <a:endParaRPr lang="en-US" sz="2400" b="1" kern="1200" dirty="0">
              <a:solidFill>
                <a:srgbClr val="111111"/>
              </a:solidFill>
              <a:latin typeface="Aptos Display" pitchFamily="34" charset="0"/>
              <a:ea typeface="Aptos Display" pitchFamily="34" charset="-122"/>
              <a:cs typeface="Aptos Display" pitchFamily="34" charset="-120"/>
            </a:endParaRPr>
          </a:p>
        </p:txBody>
      </p:sp>
    </p:spTree>
    <p:extLst>
      <p:ext uri="{BB962C8B-B14F-4D97-AF65-F5344CB8AC3E}">
        <p14:creationId xmlns:p14="http://schemas.microsoft.com/office/powerpoint/2010/main" val="383857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17" name="Shape 14"/>
          <p:cNvSpPr/>
          <p:nvPr/>
        </p:nvSpPr>
        <p:spPr>
          <a:xfrm>
            <a:off x="8119872" y="1280159"/>
            <a:ext cx="3383280" cy="4762828"/>
          </a:xfrm>
          <a:prstGeom prst="roundRect">
            <a:avLst>
              <a:gd name="adj" fmla="val 3721"/>
            </a:avLst>
          </a:prstGeom>
          <a:solidFill>
            <a:srgbClr val="FFF7DB"/>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8" name="Shape 14">
            <a:extLst>
              <a:ext uri="{FF2B5EF4-FFF2-40B4-BE49-F238E27FC236}">
                <a16:creationId xmlns:a16="http://schemas.microsoft.com/office/drawing/2014/main" id="{31DDAA7E-7677-9FF3-B1FE-DA64EFB2713A}"/>
              </a:ext>
            </a:extLst>
          </p:cNvPr>
          <p:cNvSpPr/>
          <p:nvPr/>
        </p:nvSpPr>
        <p:spPr>
          <a:xfrm>
            <a:off x="688849" y="1280158"/>
            <a:ext cx="3383280" cy="4762828"/>
          </a:xfrm>
          <a:prstGeom prst="roundRect">
            <a:avLst>
              <a:gd name="adj" fmla="val 3721"/>
            </a:avLst>
          </a:prstGeom>
          <a:solidFill>
            <a:srgbClr val="FFF7DB"/>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r>
              <a:rPr lang="en-US" sz="2400" b="1" dirty="0">
                <a:solidFill>
                  <a:srgbClr val="111111"/>
                </a:solidFill>
                <a:latin typeface="Aptos Display" pitchFamily="34" charset="0"/>
                <a:ea typeface="Aptos Display" pitchFamily="34" charset="-122"/>
                <a:cs typeface="Aptos Display" pitchFamily="34" charset="-120"/>
              </a:rPr>
              <a:t>By the end of this lecture…</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10" name="Text 7"/>
          <p:cNvSpPr/>
          <p:nvPr/>
        </p:nvSpPr>
        <p:spPr>
          <a:xfrm>
            <a:off x="804672" y="1408176"/>
            <a:ext cx="3236976" cy="320040"/>
          </a:xfrm>
          <a:prstGeom prst="rect">
            <a:avLst/>
          </a:prstGeom>
          <a:noFill/>
          <a:ln/>
        </p:spPr>
        <p:txBody>
          <a:bodyPr wrap="square" lIns="0" tIns="0" rIns="0" bIns="0" rtlCol="0" anchor="ctr">
            <a:no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you should be able to:</a:t>
            </a:r>
            <a:endParaRPr lang="en-US" sz="2000" dirty="0"/>
          </a:p>
        </p:txBody>
      </p:sp>
      <p:sp>
        <p:nvSpPr>
          <p:cNvPr id="11" name="Shape 8"/>
          <p:cNvSpPr/>
          <p:nvPr/>
        </p:nvSpPr>
        <p:spPr>
          <a:xfrm>
            <a:off x="804672" y="194259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04672" y="2404871"/>
            <a:ext cx="3236976" cy="2841454"/>
          </a:xfrm>
          <a:prstGeom prst="rect">
            <a:avLst/>
          </a:prstGeom>
          <a:noFill/>
          <a:ln/>
        </p:spPr>
        <p:txBody>
          <a:bodyPr wrap="square" lIns="0" tIns="0" rIns="0" bIns="0" rtlCol="0" anchor="t">
            <a:noAutofit/>
          </a:bodyPr>
          <a:lstStyle/>
          <a:p>
            <a:pPr marL="0" indent="0">
              <a:buNone/>
            </a:pPr>
            <a:r>
              <a:rPr lang="en-US" sz="2000" dirty="0">
                <a:solidFill>
                  <a:srgbClr val="4A4A4A"/>
                </a:solidFill>
                <a:ea typeface="Aptos" pitchFamily="34" charset="-122"/>
                <a:cs typeface="Aptos" pitchFamily="34" charset="-120"/>
              </a:rPr>
              <a:t>Distinguish between Research Design and Study Design.</a:t>
            </a:r>
          </a:p>
          <a:p>
            <a:pPr marL="0" indent="0">
              <a:buNone/>
            </a:pPr>
            <a:endParaRPr lang="en-US" sz="1200" dirty="0">
              <a:solidFill>
                <a:srgbClr val="4A4A4A"/>
              </a:solidFill>
              <a:ea typeface="Aptos" pitchFamily="34" charset="-122"/>
              <a:cs typeface="Aptos" pitchFamily="34" charset="-120"/>
            </a:endParaRPr>
          </a:p>
          <a:p>
            <a:pPr marL="0" indent="0">
              <a:buNone/>
            </a:pPr>
            <a:r>
              <a:rPr lang="en-US" sz="2000" dirty="0">
                <a:solidFill>
                  <a:srgbClr val="4A4A4A"/>
                </a:solidFill>
                <a:ea typeface="Aptos" pitchFamily="34" charset="-122"/>
                <a:cs typeface="Aptos" pitchFamily="34" charset="-120"/>
              </a:rPr>
              <a:t>Define a study design and explain why it matters in research planning.</a:t>
            </a:r>
            <a:endParaRPr lang="en-US" sz="2000" dirty="0"/>
          </a:p>
          <a:p>
            <a:pPr marL="0" indent="0">
              <a:buNone/>
            </a:pPr>
            <a:endParaRPr lang="en-US" sz="1200" dirty="0"/>
          </a:p>
          <a:p>
            <a:r>
              <a:rPr lang="en-US" sz="2000" dirty="0">
                <a:solidFill>
                  <a:srgbClr val="4A4A4A"/>
                </a:solidFill>
                <a:ea typeface="Aptos" pitchFamily="34" charset="-122"/>
                <a:cs typeface="Aptos" pitchFamily="34" charset="-120"/>
              </a:rPr>
              <a:t>Differentiate among major quantitative, qualitative, and mixed-methods designs.</a:t>
            </a:r>
            <a:endParaRPr lang="en-US" sz="2000" dirty="0"/>
          </a:p>
        </p:txBody>
      </p:sp>
      <p:sp>
        <p:nvSpPr>
          <p:cNvPr id="14" name="Text 11"/>
          <p:cNvSpPr/>
          <p:nvPr/>
        </p:nvSpPr>
        <p:spPr>
          <a:xfrm>
            <a:off x="4553712" y="1408176"/>
            <a:ext cx="323697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rPr>
              <a:t>you should also be able to:</a:t>
            </a:r>
          </a:p>
        </p:txBody>
      </p:sp>
      <p:sp>
        <p:nvSpPr>
          <p:cNvPr id="15" name="Shape 12"/>
          <p:cNvSpPr/>
          <p:nvPr/>
        </p:nvSpPr>
        <p:spPr>
          <a:xfrm>
            <a:off x="4553712" y="194259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4553712" y="2404871"/>
            <a:ext cx="3236976" cy="1749313"/>
          </a:xfrm>
          <a:prstGeom prst="rect">
            <a:avLst/>
          </a:prstGeom>
          <a:noFill/>
          <a:ln/>
        </p:spPr>
        <p:txBody>
          <a:bodyPr wrap="square" lIns="0" tIns="0" rIns="0" bIns="0" rtlCol="0" anchor="t">
            <a:noAutofit/>
          </a:bodyPr>
          <a:lstStyle/>
          <a:p>
            <a:r>
              <a:rPr lang="en-US" sz="2000" dirty="0">
                <a:solidFill>
                  <a:srgbClr val="4A4A4A"/>
                </a:solidFill>
                <a:ea typeface="Aptos" pitchFamily="34" charset="-122"/>
                <a:cs typeface="Aptos" pitchFamily="34" charset="-120"/>
              </a:rPr>
              <a:t>Recognise designs based on the number of contacts, the reference period, and the nature of the investigation.</a:t>
            </a:r>
            <a:endParaRPr lang="en-US" sz="2000" dirty="0"/>
          </a:p>
          <a:p>
            <a:pPr marL="0" indent="0">
              <a:buNone/>
            </a:pPr>
            <a:endParaRPr lang="en-US" sz="2000" dirty="0"/>
          </a:p>
          <a:p>
            <a:pPr marL="0" indent="0">
              <a:buNone/>
            </a:pPr>
            <a:r>
              <a:rPr lang="en-US" sz="2000" dirty="0">
                <a:solidFill>
                  <a:srgbClr val="4A4A4A"/>
                </a:solidFill>
                <a:ea typeface="Aptos" pitchFamily="34" charset="-122"/>
                <a:cs typeface="Aptos" pitchFamily="34" charset="-120"/>
              </a:rPr>
              <a:t>Select a suitable design for an ICT topic and justify the choice.</a:t>
            </a:r>
            <a:endParaRPr lang="en-US" sz="2000" dirty="0"/>
          </a:p>
        </p:txBody>
      </p:sp>
      <p:sp>
        <p:nvSpPr>
          <p:cNvPr id="18" name="Text 15"/>
          <p:cNvSpPr/>
          <p:nvPr/>
        </p:nvSpPr>
        <p:spPr>
          <a:xfrm>
            <a:off x="8302752" y="1408176"/>
            <a:ext cx="305409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rPr>
              <a:t>And finally</a:t>
            </a:r>
            <a:r>
              <a:rPr lang="en-US" sz="2000" b="1" dirty="0">
                <a:solidFill>
                  <a:srgbClr val="111111"/>
                </a:solidFill>
                <a:latin typeface="Aptos Display" pitchFamily="34" charset="0"/>
                <a:ea typeface="Aptos Display" pitchFamily="34" charset="-122"/>
                <a:cs typeface="Aptos Display" pitchFamily="34" charset="-120"/>
              </a:rPr>
              <a:t>:</a:t>
            </a:r>
            <a:endParaRPr lang="en-US" sz="2000" dirty="0"/>
          </a:p>
        </p:txBody>
      </p:sp>
      <p:sp>
        <p:nvSpPr>
          <p:cNvPr id="19" name="Shape 16"/>
          <p:cNvSpPr/>
          <p:nvPr/>
        </p:nvSpPr>
        <p:spPr>
          <a:xfrm>
            <a:off x="8302752" y="1942592"/>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8302752" y="2404871"/>
            <a:ext cx="3054096" cy="3320067"/>
          </a:xfrm>
          <a:prstGeom prst="rect">
            <a:avLst/>
          </a:prstGeom>
          <a:noFill/>
          <a:ln/>
        </p:spPr>
        <p:txBody>
          <a:bodyPr wrap="square" lIns="0" tIns="0" rIns="0" bIns="0" rtlCol="0" anchor="t">
            <a:normAutofit lnSpcReduction="10000"/>
          </a:bodyPr>
          <a:lstStyle/>
          <a:p>
            <a:pPr marL="0" indent="0">
              <a:buNone/>
            </a:pPr>
            <a:r>
              <a:rPr lang="en-US" sz="2000" dirty="0">
                <a:solidFill>
                  <a:srgbClr val="4A4A4A"/>
                </a:solidFill>
                <a:ea typeface="Aptos" pitchFamily="34" charset="-122"/>
                <a:cs typeface="Aptos" pitchFamily="34" charset="-120"/>
              </a:rPr>
              <a:t>Compare the strengths and limitations of common designs.</a:t>
            </a:r>
            <a:endParaRPr lang="en-US" sz="2000" dirty="0"/>
          </a:p>
          <a:p>
            <a:pPr marL="0" indent="0">
              <a:buNone/>
            </a:pPr>
            <a:endParaRPr lang="en-US" sz="2000" dirty="0"/>
          </a:p>
          <a:p>
            <a:pPr marL="0" indent="0">
              <a:buNone/>
            </a:pPr>
            <a:r>
              <a:rPr lang="en-US" sz="2000" dirty="0">
                <a:solidFill>
                  <a:srgbClr val="4A4A4A"/>
                </a:solidFill>
                <a:ea typeface="Aptos" pitchFamily="34" charset="-122"/>
                <a:cs typeface="Aptos" pitchFamily="34" charset="-120"/>
              </a:rPr>
              <a:t>Use a practical decision guide to support your weekly artefact.</a:t>
            </a:r>
          </a:p>
          <a:p>
            <a:pPr marL="0" indent="0">
              <a:buNone/>
            </a:pPr>
            <a:endParaRPr lang="en-US" sz="2000" dirty="0">
              <a:solidFill>
                <a:srgbClr val="4A4A4A"/>
              </a:solidFill>
            </a:endParaRPr>
          </a:p>
          <a:p>
            <a:r>
              <a:rPr lang="en-US" sz="2000" b="1" i="1" dirty="0">
                <a:solidFill>
                  <a:srgbClr val="4A4A4A"/>
                </a:solidFill>
              </a:rPr>
              <a:t>We will deal with the entire Research Design process in Semester Two.</a:t>
            </a:r>
            <a:endParaRPr lang="en-US" sz="2000" b="1"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WHAT IS A RESEARCH DESIGN?</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93141"/>
            <a:ext cx="8046720" cy="228600"/>
          </a:xfrm>
          <a:prstGeom prst="rect">
            <a:avLst/>
          </a:prstGeom>
          <a:noFill/>
          <a:ln/>
        </p:spPr>
        <p:txBody>
          <a:bodyPr wrap="square" lIns="0" tIns="0" rIns="0" bIns="0" rtlCol="0" anchor="ctr"/>
          <a:lstStyle/>
          <a:p>
            <a:r>
              <a:rPr lang="en-US" i="1" dirty="0">
                <a:solidFill>
                  <a:schemeClr val="bg1"/>
                </a:solidFill>
                <a:latin typeface="Aptos" pitchFamily="34" charset="0"/>
                <a:ea typeface="Aptos" pitchFamily="34" charset="-122"/>
                <a:cs typeface="Aptos" pitchFamily="34" charset="-120"/>
              </a:rPr>
              <a:t>The comprehensive blueprint for the entire research process</a:t>
            </a:r>
            <a:endParaRPr lang="en-US" i="1" dirty="0">
              <a:solidFill>
                <a:schemeClr val="bg1"/>
              </a:solidFill>
            </a:endParaRPr>
          </a:p>
        </p:txBody>
      </p:sp>
      <p:sp>
        <p:nvSpPr>
          <p:cNvPr id="9" name="Shape 6"/>
          <p:cNvSpPr/>
          <p:nvPr/>
        </p:nvSpPr>
        <p:spPr>
          <a:xfrm>
            <a:off x="640080" y="1999909"/>
            <a:ext cx="3657600" cy="4018566"/>
          </a:xfrm>
          <a:prstGeom prst="roundRect">
            <a:avLst>
              <a:gd name="adj" fmla="val 2051"/>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04672" y="2153500"/>
            <a:ext cx="332841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Core idea</a:t>
            </a:r>
            <a:endParaRPr lang="en-US" sz="2000" dirty="0"/>
          </a:p>
        </p:txBody>
      </p:sp>
      <p:sp>
        <p:nvSpPr>
          <p:cNvPr id="11" name="Shape 8"/>
          <p:cNvSpPr/>
          <p:nvPr/>
        </p:nvSpPr>
        <p:spPr>
          <a:xfrm>
            <a:off x="804672" y="2535515"/>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04672" y="2852000"/>
            <a:ext cx="3328416" cy="2871216"/>
          </a:xfrm>
          <a:prstGeom prst="rect">
            <a:avLst/>
          </a:prstGeom>
          <a:noFill/>
          <a:ln/>
        </p:spPr>
        <p:txBody>
          <a:bodyPr wrap="square" lIns="0" tIns="0" rIns="0" bIns="0" rtlCol="0" anchor="ctr">
            <a:normAutofit fontScale="77500" lnSpcReduction="20000"/>
          </a:bodyPr>
          <a:lstStyle/>
          <a:p>
            <a:r>
              <a:rPr lang="en-US" sz="2400" dirty="0">
                <a:solidFill>
                  <a:srgbClr val="4A4A4A"/>
                </a:solidFill>
                <a:latin typeface="Aptos" pitchFamily="34" charset="0"/>
                <a:ea typeface="Aptos" pitchFamily="34" charset="-122"/>
                <a:cs typeface="Aptos" pitchFamily="34" charset="-120"/>
              </a:rPr>
              <a:t>Kumar defines research design as a procedural plan adopted by the researcher to answer questions validly, objectively, accurately, and economically. </a:t>
            </a:r>
          </a:p>
          <a:p>
            <a:endParaRPr lang="en-US" sz="2400" dirty="0">
              <a:solidFill>
                <a:srgbClr val="4A4A4A"/>
              </a:solidFill>
              <a:latin typeface="Aptos" pitchFamily="34" charset="0"/>
              <a:ea typeface="Aptos" pitchFamily="34" charset="-122"/>
              <a:cs typeface="Aptos" pitchFamily="34" charset="-120"/>
            </a:endParaRPr>
          </a:p>
          <a:p>
            <a:r>
              <a:rPr lang="en-US" sz="2400" dirty="0">
                <a:solidFill>
                  <a:srgbClr val="4A4A4A"/>
                </a:solidFill>
                <a:latin typeface="Aptos" pitchFamily="34" charset="0"/>
                <a:ea typeface="Aptos" pitchFamily="34" charset="-122"/>
                <a:cs typeface="Aptos" pitchFamily="34" charset="-120"/>
              </a:rPr>
              <a:t>It is a comprehensive blueprint for the entire research process, </a:t>
            </a:r>
            <a:r>
              <a:rPr lang="en-US" sz="2400" i="1" dirty="0">
                <a:solidFill>
                  <a:srgbClr val="4A4A4A"/>
                </a:solidFill>
                <a:latin typeface="Aptos" pitchFamily="34" charset="0"/>
                <a:ea typeface="Aptos" pitchFamily="34" charset="-122"/>
                <a:cs typeface="Aptos" pitchFamily="34" charset="-120"/>
              </a:rPr>
              <a:t>including the study design</a:t>
            </a:r>
            <a:r>
              <a:rPr lang="en-US" sz="2400" dirty="0">
                <a:solidFill>
                  <a:srgbClr val="4A4A4A"/>
                </a:solidFill>
                <a:latin typeface="Aptos" pitchFamily="34" charset="0"/>
                <a:ea typeface="Aptos" pitchFamily="34" charset="-122"/>
                <a:cs typeface="Aptos" pitchFamily="34" charset="-120"/>
              </a:rPr>
              <a:t>, data collection methods, sampling strategy, analytical framework, and time frame.</a:t>
            </a:r>
            <a:endParaRPr lang="en-US" sz="2400" dirty="0"/>
          </a:p>
        </p:txBody>
      </p:sp>
      <p:sp>
        <p:nvSpPr>
          <p:cNvPr id="13" name="Shape 10"/>
          <p:cNvSpPr/>
          <p:nvPr/>
        </p:nvSpPr>
        <p:spPr>
          <a:xfrm>
            <a:off x="4526280" y="1999909"/>
            <a:ext cx="3246120" cy="4018566"/>
          </a:xfrm>
          <a:prstGeom prst="roundRect">
            <a:avLst>
              <a:gd name="adj" fmla="val 2254"/>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4690872" y="2153500"/>
            <a:ext cx="291693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Why it matters</a:t>
            </a:r>
            <a:endParaRPr lang="en-US" sz="2000" dirty="0"/>
          </a:p>
        </p:txBody>
      </p:sp>
      <p:sp>
        <p:nvSpPr>
          <p:cNvPr id="15" name="Shape 12"/>
          <p:cNvSpPr/>
          <p:nvPr/>
        </p:nvSpPr>
        <p:spPr>
          <a:xfrm>
            <a:off x="4690872" y="2535515"/>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4690872" y="2852000"/>
            <a:ext cx="2916936" cy="2871216"/>
          </a:xfrm>
          <a:prstGeom prst="rect">
            <a:avLst/>
          </a:prstGeom>
          <a:noFill/>
          <a:ln/>
        </p:spPr>
        <p:txBody>
          <a:bodyPr wrap="square" lIns="0" tIns="0" rIns="0" bIns="0" rtlCol="0" anchor="t">
            <a:normAutofit/>
          </a:bodyPr>
          <a:lstStyle/>
          <a:p>
            <a:r>
              <a:rPr lang="en-US" sz="1900" dirty="0">
                <a:solidFill>
                  <a:srgbClr val="4A4A4A"/>
                </a:solidFill>
                <a:latin typeface="Aptos" pitchFamily="34" charset="0"/>
              </a:rPr>
              <a:t>The research design sets out the specific details of the enquiry, including logistical arrangements, measurement procedures, the sampling strategy, and the analysis plan.</a:t>
            </a:r>
          </a:p>
        </p:txBody>
      </p:sp>
      <p:sp>
        <p:nvSpPr>
          <p:cNvPr id="17" name="Shape 14"/>
          <p:cNvSpPr/>
          <p:nvPr/>
        </p:nvSpPr>
        <p:spPr>
          <a:xfrm>
            <a:off x="7894322" y="1990765"/>
            <a:ext cx="3520440" cy="4018566"/>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8165592" y="2153500"/>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ICT lens</a:t>
            </a:r>
            <a:endParaRPr lang="en-US" sz="2000" dirty="0"/>
          </a:p>
        </p:txBody>
      </p:sp>
      <p:sp>
        <p:nvSpPr>
          <p:cNvPr id="19" name="Shape 16"/>
          <p:cNvSpPr/>
          <p:nvPr/>
        </p:nvSpPr>
        <p:spPr>
          <a:xfrm>
            <a:off x="8165592" y="2535515"/>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8165592" y="2852000"/>
            <a:ext cx="3191256" cy="2871216"/>
          </a:xfrm>
          <a:prstGeom prst="rect">
            <a:avLst/>
          </a:prstGeom>
          <a:noFill/>
          <a:ln/>
        </p:spPr>
        <p:txBody>
          <a:bodyPr wrap="square" lIns="0" tIns="0" rIns="0" bIns="0" rtlCol="0" anchor="t">
            <a:noAutofit/>
          </a:bodyPr>
          <a:lstStyle/>
          <a:p>
            <a:r>
              <a:rPr lang="en-US" sz="1900" dirty="0">
                <a:solidFill>
                  <a:srgbClr val="4A4A4A"/>
                </a:solidFill>
                <a:latin typeface="Aptos" pitchFamily="34" charset="0"/>
              </a:rPr>
              <a:t>Kumar suggests that you first outline your research design (the overall plan), then specify your study design (the methodological approach), and finally detail the logistical procedures for data collection, sampling, and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a:extLst>
            <a:ext uri="{FF2B5EF4-FFF2-40B4-BE49-F238E27FC236}">
              <a16:creationId xmlns:a16="http://schemas.microsoft.com/office/drawing/2014/main" id="{7D6F08CA-6B84-83A8-CC69-27A5B0F20E6F}"/>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A8D08CC7-C12C-5053-DC8E-7D09C6B3DD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a:extLst>
              <a:ext uri="{FF2B5EF4-FFF2-40B4-BE49-F238E27FC236}">
                <a16:creationId xmlns:a16="http://schemas.microsoft.com/office/drawing/2014/main" id="{7A61EE15-1F47-59B0-781D-792A21FF646B}"/>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C4157B5E-FCFC-B27B-399C-9F0B26CFD543}"/>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5450CAAE-AD40-03BD-3338-48B6E6D26FAF}"/>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WHAT IS A STUDY DESIGN?</a:t>
            </a:r>
            <a:endParaRPr lang="en-US" sz="2200" dirty="0"/>
          </a:p>
        </p:txBody>
      </p:sp>
      <p:sp>
        <p:nvSpPr>
          <p:cNvPr id="7" name="Shape 4">
            <a:extLst>
              <a:ext uri="{FF2B5EF4-FFF2-40B4-BE49-F238E27FC236}">
                <a16:creationId xmlns:a16="http://schemas.microsoft.com/office/drawing/2014/main" id="{68F5384C-1916-BE7C-672A-B1B1AF0AA2B2}"/>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CBF0F5C4-826D-0607-216D-AAE9D511C8F9}"/>
              </a:ext>
            </a:extLst>
          </p:cNvPr>
          <p:cNvSpPr/>
          <p:nvPr/>
        </p:nvSpPr>
        <p:spPr>
          <a:xfrm>
            <a:off x="548640" y="932688"/>
            <a:ext cx="8046720" cy="228600"/>
          </a:xfrm>
          <a:prstGeom prst="rect">
            <a:avLst/>
          </a:prstGeom>
          <a:noFill/>
          <a:ln/>
        </p:spPr>
        <p:txBody>
          <a:bodyPr wrap="square" lIns="0" tIns="0" rIns="0" bIns="0" rtlCol="0" anchor="ctr"/>
          <a:lstStyle/>
          <a:p>
            <a:pPr marL="0" indent="0">
              <a:buNone/>
            </a:pPr>
            <a:r>
              <a:rPr lang="en-US" i="1" dirty="0">
                <a:solidFill>
                  <a:srgbClr val="666666"/>
                </a:solidFill>
                <a:latin typeface="Aptos" pitchFamily="34" charset="0"/>
                <a:ea typeface="Aptos" pitchFamily="34" charset="-122"/>
                <a:cs typeface="Aptos" pitchFamily="34" charset="-120"/>
              </a:rPr>
              <a:t>The blueprint that structures evidence collection</a:t>
            </a:r>
            <a:endParaRPr lang="en-US" dirty="0"/>
          </a:p>
        </p:txBody>
      </p:sp>
      <p:sp>
        <p:nvSpPr>
          <p:cNvPr id="9" name="Shape 6">
            <a:extLst>
              <a:ext uri="{FF2B5EF4-FFF2-40B4-BE49-F238E27FC236}">
                <a16:creationId xmlns:a16="http://schemas.microsoft.com/office/drawing/2014/main" id="{BBBCDF1A-DD4D-76FE-90FE-B238CE0AFEBF}"/>
              </a:ext>
            </a:extLst>
          </p:cNvPr>
          <p:cNvSpPr/>
          <p:nvPr/>
        </p:nvSpPr>
        <p:spPr>
          <a:xfrm>
            <a:off x="640080" y="1325880"/>
            <a:ext cx="3657600" cy="3566160"/>
          </a:xfrm>
          <a:prstGeom prst="roundRect">
            <a:avLst>
              <a:gd name="adj" fmla="val 2051"/>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a:extLst>
              <a:ext uri="{FF2B5EF4-FFF2-40B4-BE49-F238E27FC236}">
                <a16:creationId xmlns:a16="http://schemas.microsoft.com/office/drawing/2014/main" id="{454AB526-0ACD-A081-76C9-1A83772D5159}"/>
              </a:ext>
            </a:extLst>
          </p:cNvPr>
          <p:cNvSpPr/>
          <p:nvPr/>
        </p:nvSpPr>
        <p:spPr>
          <a:xfrm>
            <a:off x="804672" y="1453896"/>
            <a:ext cx="332841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Core idea</a:t>
            </a:r>
            <a:endParaRPr lang="en-US" sz="2000" dirty="0"/>
          </a:p>
        </p:txBody>
      </p:sp>
      <p:sp>
        <p:nvSpPr>
          <p:cNvPr id="11" name="Shape 8">
            <a:extLst>
              <a:ext uri="{FF2B5EF4-FFF2-40B4-BE49-F238E27FC236}">
                <a16:creationId xmlns:a16="http://schemas.microsoft.com/office/drawing/2014/main" id="{4876F17F-D805-35AF-8A60-38CD2001CF17}"/>
              </a:ext>
            </a:extLst>
          </p:cNvPr>
          <p:cNvSpPr/>
          <p:nvPr/>
        </p:nvSpPr>
        <p:spPr>
          <a:xfrm>
            <a:off x="804672" y="1810512"/>
            <a:ext cx="777240" cy="0"/>
          </a:xfrm>
          <a:prstGeom prst="line">
            <a:avLst/>
          </a:prstGeom>
          <a:noFill/>
          <a:ln w="22860">
            <a:solidFill>
              <a:srgbClr val="D9A404"/>
            </a:solidFill>
            <a:prstDash val="solid"/>
          </a:ln>
        </p:spPr>
        <p:txBody>
          <a:bodyPr/>
          <a:lstStyle/>
          <a:p>
            <a:endParaRPr lang="en-GB"/>
          </a:p>
        </p:txBody>
      </p:sp>
      <p:sp>
        <p:nvSpPr>
          <p:cNvPr id="12" name="Text 9">
            <a:extLst>
              <a:ext uri="{FF2B5EF4-FFF2-40B4-BE49-F238E27FC236}">
                <a16:creationId xmlns:a16="http://schemas.microsoft.com/office/drawing/2014/main" id="{47F65159-1E86-97BE-0348-F0408ABCD067}"/>
              </a:ext>
            </a:extLst>
          </p:cNvPr>
          <p:cNvSpPr/>
          <p:nvPr/>
        </p:nvSpPr>
        <p:spPr>
          <a:xfrm>
            <a:off x="804672" y="1911096"/>
            <a:ext cx="3328416" cy="2871216"/>
          </a:xfrm>
          <a:prstGeom prst="rect">
            <a:avLst/>
          </a:prstGeom>
          <a:noFill/>
          <a:ln/>
        </p:spPr>
        <p:txBody>
          <a:bodyPr wrap="square" lIns="0" tIns="0" rIns="0" bIns="0" rtlCol="0" anchor="ctr">
            <a:normAutofit/>
          </a:bodyPr>
          <a:lstStyle/>
          <a:p>
            <a:pPr marL="0" indent="0">
              <a:buNone/>
            </a:pPr>
            <a:r>
              <a:rPr lang="en-US" sz="2400" dirty="0">
                <a:solidFill>
                  <a:srgbClr val="4A4A4A"/>
                </a:solidFill>
                <a:latin typeface="Aptos" pitchFamily="34" charset="0"/>
                <a:ea typeface="Aptos" pitchFamily="34" charset="-122"/>
                <a:cs typeface="Aptos" pitchFamily="34" charset="-120"/>
              </a:rPr>
              <a:t>A study design is the logical structure that determines when, from whom, and how you will gather information in order to answer the research questions.</a:t>
            </a:r>
            <a:endParaRPr lang="en-US" sz="2400" dirty="0"/>
          </a:p>
        </p:txBody>
      </p:sp>
      <p:sp>
        <p:nvSpPr>
          <p:cNvPr id="13" name="Shape 10">
            <a:extLst>
              <a:ext uri="{FF2B5EF4-FFF2-40B4-BE49-F238E27FC236}">
                <a16:creationId xmlns:a16="http://schemas.microsoft.com/office/drawing/2014/main" id="{1C475A70-1FEE-37EE-7F3F-578753118060}"/>
              </a:ext>
            </a:extLst>
          </p:cNvPr>
          <p:cNvSpPr/>
          <p:nvPr/>
        </p:nvSpPr>
        <p:spPr>
          <a:xfrm>
            <a:off x="4526280" y="1325880"/>
            <a:ext cx="3246120" cy="3566160"/>
          </a:xfrm>
          <a:prstGeom prst="roundRect">
            <a:avLst>
              <a:gd name="adj" fmla="val 2254"/>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a:extLst>
              <a:ext uri="{FF2B5EF4-FFF2-40B4-BE49-F238E27FC236}">
                <a16:creationId xmlns:a16="http://schemas.microsoft.com/office/drawing/2014/main" id="{A42DC8A2-9890-3BE2-F6FB-99605FCBFEE0}"/>
              </a:ext>
            </a:extLst>
          </p:cNvPr>
          <p:cNvSpPr/>
          <p:nvPr/>
        </p:nvSpPr>
        <p:spPr>
          <a:xfrm>
            <a:off x="4690872" y="1453896"/>
            <a:ext cx="291693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Why it matters</a:t>
            </a:r>
            <a:endParaRPr lang="en-US" sz="2000" dirty="0"/>
          </a:p>
        </p:txBody>
      </p:sp>
      <p:sp>
        <p:nvSpPr>
          <p:cNvPr id="15" name="Shape 12">
            <a:extLst>
              <a:ext uri="{FF2B5EF4-FFF2-40B4-BE49-F238E27FC236}">
                <a16:creationId xmlns:a16="http://schemas.microsoft.com/office/drawing/2014/main" id="{59D77B85-659D-037D-29E2-F30734F0D8D6}"/>
              </a:ext>
            </a:extLst>
          </p:cNvPr>
          <p:cNvSpPr/>
          <p:nvPr/>
        </p:nvSpPr>
        <p:spPr>
          <a:xfrm>
            <a:off x="4690872" y="1810512"/>
            <a:ext cx="777240" cy="0"/>
          </a:xfrm>
          <a:prstGeom prst="line">
            <a:avLst/>
          </a:prstGeom>
          <a:noFill/>
          <a:ln w="22860">
            <a:solidFill>
              <a:srgbClr val="D9A404"/>
            </a:solidFill>
            <a:prstDash val="solid"/>
          </a:ln>
        </p:spPr>
        <p:txBody>
          <a:bodyPr/>
          <a:lstStyle/>
          <a:p>
            <a:endParaRPr lang="en-GB"/>
          </a:p>
        </p:txBody>
      </p:sp>
      <p:sp>
        <p:nvSpPr>
          <p:cNvPr id="16" name="Text 13">
            <a:extLst>
              <a:ext uri="{FF2B5EF4-FFF2-40B4-BE49-F238E27FC236}">
                <a16:creationId xmlns:a16="http://schemas.microsoft.com/office/drawing/2014/main" id="{5784FB8D-D676-3784-F2D5-6F4EA8E67ED7}"/>
              </a:ext>
            </a:extLst>
          </p:cNvPr>
          <p:cNvSpPr/>
          <p:nvPr/>
        </p:nvSpPr>
        <p:spPr>
          <a:xfrm>
            <a:off x="4690872" y="1911096"/>
            <a:ext cx="2916936" cy="2871216"/>
          </a:xfrm>
          <a:prstGeom prst="rect">
            <a:avLst/>
          </a:prstGeom>
          <a:noFill/>
          <a:ln/>
        </p:spPr>
        <p:txBody>
          <a:bodyPr wrap="square" lIns="0" tIns="0" rIns="0" bIns="0" rtlCol="0" anchor="ctr">
            <a:normAutofit lnSpcReduction="10000"/>
          </a:bodyPr>
          <a:lstStyle/>
          <a:p>
            <a:pPr marL="0" indent="0">
              <a:buNone/>
            </a:pPr>
            <a:r>
              <a:rPr lang="en-US" sz="2400" dirty="0">
                <a:solidFill>
                  <a:srgbClr val="4A4A4A"/>
                </a:solidFill>
                <a:latin typeface="Aptos" pitchFamily="34" charset="0"/>
              </a:rPr>
              <a:t>A good design helps you collect information that fits your objectives, make credible arguments, avoid wasted effort, and anticipate limitations early.</a:t>
            </a:r>
          </a:p>
        </p:txBody>
      </p:sp>
      <p:sp>
        <p:nvSpPr>
          <p:cNvPr id="17" name="Shape 14">
            <a:extLst>
              <a:ext uri="{FF2B5EF4-FFF2-40B4-BE49-F238E27FC236}">
                <a16:creationId xmlns:a16="http://schemas.microsoft.com/office/drawing/2014/main" id="{7F51C46B-BF10-4585-0B6A-415C6989A8D7}"/>
              </a:ext>
            </a:extLst>
          </p:cNvPr>
          <p:cNvSpPr/>
          <p:nvPr/>
        </p:nvSpPr>
        <p:spPr>
          <a:xfrm>
            <a:off x="7894322" y="1316736"/>
            <a:ext cx="3520440" cy="356616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a:extLst>
              <a:ext uri="{FF2B5EF4-FFF2-40B4-BE49-F238E27FC236}">
                <a16:creationId xmlns:a16="http://schemas.microsoft.com/office/drawing/2014/main" id="{083E3479-0013-26FD-2FB6-04896C35DABA}"/>
              </a:ext>
            </a:extLst>
          </p:cNvPr>
          <p:cNvSpPr/>
          <p:nvPr/>
        </p:nvSpPr>
        <p:spPr>
          <a:xfrm>
            <a:off x="8165592" y="1453896"/>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ICT lens</a:t>
            </a:r>
            <a:endParaRPr lang="en-US" sz="2000" dirty="0"/>
          </a:p>
        </p:txBody>
      </p:sp>
      <p:sp>
        <p:nvSpPr>
          <p:cNvPr id="19" name="Shape 16">
            <a:extLst>
              <a:ext uri="{FF2B5EF4-FFF2-40B4-BE49-F238E27FC236}">
                <a16:creationId xmlns:a16="http://schemas.microsoft.com/office/drawing/2014/main" id="{03B4C143-769A-369D-1F23-54C26AA5DA41}"/>
              </a:ext>
            </a:extLst>
          </p:cNvPr>
          <p:cNvSpPr/>
          <p:nvPr/>
        </p:nvSpPr>
        <p:spPr>
          <a:xfrm>
            <a:off x="8165592" y="1810512"/>
            <a:ext cx="777240" cy="0"/>
          </a:xfrm>
          <a:prstGeom prst="line">
            <a:avLst/>
          </a:prstGeom>
          <a:noFill/>
          <a:ln w="22860">
            <a:solidFill>
              <a:srgbClr val="D9A404"/>
            </a:solidFill>
            <a:prstDash val="solid"/>
          </a:ln>
        </p:spPr>
        <p:txBody>
          <a:bodyPr/>
          <a:lstStyle/>
          <a:p>
            <a:endParaRPr lang="en-GB"/>
          </a:p>
        </p:txBody>
      </p:sp>
      <p:sp>
        <p:nvSpPr>
          <p:cNvPr id="20" name="Text 17">
            <a:extLst>
              <a:ext uri="{FF2B5EF4-FFF2-40B4-BE49-F238E27FC236}">
                <a16:creationId xmlns:a16="http://schemas.microsoft.com/office/drawing/2014/main" id="{528E2E2B-7E02-4D95-3F7C-DD08D5E54516}"/>
              </a:ext>
            </a:extLst>
          </p:cNvPr>
          <p:cNvSpPr/>
          <p:nvPr/>
        </p:nvSpPr>
        <p:spPr>
          <a:xfrm>
            <a:off x="8165592" y="1911096"/>
            <a:ext cx="3191256" cy="2871216"/>
          </a:xfrm>
          <a:prstGeom prst="rect">
            <a:avLst/>
          </a:prstGeom>
          <a:noFill/>
          <a:ln/>
        </p:spPr>
        <p:txBody>
          <a:bodyPr wrap="square" lIns="0" tIns="0" rIns="0" bIns="0" rtlCol="0" anchor="ctr">
            <a:normAutofit lnSpcReduction="10000"/>
          </a:bodyPr>
          <a:lstStyle/>
          <a:p>
            <a:r>
              <a:rPr lang="en-US" sz="2400" dirty="0">
                <a:solidFill>
                  <a:srgbClr val="4A4A4A"/>
                </a:solidFill>
                <a:latin typeface="Aptos" pitchFamily="34" charset="0"/>
              </a:rPr>
              <a:t>In ICT research, design choices are shaped by access to users or systems, time windows, organisational approval, ethics, and whether an intervention can be introduced.</a:t>
            </a:r>
          </a:p>
        </p:txBody>
      </p:sp>
    </p:spTree>
    <p:extLst>
      <p:ext uri="{BB962C8B-B14F-4D97-AF65-F5344CB8AC3E}">
        <p14:creationId xmlns:p14="http://schemas.microsoft.com/office/powerpoint/2010/main" val="2792049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E542520B-1469-3C06-695B-365AA26C8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000" y="622300"/>
            <a:ext cx="6485809" cy="47756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8259B16-4505-8EA5-9F79-7160845D5C3A}"/>
              </a:ext>
            </a:extLst>
          </p:cNvPr>
          <p:cNvSpPr txBox="1"/>
          <p:nvPr/>
        </p:nvSpPr>
        <p:spPr>
          <a:xfrm>
            <a:off x="177800" y="2086694"/>
            <a:ext cx="6096000" cy="1846659"/>
          </a:xfrm>
          <a:prstGeom prst="rect">
            <a:avLst/>
          </a:prstGeom>
          <a:noFill/>
        </p:spPr>
        <p:txBody>
          <a:bodyPr wrap="square">
            <a:spAutoFit/>
          </a:bodyPr>
          <a:lstStyle/>
          <a:p>
            <a:pPr algn="ctr"/>
            <a:r>
              <a:rPr lang="en-GB" sz="2400" b="1" dirty="0"/>
              <a:t>Kumar makes a clear distinction</a:t>
            </a:r>
          </a:p>
          <a:p>
            <a:pPr algn="ctr"/>
            <a:endParaRPr lang="en-GB" dirty="0"/>
          </a:p>
          <a:p>
            <a:pPr marL="285750" indent="-285750">
              <a:buFont typeface="Arial" panose="020B0604020202020204" pitchFamily="34" charset="0"/>
              <a:buChar char="•"/>
            </a:pPr>
            <a:r>
              <a:rPr lang="en-GB" dirty="0"/>
              <a:t>Study Design is a subset of Research Design. </a:t>
            </a:r>
          </a:p>
          <a:p>
            <a:endParaRPr lang="en-GB" dirty="0"/>
          </a:p>
          <a:p>
            <a:pPr marL="285750" indent="-285750">
              <a:buFont typeface="Arial" panose="020B0604020202020204" pitchFamily="34" charset="0"/>
              <a:buChar char="•"/>
            </a:pPr>
            <a:r>
              <a:rPr lang="en-GB" dirty="0"/>
              <a:t>Research Design is the overall plan, while Study Design is the specific methodological approach within that plan.</a:t>
            </a:r>
          </a:p>
        </p:txBody>
      </p:sp>
    </p:spTree>
    <p:extLst>
      <p:ext uri="{BB962C8B-B14F-4D97-AF65-F5344CB8AC3E}">
        <p14:creationId xmlns:p14="http://schemas.microsoft.com/office/powerpoint/2010/main" val="218552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53F19A5-D802-CADE-4B3F-C9A238A793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5300" y="1554742"/>
            <a:ext cx="7886700" cy="437774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52" name="TextBox 2">
            <a:extLst>
              <a:ext uri="{FF2B5EF4-FFF2-40B4-BE49-F238E27FC236}">
                <a16:creationId xmlns:a16="http://schemas.microsoft.com/office/drawing/2014/main" id="{5D0E53C2-94C4-AF10-2638-904F5CE5F026}"/>
              </a:ext>
            </a:extLst>
          </p:cNvPr>
          <p:cNvGraphicFramePr/>
          <p:nvPr>
            <p:extLst>
              <p:ext uri="{D42A27DB-BD31-4B8C-83A1-F6EECF244321}">
                <p14:modId xmlns:p14="http://schemas.microsoft.com/office/powerpoint/2010/main" val="3500408755"/>
              </p:ext>
            </p:extLst>
          </p:nvPr>
        </p:nvGraphicFramePr>
        <p:xfrm>
          <a:off x="241300" y="543342"/>
          <a:ext cx="4051300" cy="59093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6487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chemeClr val="bg2"/>
        </a:solidFill>
        <a:effectLst/>
      </p:bgPr>
    </p:bg>
    <p:spTree>
      <p:nvGrpSpPr>
        <p:cNvPr id="1" name=""/>
        <p:cNvGrpSpPr/>
        <p:nvPr/>
      </p:nvGrpSpPr>
      <p:grpSpPr>
        <a:xfrm>
          <a:off x="0" y="0"/>
          <a:ext cx="0" cy="0"/>
          <a:chOff x="0" y="0"/>
          <a:chExt cx="0" cy="0"/>
        </a:xfrm>
      </p:grpSpPr>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r>
              <a:rPr lang="en-ZA" sz="2400" b="1" dirty="0"/>
              <a:t>Key Differences Between Research and Study Design</a:t>
            </a:r>
            <a:endParaRPr lang="en-US" sz="2200" b="1"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7"/>
            <a:ext cx="11018520" cy="644322"/>
          </a:xfrm>
          <a:prstGeom prst="rect">
            <a:avLst/>
          </a:prstGeom>
          <a:noFill/>
          <a:ln/>
        </p:spPr>
        <p:txBody>
          <a:bodyPr wrap="square" lIns="0" tIns="0" rIns="0" bIns="0" rtlCol="0" anchor="ctr"/>
          <a:lstStyle/>
          <a:p>
            <a:r>
              <a:rPr lang="en-ZA" dirty="0"/>
              <a:t>Research design is the comprehensive, overarching blueprint. </a:t>
            </a:r>
          </a:p>
          <a:p>
            <a:r>
              <a:rPr lang="en-ZA" dirty="0"/>
              <a:t>Study design is a specific, narrower component within the research design.</a:t>
            </a:r>
            <a:endParaRPr lang="en-US" dirty="0"/>
          </a:p>
        </p:txBody>
      </p:sp>
      <p:sp>
        <p:nvSpPr>
          <p:cNvPr id="9" name="Shape 6"/>
          <p:cNvSpPr/>
          <p:nvPr/>
        </p:nvSpPr>
        <p:spPr>
          <a:xfrm>
            <a:off x="1209923" y="1988491"/>
            <a:ext cx="5394960" cy="4389120"/>
          </a:xfrm>
          <a:prstGeom prst="roundRect">
            <a:avLst>
              <a:gd name="adj" fmla="val 1667"/>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1348011" y="2050244"/>
            <a:ext cx="5065776" cy="320040"/>
          </a:xfrm>
          <a:prstGeom prst="rect">
            <a:avLst/>
          </a:prstGeom>
          <a:noFill/>
          <a:ln/>
        </p:spPr>
        <p:txBody>
          <a:bodyPr wrap="square" lIns="0" tIns="0" rIns="0" bIns="0" rtlCol="0" anchor="ctr">
            <a:normAutofit/>
          </a:bodyPr>
          <a:lstStyle/>
          <a:p>
            <a:r>
              <a:rPr lang="en-ZA" sz="2000" b="1" dirty="0">
                <a:solidFill>
                  <a:schemeClr val="bg1"/>
                </a:solidFill>
              </a:rPr>
              <a:t>Research Design</a:t>
            </a:r>
            <a:endParaRPr lang="en-US" sz="2000" b="1" dirty="0">
              <a:solidFill>
                <a:schemeClr val="bg1"/>
              </a:solidFill>
            </a:endParaRPr>
          </a:p>
        </p:txBody>
      </p:sp>
      <p:sp>
        <p:nvSpPr>
          <p:cNvPr id="11" name="Shape 8"/>
          <p:cNvSpPr/>
          <p:nvPr/>
        </p:nvSpPr>
        <p:spPr>
          <a:xfrm>
            <a:off x="1387769" y="2420110"/>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1348011" y="2507444"/>
            <a:ext cx="5065776" cy="3694176"/>
          </a:xfrm>
          <a:prstGeom prst="rect">
            <a:avLst/>
          </a:prstGeom>
          <a:noFill/>
          <a:ln/>
        </p:spPr>
        <p:txBody>
          <a:bodyPr wrap="square" lIns="0" tIns="0" rIns="0" bIns="0" rtlCol="0" anchor="t">
            <a:normAutofit/>
          </a:bodyPr>
          <a:lstStyle/>
          <a:p>
            <a:endParaRPr lang="en-US" sz="2200" dirty="0">
              <a:solidFill>
                <a:srgbClr val="E2E2E2"/>
              </a:solidFill>
              <a:ea typeface="Aptos" pitchFamily="34" charset="-122"/>
              <a:cs typeface="Aptos" pitchFamily="34" charset="-120"/>
            </a:endParaRPr>
          </a:p>
          <a:p>
            <a:r>
              <a:rPr lang="en-US" sz="2200" dirty="0">
                <a:solidFill>
                  <a:srgbClr val="E2E2E2"/>
                </a:solidFill>
                <a:ea typeface="Aptos" pitchFamily="34" charset="-122"/>
                <a:cs typeface="Aptos" pitchFamily="34" charset="-120"/>
              </a:rPr>
              <a:t>Overall blueprint, "What/Why"</a:t>
            </a:r>
            <a:endParaRPr lang="en-US" sz="2200" dirty="0"/>
          </a:p>
          <a:p>
            <a:endParaRPr lang="en-US" sz="2200" dirty="0">
              <a:solidFill>
                <a:srgbClr val="E2E2E2"/>
              </a:solidFill>
              <a:ea typeface="Aptos" pitchFamily="34" charset="-122"/>
              <a:cs typeface="Aptos" pitchFamily="34" charset="-120"/>
            </a:endParaRPr>
          </a:p>
          <a:p>
            <a:r>
              <a:rPr lang="en-US" sz="2200" dirty="0">
                <a:solidFill>
                  <a:srgbClr val="E2E2E2"/>
                </a:solidFill>
                <a:ea typeface="Aptos" pitchFamily="34" charset="-122"/>
                <a:cs typeface="Aptos" pitchFamily="34" charset="-120"/>
              </a:rPr>
              <a:t>Highly Broad (</a:t>
            </a:r>
            <a:r>
              <a:rPr lang="en-US" sz="2200" dirty="0">
                <a:solidFill>
                  <a:srgbClr val="E2E2E2"/>
                </a:solidFill>
              </a:rPr>
              <a:t>Conceptual)</a:t>
            </a:r>
          </a:p>
          <a:p>
            <a:endParaRPr lang="en-ZA" sz="2200" dirty="0">
              <a:solidFill>
                <a:srgbClr val="E2E2E2"/>
              </a:solidFill>
            </a:endParaRPr>
          </a:p>
          <a:p>
            <a:r>
              <a:rPr lang="en-ZA" sz="2200" dirty="0">
                <a:solidFill>
                  <a:srgbClr val="E2E2E2"/>
                </a:solidFill>
              </a:rPr>
              <a:t>Goals, Methods, Sampling, Data Analysis</a:t>
            </a:r>
          </a:p>
          <a:p>
            <a:endParaRPr lang="en-ZA" sz="2200" dirty="0">
              <a:solidFill>
                <a:srgbClr val="E2E2E2"/>
              </a:solidFill>
            </a:endParaRPr>
          </a:p>
          <a:p>
            <a:r>
              <a:rPr lang="en-ZA" sz="2200" dirty="0">
                <a:solidFill>
                  <a:srgbClr val="E2E2E2"/>
                </a:solidFill>
              </a:rPr>
              <a:t>To address research questions efficiently</a:t>
            </a:r>
            <a:endParaRPr lang="en-US" sz="2200" dirty="0">
              <a:solidFill>
                <a:srgbClr val="E2E2E2"/>
              </a:solidFill>
            </a:endParaRPr>
          </a:p>
        </p:txBody>
      </p:sp>
      <p:sp>
        <p:nvSpPr>
          <p:cNvPr id="13" name="Shape 10"/>
          <p:cNvSpPr/>
          <p:nvPr/>
        </p:nvSpPr>
        <p:spPr>
          <a:xfrm>
            <a:off x="6787763" y="1988491"/>
            <a:ext cx="5349240" cy="4389120"/>
          </a:xfrm>
          <a:prstGeom prst="roundRect">
            <a:avLst>
              <a:gd name="adj" fmla="val 1667"/>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6925851" y="2050244"/>
            <a:ext cx="5020056" cy="320040"/>
          </a:xfrm>
          <a:prstGeom prst="rect">
            <a:avLst/>
          </a:prstGeom>
          <a:noFill/>
          <a:ln/>
        </p:spPr>
        <p:txBody>
          <a:bodyPr wrap="square" lIns="0" tIns="0" rIns="0" bIns="0" rtlCol="0" anchor="ctr">
            <a:normAutofit/>
          </a:bodyPr>
          <a:lstStyle/>
          <a:p>
            <a:r>
              <a:rPr lang="en-ZA" sz="2000" b="1" dirty="0">
                <a:solidFill>
                  <a:schemeClr val="bg1"/>
                </a:solidFill>
              </a:rPr>
              <a:t>Study Design</a:t>
            </a:r>
            <a:endParaRPr lang="en-US" sz="2000" dirty="0"/>
          </a:p>
        </p:txBody>
      </p:sp>
      <p:sp>
        <p:nvSpPr>
          <p:cNvPr id="15" name="Shape 12"/>
          <p:cNvSpPr/>
          <p:nvPr/>
        </p:nvSpPr>
        <p:spPr>
          <a:xfrm>
            <a:off x="6965609" y="2420110"/>
            <a:ext cx="777240" cy="0"/>
          </a:xfrm>
          <a:prstGeom prst="line">
            <a:avLst/>
          </a:prstGeom>
          <a:noFill/>
          <a:ln w="22860">
            <a:solidFill>
              <a:srgbClr val="D9A404"/>
            </a:solidFill>
            <a:prstDash val="solid"/>
          </a:ln>
        </p:spPr>
        <p:txBody>
          <a:bodyPr/>
          <a:lstStyle/>
          <a:p>
            <a:endParaRPr lang="en-GB"/>
          </a:p>
        </p:txBody>
      </p:sp>
      <p:sp>
        <p:nvSpPr>
          <p:cNvPr id="18" name="TextBox 17">
            <a:extLst>
              <a:ext uri="{FF2B5EF4-FFF2-40B4-BE49-F238E27FC236}">
                <a16:creationId xmlns:a16="http://schemas.microsoft.com/office/drawing/2014/main" id="{90F4935F-CB88-117B-DB48-A9FEEA114F16}"/>
              </a:ext>
            </a:extLst>
          </p:cNvPr>
          <p:cNvSpPr txBox="1"/>
          <p:nvPr/>
        </p:nvSpPr>
        <p:spPr>
          <a:xfrm>
            <a:off x="54997" y="2865523"/>
            <a:ext cx="1154926" cy="369332"/>
          </a:xfrm>
          <a:prstGeom prst="rect">
            <a:avLst/>
          </a:prstGeom>
          <a:noFill/>
        </p:spPr>
        <p:txBody>
          <a:bodyPr wrap="square">
            <a:spAutoFit/>
          </a:bodyPr>
          <a:lstStyle/>
          <a:p>
            <a:r>
              <a:rPr lang="en-ZA" b="1" dirty="0"/>
              <a:t>Function</a:t>
            </a:r>
            <a:endParaRPr lang="en-GB" b="1" dirty="0"/>
          </a:p>
        </p:txBody>
      </p:sp>
      <p:sp>
        <p:nvSpPr>
          <p:cNvPr id="19" name="TextBox 18">
            <a:extLst>
              <a:ext uri="{FF2B5EF4-FFF2-40B4-BE49-F238E27FC236}">
                <a16:creationId xmlns:a16="http://schemas.microsoft.com/office/drawing/2014/main" id="{78C7492B-082F-1729-72F8-947AE92AE382}"/>
              </a:ext>
            </a:extLst>
          </p:cNvPr>
          <p:cNvSpPr txBox="1"/>
          <p:nvPr/>
        </p:nvSpPr>
        <p:spPr>
          <a:xfrm>
            <a:off x="54997" y="3488144"/>
            <a:ext cx="1154926" cy="369332"/>
          </a:xfrm>
          <a:prstGeom prst="rect">
            <a:avLst/>
          </a:prstGeom>
          <a:noFill/>
        </p:spPr>
        <p:txBody>
          <a:bodyPr wrap="square">
            <a:spAutoFit/>
          </a:bodyPr>
          <a:lstStyle/>
          <a:p>
            <a:r>
              <a:rPr lang="en-ZA" b="1" dirty="0"/>
              <a:t>Breadth</a:t>
            </a:r>
            <a:endParaRPr lang="en-GB" b="1" dirty="0"/>
          </a:p>
        </p:txBody>
      </p:sp>
      <p:sp>
        <p:nvSpPr>
          <p:cNvPr id="20" name="TextBox 19">
            <a:extLst>
              <a:ext uri="{FF2B5EF4-FFF2-40B4-BE49-F238E27FC236}">
                <a16:creationId xmlns:a16="http://schemas.microsoft.com/office/drawing/2014/main" id="{34F92554-B1BC-03E6-0107-7A137A21BA2D}"/>
              </a:ext>
            </a:extLst>
          </p:cNvPr>
          <p:cNvSpPr txBox="1"/>
          <p:nvPr/>
        </p:nvSpPr>
        <p:spPr>
          <a:xfrm>
            <a:off x="54997" y="4161615"/>
            <a:ext cx="6096000" cy="369332"/>
          </a:xfrm>
          <a:prstGeom prst="rect">
            <a:avLst/>
          </a:prstGeom>
          <a:noFill/>
        </p:spPr>
        <p:txBody>
          <a:bodyPr wrap="square">
            <a:spAutoFit/>
          </a:bodyPr>
          <a:lstStyle/>
          <a:p>
            <a:r>
              <a:rPr lang="en-ZA" b="1" dirty="0"/>
              <a:t>Contents</a:t>
            </a:r>
            <a:endParaRPr lang="en-GB" b="1" dirty="0"/>
          </a:p>
        </p:txBody>
      </p:sp>
      <p:sp>
        <p:nvSpPr>
          <p:cNvPr id="21" name="TextBox 20">
            <a:extLst>
              <a:ext uri="{FF2B5EF4-FFF2-40B4-BE49-F238E27FC236}">
                <a16:creationId xmlns:a16="http://schemas.microsoft.com/office/drawing/2014/main" id="{F7D93DE6-8362-66E4-EA13-8A484D299C0A}"/>
              </a:ext>
            </a:extLst>
          </p:cNvPr>
          <p:cNvSpPr txBox="1"/>
          <p:nvPr/>
        </p:nvSpPr>
        <p:spPr>
          <a:xfrm>
            <a:off x="54997" y="4876169"/>
            <a:ext cx="6096000" cy="369332"/>
          </a:xfrm>
          <a:prstGeom prst="rect">
            <a:avLst/>
          </a:prstGeom>
          <a:noFill/>
        </p:spPr>
        <p:txBody>
          <a:bodyPr wrap="square">
            <a:spAutoFit/>
          </a:bodyPr>
          <a:lstStyle/>
          <a:p>
            <a:r>
              <a:rPr lang="en-ZA" b="1" dirty="0"/>
              <a:t>Goal</a:t>
            </a:r>
            <a:endParaRPr lang="en-GB" b="1" dirty="0"/>
          </a:p>
        </p:txBody>
      </p:sp>
      <p:sp>
        <p:nvSpPr>
          <p:cNvPr id="22" name="Text 9">
            <a:extLst>
              <a:ext uri="{FF2B5EF4-FFF2-40B4-BE49-F238E27FC236}">
                <a16:creationId xmlns:a16="http://schemas.microsoft.com/office/drawing/2014/main" id="{5D1E2A99-6890-4089-0070-9BD74BBD4A40}"/>
              </a:ext>
            </a:extLst>
          </p:cNvPr>
          <p:cNvSpPr/>
          <p:nvPr/>
        </p:nvSpPr>
        <p:spPr>
          <a:xfrm>
            <a:off x="6965609" y="2469937"/>
            <a:ext cx="5065776" cy="3694176"/>
          </a:xfrm>
          <a:prstGeom prst="rect">
            <a:avLst/>
          </a:prstGeom>
          <a:noFill/>
          <a:ln/>
        </p:spPr>
        <p:txBody>
          <a:bodyPr wrap="square" lIns="0" tIns="0" rIns="0" bIns="0" rtlCol="0" anchor="t">
            <a:normAutofit/>
          </a:bodyPr>
          <a:lstStyle/>
          <a:p>
            <a:endParaRPr lang="en-US" sz="2200" dirty="0">
              <a:solidFill>
                <a:srgbClr val="E2E2E2"/>
              </a:solidFill>
              <a:ea typeface="Aptos" pitchFamily="34" charset="-122"/>
              <a:cs typeface="Aptos" pitchFamily="34" charset="-120"/>
            </a:endParaRPr>
          </a:p>
          <a:p>
            <a:r>
              <a:rPr lang="en-ZA" sz="2200" dirty="0">
                <a:solidFill>
                  <a:srgbClr val="E2E2E2"/>
                </a:solidFill>
              </a:rPr>
              <a:t>Specific type/layout, "How"</a:t>
            </a:r>
            <a:endParaRPr lang="en-US" sz="2200" dirty="0">
              <a:solidFill>
                <a:srgbClr val="E2E2E2"/>
              </a:solidFill>
            </a:endParaRPr>
          </a:p>
          <a:p>
            <a:endParaRPr lang="en-US" sz="2200" dirty="0">
              <a:solidFill>
                <a:srgbClr val="E2E2E2"/>
              </a:solidFill>
            </a:endParaRPr>
          </a:p>
          <a:p>
            <a:r>
              <a:rPr lang="en-ZA" sz="2200" dirty="0">
                <a:solidFill>
                  <a:srgbClr val="E2E2E2"/>
                </a:solidFill>
              </a:rPr>
              <a:t>Narrower (Technical)</a:t>
            </a:r>
            <a:endParaRPr lang="en-US" sz="2200" dirty="0">
              <a:solidFill>
                <a:srgbClr val="E2E2E2"/>
              </a:solidFill>
            </a:endParaRPr>
          </a:p>
          <a:p>
            <a:endParaRPr lang="en-ZA" sz="2200" dirty="0">
              <a:solidFill>
                <a:srgbClr val="E2E2E2"/>
              </a:solidFill>
            </a:endParaRPr>
          </a:p>
          <a:p>
            <a:r>
              <a:rPr lang="en-ZA" sz="2200" dirty="0">
                <a:solidFill>
                  <a:srgbClr val="E2E2E2"/>
                </a:solidFill>
              </a:rPr>
              <a:t>Case Study, Experimental, Survey</a:t>
            </a:r>
          </a:p>
          <a:p>
            <a:endParaRPr lang="en-ZA" sz="2200" dirty="0">
              <a:solidFill>
                <a:srgbClr val="E2E2E2"/>
              </a:solidFill>
            </a:endParaRPr>
          </a:p>
          <a:p>
            <a:r>
              <a:rPr lang="en-ZA" sz="2200" dirty="0">
                <a:solidFill>
                  <a:srgbClr val="E2E2E2"/>
                </a:solidFill>
              </a:rPr>
              <a:t>To select the best, valid methodology</a:t>
            </a:r>
            <a:endParaRPr lang="en-US" sz="2200" dirty="0">
              <a:solidFill>
                <a:srgbClr val="E2E2E2"/>
              </a:solidFill>
            </a:endParaRPr>
          </a:p>
        </p:txBody>
      </p:sp>
      <p:sp>
        <p:nvSpPr>
          <p:cNvPr id="24" name="TextBox 23">
            <a:extLst>
              <a:ext uri="{FF2B5EF4-FFF2-40B4-BE49-F238E27FC236}">
                <a16:creationId xmlns:a16="http://schemas.microsoft.com/office/drawing/2014/main" id="{18C6C6B7-FC5F-D735-C387-68974D900AD9}"/>
              </a:ext>
            </a:extLst>
          </p:cNvPr>
          <p:cNvSpPr txBox="1"/>
          <p:nvPr/>
        </p:nvSpPr>
        <p:spPr>
          <a:xfrm>
            <a:off x="1209923" y="6390034"/>
            <a:ext cx="6096000" cy="276999"/>
          </a:xfrm>
          <a:prstGeom prst="rect">
            <a:avLst/>
          </a:prstGeom>
          <a:noFill/>
        </p:spPr>
        <p:txBody>
          <a:bodyPr wrap="square">
            <a:spAutoFit/>
          </a:bodyPr>
          <a:lstStyle/>
          <a:p>
            <a:r>
              <a:rPr lang="en-GB" sz="1200" dirty="0"/>
              <a:t>https://</a:t>
            </a:r>
            <a:r>
              <a:rPr lang="en-GB" sz="1200" dirty="0" err="1"/>
              <a:t>guides.lib.vt.edu</a:t>
            </a:r>
            <a:r>
              <a:rPr lang="en-GB" sz="1200" dirty="0"/>
              <a:t>/</a:t>
            </a:r>
            <a:r>
              <a:rPr lang="en-GB" sz="1200" dirty="0" err="1"/>
              <a:t>researchmethods</a:t>
            </a:r>
            <a:r>
              <a:rPr lang="en-GB" sz="1200" dirty="0"/>
              <a:t>/design-method</a:t>
            </a:r>
          </a:p>
        </p:txBody>
      </p:sp>
      <p:sp>
        <p:nvSpPr>
          <p:cNvPr id="26" name="TextBox 25">
            <a:extLst>
              <a:ext uri="{FF2B5EF4-FFF2-40B4-BE49-F238E27FC236}">
                <a16:creationId xmlns:a16="http://schemas.microsoft.com/office/drawing/2014/main" id="{EC53EAB4-9E96-A015-5DCD-31CE48028F56}"/>
              </a:ext>
            </a:extLst>
          </p:cNvPr>
          <p:cNvSpPr txBox="1"/>
          <p:nvPr/>
        </p:nvSpPr>
        <p:spPr>
          <a:xfrm>
            <a:off x="6787763" y="6406443"/>
            <a:ext cx="6096000" cy="276999"/>
          </a:xfrm>
          <a:prstGeom prst="rect">
            <a:avLst/>
          </a:prstGeom>
          <a:noFill/>
        </p:spPr>
        <p:txBody>
          <a:bodyPr wrap="square">
            <a:spAutoFit/>
          </a:bodyPr>
          <a:lstStyle/>
          <a:p>
            <a:r>
              <a:rPr lang="en-GB" sz="1200" dirty="0"/>
              <a:t>https://</a:t>
            </a:r>
            <a:r>
              <a:rPr lang="en-GB" sz="1200" dirty="0" err="1"/>
              <a:t>pmc.ncbi.nlm.nih.gov</a:t>
            </a:r>
            <a:r>
              <a:rPr lang="en-GB" sz="1200" dirty="0"/>
              <a:t>/articles/PMC2924977/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1D1B"/>
        </a:solidFill>
        <a:effectLst/>
      </p:bgPr>
    </p:bg>
    <p:spTree>
      <p:nvGrpSpPr>
        <p:cNvPr id="1" name="">
          <a:extLst>
            <a:ext uri="{FF2B5EF4-FFF2-40B4-BE49-F238E27FC236}">
              <a16:creationId xmlns:a16="http://schemas.microsoft.com/office/drawing/2014/main" id="{26E6A24F-DE11-FEE9-5458-2D5F5D7BEF8A}"/>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1FB80B5A-63D3-7036-FA2A-09449D8ACF12}"/>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CEFD7D96-0E72-E5E5-9DBA-AC4418DB64AF}"/>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8CDEA4CA-BE7C-216D-1734-3D0CA8B2F404}"/>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QUANTITATIVE VS QUALITATIVE STUDY DESIGNS</a:t>
            </a:r>
            <a:endParaRPr lang="en-US" sz="2200" dirty="0"/>
          </a:p>
        </p:txBody>
      </p:sp>
      <p:sp>
        <p:nvSpPr>
          <p:cNvPr id="7" name="Shape 4">
            <a:extLst>
              <a:ext uri="{FF2B5EF4-FFF2-40B4-BE49-F238E27FC236}">
                <a16:creationId xmlns:a16="http://schemas.microsoft.com/office/drawing/2014/main" id="{C51B8167-F24D-8968-9EB1-0DE1A294F6EE}"/>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1B42280E-61FC-47B6-7A0F-4DA4407CC271}"/>
              </a:ext>
            </a:extLst>
          </p:cNvPr>
          <p:cNvSpPr/>
          <p:nvPr/>
        </p:nvSpPr>
        <p:spPr>
          <a:xfrm>
            <a:off x="548640" y="932688"/>
            <a:ext cx="8046720" cy="228600"/>
          </a:xfrm>
          <a:prstGeom prst="rect">
            <a:avLst/>
          </a:prstGeom>
          <a:noFill/>
          <a:ln/>
        </p:spPr>
        <p:txBody>
          <a:bodyPr wrap="square" lIns="0" tIns="0" rIns="0" bIns="0" rtlCol="0" anchor="ctr"/>
          <a:lstStyle/>
          <a:p>
            <a:pPr marL="0" indent="0">
              <a:buNone/>
            </a:pPr>
            <a:r>
              <a:rPr lang="en-US" i="1" dirty="0">
                <a:solidFill>
                  <a:srgbClr val="D0D0D0"/>
                </a:solidFill>
                <a:latin typeface="Aptos" pitchFamily="34" charset="0"/>
                <a:ea typeface="Aptos" pitchFamily="34" charset="-122"/>
                <a:cs typeface="Aptos" pitchFamily="34" charset="-120"/>
              </a:rPr>
              <a:t>Two broad traditions with different levels of structure</a:t>
            </a:r>
            <a:endParaRPr lang="en-US" dirty="0"/>
          </a:p>
        </p:txBody>
      </p:sp>
      <p:sp>
        <p:nvSpPr>
          <p:cNvPr id="9" name="Shape 6">
            <a:extLst>
              <a:ext uri="{FF2B5EF4-FFF2-40B4-BE49-F238E27FC236}">
                <a16:creationId xmlns:a16="http://schemas.microsoft.com/office/drawing/2014/main" id="{5D15D6A7-A1F1-BB3E-7E1C-2340B53C3B38}"/>
              </a:ext>
            </a:extLst>
          </p:cNvPr>
          <p:cNvSpPr/>
          <p:nvPr/>
        </p:nvSpPr>
        <p:spPr>
          <a:xfrm>
            <a:off x="640080" y="1325879"/>
            <a:ext cx="5394960" cy="4873753"/>
          </a:xfrm>
          <a:prstGeom prst="roundRect">
            <a:avLst>
              <a:gd name="adj" fmla="val 1667"/>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a:extLst>
              <a:ext uri="{FF2B5EF4-FFF2-40B4-BE49-F238E27FC236}">
                <a16:creationId xmlns:a16="http://schemas.microsoft.com/office/drawing/2014/main" id="{DFAE5BC2-9936-FA3D-0FE4-0B32BE7D9182}"/>
              </a:ext>
            </a:extLst>
          </p:cNvPr>
          <p:cNvSpPr/>
          <p:nvPr/>
        </p:nvSpPr>
        <p:spPr>
          <a:xfrm>
            <a:off x="804672" y="1453896"/>
            <a:ext cx="5065776" cy="32004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Quantitative designs</a:t>
            </a:r>
            <a:endParaRPr lang="en-US" sz="2000" dirty="0"/>
          </a:p>
        </p:txBody>
      </p:sp>
      <p:sp>
        <p:nvSpPr>
          <p:cNvPr id="11" name="Shape 8">
            <a:extLst>
              <a:ext uri="{FF2B5EF4-FFF2-40B4-BE49-F238E27FC236}">
                <a16:creationId xmlns:a16="http://schemas.microsoft.com/office/drawing/2014/main" id="{4312D221-7003-61BA-7BDE-6A03DF0FD32F}"/>
              </a:ext>
            </a:extLst>
          </p:cNvPr>
          <p:cNvSpPr/>
          <p:nvPr/>
        </p:nvSpPr>
        <p:spPr>
          <a:xfrm>
            <a:off x="804672" y="1810512"/>
            <a:ext cx="777240" cy="0"/>
          </a:xfrm>
          <a:prstGeom prst="line">
            <a:avLst/>
          </a:prstGeom>
          <a:noFill/>
          <a:ln w="22860">
            <a:solidFill>
              <a:srgbClr val="D9A404"/>
            </a:solidFill>
            <a:prstDash val="solid"/>
          </a:ln>
        </p:spPr>
        <p:txBody>
          <a:bodyPr/>
          <a:lstStyle/>
          <a:p>
            <a:endParaRPr lang="en-GB"/>
          </a:p>
        </p:txBody>
      </p:sp>
      <p:sp>
        <p:nvSpPr>
          <p:cNvPr id="12" name="Text 9">
            <a:extLst>
              <a:ext uri="{FF2B5EF4-FFF2-40B4-BE49-F238E27FC236}">
                <a16:creationId xmlns:a16="http://schemas.microsoft.com/office/drawing/2014/main" id="{D8CC94B2-93E5-39D1-3BF9-25D76EA98DD2}"/>
              </a:ext>
            </a:extLst>
          </p:cNvPr>
          <p:cNvSpPr/>
          <p:nvPr/>
        </p:nvSpPr>
        <p:spPr>
          <a:xfrm>
            <a:off x="804672" y="2030365"/>
            <a:ext cx="5065776" cy="3694176"/>
          </a:xfrm>
          <a:prstGeom prst="rect">
            <a:avLst/>
          </a:prstGeom>
          <a:noFill/>
          <a:ln/>
        </p:spPr>
        <p:txBody>
          <a:bodyPr wrap="square" lIns="0" tIns="0" rIns="0" bIns="0" rtlCol="0" anchor="t">
            <a:noAutofit/>
          </a:bodyPr>
          <a:lstStyle/>
          <a:p>
            <a:r>
              <a:rPr lang="en-ZA" sz="1900" dirty="0">
                <a:solidFill>
                  <a:srgbClr val="E2E2E2"/>
                </a:solidFill>
              </a:rPr>
              <a:t>Adopts various "study designs" that use objective, numerical data and statistical analysis to test hypotheses or answer questions.</a:t>
            </a:r>
          </a:p>
          <a:p>
            <a:endParaRPr lang="en-US" sz="1900" dirty="0">
              <a:solidFill>
                <a:srgbClr val="E2E2E2"/>
              </a:solidFill>
            </a:endParaRPr>
          </a:p>
          <a:p>
            <a:r>
              <a:rPr lang="en-US" sz="1900" dirty="0">
                <a:solidFill>
                  <a:srgbClr val="E2E2E2"/>
                </a:solidFill>
              </a:rPr>
              <a:t>Typically, more structured, fixed, and explicitly defined.</a:t>
            </a:r>
          </a:p>
          <a:p>
            <a:pPr marL="0" indent="0">
              <a:buNone/>
            </a:pPr>
            <a:endParaRPr lang="en-US" sz="1900" dirty="0"/>
          </a:p>
          <a:p>
            <a:pPr marL="0" indent="0">
              <a:buNone/>
            </a:pPr>
            <a:r>
              <a:rPr lang="en-US" sz="1900" dirty="0">
                <a:solidFill>
                  <a:srgbClr val="E2E2E2"/>
                </a:solidFill>
                <a:ea typeface="Aptos" pitchFamily="34" charset="-122"/>
                <a:cs typeface="Aptos" pitchFamily="34" charset="-120"/>
              </a:rPr>
              <a:t>They aim to measure, compare, test, and classify.</a:t>
            </a:r>
            <a:endParaRPr lang="en-US" sz="1900" dirty="0"/>
          </a:p>
          <a:p>
            <a:pPr marL="0" indent="0">
              <a:buNone/>
            </a:pPr>
            <a:endParaRPr lang="en-US" sz="1900" dirty="0"/>
          </a:p>
          <a:p>
            <a:pPr marL="0" indent="0">
              <a:buNone/>
            </a:pPr>
            <a:endParaRPr lang="en-US" sz="1900" dirty="0">
              <a:solidFill>
                <a:srgbClr val="E2E2E2"/>
              </a:solidFill>
              <a:ea typeface="Aptos" pitchFamily="34" charset="-122"/>
              <a:cs typeface="Aptos" pitchFamily="34" charset="-120"/>
            </a:endParaRPr>
          </a:p>
          <a:p>
            <a:pPr marL="0" indent="0">
              <a:buNone/>
            </a:pPr>
            <a:r>
              <a:rPr lang="en-US" sz="1900" dirty="0">
                <a:solidFill>
                  <a:srgbClr val="E2E2E2"/>
                </a:solidFill>
                <a:ea typeface="Aptos" pitchFamily="34" charset="-122"/>
                <a:cs typeface="Aptos" pitchFamily="34" charset="-120"/>
              </a:rPr>
              <a:t>Because measurement requires predetermined procedures, the design is usually specified upfront.</a:t>
            </a:r>
            <a:endParaRPr lang="en-US" sz="1900" dirty="0"/>
          </a:p>
        </p:txBody>
      </p:sp>
      <p:sp>
        <p:nvSpPr>
          <p:cNvPr id="13" name="Shape 10">
            <a:extLst>
              <a:ext uri="{FF2B5EF4-FFF2-40B4-BE49-F238E27FC236}">
                <a16:creationId xmlns:a16="http://schemas.microsoft.com/office/drawing/2014/main" id="{4244271A-5F2C-BDC4-3465-6C7351B45E81}"/>
              </a:ext>
            </a:extLst>
          </p:cNvPr>
          <p:cNvSpPr/>
          <p:nvPr/>
        </p:nvSpPr>
        <p:spPr>
          <a:xfrm>
            <a:off x="6217920" y="1325879"/>
            <a:ext cx="5349240" cy="4873753"/>
          </a:xfrm>
          <a:prstGeom prst="roundRect">
            <a:avLst>
              <a:gd name="adj" fmla="val 1667"/>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a:extLst>
              <a:ext uri="{FF2B5EF4-FFF2-40B4-BE49-F238E27FC236}">
                <a16:creationId xmlns:a16="http://schemas.microsoft.com/office/drawing/2014/main" id="{3A6BB943-F417-EC4E-BB25-07C6E77756CB}"/>
              </a:ext>
            </a:extLst>
          </p:cNvPr>
          <p:cNvSpPr/>
          <p:nvPr/>
        </p:nvSpPr>
        <p:spPr>
          <a:xfrm>
            <a:off x="6382512" y="1453896"/>
            <a:ext cx="5020056" cy="32004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Qualitative designs</a:t>
            </a:r>
            <a:endParaRPr lang="en-US" sz="2000" dirty="0"/>
          </a:p>
        </p:txBody>
      </p:sp>
      <p:sp>
        <p:nvSpPr>
          <p:cNvPr id="15" name="Shape 12">
            <a:extLst>
              <a:ext uri="{FF2B5EF4-FFF2-40B4-BE49-F238E27FC236}">
                <a16:creationId xmlns:a16="http://schemas.microsoft.com/office/drawing/2014/main" id="{F6E69E10-05A8-6A8A-92F0-94FC3543EB8C}"/>
              </a:ext>
            </a:extLst>
          </p:cNvPr>
          <p:cNvSpPr/>
          <p:nvPr/>
        </p:nvSpPr>
        <p:spPr>
          <a:xfrm>
            <a:off x="6382512" y="1810512"/>
            <a:ext cx="777240" cy="0"/>
          </a:xfrm>
          <a:prstGeom prst="line">
            <a:avLst/>
          </a:prstGeom>
          <a:noFill/>
          <a:ln w="22860">
            <a:solidFill>
              <a:srgbClr val="D9A404"/>
            </a:solidFill>
            <a:prstDash val="solid"/>
          </a:ln>
        </p:spPr>
        <p:txBody>
          <a:bodyPr/>
          <a:lstStyle/>
          <a:p>
            <a:endParaRPr lang="en-GB"/>
          </a:p>
        </p:txBody>
      </p:sp>
      <p:sp>
        <p:nvSpPr>
          <p:cNvPr id="16" name="Text 13">
            <a:extLst>
              <a:ext uri="{FF2B5EF4-FFF2-40B4-BE49-F238E27FC236}">
                <a16:creationId xmlns:a16="http://schemas.microsoft.com/office/drawing/2014/main" id="{247CE740-6EAA-B4A6-DB2A-FE6D8BAFE55C}"/>
              </a:ext>
            </a:extLst>
          </p:cNvPr>
          <p:cNvSpPr/>
          <p:nvPr/>
        </p:nvSpPr>
        <p:spPr>
          <a:xfrm>
            <a:off x="6382512" y="2030365"/>
            <a:ext cx="5020056" cy="3694176"/>
          </a:xfrm>
          <a:prstGeom prst="rect">
            <a:avLst/>
          </a:prstGeom>
          <a:noFill/>
          <a:ln/>
        </p:spPr>
        <p:txBody>
          <a:bodyPr wrap="square" lIns="0" tIns="0" rIns="0" bIns="0" rtlCol="0" anchor="t">
            <a:noAutofit/>
          </a:bodyPr>
          <a:lstStyle/>
          <a:p>
            <a:r>
              <a:rPr lang="en-ZA" sz="1900" dirty="0">
                <a:solidFill>
                  <a:srgbClr val="E2E2E2"/>
                </a:solidFill>
              </a:rPr>
              <a:t>Adopts various "study designs" to explore and understand the "how" and "why" of human behaviour, experiences, and social phenomena.</a:t>
            </a:r>
          </a:p>
          <a:p>
            <a:endParaRPr lang="en-US" sz="1900" dirty="0">
              <a:solidFill>
                <a:srgbClr val="E2E2E2"/>
              </a:solidFill>
              <a:ea typeface="Aptos" pitchFamily="34" charset="-122"/>
              <a:cs typeface="Aptos" pitchFamily="34" charset="-120"/>
            </a:endParaRPr>
          </a:p>
          <a:p>
            <a:r>
              <a:rPr lang="en-US" sz="1900" dirty="0">
                <a:solidFill>
                  <a:srgbClr val="E2E2E2"/>
                </a:solidFill>
                <a:ea typeface="Aptos" pitchFamily="34" charset="-122"/>
                <a:cs typeface="Aptos" pitchFamily="34" charset="-120"/>
              </a:rPr>
              <a:t>Typically, less rigid, more flexible, and more emergent.</a:t>
            </a:r>
            <a:endParaRPr lang="en-US" sz="1900" dirty="0"/>
          </a:p>
          <a:p>
            <a:pPr marL="0" indent="0">
              <a:buNone/>
            </a:pPr>
            <a:endParaRPr lang="en-US" sz="1900" dirty="0"/>
          </a:p>
          <a:p>
            <a:pPr marL="0" indent="0">
              <a:buNone/>
            </a:pPr>
            <a:r>
              <a:rPr lang="en-US" sz="1900" dirty="0">
                <a:solidFill>
                  <a:srgbClr val="E2E2E2"/>
                </a:solidFill>
                <a:ea typeface="Aptos" pitchFamily="34" charset="-122"/>
                <a:cs typeface="Aptos" pitchFamily="34" charset="-120"/>
              </a:rPr>
              <a:t>They aim to understand, explain, explore, and clarify feelings, perceptions, attitudes, values, beliefs, and experiences.</a:t>
            </a:r>
            <a:endParaRPr lang="en-US" sz="1900" dirty="0"/>
          </a:p>
          <a:p>
            <a:pPr marL="0" indent="0">
              <a:buNone/>
            </a:pPr>
            <a:endParaRPr lang="en-US" sz="1900" dirty="0"/>
          </a:p>
          <a:p>
            <a:pPr marL="0" indent="0">
              <a:buNone/>
            </a:pPr>
            <a:r>
              <a:rPr lang="en-US" sz="1900" dirty="0">
                <a:solidFill>
                  <a:srgbClr val="E2E2E2"/>
                </a:solidFill>
                <a:ea typeface="Aptos" pitchFamily="34" charset="-122"/>
                <a:cs typeface="Aptos" pitchFamily="34" charset="-120"/>
              </a:rPr>
              <a:t>The boundary between design and data collection methods is often less sharply defined.</a:t>
            </a:r>
            <a:endParaRPr lang="en-US" sz="1900" dirty="0"/>
          </a:p>
        </p:txBody>
      </p:sp>
    </p:spTree>
    <p:extLst>
      <p:ext uri="{BB962C8B-B14F-4D97-AF65-F5344CB8AC3E}">
        <p14:creationId xmlns:p14="http://schemas.microsoft.com/office/powerpoint/2010/main" val="4065793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1D1D1B"/>
        </a:solidFill>
        <a:effectLst/>
      </p:bgPr>
    </p:bg>
    <p:spTree>
      <p:nvGrpSpPr>
        <p:cNvPr id="1" name=""/>
        <p:cNvGrpSpPr/>
        <p:nvPr/>
      </p:nvGrpSpPr>
      <p:grpSpPr>
        <a:xfrm>
          <a:off x="0" y="0"/>
          <a:ext cx="0" cy="0"/>
          <a:chOff x="0" y="0"/>
          <a:chExt cx="0" cy="0"/>
        </a:xfrm>
      </p:grpSpPr>
      <p:sp>
        <p:nvSpPr>
          <p:cNvPr id="2" name="Shape 0"/>
          <p:cNvSpPr/>
          <p:nvPr/>
        </p:nvSpPr>
        <p:spPr>
          <a:xfrm>
            <a:off x="305" y="702733"/>
            <a:ext cx="12191695" cy="6858000"/>
          </a:xfrm>
          <a:prstGeom prst="rect">
            <a:avLst/>
          </a:prstGeom>
          <a:solidFill>
            <a:srgbClr val="1D1D1B"/>
          </a:solidFill>
          <a:ln w="12700">
            <a:solidFill>
              <a:srgbClr val="1D1D1B"/>
            </a:solidFill>
            <a:prstDash val="solid"/>
          </a:ln>
        </p:spPr>
        <p:txBody>
          <a:bodyPr/>
          <a:lstStyle/>
          <a:p>
            <a:endParaRPr lang="en-GB"/>
          </a:p>
        </p:txBody>
      </p:sp>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Shape 3"/>
          <p:cNvSpPr/>
          <p:nvPr/>
        </p:nvSpPr>
        <p:spPr>
          <a:xfrm>
            <a:off x="548640" y="1143000"/>
            <a:ext cx="4023360" cy="4297680"/>
          </a:xfrm>
          <a:prstGeom prst="rect">
            <a:avLst/>
          </a:prstGeom>
          <a:solidFill>
            <a:srgbClr val="171717"/>
          </a:solidFill>
          <a:ln w="12700">
            <a:solidFill>
              <a:srgbClr val="2A2A2A"/>
            </a:solidFill>
            <a:prstDash val="solid"/>
          </a:ln>
        </p:spPr>
        <p:txBody>
          <a:bodyPr/>
          <a:lstStyle/>
          <a:p>
            <a:endParaRPr lang="en-GB"/>
          </a:p>
        </p:txBody>
      </p:sp>
      <p:sp>
        <p:nvSpPr>
          <p:cNvPr id="7" name="Text 4"/>
          <p:cNvSpPr/>
          <p:nvPr/>
        </p:nvSpPr>
        <p:spPr>
          <a:xfrm>
            <a:off x="548640" y="1358900"/>
            <a:ext cx="4023360" cy="515620"/>
          </a:xfrm>
          <a:prstGeom prst="rect">
            <a:avLst/>
          </a:prstGeom>
          <a:noFill/>
          <a:ln/>
        </p:spPr>
        <p:txBody>
          <a:bodyPr wrap="square" lIns="0" tIns="0" rIns="0" bIns="0" rtlCol="0" anchor="ctr"/>
          <a:lstStyle/>
          <a:p>
            <a:pPr marL="0" indent="0">
              <a:buNone/>
            </a:pPr>
            <a:r>
              <a:rPr lang="en-US" sz="2800" b="1" dirty="0">
                <a:solidFill>
                  <a:srgbClr val="D9A404"/>
                </a:solidFill>
                <a:latin typeface="Aptos" pitchFamily="34" charset="0"/>
                <a:ea typeface="Aptos" pitchFamily="34" charset="-122"/>
                <a:cs typeface="Aptos" pitchFamily="34" charset="-120"/>
              </a:rPr>
              <a:t>QUANTITATIVE DESIGNS</a:t>
            </a:r>
            <a:endParaRPr lang="en-US" sz="2800" dirty="0"/>
          </a:p>
        </p:txBody>
      </p:sp>
      <p:sp>
        <p:nvSpPr>
          <p:cNvPr id="8" name="Text 5"/>
          <p:cNvSpPr/>
          <p:nvPr/>
        </p:nvSpPr>
        <p:spPr>
          <a:xfrm>
            <a:off x="868680" y="1874520"/>
            <a:ext cx="3657600" cy="155448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Three ways Kumar groups common quantitative designs</a:t>
            </a:r>
            <a:endParaRPr lang="en-US" sz="2600" dirty="0"/>
          </a:p>
        </p:txBody>
      </p:sp>
      <p:sp>
        <p:nvSpPr>
          <p:cNvPr id="9" name="Text 6"/>
          <p:cNvSpPr/>
          <p:nvPr/>
        </p:nvSpPr>
        <p:spPr>
          <a:xfrm>
            <a:off x="868680" y="3840480"/>
            <a:ext cx="3383280" cy="914400"/>
          </a:xfrm>
          <a:prstGeom prst="rect">
            <a:avLst/>
          </a:prstGeom>
          <a:noFill/>
          <a:ln/>
        </p:spPr>
        <p:txBody>
          <a:bodyPr wrap="square" lIns="0" tIns="0" rIns="0" bIns="0" rtlCol="0" anchor="ctr">
            <a:noAutofit/>
          </a:bodyPr>
          <a:lstStyle/>
          <a:p>
            <a:pPr marL="0" indent="0">
              <a:buNone/>
            </a:pPr>
            <a:endParaRPr lang="en-US" dirty="0"/>
          </a:p>
        </p:txBody>
      </p:sp>
      <p:sp>
        <p:nvSpPr>
          <p:cNvPr id="10" name="Shape 7"/>
          <p:cNvSpPr/>
          <p:nvPr/>
        </p:nvSpPr>
        <p:spPr>
          <a:xfrm>
            <a:off x="548640" y="1950720"/>
            <a:ext cx="4023360" cy="0"/>
          </a:xfrm>
          <a:prstGeom prst="line">
            <a:avLst/>
          </a:prstGeom>
          <a:noFill/>
          <a:ln w="27940">
            <a:solidFill>
              <a:srgbClr val="D9A404"/>
            </a:solidFill>
            <a:prstDash val="solid"/>
          </a:ln>
        </p:spPr>
        <p:txBody>
          <a:bodyPr/>
          <a:lstStyle/>
          <a:p>
            <a:endParaRPr lang="en-GB"/>
          </a:p>
        </p:txBody>
      </p:sp>
      <p:sp>
        <p:nvSpPr>
          <p:cNvPr id="11" name="Text 8"/>
          <p:cNvSpPr/>
          <p:nvPr/>
        </p:nvSpPr>
        <p:spPr>
          <a:xfrm>
            <a:off x="5120334" y="1943272"/>
            <a:ext cx="6741465" cy="4631264"/>
          </a:xfrm>
          <a:prstGeom prst="rect">
            <a:avLst/>
          </a:prstGeom>
          <a:noFill/>
          <a:ln/>
        </p:spPr>
        <p:txBody>
          <a:bodyPr wrap="square" lIns="0" tIns="0" rIns="0" bIns="0" rtlCol="0" anchor="ctr"/>
          <a:lstStyle/>
          <a:p>
            <a:r>
              <a:rPr lang="en-ZA" sz="2800" dirty="0">
                <a:solidFill>
                  <a:schemeClr val="bg2"/>
                </a:solidFill>
              </a:rPr>
              <a:t>Kumar identifies three perspectives: </a:t>
            </a:r>
          </a:p>
          <a:p>
            <a:pPr marL="514350" indent="-514350">
              <a:buAutoNum type="arabicParenBoth"/>
            </a:pPr>
            <a:r>
              <a:rPr lang="en-ZA" sz="2800" dirty="0">
                <a:solidFill>
                  <a:schemeClr val="bg2"/>
                </a:solidFill>
              </a:rPr>
              <a:t>number of contacts, </a:t>
            </a:r>
          </a:p>
          <a:p>
            <a:pPr marL="514350" indent="-514350">
              <a:buAutoNum type="arabicParenBoth"/>
            </a:pPr>
            <a:r>
              <a:rPr lang="en-ZA" sz="2800" dirty="0">
                <a:solidFill>
                  <a:schemeClr val="bg2"/>
                </a:solidFill>
              </a:rPr>
              <a:t>reference period, and </a:t>
            </a:r>
          </a:p>
          <a:p>
            <a:pPr marL="514350" indent="-514350">
              <a:buAutoNum type="arabicParenBoth"/>
            </a:pPr>
            <a:r>
              <a:rPr lang="en-ZA" sz="2800" dirty="0">
                <a:solidFill>
                  <a:schemeClr val="bg2"/>
                </a:solidFill>
              </a:rPr>
              <a:t>nature of the investigation.</a:t>
            </a:r>
          </a:p>
          <a:p>
            <a:endParaRPr lang="en-ZA" sz="2800" dirty="0">
              <a:solidFill>
                <a:schemeClr val="bg2"/>
              </a:solidFill>
            </a:endParaRPr>
          </a:p>
          <a:p>
            <a:r>
              <a:rPr lang="en-ZA" sz="2800" dirty="0">
                <a:solidFill>
                  <a:schemeClr val="bg2"/>
                </a:solidFill>
              </a:rPr>
              <a:t>These perspectives help you decide how many times you will contact participants, whether you look backwards or forward in time, and whether you introduce a treatment or only observe </a:t>
            </a:r>
            <a:endParaRPr lang="en-US" sz="2800" dirty="0">
              <a:solidFill>
                <a:schemeClr val="bg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EF"/>
          </a:solidFill>
          <a:ln w="12700">
            <a:solidFill>
              <a:srgbClr val="F6F4EF"/>
            </a:solidFill>
            <a:prstDash val="solid"/>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DESIGNS BASED ON THE NUMBER OF CONTACTS</a:t>
            </a:r>
            <a:endParaRPr lang="en-US" sz="2200" b="1"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i="1" dirty="0">
                <a:solidFill>
                  <a:srgbClr val="666666"/>
                </a:solidFill>
                <a:latin typeface="Aptos" pitchFamily="34" charset="0"/>
                <a:ea typeface="Aptos" pitchFamily="34" charset="-122"/>
                <a:cs typeface="Aptos" pitchFamily="34" charset="-120"/>
              </a:rPr>
              <a:t>How many times you collect information from the study population</a:t>
            </a:r>
            <a:endParaRPr lang="en-US" dirty="0"/>
          </a:p>
        </p:txBody>
      </p:sp>
      <p:sp>
        <p:nvSpPr>
          <p:cNvPr id="9" name="Shape 6"/>
          <p:cNvSpPr/>
          <p:nvPr/>
        </p:nvSpPr>
        <p:spPr>
          <a:xfrm>
            <a:off x="640080" y="1325880"/>
            <a:ext cx="3566160" cy="4389120"/>
          </a:xfrm>
          <a:prstGeom prst="roundRect">
            <a:avLst>
              <a:gd name="adj" fmla="val 2051"/>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04672" y="1453896"/>
            <a:ext cx="323697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Cross-sectional</a:t>
            </a:r>
            <a:endParaRPr lang="en-US" sz="2000" dirty="0"/>
          </a:p>
        </p:txBody>
      </p:sp>
      <p:sp>
        <p:nvSpPr>
          <p:cNvPr id="11" name="Shape 8"/>
          <p:cNvSpPr/>
          <p:nvPr/>
        </p:nvSpPr>
        <p:spPr>
          <a:xfrm>
            <a:off x="80467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04672" y="1911096"/>
            <a:ext cx="3236976" cy="3694176"/>
          </a:xfrm>
          <a:prstGeom prst="rect">
            <a:avLst/>
          </a:prstGeom>
          <a:noFill/>
          <a:ln/>
        </p:spPr>
        <p:txBody>
          <a:bodyPr wrap="square" lIns="0" tIns="0" rIns="0" bIns="0" rtlCol="0" anchor="ctr">
            <a:noAutofit/>
          </a:bodyPr>
          <a:lstStyle/>
          <a:p>
            <a:pPr marL="0" indent="0">
              <a:buNone/>
            </a:pPr>
            <a:r>
              <a:rPr lang="en-US" sz="2200" dirty="0">
                <a:solidFill>
                  <a:srgbClr val="4A4A4A"/>
                </a:solidFill>
                <a:ea typeface="Aptos" pitchFamily="34" charset="-122"/>
                <a:cs typeface="Aptos" pitchFamily="34" charset="-120"/>
              </a:rPr>
              <a:t>Collect information once, at a single point in time.</a:t>
            </a:r>
            <a:endParaRPr lang="en-US" sz="2200" dirty="0"/>
          </a:p>
          <a:p>
            <a:pPr marL="0" indent="0">
              <a:buNone/>
            </a:pPr>
            <a:endParaRPr lang="en-US" sz="2200" dirty="0"/>
          </a:p>
          <a:p>
            <a:pPr marL="0" indent="0">
              <a:buNone/>
            </a:pPr>
            <a:r>
              <a:rPr lang="en-US" sz="2200" dirty="0">
                <a:solidFill>
                  <a:srgbClr val="4A4A4A"/>
                </a:solidFill>
                <a:ea typeface="Aptos" pitchFamily="34" charset="-122"/>
                <a:cs typeface="Aptos" pitchFamily="34" charset="-120"/>
              </a:rPr>
              <a:t>Useful for snapshots of current conditions, opinions, behaviours, and associations.</a:t>
            </a:r>
            <a:endParaRPr lang="en-US" sz="2200" dirty="0"/>
          </a:p>
          <a:p>
            <a:pPr marL="0" indent="0">
              <a:buNone/>
            </a:pPr>
            <a:endParaRPr lang="en-US" sz="2200" dirty="0"/>
          </a:p>
          <a:p>
            <a:pPr marL="0" indent="0">
              <a:buNone/>
            </a:pPr>
            <a:r>
              <a:rPr lang="en-US" sz="2200" dirty="0">
                <a:solidFill>
                  <a:srgbClr val="4A4A4A"/>
                </a:solidFill>
                <a:ea typeface="Aptos" pitchFamily="34" charset="-122"/>
                <a:cs typeface="Aptos" pitchFamily="34" charset="-120"/>
              </a:rPr>
              <a:t>Fast and economical, but weak for showing change or causality.</a:t>
            </a:r>
            <a:endParaRPr lang="en-US" sz="2200" dirty="0"/>
          </a:p>
        </p:txBody>
      </p:sp>
      <p:sp>
        <p:nvSpPr>
          <p:cNvPr id="13" name="Shape 10"/>
          <p:cNvSpPr/>
          <p:nvPr/>
        </p:nvSpPr>
        <p:spPr>
          <a:xfrm>
            <a:off x="4343400" y="1325880"/>
            <a:ext cx="3657600" cy="4389120"/>
          </a:xfrm>
          <a:prstGeom prst="roundRect">
            <a:avLst>
              <a:gd name="adj" fmla="val 2000"/>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4507992" y="1453896"/>
            <a:ext cx="332841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Before-and-after</a:t>
            </a:r>
            <a:endParaRPr lang="en-US" sz="2000" dirty="0"/>
          </a:p>
        </p:txBody>
      </p:sp>
      <p:sp>
        <p:nvSpPr>
          <p:cNvPr id="15" name="Shape 12"/>
          <p:cNvSpPr/>
          <p:nvPr/>
        </p:nvSpPr>
        <p:spPr>
          <a:xfrm>
            <a:off x="4507992" y="181051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4507992" y="1911096"/>
            <a:ext cx="3328416" cy="3694176"/>
          </a:xfrm>
          <a:prstGeom prst="rect">
            <a:avLst/>
          </a:prstGeom>
          <a:noFill/>
          <a:ln/>
        </p:spPr>
        <p:txBody>
          <a:bodyPr wrap="square" lIns="0" tIns="0" rIns="0" bIns="0" rtlCol="0" anchor="ctr">
            <a:normAutofit lnSpcReduction="10000"/>
          </a:bodyPr>
          <a:lstStyle/>
          <a:p>
            <a:pPr marL="0" indent="0">
              <a:buNone/>
            </a:pPr>
            <a:r>
              <a:rPr lang="en-US" sz="2200" dirty="0">
                <a:solidFill>
                  <a:srgbClr val="4A4A4A"/>
                </a:solidFill>
              </a:rPr>
              <a:t>Collect information at least twice, usually before and after an event or intervention.</a:t>
            </a:r>
          </a:p>
          <a:p>
            <a:pPr marL="0" indent="0">
              <a:buNone/>
            </a:pPr>
            <a:endParaRPr lang="en-US" sz="2200" dirty="0">
              <a:solidFill>
                <a:srgbClr val="4A4A4A"/>
              </a:solidFill>
            </a:endParaRPr>
          </a:p>
          <a:p>
            <a:pPr marL="0" indent="0">
              <a:buNone/>
            </a:pPr>
            <a:r>
              <a:rPr lang="en-US" sz="2200" dirty="0">
                <a:solidFill>
                  <a:srgbClr val="4A4A4A"/>
                </a:solidFill>
              </a:rPr>
              <a:t>Useful for policy changes, system roll-outs, or training interventions.</a:t>
            </a:r>
          </a:p>
          <a:p>
            <a:pPr marL="0" indent="0">
              <a:buNone/>
            </a:pPr>
            <a:endParaRPr lang="en-US" sz="2200" dirty="0">
              <a:solidFill>
                <a:srgbClr val="4A4A4A"/>
              </a:solidFill>
            </a:endParaRPr>
          </a:p>
          <a:p>
            <a:pPr marL="0" indent="0">
              <a:buNone/>
            </a:pPr>
            <a:r>
              <a:rPr lang="en-US" sz="2200" dirty="0">
                <a:solidFill>
                  <a:srgbClr val="4A4A4A"/>
                </a:solidFill>
              </a:rPr>
              <a:t>Measures change directly, but other events may also explain the difference.</a:t>
            </a:r>
          </a:p>
        </p:txBody>
      </p:sp>
      <p:sp>
        <p:nvSpPr>
          <p:cNvPr id="17" name="Shape 14"/>
          <p:cNvSpPr/>
          <p:nvPr/>
        </p:nvSpPr>
        <p:spPr>
          <a:xfrm>
            <a:off x="8183880" y="1325880"/>
            <a:ext cx="3383280" cy="4389120"/>
          </a:xfrm>
          <a:prstGeom prst="roundRect">
            <a:avLst>
              <a:gd name="adj" fmla="val 2162"/>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8348472" y="1453896"/>
            <a:ext cx="305409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Longitudinal</a:t>
            </a:r>
            <a:endParaRPr lang="en-US" sz="2000" dirty="0"/>
          </a:p>
        </p:txBody>
      </p:sp>
      <p:sp>
        <p:nvSpPr>
          <p:cNvPr id="19" name="Shape 16"/>
          <p:cNvSpPr/>
          <p:nvPr/>
        </p:nvSpPr>
        <p:spPr>
          <a:xfrm>
            <a:off x="8348472" y="1810512"/>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8348472" y="1911096"/>
            <a:ext cx="3054096" cy="3694176"/>
          </a:xfrm>
          <a:prstGeom prst="rect">
            <a:avLst/>
          </a:prstGeom>
          <a:noFill/>
          <a:ln/>
        </p:spPr>
        <p:txBody>
          <a:bodyPr wrap="square" lIns="0" tIns="0" rIns="0" bIns="0" rtlCol="0" anchor="ctr">
            <a:normAutofit/>
          </a:bodyPr>
          <a:lstStyle/>
          <a:p>
            <a:pPr marL="0" indent="0">
              <a:buNone/>
            </a:pPr>
            <a:r>
              <a:rPr lang="en-US" sz="2200" dirty="0">
                <a:solidFill>
                  <a:srgbClr val="4A4A4A"/>
                </a:solidFill>
              </a:rPr>
              <a:t>Collect information over a longer period to track stability, change, and trajectories.</a:t>
            </a:r>
          </a:p>
          <a:p>
            <a:pPr marL="0" indent="0">
              <a:buNone/>
            </a:pPr>
            <a:endParaRPr lang="en-US" sz="2200" dirty="0">
              <a:solidFill>
                <a:srgbClr val="4A4A4A"/>
              </a:solidFill>
            </a:endParaRPr>
          </a:p>
          <a:p>
            <a:pPr marL="0" indent="0">
              <a:buNone/>
            </a:pPr>
            <a:r>
              <a:rPr lang="en-US" sz="2200" dirty="0">
                <a:solidFill>
                  <a:srgbClr val="4A4A4A"/>
                </a:solidFill>
              </a:rPr>
              <a:t>Useful for adoption over time and long-term effects.</a:t>
            </a:r>
          </a:p>
          <a:p>
            <a:pPr marL="0" indent="0">
              <a:buNone/>
            </a:pPr>
            <a:endParaRPr lang="en-US" sz="2200" dirty="0">
              <a:solidFill>
                <a:srgbClr val="4A4A4A"/>
              </a:solidFill>
            </a:endParaRPr>
          </a:p>
          <a:p>
            <a:pPr marL="0" indent="0">
              <a:buNone/>
            </a:pPr>
            <a:r>
              <a:rPr lang="en-US" sz="2200" dirty="0">
                <a:solidFill>
                  <a:srgbClr val="4A4A4A"/>
                </a:solidFill>
              </a:rPr>
              <a:t>Includes trend, cohort, and panel studies</a:t>
            </a:r>
            <a:r>
              <a:rPr lang="en-US" sz="1150" dirty="0">
                <a:solidFill>
                  <a:srgbClr val="4A4A4A"/>
                </a:solidFill>
                <a:latin typeface="Aptos" pitchFamily="34" charset="0"/>
                <a:ea typeface="Aptos" pitchFamily="34" charset="-122"/>
                <a:cs typeface="Aptos" pitchFamily="34" charset="-120"/>
              </a:rPr>
              <a: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a:extLst>
            <a:ext uri="{FF2B5EF4-FFF2-40B4-BE49-F238E27FC236}">
              <a16:creationId xmlns:a16="http://schemas.microsoft.com/office/drawing/2014/main" id="{C6200B24-29B6-9163-5B99-A95C6A0044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EC70E1B-4F51-16D4-E43F-3D52A20B9CEE}"/>
              </a:ext>
            </a:extLst>
          </p:cNvPr>
          <p:cNvSpPr/>
          <p:nvPr/>
        </p:nvSpPr>
        <p:spPr>
          <a:xfrm>
            <a:off x="0" y="0"/>
            <a:ext cx="12191695" cy="6858000"/>
          </a:xfrm>
          <a:prstGeom prst="rect">
            <a:avLst/>
          </a:prstGeom>
          <a:solidFill>
            <a:srgbClr val="F6F4EF"/>
          </a:solidFill>
          <a:ln w="12700">
            <a:solidFill>
              <a:srgbClr val="F6F4EF"/>
            </a:solidFill>
            <a:prstDash val="solid"/>
          </a:ln>
        </p:spPr>
        <p:txBody>
          <a:bodyPr/>
          <a:lstStyle/>
          <a:p>
            <a:endParaRPr lang="en-GB"/>
          </a:p>
        </p:txBody>
      </p:sp>
      <p:pic>
        <p:nvPicPr>
          <p:cNvPr id="3" name="Image 0" descr="preencoded.png">
            <a:extLst>
              <a:ext uri="{FF2B5EF4-FFF2-40B4-BE49-F238E27FC236}">
                <a16:creationId xmlns:a16="http://schemas.microsoft.com/office/drawing/2014/main" id="{B1901F0B-1C5C-2683-B0C8-9B39CC29A8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a:extLst>
              <a:ext uri="{FF2B5EF4-FFF2-40B4-BE49-F238E27FC236}">
                <a16:creationId xmlns:a16="http://schemas.microsoft.com/office/drawing/2014/main" id="{55535210-404E-C179-4657-C4150BF24DAB}"/>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6B7D16AC-9894-0A65-7256-C4C03DDB1481}"/>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C5C8104A-254C-6C0B-C4C2-BEF1DB338407}"/>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DESIGNS BASED ON THE NUMBER OF CONTACTS</a:t>
            </a:r>
            <a:endParaRPr lang="en-US" sz="2200" dirty="0"/>
          </a:p>
        </p:txBody>
      </p:sp>
      <p:sp>
        <p:nvSpPr>
          <p:cNvPr id="7" name="Shape 4">
            <a:extLst>
              <a:ext uri="{FF2B5EF4-FFF2-40B4-BE49-F238E27FC236}">
                <a16:creationId xmlns:a16="http://schemas.microsoft.com/office/drawing/2014/main" id="{078D2A0D-9461-34BE-970A-4F293F4C7414}"/>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F59F32D9-D3E8-16A5-36C5-3B13D9E589BE}"/>
              </a:ext>
            </a:extLst>
          </p:cNvPr>
          <p:cNvSpPr/>
          <p:nvPr/>
        </p:nvSpPr>
        <p:spPr>
          <a:xfrm>
            <a:off x="548640" y="932688"/>
            <a:ext cx="8046720" cy="228600"/>
          </a:xfrm>
          <a:prstGeom prst="rect">
            <a:avLst/>
          </a:prstGeom>
          <a:noFill/>
          <a:ln/>
        </p:spPr>
        <p:txBody>
          <a:bodyPr wrap="square" lIns="0" tIns="0" rIns="0" bIns="0" rtlCol="0" anchor="ctr"/>
          <a:lstStyle/>
          <a:p>
            <a:pPr marL="0" indent="0">
              <a:buNone/>
            </a:pPr>
            <a:r>
              <a:rPr lang="en-US" i="1" dirty="0">
                <a:solidFill>
                  <a:srgbClr val="666666"/>
                </a:solidFill>
                <a:latin typeface="Aptos" pitchFamily="34" charset="0"/>
                <a:ea typeface="Aptos" pitchFamily="34" charset="-122"/>
                <a:cs typeface="Aptos" pitchFamily="34" charset="-120"/>
              </a:rPr>
              <a:t>ICT Examples</a:t>
            </a:r>
            <a:endParaRPr lang="en-US" dirty="0"/>
          </a:p>
        </p:txBody>
      </p:sp>
      <p:sp>
        <p:nvSpPr>
          <p:cNvPr id="9" name="Shape 6">
            <a:extLst>
              <a:ext uri="{FF2B5EF4-FFF2-40B4-BE49-F238E27FC236}">
                <a16:creationId xmlns:a16="http://schemas.microsoft.com/office/drawing/2014/main" id="{A28793AC-2DCC-C213-8E04-7D7614D08173}"/>
              </a:ext>
            </a:extLst>
          </p:cNvPr>
          <p:cNvSpPr/>
          <p:nvPr/>
        </p:nvSpPr>
        <p:spPr>
          <a:xfrm>
            <a:off x="640080" y="1325880"/>
            <a:ext cx="3566160" cy="4389120"/>
          </a:xfrm>
          <a:prstGeom prst="roundRect">
            <a:avLst>
              <a:gd name="adj" fmla="val 2051"/>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a:extLst>
              <a:ext uri="{FF2B5EF4-FFF2-40B4-BE49-F238E27FC236}">
                <a16:creationId xmlns:a16="http://schemas.microsoft.com/office/drawing/2014/main" id="{C2EF9934-1FA6-5E7B-D659-BE51839443DE}"/>
              </a:ext>
            </a:extLst>
          </p:cNvPr>
          <p:cNvSpPr/>
          <p:nvPr/>
        </p:nvSpPr>
        <p:spPr>
          <a:xfrm>
            <a:off x="804672" y="1453896"/>
            <a:ext cx="323697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Cross-sectional</a:t>
            </a:r>
            <a:endParaRPr lang="en-US" sz="2000" dirty="0"/>
          </a:p>
        </p:txBody>
      </p:sp>
      <p:sp>
        <p:nvSpPr>
          <p:cNvPr id="11" name="Shape 8">
            <a:extLst>
              <a:ext uri="{FF2B5EF4-FFF2-40B4-BE49-F238E27FC236}">
                <a16:creationId xmlns:a16="http://schemas.microsoft.com/office/drawing/2014/main" id="{E4A5CB04-8B53-3389-29AC-52B0A3AC5727}"/>
              </a:ext>
            </a:extLst>
          </p:cNvPr>
          <p:cNvSpPr/>
          <p:nvPr/>
        </p:nvSpPr>
        <p:spPr>
          <a:xfrm>
            <a:off x="804672" y="1810512"/>
            <a:ext cx="777240" cy="0"/>
          </a:xfrm>
          <a:prstGeom prst="line">
            <a:avLst/>
          </a:prstGeom>
          <a:noFill/>
          <a:ln w="22860">
            <a:solidFill>
              <a:srgbClr val="D9A404"/>
            </a:solidFill>
            <a:prstDash val="solid"/>
          </a:ln>
        </p:spPr>
        <p:txBody>
          <a:bodyPr/>
          <a:lstStyle/>
          <a:p>
            <a:endParaRPr lang="en-GB"/>
          </a:p>
        </p:txBody>
      </p:sp>
      <p:sp>
        <p:nvSpPr>
          <p:cNvPr id="12" name="Text 9">
            <a:extLst>
              <a:ext uri="{FF2B5EF4-FFF2-40B4-BE49-F238E27FC236}">
                <a16:creationId xmlns:a16="http://schemas.microsoft.com/office/drawing/2014/main" id="{A44F95DB-75BE-D2A4-D9D6-14E48942E1F6}"/>
              </a:ext>
            </a:extLst>
          </p:cNvPr>
          <p:cNvSpPr/>
          <p:nvPr/>
        </p:nvSpPr>
        <p:spPr>
          <a:xfrm>
            <a:off x="804672" y="1911096"/>
            <a:ext cx="3236976" cy="3694176"/>
          </a:xfrm>
          <a:prstGeom prst="rect">
            <a:avLst/>
          </a:prstGeom>
          <a:noFill/>
          <a:ln/>
        </p:spPr>
        <p:txBody>
          <a:bodyPr wrap="square" lIns="0" tIns="0" rIns="0" bIns="0" rtlCol="0" anchor="ctr">
            <a:noAutofit/>
          </a:bodyPr>
          <a:lstStyle/>
          <a:p>
            <a:r>
              <a:rPr lang="en-US" sz="2000" dirty="0"/>
              <a:t>A researcher surveys first-year IT students once in April to measure their current use of AI tools, digital literacy, and attitudes toward plagiarism detection</a:t>
            </a:r>
            <a:r>
              <a:rPr lang="en-US" sz="2000" dirty="0">
                <a:solidFill>
                  <a:srgbClr val="4A4A4A"/>
                </a:solidFill>
                <a:ea typeface="Aptos" pitchFamily="34" charset="-122"/>
                <a:cs typeface="Aptos" pitchFamily="34" charset="-120"/>
              </a:rPr>
              <a:t>.</a:t>
            </a:r>
            <a:endParaRPr lang="en-US" sz="2000" dirty="0"/>
          </a:p>
        </p:txBody>
      </p:sp>
      <p:sp>
        <p:nvSpPr>
          <p:cNvPr id="13" name="Shape 10">
            <a:extLst>
              <a:ext uri="{FF2B5EF4-FFF2-40B4-BE49-F238E27FC236}">
                <a16:creationId xmlns:a16="http://schemas.microsoft.com/office/drawing/2014/main" id="{EB734A54-2FAE-9D10-7B8D-F8C8C8E2D636}"/>
              </a:ext>
            </a:extLst>
          </p:cNvPr>
          <p:cNvSpPr/>
          <p:nvPr/>
        </p:nvSpPr>
        <p:spPr>
          <a:xfrm>
            <a:off x="4343400" y="1325880"/>
            <a:ext cx="3657600" cy="4389120"/>
          </a:xfrm>
          <a:prstGeom prst="roundRect">
            <a:avLst>
              <a:gd name="adj" fmla="val 2000"/>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a:extLst>
              <a:ext uri="{FF2B5EF4-FFF2-40B4-BE49-F238E27FC236}">
                <a16:creationId xmlns:a16="http://schemas.microsoft.com/office/drawing/2014/main" id="{764C1579-BDE4-3476-2FC1-67755E7986AD}"/>
              </a:ext>
            </a:extLst>
          </p:cNvPr>
          <p:cNvSpPr/>
          <p:nvPr/>
        </p:nvSpPr>
        <p:spPr>
          <a:xfrm>
            <a:off x="4507992" y="1453896"/>
            <a:ext cx="332841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Before-and-after</a:t>
            </a:r>
            <a:endParaRPr lang="en-US" sz="2000" dirty="0"/>
          </a:p>
        </p:txBody>
      </p:sp>
      <p:sp>
        <p:nvSpPr>
          <p:cNvPr id="15" name="Shape 12">
            <a:extLst>
              <a:ext uri="{FF2B5EF4-FFF2-40B4-BE49-F238E27FC236}">
                <a16:creationId xmlns:a16="http://schemas.microsoft.com/office/drawing/2014/main" id="{9FF87291-DE0D-E9AA-EEAD-22B48824EBAC}"/>
              </a:ext>
            </a:extLst>
          </p:cNvPr>
          <p:cNvSpPr/>
          <p:nvPr/>
        </p:nvSpPr>
        <p:spPr>
          <a:xfrm>
            <a:off x="4507992" y="1810512"/>
            <a:ext cx="777240" cy="0"/>
          </a:xfrm>
          <a:prstGeom prst="line">
            <a:avLst/>
          </a:prstGeom>
          <a:noFill/>
          <a:ln w="22860">
            <a:solidFill>
              <a:srgbClr val="D9A404"/>
            </a:solidFill>
            <a:prstDash val="solid"/>
          </a:ln>
        </p:spPr>
        <p:txBody>
          <a:bodyPr/>
          <a:lstStyle/>
          <a:p>
            <a:endParaRPr lang="en-GB"/>
          </a:p>
        </p:txBody>
      </p:sp>
      <p:sp>
        <p:nvSpPr>
          <p:cNvPr id="16" name="Text 13">
            <a:extLst>
              <a:ext uri="{FF2B5EF4-FFF2-40B4-BE49-F238E27FC236}">
                <a16:creationId xmlns:a16="http://schemas.microsoft.com/office/drawing/2014/main" id="{E4E63846-7AB8-2DFF-2693-CB88585E5C26}"/>
              </a:ext>
            </a:extLst>
          </p:cNvPr>
          <p:cNvSpPr/>
          <p:nvPr/>
        </p:nvSpPr>
        <p:spPr>
          <a:xfrm>
            <a:off x="4507992" y="1911096"/>
            <a:ext cx="3328416" cy="3694176"/>
          </a:xfrm>
          <a:prstGeom prst="rect">
            <a:avLst/>
          </a:prstGeom>
          <a:noFill/>
          <a:ln/>
        </p:spPr>
        <p:txBody>
          <a:bodyPr wrap="square" lIns="0" tIns="0" rIns="0" bIns="0" rtlCol="0" anchor="ctr">
            <a:normAutofit/>
          </a:bodyPr>
          <a:lstStyle/>
          <a:p>
            <a:r>
              <a:rPr lang="en-US" sz="2000" dirty="0"/>
              <a:t>CPUT measures staff's phishing-awareness scores before cybersecurity training and again 1 month after the training to determine whether the intervention improved recognition of phishing emails</a:t>
            </a:r>
            <a:r>
              <a:rPr lang="en-US" sz="2000" dirty="0">
                <a:solidFill>
                  <a:srgbClr val="4A4A4A"/>
                </a:solidFill>
              </a:rPr>
              <a:t>.</a:t>
            </a:r>
          </a:p>
        </p:txBody>
      </p:sp>
      <p:sp>
        <p:nvSpPr>
          <p:cNvPr id="17" name="Shape 14">
            <a:extLst>
              <a:ext uri="{FF2B5EF4-FFF2-40B4-BE49-F238E27FC236}">
                <a16:creationId xmlns:a16="http://schemas.microsoft.com/office/drawing/2014/main" id="{816CF2CF-50E3-FAC2-1D66-2D8C9B15C53E}"/>
              </a:ext>
            </a:extLst>
          </p:cNvPr>
          <p:cNvSpPr/>
          <p:nvPr/>
        </p:nvSpPr>
        <p:spPr>
          <a:xfrm>
            <a:off x="8183880" y="1325880"/>
            <a:ext cx="3383280" cy="4389120"/>
          </a:xfrm>
          <a:prstGeom prst="roundRect">
            <a:avLst>
              <a:gd name="adj" fmla="val 2162"/>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a:extLst>
              <a:ext uri="{FF2B5EF4-FFF2-40B4-BE49-F238E27FC236}">
                <a16:creationId xmlns:a16="http://schemas.microsoft.com/office/drawing/2014/main" id="{CF8E6C8C-278D-74C4-42EA-502EDF0B66E6}"/>
              </a:ext>
            </a:extLst>
          </p:cNvPr>
          <p:cNvSpPr/>
          <p:nvPr/>
        </p:nvSpPr>
        <p:spPr>
          <a:xfrm>
            <a:off x="8348472" y="1453896"/>
            <a:ext cx="305409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Longitudinal</a:t>
            </a:r>
            <a:endParaRPr lang="en-US" sz="2000" dirty="0"/>
          </a:p>
        </p:txBody>
      </p:sp>
      <p:sp>
        <p:nvSpPr>
          <p:cNvPr id="19" name="Shape 16">
            <a:extLst>
              <a:ext uri="{FF2B5EF4-FFF2-40B4-BE49-F238E27FC236}">
                <a16:creationId xmlns:a16="http://schemas.microsoft.com/office/drawing/2014/main" id="{897204EA-16B1-D275-37CC-24B6712C5A3F}"/>
              </a:ext>
            </a:extLst>
          </p:cNvPr>
          <p:cNvSpPr/>
          <p:nvPr/>
        </p:nvSpPr>
        <p:spPr>
          <a:xfrm>
            <a:off x="8348472" y="1810512"/>
            <a:ext cx="777240" cy="0"/>
          </a:xfrm>
          <a:prstGeom prst="line">
            <a:avLst/>
          </a:prstGeom>
          <a:noFill/>
          <a:ln w="22860">
            <a:solidFill>
              <a:srgbClr val="D9A404"/>
            </a:solidFill>
            <a:prstDash val="solid"/>
          </a:ln>
        </p:spPr>
        <p:txBody>
          <a:bodyPr/>
          <a:lstStyle/>
          <a:p>
            <a:endParaRPr lang="en-GB"/>
          </a:p>
        </p:txBody>
      </p:sp>
      <p:sp>
        <p:nvSpPr>
          <p:cNvPr id="20" name="Text 17">
            <a:extLst>
              <a:ext uri="{FF2B5EF4-FFF2-40B4-BE49-F238E27FC236}">
                <a16:creationId xmlns:a16="http://schemas.microsoft.com/office/drawing/2014/main" id="{BA0858F8-BA35-75BE-D816-A19B23AA34DA}"/>
              </a:ext>
            </a:extLst>
          </p:cNvPr>
          <p:cNvSpPr/>
          <p:nvPr/>
        </p:nvSpPr>
        <p:spPr>
          <a:xfrm>
            <a:off x="8348472" y="1911096"/>
            <a:ext cx="3054096" cy="3694176"/>
          </a:xfrm>
          <a:prstGeom prst="rect">
            <a:avLst/>
          </a:prstGeom>
          <a:noFill/>
          <a:ln/>
        </p:spPr>
        <p:txBody>
          <a:bodyPr wrap="square" lIns="0" tIns="0" rIns="0" bIns="0" rtlCol="0" anchor="ctr">
            <a:normAutofit/>
          </a:bodyPr>
          <a:lstStyle/>
          <a:p>
            <a:r>
              <a:rPr lang="en-US" sz="2000" dirty="0"/>
              <a:t>A researcher tracks the same group of software developers over 12 months to examine how their use of AI coding assistants evolves and whether it affects code quality and review practices</a:t>
            </a:r>
            <a:r>
              <a:rPr lang="en-US" sz="2000" dirty="0">
                <a:solidFill>
                  <a:srgbClr val="4A4A4A"/>
                </a:solidFill>
                <a:latin typeface="Aptos" pitchFamily="34" charset="0"/>
                <a:ea typeface="Aptos" pitchFamily="34" charset="-122"/>
                <a:cs typeface="Aptos" pitchFamily="34" charset="-120"/>
              </a:rPr>
              <a:t>.</a:t>
            </a:r>
            <a:endParaRPr lang="en-US" sz="2000" dirty="0"/>
          </a:p>
        </p:txBody>
      </p:sp>
    </p:spTree>
    <p:extLst>
      <p:ext uri="{BB962C8B-B14F-4D97-AF65-F5344CB8AC3E}">
        <p14:creationId xmlns:p14="http://schemas.microsoft.com/office/powerpoint/2010/main" val="713316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1D1D1B"/>
        </a:solidFill>
        <a:effectLst/>
      </p:bgPr>
    </p:bg>
    <p:spTree>
      <p:nvGrpSpPr>
        <p:cNvPr id="1" name=""/>
        <p:cNvGrpSpPr/>
        <p:nvPr/>
      </p:nvGrpSpPr>
      <p:grpSpPr>
        <a:xfrm>
          <a:off x="0" y="0"/>
          <a:ext cx="0" cy="0"/>
          <a:chOff x="0" y="0"/>
          <a:chExt cx="0" cy="0"/>
        </a:xfrm>
      </p:grpSpPr>
      <p:sp>
        <p:nvSpPr>
          <p:cNvPr id="2" name="Shape 0"/>
          <p:cNvSpPr/>
          <p:nvPr/>
        </p:nvSpPr>
        <p:spPr>
          <a:xfrm>
            <a:off x="0" y="309880"/>
            <a:ext cx="12191695" cy="6858000"/>
          </a:xfrm>
          <a:prstGeom prst="rect">
            <a:avLst/>
          </a:prstGeom>
          <a:solidFill>
            <a:srgbClr val="1D1D1B"/>
          </a:solidFill>
          <a:ln w="12700">
            <a:solidFill>
              <a:srgbClr val="1D1D1B"/>
            </a:solidFill>
            <a:prstDash val="solid"/>
          </a:ln>
        </p:spPr>
        <p:txBody>
          <a:bodyPr/>
          <a:lstStyle/>
          <a:p>
            <a:endParaRPr lang="en-GB"/>
          </a:p>
        </p:txBody>
      </p:sp>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DESIGNS BASED ON THE REFERENCE PERIOD</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i="1" dirty="0">
                <a:solidFill>
                  <a:srgbClr val="D0D0D0"/>
                </a:solidFill>
                <a:latin typeface="Aptos" pitchFamily="34" charset="0"/>
                <a:ea typeface="Aptos" pitchFamily="34" charset="-122"/>
                <a:cs typeface="Aptos" pitchFamily="34" charset="-120"/>
              </a:rPr>
              <a:t>Whether the study looks backward, forward, or both</a:t>
            </a:r>
            <a:endParaRPr lang="en-US" dirty="0"/>
          </a:p>
        </p:txBody>
      </p:sp>
      <p:sp>
        <p:nvSpPr>
          <p:cNvPr id="9" name="Shape 6"/>
          <p:cNvSpPr/>
          <p:nvPr/>
        </p:nvSpPr>
        <p:spPr>
          <a:xfrm>
            <a:off x="685800" y="1325880"/>
            <a:ext cx="3566160" cy="4663440"/>
          </a:xfrm>
          <a:prstGeom prst="roundRect">
            <a:avLst>
              <a:gd name="adj" fmla="val 2051"/>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50392" y="1453896"/>
            <a:ext cx="3236976" cy="32004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Retrospective</a:t>
            </a:r>
            <a:endParaRPr lang="en-US" sz="2000" dirty="0"/>
          </a:p>
        </p:txBody>
      </p:sp>
      <p:sp>
        <p:nvSpPr>
          <p:cNvPr id="11" name="Shape 8"/>
          <p:cNvSpPr/>
          <p:nvPr/>
        </p:nvSpPr>
        <p:spPr>
          <a:xfrm>
            <a:off x="85039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50392" y="1911096"/>
            <a:ext cx="3236976" cy="3694176"/>
          </a:xfrm>
          <a:prstGeom prst="rect">
            <a:avLst/>
          </a:prstGeom>
          <a:noFill/>
          <a:ln/>
        </p:spPr>
        <p:txBody>
          <a:bodyPr wrap="square" lIns="0" tIns="0" rIns="0" bIns="0" rtlCol="0" anchor="ctr">
            <a:noAutofit/>
          </a:bodyPr>
          <a:lstStyle/>
          <a:p>
            <a:pPr marL="0" indent="0">
              <a:buNone/>
            </a:pPr>
            <a:r>
              <a:rPr lang="en-US" sz="2100" dirty="0">
                <a:solidFill>
                  <a:srgbClr val="E2E2E2"/>
                </a:solidFill>
                <a:ea typeface="Aptos" pitchFamily="34" charset="-122"/>
                <a:cs typeface="Aptos" pitchFamily="34" charset="-120"/>
              </a:rPr>
              <a:t>Begins after the event and looks back for earlier conditions or exposures.</a:t>
            </a:r>
            <a:endParaRPr lang="en-US" sz="2100" dirty="0"/>
          </a:p>
          <a:p>
            <a:pPr marL="0" indent="0">
              <a:buNone/>
            </a:pPr>
            <a:endParaRPr lang="en-US" sz="2100" dirty="0"/>
          </a:p>
          <a:p>
            <a:pPr marL="0" indent="0">
              <a:buNone/>
            </a:pPr>
            <a:r>
              <a:rPr lang="en-US" sz="2100" dirty="0">
                <a:solidFill>
                  <a:srgbClr val="E2E2E2"/>
                </a:solidFill>
                <a:ea typeface="Aptos" pitchFamily="34" charset="-122"/>
                <a:cs typeface="Aptos" pitchFamily="34" charset="-120"/>
              </a:rPr>
              <a:t>ICT example: reviewing historical incident reports or system logs after a breach.</a:t>
            </a:r>
            <a:endParaRPr lang="en-US" sz="2100" dirty="0"/>
          </a:p>
          <a:p>
            <a:pPr marL="0" indent="0">
              <a:buNone/>
            </a:pPr>
            <a:endParaRPr lang="en-US" sz="2100" dirty="0"/>
          </a:p>
          <a:p>
            <a:pPr marL="0" indent="0">
              <a:buNone/>
            </a:pPr>
            <a:r>
              <a:rPr lang="en-US" sz="2100" dirty="0">
                <a:solidFill>
                  <a:srgbClr val="E2E2E2"/>
                </a:solidFill>
                <a:ea typeface="Aptos" pitchFamily="34" charset="-122"/>
                <a:cs typeface="Aptos" pitchFamily="34" charset="-120"/>
              </a:rPr>
              <a:t>Efficient when records exist, but limited by data quality and recall bias.</a:t>
            </a:r>
            <a:endParaRPr lang="en-US" sz="2100" dirty="0"/>
          </a:p>
        </p:txBody>
      </p:sp>
      <p:sp>
        <p:nvSpPr>
          <p:cNvPr id="13" name="Shape 10"/>
          <p:cNvSpPr/>
          <p:nvPr/>
        </p:nvSpPr>
        <p:spPr>
          <a:xfrm>
            <a:off x="4407408" y="1325879"/>
            <a:ext cx="3566160" cy="4663437"/>
          </a:xfrm>
          <a:prstGeom prst="roundRect">
            <a:avLst>
              <a:gd name="adj" fmla="val 2051"/>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4572000" y="1453896"/>
            <a:ext cx="3236976" cy="32004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Prospective</a:t>
            </a:r>
            <a:endParaRPr lang="en-US" sz="2000" dirty="0"/>
          </a:p>
        </p:txBody>
      </p:sp>
      <p:sp>
        <p:nvSpPr>
          <p:cNvPr id="15" name="Shape 12"/>
          <p:cNvSpPr/>
          <p:nvPr/>
        </p:nvSpPr>
        <p:spPr>
          <a:xfrm>
            <a:off x="4572000" y="181051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4572000" y="2034538"/>
            <a:ext cx="3236976" cy="3694176"/>
          </a:xfrm>
          <a:prstGeom prst="rect">
            <a:avLst/>
          </a:prstGeom>
          <a:noFill/>
          <a:ln/>
        </p:spPr>
        <p:txBody>
          <a:bodyPr wrap="square" lIns="0" tIns="0" rIns="0" bIns="0" rtlCol="0" anchor="ctr">
            <a:noAutofit/>
          </a:bodyPr>
          <a:lstStyle/>
          <a:p>
            <a:r>
              <a:rPr lang="en-US" sz="2100" dirty="0">
                <a:solidFill>
                  <a:srgbClr val="E2E2E2"/>
                </a:solidFill>
              </a:rPr>
              <a:t>Begins before the outcome occurs and follows cases forward in time.</a:t>
            </a:r>
          </a:p>
          <a:p>
            <a:endParaRPr lang="en-US" sz="2100" dirty="0">
              <a:solidFill>
                <a:srgbClr val="E2E2E2"/>
              </a:solidFill>
            </a:endParaRPr>
          </a:p>
          <a:p>
            <a:r>
              <a:rPr lang="en-US" sz="2100" dirty="0">
                <a:solidFill>
                  <a:srgbClr val="E2E2E2"/>
                </a:solidFill>
              </a:rPr>
              <a:t>ICT example: tracking users after a new feature release to observe adoption and satisfaction.</a:t>
            </a:r>
          </a:p>
          <a:p>
            <a:endParaRPr lang="en-US" sz="2100" dirty="0">
              <a:solidFill>
                <a:srgbClr val="E2E2E2"/>
              </a:solidFill>
            </a:endParaRPr>
          </a:p>
          <a:p>
            <a:r>
              <a:rPr lang="en-US" sz="2100" dirty="0">
                <a:solidFill>
                  <a:srgbClr val="E2E2E2"/>
                </a:solidFill>
              </a:rPr>
              <a:t>Stronger for sequencing events, but often slower and more resource-intensive.</a:t>
            </a:r>
          </a:p>
        </p:txBody>
      </p:sp>
      <p:sp>
        <p:nvSpPr>
          <p:cNvPr id="17" name="Shape 14"/>
          <p:cNvSpPr/>
          <p:nvPr/>
        </p:nvSpPr>
        <p:spPr>
          <a:xfrm>
            <a:off x="8129016" y="1325879"/>
            <a:ext cx="3383280" cy="4663437"/>
          </a:xfrm>
          <a:prstGeom prst="roundRect">
            <a:avLst>
              <a:gd name="adj" fmla="val 2162"/>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8293608" y="1453896"/>
            <a:ext cx="3054096" cy="32004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Retrospective–prospective</a:t>
            </a:r>
            <a:endParaRPr lang="en-US" sz="2000" dirty="0"/>
          </a:p>
        </p:txBody>
      </p:sp>
      <p:sp>
        <p:nvSpPr>
          <p:cNvPr id="19" name="Shape 16"/>
          <p:cNvSpPr/>
          <p:nvPr/>
        </p:nvSpPr>
        <p:spPr>
          <a:xfrm>
            <a:off x="8293608" y="1810512"/>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8293608" y="1911096"/>
            <a:ext cx="3054096" cy="3694176"/>
          </a:xfrm>
          <a:prstGeom prst="rect">
            <a:avLst/>
          </a:prstGeom>
          <a:noFill/>
          <a:ln/>
        </p:spPr>
        <p:txBody>
          <a:bodyPr wrap="square" lIns="0" tIns="0" rIns="0" bIns="0" rtlCol="0" anchor="ctr">
            <a:noAutofit/>
          </a:bodyPr>
          <a:lstStyle/>
          <a:p>
            <a:r>
              <a:rPr lang="en-US" sz="2100" dirty="0">
                <a:solidFill>
                  <a:srgbClr val="E2E2E2"/>
                </a:solidFill>
              </a:rPr>
              <a:t>Combines historical information with forward follow-up.</a:t>
            </a:r>
          </a:p>
          <a:p>
            <a:endParaRPr lang="en-US" sz="2100" dirty="0">
              <a:solidFill>
                <a:srgbClr val="E2E2E2"/>
              </a:solidFill>
            </a:endParaRPr>
          </a:p>
          <a:p>
            <a:r>
              <a:rPr lang="en-US" sz="2100" dirty="0">
                <a:solidFill>
                  <a:srgbClr val="E2E2E2"/>
                </a:solidFill>
              </a:rPr>
              <a:t>Useful when some baseline evidence already exists, but more data is still needed to complete the picture.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EF"/>
          </a:solidFill>
          <a:ln w="12700">
            <a:solidFill>
              <a:srgbClr val="F6F4EF"/>
            </a:solidFill>
            <a:prstDash val="solid"/>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DESIGNS BASED ON THE NATURE OF THE INVESTIGATION</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i="1" dirty="0">
                <a:solidFill>
                  <a:srgbClr val="666666"/>
                </a:solidFill>
                <a:latin typeface="Aptos" pitchFamily="34" charset="0"/>
                <a:ea typeface="Aptos" pitchFamily="34" charset="-122"/>
                <a:cs typeface="Aptos" pitchFamily="34" charset="-120"/>
              </a:rPr>
              <a:t>Whether you intervene or simply observe</a:t>
            </a:r>
            <a:endParaRPr lang="en-US" dirty="0"/>
          </a:p>
        </p:txBody>
      </p:sp>
      <p:sp>
        <p:nvSpPr>
          <p:cNvPr id="9" name="Shape 6"/>
          <p:cNvSpPr/>
          <p:nvPr/>
        </p:nvSpPr>
        <p:spPr>
          <a:xfrm>
            <a:off x="731520" y="1325880"/>
            <a:ext cx="3520440" cy="425196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96112" y="1453896"/>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Experimental</a:t>
            </a:r>
            <a:endParaRPr lang="en-US" sz="2000" dirty="0"/>
          </a:p>
        </p:txBody>
      </p:sp>
      <p:sp>
        <p:nvSpPr>
          <p:cNvPr id="11" name="Shape 8"/>
          <p:cNvSpPr/>
          <p:nvPr/>
        </p:nvSpPr>
        <p:spPr>
          <a:xfrm>
            <a:off x="89611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96112" y="1911096"/>
            <a:ext cx="3191256" cy="3557016"/>
          </a:xfrm>
          <a:prstGeom prst="rect">
            <a:avLst/>
          </a:prstGeom>
          <a:noFill/>
          <a:ln/>
        </p:spPr>
        <p:txBody>
          <a:bodyPr wrap="square" lIns="0" tIns="0" rIns="0" bIns="0" rtlCol="0" anchor="ctr">
            <a:noAutofit/>
          </a:bodyPr>
          <a:lstStyle/>
          <a:p>
            <a:pPr marL="0" indent="0">
              <a:buNone/>
            </a:pPr>
            <a:r>
              <a:rPr lang="en-US" sz="2100" dirty="0">
                <a:solidFill>
                  <a:srgbClr val="4A4A4A"/>
                </a:solidFill>
                <a:ea typeface="Aptos" pitchFamily="34" charset="-122"/>
                <a:cs typeface="Aptos" pitchFamily="34" charset="-120"/>
              </a:rPr>
              <a:t>Introduce a treatment or intervention and measure outcomes.</a:t>
            </a:r>
            <a:endParaRPr lang="en-US" sz="2100" dirty="0"/>
          </a:p>
          <a:p>
            <a:pPr marL="0" indent="0">
              <a:buNone/>
            </a:pPr>
            <a:endParaRPr lang="en-US" sz="2100" dirty="0"/>
          </a:p>
          <a:p>
            <a:pPr marL="0" indent="0">
              <a:buNone/>
            </a:pPr>
            <a:r>
              <a:rPr lang="en-US" sz="2100" dirty="0">
                <a:solidFill>
                  <a:srgbClr val="4A4A4A"/>
                </a:solidFill>
                <a:ea typeface="Aptos" pitchFamily="34" charset="-122"/>
                <a:cs typeface="Aptos" pitchFamily="34" charset="-120"/>
              </a:rPr>
              <a:t>Use controls such as randomisation, matching, and comparison groups.</a:t>
            </a:r>
            <a:endParaRPr lang="en-US" sz="2100" dirty="0"/>
          </a:p>
          <a:p>
            <a:pPr marL="0" indent="0">
              <a:buNone/>
            </a:pPr>
            <a:endParaRPr lang="en-US" sz="2100" dirty="0"/>
          </a:p>
          <a:p>
            <a:pPr marL="0" indent="0">
              <a:buNone/>
            </a:pPr>
            <a:r>
              <a:rPr lang="en-US" sz="2100" dirty="0">
                <a:solidFill>
                  <a:srgbClr val="4A4A4A"/>
                </a:solidFill>
                <a:ea typeface="Aptos" pitchFamily="34" charset="-122"/>
                <a:cs typeface="Aptos" pitchFamily="34" charset="-120"/>
              </a:rPr>
              <a:t>Best when high control is possible.</a:t>
            </a:r>
            <a:endParaRPr lang="en-US" sz="2100" dirty="0"/>
          </a:p>
        </p:txBody>
      </p:sp>
      <p:sp>
        <p:nvSpPr>
          <p:cNvPr id="13" name="Shape 10"/>
          <p:cNvSpPr/>
          <p:nvPr/>
        </p:nvSpPr>
        <p:spPr>
          <a:xfrm>
            <a:off x="4343400" y="1325880"/>
            <a:ext cx="3520440" cy="425196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4507992" y="1453896"/>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Non-experimental</a:t>
            </a:r>
            <a:endParaRPr lang="en-US" sz="2000" dirty="0"/>
          </a:p>
        </p:txBody>
      </p:sp>
      <p:sp>
        <p:nvSpPr>
          <p:cNvPr id="15" name="Shape 12"/>
          <p:cNvSpPr/>
          <p:nvPr/>
        </p:nvSpPr>
        <p:spPr>
          <a:xfrm>
            <a:off x="4507992" y="181051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4507992" y="1911096"/>
            <a:ext cx="3191256" cy="3557016"/>
          </a:xfrm>
          <a:prstGeom prst="rect">
            <a:avLst/>
          </a:prstGeom>
          <a:noFill/>
          <a:ln/>
        </p:spPr>
        <p:txBody>
          <a:bodyPr wrap="square" lIns="0" tIns="0" rIns="0" bIns="0" rtlCol="0" anchor="ctr">
            <a:normAutofit/>
          </a:bodyPr>
          <a:lstStyle/>
          <a:p>
            <a:r>
              <a:rPr lang="en-US" sz="2100" dirty="0">
                <a:solidFill>
                  <a:srgbClr val="4A4A4A"/>
                </a:solidFill>
              </a:rPr>
              <a:t>Observe variables as they naturally occur without introducing a treatment.</a:t>
            </a:r>
          </a:p>
          <a:p>
            <a:endParaRPr lang="en-US" sz="2100" dirty="0">
              <a:solidFill>
                <a:srgbClr val="4A4A4A"/>
              </a:solidFill>
            </a:endParaRPr>
          </a:p>
          <a:p>
            <a:r>
              <a:rPr lang="en-US" sz="2100" dirty="0">
                <a:solidFill>
                  <a:srgbClr val="4A4A4A"/>
                </a:solidFill>
              </a:rPr>
              <a:t>Common in ICT where manipulation is unethical or impractical, such as privacy behaviour or policy effects.</a:t>
            </a:r>
          </a:p>
        </p:txBody>
      </p:sp>
      <p:sp>
        <p:nvSpPr>
          <p:cNvPr id="17" name="Shape 14"/>
          <p:cNvSpPr/>
          <p:nvPr/>
        </p:nvSpPr>
        <p:spPr>
          <a:xfrm>
            <a:off x="7955280" y="1325880"/>
            <a:ext cx="3520440" cy="425196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8119872" y="1453896"/>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Quasi-experimental</a:t>
            </a:r>
            <a:endParaRPr lang="en-US" sz="2000" dirty="0"/>
          </a:p>
        </p:txBody>
      </p:sp>
      <p:sp>
        <p:nvSpPr>
          <p:cNvPr id="19" name="Shape 16"/>
          <p:cNvSpPr/>
          <p:nvPr/>
        </p:nvSpPr>
        <p:spPr>
          <a:xfrm>
            <a:off x="8119872" y="1810512"/>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8119872" y="1911096"/>
            <a:ext cx="3191256" cy="3557016"/>
          </a:xfrm>
          <a:prstGeom prst="rect">
            <a:avLst/>
          </a:prstGeom>
          <a:noFill/>
          <a:ln/>
        </p:spPr>
        <p:txBody>
          <a:bodyPr wrap="square" lIns="0" tIns="0" rIns="0" bIns="0" rtlCol="0" anchor="ctr">
            <a:normAutofit/>
          </a:bodyPr>
          <a:lstStyle/>
          <a:p>
            <a:r>
              <a:rPr lang="en-US" sz="2100" dirty="0">
                <a:solidFill>
                  <a:srgbClr val="4A4A4A"/>
                </a:solidFill>
              </a:rPr>
              <a:t>Introduce an intervention, but with limited control over unimportant variables or </a:t>
            </a:r>
            <a:r>
              <a:rPr lang="en-US" sz="2100" dirty="0" err="1">
                <a:solidFill>
                  <a:srgbClr val="4A4A4A"/>
                </a:solidFill>
              </a:rPr>
              <a:t>randomisation</a:t>
            </a:r>
            <a:r>
              <a:rPr lang="en-US" sz="2100" dirty="0">
                <a:solidFill>
                  <a:srgbClr val="4A4A4A"/>
                </a:solidFill>
              </a:rPr>
              <a:t>.</a:t>
            </a:r>
          </a:p>
          <a:p>
            <a:endParaRPr lang="en-US" sz="2100" dirty="0">
              <a:solidFill>
                <a:srgbClr val="4A4A4A"/>
              </a:solidFill>
            </a:endParaRPr>
          </a:p>
          <a:p>
            <a:r>
              <a:rPr lang="en-US" sz="2100" dirty="0">
                <a:solidFill>
                  <a:srgbClr val="4A4A4A"/>
                </a:solidFill>
              </a:rPr>
              <a:t>Often used in real-world organisational settings.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a:extLst>
            <a:ext uri="{FF2B5EF4-FFF2-40B4-BE49-F238E27FC236}">
              <a16:creationId xmlns:a16="http://schemas.microsoft.com/office/drawing/2014/main" id="{B942C636-2CD1-4A2D-D7FC-CCD77B0DB0F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0E3832B-EB03-2357-C399-C1B85A536C98}"/>
              </a:ext>
            </a:extLst>
          </p:cNvPr>
          <p:cNvSpPr/>
          <p:nvPr/>
        </p:nvSpPr>
        <p:spPr>
          <a:xfrm>
            <a:off x="0" y="0"/>
            <a:ext cx="12191695" cy="6858000"/>
          </a:xfrm>
          <a:prstGeom prst="rect">
            <a:avLst/>
          </a:prstGeom>
          <a:solidFill>
            <a:srgbClr val="F6F4EF"/>
          </a:solidFill>
          <a:ln w="12700">
            <a:solidFill>
              <a:srgbClr val="F6F4EF"/>
            </a:solidFill>
            <a:prstDash val="solid"/>
          </a:ln>
        </p:spPr>
        <p:txBody>
          <a:bodyPr/>
          <a:lstStyle/>
          <a:p>
            <a:endParaRPr lang="en-GB"/>
          </a:p>
        </p:txBody>
      </p:sp>
      <p:pic>
        <p:nvPicPr>
          <p:cNvPr id="3" name="Image 0" descr="preencoded.png">
            <a:extLst>
              <a:ext uri="{FF2B5EF4-FFF2-40B4-BE49-F238E27FC236}">
                <a16:creationId xmlns:a16="http://schemas.microsoft.com/office/drawing/2014/main" id="{B7947E65-2180-7E06-0924-0966942D7A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a:extLst>
              <a:ext uri="{FF2B5EF4-FFF2-40B4-BE49-F238E27FC236}">
                <a16:creationId xmlns:a16="http://schemas.microsoft.com/office/drawing/2014/main" id="{6731F788-5E5B-6087-5839-0FA4082B7039}"/>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ACC725CF-7C67-033B-3CEF-6EC6B47BFC74}"/>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9CED8BEE-DF51-6567-C9D8-3671134624FF}"/>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DESIGNS BASED ON THE NATURE OF THE INVESTIGATION</a:t>
            </a:r>
            <a:endParaRPr lang="en-US" sz="2200" dirty="0"/>
          </a:p>
        </p:txBody>
      </p:sp>
      <p:sp>
        <p:nvSpPr>
          <p:cNvPr id="7" name="Shape 4">
            <a:extLst>
              <a:ext uri="{FF2B5EF4-FFF2-40B4-BE49-F238E27FC236}">
                <a16:creationId xmlns:a16="http://schemas.microsoft.com/office/drawing/2014/main" id="{C7F31C9C-DF6A-08EF-4915-6035585C107D}"/>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F355A4C9-19EE-15BD-4126-25C97928DCED}"/>
              </a:ext>
            </a:extLst>
          </p:cNvPr>
          <p:cNvSpPr/>
          <p:nvPr/>
        </p:nvSpPr>
        <p:spPr>
          <a:xfrm>
            <a:off x="548640" y="932688"/>
            <a:ext cx="8046720" cy="228600"/>
          </a:xfrm>
          <a:prstGeom prst="rect">
            <a:avLst/>
          </a:prstGeom>
          <a:noFill/>
          <a:ln/>
        </p:spPr>
        <p:txBody>
          <a:bodyPr wrap="square" lIns="0" tIns="0" rIns="0" bIns="0" rtlCol="0" anchor="ctr"/>
          <a:lstStyle/>
          <a:p>
            <a:r>
              <a:rPr lang="en-US" i="1" dirty="0">
                <a:solidFill>
                  <a:srgbClr val="666666"/>
                </a:solidFill>
                <a:latin typeface="Aptos" pitchFamily="34" charset="0"/>
                <a:ea typeface="Aptos" pitchFamily="34" charset="-122"/>
                <a:cs typeface="Aptos" pitchFamily="34" charset="-120"/>
              </a:rPr>
              <a:t>ICT Examples</a:t>
            </a:r>
            <a:endParaRPr lang="en-US" dirty="0"/>
          </a:p>
        </p:txBody>
      </p:sp>
      <p:sp>
        <p:nvSpPr>
          <p:cNvPr id="9" name="Shape 6">
            <a:extLst>
              <a:ext uri="{FF2B5EF4-FFF2-40B4-BE49-F238E27FC236}">
                <a16:creationId xmlns:a16="http://schemas.microsoft.com/office/drawing/2014/main" id="{EC7C708C-F9C5-3A3C-6C8C-F0B903CAB9D2}"/>
              </a:ext>
            </a:extLst>
          </p:cNvPr>
          <p:cNvSpPr/>
          <p:nvPr/>
        </p:nvSpPr>
        <p:spPr>
          <a:xfrm>
            <a:off x="731520" y="1325880"/>
            <a:ext cx="3520440" cy="425196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a:extLst>
              <a:ext uri="{FF2B5EF4-FFF2-40B4-BE49-F238E27FC236}">
                <a16:creationId xmlns:a16="http://schemas.microsoft.com/office/drawing/2014/main" id="{568A9C78-CF34-C129-F78A-511DFE655626}"/>
              </a:ext>
            </a:extLst>
          </p:cNvPr>
          <p:cNvSpPr/>
          <p:nvPr/>
        </p:nvSpPr>
        <p:spPr>
          <a:xfrm>
            <a:off x="896112" y="1453896"/>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Experimental</a:t>
            </a:r>
            <a:endParaRPr lang="en-US" sz="2000" dirty="0"/>
          </a:p>
        </p:txBody>
      </p:sp>
      <p:sp>
        <p:nvSpPr>
          <p:cNvPr id="11" name="Shape 8">
            <a:extLst>
              <a:ext uri="{FF2B5EF4-FFF2-40B4-BE49-F238E27FC236}">
                <a16:creationId xmlns:a16="http://schemas.microsoft.com/office/drawing/2014/main" id="{A7315F3B-73FC-1D8B-5C22-A541FE56137D}"/>
              </a:ext>
            </a:extLst>
          </p:cNvPr>
          <p:cNvSpPr/>
          <p:nvPr/>
        </p:nvSpPr>
        <p:spPr>
          <a:xfrm>
            <a:off x="896112" y="1810512"/>
            <a:ext cx="777240" cy="0"/>
          </a:xfrm>
          <a:prstGeom prst="line">
            <a:avLst/>
          </a:prstGeom>
          <a:noFill/>
          <a:ln w="22860">
            <a:solidFill>
              <a:srgbClr val="D9A404"/>
            </a:solidFill>
            <a:prstDash val="solid"/>
          </a:ln>
        </p:spPr>
        <p:txBody>
          <a:bodyPr/>
          <a:lstStyle/>
          <a:p>
            <a:endParaRPr lang="en-GB"/>
          </a:p>
        </p:txBody>
      </p:sp>
      <p:sp>
        <p:nvSpPr>
          <p:cNvPr id="12" name="Text 9">
            <a:extLst>
              <a:ext uri="{FF2B5EF4-FFF2-40B4-BE49-F238E27FC236}">
                <a16:creationId xmlns:a16="http://schemas.microsoft.com/office/drawing/2014/main" id="{4EE5C532-0D6A-523B-773A-A4DB1BDAFE95}"/>
              </a:ext>
            </a:extLst>
          </p:cNvPr>
          <p:cNvSpPr/>
          <p:nvPr/>
        </p:nvSpPr>
        <p:spPr>
          <a:xfrm>
            <a:off x="896112" y="1911096"/>
            <a:ext cx="3191256" cy="3557016"/>
          </a:xfrm>
          <a:prstGeom prst="rect">
            <a:avLst/>
          </a:prstGeom>
          <a:noFill/>
          <a:ln/>
        </p:spPr>
        <p:txBody>
          <a:bodyPr wrap="square" lIns="0" tIns="0" rIns="0" bIns="0" rtlCol="0" anchor="ctr">
            <a:noAutofit/>
          </a:bodyPr>
          <a:lstStyle/>
          <a:p>
            <a:r>
              <a:rPr lang="en-US" sz="2400" dirty="0"/>
              <a:t>A researcher randomly assigns students to two groups: one uses an AI tutoring tool, and the other uses standard online notes, then compares test performance</a:t>
            </a:r>
            <a:r>
              <a:rPr lang="en-US" sz="2100" dirty="0">
                <a:solidFill>
                  <a:srgbClr val="4A4A4A"/>
                </a:solidFill>
                <a:ea typeface="Aptos" pitchFamily="34" charset="-122"/>
                <a:cs typeface="Aptos" pitchFamily="34" charset="-120"/>
              </a:rPr>
              <a:t>.</a:t>
            </a:r>
            <a:endParaRPr lang="en-US" sz="2100" dirty="0"/>
          </a:p>
        </p:txBody>
      </p:sp>
      <p:sp>
        <p:nvSpPr>
          <p:cNvPr id="13" name="Shape 10">
            <a:extLst>
              <a:ext uri="{FF2B5EF4-FFF2-40B4-BE49-F238E27FC236}">
                <a16:creationId xmlns:a16="http://schemas.microsoft.com/office/drawing/2014/main" id="{D6683C23-9D20-F70D-3E1E-C3E5AE445EF6}"/>
              </a:ext>
            </a:extLst>
          </p:cNvPr>
          <p:cNvSpPr/>
          <p:nvPr/>
        </p:nvSpPr>
        <p:spPr>
          <a:xfrm>
            <a:off x="4343400" y="1325880"/>
            <a:ext cx="3520440" cy="425196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a:extLst>
              <a:ext uri="{FF2B5EF4-FFF2-40B4-BE49-F238E27FC236}">
                <a16:creationId xmlns:a16="http://schemas.microsoft.com/office/drawing/2014/main" id="{37BE3BB8-F39B-1B5D-4769-D7E3A3635788}"/>
              </a:ext>
            </a:extLst>
          </p:cNvPr>
          <p:cNvSpPr/>
          <p:nvPr/>
        </p:nvSpPr>
        <p:spPr>
          <a:xfrm>
            <a:off x="4507992" y="1453896"/>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Non-experimental</a:t>
            </a:r>
            <a:endParaRPr lang="en-US" sz="2000" dirty="0"/>
          </a:p>
        </p:txBody>
      </p:sp>
      <p:sp>
        <p:nvSpPr>
          <p:cNvPr id="15" name="Shape 12">
            <a:extLst>
              <a:ext uri="{FF2B5EF4-FFF2-40B4-BE49-F238E27FC236}">
                <a16:creationId xmlns:a16="http://schemas.microsoft.com/office/drawing/2014/main" id="{88A29C2B-D178-D6E7-FA74-64865389F082}"/>
              </a:ext>
            </a:extLst>
          </p:cNvPr>
          <p:cNvSpPr/>
          <p:nvPr/>
        </p:nvSpPr>
        <p:spPr>
          <a:xfrm>
            <a:off x="4507992" y="1810512"/>
            <a:ext cx="777240" cy="0"/>
          </a:xfrm>
          <a:prstGeom prst="line">
            <a:avLst/>
          </a:prstGeom>
          <a:noFill/>
          <a:ln w="22860">
            <a:solidFill>
              <a:srgbClr val="D9A404"/>
            </a:solidFill>
            <a:prstDash val="solid"/>
          </a:ln>
        </p:spPr>
        <p:txBody>
          <a:bodyPr/>
          <a:lstStyle/>
          <a:p>
            <a:endParaRPr lang="en-GB"/>
          </a:p>
        </p:txBody>
      </p:sp>
      <p:sp>
        <p:nvSpPr>
          <p:cNvPr id="16" name="Text 13">
            <a:extLst>
              <a:ext uri="{FF2B5EF4-FFF2-40B4-BE49-F238E27FC236}">
                <a16:creationId xmlns:a16="http://schemas.microsoft.com/office/drawing/2014/main" id="{1354BACB-A21B-7C66-704B-5FBEC54113AA}"/>
              </a:ext>
            </a:extLst>
          </p:cNvPr>
          <p:cNvSpPr/>
          <p:nvPr/>
        </p:nvSpPr>
        <p:spPr>
          <a:xfrm>
            <a:off x="4507992" y="1911096"/>
            <a:ext cx="3191256" cy="3557016"/>
          </a:xfrm>
          <a:prstGeom prst="rect">
            <a:avLst/>
          </a:prstGeom>
          <a:noFill/>
          <a:ln/>
        </p:spPr>
        <p:txBody>
          <a:bodyPr wrap="square" lIns="0" tIns="0" rIns="0" bIns="0" rtlCol="0" anchor="ctr">
            <a:normAutofit/>
          </a:bodyPr>
          <a:lstStyle/>
          <a:p>
            <a:r>
              <a:rPr lang="en-US" sz="2400" dirty="0"/>
              <a:t>A researcher studies how employees naturally use multi-factor authentication in an organisation without changing any settings or introducing any intervention</a:t>
            </a:r>
            <a:r>
              <a:rPr lang="en-US" sz="2100" dirty="0">
                <a:solidFill>
                  <a:srgbClr val="4A4A4A"/>
                </a:solidFill>
              </a:rPr>
              <a:t>.</a:t>
            </a:r>
          </a:p>
        </p:txBody>
      </p:sp>
      <p:sp>
        <p:nvSpPr>
          <p:cNvPr id="17" name="Shape 14">
            <a:extLst>
              <a:ext uri="{FF2B5EF4-FFF2-40B4-BE49-F238E27FC236}">
                <a16:creationId xmlns:a16="http://schemas.microsoft.com/office/drawing/2014/main" id="{4BCF27FF-08DE-381B-A5B5-8F2FC075D646}"/>
              </a:ext>
            </a:extLst>
          </p:cNvPr>
          <p:cNvSpPr/>
          <p:nvPr/>
        </p:nvSpPr>
        <p:spPr>
          <a:xfrm>
            <a:off x="7955280" y="1325880"/>
            <a:ext cx="3520440" cy="425196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a:extLst>
              <a:ext uri="{FF2B5EF4-FFF2-40B4-BE49-F238E27FC236}">
                <a16:creationId xmlns:a16="http://schemas.microsoft.com/office/drawing/2014/main" id="{86537B7C-A9AC-D423-E58D-70837E9CDC6C}"/>
              </a:ext>
            </a:extLst>
          </p:cNvPr>
          <p:cNvSpPr/>
          <p:nvPr/>
        </p:nvSpPr>
        <p:spPr>
          <a:xfrm>
            <a:off x="8119872" y="1453896"/>
            <a:ext cx="3191256" cy="320040"/>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Quasi-experimental</a:t>
            </a:r>
            <a:endParaRPr lang="en-US" sz="2000" dirty="0"/>
          </a:p>
        </p:txBody>
      </p:sp>
      <p:sp>
        <p:nvSpPr>
          <p:cNvPr id="19" name="Shape 16">
            <a:extLst>
              <a:ext uri="{FF2B5EF4-FFF2-40B4-BE49-F238E27FC236}">
                <a16:creationId xmlns:a16="http://schemas.microsoft.com/office/drawing/2014/main" id="{0BD7AB03-A551-6EFB-C240-321083CBF169}"/>
              </a:ext>
            </a:extLst>
          </p:cNvPr>
          <p:cNvSpPr/>
          <p:nvPr/>
        </p:nvSpPr>
        <p:spPr>
          <a:xfrm>
            <a:off x="8119872" y="1810512"/>
            <a:ext cx="777240" cy="0"/>
          </a:xfrm>
          <a:prstGeom prst="line">
            <a:avLst/>
          </a:prstGeom>
          <a:noFill/>
          <a:ln w="22860">
            <a:solidFill>
              <a:srgbClr val="D9A404"/>
            </a:solidFill>
            <a:prstDash val="solid"/>
          </a:ln>
        </p:spPr>
        <p:txBody>
          <a:bodyPr/>
          <a:lstStyle/>
          <a:p>
            <a:endParaRPr lang="en-GB"/>
          </a:p>
        </p:txBody>
      </p:sp>
      <p:sp>
        <p:nvSpPr>
          <p:cNvPr id="20" name="Text 17">
            <a:extLst>
              <a:ext uri="{FF2B5EF4-FFF2-40B4-BE49-F238E27FC236}">
                <a16:creationId xmlns:a16="http://schemas.microsoft.com/office/drawing/2014/main" id="{E0E0FA40-A937-7047-9551-AABCD88A0886}"/>
              </a:ext>
            </a:extLst>
          </p:cNvPr>
          <p:cNvSpPr/>
          <p:nvPr/>
        </p:nvSpPr>
        <p:spPr>
          <a:xfrm>
            <a:off x="8119872" y="1911096"/>
            <a:ext cx="3191256" cy="3557016"/>
          </a:xfrm>
          <a:prstGeom prst="rect">
            <a:avLst/>
          </a:prstGeom>
          <a:noFill/>
          <a:ln/>
        </p:spPr>
        <p:txBody>
          <a:bodyPr wrap="square" lIns="0" tIns="0" rIns="0" bIns="0" rtlCol="0" anchor="ctr">
            <a:normAutofit/>
          </a:bodyPr>
          <a:lstStyle/>
          <a:p>
            <a:r>
              <a:rPr lang="en-US" sz="2400" dirty="0"/>
              <a:t>A university introduces a new cybersecurity training programme to one department but not another, and the researcher compares phishing-awareness results without random assignment</a:t>
            </a:r>
            <a:r>
              <a:rPr lang="en-US" sz="2100" dirty="0">
                <a:solidFill>
                  <a:srgbClr val="4A4A4A"/>
                </a:solidFill>
              </a:rPr>
              <a:t>.</a:t>
            </a:r>
          </a:p>
        </p:txBody>
      </p:sp>
    </p:spTree>
    <p:extLst>
      <p:ext uri="{BB962C8B-B14F-4D97-AF65-F5344CB8AC3E}">
        <p14:creationId xmlns:p14="http://schemas.microsoft.com/office/powerpoint/2010/main" val="758146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320040"/>
            <a:ext cx="12191695" cy="6858000"/>
          </a:xfrm>
          <a:prstGeom prst="rect">
            <a:avLst/>
          </a:prstGeom>
          <a:solidFill>
            <a:srgbClr val="F6F4EF"/>
          </a:solidFill>
          <a:ln w="12700">
            <a:solidFill>
              <a:srgbClr val="F6F4EF"/>
            </a:solidFill>
            <a:prstDash val="solid"/>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OTHER COMMONLY USED QUANTITATIVE DESIGNS</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i="1" dirty="0">
                <a:solidFill>
                  <a:srgbClr val="666666"/>
                </a:solidFill>
                <a:latin typeface="Aptos" pitchFamily="34" charset="0"/>
                <a:ea typeface="Aptos" pitchFamily="34" charset="-122"/>
                <a:cs typeface="Aptos" pitchFamily="34" charset="-120"/>
              </a:rPr>
              <a:t>Useful when you need trends, group tracking, or repeated measures</a:t>
            </a:r>
            <a:endParaRPr lang="en-US" dirty="0"/>
          </a:p>
        </p:txBody>
      </p:sp>
      <p:sp>
        <p:nvSpPr>
          <p:cNvPr id="9" name="Shape 6"/>
          <p:cNvSpPr/>
          <p:nvPr/>
        </p:nvSpPr>
        <p:spPr>
          <a:xfrm>
            <a:off x="7340" y="1333160"/>
            <a:ext cx="2340000" cy="3420000"/>
          </a:xfrm>
          <a:prstGeom prst="roundRect">
            <a:avLst>
              <a:gd name="adj" fmla="val 3810"/>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17266" y="1426463"/>
            <a:ext cx="2414016" cy="599441"/>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Replicated cross-</a:t>
            </a:r>
          </a:p>
          <a:p>
            <a:pPr marL="0" indent="0">
              <a:buNone/>
            </a:pPr>
            <a:r>
              <a:rPr lang="en-US" sz="1600" b="1" dirty="0">
                <a:solidFill>
                  <a:srgbClr val="111111"/>
                </a:solidFill>
                <a:latin typeface="Aptos Display" pitchFamily="34" charset="0"/>
                <a:ea typeface="Aptos Display" pitchFamily="34" charset="-122"/>
                <a:cs typeface="Aptos Display" pitchFamily="34" charset="-120"/>
              </a:rPr>
              <a:t>sectional</a:t>
            </a:r>
            <a:endParaRPr lang="en-US" sz="1600" dirty="0"/>
          </a:p>
        </p:txBody>
      </p:sp>
      <p:sp>
        <p:nvSpPr>
          <p:cNvPr id="11" name="Shape 8"/>
          <p:cNvSpPr/>
          <p:nvPr/>
        </p:nvSpPr>
        <p:spPr>
          <a:xfrm>
            <a:off x="178141" y="2062483"/>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61291" y="2319020"/>
            <a:ext cx="1853864" cy="2108708"/>
          </a:xfrm>
          <a:prstGeom prst="rect">
            <a:avLst/>
          </a:prstGeom>
          <a:noFill/>
          <a:ln/>
        </p:spPr>
        <p:txBody>
          <a:bodyPr wrap="square" lIns="0" tIns="0" rIns="0" bIns="0" rtlCol="0" anchor="ctr">
            <a:noAutofit/>
          </a:bodyPr>
          <a:lstStyle/>
          <a:p>
            <a:pPr marL="0" indent="0">
              <a:buNone/>
            </a:pPr>
            <a:r>
              <a:rPr lang="en-US" dirty="0">
                <a:solidFill>
                  <a:srgbClr val="4A4A4A"/>
                </a:solidFill>
                <a:latin typeface="Aptos" pitchFamily="34" charset="0"/>
                <a:ea typeface="Aptos" pitchFamily="34" charset="-122"/>
                <a:cs typeface="Aptos" pitchFamily="34" charset="-120"/>
              </a:rPr>
              <a:t>Repeat cross-sectional studies at </a:t>
            </a:r>
            <a:r>
              <a:rPr lang="en-US" dirty="0">
                <a:solidFill>
                  <a:srgbClr val="4A4A4A"/>
                </a:solidFill>
              </a:rPr>
              <a:t>different points in time, often with different samples from the same population, to detect population-level change.</a:t>
            </a:r>
          </a:p>
        </p:txBody>
      </p:sp>
      <p:sp>
        <p:nvSpPr>
          <p:cNvPr id="13" name="Shape 10"/>
          <p:cNvSpPr/>
          <p:nvPr/>
        </p:nvSpPr>
        <p:spPr>
          <a:xfrm>
            <a:off x="2496540" y="1333160"/>
            <a:ext cx="2340000" cy="3420000"/>
          </a:xfrm>
          <a:prstGeom prst="roundRect">
            <a:avLst>
              <a:gd name="adj" fmla="val 3810"/>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2557268" y="1426464"/>
            <a:ext cx="241401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Trend study</a:t>
            </a:r>
            <a:endParaRPr lang="en-US" sz="1600" dirty="0"/>
          </a:p>
        </p:txBody>
      </p:sp>
      <p:sp>
        <p:nvSpPr>
          <p:cNvPr id="15" name="Shape 12"/>
          <p:cNvSpPr/>
          <p:nvPr/>
        </p:nvSpPr>
        <p:spPr>
          <a:xfrm>
            <a:off x="2701209" y="1783080"/>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2616533" y="2188464"/>
            <a:ext cx="1853864" cy="2108708"/>
          </a:xfrm>
          <a:prstGeom prst="rect">
            <a:avLst/>
          </a:prstGeom>
          <a:noFill/>
          <a:ln/>
        </p:spPr>
        <p:txBody>
          <a:bodyPr wrap="square" lIns="0" tIns="0" rIns="0" bIns="0" rtlCol="0" anchor="ctr">
            <a:noAutofit/>
          </a:bodyPr>
          <a:lstStyle/>
          <a:p>
            <a:pPr marL="0" indent="0">
              <a:buNone/>
            </a:pPr>
            <a:r>
              <a:rPr lang="en-US" dirty="0">
                <a:solidFill>
                  <a:srgbClr val="4A4A4A"/>
                </a:solidFill>
                <a:latin typeface="Aptos" pitchFamily="34" charset="0"/>
                <a:ea typeface="Aptos" pitchFamily="34" charset="-122"/>
                <a:cs typeface="Aptos" pitchFamily="34" charset="-120"/>
              </a:rPr>
              <a:t>Collect information from different samples of the same population at several time points to examine shifts in population characteristics.</a:t>
            </a:r>
            <a:endParaRPr lang="en-US" dirty="0"/>
          </a:p>
        </p:txBody>
      </p:sp>
      <p:sp>
        <p:nvSpPr>
          <p:cNvPr id="17" name="Shape 14"/>
          <p:cNvSpPr/>
          <p:nvPr/>
        </p:nvSpPr>
        <p:spPr>
          <a:xfrm>
            <a:off x="4934937" y="1333160"/>
            <a:ext cx="2340000" cy="3420000"/>
          </a:xfrm>
          <a:prstGeom prst="roundRect">
            <a:avLst>
              <a:gd name="adj" fmla="val 3810"/>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5012598" y="1426464"/>
            <a:ext cx="241401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Cohort study</a:t>
            </a:r>
            <a:endParaRPr lang="en-US" sz="1600" dirty="0"/>
          </a:p>
        </p:txBody>
      </p:sp>
      <p:sp>
        <p:nvSpPr>
          <p:cNvPr id="20" name="Text 17"/>
          <p:cNvSpPr/>
          <p:nvPr/>
        </p:nvSpPr>
        <p:spPr>
          <a:xfrm>
            <a:off x="5071863" y="1896364"/>
            <a:ext cx="1853864" cy="2108708"/>
          </a:xfrm>
          <a:prstGeom prst="rect">
            <a:avLst/>
          </a:prstGeom>
          <a:noFill/>
          <a:ln/>
        </p:spPr>
        <p:txBody>
          <a:bodyPr wrap="square" lIns="0" tIns="0" rIns="0" bIns="0" rtlCol="0" anchor="ctr">
            <a:noAutofit/>
          </a:bodyPr>
          <a:lstStyle/>
          <a:p>
            <a:pPr marL="0" indent="0">
              <a:buNone/>
            </a:pPr>
            <a:r>
              <a:rPr lang="en-US" dirty="0">
                <a:solidFill>
                  <a:srgbClr val="4A4A4A"/>
                </a:solidFill>
                <a:latin typeface="Aptos" pitchFamily="34" charset="0"/>
                <a:ea typeface="Aptos" pitchFamily="34" charset="-122"/>
                <a:cs typeface="Aptos" pitchFamily="34" charset="-120"/>
              </a:rPr>
              <a:t>Follow a group that shares a defining characteristic or experience and examine outcomes over time.</a:t>
            </a:r>
            <a:endParaRPr lang="en-US" dirty="0"/>
          </a:p>
        </p:txBody>
      </p:sp>
      <p:sp>
        <p:nvSpPr>
          <p:cNvPr id="21" name="Shape 18"/>
          <p:cNvSpPr/>
          <p:nvPr/>
        </p:nvSpPr>
        <p:spPr>
          <a:xfrm>
            <a:off x="7407201" y="1333160"/>
            <a:ext cx="2340000" cy="3420000"/>
          </a:xfrm>
          <a:prstGeom prst="roundRect">
            <a:avLst>
              <a:gd name="adj" fmla="val 3810"/>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22" name="Text 19"/>
          <p:cNvSpPr/>
          <p:nvPr/>
        </p:nvSpPr>
        <p:spPr>
          <a:xfrm>
            <a:off x="7493328" y="1426464"/>
            <a:ext cx="168249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Panel study</a:t>
            </a:r>
            <a:endParaRPr lang="en-US" sz="1600" dirty="0"/>
          </a:p>
        </p:txBody>
      </p:sp>
      <p:sp>
        <p:nvSpPr>
          <p:cNvPr id="24" name="Text 21"/>
          <p:cNvSpPr/>
          <p:nvPr/>
        </p:nvSpPr>
        <p:spPr>
          <a:xfrm>
            <a:off x="7552593" y="1883664"/>
            <a:ext cx="1292087" cy="2108708"/>
          </a:xfrm>
          <a:prstGeom prst="rect">
            <a:avLst/>
          </a:prstGeom>
          <a:noFill/>
          <a:ln/>
        </p:spPr>
        <p:txBody>
          <a:bodyPr wrap="square" lIns="0" tIns="0" rIns="0" bIns="0" rtlCol="0" anchor="ctr">
            <a:noAutofit/>
          </a:bodyPr>
          <a:lstStyle/>
          <a:p>
            <a:pPr marL="0" indent="0">
              <a:buNone/>
            </a:pPr>
            <a:r>
              <a:rPr lang="en-US" dirty="0">
                <a:solidFill>
                  <a:srgbClr val="4A4A4A"/>
                </a:solidFill>
                <a:latin typeface="Aptos" pitchFamily="34" charset="0"/>
                <a:ea typeface="Aptos" pitchFamily="34" charset="-122"/>
                <a:cs typeface="Aptos" pitchFamily="34" charset="-120"/>
              </a:rPr>
              <a:t>Collect the same information from the same individuals or units over time.</a:t>
            </a:r>
            <a:endParaRPr lang="en-US" dirty="0"/>
          </a:p>
        </p:txBody>
      </p:sp>
      <p:sp>
        <p:nvSpPr>
          <p:cNvPr id="25" name="Shape 22"/>
          <p:cNvSpPr/>
          <p:nvPr/>
        </p:nvSpPr>
        <p:spPr>
          <a:xfrm>
            <a:off x="2431282" y="4901862"/>
            <a:ext cx="7315919" cy="1554480"/>
          </a:xfrm>
          <a:prstGeom prst="roundRect">
            <a:avLst>
              <a:gd name="adj" fmla="val 4706"/>
            </a:avLst>
          </a:prstGeom>
          <a:solidFill>
            <a:srgbClr val="FFF7DB"/>
          </a:solidFill>
          <a:ln w="12700">
            <a:solidFill>
              <a:srgbClr val="D7D2C8"/>
            </a:solidFill>
            <a:prstDash val="solid"/>
          </a:ln>
          <a:effectLst>
            <a:outerShdw blurRad="25400" dist="12700" dir="2700000" algn="bl" rotWithShape="0">
              <a:srgbClr val="000000">
                <a:alpha val="12000"/>
              </a:srgbClr>
            </a:outerShdw>
          </a:effectLst>
        </p:spPr>
        <p:txBody>
          <a:bodyPr/>
          <a:lstStyle/>
          <a:p>
            <a:pPr marL="177800" indent="-177800">
              <a:buSzPct val="100000"/>
              <a:buChar char="•"/>
            </a:pPr>
            <a:r>
              <a:rPr lang="en-US" dirty="0">
                <a:solidFill>
                  <a:srgbClr val="111111"/>
                </a:solidFill>
                <a:latin typeface="Aptos" pitchFamily="34" charset="0"/>
                <a:ea typeface="Aptos" pitchFamily="34" charset="-122"/>
                <a:cs typeface="Aptos" pitchFamily="34" charset="-120"/>
              </a:rPr>
              <a:t>These designs strengthen evidence about change, stability, and repeated measurement.</a:t>
            </a:r>
          </a:p>
          <a:p>
            <a:pPr>
              <a:buSzPct val="100000"/>
            </a:pPr>
            <a:endParaRPr lang="en-US" dirty="0"/>
          </a:p>
          <a:p>
            <a:pPr marL="177800" indent="-177800">
              <a:buSzPct val="100000"/>
              <a:buChar char="•"/>
            </a:pPr>
            <a:r>
              <a:rPr lang="en-US" dirty="0">
                <a:solidFill>
                  <a:srgbClr val="111111"/>
                </a:solidFill>
                <a:latin typeface="Aptos" pitchFamily="34" charset="0"/>
                <a:ea typeface="Aptos" pitchFamily="34" charset="-122"/>
                <a:cs typeface="Aptos" pitchFamily="34" charset="-120"/>
              </a:rPr>
              <a:t>Choice depends on feasibility, attrition risk, access to the same individuals, and the level at which change is being studied.</a:t>
            </a:r>
            <a:endParaRPr lang="en-US" dirty="0"/>
          </a:p>
        </p:txBody>
      </p:sp>
      <p:sp>
        <p:nvSpPr>
          <p:cNvPr id="26" name="Text 23"/>
          <p:cNvSpPr/>
          <p:nvPr/>
        </p:nvSpPr>
        <p:spPr>
          <a:xfrm>
            <a:off x="804672" y="4793996"/>
            <a:ext cx="4745736" cy="320040"/>
          </a:xfrm>
          <a:prstGeom prst="rect">
            <a:avLst/>
          </a:prstGeom>
          <a:noFill/>
          <a:ln/>
        </p:spPr>
        <p:txBody>
          <a:bodyPr wrap="square" lIns="0" tIns="0" rIns="0" bIns="0" rtlCol="0" anchor="ctr">
            <a:normAutofit/>
          </a:bodyPr>
          <a:lstStyle/>
          <a:p>
            <a:pPr marL="0" indent="0">
              <a:buNone/>
            </a:pPr>
            <a:endParaRPr lang="en-US" sz="1600" dirty="0"/>
          </a:p>
        </p:txBody>
      </p:sp>
      <p:sp>
        <p:nvSpPr>
          <p:cNvPr id="28" name="Text 25"/>
          <p:cNvSpPr/>
          <p:nvPr/>
        </p:nvSpPr>
        <p:spPr>
          <a:xfrm>
            <a:off x="804672" y="5251196"/>
            <a:ext cx="4745736" cy="859536"/>
          </a:xfrm>
          <a:prstGeom prst="rect">
            <a:avLst/>
          </a:prstGeom>
          <a:noFill/>
          <a:ln/>
        </p:spPr>
        <p:txBody>
          <a:bodyPr wrap="square" lIns="0" tIns="0" rIns="0" bIns="0" rtlCol="0" anchor="ctr">
            <a:normAutofit/>
          </a:bodyPr>
          <a:lstStyle/>
          <a:p>
            <a:pPr marL="0" indent="0">
              <a:buNone/>
            </a:pPr>
            <a:endParaRPr lang="en-US" sz="1150" dirty="0"/>
          </a:p>
        </p:txBody>
      </p:sp>
      <p:sp>
        <p:nvSpPr>
          <p:cNvPr id="29" name="Text 26"/>
          <p:cNvSpPr/>
          <p:nvPr/>
        </p:nvSpPr>
        <p:spPr>
          <a:xfrm>
            <a:off x="6035040" y="4590288"/>
            <a:ext cx="5120640" cy="1645920"/>
          </a:xfrm>
          <a:prstGeom prst="rect">
            <a:avLst/>
          </a:prstGeom>
          <a:noFill/>
          <a:ln/>
        </p:spPr>
        <p:txBody>
          <a:bodyPr wrap="square" lIns="254" tIns="254" rIns="254" bIns="254" rtlCol="0" anchor="t">
            <a:normAutofit/>
          </a:bodyPr>
          <a:lstStyle/>
          <a:p>
            <a:pPr marL="177800" indent="-177800">
              <a:buSzPct val="100000"/>
              <a:buChar char="•"/>
            </a:pPr>
            <a:endParaRPr lang="en-US" sz="1500" dirty="0"/>
          </a:p>
        </p:txBody>
      </p:sp>
      <p:sp>
        <p:nvSpPr>
          <p:cNvPr id="31" name="Shape 18">
            <a:extLst>
              <a:ext uri="{FF2B5EF4-FFF2-40B4-BE49-F238E27FC236}">
                <a16:creationId xmlns:a16="http://schemas.microsoft.com/office/drawing/2014/main" id="{EC776B68-7078-2B8D-08B3-209391F840D3}"/>
              </a:ext>
            </a:extLst>
          </p:cNvPr>
          <p:cNvSpPr/>
          <p:nvPr/>
        </p:nvSpPr>
        <p:spPr>
          <a:xfrm>
            <a:off x="9837138" y="1316228"/>
            <a:ext cx="2340000" cy="3420000"/>
          </a:xfrm>
          <a:prstGeom prst="roundRect">
            <a:avLst>
              <a:gd name="adj" fmla="val 3810"/>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32" name="Text 19">
            <a:extLst>
              <a:ext uri="{FF2B5EF4-FFF2-40B4-BE49-F238E27FC236}">
                <a16:creationId xmlns:a16="http://schemas.microsoft.com/office/drawing/2014/main" id="{BAC1E133-A2AC-EA0D-E06F-D3F469458B9A}"/>
              </a:ext>
            </a:extLst>
          </p:cNvPr>
          <p:cNvSpPr/>
          <p:nvPr/>
        </p:nvSpPr>
        <p:spPr>
          <a:xfrm>
            <a:off x="9940195" y="1333329"/>
            <a:ext cx="1682496" cy="616372"/>
          </a:xfrm>
          <a:prstGeom prst="rect">
            <a:avLst/>
          </a:prstGeom>
          <a:noFill/>
          <a:ln/>
        </p:spPr>
        <p:txBody>
          <a:bodyPr wrap="square" lIns="0" tIns="0" rIns="0" bIns="0" rtlCol="0" anchor="ctr">
            <a:normAutofit/>
          </a:bodyPr>
          <a:lstStyle/>
          <a:p>
            <a:r>
              <a:rPr lang="en-US" sz="1600" b="1" dirty="0">
                <a:solidFill>
                  <a:srgbClr val="111111"/>
                </a:solidFill>
                <a:latin typeface="Aptos Display" pitchFamily="34" charset="0"/>
                <a:ea typeface="Aptos Display" pitchFamily="34" charset="-122"/>
                <a:cs typeface="Aptos Display" pitchFamily="34" charset="-120"/>
              </a:rPr>
              <a:t>Blind and double-blind studies</a:t>
            </a:r>
            <a:endParaRPr lang="en-US" sz="1600" dirty="0"/>
          </a:p>
        </p:txBody>
      </p:sp>
      <p:sp>
        <p:nvSpPr>
          <p:cNvPr id="33" name="Text 21">
            <a:extLst>
              <a:ext uri="{FF2B5EF4-FFF2-40B4-BE49-F238E27FC236}">
                <a16:creationId xmlns:a16="http://schemas.microsoft.com/office/drawing/2014/main" id="{EBAE95C8-6627-2A47-D6E5-322101467FF3}"/>
              </a:ext>
            </a:extLst>
          </p:cNvPr>
          <p:cNvSpPr/>
          <p:nvPr/>
        </p:nvSpPr>
        <p:spPr>
          <a:xfrm>
            <a:off x="9892593" y="2253741"/>
            <a:ext cx="2121607" cy="2233591"/>
          </a:xfrm>
          <a:prstGeom prst="rect">
            <a:avLst/>
          </a:prstGeom>
          <a:noFill/>
          <a:ln/>
        </p:spPr>
        <p:txBody>
          <a:bodyPr wrap="square" lIns="0" tIns="0" rIns="0" bIns="0" rtlCol="0" anchor="ctr">
            <a:noAutofit/>
          </a:bodyPr>
          <a:lstStyle/>
          <a:p>
            <a:r>
              <a:rPr lang="en-US" sz="1600" dirty="0">
                <a:solidFill>
                  <a:srgbClr val="4A4A4A"/>
                </a:solidFill>
                <a:latin typeface="Aptos" pitchFamily="34" charset="0"/>
                <a:ea typeface="Aptos" pitchFamily="34" charset="-122"/>
                <a:cs typeface="Aptos" pitchFamily="34" charset="-120"/>
              </a:rPr>
              <a:t>Used mainly in effectiveness testing to reduce placebo effects and researcher bias. </a:t>
            </a:r>
          </a:p>
          <a:p>
            <a:r>
              <a:rPr lang="en-US" sz="1600" dirty="0">
                <a:solidFill>
                  <a:srgbClr val="4A4A4A"/>
                </a:solidFill>
                <a:latin typeface="Aptos" pitchFamily="34" charset="0"/>
                <a:ea typeface="Aptos" pitchFamily="34" charset="-122"/>
                <a:cs typeface="Aptos" pitchFamily="34" charset="-120"/>
              </a:rPr>
              <a:t>In blind studies, participants do not know which treatment they receive. In double-blind studies, researchers do not know either.</a:t>
            </a:r>
            <a:endParaRPr lang="en-US" sz="1600" dirty="0"/>
          </a:p>
        </p:txBody>
      </p:sp>
      <p:sp>
        <p:nvSpPr>
          <p:cNvPr id="23" name="Shape 20"/>
          <p:cNvSpPr/>
          <p:nvPr/>
        </p:nvSpPr>
        <p:spPr>
          <a:xfrm>
            <a:off x="9974079" y="1884677"/>
            <a:ext cx="777240" cy="0"/>
          </a:xfrm>
          <a:prstGeom prst="line">
            <a:avLst/>
          </a:prstGeom>
          <a:noFill/>
          <a:ln w="22860">
            <a:solidFill>
              <a:srgbClr val="D9A404"/>
            </a:solidFill>
            <a:prstDash val="solid"/>
          </a:ln>
        </p:spPr>
        <p:txBody>
          <a:bodyPr/>
          <a:lstStyle/>
          <a:p>
            <a:endParaRPr lang="en-GB"/>
          </a:p>
        </p:txBody>
      </p:sp>
      <p:sp>
        <p:nvSpPr>
          <p:cNvPr id="19" name="Shape 16"/>
          <p:cNvSpPr/>
          <p:nvPr/>
        </p:nvSpPr>
        <p:spPr>
          <a:xfrm>
            <a:off x="7544146" y="1783080"/>
            <a:ext cx="777240" cy="0"/>
          </a:xfrm>
          <a:prstGeom prst="line">
            <a:avLst/>
          </a:prstGeom>
          <a:noFill/>
          <a:ln w="22860">
            <a:solidFill>
              <a:srgbClr val="D9A404"/>
            </a:solidFill>
            <a:prstDash val="solid"/>
          </a:ln>
        </p:spPr>
        <p:txBody>
          <a:bodyPr/>
          <a:lstStyle/>
          <a:p>
            <a:endParaRPr lang="en-GB"/>
          </a:p>
        </p:txBody>
      </p:sp>
      <p:sp>
        <p:nvSpPr>
          <p:cNvPr id="34" name="Shape 16">
            <a:extLst>
              <a:ext uri="{FF2B5EF4-FFF2-40B4-BE49-F238E27FC236}">
                <a16:creationId xmlns:a16="http://schemas.microsoft.com/office/drawing/2014/main" id="{2D1F3894-2625-ACF1-E195-D7515D1A9A37}"/>
              </a:ext>
            </a:extLst>
          </p:cNvPr>
          <p:cNvSpPr/>
          <p:nvPr/>
        </p:nvSpPr>
        <p:spPr>
          <a:xfrm>
            <a:off x="5080338" y="1774613"/>
            <a:ext cx="777240" cy="0"/>
          </a:xfrm>
          <a:prstGeom prst="line">
            <a:avLst/>
          </a:prstGeom>
          <a:noFill/>
          <a:ln w="22860">
            <a:solidFill>
              <a:srgbClr val="D9A404"/>
            </a:solidFill>
            <a:prstDash val="solid"/>
          </a:ln>
        </p:spPr>
        <p:txBody>
          <a:bodyPr/>
          <a:lstStyle/>
          <a:p>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1D1D1B"/>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7" name="Text 4"/>
          <p:cNvSpPr/>
          <p:nvPr/>
        </p:nvSpPr>
        <p:spPr>
          <a:xfrm>
            <a:off x="868680" y="1554480"/>
            <a:ext cx="2560320" cy="228600"/>
          </a:xfrm>
          <a:prstGeom prst="rect">
            <a:avLst/>
          </a:prstGeom>
          <a:noFill/>
          <a:ln/>
        </p:spPr>
        <p:txBody>
          <a:bodyPr wrap="square" lIns="0" tIns="0" rIns="0" bIns="0" rtlCol="0" anchor="ctr"/>
          <a:lstStyle/>
          <a:p>
            <a:pPr marL="0" indent="0">
              <a:buNone/>
            </a:pPr>
            <a:endParaRPr lang="en-US" sz="1000" dirty="0"/>
          </a:p>
        </p:txBody>
      </p:sp>
      <p:sp>
        <p:nvSpPr>
          <p:cNvPr id="8" name="Text 5"/>
          <p:cNvSpPr/>
          <p:nvPr/>
        </p:nvSpPr>
        <p:spPr>
          <a:xfrm>
            <a:off x="4983480" y="3040380"/>
            <a:ext cx="6126480" cy="155448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Flexible designs for rich, in-depth understanding</a:t>
            </a:r>
            <a:endParaRPr lang="en-US" sz="2600" dirty="0"/>
          </a:p>
        </p:txBody>
      </p:sp>
      <p:sp>
        <p:nvSpPr>
          <p:cNvPr id="9" name="Text 6"/>
          <p:cNvSpPr/>
          <p:nvPr/>
        </p:nvSpPr>
        <p:spPr>
          <a:xfrm>
            <a:off x="868680" y="2438401"/>
            <a:ext cx="3383280" cy="2316479"/>
          </a:xfrm>
          <a:prstGeom prst="rect">
            <a:avLst/>
          </a:prstGeom>
          <a:noFill/>
          <a:ln/>
        </p:spPr>
        <p:txBody>
          <a:bodyPr wrap="square" lIns="0" tIns="0" rIns="0" bIns="0" rtlCol="0" anchor="ctr">
            <a:noAutofit/>
          </a:bodyPr>
          <a:lstStyle/>
          <a:p>
            <a:pPr marL="0" indent="0">
              <a:buNone/>
            </a:pPr>
            <a:r>
              <a:rPr lang="en-US" sz="2000" dirty="0">
                <a:solidFill>
                  <a:srgbClr val="D4D4D4"/>
                </a:solidFill>
                <a:latin typeface="Aptos" pitchFamily="34" charset="0"/>
                <a:ea typeface="Aptos" pitchFamily="34" charset="-122"/>
                <a:cs typeface="Aptos" pitchFamily="34" charset="-120"/>
              </a:rPr>
              <a:t>Kumar notes that qualitative designs are less precisely defined than quantitative designs, and there can be overlap between design and data collection methods.</a:t>
            </a:r>
            <a:endParaRPr lang="en-US" sz="2000" dirty="0"/>
          </a:p>
        </p:txBody>
      </p:sp>
      <p:sp>
        <p:nvSpPr>
          <p:cNvPr id="10" name="Shape 7"/>
          <p:cNvSpPr/>
          <p:nvPr/>
        </p:nvSpPr>
        <p:spPr>
          <a:xfrm>
            <a:off x="4983480" y="3017520"/>
            <a:ext cx="3063240" cy="22860"/>
          </a:xfrm>
          <a:prstGeom prst="line">
            <a:avLst/>
          </a:prstGeom>
          <a:noFill/>
          <a:ln w="27940">
            <a:solidFill>
              <a:srgbClr val="D9A404"/>
            </a:solidFill>
            <a:prstDash val="solid"/>
          </a:ln>
        </p:spPr>
        <p:txBody>
          <a:bodyPr/>
          <a:lstStyle/>
          <a:p>
            <a:endParaRPr lang="en-GB"/>
          </a:p>
        </p:txBody>
      </p:sp>
      <p:sp>
        <p:nvSpPr>
          <p:cNvPr id="11" name="Text 8"/>
          <p:cNvSpPr/>
          <p:nvPr/>
        </p:nvSpPr>
        <p:spPr>
          <a:xfrm>
            <a:off x="4956976" y="2651760"/>
            <a:ext cx="5486400" cy="411480"/>
          </a:xfrm>
          <a:prstGeom prst="rect">
            <a:avLst/>
          </a:prstGeom>
          <a:noFill/>
          <a:ln/>
        </p:spPr>
        <p:txBody>
          <a:bodyPr wrap="square" lIns="0" tIns="0" rIns="0" bIns="0" rtlCol="0" anchor="ctr"/>
          <a:lstStyle/>
          <a:p>
            <a:r>
              <a:rPr lang="en-US" sz="2400" b="1" dirty="0">
                <a:solidFill>
                  <a:srgbClr val="D9A404"/>
                </a:solidFill>
                <a:latin typeface="Aptos" pitchFamily="34" charset="0"/>
                <a:ea typeface="Aptos" pitchFamily="34" charset="-122"/>
                <a:cs typeface="Aptos" pitchFamily="34" charset="-120"/>
              </a:rPr>
              <a:t>QUALITATIVE DESIGNS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a:extLst>
            <a:ext uri="{FF2B5EF4-FFF2-40B4-BE49-F238E27FC236}">
              <a16:creationId xmlns:a16="http://schemas.microsoft.com/office/drawing/2014/main" id="{FAD57093-1946-348D-4822-08D39FE93FC0}"/>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D63FBD6D-A860-F435-DB29-DF9E8DBF24E6}"/>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754DF0DC-7BA6-2A12-663D-344C0472883B}"/>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EFC6BB29-83BB-B99D-B432-F2B43177412D}"/>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STUDY DESIGNS IN QUALITATIVE RESEARCH</a:t>
            </a:r>
            <a:endParaRPr lang="en-US" sz="2200" dirty="0"/>
          </a:p>
        </p:txBody>
      </p:sp>
      <p:sp>
        <p:nvSpPr>
          <p:cNvPr id="7" name="Shape 4">
            <a:extLst>
              <a:ext uri="{FF2B5EF4-FFF2-40B4-BE49-F238E27FC236}">
                <a16:creationId xmlns:a16="http://schemas.microsoft.com/office/drawing/2014/main" id="{9CACF1A1-A939-94BF-D2C2-7F54051110F1}"/>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39F82BE3-5FC7-87BD-C391-DA21BDBD828F}"/>
              </a:ext>
            </a:extLst>
          </p:cNvPr>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666666"/>
                </a:solidFill>
                <a:latin typeface="Aptos" pitchFamily="34" charset="0"/>
                <a:ea typeface="Aptos" pitchFamily="34" charset="-122"/>
                <a:cs typeface="Aptos" pitchFamily="34" charset="-120"/>
              </a:rPr>
              <a:t>Seven common designs and associated strengths</a:t>
            </a:r>
            <a:endParaRPr lang="en-US" sz="950" dirty="0"/>
          </a:p>
        </p:txBody>
      </p:sp>
      <p:graphicFrame>
        <p:nvGraphicFramePr>
          <p:cNvPr id="37" name="Diagram 36">
            <a:extLst>
              <a:ext uri="{FF2B5EF4-FFF2-40B4-BE49-F238E27FC236}">
                <a16:creationId xmlns:a16="http://schemas.microsoft.com/office/drawing/2014/main" id="{7C70600D-F3F2-2A58-66C8-C4C4BA126BA3}"/>
              </a:ext>
            </a:extLst>
          </p:cNvPr>
          <p:cNvGraphicFramePr/>
          <p:nvPr>
            <p:extLst>
              <p:ext uri="{D42A27DB-BD31-4B8C-83A1-F6EECF244321}">
                <p14:modId xmlns:p14="http://schemas.microsoft.com/office/powerpoint/2010/main" val="2697760353"/>
              </p:ext>
            </p:extLst>
          </p:nvPr>
        </p:nvGraphicFramePr>
        <p:xfrm>
          <a:off x="2725420" y="107357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 name="Text 9">
            <a:extLst>
              <a:ext uri="{FF2B5EF4-FFF2-40B4-BE49-F238E27FC236}">
                <a16:creationId xmlns:a16="http://schemas.microsoft.com/office/drawing/2014/main" id="{B2D36D7F-8947-0A85-C3FE-A62DDD1F02E6}"/>
              </a:ext>
            </a:extLst>
          </p:cNvPr>
          <p:cNvSpPr/>
          <p:nvPr/>
        </p:nvSpPr>
        <p:spPr>
          <a:xfrm>
            <a:off x="1216796" y="1845413"/>
            <a:ext cx="5111496" cy="0"/>
          </a:xfrm>
          <a:prstGeom prst="rect">
            <a:avLst/>
          </a:prstGeom>
          <a:noFill/>
          <a:ln/>
        </p:spPr>
        <p:txBody>
          <a:bodyPr wrap="square" lIns="0" tIns="0" rIns="0" bIns="0" rtlCol="0" anchor="ctr">
            <a:normAutofit fontScale="25000" lnSpcReduction="20000"/>
          </a:bodyPr>
          <a:lstStyle/>
          <a:p>
            <a:pPr marL="0" indent="0">
              <a:buNone/>
            </a:pPr>
            <a:endParaRPr lang="en-US" sz="1150" dirty="0"/>
          </a:p>
        </p:txBody>
      </p:sp>
      <p:sp>
        <p:nvSpPr>
          <p:cNvPr id="43" name="Text 13">
            <a:extLst>
              <a:ext uri="{FF2B5EF4-FFF2-40B4-BE49-F238E27FC236}">
                <a16:creationId xmlns:a16="http://schemas.microsoft.com/office/drawing/2014/main" id="{DCF8AC2F-2129-840B-3FA2-66C244BBE99D}"/>
              </a:ext>
            </a:extLst>
          </p:cNvPr>
          <p:cNvSpPr/>
          <p:nvPr/>
        </p:nvSpPr>
        <p:spPr>
          <a:xfrm>
            <a:off x="6291072" y="1819656"/>
            <a:ext cx="5111496" cy="0"/>
          </a:xfrm>
          <a:prstGeom prst="rect">
            <a:avLst/>
          </a:prstGeom>
          <a:noFill/>
          <a:ln/>
        </p:spPr>
        <p:txBody>
          <a:bodyPr wrap="square" lIns="0" tIns="0" rIns="0" bIns="0" rtlCol="0" anchor="ctr">
            <a:normAutofit fontScale="25000" lnSpcReduction="20000"/>
          </a:bodyPr>
          <a:lstStyle/>
          <a:p>
            <a:pPr marL="0" indent="0">
              <a:buNone/>
            </a:pPr>
            <a:endParaRPr lang="en-US" sz="1150" dirty="0"/>
          </a:p>
        </p:txBody>
      </p:sp>
    </p:spTree>
    <p:extLst>
      <p:ext uri="{BB962C8B-B14F-4D97-AF65-F5344CB8AC3E}">
        <p14:creationId xmlns:p14="http://schemas.microsoft.com/office/powerpoint/2010/main" val="1799322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a:extLst>
            <a:ext uri="{FF2B5EF4-FFF2-40B4-BE49-F238E27FC236}">
              <a16:creationId xmlns:a16="http://schemas.microsoft.com/office/drawing/2014/main" id="{AC5B5A6E-3D43-0D6B-23C3-1B056E8358B8}"/>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A9B066E0-F7CA-C145-7516-3ED1F0E415A3}"/>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1DB74929-0426-2C23-3D59-9137609819F1}"/>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91117DCD-5A89-2D4A-4BA9-5930C4FF32BE}"/>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STUDY DESIGNS IN QUALITATIVE RESEARCH</a:t>
            </a:r>
            <a:endParaRPr lang="en-US" sz="2200" dirty="0"/>
          </a:p>
        </p:txBody>
      </p:sp>
      <p:sp>
        <p:nvSpPr>
          <p:cNvPr id="7" name="Shape 4">
            <a:extLst>
              <a:ext uri="{FF2B5EF4-FFF2-40B4-BE49-F238E27FC236}">
                <a16:creationId xmlns:a16="http://schemas.microsoft.com/office/drawing/2014/main" id="{95075751-F8D9-9FF7-E814-3953DA74AB8C}"/>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4E572854-4681-E5FD-8188-048606166FA6}"/>
              </a:ext>
            </a:extLst>
          </p:cNvPr>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666666"/>
                </a:solidFill>
                <a:latin typeface="Aptos" pitchFamily="34" charset="0"/>
                <a:ea typeface="Aptos" pitchFamily="34" charset="-122"/>
                <a:cs typeface="Aptos" pitchFamily="34" charset="-120"/>
              </a:rPr>
              <a:t>Examples of seven common designs</a:t>
            </a:r>
            <a:endParaRPr lang="en-US" sz="950" dirty="0"/>
          </a:p>
        </p:txBody>
      </p:sp>
      <p:sp>
        <p:nvSpPr>
          <p:cNvPr id="3" name="Freeform 2">
            <a:extLst>
              <a:ext uri="{FF2B5EF4-FFF2-40B4-BE49-F238E27FC236}">
                <a16:creationId xmlns:a16="http://schemas.microsoft.com/office/drawing/2014/main" id="{D2E00193-A0DF-439A-0711-96174F90971A}"/>
              </a:ext>
            </a:extLst>
          </p:cNvPr>
          <p:cNvSpPr/>
          <p:nvPr/>
        </p:nvSpPr>
        <p:spPr>
          <a:xfrm>
            <a:off x="660400" y="1247786"/>
            <a:ext cx="11099800" cy="393120"/>
          </a:xfrm>
          <a:custGeom>
            <a:avLst/>
            <a:gdLst>
              <a:gd name="csX0" fmla="*/ 0 w 11099800"/>
              <a:gd name="csY0" fmla="*/ 65521 h 393120"/>
              <a:gd name="csX1" fmla="*/ 65521 w 11099800"/>
              <a:gd name="csY1" fmla="*/ 0 h 393120"/>
              <a:gd name="csX2" fmla="*/ 11034279 w 11099800"/>
              <a:gd name="csY2" fmla="*/ 0 h 393120"/>
              <a:gd name="csX3" fmla="*/ 11099800 w 11099800"/>
              <a:gd name="csY3" fmla="*/ 65521 h 393120"/>
              <a:gd name="csX4" fmla="*/ 11099800 w 11099800"/>
              <a:gd name="csY4" fmla="*/ 327599 h 393120"/>
              <a:gd name="csX5" fmla="*/ 11034279 w 11099800"/>
              <a:gd name="csY5" fmla="*/ 393120 h 393120"/>
              <a:gd name="csX6" fmla="*/ 65521 w 11099800"/>
              <a:gd name="csY6" fmla="*/ 393120 h 393120"/>
              <a:gd name="csX7" fmla="*/ 0 w 11099800"/>
              <a:gd name="csY7" fmla="*/ 327599 h 393120"/>
              <a:gd name="csX8" fmla="*/ 0 w 110998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99800" h="393120">
                <a:moveTo>
                  <a:pt x="0" y="65521"/>
                </a:moveTo>
                <a:cubicBezTo>
                  <a:pt x="0" y="29335"/>
                  <a:pt x="29335" y="0"/>
                  <a:pt x="65521" y="0"/>
                </a:cubicBezTo>
                <a:lnTo>
                  <a:pt x="11034279" y="0"/>
                </a:lnTo>
                <a:cubicBezTo>
                  <a:pt x="11070465" y="0"/>
                  <a:pt x="11099800" y="29335"/>
                  <a:pt x="11099800" y="65521"/>
                </a:cubicBezTo>
                <a:lnTo>
                  <a:pt x="11099800" y="327599"/>
                </a:lnTo>
                <a:cubicBezTo>
                  <a:pt x="11099800" y="363785"/>
                  <a:pt x="11070465" y="393120"/>
                  <a:pt x="11034279" y="393120"/>
                </a:cubicBezTo>
                <a:lnTo>
                  <a:pt x="65521" y="393120"/>
                </a:lnTo>
                <a:cubicBezTo>
                  <a:pt x="29335" y="393120"/>
                  <a:pt x="0" y="363785"/>
                  <a:pt x="0" y="327599"/>
                </a:cubicBezTo>
                <a:lnTo>
                  <a:pt x="0" y="65521"/>
                </a:lnTo>
                <a:close/>
              </a:path>
            </a:pathLst>
          </a:custGeom>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b="1" kern="1200">
                <a:latin typeface="Aptos Display" pitchFamily="34" charset="0"/>
                <a:ea typeface="Aptos Display" pitchFamily="34" charset="-122"/>
                <a:cs typeface="Aptos Display" pitchFamily="34" charset="-120"/>
              </a:rPr>
              <a:t>Case study</a:t>
            </a:r>
            <a:endParaRPr lang="en-GB" sz="1600" kern="1200" dirty="0"/>
          </a:p>
        </p:txBody>
      </p:sp>
      <p:sp>
        <p:nvSpPr>
          <p:cNvPr id="9" name="Freeform 8">
            <a:extLst>
              <a:ext uri="{FF2B5EF4-FFF2-40B4-BE49-F238E27FC236}">
                <a16:creationId xmlns:a16="http://schemas.microsoft.com/office/drawing/2014/main" id="{5FE0B83A-C33A-A901-6B5B-CF2D7B3A52A7}"/>
              </a:ext>
            </a:extLst>
          </p:cNvPr>
          <p:cNvSpPr/>
          <p:nvPr/>
        </p:nvSpPr>
        <p:spPr>
          <a:xfrm>
            <a:off x="660400" y="1640906"/>
            <a:ext cx="11099800" cy="380880"/>
          </a:xfrm>
          <a:custGeom>
            <a:avLst/>
            <a:gdLst>
              <a:gd name="csX0" fmla="*/ 0 w 11099800"/>
              <a:gd name="csY0" fmla="*/ 0 h 380880"/>
              <a:gd name="csX1" fmla="*/ 11099800 w 11099800"/>
              <a:gd name="csY1" fmla="*/ 0 h 380880"/>
              <a:gd name="csX2" fmla="*/ 11099800 w 11099800"/>
              <a:gd name="csY2" fmla="*/ 380880 h 380880"/>
              <a:gd name="csX3" fmla="*/ 0 w 11099800"/>
              <a:gd name="csY3" fmla="*/ 380880 h 380880"/>
              <a:gd name="csX4" fmla="*/ 0 w 11099800"/>
              <a:gd name="csY4" fmla="*/ 0 h 380880"/>
            </a:gdLst>
            <a:ahLst/>
            <a:cxnLst>
              <a:cxn ang="0">
                <a:pos x="csX0" y="csY0"/>
              </a:cxn>
              <a:cxn ang="0">
                <a:pos x="csX1" y="csY1"/>
              </a:cxn>
              <a:cxn ang="0">
                <a:pos x="csX2" y="csY2"/>
              </a:cxn>
              <a:cxn ang="0">
                <a:pos x="csX3" y="csY3"/>
              </a:cxn>
              <a:cxn ang="0">
                <a:pos x="csX4" y="csY4"/>
              </a:cxn>
            </a:cxnLst>
            <a:rect l="l" t="t" r="r" b="b"/>
            <a:pathLst>
              <a:path w="11099800" h="380880">
                <a:moveTo>
                  <a:pt x="0" y="0"/>
                </a:moveTo>
                <a:lnTo>
                  <a:pt x="11099800" y="0"/>
                </a:lnTo>
                <a:lnTo>
                  <a:pt x="11099800" y="380880"/>
                </a:lnTo>
                <a:lnTo>
                  <a:pt x="0" y="38088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2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ZA" sz="1200" kern="1200" dirty="0"/>
              <a:t>A researcher investigates how one university IT department introduced AI chatbots for student support and explores the rollout process, staff experiences, and student responses in depth.</a:t>
            </a:r>
            <a:endParaRPr lang="en-GB" sz="1200" kern="1200" dirty="0"/>
          </a:p>
        </p:txBody>
      </p:sp>
      <p:sp>
        <p:nvSpPr>
          <p:cNvPr id="10" name="Freeform 9">
            <a:extLst>
              <a:ext uri="{FF2B5EF4-FFF2-40B4-BE49-F238E27FC236}">
                <a16:creationId xmlns:a16="http://schemas.microsoft.com/office/drawing/2014/main" id="{937E6699-4463-6D8F-1735-06B06D4F19C0}"/>
              </a:ext>
            </a:extLst>
          </p:cNvPr>
          <p:cNvSpPr/>
          <p:nvPr/>
        </p:nvSpPr>
        <p:spPr>
          <a:xfrm>
            <a:off x="660400" y="2021786"/>
            <a:ext cx="11099800" cy="393120"/>
          </a:xfrm>
          <a:custGeom>
            <a:avLst/>
            <a:gdLst>
              <a:gd name="csX0" fmla="*/ 0 w 11099800"/>
              <a:gd name="csY0" fmla="*/ 65521 h 393120"/>
              <a:gd name="csX1" fmla="*/ 65521 w 11099800"/>
              <a:gd name="csY1" fmla="*/ 0 h 393120"/>
              <a:gd name="csX2" fmla="*/ 11034279 w 11099800"/>
              <a:gd name="csY2" fmla="*/ 0 h 393120"/>
              <a:gd name="csX3" fmla="*/ 11099800 w 11099800"/>
              <a:gd name="csY3" fmla="*/ 65521 h 393120"/>
              <a:gd name="csX4" fmla="*/ 11099800 w 11099800"/>
              <a:gd name="csY4" fmla="*/ 327599 h 393120"/>
              <a:gd name="csX5" fmla="*/ 11034279 w 11099800"/>
              <a:gd name="csY5" fmla="*/ 393120 h 393120"/>
              <a:gd name="csX6" fmla="*/ 65521 w 11099800"/>
              <a:gd name="csY6" fmla="*/ 393120 h 393120"/>
              <a:gd name="csX7" fmla="*/ 0 w 11099800"/>
              <a:gd name="csY7" fmla="*/ 327599 h 393120"/>
              <a:gd name="csX8" fmla="*/ 0 w 110998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99800" h="393120">
                <a:moveTo>
                  <a:pt x="0" y="65521"/>
                </a:moveTo>
                <a:cubicBezTo>
                  <a:pt x="0" y="29335"/>
                  <a:pt x="29335" y="0"/>
                  <a:pt x="65521" y="0"/>
                </a:cubicBezTo>
                <a:lnTo>
                  <a:pt x="11034279" y="0"/>
                </a:lnTo>
                <a:cubicBezTo>
                  <a:pt x="11070465" y="0"/>
                  <a:pt x="11099800" y="29335"/>
                  <a:pt x="11099800" y="65521"/>
                </a:cubicBezTo>
                <a:lnTo>
                  <a:pt x="11099800" y="327599"/>
                </a:lnTo>
                <a:cubicBezTo>
                  <a:pt x="11099800" y="363785"/>
                  <a:pt x="11070465" y="393120"/>
                  <a:pt x="11034279" y="393120"/>
                </a:cubicBezTo>
                <a:lnTo>
                  <a:pt x="65521" y="393120"/>
                </a:lnTo>
                <a:cubicBezTo>
                  <a:pt x="29335" y="393120"/>
                  <a:pt x="0" y="363785"/>
                  <a:pt x="0" y="327599"/>
                </a:cubicBezTo>
                <a:lnTo>
                  <a:pt x="0" y="65521"/>
                </a:lnTo>
                <a:close/>
              </a:path>
            </a:pathLst>
          </a:custGeom>
        </p:spPr>
        <p:style>
          <a:lnRef idx="2">
            <a:schemeClr val="lt1">
              <a:hueOff val="0"/>
              <a:satOff val="0"/>
              <a:lumOff val="0"/>
              <a:alphaOff val="0"/>
            </a:schemeClr>
          </a:lnRef>
          <a:fillRef idx="1">
            <a:schemeClr val="accent3">
              <a:shade val="80000"/>
              <a:hueOff val="0"/>
              <a:satOff val="0"/>
              <a:lumOff val="3182"/>
              <a:alphaOff val="0"/>
            </a:schemeClr>
          </a:fillRef>
          <a:effectRef idx="0">
            <a:schemeClr val="accent3">
              <a:shade val="80000"/>
              <a:hueOff val="0"/>
              <a:satOff val="0"/>
              <a:lumOff val="3182"/>
              <a:alphaOff val="0"/>
            </a:schemeClr>
          </a:effectRef>
          <a:fontRef idx="minor">
            <a:schemeClr val="lt1"/>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b="1" kern="1200">
                <a:latin typeface="Aptos Display" pitchFamily="34" charset="0"/>
                <a:ea typeface="Aptos Display" pitchFamily="34" charset="-122"/>
                <a:cs typeface="Aptos Display" pitchFamily="34" charset="-120"/>
              </a:rPr>
              <a:t>Oral history</a:t>
            </a:r>
            <a:endParaRPr lang="en-GB" sz="1600" kern="1200" dirty="0"/>
          </a:p>
        </p:txBody>
      </p:sp>
      <p:sp>
        <p:nvSpPr>
          <p:cNvPr id="11" name="Freeform 10">
            <a:extLst>
              <a:ext uri="{FF2B5EF4-FFF2-40B4-BE49-F238E27FC236}">
                <a16:creationId xmlns:a16="http://schemas.microsoft.com/office/drawing/2014/main" id="{C98A6BC9-E09D-85C8-8ACB-26AFFF2B2343}"/>
              </a:ext>
            </a:extLst>
          </p:cNvPr>
          <p:cNvSpPr/>
          <p:nvPr/>
        </p:nvSpPr>
        <p:spPr>
          <a:xfrm>
            <a:off x="660400" y="2414906"/>
            <a:ext cx="11099800" cy="264960"/>
          </a:xfrm>
          <a:custGeom>
            <a:avLst/>
            <a:gdLst>
              <a:gd name="csX0" fmla="*/ 0 w 11099800"/>
              <a:gd name="csY0" fmla="*/ 0 h 264960"/>
              <a:gd name="csX1" fmla="*/ 11099800 w 11099800"/>
              <a:gd name="csY1" fmla="*/ 0 h 264960"/>
              <a:gd name="csX2" fmla="*/ 11099800 w 11099800"/>
              <a:gd name="csY2" fmla="*/ 264960 h 264960"/>
              <a:gd name="csX3" fmla="*/ 0 w 11099800"/>
              <a:gd name="csY3" fmla="*/ 264960 h 264960"/>
              <a:gd name="csX4" fmla="*/ 0 w 11099800"/>
              <a:gd name="csY4" fmla="*/ 0 h 264960"/>
            </a:gdLst>
            <a:ahLst/>
            <a:cxnLst>
              <a:cxn ang="0">
                <a:pos x="csX0" y="csY0"/>
              </a:cxn>
              <a:cxn ang="0">
                <a:pos x="csX1" y="csY1"/>
              </a:cxn>
              <a:cxn ang="0">
                <a:pos x="csX2" y="csY2"/>
              </a:cxn>
              <a:cxn ang="0">
                <a:pos x="csX3" y="csY3"/>
              </a:cxn>
              <a:cxn ang="0">
                <a:pos x="csX4" y="csY4"/>
              </a:cxn>
            </a:cxnLst>
            <a:rect l="l" t="t" r="r" b="b"/>
            <a:pathLst>
              <a:path w="11099800" h="264960">
                <a:moveTo>
                  <a:pt x="0" y="0"/>
                </a:moveTo>
                <a:lnTo>
                  <a:pt x="11099800" y="0"/>
                </a:lnTo>
                <a:lnTo>
                  <a:pt x="11099800" y="264960"/>
                </a:lnTo>
                <a:lnTo>
                  <a:pt x="0" y="26496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2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ZA" sz="1200" kern="1200" dirty="0"/>
              <a:t>A researcher interviews retired ICT professionals to document how banking systems changed from paper-based processes to digital platforms over time.</a:t>
            </a:r>
            <a:endParaRPr lang="en-GB" sz="1200" kern="1200" dirty="0"/>
          </a:p>
        </p:txBody>
      </p:sp>
      <p:sp>
        <p:nvSpPr>
          <p:cNvPr id="12" name="Freeform 11">
            <a:extLst>
              <a:ext uri="{FF2B5EF4-FFF2-40B4-BE49-F238E27FC236}">
                <a16:creationId xmlns:a16="http://schemas.microsoft.com/office/drawing/2014/main" id="{D9670C46-064C-DFCE-3C80-7DBD865CE6F3}"/>
              </a:ext>
            </a:extLst>
          </p:cNvPr>
          <p:cNvSpPr/>
          <p:nvPr/>
        </p:nvSpPr>
        <p:spPr>
          <a:xfrm>
            <a:off x="660400" y="2679866"/>
            <a:ext cx="11099800" cy="393120"/>
          </a:xfrm>
          <a:custGeom>
            <a:avLst/>
            <a:gdLst>
              <a:gd name="csX0" fmla="*/ 0 w 11099800"/>
              <a:gd name="csY0" fmla="*/ 65521 h 393120"/>
              <a:gd name="csX1" fmla="*/ 65521 w 11099800"/>
              <a:gd name="csY1" fmla="*/ 0 h 393120"/>
              <a:gd name="csX2" fmla="*/ 11034279 w 11099800"/>
              <a:gd name="csY2" fmla="*/ 0 h 393120"/>
              <a:gd name="csX3" fmla="*/ 11099800 w 11099800"/>
              <a:gd name="csY3" fmla="*/ 65521 h 393120"/>
              <a:gd name="csX4" fmla="*/ 11099800 w 11099800"/>
              <a:gd name="csY4" fmla="*/ 327599 h 393120"/>
              <a:gd name="csX5" fmla="*/ 11034279 w 11099800"/>
              <a:gd name="csY5" fmla="*/ 393120 h 393120"/>
              <a:gd name="csX6" fmla="*/ 65521 w 11099800"/>
              <a:gd name="csY6" fmla="*/ 393120 h 393120"/>
              <a:gd name="csX7" fmla="*/ 0 w 11099800"/>
              <a:gd name="csY7" fmla="*/ 327599 h 393120"/>
              <a:gd name="csX8" fmla="*/ 0 w 110998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99800" h="393120">
                <a:moveTo>
                  <a:pt x="0" y="65521"/>
                </a:moveTo>
                <a:cubicBezTo>
                  <a:pt x="0" y="29335"/>
                  <a:pt x="29335" y="0"/>
                  <a:pt x="65521" y="0"/>
                </a:cubicBezTo>
                <a:lnTo>
                  <a:pt x="11034279" y="0"/>
                </a:lnTo>
                <a:cubicBezTo>
                  <a:pt x="11070465" y="0"/>
                  <a:pt x="11099800" y="29335"/>
                  <a:pt x="11099800" y="65521"/>
                </a:cubicBezTo>
                <a:lnTo>
                  <a:pt x="11099800" y="327599"/>
                </a:lnTo>
                <a:cubicBezTo>
                  <a:pt x="11099800" y="363785"/>
                  <a:pt x="11070465" y="393120"/>
                  <a:pt x="11034279" y="393120"/>
                </a:cubicBezTo>
                <a:lnTo>
                  <a:pt x="65521" y="393120"/>
                </a:lnTo>
                <a:cubicBezTo>
                  <a:pt x="29335" y="393120"/>
                  <a:pt x="0" y="363785"/>
                  <a:pt x="0" y="327599"/>
                </a:cubicBezTo>
                <a:lnTo>
                  <a:pt x="0" y="65521"/>
                </a:lnTo>
                <a:close/>
              </a:path>
            </a:pathLst>
          </a:custGeom>
        </p:spPr>
        <p:style>
          <a:lnRef idx="2">
            <a:schemeClr val="lt1">
              <a:hueOff val="0"/>
              <a:satOff val="0"/>
              <a:lumOff val="0"/>
              <a:alphaOff val="0"/>
            </a:schemeClr>
          </a:lnRef>
          <a:fillRef idx="1">
            <a:schemeClr val="accent3">
              <a:shade val="80000"/>
              <a:hueOff val="0"/>
              <a:satOff val="0"/>
              <a:lumOff val="6364"/>
              <a:alphaOff val="0"/>
            </a:schemeClr>
          </a:fillRef>
          <a:effectRef idx="0">
            <a:schemeClr val="accent3">
              <a:shade val="80000"/>
              <a:hueOff val="0"/>
              <a:satOff val="0"/>
              <a:lumOff val="6364"/>
              <a:alphaOff val="0"/>
            </a:schemeClr>
          </a:effectRef>
          <a:fontRef idx="minor">
            <a:schemeClr val="lt1"/>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Aptos Display" pitchFamily="34" charset="0"/>
                <a:ea typeface="Aptos Display" pitchFamily="34" charset="-122"/>
                <a:cs typeface="Aptos Display" pitchFamily="34" charset="-120"/>
              </a:rPr>
              <a:t>Focus groups and group interviews</a:t>
            </a:r>
            <a:endParaRPr lang="en-GB" sz="1600" kern="1200" dirty="0"/>
          </a:p>
        </p:txBody>
      </p:sp>
      <p:sp>
        <p:nvSpPr>
          <p:cNvPr id="13" name="Freeform 12">
            <a:extLst>
              <a:ext uri="{FF2B5EF4-FFF2-40B4-BE49-F238E27FC236}">
                <a16:creationId xmlns:a16="http://schemas.microsoft.com/office/drawing/2014/main" id="{88EF0436-CE8D-C5F7-5985-C0AD6C542024}"/>
              </a:ext>
            </a:extLst>
          </p:cNvPr>
          <p:cNvSpPr/>
          <p:nvPr/>
        </p:nvSpPr>
        <p:spPr>
          <a:xfrm>
            <a:off x="660400" y="3072986"/>
            <a:ext cx="11099800" cy="264960"/>
          </a:xfrm>
          <a:custGeom>
            <a:avLst/>
            <a:gdLst>
              <a:gd name="csX0" fmla="*/ 0 w 11099800"/>
              <a:gd name="csY0" fmla="*/ 0 h 264960"/>
              <a:gd name="csX1" fmla="*/ 11099800 w 11099800"/>
              <a:gd name="csY1" fmla="*/ 0 h 264960"/>
              <a:gd name="csX2" fmla="*/ 11099800 w 11099800"/>
              <a:gd name="csY2" fmla="*/ 264960 h 264960"/>
              <a:gd name="csX3" fmla="*/ 0 w 11099800"/>
              <a:gd name="csY3" fmla="*/ 264960 h 264960"/>
              <a:gd name="csX4" fmla="*/ 0 w 11099800"/>
              <a:gd name="csY4" fmla="*/ 0 h 264960"/>
            </a:gdLst>
            <a:ahLst/>
            <a:cxnLst>
              <a:cxn ang="0">
                <a:pos x="csX0" y="csY0"/>
              </a:cxn>
              <a:cxn ang="0">
                <a:pos x="csX1" y="csY1"/>
              </a:cxn>
              <a:cxn ang="0">
                <a:pos x="csX2" y="csY2"/>
              </a:cxn>
              <a:cxn ang="0">
                <a:pos x="csX3" y="csY3"/>
              </a:cxn>
              <a:cxn ang="0">
                <a:pos x="csX4" y="csY4"/>
              </a:cxn>
            </a:cxnLst>
            <a:rect l="l" t="t" r="r" b="b"/>
            <a:pathLst>
              <a:path w="11099800" h="264960">
                <a:moveTo>
                  <a:pt x="0" y="0"/>
                </a:moveTo>
                <a:lnTo>
                  <a:pt x="11099800" y="0"/>
                </a:lnTo>
                <a:lnTo>
                  <a:pt x="11099800" y="264960"/>
                </a:lnTo>
                <a:lnTo>
                  <a:pt x="0" y="26496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2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ZA" sz="1200" kern="1200" dirty="0"/>
              <a:t>A researcher holds focus groups with computer science students to discuss their experiences of using AI coding tools for assignments.</a:t>
            </a:r>
            <a:endParaRPr lang="en-GB" sz="1200" kern="1200" dirty="0"/>
          </a:p>
        </p:txBody>
      </p:sp>
      <p:sp>
        <p:nvSpPr>
          <p:cNvPr id="14" name="Freeform 13">
            <a:extLst>
              <a:ext uri="{FF2B5EF4-FFF2-40B4-BE49-F238E27FC236}">
                <a16:creationId xmlns:a16="http://schemas.microsoft.com/office/drawing/2014/main" id="{AAD9CBF1-D8BD-07FD-E24A-5FAC69311CFD}"/>
              </a:ext>
            </a:extLst>
          </p:cNvPr>
          <p:cNvSpPr/>
          <p:nvPr/>
        </p:nvSpPr>
        <p:spPr>
          <a:xfrm>
            <a:off x="660400" y="3337946"/>
            <a:ext cx="11099800" cy="393120"/>
          </a:xfrm>
          <a:custGeom>
            <a:avLst/>
            <a:gdLst>
              <a:gd name="csX0" fmla="*/ 0 w 11099800"/>
              <a:gd name="csY0" fmla="*/ 65521 h 393120"/>
              <a:gd name="csX1" fmla="*/ 65521 w 11099800"/>
              <a:gd name="csY1" fmla="*/ 0 h 393120"/>
              <a:gd name="csX2" fmla="*/ 11034279 w 11099800"/>
              <a:gd name="csY2" fmla="*/ 0 h 393120"/>
              <a:gd name="csX3" fmla="*/ 11099800 w 11099800"/>
              <a:gd name="csY3" fmla="*/ 65521 h 393120"/>
              <a:gd name="csX4" fmla="*/ 11099800 w 11099800"/>
              <a:gd name="csY4" fmla="*/ 327599 h 393120"/>
              <a:gd name="csX5" fmla="*/ 11034279 w 11099800"/>
              <a:gd name="csY5" fmla="*/ 393120 h 393120"/>
              <a:gd name="csX6" fmla="*/ 65521 w 11099800"/>
              <a:gd name="csY6" fmla="*/ 393120 h 393120"/>
              <a:gd name="csX7" fmla="*/ 0 w 11099800"/>
              <a:gd name="csY7" fmla="*/ 327599 h 393120"/>
              <a:gd name="csX8" fmla="*/ 0 w 110998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99800" h="393120">
                <a:moveTo>
                  <a:pt x="0" y="65521"/>
                </a:moveTo>
                <a:cubicBezTo>
                  <a:pt x="0" y="29335"/>
                  <a:pt x="29335" y="0"/>
                  <a:pt x="65521" y="0"/>
                </a:cubicBezTo>
                <a:lnTo>
                  <a:pt x="11034279" y="0"/>
                </a:lnTo>
                <a:cubicBezTo>
                  <a:pt x="11070465" y="0"/>
                  <a:pt x="11099800" y="29335"/>
                  <a:pt x="11099800" y="65521"/>
                </a:cubicBezTo>
                <a:lnTo>
                  <a:pt x="11099800" y="327599"/>
                </a:lnTo>
                <a:cubicBezTo>
                  <a:pt x="11099800" y="363785"/>
                  <a:pt x="11070465" y="393120"/>
                  <a:pt x="11034279" y="393120"/>
                </a:cubicBezTo>
                <a:lnTo>
                  <a:pt x="65521" y="393120"/>
                </a:lnTo>
                <a:cubicBezTo>
                  <a:pt x="29335" y="393120"/>
                  <a:pt x="0" y="363785"/>
                  <a:pt x="0" y="327599"/>
                </a:cubicBezTo>
                <a:lnTo>
                  <a:pt x="0" y="65521"/>
                </a:lnTo>
                <a:close/>
              </a:path>
            </a:pathLst>
          </a:custGeom>
        </p:spPr>
        <p:style>
          <a:lnRef idx="2">
            <a:schemeClr val="lt1">
              <a:hueOff val="0"/>
              <a:satOff val="0"/>
              <a:lumOff val="0"/>
              <a:alphaOff val="0"/>
            </a:schemeClr>
          </a:lnRef>
          <a:fillRef idx="1">
            <a:schemeClr val="accent3">
              <a:shade val="80000"/>
              <a:hueOff val="0"/>
              <a:satOff val="0"/>
              <a:lumOff val="9546"/>
              <a:alphaOff val="0"/>
            </a:schemeClr>
          </a:fillRef>
          <a:effectRef idx="0">
            <a:schemeClr val="accent3">
              <a:shade val="80000"/>
              <a:hueOff val="0"/>
              <a:satOff val="0"/>
              <a:lumOff val="9546"/>
              <a:alphaOff val="0"/>
            </a:schemeClr>
          </a:effectRef>
          <a:fontRef idx="minor">
            <a:schemeClr val="lt1"/>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Aptos Display" pitchFamily="34" charset="0"/>
                <a:ea typeface="Aptos Display" pitchFamily="34" charset="-122"/>
                <a:cs typeface="Aptos Display" pitchFamily="34" charset="-120"/>
              </a:rPr>
              <a:t>Participant observation</a:t>
            </a:r>
            <a:endParaRPr lang="en-GB" sz="1600" kern="1200" dirty="0"/>
          </a:p>
        </p:txBody>
      </p:sp>
      <p:sp>
        <p:nvSpPr>
          <p:cNvPr id="15" name="Freeform 14">
            <a:extLst>
              <a:ext uri="{FF2B5EF4-FFF2-40B4-BE49-F238E27FC236}">
                <a16:creationId xmlns:a16="http://schemas.microsoft.com/office/drawing/2014/main" id="{B43FA6A7-2256-37D1-C03F-2A360B78BEC2}"/>
              </a:ext>
            </a:extLst>
          </p:cNvPr>
          <p:cNvSpPr/>
          <p:nvPr/>
        </p:nvSpPr>
        <p:spPr>
          <a:xfrm>
            <a:off x="660400" y="3731066"/>
            <a:ext cx="11099800" cy="380880"/>
          </a:xfrm>
          <a:custGeom>
            <a:avLst/>
            <a:gdLst>
              <a:gd name="csX0" fmla="*/ 0 w 11099800"/>
              <a:gd name="csY0" fmla="*/ 0 h 380880"/>
              <a:gd name="csX1" fmla="*/ 11099800 w 11099800"/>
              <a:gd name="csY1" fmla="*/ 0 h 380880"/>
              <a:gd name="csX2" fmla="*/ 11099800 w 11099800"/>
              <a:gd name="csY2" fmla="*/ 380880 h 380880"/>
              <a:gd name="csX3" fmla="*/ 0 w 11099800"/>
              <a:gd name="csY3" fmla="*/ 380880 h 380880"/>
              <a:gd name="csX4" fmla="*/ 0 w 11099800"/>
              <a:gd name="csY4" fmla="*/ 0 h 380880"/>
            </a:gdLst>
            <a:ahLst/>
            <a:cxnLst>
              <a:cxn ang="0">
                <a:pos x="csX0" y="csY0"/>
              </a:cxn>
              <a:cxn ang="0">
                <a:pos x="csX1" y="csY1"/>
              </a:cxn>
              <a:cxn ang="0">
                <a:pos x="csX2" y="csY2"/>
              </a:cxn>
              <a:cxn ang="0">
                <a:pos x="csX3" y="csY3"/>
              </a:cxn>
              <a:cxn ang="0">
                <a:pos x="csX4" y="csY4"/>
              </a:cxn>
            </a:cxnLst>
            <a:rect l="l" t="t" r="r" b="b"/>
            <a:pathLst>
              <a:path w="11099800" h="380880">
                <a:moveTo>
                  <a:pt x="0" y="0"/>
                </a:moveTo>
                <a:lnTo>
                  <a:pt x="11099800" y="0"/>
                </a:lnTo>
                <a:lnTo>
                  <a:pt x="11099800" y="380880"/>
                </a:lnTo>
                <a:lnTo>
                  <a:pt x="0" y="38088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2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ZA" sz="1200" kern="1200" dirty="0"/>
              <a:t>A researcher spends time with a software development team, observing daily stand-ups, coding practices, and code reviews to understand how collaboration happens in practice.</a:t>
            </a:r>
            <a:endParaRPr lang="en-GB" sz="1200" kern="1200" dirty="0"/>
          </a:p>
        </p:txBody>
      </p:sp>
      <p:sp>
        <p:nvSpPr>
          <p:cNvPr id="16" name="Freeform 15">
            <a:extLst>
              <a:ext uri="{FF2B5EF4-FFF2-40B4-BE49-F238E27FC236}">
                <a16:creationId xmlns:a16="http://schemas.microsoft.com/office/drawing/2014/main" id="{AFAE3C20-F27D-CA8A-2710-DC4CFB9A7FF8}"/>
              </a:ext>
            </a:extLst>
          </p:cNvPr>
          <p:cNvSpPr/>
          <p:nvPr/>
        </p:nvSpPr>
        <p:spPr>
          <a:xfrm>
            <a:off x="660400" y="4111946"/>
            <a:ext cx="11099800" cy="393120"/>
          </a:xfrm>
          <a:custGeom>
            <a:avLst/>
            <a:gdLst>
              <a:gd name="csX0" fmla="*/ 0 w 11099800"/>
              <a:gd name="csY0" fmla="*/ 65521 h 393120"/>
              <a:gd name="csX1" fmla="*/ 65521 w 11099800"/>
              <a:gd name="csY1" fmla="*/ 0 h 393120"/>
              <a:gd name="csX2" fmla="*/ 11034279 w 11099800"/>
              <a:gd name="csY2" fmla="*/ 0 h 393120"/>
              <a:gd name="csX3" fmla="*/ 11099800 w 11099800"/>
              <a:gd name="csY3" fmla="*/ 65521 h 393120"/>
              <a:gd name="csX4" fmla="*/ 11099800 w 11099800"/>
              <a:gd name="csY4" fmla="*/ 327599 h 393120"/>
              <a:gd name="csX5" fmla="*/ 11034279 w 11099800"/>
              <a:gd name="csY5" fmla="*/ 393120 h 393120"/>
              <a:gd name="csX6" fmla="*/ 65521 w 11099800"/>
              <a:gd name="csY6" fmla="*/ 393120 h 393120"/>
              <a:gd name="csX7" fmla="*/ 0 w 11099800"/>
              <a:gd name="csY7" fmla="*/ 327599 h 393120"/>
              <a:gd name="csX8" fmla="*/ 0 w 110998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99800" h="393120">
                <a:moveTo>
                  <a:pt x="0" y="65521"/>
                </a:moveTo>
                <a:cubicBezTo>
                  <a:pt x="0" y="29335"/>
                  <a:pt x="29335" y="0"/>
                  <a:pt x="65521" y="0"/>
                </a:cubicBezTo>
                <a:lnTo>
                  <a:pt x="11034279" y="0"/>
                </a:lnTo>
                <a:cubicBezTo>
                  <a:pt x="11070465" y="0"/>
                  <a:pt x="11099800" y="29335"/>
                  <a:pt x="11099800" y="65521"/>
                </a:cubicBezTo>
                <a:lnTo>
                  <a:pt x="11099800" y="327599"/>
                </a:lnTo>
                <a:cubicBezTo>
                  <a:pt x="11099800" y="363785"/>
                  <a:pt x="11070465" y="393120"/>
                  <a:pt x="11034279" y="393120"/>
                </a:cubicBezTo>
                <a:lnTo>
                  <a:pt x="65521" y="393120"/>
                </a:lnTo>
                <a:cubicBezTo>
                  <a:pt x="29335" y="393120"/>
                  <a:pt x="0" y="363785"/>
                  <a:pt x="0" y="327599"/>
                </a:cubicBezTo>
                <a:lnTo>
                  <a:pt x="0" y="65521"/>
                </a:lnTo>
                <a:close/>
              </a:path>
            </a:pathLst>
          </a:custGeom>
        </p:spPr>
        <p:style>
          <a:lnRef idx="2">
            <a:schemeClr val="lt1">
              <a:hueOff val="0"/>
              <a:satOff val="0"/>
              <a:lumOff val="0"/>
              <a:alphaOff val="0"/>
            </a:schemeClr>
          </a:lnRef>
          <a:fillRef idx="1">
            <a:schemeClr val="accent3">
              <a:shade val="80000"/>
              <a:hueOff val="0"/>
              <a:satOff val="0"/>
              <a:lumOff val="12728"/>
              <a:alphaOff val="0"/>
            </a:schemeClr>
          </a:fillRef>
          <a:effectRef idx="0">
            <a:schemeClr val="accent3">
              <a:shade val="80000"/>
              <a:hueOff val="0"/>
              <a:satOff val="0"/>
              <a:lumOff val="12728"/>
              <a:alphaOff val="0"/>
            </a:schemeClr>
          </a:effectRef>
          <a:fontRef idx="minor">
            <a:schemeClr val="lt1"/>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Aptos Display" pitchFamily="34" charset="0"/>
                <a:ea typeface="Aptos Display" pitchFamily="34" charset="-122"/>
                <a:cs typeface="Aptos Display" pitchFamily="34" charset="-120"/>
              </a:rPr>
              <a:t>Holistic research</a:t>
            </a:r>
            <a:endParaRPr lang="en-GB" sz="1600" kern="1200" dirty="0"/>
          </a:p>
        </p:txBody>
      </p:sp>
      <p:sp>
        <p:nvSpPr>
          <p:cNvPr id="17" name="Freeform 16">
            <a:extLst>
              <a:ext uri="{FF2B5EF4-FFF2-40B4-BE49-F238E27FC236}">
                <a16:creationId xmlns:a16="http://schemas.microsoft.com/office/drawing/2014/main" id="{921DCD64-4682-13B2-690E-0CE90F9EA36D}"/>
              </a:ext>
            </a:extLst>
          </p:cNvPr>
          <p:cNvSpPr/>
          <p:nvPr/>
        </p:nvSpPr>
        <p:spPr>
          <a:xfrm>
            <a:off x="660400" y="4505066"/>
            <a:ext cx="11099800" cy="380880"/>
          </a:xfrm>
          <a:custGeom>
            <a:avLst/>
            <a:gdLst>
              <a:gd name="csX0" fmla="*/ 0 w 11099800"/>
              <a:gd name="csY0" fmla="*/ 0 h 380880"/>
              <a:gd name="csX1" fmla="*/ 11099800 w 11099800"/>
              <a:gd name="csY1" fmla="*/ 0 h 380880"/>
              <a:gd name="csX2" fmla="*/ 11099800 w 11099800"/>
              <a:gd name="csY2" fmla="*/ 380880 h 380880"/>
              <a:gd name="csX3" fmla="*/ 0 w 11099800"/>
              <a:gd name="csY3" fmla="*/ 380880 h 380880"/>
              <a:gd name="csX4" fmla="*/ 0 w 11099800"/>
              <a:gd name="csY4" fmla="*/ 0 h 380880"/>
            </a:gdLst>
            <a:ahLst/>
            <a:cxnLst>
              <a:cxn ang="0">
                <a:pos x="csX0" y="csY0"/>
              </a:cxn>
              <a:cxn ang="0">
                <a:pos x="csX1" y="csY1"/>
              </a:cxn>
              <a:cxn ang="0">
                <a:pos x="csX2" y="csY2"/>
              </a:cxn>
              <a:cxn ang="0">
                <a:pos x="csX3" y="csY3"/>
              </a:cxn>
              <a:cxn ang="0">
                <a:pos x="csX4" y="csY4"/>
              </a:cxn>
            </a:cxnLst>
            <a:rect l="l" t="t" r="r" b="b"/>
            <a:pathLst>
              <a:path w="11099800" h="380880">
                <a:moveTo>
                  <a:pt x="0" y="0"/>
                </a:moveTo>
                <a:lnTo>
                  <a:pt x="11099800" y="0"/>
                </a:lnTo>
                <a:lnTo>
                  <a:pt x="11099800" y="380880"/>
                </a:lnTo>
                <a:lnTo>
                  <a:pt x="0" y="38088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2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ZA" sz="1200" kern="1200" dirty="0"/>
              <a:t>A researcher studies the implementation of an e-learning platform by looking at the technology, student experiences, lecturer practices, support systems, and institutional policies together.</a:t>
            </a:r>
            <a:endParaRPr lang="en-GB" sz="1200" kern="1200" dirty="0"/>
          </a:p>
        </p:txBody>
      </p:sp>
      <p:sp>
        <p:nvSpPr>
          <p:cNvPr id="18" name="Freeform 17">
            <a:extLst>
              <a:ext uri="{FF2B5EF4-FFF2-40B4-BE49-F238E27FC236}">
                <a16:creationId xmlns:a16="http://schemas.microsoft.com/office/drawing/2014/main" id="{8A495F05-E940-6D83-FBAE-033BD71D2B7C}"/>
              </a:ext>
            </a:extLst>
          </p:cNvPr>
          <p:cNvSpPr/>
          <p:nvPr/>
        </p:nvSpPr>
        <p:spPr>
          <a:xfrm>
            <a:off x="660400" y="4885946"/>
            <a:ext cx="11099800" cy="393120"/>
          </a:xfrm>
          <a:custGeom>
            <a:avLst/>
            <a:gdLst>
              <a:gd name="csX0" fmla="*/ 0 w 11099800"/>
              <a:gd name="csY0" fmla="*/ 65521 h 393120"/>
              <a:gd name="csX1" fmla="*/ 65521 w 11099800"/>
              <a:gd name="csY1" fmla="*/ 0 h 393120"/>
              <a:gd name="csX2" fmla="*/ 11034279 w 11099800"/>
              <a:gd name="csY2" fmla="*/ 0 h 393120"/>
              <a:gd name="csX3" fmla="*/ 11099800 w 11099800"/>
              <a:gd name="csY3" fmla="*/ 65521 h 393120"/>
              <a:gd name="csX4" fmla="*/ 11099800 w 11099800"/>
              <a:gd name="csY4" fmla="*/ 327599 h 393120"/>
              <a:gd name="csX5" fmla="*/ 11034279 w 11099800"/>
              <a:gd name="csY5" fmla="*/ 393120 h 393120"/>
              <a:gd name="csX6" fmla="*/ 65521 w 11099800"/>
              <a:gd name="csY6" fmla="*/ 393120 h 393120"/>
              <a:gd name="csX7" fmla="*/ 0 w 11099800"/>
              <a:gd name="csY7" fmla="*/ 327599 h 393120"/>
              <a:gd name="csX8" fmla="*/ 0 w 110998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99800" h="393120">
                <a:moveTo>
                  <a:pt x="0" y="65521"/>
                </a:moveTo>
                <a:cubicBezTo>
                  <a:pt x="0" y="29335"/>
                  <a:pt x="29335" y="0"/>
                  <a:pt x="65521" y="0"/>
                </a:cubicBezTo>
                <a:lnTo>
                  <a:pt x="11034279" y="0"/>
                </a:lnTo>
                <a:cubicBezTo>
                  <a:pt x="11070465" y="0"/>
                  <a:pt x="11099800" y="29335"/>
                  <a:pt x="11099800" y="65521"/>
                </a:cubicBezTo>
                <a:lnTo>
                  <a:pt x="11099800" y="327599"/>
                </a:lnTo>
                <a:cubicBezTo>
                  <a:pt x="11099800" y="363785"/>
                  <a:pt x="11070465" y="393120"/>
                  <a:pt x="11034279" y="393120"/>
                </a:cubicBezTo>
                <a:lnTo>
                  <a:pt x="65521" y="393120"/>
                </a:lnTo>
                <a:cubicBezTo>
                  <a:pt x="29335" y="393120"/>
                  <a:pt x="0" y="363785"/>
                  <a:pt x="0" y="327599"/>
                </a:cubicBezTo>
                <a:lnTo>
                  <a:pt x="0" y="65521"/>
                </a:lnTo>
                <a:close/>
              </a:path>
            </a:pathLst>
          </a:custGeom>
        </p:spPr>
        <p:style>
          <a:lnRef idx="2">
            <a:schemeClr val="lt1">
              <a:hueOff val="0"/>
              <a:satOff val="0"/>
              <a:lumOff val="0"/>
              <a:alphaOff val="0"/>
            </a:schemeClr>
          </a:lnRef>
          <a:fillRef idx="1">
            <a:schemeClr val="accent3">
              <a:shade val="80000"/>
              <a:hueOff val="0"/>
              <a:satOff val="0"/>
              <a:lumOff val="15910"/>
              <a:alphaOff val="0"/>
            </a:schemeClr>
          </a:fillRef>
          <a:effectRef idx="0">
            <a:schemeClr val="accent3">
              <a:shade val="80000"/>
              <a:hueOff val="0"/>
              <a:satOff val="0"/>
              <a:lumOff val="15910"/>
              <a:alphaOff val="0"/>
            </a:schemeClr>
          </a:effectRef>
          <a:fontRef idx="minor">
            <a:schemeClr val="lt1"/>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Aptos Display" pitchFamily="34" charset="0"/>
                <a:ea typeface="Aptos Display" pitchFamily="34" charset="-122"/>
                <a:cs typeface="Aptos Display" pitchFamily="34" charset="-120"/>
              </a:rPr>
              <a:t>Community discussion forums</a:t>
            </a:r>
            <a:endParaRPr lang="en-GB" sz="1600" kern="1200" dirty="0"/>
          </a:p>
        </p:txBody>
      </p:sp>
      <p:sp>
        <p:nvSpPr>
          <p:cNvPr id="19" name="Freeform 18">
            <a:extLst>
              <a:ext uri="{FF2B5EF4-FFF2-40B4-BE49-F238E27FC236}">
                <a16:creationId xmlns:a16="http://schemas.microsoft.com/office/drawing/2014/main" id="{DF566409-66D8-CA4C-2FBF-93680447CD7A}"/>
              </a:ext>
            </a:extLst>
          </p:cNvPr>
          <p:cNvSpPr/>
          <p:nvPr/>
        </p:nvSpPr>
        <p:spPr>
          <a:xfrm>
            <a:off x="660400" y="5279066"/>
            <a:ext cx="11099800" cy="264960"/>
          </a:xfrm>
          <a:custGeom>
            <a:avLst/>
            <a:gdLst>
              <a:gd name="csX0" fmla="*/ 0 w 11099800"/>
              <a:gd name="csY0" fmla="*/ 0 h 264960"/>
              <a:gd name="csX1" fmla="*/ 11099800 w 11099800"/>
              <a:gd name="csY1" fmla="*/ 0 h 264960"/>
              <a:gd name="csX2" fmla="*/ 11099800 w 11099800"/>
              <a:gd name="csY2" fmla="*/ 264960 h 264960"/>
              <a:gd name="csX3" fmla="*/ 0 w 11099800"/>
              <a:gd name="csY3" fmla="*/ 264960 h 264960"/>
              <a:gd name="csX4" fmla="*/ 0 w 11099800"/>
              <a:gd name="csY4" fmla="*/ 0 h 264960"/>
            </a:gdLst>
            <a:ahLst/>
            <a:cxnLst>
              <a:cxn ang="0">
                <a:pos x="csX0" y="csY0"/>
              </a:cxn>
              <a:cxn ang="0">
                <a:pos x="csX1" y="csY1"/>
              </a:cxn>
              <a:cxn ang="0">
                <a:pos x="csX2" y="csY2"/>
              </a:cxn>
              <a:cxn ang="0">
                <a:pos x="csX3" y="csY3"/>
              </a:cxn>
              <a:cxn ang="0">
                <a:pos x="csX4" y="csY4"/>
              </a:cxn>
            </a:cxnLst>
            <a:rect l="l" t="t" r="r" b="b"/>
            <a:pathLst>
              <a:path w="11099800" h="264960">
                <a:moveTo>
                  <a:pt x="0" y="0"/>
                </a:moveTo>
                <a:lnTo>
                  <a:pt x="11099800" y="0"/>
                </a:lnTo>
                <a:lnTo>
                  <a:pt x="11099800" y="264960"/>
                </a:lnTo>
                <a:lnTo>
                  <a:pt x="0" y="26496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2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ZA" sz="1200" kern="1200" dirty="0"/>
              <a:t>A municipality hosts an open community forum where residents discuss challenges with access to online government services, digital literacy, and connectivity.</a:t>
            </a:r>
            <a:endParaRPr lang="en-GB" sz="1200" kern="1200" dirty="0"/>
          </a:p>
        </p:txBody>
      </p:sp>
      <p:sp>
        <p:nvSpPr>
          <p:cNvPr id="20" name="Freeform 19">
            <a:extLst>
              <a:ext uri="{FF2B5EF4-FFF2-40B4-BE49-F238E27FC236}">
                <a16:creationId xmlns:a16="http://schemas.microsoft.com/office/drawing/2014/main" id="{4D336F82-C3A4-AD38-98F4-0B75F451C614}"/>
              </a:ext>
            </a:extLst>
          </p:cNvPr>
          <p:cNvSpPr/>
          <p:nvPr/>
        </p:nvSpPr>
        <p:spPr>
          <a:xfrm>
            <a:off x="660400" y="5544026"/>
            <a:ext cx="11099800" cy="393120"/>
          </a:xfrm>
          <a:custGeom>
            <a:avLst/>
            <a:gdLst>
              <a:gd name="csX0" fmla="*/ 0 w 11099800"/>
              <a:gd name="csY0" fmla="*/ 65521 h 393120"/>
              <a:gd name="csX1" fmla="*/ 65521 w 11099800"/>
              <a:gd name="csY1" fmla="*/ 0 h 393120"/>
              <a:gd name="csX2" fmla="*/ 11034279 w 11099800"/>
              <a:gd name="csY2" fmla="*/ 0 h 393120"/>
              <a:gd name="csX3" fmla="*/ 11099800 w 11099800"/>
              <a:gd name="csY3" fmla="*/ 65521 h 393120"/>
              <a:gd name="csX4" fmla="*/ 11099800 w 11099800"/>
              <a:gd name="csY4" fmla="*/ 327599 h 393120"/>
              <a:gd name="csX5" fmla="*/ 11034279 w 11099800"/>
              <a:gd name="csY5" fmla="*/ 393120 h 393120"/>
              <a:gd name="csX6" fmla="*/ 65521 w 11099800"/>
              <a:gd name="csY6" fmla="*/ 393120 h 393120"/>
              <a:gd name="csX7" fmla="*/ 0 w 11099800"/>
              <a:gd name="csY7" fmla="*/ 327599 h 393120"/>
              <a:gd name="csX8" fmla="*/ 0 w 110998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99800" h="393120">
                <a:moveTo>
                  <a:pt x="0" y="65521"/>
                </a:moveTo>
                <a:cubicBezTo>
                  <a:pt x="0" y="29335"/>
                  <a:pt x="29335" y="0"/>
                  <a:pt x="65521" y="0"/>
                </a:cubicBezTo>
                <a:lnTo>
                  <a:pt x="11034279" y="0"/>
                </a:lnTo>
                <a:cubicBezTo>
                  <a:pt x="11070465" y="0"/>
                  <a:pt x="11099800" y="29335"/>
                  <a:pt x="11099800" y="65521"/>
                </a:cubicBezTo>
                <a:lnTo>
                  <a:pt x="11099800" y="327599"/>
                </a:lnTo>
                <a:cubicBezTo>
                  <a:pt x="11099800" y="363785"/>
                  <a:pt x="11070465" y="393120"/>
                  <a:pt x="11034279" y="393120"/>
                </a:cubicBezTo>
                <a:lnTo>
                  <a:pt x="65521" y="393120"/>
                </a:lnTo>
                <a:cubicBezTo>
                  <a:pt x="29335" y="393120"/>
                  <a:pt x="0" y="363785"/>
                  <a:pt x="0" y="327599"/>
                </a:cubicBezTo>
                <a:lnTo>
                  <a:pt x="0" y="65521"/>
                </a:lnTo>
                <a:close/>
              </a:path>
            </a:pathLst>
          </a:custGeom>
        </p:spPr>
        <p:style>
          <a:lnRef idx="2">
            <a:schemeClr val="lt1">
              <a:hueOff val="0"/>
              <a:satOff val="0"/>
              <a:lumOff val="0"/>
              <a:alphaOff val="0"/>
            </a:schemeClr>
          </a:lnRef>
          <a:fillRef idx="1">
            <a:schemeClr val="accent3">
              <a:shade val="80000"/>
              <a:hueOff val="0"/>
              <a:satOff val="0"/>
              <a:lumOff val="19092"/>
              <a:alphaOff val="0"/>
            </a:schemeClr>
          </a:fillRef>
          <a:effectRef idx="0">
            <a:schemeClr val="accent3">
              <a:shade val="80000"/>
              <a:hueOff val="0"/>
              <a:satOff val="0"/>
              <a:lumOff val="19092"/>
              <a:alphaOff val="0"/>
            </a:schemeClr>
          </a:effectRef>
          <a:fontRef idx="minor">
            <a:schemeClr val="lt1"/>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Aptos Display" pitchFamily="34" charset="0"/>
                <a:ea typeface="Aptos Display" pitchFamily="34" charset="-122"/>
                <a:cs typeface="Aptos Display" pitchFamily="34" charset="-120"/>
              </a:rPr>
              <a:t>Reflective journal log</a:t>
            </a:r>
            <a:endParaRPr lang="en-GB" sz="1600" kern="1200" dirty="0"/>
          </a:p>
        </p:txBody>
      </p:sp>
      <p:sp>
        <p:nvSpPr>
          <p:cNvPr id="21" name="Freeform 20">
            <a:extLst>
              <a:ext uri="{FF2B5EF4-FFF2-40B4-BE49-F238E27FC236}">
                <a16:creationId xmlns:a16="http://schemas.microsoft.com/office/drawing/2014/main" id="{2B08705E-B7CF-56A2-9786-DBF67B1E6418}"/>
              </a:ext>
            </a:extLst>
          </p:cNvPr>
          <p:cNvSpPr/>
          <p:nvPr/>
        </p:nvSpPr>
        <p:spPr>
          <a:xfrm>
            <a:off x="660400" y="5937146"/>
            <a:ext cx="11099800" cy="380880"/>
          </a:xfrm>
          <a:custGeom>
            <a:avLst/>
            <a:gdLst>
              <a:gd name="csX0" fmla="*/ 0 w 11099800"/>
              <a:gd name="csY0" fmla="*/ 0 h 380880"/>
              <a:gd name="csX1" fmla="*/ 11099800 w 11099800"/>
              <a:gd name="csY1" fmla="*/ 0 h 380880"/>
              <a:gd name="csX2" fmla="*/ 11099800 w 11099800"/>
              <a:gd name="csY2" fmla="*/ 380880 h 380880"/>
              <a:gd name="csX3" fmla="*/ 0 w 11099800"/>
              <a:gd name="csY3" fmla="*/ 380880 h 380880"/>
              <a:gd name="csX4" fmla="*/ 0 w 11099800"/>
              <a:gd name="csY4" fmla="*/ 0 h 380880"/>
            </a:gdLst>
            <a:ahLst/>
            <a:cxnLst>
              <a:cxn ang="0">
                <a:pos x="csX0" y="csY0"/>
              </a:cxn>
              <a:cxn ang="0">
                <a:pos x="csX1" y="csY1"/>
              </a:cxn>
              <a:cxn ang="0">
                <a:pos x="csX2" y="csY2"/>
              </a:cxn>
              <a:cxn ang="0">
                <a:pos x="csX3" y="csY3"/>
              </a:cxn>
              <a:cxn ang="0">
                <a:pos x="csX4" y="csY4"/>
              </a:cxn>
            </a:cxnLst>
            <a:rect l="l" t="t" r="r" b="b"/>
            <a:pathLst>
              <a:path w="11099800" h="380880">
                <a:moveTo>
                  <a:pt x="0" y="0"/>
                </a:moveTo>
                <a:lnTo>
                  <a:pt x="11099800" y="0"/>
                </a:lnTo>
                <a:lnTo>
                  <a:pt x="11099800" y="380880"/>
                </a:lnTo>
                <a:lnTo>
                  <a:pt x="0" y="38088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2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ZA" sz="1200" kern="1200" dirty="0"/>
              <a:t>An intern working in a cybersecurity unit keeps a structured journal of incidents, responses, team discussions, and personal reflections to analyse patterns in security practice.</a:t>
            </a:r>
            <a:endParaRPr lang="en-GB" sz="1200" kern="1200" dirty="0"/>
          </a:p>
        </p:txBody>
      </p:sp>
      <p:sp>
        <p:nvSpPr>
          <p:cNvPr id="38" name="Text 9">
            <a:extLst>
              <a:ext uri="{FF2B5EF4-FFF2-40B4-BE49-F238E27FC236}">
                <a16:creationId xmlns:a16="http://schemas.microsoft.com/office/drawing/2014/main" id="{71F860E9-6927-55B6-89FF-65DA09B962DB}"/>
              </a:ext>
            </a:extLst>
          </p:cNvPr>
          <p:cNvSpPr/>
          <p:nvPr/>
        </p:nvSpPr>
        <p:spPr>
          <a:xfrm>
            <a:off x="1216796" y="1845413"/>
            <a:ext cx="5111496" cy="0"/>
          </a:xfrm>
          <a:prstGeom prst="rect">
            <a:avLst/>
          </a:prstGeom>
          <a:noFill/>
          <a:ln/>
        </p:spPr>
        <p:txBody>
          <a:bodyPr wrap="square" lIns="0" tIns="0" rIns="0" bIns="0" rtlCol="0" anchor="ctr">
            <a:normAutofit fontScale="25000" lnSpcReduction="20000"/>
          </a:bodyPr>
          <a:lstStyle/>
          <a:p>
            <a:pPr marL="0" indent="0">
              <a:buNone/>
            </a:pPr>
            <a:endParaRPr lang="en-US" sz="1150" dirty="0"/>
          </a:p>
        </p:txBody>
      </p:sp>
      <p:sp>
        <p:nvSpPr>
          <p:cNvPr id="43" name="Text 13">
            <a:extLst>
              <a:ext uri="{FF2B5EF4-FFF2-40B4-BE49-F238E27FC236}">
                <a16:creationId xmlns:a16="http://schemas.microsoft.com/office/drawing/2014/main" id="{1419B448-FC20-35DC-8654-D646667EF6FA}"/>
              </a:ext>
            </a:extLst>
          </p:cNvPr>
          <p:cNvSpPr/>
          <p:nvPr/>
        </p:nvSpPr>
        <p:spPr>
          <a:xfrm>
            <a:off x="6291072" y="1819656"/>
            <a:ext cx="5111496" cy="0"/>
          </a:xfrm>
          <a:prstGeom prst="rect">
            <a:avLst/>
          </a:prstGeom>
          <a:noFill/>
          <a:ln/>
        </p:spPr>
        <p:txBody>
          <a:bodyPr wrap="square" lIns="0" tIns="0" rIns="0" bIns="0" rtlCol="0" anchor="ctr">
            <a:normAutofit fontScale="25000" lnSpcReduction="20000"/>
          </a:bodyPr>
          <a:lstStyle/>
          <a:p>
            <a:pPr marL="0" indent="0">
              <a:buNone/>
            </a:pPr>
            <a:endParaRPr lang="en-US" sz="1150" dirty="0"/>
          </a:p>
        </p:txBody>
      </p:sp>
    </p:spTree>
    <p:extLst>
      <p:ext uri="{BB962C8B-B14F-4D97-AF65-F5344CB8AC3E}">
        <p14:creationId xmlns:p14="http://schemas.microsoft.com/office/powerpoint/2010/main" val="325587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P spid="10" grpId="0" animBg="1"/>
      <p:bldP spid="11" grpId="0"/>
      <p:bldP spid="12" grpId="0" animBg="1"/>
      <p:bldP spid="13" grpId="0"/>
      <p:bldP spid="14" grpId="0" animBg="1"/>
      <p:bldP spid="15" grpId="0"/>
      <p:bldP spid="16" grpId="0" animBg="1"/>
      <p:bldP spid="17" grpId="0"/>
      <p:bldP spid="18" grpId="0" animBg="1"/>
      <p:bldP spid="19" grpId="0"/>
      <p:bldP spid="20" grpId="0" animBg="1"/>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2" name="Rectangle 308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46348E35-E295-68CF-2006-41DC5EA7E3F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81130" y="643467"/>
            <a:ext cx="7029739"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B9CB7DD-4097-EA08-2D47-BDBA20A89251}"/>
              </a:ext>
            </a:extLst>
          </p:cNvPr>
          <p:cNvSpPr/>
          <p:nvPr/>
        </p:nvSpPr>
        <p:spPr>
          <a:xfrm>
            <a:off x="2451100" y="2755900"/>
            <a:ext cx="8597900" cy="3162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14155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B81241-C504-5322-3D65-6D289EF311F1}"/>
            </a:ext>
          </a:extLst>
        </p:cNvPr>
        <p:cNvGrpSpPr/>
        <p:nvPr/>
      </p:nvGrpSpPr>
      <p:grpSpPr>
        <a:xfrm>
          <a:off x="0" y="0"/>
          <a:ext cx="0" cy="0"/>
          <a:chOff x="0" y="0"/>
          <a:chExt cx="0" cy="0"/>
        </a:xfrm>
      </p:grpSpPr>
      <p:sp>
        <p:nvSpPr>
          <p:cNvPr id="3082" name="Rectangle 3081">
            <a:extLst>
              <a:ext uri="{FF2B5EF4-FFF2-40B4-BE49-F238E27FC236}">
                <a16:creationId xmlns:a16="http://schemas.microsoft.com/office/drawing/2014/main" id="{60E27BE2-BDAB-66E1-A0C5-22BDBDF0F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2162C68F-8133-7056-D64C-9C22F6486F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84088D05-AF3F-7E5E-56B1-DF79334A1E7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81130" y="643467"/>
            <a:ext cx="7029739"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06F8B1F-E44F-B236-CC25-35F9B5B40B9F}"/>
              </a:ext>
            </a:extLst>
          </p:cNvPr>
          <p:cNvSpPr/>
          <p:nvPr/>
        </p:nvSpPr>
        <p:spPr>
          <a:xfrm>
            <a:off x="2451100" y="3263900"/>
            <a:ext cx="8597900" cy="2654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6679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DDAD68-A01B-EBD7-DB17-AED5E4F01CB6}"/>
            </a:ext>
          </a:extLst>
        </p:cNvPr>
        <p:cNvGrpSpPr/>
        <p:nvPr/>
      </p:nvGrpSpPr>
      <p:grpSpPr>
        <a:xfrm>
          <a:off x="0" y="0"/>
          <a:ext cx="0" cy="0"/>
          <a:chOff x="0" y="0"/>
          <a:chExt cx="0" cy="0"/>
        </a:xfrm>
      </p:grpSpPr>
      <p:sp>
        <p:nvSpPr>
          <p:cNvPr id="3082" name="Rectangle 3081">
            <a:extLst>
              <a:ext uri="{FF2B5EF4-FFF2-40B4-BE49-F238E27FC236}">
                <a16:creationId xmlns:a16="http://schemas.microsoft.com/office/drawing/2014/main" id="{25D2981F-56C8-2A65-5048-666C30D68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4935D7EB-F8CA-CE18-633B-10A741F92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2042EFA9-3E9B-3735-6DDE-079456EE3B7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81130" y="643467"/>
            <a:ext cx="7029739"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61AED0F-2117-0BEA-66CF-A92ED07FEBE4}"/>
              </a:ext>
            </a:extLst>
          </p:cNvPr>
          <p:cNvSpPr/>
          <p:nvPr/>
        </p:nvSpPr>
        <p:spPr>
          <a:xfrm>
            <a:off x="2451100" y="3810000"/>
            <a:ext cx="8597900" cy="2108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43954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A2081D-5352-5E35-E921-207FEBE92B9D}"/>
            </a:ext>
          </a:extLst>
        </p:cNvPr>
        <p:cNvGrpSpPr/>
        <p:nvPr/>
      </p:nvGrpSpPr>
      <p:grpSpPr>
        <a:xfrm>
          <a:off x="0" y="0"/>
          <a:ext cx="0" cy="0"/>
          <a:chOff x="0" y="0"/>
          <a:chExt cx="0" cy="0"/>
        </a:xfrm>
      </p:grpSpPr>
      <p:sp>
        <p:nvSpPr>
          <p:cNvPr id="3082" name="Rectangle 3081">
            <a:extLst>
              <a:ext uri="{FF2B5EF4-FFF2-40B4-BE49-F238E27FC236}">
                <a16:creationId xmlns:a16="http://schemas.microsoft.com/office/drawing/2014/main" id="{A346017E-34F1-7C1C-0C0C-A97FA195B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2C078197-C45C-04D0-6D70-0921459C1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6DE53E76-1330-7323-71DF-1648114E982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81130" y="643467"/>
            <a:ext cx="7029739"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154342F-B161-DA77-4587-E46133095E78}"/>
              </a:ext>
            </a:extLst>
          </p:cNvPr>
          <p:cNvSpPr/>
          <p:nvPr/>
        </p:nvSpPr>
        <p:spPr>
          <a:xfrm>
            <a:off x="2451100" y="4406900"/>
            <a:ext cx="8597900" cy="151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0888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49B401-33C5-3294-92E2-8957301EF66B}"/>
            </a:ext>
          </a:extLst>
        </p:cNvPr>
        <p:cNvGrpSpPr/>
        <p:nvPr/>
      </p:nvGrpSpPr>
      <p:grpSpPr>
        <a:xfrm>
          <a:off x="0" y="0"/>
          <a:ext cx="0" cy="0"/>
          <a:chOff x="0" y="0"/>
          <a:chExt cx="0" cy="0"/>
        </a:xfrm>
      </p:grpSpPr>
      <p:sp>
        <p:nvSpPr>
          <p:cNvPr id="3082" name="Rectangle 3081">
            <a:extLst>
              <a:ext uri="{FF2B5EF4-FFF2-40B4-BE49-F238E27FC236}">
                <a16:creationId xmlns:a16="http://schemas.microsoft.com/office/drawing/2014/main" id="{B2F505D6-D24A-3309-D933-12F782EBF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EEADC919-787C-1A4A-C220-8627AD48B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63661B65-8E0B-676C-54F1-09F54F0C6D3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81130" y="643467"/>
            <a:ext cx="7029739"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35C226F-D214-4A23-6CF6-9E64ED9FFDA8}"/>
              </a:ext>
            </a:extLst>
          </p:cNvPr>
          <p:cNvSpPr/>
          <p:nvPr/>
        </p:nvSpPr>
        <p:spPr>
          <a:xfrm>
            <a:off x="2451100" y="4927600"/>
            <a:ext cx="8597900" cy="990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59947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918BA2-EB86-3FDE-C6D4-CE61E58E6B69}"/>
            </a:ext>
          </a:extLst>
        </p:cNvPr>
        <p:cNvGrpSpPr/>
        <p:nvPr/>
      </p:nvGrpSpPr>
      <p:grpSpPr>
        <a:xfrm>
          <a:off x="0" y="0"/>
          <a:ext cx="0" cy="0"/>
          <a:chOff x="0" y="0"/>
          <a:chExt cx="0" cy="0"/>
        </a:xfrm>
      </p:grpSpPr>
      <p:sp>
        <p:nvSpPr>
          <p:cNvPr id="3082" name="Rectangle 3081">
            <a:extLst>
              <a:ext uri="{FF2B5EF4-FFF2-40B4-BE49-F238E27FC236}">
                <a16:creationId xmlns:a16="http://schemas.microsoft.com/office/drawing/2014/main" id="{7C4A2446-8B05-2765-2B19-EA1DF3706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24474483-3EC1-B429-1F51-DDC792ACF4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004FD296-F765-6519-3F17-33C358CA5F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81130" y="643467"/>
            <a:ext cx="7029739"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323F444-9E2B-7B17-9D5F-922A44BEE9D6}"/>
              </a:ext>
            </a:extLst>
          </p:cNvPr>
          <p:cNvSpPr/>
          <p:nvPr/>
        </p:nvSpPr>
        <p:spPr>
          <a:xfrm>
            <a:off x="2451100" y="5384800"/>
            <a:ext cx="85979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42216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2D52F2-FBC7-9309-01EE-51FAB06D8466}"/>
            </a:ext>
          </a:extLst>
        </p:cNvPr>
        <p:cNvGrpSpPr/>
        <p:nvPr/>
      </p:nvGrpSpPr>
      <p:grpSpPr>
        <a:xfrm>
          <a:off x="0" y="0"/>
          <a:ext cx="0" cy="0"/>
          <a:chOff x="0" y="0"/>
          <a:chExt cx="0" cy="0"/>
        </a:xfrm>
      </p:grpSpPr>
      <p:sp>
        <p:nvSpPr>
          <p:cNvPr id="3082" name="Rectangle 3081">
            <a:extLst>
              <a:ext uri="{FF2B5EF4-FFF2-40B4-BE49-F238E27FC236}">
                <a16:creationId xmlns:a16="http://schemas.microsoft.com/office/drawing/2014/main" id="{DB786928-54B5-FA6B-F082-B78A636A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605D0979-3E49-B679-9F18-055E6805F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303E8CC0-A707-6984-2843-C9FDD4EBA4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81130" y="643467"/>
            <a:ext cx="7029739"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7551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1D1D1B"/>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r>
              <a:rPr lang="en-US" sz="2200" b="1" dirty="0">
                <a:solidFill>
                  <a:srgbClr val="FFFFFF"/>
                </a:solidFill>
                <a:latin typeface="Aptos Display" pitchFamily="34" charset="0"/>
                <a:ea typeface="Aptos Display" pitchFamily="34" charset="-122"/>
                <a:cs typeface="Aptos Display" pitchFamily="34" charset="-120"/>
              </a:rPr>
              <a:t>Systematic Literature Review</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D0D0D0"/>
                </a:solidFill>
                <a:latin typeface="Aptos" pitchFamily="34" charset="0"/>
                <a:ea typeface="Aptos" pitchFamily="34" charset="-122"/>
                <a:cs typeface="Aptos" pitchFamily="34" charset="-120"/>
              </a:rPr>
              <a:t>A systematic literature review can be qualitative, quantitative, or a combination.</a:t>
            </a:r>
            <a:endParaRPr lang="en-US" sz="950" dirty="0"/>
          </a:p>
        </p:txBody>
      </p:sp>
      <p:sp>
        <p:nvSpPr>
          <p:cNvPr id="9" name="Shape 6"/>
          <p:cNvSpPr/>
          <p:nvPr/>
        </p:nvSpPr>
        <p:spPr>
          <a:xfrm>
            <a:off x="731520" y="1325879"/>
            <a:ext cx="10698480" cy="5074919"/>
          </a:xfrm>
          <a:prstGeom prst="roundRect">
            <a:avLst>
              <a:gd name="adj" fmla="val 1684"/>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96112" y="1453896"/>
            <a:ext cx="5111496" cy="320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Your Study Design (RME 4 students)</a:t>
            </a:r>
            <a:endParaRPr lang="en-US" sz="1600" dirty="0"/>
          </a:p>
        </p:txBody>
      </p:sp>
      <p:sp>
        <p:nvSpPr>
          <p:cNvPr id="11" name="Shape 8"/>
          <p:cNvSpPr/>
          <p:nvPr/>
        </p:nvSpPr>
        <p:spPr>
          <a:xfrm>
            <a:off x="89611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96112" y="2070101"/>
            <a:ext cx="10076688" cy="4129531"/>
          </a:xfrm>
          <a:prstGeom prst="rect">
            <a:avLst/>
          </a:prstGeom>
          <a:noFill/>
          <a:ln/>
        </p:spPr>
        <p:txBody>
          <a:bodyPr wrap="square" lIns="0" tIns="0" rIns="0" bIns="0" rtlCol="0" anchor="t">
            <a:normAutofit/>
          </a:bodyPr>
          <a:lstStyle/>
          <a:p>
            <a:r>
              <a:rPr lang="en-US" dirty="0">
                <a:solidFill>
                  <a:srgbClr val="E2E2E2"/>
                </a:solidFill>
                <a:latin typeface="Aptos" pitchFamily="34" charset="0"/>
                <a:ea typeface="Aptos" pitchFamily="34" charset="-122"/>
                <a:cs typeface="Aptos" pitchFamily="34" charset="-120"/>
              </a:rPr>
              <a:t>We have so far looked at different study designs that aim to answer a specific question. </a:t>
            </a:r>
          </a:p>
          <a:p>
            <a:endParaRPr lang="en-US" dirty="0">
              <a:solidFill>
                <a:srgbClr val="E2E2E2"/>
              </a:solidFill>
              <a:latin typeface="Aptos" pitchFamily="34" charset="0"/>
              <a:ea typeface="Aptos" pitchFamily="34" charset="-122"/>
              <a:cs typeface="Aptos" pitchFamily="34" charset="-120"/>
            </a:endParaRPr>
          </a:p>
          <a:p>
            <a:r>
              <a:rPr lang="en-US" dirty="0">
                <a:solidFill>
                  <a:srgbClr val="E2E2E2"/>
                </a:solidFill>
                <a:latin typeface="Aptos" pitchFamily="34" charset="0"/>
                <a:ea typeface="Aptos" pitchFamily="34" charset="-122"/>
                <a:cs typeface="Aptos" pitchFamily="34" charset="-120"/>
              </a:rPr>
              <a:t>A systematic literature review is a study design used to </a:t>
            </a:r>
            <a:r>
              <a:rPr lang="en-US" dirty="0" err="1">
                <a:solidFill>
                  <a:srgbClr val="E2E2E2"/>
                </a:solidFill>
                <a:latin typeface="Aptos" pitchFamily="34" charset="0"/>
                <a:ea typeface="Aptos" pitchFamily="34" charset="-122"/>
                <a:cs typeface="Aptos" pitchFamily="34" charset="-120"/>
              </a:rPr>
              <a:t>summarise</a:t>
            </a:r>
            <a:r>
              <a:rPr lang="en-US" dirty="0">
                <a:solidFill>
                  <a:srgbClr val="E2E2E2"/>
                </a:solidFill>
                <a:latin typeface="Aptos" pitchFamily="34" charset="0"/>
                <a:ea typeface="Aptos" pitchFamily="34" charset="-122"/>
                <a:cs typeface="Aptos" pitchFamily="34" charset="-120"/>
              </a:rPr>
              <a:t> the results of several primary research studies. </a:t>
            </a:r>
          </a:p>
          <a:p>
            <a:endParaRPr lang="en-US" dirty="0">
              <a:solidFill>
                <a:srgbClr val="E2E2E2"/>
              </a:solidFill>
              <a:latin typeface="Aptos" pitchFamily="34" charset="0"/>
            </a:endParaRPr>
          </a:p>
          <a:p>
            <a:r>
              <a:rPr lang="en-US" dirty="0">
                <a:solidFill>
                  <a:srgbClr val="E2E2E2"/>
                </a:solidFill>
                <a:latin typeface="Aptos" pitchFamily="34" charset="0"/>
              </a:rPr>
              <a:t>An SLR can be qualitative, quantitative, or a mixture of both, depending on the research question and the evidence gathered. </a:t>
            </a:r>
          </a:p>
          <a:p>
            <a:endParaRPr lang="en-US" dirty="0">
              <a:solidFill>
                <a:srgbClr val="E2E2E2"/>
              </a:solidFill>
              <a:latin typeface="Aptos" pitchFamily="34" charset="0"/>
            </a:endParaRPr>
          </a:p>
          <a:p>
            <a:r>
              <a:rPr lang="en-US" dirty="0">
                <a:solidFill>
                  <a:srgbClr val="E2E2E2"/>
                </a:solidFill>
                <a:latin typeface="Aptos" pitchFamily="34" charset="0"/>
              </a:rPr>
              <a:t>It is defined by its rigorous, pre-planned methodology (e.g., PRISMA guidelines) rather than the data type, aiming to </a:t>
            </a:r>
            <a:r>
              <a:rPr lang="en-US" dirty="0" err="1">
                <a:solidFill>
                  <a:srgbClr val="E2E2E2"/>
                </a:solidFill>
                <a:latin typeface="Aptos" pitchFamily="34" charset="0"/>
              </a:rPr>
              <a:t>minimise</a:t>
            </a:r>
            <a:r>
              <a:rPr lang="en-US" dirty="0">
                <a:solidFill>
                  <a:srgbClr val="E2E2E2"/>
                </a:solidFill>
                <a:latin typeface="Aptos" pitchFamily="34" charset="0"/>
              </a:rPr>
              <a:t> bias when answering a specific question.</a:t>
            </a:r>
          </a:p>
          <a:p>
            <a:endParaRPr lang="en-US" dirty="0">
              <a:solidFill>
                <a:srgbClr val="E2E2E2"/>
              </a:solidFill>
              <a:latin typeface="Aptos" pitchFamily="34" charset="0"/>
            </a:endParaRPr>
          </a:p>
          <a:p>
            <a:r>
              <a:rPr lang="en-US" dirty="0">
                <a:solidFill>
                  <a:srgbClr val="E2E2E2"/>
                </a:solidFill>
                <a:latin typeface="Aptos" pitchFamily="34" charset="0"/>
              </a:rPr>
              <a:t>The process is transparent, allowing other researchers to replicate the review.</a:t>
            </a:r>
          </a:p>
          <a:p>
            <a:endParaRPr lang="en-US" dirty="0">
              <a:solidFill>
                <a:srgbClr val="E2E2E2"/>
              </a:solidFill>
              <a:latin typeface="Aptos" pitchFamily="34" charset="0"/>
            </a:endParaRPr>
          </a:p>
          <a:p>
            <a:r>
              <a:rPr lang="en-US" dirty="0">
                <a:solidFill>
                  <a:srgbClr val="E2E2E2"/>
                </a:solidFill>
                <a:latin typeface="Aptos" pitchFamily="34" charset="0"/>
              </a:rPr>
              <a:t>Differences in study designs, populations, or interventions can make SLRs difficult to compare or combine findings.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D1D1B"/>
        </a:solidFill>
        <a:effectLst/>
      </p:bgPr>
    </p:bg>
    <p:spTree>
      <p:nvGrpSpPr>
        <p:cNvPr id="1" name="">
          <a:extLst>
            <a:ext uri="{FF2B5EF4-FFF2-40B4-BE49-F238E27FC236}">
              <a16:creationId xmlns:a16="http://schemas.microsoft.com/office/drawing/2014/main" id="{4A10F3E3-148F-E998-2016-5E1767294B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FDF7EC4-B0D7-F3B4-9B07-A9539876DA1B}"/>
              </a:ext>
            </a:extLst>
          </p:cNvPr>
          <p:cNvSpPr/>
          <p:nvPr/>
        </p:nvSpPr>
        <p:spPr>
          <a:xfrm>
            <a:off x="0" y="297180"/>
            <a:ext cx="12191695" cy="6858000"/>
          </a:xfrm>
          <a:prstGeom prst="rect">
            <a:avLst/>
          </a:prstGeom>
          <a:solidFill>
            <a:srgbClr val="1D1D1B"/>
          </a:solidFill>
          <a:ln w="12700">
            <a:solidFill>
              <a:srgbClr val="1D1D1B"/>
            </a:solidFill>
            <a:prstDash val="solid"/>
          </a:ln>
        </p:spPr>
        <p:txBody>
          <a:bodyPr/>
          <a:lstStyle/>
          <a:p>
            <a:endParaRPr lang="en-GB"/>
          </a:p>
        </p:txBody>
      </p:sp>
      <p:sp>
        <p:nvSpPr>
          <p:cNvPr id="4" name="Text 1">
            <a:extLst>
              <a:ext uri="{FF2B5EF4-FFF2-40B4-BE49-F238E27FC236}">
                <a16:creationId xmlns:a16="http://schemas.microsoft.com/office/drawing/2014/main" id="{A7D906E2-6DE2-E032-0854-0CE82DE814C5}"/>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8807A84A-CB11-F21F-304B-AD916AF3C976}"/>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369EF508-FC22-BCE9-22DD-1D6B997F8591}"/>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STRENGTHS AND CAUTIONS IN QUALITATIVE DESIGNS</a:t>
            </a:r>
            <a:endParaRPr lang="en-US" sz="2200" dirty="0"/>
          </a:p>
        </p:txBody>
      </p:sp>
      <p:sp>
        <p:nvSpPr>
          <p:cNvPr id="7" name="Shape 4">
            <a:extLst>
              <a:ext uri="{FF2B5EF4-FFF2-40B4-BE49-F238E27FC236}">
                <a16:creationId xmlns:a16="http://schemas.microsoft.com/office/drawing/2014/main" id="{6F58ADC7-E78E-8C7A-AAB0-104E0A0EB489}"/>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76493487-F70C-0DC0-CE1F-C8122E7E1422}"/>
              </a:ext>
            </a:extLst>
          </p:cNvPr>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D0D0D0"/>
                </a:solidFill>
                <a:latin typeface="Aptos" pitchFamily="34" charset="0"/>
                <a:ea typeface="Aptos" pitchFamily="34" charset="-122"/>
                <a:cs typeface="Aptos" pitchFamily="34" charset="-120"/>
              </a:rPr>
              <a:t>What qualitative designs do especially well</a:t>
            </a:r>
            <a:endParaRPr lang="en-US" sz="950" dirty="0"/>
          </a:p>
        </p:txBody>
      </p:sp>
      <p:sp>
        <p:nvSpPr>
          <p:cNvPr id="9" name="Shape 6">
            <a:extLst>
              <a:ext uri="{FF2B5EF4-FFF2-40B4-BE49-F238E27FC236}">
                <a16:creationId xmlns:a16="http://schemas.microsoft.com/office/drawing/2014/main" id="{88D4AB31-C9D3-4226-CE43-05C6034B9689}"/>
              </a:ext>
            </a:extLst>
          </p:cNvPr>
          <p:cNvSpPr/>
          <p:nvPr/>
        </p:nvSpPr>
        <p:spPr>
          <a:xfrm>
            <a:off x="731520" y="1325880"/>
            <a:ext cx="5440680" cy="4343400"/>
          </a:xfrm>
          <a:prstGeom prst="roundRect">
            <a:avLst>
              <a:gd name="adj" fmla="val 1684"/>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a:extLst>
              <a:ext uri="{FF2B5EF4-FFF2-40B4-BE49-F238E27FC236}">
                <a16:creationId xmlns:a16="http://schemas.microsoft.com/office/drawing/2014/main" id="{6AA17C11-0D6D-CA58-1600-A30ADCE9AE20}"/>
              </a:ext>
            </a:extLst>
          </p:cNvPr>
          <p:cNvSpPr/>
          <p:nvPr/>
        </p:nvSpPr>
        <p:spPr>
          <a:xfrm>
            <a:off x="896112" y="1453896"/>
            <a:ext cx="5111496" cy="320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Strengths</a:t>
            </a:r>
            <a:endParaRPr lang="en-US" sz="1600" dirty="0"/>
          </a:p>
        </p:txBody>
      </p:sp>
      <p:sp>
        <p:nvSpPr>
          <p:cNvPr id="11" name="Shape 8">
            <a:extLst>
              <a:ext uri="{FF2B5EF4-FFF2-40B4-BE49-F238E27FC236}">
                <a16:creationId xmlns:a16="http://schemas.microsoft.com/office/drawing/2014/main" id="{896A27B2-50EB-A67A-129B-106755C423C9}"/>
              </a:ext>
            </a:extLst>
          </p:cNvPr>
          <p:cNvSpPr/>
          <p:nvPr/>
        </p:nvSpPr>
        <p:spPr>
          <a:xfrm>
            <a:off x="896112" y="1810512"/>
            <a:ext cx="777240" cy="0"/>
          </a:xfrm>
          <a:prstGeom prst="line">
            <a:avLst/>
          </a:prstGeom>
          <a:noFill/>
          <a:ln w="22860">
            <a:solidFill>
              <a:srgbClr val="D9A404"/>
            </a:solidFill>
            <a:prstDash val="solid"/>
          </a:ln>
        </p:spPr>
        <p:txBody>
          <a:bodyPr/>
          <a:lstStyle/>
          <a:p>
            <a:endParaRPr lang="en-GB"/>
          </a:p>
        </p:txBody>
      </p:sp>
      <p:sp>
        <p:nvSpPr>
          <p:cNvPr id="12" name="Text 9">
            <a:extLst>
              <a:ext uri="{FF2B5EF4-FFF2-40B4-BE49-F238E27FC236}">
                <a16:creationId xmlns:a16="http://schemas.microsoft.com/office/drawing/2014/main" id="{6B520992-C680-D7A4-9845-23E76D41C979}"/>
              </a:ext>
            </a:extLst>
          </p:cNvPr>
          <p:cNvSpPr/>
          <p:nvPr/>
        </p:nvSpPr>
        <p:spPr>
          <a:xfrm>
            <a:off x="896112" y="1911096"/>
            <a:ext cx="5111496" cy="3648456"/>
          </a:xfrm>
          <a:prstGeom prst="rect">
            <a:avLst/>
          </a:prstGeom>
          <a:noFill/>
          <a:ln/>
        </p:spPr>
        <p:txBody>
          <a:bodyPr wrap="square" lIns="0" tIns="0" rIns="0" bIns="0" rtlCol="0" anchor="ctr">
            <a:normAutofit/>
          </a:bodyPr>
          <a:lstStyle/>
          <a:p>
            <a:pPr marL="0" indent="0">
              <a:buNone/>
            </a:pPr>
            <a:r>
              <a:rPr lang="en-US" dirty="0">
                <a:solidFill>
                  <a:srgbClr val="E2E2E2"/>
                </a:solidFill>
                <a:latin typeface="Aptos" pitchFamily="34" charset="0"/>
                <a:ea typeface="Aptos" pitchFamily="34" charset="-122"/>
                <a:cs typeface="Aptos" pitchFamily="34" charset="-120"/>
              </a:rPr>
              <a:t>Rich, contextual understanding</a:t>
            </a:r>
            <a:endParaRPr lang="en-US" dirty="0"/>
          </a:p>
          <a:p>
            <a:pPr marL="0" indent="0">
              <a:buNone/>
            </a:pPr>
            <a:endParaRPr lang="en-US" dirty="0"/>
          </a:p>
          <a:p>
            <a:pPr marL="0" indent="0">
              <a:buNone/>
            </a:pPr>
            <a:r>
              <a:rPr lang="en-US" dirty="0">
                <a:solidFill>
                  <a:srgbClr val="E2E2E2"/>
                </a:solidFill>
                <a:latin typeface="Aptos" pitchFamily="34" charset="0"/>
                <a:ea typeface="Aptos" pitchFamily="34" charset="-122"/>
                <a:cs typeface="Aptos" pitchFamily="34" charset="-120"/>
              </a:rPr>
              <a:t>Depth rather than breadth</a:t>
            </a:r>
            <a:endParaRPr lang="en-US" dirty="0"/>
          </a:p>
          <a:p>
            <a:pPr marL="0" indent="0">
              <a:buNone/>
            </a:pPr>
            <a:endParaRPr lang="en-US" dirty="0"/>
          </a:p>
          <a:p>
            <a:pPr marL="0" indent="0">
              <a:buNone/>
            </a:pPr>
            <a:r>
              <a:rPr lang="en-US" dirty="0">
                <a:solidFill>
                  <a:srgbClr val="E2E2E2"/>
                </a:solidFill>
                <a:latin typeface="Aptos" pitchFamily="34" charset="0"/>
                <a:ea typeface="Aptos" pitchFamily="34" charset="-122"/>
                <a:cs typeface="Aptos" pitchFamily="34" charset="-120"/>
              </a:rPr>
              <a:t>Useful when little is known</a:t>
            </a:r>
            <a:endParaRPr lang="en-US" dirty="0"/>
          </a:p>
          <a:p>
            <a:pPr marL="0" indent="0">
              <a:buNone/>
            </a:pPr>
            <a:endParaRPr lang="en-US" dirty="0"/>
          </a:p>
          <a:p>
            <a:pPr marL="0" indent="0">
              <a:buNone/>
            </a:pPr>
            <a:r>
              <a:rPr lang="en-US" dirty="0">
                <a:solidFill>
                  <a:srgbClr val="E2E2E2"/>
                </a:solidFill>
                <a:latin typeface="Aptos" pitchFamily="34" charset="0"/>
                <a:ea typeface="Aptos" pitchFamily="34" charset="-122"/>
                <a:cs typeface="Aptos" pitchFamily="34" charset="-120"/>
              </a:rPr>
              <a:t>Good for process, meaning, experience, and interaction</a:t>
            </a:r>
            <a:endParaRPr lang="en-US" dirty="0"/>
          </a:p>
          <a:p>
            <a:pPr marL="0" indent="0">
              <a:buNone/>
            </a:pPr>
            <a:endParaRPr lang="en-US" dirty="0"/>
          </a:p>
          <a:p>
            <a:pPr marL="0" indent="0">
              <a:buNone/>
            </a:pPr>
            <a:r>
              <a:rPr lang="en-US" dirty="0">
                <a:solidFill>
                  <a:srgbClr val="E2E2E2"/>
                </a:solidFill>
                <a:latin typeface="Aptos" pitchFamily="34" charset="0"/>
                <a:ea typeface="Aptos" pitchFamily="34" charset="-122"/>
                <a:cs typeface="Aptos" pitchFamily="34" charset="-120"/>
              </a:rPr>
              <a:t>Supports multiple methods in combination</a:t>
            </a:r>
            <a:endParaRPr lang="en-US" dirty="0"/>
          </a:p>
        </p:txBody>
      </p:sp>
      <p:sp>
        <p:nvSpPr>
          <p:cNvPr id="13" name="Shape 10">
            <a:extLst>
              <a:ext uri="{FF2B5EF4-FFF2-40B4-BE49-F238E27FC236}">
                <a16:creationId xmlns:a16="http://schemas.microsoft.com/office/drawing/2014/main" id="{82886D63-ABCC-93E0-D728-BC6FDAB4C952}"/>
              </a:ext>
            </a:extLst>
          </p:cNvPr>
          <p:cNvSpPr/>
          <p:nvPr/>
        </p:nvSpPr>
        <p:spPr>
          <a:xfrm>
            <a:off x="6263640" y="1325880"/>
            <a:ext cx="5212080" cy="4343400"/>
          </a:xfrm>
          <a:prstGeom prst="roundRect">
            <a:avLst>
              <a:gd name="adj" fmla="val 1684"/>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a:extLst>
              <a:ext uri="{FF2B5EF4-FFF2-40B4-BE49-F238E27FC236}">
                <a16:creationId xmlns:a16="http://schemas.microsoft.com/office/drawing/2014/main" id="{BC8FA517-A4D3-82B9-A21C-FFF2D6C6EB98}"/>
              </a:ext>
            </a:extLst>
          </p:cNvPr>
          <p:cNvSpPr/>
          <p:nvPr/>
        </p:nvSpPr>
        <p:spPr>
          <a:xfrm>
            <a:off x="6428232" y="1453896"/>
            <a:ext cx="4882896" cy="320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Common cautions</a:t>
            </a:r>
            <a:endParaRPr lang="en-US" sz="1600" dirty="0"/>
          </a:p>
        </p:txBody>
      </p:sp>
      <p:sp>
        <p:nvSpPr>
          <p:cNvPr id="15" name="Shape 12">
            <a:extLst>
              <a:ext uri="{FF2B5EF4-FFF2-40B4-BE49-F238E27FC236}">
                <a16:creationId xmlns:a16="http://schemas.microsoft.com/office/drawing/2014/main" id="{6F88C49D-F8E3-DFF0-E9B6-B7198187AD7F}"/>
              </a:ext>
            </a:extLst>
          </p:cNvPr>
          <p:cNvSpPr/>
          <p:nvPr/>
        </p:nvSpPr>
        <p:spPr>
          <a:xfrm>
            <a:off x="6428232" y="1810512"/>
            <a:ext cx="777240" cy="0"/>
          </a:xfrm>
          <a:prstGeom prst="line">
            <a:avLst/>
          </a:prstGeom>
          <a:noFill/>
          <a:ln w="22860">
            <a:solidFill>
              <a:srgbClr val="D9A404"/>
            </a:solidFill>
            <a:prstDash val="solid"/>
          </a:ln>
        </p:spPr>
        <p:txBody>
          <a:bodyPr/>
          <a:lstStyle/>
          <a:p>
            <a:endParaRPr lang="en-GB"/>
          </a:p>
        </p:txBody>
      </p:sp>
      <p:sp>
        <p:nvSpPr>
          <p:cNvPr id="16" name="Text 13">
            <a:extLst>
              <a:ext uri="{FF2B5EF4-FFF2-40B4-BE49-F238E27FC236}">
                <a16:creationId xmlns:a16="http://schemas.microsoft.com/office/drawing/2014/main" id="{0BB11D24-C5AD-205E-D3F4-98466ACA1F34}"/>
              </a:ext>
            </a:extLst>
          </p:cNvPr>
          <p:cNvSpPr/>
          <p:nvPr/>
        </p:nvSpPr>
        <p:spPr>
          <a:xfrm>
            <a:off x="6428232" y="1911096"/>
            <a:ext cx="4882896" cy="3648456"/>
          </a:xfrm>
          <a:prstGeom prst="rect">
            <a:avLst/>
          </a:prstGeom>
          <a:noFill/>
          <a:ln/>
        </p:spPr>
        <p:txBody>
          <a:bodyPr wrap="square" lIns="0" tIns="0" rIns="0" bIns="0" rtlCol="0" anchor="ctr">
            <a:normAutofit/>
          </a:bodyPr>
          <a:lstStyle/>
          <a:p>
            <a:pPr marL="0" indent="0">
              <a:buNone/>
            </a:pPr>
            <a:r>
              <a:rPr lang="en-US" dirty="0">
                <a:solidFill>
                  <a:srgbClr val="E2E2E2"/>
                </a:solidFill>
                <a:latin typeface="Aptos" pitchFamily="34" charset="0"/>
                <a:ea typeface="Aptos" pitchFamily="34" charset="-122"/>
                <a:cs typeface="Aptos" pitchFamily="34" charset="-120"/>
              </a:rPr>
              <a:t>Limited broad generalisation</a:t>
            </a:r>
            <a:endParaRPr lang="en-US" dirty="0"/>
          </a:p>
          <a:p>
            <a:pPr marL="0" indent="0">
              <a:buNone/>
            </a:pPr>
            <a:endParaRPr lang="en-US" dirty="0"/>
          </a:p>
          <a:p>
            <a:pPr marL="0" indent="0">
              <a:buNone/>
            </a:pPr>
            <a:endParaRPr lang="en-US" dirty="0"/>
          </a:p>
          <a:p>
            <a:pPr marL="0" indent="0">
              <a:buNone/>
            </a:pPr>
            <a:r>
              <a:rPr lang="en-US" dirty="0">
                <a:solidFill>
                  <a:srgbClr val="E2E2E2"/>
                </a:solidFill>
                <a:latin typeface="Aptos" pitchFamily="34" charset="0"/>
                <a:ea typeface="Aptos" pitchFamily="34" charset="-122"/>
                <a:cs typeface="Aptos" pitchFamily="34" charset="-120"/>
              </a:rPr>
              <a:t>Dominant voices can affect group discussions</a:t>
            </a:r>
            <a:endParaRPr lang="en-US" dirty="0"/>
          </a:p>
          <a:p>
            <a:pPr marL="0" indent="0">
              <a:buNone/>
            </a:pPr>
            <a:endParaRPr lang="en-US" dirty="0"/>
          </a:p>
          <a:p>
            <a:pPr marL="0" indent="0">
              <a:buNone/>
            </a:pPr>
            <a:r>
              <a:rPr lang="en-US" dirty="0">
                <a:solidFill>
                  <a:srgbClr val="E2E2E2"/>
                </a:solidFill>
                <a:latin typeface="Aptos" pitchFamily="34" charset="0"/>
                <a:ea typeface="Aptos" pitchFamily="34" charset="-122"/>
                <a:cs typeface="Aptos" pitchFamily="34" charset="-120"/>
              </a:rPr>
              <a:t>Researcher bias must be managed carefully</a:t>
            </a:r>
            <a:endParaRPr lang="en-US" dirty="0"/>
          </a:p>
          <a:p>
            <a:pPr marL="0" indent="0">
              <a:buNone/>
            </a:pPr>
            <a:endParaRPr lang="en-US" dirty="0"/>
          </a:p>
          <a:p>
            <a:pPr marL="0" indent="0">
              <a:buNone/>
            </a:pPr>
            <a:r>
              <a:rPr lang="en-US" dirty="0">
                <a:solidFill>
                  <a:srgbClr val="E2E2E2"/>
                </a:solidFill>
                <a:latin typeface="Aptos" pitchFamily="34" charset="0"/>
                <a:ea typeface="Aptos" pitchFamily="34" charset="-122"/>
                <a:cs typeface="Aptos" pitchFamily="34" charset="-120"/>
              </a:rPr>
              <a:t>Close involvement takes time and reflexive discipline</a:t>
            </a:r>
            <a:endParaRPr lang="en-US" dirty="0"/>
          </a:p>
        </p:txBody>
      </p:sp>
    </p:spTree>
    <p:extLst>
      <p:ext uri="{BB962C8B-B14F-4D97-AF65-F5344CB8AC3E}">
        <p14:creationId xmlns:p14="http://schemas.microsoft.com/office/powerpoint/2010/main" val="182554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EF"/>
          </a:solidFill>
          <a:ln w="12700">
            <a:solidFill>
              <a:srgbClr val="F6F4EF"/>
            </a:solidFill>
            <a:prstDash val="solid"/>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PHILOSOPHY-GUIDED APPROACHES</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666666"/>
                </a:solidFill>
                <a:latin typeface="Aptos" pitchFamily="34" charset="0"/>
                <a:ea typeface="Aptos" pitchFamily="34" charset="-122"/>
                <a:cs typeface="Aptos" pitchFamily="34" charset="-120"/>
              </a:rPr>
              <a:t>Approaches that shape the role of participants and the purpose of inquiry</a:t>
            </a:r>
            <a:endParaRPr lang="en-US" sz="950" dirty="0"/>
          </a:p>
        </p:txBody>
      </p:sp>
      <p:sp>
        <p:nvSpPr>
          <p:cNvPr id="9" name="Shape 6"/>
          <p:cNvSpPr/>
          <p:nvPr/>
        </p:nvSpPr>
        <p:spPr>
          <a:xfrm>
            <a:off x="640080" y="1325880"/>
            <a:ext cx="2743200" cy="4251960"/>
          </a:xfrm>
          <a:prstGeom prst="roundRect">
            <a:avLst>
              <a:gd name="adj" fmla="val 2667"/>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04672" y="1453896"/>
            <a:ext cx="241401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Action research</a:t>
            </a:r>
            <a:endParaRPr lang="en-US" sz="1600" dirty="0"/>
          </a:p>
        </p:txBody>
      </p:sp>
      <p:sp>
        <p:nvSpPr>
          <p:cNvPr id="11" name="Shape 8"/>
          <p:cNvSpPr/>
          <p:nvPr/>
        </p:nvSpPr>
        <p:spPr>
          <a:xfrm>
            <a:off x="80467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04672" y="1911096"/>
            <a:ext cx="2414016" cy="355701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Combines research and action to improve practice or support change. Often linked to community development and participation from problem identification to implementation.</a:t>
            </a:r>
            <a:endParaRPr lang="en-US" dirty="0"/>
          </a:p>
        </p:txBody>
      </p:sp>
      <p:sp>
        <p:nvSpPr>
          <p:cNvPr id="13" name="Shape 10"/>
          <p:cNvSpPr/>
          <p:nvPr/>
        </p:nvSpPr>
        <p:spPr>
          <a:xfrm>
            <a:off x="3611880" y="1325880"/>
            <a:ext cx="2743200" cy="4251960"/>
          </a:xfrm>
          <a:prstGeom prst="roundRect">
            <a:avLst>
              <a:gd name="adj" fmla="val 2667"/>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3776472" y="1453896"/>
            <a:ext cx="241401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Feminist research</a:t>
            </a:r>
            <a:endParaRPr lang="en-US" sz="1600" dirty="0"/>
          </a:p>
        </p:txBody>
      </p:sp>
      <p:sp>
        <p:nvSpPr>
          <p:cNvPr id="15" name="Shape 12"/>
          <p:cNvSpPr/>
          <p:nvPr/>
        </p:nvSpPr>
        <p:spPr>
          <a:xfrm>
            <a:off x="3776472" y="181051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3776472" y="1911096"/>
            <a:ext cx="2414016" cy="355701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Guided by feminist concerns and women’s lived experiences. Seeks to reduce power imbalances and address social inequality.</a:t>
            </a:r>
            <a:endParaRPr lang="en-US" dirty="0"/>
          </a:p>
        </p:txBody>
      </p:sp>
      <p:sp>
        <p:nvSpPr>
          <p:cNvPr id="17" name="Shape 14"/>
          <p:cNvSpPr/>
          <p:nvPr/>
        </p:nvSpPr>
        <p:spPr>
          <a:xfrm>
            <a:off x="6583680" y="1325880"/>
            <a:ext cx="2743200" cy="4251960"/>
          </a:xfrm>
          <a:prstGeom prst="roundRect">
            <a:avLst>
              <a:gd name="adj" fmla="val 2667"/>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6748272" y="1453896"/>
            <a:ext cx="241401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Participatory enquiry</a:t>
            </a:r>
            <a:endParaRPr lang="en-US" sz="1600" dirty="0"/>
          </a:p>
        </p:txBody>
      </p:sp>
      <p:sp>
        <p:nvSpPr>
          <p:cNvPr id="19" name="Shape 16"/>
          <p:cNvSpPr/>
          <p:nvPr/>
        </p:nvSpPr>
        <p:spPr>
          <a:xfrm>
            <a:off x="6748272" y="1810512"/>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6748272" y="1911096"/>
            <a:ext cx="2414016" cy="355701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Actively involves participants or communities in the research process to minimise the gap between researcher and researched.</a:t>
            </a:r>
            <a:endParaRPr lang="en-US" dirty="0"/>
          </a:p>
        </p:txBody>
      </p:sp>
      <p:sp>
        <p:nvSpPr>
          <p:cNvPr id="21" name="Shape 18"/>
          <p:cNvSpPr/>
          <p:nvPr/>
        </p:nvSpPr>
        <p:spPr>
          <a:xfrm>
            <a:off x="9555480" y="1325880"/>
            <a:ext cx="2011680" cy="4251960"/>
          </a:xfrm>
          <a:prstGeom prst="roundRect">
            <a:avLst>
              <a:gd name="adj" fmla="val 3636"/>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22" name="Text 19"/>
          <p:cNvSpPr/>
          <p:nvPr/>
        </p:nvSpPr>
        <p:spPr>
          <a:xfrm>
            <a:off x="9720072" y="1453896"/>
            <a:ext cx="1682496" cy="320040"/>
          </a:xfrm>
          <a:prstGeom prst="rect">
            <a:avLst/>
          </a:prstGeom>
          <a:noFill/>
          <a:ln/>
        </p:spPr>
        <p:txBody>
          <a:bodyPr wrap="square" lIns="0" tIns="0" rIns="0" bIns="0" rtlCol="0" anchor="ctr">
            <a:normAutofit fontScale="85000" lnSpcReduction="10000"/>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Collaborative enquiry</a:t>
            </a:r>
            <a:endParaRPr lang="en-US" sz="1600" dirty="0"/>
          </a:p>
        </p:txBody>
      </p:sp>
      <p:sp>
        <p:nvSpPr>
          <p:cNvPr id="23" name="Shape 20"/>
          <p:cNvSpPr/>
          <p:nvPr/>
        </p:nvSpPr>
        <p:spPr>
          <a:xfrm>
            <a:off x="9720072" y="1810512"/>
            <a:ext cx="777240" cy="0"/>
          </a:xfrm>
          <a:prstGeom prst="line">
            <a:avLst/>
          </a:prstGeom>
          <a:noFill/>
          <a:ln w="22860">
            <a:solidFill>
              <a:srgbClr val="D9A404"/>
            </a:solidFill>
            <a:prstDash val="solid"/>
          </a:ln>
        </p:spPr>
        <p:txBody>
          <a:bodyPr/>
          <a:lstStyle/>
          <a:p>
            <a:endParaRPr lang="en-GB"/>
          </a:p>
        </p:txBody>
      </p:sp>
      <p:sp>
        <p:nvSpPr>
          <p:cNvPr id="24" name="Text 21"/>
          <p:cNvSpPr/>
          <p:nvPr/>
        </p:nvSpPr>
        <p:spPr>
          <a:xfrm>
            <a:off x="9720072" y="1911096"/>
            <a:ext cx="1682496" cy="355701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Emphasises engagement, co-creation, and the dual role of researcher and organiser.</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4">
    <p:bg>
      <p:bgPr>
        <a:solidFill>
          <a:srgbClr val="1D1D1B"/>
        </a:solidFill>
        <a:effectLst/>
      </p:bgPr>
    </p:bg>
    <p:spTree>
      <p:nvGrpSpPr>
        <p:cNvPr id="1" name=""/>
        <p:cNvGrpSpPr/>
        <p:nvPr/>
      </p:nvGrpSpPr>
      <p:grpSpPr>
        <a:xfrm>
          <a:off x="0" y="0"/>
          <a:ext cx="0" cy="0"/>
          <a:chOff x="0" y="0"/>
          <a:chExt cx="0" cy="0"/>
        </a:xfrm>
      </p:grpSpPr>
      <p:sp>
        <p:nvSpPr>
          <p:cNvPr id="2" name="Shape 0"/>
          <p:cNvSpPr/>
          <p:nvPr/>
        </p:nvSpPr>
        <p:spPr>
          <a:xfrm>
            <a:off x="0" y="201168"/>
            <a:ext cx="12191695" cy="6858000"/>
          </a:xfrm>
          <a:prstGeom prst="rect">
            <a:avLst/>
          </a:prstGeom>
          <a:solidFill>
            <a:srgbClr val="1D1D1B"/>
          </a:solidFill>
          <a:ln w="12700">
            <a:solidFill>
              <a:srgbClr val="1D1D1B"/>
            </a:solidFill>
            <a:prstDash val="solid"/>
          </a:ln>
        </p:spPr>
        <p:txBody>
          <a:bodyPr/>
          <a:lstStyle/>
          <a:p>
            <a:endParaRPr lang="en-GB"/>
          </a:p>
        </p:txBody>
      </p:sp>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Shape 3"/>
          <p:cNvSpPr/>
          <p:nvPr/>
        </p:nvSpPr>
        <p:spPr>
          <a:xfrm>
            <a:off x="548640" y="1143000"/>
            <a:ext cx="4023360" cy="4297680"/>
          </a:xfrm>
          <a:prstGeom prst="rect">
            <a:avLst/>
          </a:prstGeom>
          <a:solidFill>
            <a:srgbClr val="171717"/>
          </a:solidFill>
          <a:ln w="12700">
            <a:solidFill>
              <a:srgbClr val="2A2A2A"/>
            </a:solidFill>
            <a:prstDash val="solid"/>
          </a:ln>
        </p:spPr>
        <p:txBody>
          <a:bodyPr/>
          <a:lstStyle/>
          <a:p>
            <a:endParaRPr lang="en-GB"/>
          </a:p>
        </p:txBody>
      </p:sp>
      <p:sp>
        <p:nvSpPr>
          <p:cNvPr id="7" name="Text 4"/>
          <p:cNvSpPr/>
          <p:nvPr/>
        </p:nvSpPr>
        <p:spPr>
          <a:xfrm>
            <a:off x="868680" y="1554480"/>
            <a:ext cx="2560320" cy="228600"/>
          </a:xfrm>
          <a:prstGeom prst="rect">
            <a:avLst/>
          </a:prstGeom>
          <a:noFill/>
          <a:ln/>
        </p:spPr>
        <p:txBody>
          <a:bodyPr wrap="square" lIns="0" tIns="0" rIns="0" bIns="0" rtlCol="0" anchor="ctr"/>
          <a:lstStyle/>
          <a:p>
            <a:pPr marL="0" indent="0">
              <a:buNone/>
            </a:pPr>
            <a:r>
              <a:rPr lang="en-US" sz="2400" b="1" dirty="0">
                <a:solidFill>
                  <a:srgbClr val="D9A404"/>
                </a:solidFill>
                <a:latin typeface="Aptos" pitchFamily="34" charset="0"/>
                <a:ea typeface="Aptos" pitchFamily="34" charset="-122"/>
                <a:cs typeface="Aptos" pitchFamily="34" charset="-120"/>
              </a:rPr>
              <a:t>MIXED METHODS</a:t>
            </a:r>
            <a:endParaRPr lang="en-US" sz="2400" dirty="0"/>
          </a:p>
        </p:txBody>
      </p:sp>
      <p:sp>
        <p:nvSpPr>
          <p:cNvPr id="8" name="Text 5"/>
          <p:cNvSpPr/>
          <p:nvPr/>
        </p:nvSpPr>
        <p:spPr>
          <a:xfrm>
            <a:off x="868680" y="1874520"/>
            <a:ext cx="3657600" cy="155448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Creswell’s core designs for integrating qualitative and quantitative data</a:t>
            </a:r>
            <a:endParaRPr lang="en-US" sz="2600" dirty="0"/>
          </a:p>
        </p:txBody>
      </p:sp>
      <p:sp>
        <p:nvSpPr>
          <p:cNvPr id="9" name="Text 6"/>
          <p:cNvSpPr/>
          <p:nvPr/>
        </p:nvSpPr>
        <p:spPr>
          <a:xfrm>
            <a:off x="868680" y="3840480"/>
            <a:ext cx="3383280" cy="914400"/>
          </a:xfrm>
          <a:prstGeom prst="rect">
            <a:avLst/>
          </a:prstGeom>
          <a:noFill/>
          <a:ln/>
        </p:spPr>
        <p:txBody>
          <a:bodyPr wrap="square" lIns="0" tIns="0" rIns="0" bIns="0" rtlCol="0" anchor="ctr">
            <a:noAutofit/>
          </a:bodyPr>
          <a:lstStyle/>
          <a:p>
            <a:pPr marL="0" indent="0">
              <a:buNone/>
            </a:pPr>
            <a:r>
              <a:rPr lang="en-US" dirty="0">
                <a:solidFill>
                  <a:srgbClr val="D4D4D4"/>
                </a:solidFill>
                <a:latin typeface="Aptos" pitchFamily="34" charset="0"/>
                <a:ea typeface="Aptos" pitchFamily="34" charset="-122"/>
                <a:cs typeface="Aptos" pitchFamily="34" charset="-120"/>
              </a:rPr>
              <a:t>Mixed methods intentionally combines data types so that the strengths of one strand help compensate for the limits of the other.</a:t>
            </a:r>
            <a:endParaRPr lang="en-US" dirty="0"/>
          </a:p>
        </p:txBody>
      </p:sp>
      <p:sp>
        <p:nvSpPr>
          <p:cNvPr id="10" name="Shape 7"/>
          <p:cNvSpPr/>
          <p:nvPr/>
        </p:nvSpPr>
        <p:spPr>
          <a:xfrm>
            <a:off x="5213408" y="3091070"/>
            <a:ext cx="3383280" cy="0"/>
          </a:xfrm>
          <a:prstGeom prst="line">
            <a:avLst/>
          </a:prstGeom>
          <a:noFill/>
          <a:ln w="27940">
            <a:solidFill>
              <a:srgbClr val="D9A404"/>
            </a:solidFill>
            <a:prstDash val="solid"/>
          </a:ln>
        </p:spPr>
        <p:txBody>
          <a:bodyPr/>
          <a:lstStyle/>
          <a:p>
            <a:endParaRPr lang="en-GB"/>
          </a:p>
        </p:txBody>
      </p:sp>
      <p:sp>
        <p:nvSpPr>
          <p:cNvPr id="11" name="Text 8"/>
          <p:cNvSpPr/>
          <p:nvPr/>
        </p:nvSpPr>
        <p:spPr>
          <a:xfrm>
            <a:off x="5166360" y="2651760"/>
            <a:ext cx="5303520" cy="411480"/>
          </a:xfrm>
          <a:prstGeom prst="rect">
            <a:avLst/>
          </a:prstGeom>
          <a:noFill/>
          <a:ln/>
        </p:spPr>
        <p:txBody>
          <a:bodyPr wrap="square" lIns="0" tIns="0" rIns="0" bIns="0" rtlCol="0" anchor="ctr"/>
          <a:lstStyle/>
          <a:p>
            <a:pPr marL="0" indent="0">
              <a:buNone/>
            </a:pPr>
            <a:r>
              <a:rPr lang="en-US" sz="2200" b="1" dirty="0">
                <a:solidFill>
                  <a:srgbClr val="FFFFFF"/>
                </a:solidFill>
                <a:latin typeface="Aptos" pitchFamily="34" charset="0"/>
                <a:ea typeface="Aptos" pitchFamily="34" charset="-122"/>
                <a:cs typeface="Aptos" pitchFamily="34" charset="-120"/>
              </a:rPr>
              <a:t>Selecting a Study Design</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CORE MIXED METHODS DESIGNS</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666666"/>
                </a:solidFill>
                <a:latin typeface="Aptos" pitchFamily="34" charset="0"/>
                <a:ea typeface="Aptos" pitchFamily="34" charset="-122"/>
                <a:cs typeface="Aptos" pitchFamily="34" charset="-120"/>
              </a:rPr>
              <a:t>Three primary structures used in most mixed methods studies</a:t>
            </a:r>
            <a:endParaRPr lang="en-US" sz="950" dirty="0"/>
          </a:p>
        </p:txBody>
      </p:sp>
      <p:sp>
        <p:nvSpPr>
          <p:cNvPr id="9" name="Shape 6"/>
          <p:cNvSpPr/>
          <p:nvPr/>
        </p:nvSpPr>
        <p:spPr>
          <a:xfrm>
            <a:off x="658368" y="1325880"/>
            <a:ext cx="3611880" cy="4343400"/>
          </a:xfrm>
          <a:prstGeom prst="roundRect">
            <a:avLst>
              <a:gd name="adj" fmla="val 2025"/>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22960" y="1590921"/>
            <a:ext cx="3282696" cy="448056"/>
          </a:xfrm>
          <a:prstGeom prst="rect">
            <a:avLst/>
          </a:prstGeom>
          <a:noFill/>
          <a:ln/>
        </p:spPr>
        <p:txBody>
          <a:bodyPr wrap="square" lIns="0" tIns="0" rIns="0" bIns="0" rtlCol="0" anchor="ctr">
            <a:no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Convergent parallel</a:t>
            </a:r>
            <a:endParaRPr lang="en-US" dirty="0"/>
          </a:p>
          <a:p>
            <a:pPr marL="0" indent="0">
              <a:buNone/>
            </a:pPr>
            <a:r>
              <a:rPr lang="en-US" b="1" dirty="0">
                <a:solidFill>
                  <a:srgbClr val="111111"/>
                </a:solidFill>
                <a:latin typeface="Aptos Display" pitchFamily="34" charset="0"/>
                <a:ea typeface="Aptos Display" pitchFamily="34" charset="-122"/>
                <a:cs typeface="Aptos Display" pitchFamily="34" charset="-120"/>
              </a:rPr>
              <a:t>(QUAN + QUAL)</a:t>
            </a:r>
            <a:endParaRPr lang="en-US" dirty="0"/>
          </a:p>
        </p:txBody>
      </p:sp>
      <p:sp>
        <p:nvSpPr>
          <p:cNvPr id="12" name="Text 9"/>
          <p:cNvSpPr/>
          <p:nvPr/>
        </p:nvSpPr>
        <p:spPr>
          <a:xfrm>
            <a:off x="822960" y="1911096"/>
            <a:ext cx="3282696" cy="364845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Collect quantitative and qualitative data at roughly the same time.</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Analyse them separately.</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Merge the results to compare whether they confirm, expand, or challenge each other.</a:t>
            </a:r>
            <a:endParaRPr lang="en-US" dirty="0"/>
          </a:p>
        </p:txBody>
      </p:sp>
      <p:sp>
        <p:nvSpPr>
          <p:cNvPr id="13" name="Shape 10"/>
          <p:cNvSpPr/>
          <p:nvPr/>
        </p:nvSpPr>
        <p:spPr>
          <a:xfrm>
            <a:off x="4407408" y="1325880"/>
            <a:ext cx="3611880" cy="4343400"/>
          </a:xfrm>
          <a:prstGeom prst="roundRect">
            <a:avLst>
              <a:gd name="adj" fmla="val 2025"/>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4572000" y="1652677"/>
            <a:ext cx="3282696" cy="320040"/>
          </a:xfrm>
          <a:prstGeom prst="rect">
            <a:avLst/>
          </a:prstGeom>
          <a:noFill/>
          <a:ln/>
        </p:spPr>
        <p:txBody>
          <a:bodyPr wrap="square" lIns="0" tIns="0" rIns="0" bIns="0" rtlCol="0" anchor="ctr">
            <a:no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Explanatory sequential</a:t>
            </a:r>
            <a:endParaRPr lang="en-US" dirty="0"/>
          </a:p>
          <a:p>
            <a:pPr marL="0" indent="0">
              <a:buNone/>
            </a:pPr>
            <a:r>
              <a:rPr lang="en-US" b="1" dirty="0">
                <a:solidFill>
                  <a:srgbClr val="111111"/>
                </a:solidFill>
                <a:latin typeface="Aptos Display" pitchFamily="34" charset="0"/>
                <a:ea typeface="Aptos Display" pitchFamily="34" charset="-122"/>
                <a:cs typeface="Aptos Display" pitchFamily="34" charset="-120"/>
              </a:rPr>
              <a:t>(QUAN → qual)</a:t>
            </a:r>
            <a:endParaRPr lang="en-US" dirty="0"/>
          </a:p>
        </p:txBody>
      </p:sp>
      <p:sp>
        <p:nvSpPr>
          <p:cNvPr id="16" name="Text 13"/>
          <p:cNvSpPr/>
          <p:nvPr/>
        </p:nvSpPr>
        <p:spPr>
          <a:xfrm>
            <a:off x="4572000" y="1911096"/>
            <a:ext cx="3282696" cy="364845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Start with a quantitative phase to identify patterns or trends.</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Follow with qualitative data to explain the quantitative results in more depth.</a:t>
            </a:r>
            <a:endParaRPr lang="en-US" dirty="0"/>
          </a:p>
        </p:txBody>
      </p:sp>
      <p:sp>
        <p:nvSpPr>
          <p:cNvPr id="17" name="Shape 14"/>
          <p:cNvSpPr/>
          <p:nvPr/>
        </p:nvSpPr>
        <p:spPr>
          <a:xfrm>
            <a:off x="8156448" y="1325880"/>
            <a:ext cx="3383280" cy="4343400"/>
          </a:xfrm>
          <a:prstGeom prst="roundRect">
            <a:avLst>
              <a:gd name="adj" fmla="val 2162"/>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8321040" y="1665929"/>
            <a:ext cx="3054096" cy="320040"/>
          </a:xfrm>
          <a:prstGeom prst="rect">
            <a:avLst/>
          </a:prstGeom>
          <a:noFill/>
          <a:ln/>
        </p:spPr>
        <p:txBody>
          <a:bodyPr wrap="square" lIns="0" tIns="0" rIns="0" bIns="0" rtlCol="0" anchor="ctr">
            <a:no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Exploratory sequential</a:t>
            </a:r>
            <a:endParaRPr lang="en-US" dirty="0"/>
          </a:p>
          <a:p>
            <a:pPr marL="0" indent="0">
              <a:buNone/>
            </a:pPr>
            <a:r>
              <a:rPr lang="en-US" b="1" dirty="0">
                <a:solidFill>
                  <a:srgbClr val="111111"/>
                </a:solidFill>
                <a:latin typeface="Aptos Display" pitchFamily="34" charset="0"/>
                <a:ea typeface="Aptos Display" pitchFamily="34" charset="-122"/>
                <a:cs typeface="Aptos Display" pitchFamily="34" charset="-120"/>
              </a:rPr>
              <a:t>(QUAL → quan)</a:t>
            </a:r>
            <a:endParaRPr lang="en-US" dirty="0"/>
          </a:p>
        </p:txBody>
      </p:sp>
      <p:sp>
        <p:nvSpPr>
          <p:cNvPr id="20" name="Text 17"/>
          <p:cNvSpPr/>
          <p:nvPr/>
        </p:nvSpPr>
        <p:spPr>
          <a:xfrm>
            <a:off x="8321040" y="1911096"/>
            <a:ext cx="3054096" cy="364845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Start with qualitative exploration.</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Use the findings to build a quantitative tool, scale, or instrument that can be tested with a larger population.</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a:extLst>
            <a:ext uri="{FF2B5EF4-FFF2-40B4-BE49-F238E27FC236}">
              <a16:creationId xmlns:a16="http://schemas.microsoft.com/office/drawing/2014/main" id="{BDD16F5B-BC37-BC78-98B6-834EC9BB238E}"/>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19EBAF94-C32B-9C49-C706-A8F0CAB6F923}"/>
              </a:ext>
            </a:extLst>
          </p:cNvPr>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a:extLst>
              <a:ext uri="{FF2B5EF4-FFF2-40B4-BE49-F238E27FC236}">
                <a16:creationId xmlns:a16="http://schemas.microsoft.com/office/drawing/2014/main" id="{29BF6BC5-538E-D971-2A67-6B2E2DF5939D}"/>
              </a:ext>
            </a:extLst>
          </p:cNvPr>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a:extLst>
              <a:ext uri="{FF2B5EF4-FFF2-40B4-BE49-F238E27FC236}">
                <a16:creationId xmlns:a16="http://schemas.microsoft.com/office/drawing/2014/main" id="{BB2096C6-7823-3B13-9247-225A88445AE4}"/>
              </a:ext>
            </a:extLst>
          </p:cNvPr>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CORE MIXED METHODS DESIGNS</a:t>
            </a:r>
            <a:endParaRPr lang="en-US" sz="2200" dirty="0"/>
          </a:p>
        </p:txBody>
      </p:sp>
      <p:sp>
        <p:nvSpPr>
          <p:cNvPr id="7" name="Shape 4">
            <a:extLst>
              <a:ext uri="{FF2B5EF4-FFF2-40B4-BE49-F238E27FC236}">
                <a16:creationId xmlns:a16="http://schemas.microsoft.com/office/drawing/2014/main" id="{8F390CA7-AAF7-A03A-1BE2-205F873AB285}"/>
              </a:ext>
            </a:extLst>
          </p:cNvPr>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a:extLst>
              <a:ext uri="{FF2B5EF4-FFF2-40B4-BE49-F238E27FC236}">
                <a16:creationId xmlns:a16="http://schemas.microsoft.com/office/drawing/2014/main" id="{DF63AA4A-4905-320F-D4F6-4A7EB754BE48}"/>
              </a:ext>
            </a:extLst>
          </p:cNvPr>
          <p:cNvSpPr/>
          <p:nvPr/>
        </p:nvSpPr>
        <p:spPr>
          <a:xfrm>
            <a:off x="548640" y="932688"/>
            <a:ext cx="8046720" cy="228600"/>
          </a:xfrm>
          <a:prstGeom prst="rect">
            <a:avLst/>
          </a:prstGeom>
          <a:noFill/>
          <a:ln/>
        </p:spPr>
        <p:txBody>
          <a:bodyPr wrap="square" lIns="0" tIns="0" rIns="0" bIns="0" rtlCol="0" anchor="ctr"/>
          <a:lstStyle/>
          <a:p>
            <a:r>
              <a:rPr lang="en-ZA" sz="1000" dirty="0"/>
              <a:t>IT examples for each design</a:t>
            </a:r>
            <a:endParaRPr lang="en-US" sz="950" dirty="0"/>
          </a:p>
        </p:txBody>
      </p:sp>
      <p:sp>
        <p:nvSpPr>
          <p:cNvPr id="9" name="Shape 6">
            <a:extLst>
              <a:ext uri="{FF2B5EF4-FFF2-40B4-BE49-F238E27FC236}">
                <a16:creationId xmlns:a16="http://schemas.microsoft.com/office/drawing/2014/main" id="{E19A049B-65CC-24DE-DD96-75E8430A8393}"/>
              </a:ext>
            </a:extLst>
          </p:cNvPr>
          <p:cNvSpPr/>
          <p:nvPr/>
        </p:nvSpPr>
        <p:spPr>
          <a:xfrm>
            <a:off x="658368" y="1325880"/>
            <a:ext cx="3611880" cy="4343400"/>
          </a:xfrm>
          <a:prstGeom prst="roundRect">
            <a:avLst>
              <a:gd name="adj" fmla="val 2025"/>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a:extLst>
              <a:ext uri="{FF2B5EF4-FFF2-40B4-BE49-F238E27FC236}">
                <a16:creationId xmlns:a16="http://schemas.microsoft.com/office/drawing/2014/main" id="{0C90CCBC-7E06-DE26-8487-6436AF30ABCF}"/>
              </a:ext>
            </a:extLst>
          </p:cNvPr>
          <p:cNvSpPr/>
          <p:nvPr/>
        </p:nvSpPr>
        <p:spPr>
          <a:xfrm>
            <a:off x="822960" y="1590921"/>
            <a:ext cx="3282696" cy="448056"/>
          </a:xfrm>
          <a:prstGeom prst="rect">
            <a:avLst/>
          </a:prstGeom>
          <a:noFill/>
          <a:ln/>
        </p:spPr>
        <p:txBody>
          <a:bodyPr wrap="square" lIns="0" tIns="0" rIns="0" bIns="0" rtlCol="0" anchor="ctr">
            <a:no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Convergent parallel</a:t>
            </a:r>
            <a:endParaRPr lang="en-US" dirty="0"/>
          </a:p>
          <a:p>
            <a:pPr marL="0" indent="0">
              <a:buNone/>
            </a:pPr>
            <a:r>
              <a:rPr lang="en-US" b="1" dirty="0">
                <a:solidFill>
                  <a:srgbClr val="111111"/>
                </a:solidFill>
                <a:latin typeface="Aptos Display" pitchFamily="34" charset="0"/>
                <a:ea typeface="Aptos Display" pitchFamily="34" charset="-122"/>
                <a:cs typeface="Aptos Display" pitchFamily="34" charset="-120"/>
              </a:rPr>
              <a:t>(QUAN + QUAL)</a:t>
            </a:r>
            <a:endParaRPr lang="en-US" dirty="0"/>
          </a:p>
        </p:txBody>
      </p:sp>
      <p:sp>
        <p:nvSpPr>
          <p:cNvPr id="12" name="Text 9">
            <a:extLst>
              <a:ext uri="{FF2B5EF4-FFF2-40B4-BE49-F238E27FC236}">
                <a16:creationId xmlns:a16="http://schemas.microsoft.com/office/drawing/2014/main" id="{74B00B2A-EF3E-E9FF-ED6B-A7DD53B3BB96}"/>
              </a:ext>
            </a:extLst>
          </p:cNvPr>
          <p:cNvSpPr/>
          <p:nvPr/>
        </p:nvSpPr>
        <p:spPr>
          <a:xfrm>
            <a:off x="822960" y="1911096"/>
            <a:ext cx="3282696" cy="3648456"/>
          </a:xfrm>
          <a:prstGeom prst="rect">
            <a:avLst/>
          </a:prstGeom>
          <a:noFill/>
          <a:ln/>
        </p:spPr>
        <p:txBody>
          <a:bodyPr wrap="square" lIns="0" tIns="0" rIns="0" bIns="0" rtlCol="0" anchor="ctr">
            <a:normAutofit/>
          </a:bodyPr>
          <a:lstStyle/>
          <a:p>
            <a:r>
              <a:rPr lang="en-US" dirty="0">
                <a:solidFill>
                  <a:srgbClr val="4A4A4A"/>
                </a:solidFill>
                <a:latin typeface="Aptos" pitchFamily="34" charset="0"/>
                <a:ea typeface="Aptos" pitchFamily="34" charset="-122"/>
                <a:cs typeface="Aptos" pitchFamily="34" charset="-120"/>
              </a:rPr>
              <a:t>A researcher studies student satisfaction with a university's learning management system. At the same time, they collect survey data on usability scores and interview data on student experiences. The two sets are </a:t>
            </a:r>
            <a:r>
              <a:rPr lang="en-US" dirty="0" err="1">
                <a:solidFill>
                  <a:srgbClr val="4A4A4A"/>
                </a:solidFill>
                <a:latin typeface="Aptos" pitchFamily="34" charset="0"/>
                <a:ea typeface="Aptos" pitchFamily="34" charset="-122"/>
                <a:cs typeface="Aptos" pitchFamily="34" charset="-120"/>
              </a:rPr>
              <a:t>analysed</a:t>
            </a:r>
            <a:r>
              <a:rPr lang="en-US" dirty="0">
                <a:solidFill>
                  <a:srgbClr val="4A4A4A"/>
                </a:solidFill>
                <a:latin typeface="Aptos" pitchFamily="34" charset="0"/>
                <a:ea typeface="Aptos" pitchFamily="34" charset="-122"/>
                <a:cs typeface="Aptos" pitchFamily="34" charset="-120"/>
              </a:rPr>
              <a:t> separately and then merged to see whether the interview themes support or challenge the survey results.</a:t>
            </a:r>
            <a:endParaRPr lang="en-US" dirty="0"/>
          </a:p>
        </p:txBody>
      </p:sp>
      <p:sp>
        <p:nvSpPr>
          <p:cNvPr id="13" name="Shape 10">
            <a:extLst>
              <a:ext uri="{FF2B5EF4-FFF2-40B4-BE49-F238E27FC236}">
                <a16:creationId xmlns:a16="http://schemas.microsoft.com/office/drawing/2014/main" id="{D331CAD6-85D0-855E-2E94-043620E9FAE1}"/>
              </a:ext>
            </a:extLst>
          </p:cNvPr>
          <p:cNvSpPr/>
          <p:nvPr/>
        </p:nvSpPr>
        <p:spPr>
          <a:xfrm>
            <a:off x="4407408" y="1325880"/>
            <a:ext cx="3611880" cy="4343400"/>
          </a:xfrm>
          <a:prstGeom prst="roundRect">
            <a:avLst>
              <a:gd name="adj" fmla="val 2025"/>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a:extLst>
              <a:ext uri="{FF2B5EF4-FFF2-40B4-BE49-F238E27FC236}">
                <a16:creationId xmlns:a16="http://schemas.microsoft.com/office/drawing/2014/main" id="{49C14F05-C41D-5C67-0DC4-A8FC22C1619C}"/>
              </a:ext>
            </a:extLst>
          </p:cNvPr>
          <p:cNvSpPr/>
          <p:nvPr/>
        </p:nvSpPr>
        <p:spPr>
          <a:xfrm>
            <a:off x="4572000" y="1652677"/>
            <a:ext cx="3282696" cy="320040"/>
          </a:xfrm>
          <a:prstGeom prst="rect">
            <a:avLst/>
          </a:prstGeom>
          <a:noFill/>
          <a:ln/>
        </p:spPr>
        <p:txBody>
          <a:bodyPr wrap="square" lIns="0" tIns="0" rIns="0" bIns="0" rtlCol="0" anchor="ctr">
            <a:no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Explanatory sequential</a:t>
            </a:r>
            <a:endParaRPr lang="en-US" dirty="0"/>
          </a:p>
          <a:p>
            <a:pPr marL="0" indent="0">
              <a:buNone/>
            </a:pPr>
            <a:r>
              <a:rPr lang="en-US" b="1" dirty="0">
                <a:solidFill>
                  <a:srgbClr val="111111"/>
                </a:solidFill>
                <a:latin typeface="Aptos Display" pitchFamily="34" charset="0"/>
                <a:ea typeface="Aptos Display" pitchFamily="34" charset="-122"/>
                <a:cs typeface="Aptos Display" pitchFamily="34" charset="-120"/>
              </a:rPr>
              <a:t>(QUAN → qual)</a:t>
            </a:r>
            <a:endParaRPr lang="en-US" dirty="0"/>
          </a:p>
        </p:txBody>
      </p:sp>
      <p:sp>
        <p:nvSpPr>
          <p:cNvPr id="16" name="Text 13">
            <a:extLst>
              <a:ext uri="{FF2B5EF4-FFF2-40B4-BE49-F238E27FC236}">
                <a16:creationId xmlns:a16="http://schemas.microsoft.com/office/drawing/2014/main" id="{FDEB838C-7DF1-8572-E667-2D04F26A9B49}"/>
              </a:ext>
            </a:extLst>
          </p:cNvPr>
          <p:cNvSpPr/>
          <p:nvPr/>
        </p:nvSpPr>
        <p:spPr>
          <a:xfrm>
            <a:off x="4572000" y="1911096"/>
            <a:ext cx="3282696" cy="3648456"/>
          </a:xfrm>
          <a:prstGeom prst="rect">
            <a:avLst/>
          </a:prstGeom>
          <a:noFill/>
          <a:ln/>
        </p:spPr>
        <p:txBody>
          <a:bodyPr wrap="square" lIns="0" tIns="0" rIns="0" bIns="0" rtlCol="0" anchor="ctr">
            <a:normAutofit/>
          </a:bodyPr>
          <a:lstStyle/>
          <a:p>
            <a:r>
              <a:rPr lang="en-US" dirty="0">
                <a:solidFill>
                  <a:srgbClr val="4A4A4A"/>
                </a:solidFill>
                <a:latin typeface="Aptos" pitchFamily="34" charset="0"/>
                <a:ea typeface="Aptos" pitchFamily="34" charset="-122"/>
                <a:cs typeface="Aptos" pitchFamily="34" charset="-120"/>
              </a:rPr>
              <a:t>A researcher first distributes a survey to IT staff to measure the adoption of multi-factor authentication across departments. The results show that one department has unusually low adoption. The researcher then conducts follow-up interviews with staff in that department to explain why adoption is low.</a:t>
            </a:r>
            <a:endParaRPr lang="en-US" dirty="0"/>
          </a:p>
        </p:txBody>
      </p:sp>
      <p:sp>
        <p:nvSpPr>
          <p:cNvPr id="17" name="Shape 14">
            <a:extLst>
              <a:ext uri="{FF2B5EF4-FFF2-40B4-BE49-F238E27FC236}">
                <a16:creationId xmlns:a16="http://schemas.microsoft.com/office/drawing/2014/main" id="{9F5E0922-93C9-D2CC-A9E3-DADDB8E67912}"/>
              </a:ext>
            </a:extLst>
          </p:cNvPr>
          <p:cNvSpPr/>
          <p:nvPr/>
        </p:nvSpPr>
        <p:spPr>
          <a:xfrm>
            <a:off x="8156448" y="1325880"/>
            <a:ext cx="3383280" cy="4343400"/>
          </a:xfrm>
          <a:prstGeom prst="roundRect">
            <a:avLst>
              <a:gd name="adj" fmla="val 2162"/>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a:extLst>
              <a:ext uri="{FF2B5EF4-FFF2-40B4-BE49-F238E27FC236}">
                <a16:creationId xmlns:a16="http://schemas.microsoft.com/office/drawing/2014/main" id="{B9555E4D-9CF1-502D-B742-637089850627}"/>
              </a:ext>
            </a:extLst>
          </p:cNvPr>
          <p:cNvSpPr/>
          <p:nvPr/>
        </p:nvSpPr>
        <p:spPr>
          <a:xfrm>
            <a:off x="8321040" y="1665929"/>
            <a:ext cx="3054096" cy="320040"/>
          </a:xfrm>
          <a:prstGeom prst="rect">
            <a:avLst/>
          </a:prstGeom>
          <a:noFill/>
          <a:ln/>
        </p:spPr>
        <p:txBody>
          <a:bodyPr wrap="square" lIns="0" tIns="0" rIns="0" bIns="0" rtlCol="0" anchor="ctr">
            <a:no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Exploratory sequential</a:t>
            </a:r>
            <a:endParaRPr lang="en-US" dirty="0"/>
          </a:p>
          <a:p>
            <a:pPr marL="0" indent="0">
              <a:buNone/>
            </a:pPr>
            <a:r>
              <a:rPr lang="en-US" b="1" dirty="0">
                <a:solidFill>
                  <a:srgbClr val="111111"/>
                </a:solidFill>
                <a:latin typeface="Aptos Display" pitchFamily="34" charset="0"/>
                <a:ea typeface="Aptos Display" pitchFamily="34" charset="-122"/>
                <a:cs typeface="Aptos Display" pitchFamily="34" charset="-120"/>
              </a:rPr>
              <a:t>(QUAL → quan)</a:t>
            </a:r>
            <a:endParaRPr lang="en-US" dirty="0"/>
          </a:p>
        </p:txBody>
      </p:sp>
      <p:sp>
        <p:nvSpPr>
          <p:cNvPr id="20" name="Text 17">
            <a:extLst>
              <a:ext uri="{FF2B5EF4-FFF2-40B4-BE49-F238E27FC236}">
                <a16:creationId xmlns:a16="http://schemas.microsoft.com/office/drawing/2014/main" id="{13675EB9-704B-328B-DD57-F640FCE7F234}"/>
              </a:ext>
            </a:extLst>
          </p:cNvPr>
          <p:cNvSpPr/>
          <p:nvPr/>
        </p:nvSpPr>
        <p:spPr>
          <a:xfrm>
            <a:off x="8321040" y="1911096"/>
            <a:ext cx="3054096" cy="3648456"/>
          </a:xfrm>
          <a:prstGeom prst="rect">
            <a:avLst/>
          </a:prstGeom>
          <a:noFill/>
          <a:ln/>
        </p:spPr>
        <p:txBody>
          <a:bodyPr wrap="square" lIns="0" tIns="0" rIns="0" bIns="0" rtlCol="0" anchor="ctr">
            <a:normAutofit/>
          </a:bodyPr>
          <a:lstStyle/>
          <a:p>
            <a:r>
              <a:rPr lang="en-US" dirty="0">
                <a:solidFill>
                  <a:srgbClr val="4A4A4A"/>
                </a:solidFill>
                <a:latin typeface="Aptos" pitchFamily="34" charset="0"/>
                <a:ea typeface="Aptos" pitchFamily="34" charset="-122"/>
                <a:cs typeface="Aptos" pitchFamily="34" charset="-120"/>
              </a:rPr>
              <a:t>A researcher begins by conducting focus groups with software developers to explore the challenges they face when using AI code assistants. The themes from these discussions are then used to design a questionnaire distributed to a larger group of developers to gauge how common those challenges are.</a:t>
            </a:r>
            <a:endParaRPr lang="en-US" dirty="0"/>
          </a:p>
        </p:txBody>
      </p:sp>
    </p:spTree>
    <p:extLst>
      <p:ext uri="{BB962C8B-B14F-4D97-AF65-F5344CB8AC3E}">
        <p14:creationId xmlns:p14="http://schemas.microsoft.com/office/powerpoint/2010/main" val="2231998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7">
    <p:bg>
      <p:bgPr>
        <a:solidFill>
          <a:schemeClr val="tx1"/>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chemeClr val="bg1"/>
                </a:solidFill>
                <a:latin typeface="Aptos Display" pitchFamily="34" charset="0"/>
                <a:ea typeface="Aptos Display" pitchFamily="34" charset="-122"/>
                <a:cs typeface="Aptos Display" pitchFamily="34" charset="-120"/>
              </a:rPr>
              <a:t>MIXED METHODS IN ICT RESEARCH</a:t>
            </a:r>
            <a:endParaRPr lang="en-US" sz="2200" dirty="0">
              <a:solidFill>
                <a:schemeClr val="bg1"/>
              </a:solidFill>
            </a:endParaRPr>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chemeClr val="bg1"/>
                </a:solidFill>
                <a:latin typeface="Aptos" pitchFamily="34" charset="0"/>
                <a:ea typeface="Aptos" pitchFamily="34" charset="-122"/>
                <a:cs typeface="Aptos" pitchFamily="34" charset="-120"/>
              </a:rPr>
              <a:t>How the three core designs are applied in practice</a:t>
            </a:r>
            <a:endParaRPr lang="en-US" sz="950" dirty="0">
              <a:solidFill>
                <a:schemeClr val="bg1"/>
              </a:solidFill>
            </a:endParaRPr>
          </a:p>
        </p:txBody>
      </p:sp>
      <p:sp>
        <p:nvSpPr>
          <p:cNvPr id="9" name="Shape 6"/>
          <p:cNvSpPr/>
          <p:nvPr/>
        </p:nvSpPr>
        <p:spPr>
          <a:xfrm>
            <a:off x="640080" y="1325880"/>
            <a:ext cx="3520440" cy="429768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04672" y="1453896"/>
            <a:ext cx="319125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Explanatory sequential</a:t>
            </a:r>
            <a:endParaRPr lang="en-US" sz="1600" dirty="0"/>
          </a:p>
        </p:txBody>
      </p:sp>
      <p:sp>
        <p:nvSpPr>
          <p:cNvPr id="11" name="Shape 8"/>
          <p:cNvSpPr/>
          <p:nvPr/>
        </p:nvSpPr>
        <p:spPr>
          <a:xfrm>
            <a:off x="80467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04672" y="2030364"/>
            <a:ext cx="3191256" cy="3602736"/>
          </a:xfrm>
          <a:prstGeom prst="rect">
            <a:avLst/>
          </a:prstGeom>
          <a:noFill/>
          <a:ln/>
        </p:spPr>
        <p:txBody>
          <a:bodyPr wrap="square" lIns="0" tIns="0" rIns="0" bIns="0" rtlCol="0" anchor="t">
            <a:normAutofit/>
          </a:bodyPr>
          <a:lstStyle/>
          <a:p>
            <a:pPr marL="0" indent="0">
              <a:buNone/>
            </a:pPr>
            <a:r>
              <a:rPr lang="en-US" dirty="0">
                <a:solidFill>
                  <a:srgbClr val="4A4A4A"/>
                </a:solidFill>
                <a:latin typeface="Aptos" pitchFamily="34" charset="0"/>
                <a:ea typeface="Aptos" pitchFamily="34" charset="-122"/>
                <a:cs typeface="Aptos" pitchFamily="34" charset="-120"/>
              </a:rPr>
              <a:t>Common when survey or platform data reveals an unexpected pattern.</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ICT example: large-scale data shows low e-government adoption; interviews with managers and users explain why.</a:t>
            </a:r>
            <a:endParaRPr lang="en-US" dirty="0"/>
          </a:p>
        </p:txBody>
      </p:sp>
      <p:sp>
        <p:nvSpPr>
          <p:cNvPr id="13" name="Shape 10"/>
          <p:cNvSpPr/>
          <p:nvPr/>
        </p:nvSpPr>
        <p:spPr>
          <a:xfrm>
            <a:off x="4325112" y="1325880"/>
            <a:ext cx="3520440" cy="429768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4489704" y="1453896"/>
            <a:ext cx="319125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Exploratory sequential</a:t>
            </a:r>
            <a:endParaRPr lang="en-US" sz="1600" dirty="0"/>
          </a:p>
        </p:txBody>
      </p:sp>
      <p:sp>
        <p:nvSpPr>
          <p:cNvPr id="15" name="Shape 12"/>
          <p:cNvSpPr/>
          <p:nvPr/>
        </p:nvSpPr>
        <p:spPr>
          <a:xfrm>
            <a:off x="4489704" y="181051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4489704" y="2030364"/>
            <a:ext cx="3191256" cy="3602736"/>
          </a:xfrm>
          <a:prstGeom prst="rect">
            <a:avLst/>
          </a:prstGeom>
          <a:noFill/>
          <a:ln/>
        </p:spPr>
        <p:txBody>
          <a:bodyPr wrap="square" lIns="0" tIns="0" rIns="0" bIns="0" rtlCol="0" anchor="t">
            <a:normAutofit/>
          </a:bodyPr>
          <a:lstStyle/>
          <a:p>
            <a:pPr marL="0" indent="0">
              <a:buNone/>
            </a:pPr>
            <a:r>
              <a:rPr lang="en-US" dirty="0">
                <a:solidFill>
                  <a:srgbClr val="4A4A4A"/>
                </a:solidFill>
                <a:latin typeface="Aptos" pitchFamily="34" charset="0"/>
                <a:ea typeface="Aptos" pitchFamily="34" charset="-122"/>
                <a:cs typeface="Aptos" pitchFamily="34" charset="-120"/>
              </a:rPr>
              <a:t>Useful when developing new ICT tools, scales, or requirements.</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ICT example: interviews reveal student pain points in online learning, then those themes become survey items or feature requirements.</a:t>
            </a:r>
            <a:endParaRPr lang="en-US" dirty="0"/>
          </a:p>
        </p:txBody>
      </p:sp>
      <p:sp>
        <p:nvSpPr>
          <p:cNvPr id="17" name="Shape 14"/>
          <p:cNvSpPr/>
          <p:nvPr/>
        </p:nvSpPr>
        <p:spPr>
          <a:xfrm>
            <a:off x="8010144" y="1325880"/>
            <a:ext cx="3520440" cy="4297680"/>
          </a:xfrm>
          <a:prstGeom prst="roundRect">
            <a:avLst>
              <a:gd name="adj" fmla="val 2078"/>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8174736" y="1453896"/>
            <a:ext cx="319125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Convergent parallel</a:t>
            </a:r>
            <a:endParaRPr lang="en-US" sz="1600" dirty="0"/>
          </a:p>
        </p:txBody>
      </p:sp>
      <p:sp>
        <p:nvSpPr>
          <p:cNvPr id="19" name="Shape 16"/>
          <p:cNvSpPr/>
          <p:nvPr/>
        </p:nvSpPr>
        <p:spPr>
          <a:xfrm>
            <a:off x="8174736" y="1810512"/>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8174736" y="2030364"/>
            <a:ext cx="3191256" cy="3602736"/>
          </a:xfrm>
          <a:prstGeom prst="rect">
            <a:avLst/>
          </a:prstGeom>
          <a:noFill/>
          <a:ln/>
        </p:spPr>
        <p:txBody>
          <a:bodyPr wrap="square" lIns="0" tIns="0" rIns="0" bIns="0" rtlCol="0" anchor="t">
            <a:normAutofit/>
          </a:bodyPr>
          <a:lstStyle/>
          <a:p>
            <a:pPr marL="0" indent="0">
              <a:buNone/>
            </a:pPr>
            <a:r>
              <a:rPr lang="en-US" dirty="0">
                <a:solidFill>
                  <a:srgbClr val="4A4A4A"/>
                </a:solidFill>
                <a:latin typeface="Aptos" pitchFamily="34" charset="0"/>
                <a:ea typeface="Aptos" pitchFamily="34" charset="-122"/>
                <a:cs typeface="Aptos" pitchFamily="34" charset="-120"/>
              </a:rPr>
              <a:t>Useful when technical performance and human experience need to be viewed together.</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ICT example: compare server performance metrics with user diaries or satisfaction data in a joint display.</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PRACTICAL DECISION GUIDE FOR ICT STUDIES</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666666"/>
                </a:solidFill>
                <a:latin typeface="Aptos" pitchFamily="34" charset="0"/>
                <a:ea typeface="Aptos" pitchFamily="34" charset="-122"/>
                <a:cs typeface="Aptos" pitchFamily="34" charset="-120"/>
              </a:rPr>
              <a:t>Five questions that help you choose the right design</a:t>
            </a:r>
            <a:endParaRPr lang="en-US" sz="950" dirty="0"/>
          </a:p>
        </p:txBody>
      </p:sp>
      <p:sp>
        <p:nvSpPr>
          <p:cNvPr id="9" name="Shape 6"/>
          <p:cNvSpPr/>
          <p:nvPr/>
        </p:nvSpPr>
        <p:spPr>
          <a:xfrm>
            <a:off x="822960" y="1234440"/>
            <a:ext cx="10515600" cy="658368"/>
          </a:xfrm>
          <a:prstGeom prst="roundRect">
            <a:avLst>
              <a:gd name="adj" fmla="val 11111"/>
            </a:avLst>
          </a:prstGeom>
          <a:solidFill>
            <a:srgbClr val="FFFFFF"/>
          </a:solidFill>
          <a:ln w="12700">
            <a:solidFill>
              <a:srgbClr val="D5D1C7"/>
            </a:solidFill>
            <a:prstDash val="solid"/>
          </a:ln>
        </p:spPr>
        <p:txBody>
          <a:bodyPr/>
          <a:lstStyle/>
          <a:p>
            <a:endParaRPr lang="en-GB"/>
          </a:p>
        </p:txBody>
      </p:sp>
      <p:sp>
        <p:nvSpPr>
          <p:cNvPr id="10" name="Shape 7"/>
          <p:cNvSpPr/>
          <p:nvPr/>
        </p:nvSpPr>
        <p:spPr>
          <a:xfrm>
            <a:off x="1005840" y="1389888"/>
            <a:ext cx="310896" cy="310896"/>
          </a:xfrm>
          <a:prstGeom prst="ellipse">
            <a:avLst/>
          </a:prstGeom>
          <a:solidFill>
            <a:srgbClr val="D9A404"/>
          </a:solidFill>
          <a:ln w="12700">
            <a:solidFill>
              <a:srgbClr val="D9A404"/>
            </a:solidFill>
            <a:prstDash val="solid"/>
          </a:ln>
        </p:spPr>
        <p:txBody>
          <a:bodyPr/>
          <a:lstStyle/>
          <a:p>
            <a:endParaRPr lang="en-GB"/>
          </a:p>
        </p:txBody>
      </p:sp>
      <p:sp>
        <p:nvSpPr>
          <p:cNvPr id="11" name="Text 8"/>
          <p:cNvSpPr/>
          <p:nvPr/>
        </p:nvSpPr>
        <p:spPr>
          <a:xfrm>
            <a:off x="1005840" y="147900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12" name="Text 9"/>
          <p:cNvSpPr/>
          <p:nvPr/>
        </p:nvSpPr>
        <p:spPr>
          <a:xfrm>
            <a:off x="1463040" y="1362456"/>
            <a:ext cx="9509760" cy="256032"/>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Aptos" pitchFamily="34" charset="0"/>
                <a:ea typeface="Aptos" pitchFamily="34" charset="-122"/>
                <a:cs typeface="Aptos" pitchFamily="34" charset="-120"/>
              </a:rPr>
              <a:t>Do I need a snapshot, or evidence of change over time?</a:t>
            </a:r>
            <a:endParaRPr lang="en-US" sz="1600" dirty="0"/>
          </a:p>
        </p:txBody>
      </p:sp>
      <p:sp>
        <p:nvSpPr>
          <p:cNvPr id="13" name="Shape 10"/>
          <p:cNvSpPr/>
          <p:nvPr/>
        </p:nvSpPr>
        <p:spPr>
          <a:xfrm>
            <a:off x="822960" y="2121408"/>
            <a:ext cx="10515600" cy="658368"/>
          </a:xfrm>
          <a:prstGeom prst="roundRect">
            <a:avLst>
              <a:gd name="adj" fmla="val 11111"/>
            </a:avLst>
          </a:prstGeom>
          <a:solidFill>
            <a:srgbClr val="FFFFFF"/>
          </a:solidFill>
          <a:ln w="12700">
            <a:solidFill>
              <a:srgbClr val="D5D1C7"/>
            </a:solidFill>
            <a:prstDash val="solid"/>
          </a:ln>
        </p:spPr>
        <p:txBody>
          <a:bodyPr/>
          <a:lstStyle/>
          <a:p>
            <a:endParaRPr lang="en-GB"/>
          </a:p>
        </p:txBody>
      </p:sp>
      <p:sp>
        <p:nvSpPr>
          <p:cNvPr id="14" name="Shape 11"/>
          <p:cNvSpPr/>
          <p:nvPr/>
        </p:nvSpPr>
        <p:spPr>
          <a:xfrm>
            <a:off x="1005840" y="2276856"/>
            <a:ext cx="310896" cy="310896"/>
          </a:xfrm>
          <a:prstGeom prst="ellipse">
            <a:avLst/>
          </a:prstGeom>
          <a:solidFill>
            <a:srgbClr val="D9A404"/>
          </a:solidFill>
          <a:ln w="12700">
            <a:solidFill>
              <a:srgbClr val="D9A404"/>
            </a:solidFill>
            <a:prstDash val="solid"/>
          </a:ln>
        </p:spPr>
        <p:txBody>
          <a:bodyPr/>
          <a:lstStyle/>
          <a:p>
            <a:endParaRPr lang="en-GB"/>
          </a:p>
        </p:txBody>
      </p:sp>
      <p:sp>
        <p:nvSpPr>
          <p:cNvPr id="15" name="Text 12"/>
          <p:cNvSpPr/>
          <p:nvPr/>
        </p:nvSpPr>
        <p:spPr>
          <a:xfrm>
            <a:off x="1005840" y="2365976"/>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6" name="Text 13"/>
          <p:cNvSpPr/>
          <p:nvPr/>
        </p:nvSpPr>
        <p:spPr>
          <a:xfrm>
            <a:off x="1463040" y="2249424"/>
            <a:ext cx="9509760" cy="256032"/>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Aptos" pitchFamily="34" charset="0"/>
                <a:ea typeface="Aptos" pitchFamily="34" charset="-122"/>
                <a:cs typeface="Aptos" pitchFamily="34" charset="-120"/>
              </a:rPr>
              <a:t>Am I looking backward using existing records, or forward as outcomes unfold?</a:t>
            </a:r>
            <a:endParaRPr lang="en-US" sz="1600" dirty="0"/>
          </a:p>
        </p:txBody>
      </p:sp>
      <p:sp>
        <p:nvSpPr>
          <p:cNvPr id="17" name="Shape 14"/>
          <p:cNvSpPr/>
          <p:nvPr/>
        </p:nvSpPr>
        <p:spPr>
          <a:xfrm>
            <a:off x="822960" y="3008376"/>
            <a:ext cx="10515600" cy="658368"/>
          </a:xfrm>
          <a:prstGeom prst="roundRect">
            <a:avLst>
              <a:gd name="adj" fmla="val 11111"/>
            </a:avLst>
          </a:prstGeom>
          <a:solidFill>
            <a:srgbClr val="FFFFFF"/>
          </a:solidFill>
          <a:ln w="12700">
            <a:solidFill>
              <a:srgbClr val="D5D1C7"/>
            </a:solidFill>
            <a:prstDash val="solid"/>
          </a:ln>
        </p:spPr>
        <p:txBody>
          <a:bodyPr/>
          <a:lstStyle/>
          <a:p>
            <a:endParaRPr lang="en-GB"/>
          </a:p>
        </p:txBody>
      </p:sp>
      <p:sp>
        <p:nvSpPr>
          <p:cNvPr id="18" name="Shape 15"/>
          <p:cNvSpPr/>
          <p:nvPr/>
        </p:nvSpPr>
        <p:spPr>
          <a:xfrm>
            <a:off x="1005840" y="3163824"/>
            <a:ext cx="310896" cy="310896"/>
          </a:xfrm>
          <a:prstGeom prst="ellipse">
            <a:avLst/>
          </a:prstGeom>
          <a:solidFill>
            <a:srgbClr val="D9A404"/>
          </a:solidFill>
          <a:ln w="12700">
            <a:solidFill>
              <a:srgbClr val="D9A404"/>
            </a:solidFill>
            <a:prstDash val="solid"/>
          </a:ln>
        </p:spPr>
        <p:txBody>
          <a:bodyPr/>
          <a:lstStyle/>
          <a:p>
            <a:endParaRPr lang="en-GB"/>
          </a:p>
        </p:txBody>
      </p:sp>
      <p:sp>
        <p:nvSpPr>
          <p:cNvPr id="19" name="Text 16"/>
          <p:cNvSpPr/>
          <p:nvPr/>
        </p:nvSpPr>
        <p:spPr>
          <a:xfrm>
            <a:off x="1005840" y="3252944"/>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20" name="Text 17"/>
          <p:cNvSpPr/>
          <p:nvPr/>
        </p:nvSpPr>
        <p:spPr>
          <a:xfrm>
            <a:off x="1463040" y="3136392"/>
            <a:ext cx="9509760" cy="256032"/>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Aptos" pitchFamily="34" charset="0"/>
                <a:ea typeface="Aptos" pitchFamily="34" charset="-122"/>
                <a:cs typeface="Aptos" pitchFamily="34" charset="-120"/>
              </a:rPr>
              <a:t>Can I ethically and practically introduce an intervention, or must I observe natural behaviour?</a:t>
            </a:r>
            <a:endParaRPr lang="en-US" sz="1600" dirty="0"/>
          </a:p>
        </p:txBody>
      </p:sp>
      <p:sp>
        <p:nvSpPr>
          <p:cNvPr id="21" name="Shape 18"/>
          <p:cNvSpPr/>
          <p:nvPr/>
        </p:nvSpPr>
        <p:spPr>
          <a:xfrm>
            <a:off x="822960" y="3895344"/>
            <a:ext cx="10515600" cy="658368"/>
          </a:xfrm>
          <a:prstGeom prst="roundRect">
            <a:avLst>
              <a:gd name="adj" fmla="val 11111"/>
            </a:avLst>
          </a:prstGeom>
          <a:solidFill>
            <a:srgbClr val="FFFFFF"/>
          </a:solidFill>
          <a:ln w="12700">
            <a:solidFill>
              <a:srgbClr val="D5D1C7"/>
            </a:solidFill>
            <a:prstDash val="solid"/>
          </a:ln>
        </p:spPr>
        <p:txBody>
          <a:bodyPr/>
          <a:lstStyle/>
          <a:p>
            <a:endParaRPr lang="en-GB"/>
          </a:p>
        </p:txBody>
      </p:sp>
      <p:sp>
        <p:nvSpPr>
          <p:cNvPr id="22" name="Shape 19"/>
          <p:cNvSpPr/>
          <p:nvPr/>
        </p:nvSpPr>
        <p:spPr>
          <a:xfrm>
            <a:off x="1005840" y="4050792"/>
            <a:ext cx="310896" cy="310896"/>
          </a:xfrm>
          <a:prstGeom prst="ellipse">
            <a:avLst/>
          </a:prstGeom>
          <a:solidFill>
            <a:srgbClr val="D9A404"/>
          </a:solidFill>
          <a:ln w="12700">
            <a:solidFill>
              <a:srgbClr val="D9A404"/>
            </a:solidFill>
            <a:prstDash val="solid"/>
          </a:ln>
        </p:spPr>
        <p:txBody>
          <a:bodyPr/>
          <a:lstStyle/>
          <a:p>
            <a:endParaRPr lang="en-GB"/>
          </a:p>
        </p:txBody>
      </p:sp>
      <p:sp>
        <p:nvSpPr>
          <p:cNvPr id="23" name="Text 20"/>
          <p:cNvSpPr/>
          <p:nvPr/>
        </p:nvSpPr>
        <p:spPr>
          <a:xfrm>
            <a:off x="1005840" y="413991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24" name="Text 21"/>
          <p:cNvSpPr/>
          <p:nvPr/>
        </p:nvSpPr>
        <p:spPr>
          <a:xfrm>
            <a:off x="1463040" y="4023360"/>
            <a:ext cx="9509760" cy="256032"/>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Aptos" pitchFamily="34" charset="0"/>
                <a:ea typeface="Aptos" pitchFamily="34" charset="-122"/>
                <a:cs typeface="Aptos" pitchFamily="34" charset="-120"/>
              </a:rPr>
              <a:t>Do I need in-depth understanding of one bounded case, or measurable patterns across a population?</a:t>
            </a:r>
            <a:endParaRPr lang="en-US" sz="1600" dirty="0"/>
          </a:p>
        </p:txBody>
      </p:sp>
      <p:sp>
        <p:nvSpPr>
          <p:cNvPr id="25" name="Shape 22"/>
          <p:cNvSpPr/>
          <p:nvPr/>
        </p:nvSpPr>
        <p:spPr>
          <a:xfrm>
            <a:off x="822960" y="4782312"/>
            <a:ext cx="10515600" cy="658368"/>
          </a:xfrm>
          <a:prstGeom prst="roundRect">
            <a:avLst>
              <a:gd name="adj" fmla="val 11111"/>
            </a:avLst>
          </a:prstGeom>
          <a:solidFill>
            <a:srgbClr val="FFF7DB"/>
          </a:solidFill>
          <a:ln w="12700">
            <a:solidFill>
              <a:srgbClr val="D5D1C7"/>
            </a:solidFill>
            <a:prstDash val="solid"/>
          </a:ln>
        </p:spPr>
        <p:txBody>
          <a:bodyPr/>
          <a:lstStyle/>
          <a:p>
            <a:endParaRPr lang="en-GB"/>
          </a:p>
        </p:txBody>
      </p:sp>
      <p:sp>
        <p:nvSpPr>
          <p:cNvPr id="26" name="Shape 23"/>
          <p:cNvSpPr/>
          <p:nvPr/>
        </p:nvSpPr>
        <p:spPr>
          <a:xfrm>
            <a:off x="1005840" y="4937760"/>
            <a:ext cx="310896" cy="310896"/>
          </a:xfrm>
          <a:prstGeom prst="ellipse">
            <a:avLst/>
          </a:prstGeom>
          <a:solidFill>
            <a:srgbClr val="D9A404"/>
          </a:solidFill>
          <a:ln w="12700">
            <a:solidFill>
              <a:srgbClr val="D9A404"/>
            </a:solidFill>
            <a:prstDash val="solid"/>
          </a:ln>
        </p:spPr>
        <p:txBody>
          <a:bodyPr/>
          <a:lstStyle/>
          <a:p>
            <a:endParaRPr lang="en-GB"/>
          </a:p>
        </p:txBody>
      </p:sp>
      <p:sp>
        <p:nvSpPr>
          <p:cNvPr id="27" name="Text 24"/>
          <p:cNvSpPr/>
          <p:nvPr/>
        </p:nvSpPr>
        <p:spPr>
          <a:xfrm>
            <a:off x="1005840" y="5026880"/>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28" name="Text 25"/>
          <p:cNvSpPr/>
          <p:nvPr/>
        </p:nvSpPr>
        <p:spPr>
          <a:xfrm>
            <a:off x="1463040" y="4910328"/>
            <a:ext cx="9509760" cy="256032"/>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Aptos" pitchFamily="34" charset="0"/>
                <a:ea typeface="Aptos" pitchFamily="34" charset="-122"/>
                <a:cs typeface="Aptos" pitchFamily="34" charset="-120"/>
              </a:rPr>
              <a:t>What constraints shape my access, timeframe, and ability to repeat measurements?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9">
    <p:bg>
      <p:bgPr>
        <a:solidFill>
          <a:srgbClr val="1D1D1B"/>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MATCHING DESIGN TO QUESTION TYPE</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r>
              <a:rPr lang="en-US" sz="950" i="1" dirty="0">
                <a:solidFill>
                  <a:srgbClr val="D0D0D0"/>
                </a:solidFill>
                <a:latin typeface="Aptos" pitchFamily="34" charset="0"/>
                <a:ea typeface="Aptos" pitchFamily="34" charset="-122"/>
                <a:cs typeface="Aptos" pitchFamily="34" charset="-120"/>
              </a:rPr>
              <a:t>Some ICT situations…</a:t>
            </a:r>
            <a:endParaRPr lang="en-US" sz="950" dirty="0"/>
          </a:p>
        </p:txBody>
      </p:sp>
      <p:sp>
        <p:nvSpPr>
          <p:cNvPr id="9" name="Shape 6"/>
          <p:cNvSpPr/>
          <p:nvPr/>
        </p:nvSpPr>
        <p:spPr>
          <a:xfrm>
            <a:off x="731520" y="1325880"/>
            <a:ext cx="3520440" cy="4297680"/>
          </a:xfrm>
          <a:prstGeom prst="roundRect">
            <a:avLst>
              <a:gd name="adj" fmla="val 2078"/>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96112" y="1533408"/>
            <a:ext cx="3191256" cy="320040"/>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Use cross-sectional or trend designs when…</a:t>
            </a:r>
            <a:endParaRPr lang="en-US" sz="1600" dirty="0"/>
          </a:p>
        </p:txBody>
      </p:sp>
      <p:sp>
        <p:nvSpPr>
          <p:cNvPr id="11" name="Shape 8"/>
          <p:cNvSpPr/>
          <p:nvPr/>
        </p:nvSpPr>
        <p:spPr>
          <a:xfrm>
            <a:off x="896112" y="2009296"/>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96112" y="1911096"/>
            <a:ext cx="3191256" cy="3602736"/>
          </a:xfrm>
          <a:prstGeom prst="rect">
            <a:avLst/>
          </a:prstGeom>
          <a:noFill/>
          <a:ln/>
        </p:spPr>
        <p:txBody>
          <a:bodyPr wrap="square" lIns="0" tIns="0" rIns="0" bIns="0" rtlCol="0" anchor="ctr">
            <a:normAutofit/>
          </a:bodyPr>
          <a:lstStyle/>
          <a:p>
            <a:pPr marL="0" indent="0">
              <a:buNone/>
            </a:pPr>
            <a:r>
              <a:rPr lang="en-US" sz="2000" dirty="0">
                <a:solidFill>
                  <a:srgbClr val="E2E2E2"/>
                </a:solidFill>
                <a:latin typeface="Aptos" pitchFamily="34" charset="0"/>
                <a:ea typeface="Aptos" pitchFamily="34" charset="-122"/>
                <a:cs typeface="Aptos" pitchFamily="34" charset="-120"/>
              </a:rPr>
              <a:t>you need prevalence, patterns, or a broad picture of current conditions, such as current opinions about a platform or current levels of digital readiness.</a:t>
            </a:r>
            <a:endParaRPr lang="en-US" sz="2000" dirty="0"/>
          </a:p>
        </p:txBody>
      </p:sp>
      <p:sp>
        <p:nvSpPr>
          <p:cNvPr id="13" name="Shape 10"/>
          <p:cNvSpPr/>
          <p:nvPr/>
        </p:nvSpPr>
        <p:spPr>
          <a:xfrm>
            <a:off x="4343400" y="1325880"/>
            <a:ext cx="3520440" cy="4297680"/>
          </a:xfrm>
          <a:prstGeom prst="roundRect">
            <a:avLst>
              <a:gd name="adj" fmla="val 2078"/>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4507992" y="1533408"/>
            <a:ext cx="3191256" cy="320040"/>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Use case study or participant observation when…</a:t>
            </a:r>
            <a:endParaRPr lang="en-US" sz="1600" dirty="0"/>
          </a:p>
        </p:txBody>
      </p:sp>
      <p:sp>
        <p:nvSpPr>
          <p:cNvPr id="15" name="Shape 12"/>
          <p:cNvSpPr/>
          <p:nvPr/>
        </p:nvSpPr>
        <p:spPr>
          <a:xfrm>
            <a:off x="4507992" y="2009296"/>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4507992" y="1911096"/>
            <a:ext cx="3191256" cy="3602736"/>
          </a:xfrm>
          <a:prstGeom prst="rect">
            <a:avLst/>
          </a:prstGeom>
          <a:noFill/>
          <a:ln/>
        </p:spPr>
        <p:txBody>
          <a:bodyPr wrap="square" lIns="0" tIns="0" rIns="0" bIns="0" rtlCol="0" anchor="ctr">
            <a:normAutofit/>
          </a:bodyPr>
          <a:lstStyle/>
          <a:p>
            <a:pPr marL="0" indent="0">
              <a:buNone/>
            </a:pPr>
            <a:r>
              <a:rPr lang="en-US" sz="2000" dirty="0">
                <a:solidFill>
                  <a:srgbClr val="E2E2E2"/>
                </a:solidFill>
                <a:latin typeface="Aptos" pitchFamily="34" charset="0"/>
                <a:ea typeface="Aptos" pitchFamily="34" charset="-122"/>
                <a:cs typeface="Aptos" pitchFamily="34" charset="-120"/>
              </a:rPr>
              <a:t>you need a bounded, in-depth understanding of process, context, or meaning, such as how one software team uses AI assistants in practice.</a:t>
            </a:r>
            <a:endParaRPr lang="en-US" sz="2000" dirty="0"/>
          </a:p>
        </p:txBody>
      </p:sp>
      <p:sp>
        <p:nvSpPr>
          <p:cNvPr id="17" name="Shape 14"/>
          <p:cNvSpPr/>
          <p:nvPr/>
        </p:nvSpPr>
        <p:spPr>
          <a:xfrm>
            <a:off x="7955280" y="1325880"/>
            <a:ext cx="3520440" cy="4297680"/>
          </a:xfrm>
          <a:prstGeom prst="roundRect">
            <a:avLst>
              <a:gd name="adj" fmla="val 2078"/>
            </a:avLst>
          </a:prstGeom>
          <a:solidFill>
            <a:srgbClr val="292929"/>
          </a:solidFill>
          <a:ln w="12700">
            <a:solidFill>
              <a:srgbClr val="4D4D4D"/>
            </a:solidFill>
            <a:prstDash val="solid"/>
          </a:ln>
          <a:effectLst>
            <a:outerShdw blurRad="25400" dist="12700" dir="2700000" algn="bl" rotWithShape="0">
              <a:srgbClr val="000000">
                <a:alpha val="12000"/>
              </a:srgbClr>
            </a:outerShdw>
          </a:effectLst>
        </p:spPr>
        <p:txBody>
          <a:bodyPr/>
          <a:lstStyle/>
          <a:p>
            <a:endParaRPr lang="en-GB"/>
          </a:p>
        </p:txBody>
      </p:sp>
      <p:sp>
        <p:nvSpPr>
          <p:cNvPr id="18" name="Text 15"/>
          <p:cNvSpPr/>
          <p:nvPr/>
        </p:nvSpPr>
        <p:spPr>
          <a:xfrm>
            <a:off x="8119872" y="1533408"/>
            <a:ext cx="3191256" cy="320040"/>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Use before-and-after, longitudinal, or quasi-experimental designs when…</a:t>
            </a:r>
            <a:endParaRPr lang="en-US" sz="1600" dirty="0"/>
          </a:p>
        </p:txBody>
      </p:sp>
      <p:sp>
        <p:nvSpPr>
          <p:cNvPr id="19" name="Shape 16"/>
          <p:cNvSpPr/>
          <p:nvPr/>
        </p:nvSpPr>
        <p:spPr>
          <a:xfrm>
            <a:off x="8119872" y="2009296"/>
            <a:ext cx="777240" cy="0"/>
          </a:xfrm>
          <a:prstGeom prst="line">
            <a:avLst/>
          </a:prstGeom>
          <a:noFill/>
          <a:ln w="22860">
            <a:solidFill>
              <a:srgbClr val="D9A404"/>
            </a:solidFill>
            <a:prstDash val="solid"/>
          </a:ln>
        </p:spPr>
        <p:txBody>
          <a:bodyPr/>
          <a:lstStyle/>
          <a:p>
            <a:endParaRPr lang="en-GB"/>
          </a:p>
        </p:txBody>
      </p:sp>
      <p:sp>
        <p:nvSpPr>
          <p:cNvPr id="20" name="Text 17"/>
          <p:cNvSpPr/>
          <p:nvPr/>
        </p:nvSpPr>
        <p:spPr>
          <a:xfrm>
            <a:off x="8119872" y="1911096"/>
            <a:ext cx="3191256" cy="3602736"/>
          </a:xfrm>
          <a:prstGeom prst="rect">
            <a:avLst/>
          </a:prstGeom>
          <a:noFill/>
          <a:ln/>
        </p:spPr>
        <p:txBody>
          <a:bodyPr wrap="square" lIns="0" tIns="0" rIns="0" bIns="0" rtlCol="0" anchor="ctr">
            <a:normAutofit/>
          </a:bodyPr>
          <a:lstStyle/>
          <a:p>
            <a:pPr marL="0" indent="0">
              <a:buNone/>
            </a:pPr>
            <a:r>
              <a:rPr lang="en-US" sz="2000" dirty="0">
                <a:solidFill>
                  <a:srgbClr val="E2E2E2"/>
                </a:solidFill>
                <a:latin typeface="Aptos" pitchFamily="34" charset="0"/>
                <a:ea typeface="Aptos" pitchFamily="34" charset="-122"/>
                <a:cs typeface="Aptos" pitchFamily="34" charset="-120"/>
              </a:rPr>
              <a:t>you want to study change after a roll-out, intervention, or policy shift, but real-world constraints limit full experimental control.</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STRENGTHS AND LIMITATIONS SUMMARY</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1400" i="1" dirty="0">
                <a:solidFill>
                  <a:srgbClr val="666666"/>
                </a:solidFill>
                <a:latin typeface="Aptos" pitchFamily="34" charset="0"/>
                <a:ea typeface="Aptos" pitchFamily="34" charset="-122"/>
                <a:cs typeface="Aptos" pitchFamily="34" charset="-120"/>
              </a:rPr>
              <a:t>No design is perfect, only more or less suitable</a:t>
            </a:r>
            <a:endParaRPr lang="en-US" sz="1400" dirty="0"/>
          </a:p>
        </p:txBody>
      </p:sp>
      <p:sp>
        <p:nvSpPr>
          <p:cNvPr id="9" name="Shape 6"/>
          <p:cNvSpPr/>
          <p:nvPr/>
        </p:nvSpPr>
        <p:spPr>
          <a:xfrm>
            <a:off x="640080" y="1325880"/>
            <a:ext cx="5486400" cy="4480560"/>
          </a:xfrm>
          <a:prstGeom prst="roundRect">
            <a:avLst>
              <a:gd name="adj" fmla="val 1633"/>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04672" y="1453896"/>
            <a:ext cx="5157216" cy="320040"/>
          </a:xfrm>
          <a:prstGeom prst="rect">
            <a:avLst/>
          </a:prstGeom>
          <a:noFill/>
          <a:ln/>
        </p:spPr>
        <p:txBody>
          <a:bodyPr wrap="square" lIns="0" tIns="0" rIns="0" bIns="0" rtlCol="0" anchor="ctr">
            <a:norm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What strong design choice looks like</a:t>
            </a:r>
            <a:endParaRPr lang="en-US" dirty="0"/>
          </a:p>
        </p:txBody>
      </p:sp>
      <p:sp>
        <p:nvSpPr>
          <p:cNvPr id="11" name="Shape 8"/>
          <p:cNvSpPr/>
          <p:nvPr/>
        </p:nvSpPr>
        <p:spPr>
          <a:xfrm>
            <a:off x="80467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04672" y="1911096"/>
            <a:ext cx="5157216" cy="378561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The design fits the objectives.</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The design is feasible within time, access, ethics, and resources.</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The design produces evidence that can answer the question credibly.</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The limitations are known and mitigation strategies are planned.</a:t>
            </a:r>
            <a:endParaRPr lang="en-US" dirty="0"/>
          </a:p>
        </p:txBody>
      </p:sp>
      <p:sp>
        <p:nvSpPr>
          <p:cNvPr id="13" name="Shape 10"/>
          <p:cNvSpPr/>
          <p:nvPr/>
        </p:nvSpPr>
        <p:spPr>
          <a:xfrm>
            <a:off x="6355080" y="1325880"/>
            <a:ext cx="5166360" cy="4480560"/>
          </a:xfrm>
          <a:prstGeom prst="roundRect">
            <a:avLst>
              <a:gd name="adj" fmla="val 1633"/>
            </a:avLst>
          </a:prstGeom>
          <a:solidFill>
            <a:srgbClr val="FFF7DB"/>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6519672" y="1453896"/>
            <a:ext cx="4837176" cy="320040"/>
          </a:xfrm>
          <a:prstGeom prst="rect">
            <a:avLst/>
          </a:prstGeom>
          <a:noFill/>
          <a:ln/>
        </p:spPr>
        <p:txBody>
          <a:bodyPr wrap="square" lIns="0" tIns="0" rIns="0" bIns="0" rtlCol="0" anchor="ctr">
            <a:normAutofit/>
          </a:bodyPr>
          <a:lstStyle/>
          <a:p>
            <a:pPr marL="0" indent="0">
              <a:buNone/>
            </a:pPr>
            <a:r>
              <a:rPr lang="en-US" b="1" dirty="0">
                <a:solidFill>
                  <a:srgbClr val="111111"/>
                </a:solidFill>
                <a:latin typeface="Aptos Display" pitchFamily="34" charset="0"/>
                <a:ea typeface="Aptos Display" pitchFamily="34" charset="-122"/>
                <a:cs typeface="Aptos Display" pitchFamily="34" charset="-120"/>
              </a:rPr>
              <a:t>Typical trade-offs</a:t>
            </a:r>
            <a:endParaRPr lang="en-US" dirty="0"/>
          </a:p>
        </p:txBody>
      </p:sp>
      <p:sp>
        <p:nvSpPr>
          <p:cNvPr id="15" name="Shape 12"/>
          <p:cNvSpPr/>
          <p:nvPr/>
        </p:nvSpPr>
        <p:spPr>
          <a:xfrm>
            <a:off x="6519672" y="181051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6519672" y="1911096"/>
            <a:ext cx="4837176" cy="378561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Breadth vs depth</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Speed vs follow-up over time</a:t>
            </a:r>
            <a:endParaRPr lang="en-US" dirty="0"/>
          </a:p>
          <a:p>
            <a:pPr marL="0" indent="0">
              <a:buNone/>
            </a:pP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Ease of access vs quality of evidence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EF"/>
          </a:solidFill>
          <a:ln w="12700">
            <a:solidFill>
              <a:srgbClr val="F6F4EF"/>
            </a:solidFill>
            <a:prstDash val="solid"/>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37160"/>
            <a:ext cx="3291840" cy="4754880"/>
          </a:xfrm>
          <a:prstGeom prst="rect">
            <a:avLst/>
          </a:prstGeom>
        </p:spPr>
      </p:pic>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7A7A7A"/>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7A7A7A"/>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TUTORIAL SCENARIO</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950" i="1" dirty="0">
                <a:solidFill>
                  <a:srgbClr val="666666"/>
                </a:solidFill>
                <a:latin typeface="Aptos" pitchFamily="34" charset="0"/>
                <a:ea typeface="Aptos" pitchFamily="34" charset="-122"/>
                <a:cs typeface="Aptos" pitchFamily="34" charset="-120"/>
              </a:rPr>
              <a:t>Choose the most suitable design for an ICT topic</a:t>
            </a:r>
            <a:endParaRPr lang="en-US" sz="950" dirty="0"/>
          </a:p>
        </p:txBody>
      </p:sp>
      <p:sp>
        <p:nvSpPr>
          <p:cNvPr id="9" name="Shape 6"/>
          <p:cNvSpPr/>
          <p:nvPr/>
        </p:nvSpPr>
        <p:spPr>
          <a:xfrm>
            <a:off x="731520" y="1325880"/>
            <a:ext cx="4754880" cy="4297680"/>
          </a:xfrm>
          <a:prstGeom prst="roundRect">
            <a:avLst>
              <a:gd name="adj" fmla="val 1702"/>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0" name="Text 7"/>
          <p:cNvSpPr/>
          <p:nvPr/>
        </p:nvSpPr>
        <p:spPr>
          <a:xfrm>
            <a:off x="896112" y="1453896"/>
            <a:ext cx="442569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Scenario</a:t>
            </a:r>
            <a:endParaRPr lang="en-US" sz="1600" dirty="0"/>
          </a:p>
        </p:txBody>
      </p:sp>
      <p:sp>
        <p:nvSpPr>
          <p:cNvPr id="11" name="Shape 8"/>
          <p:cNvSpPr/>
          <p:nvPr/>
        </p:nvSpPr>
        <p:spPr>
          <a:xfrm>
            <a:off x="896112" y="1810512"/>
            <a:ext cx="777240" cy="0"/>
          </a:xfrm>
          <a:prstGeom prst="line">
            <a:avLst/>
          </a:prstGeom>
          <a:noFill/>
          <a:ln w="22860">
            <a:solidFill>
              <a:srgbClr val="D9A404"/>
            </a:solidFill>
            <a:prstDash val="solid"/>
          </a:ln>
        </p:spPr>
        <p:txBody>
          <a:bodyPr/>
          <a:lstStyle/>
          <a:p>
            <a:endParaRPr lang="en-GB"/>
          </a:p>
        </p:txBody>
      </p:sp>
      <p:sp>
        <p:nvSpPr>
          <p:cNvPr id="12" name="Text 9"/>
          <p:cNvSpPr/>
          <p:nvPr/>
        </p:nvSpPr>
        <p:spPr>
          <a:xfrm>
            <a:off x="896112" y="1911096"/>
            <a:ext cx="4425696" cy="360273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An institution introduces a new learning management system feature and wants to know whether student usage improves and how students experience the change over the next semester.</a:t>
            </a:r>
            <a:endParaRPr lang="en-US" dirty="0"/>
          </a:p>
        </p:txBody>
      </p:sp>
      <p:sp>
        <p:nvSpPr>
          <p:cNvPr id="13" name="Shape 10"/>
          <p:cNvSpPr/>
          <p:nvPr/>
        </p:nvSpPr>
        <p:spPr>
          <a:xfrm>
            <a:off x="5669280" y="1325880"/>
            <a:ext cx="5577840" cy="4297680"/>
          </a:xfrm>
          <a:prstGeom prst="roundRect">
            <a:avLst>
              <a:gd name="adj" fmla="val 1702"/>
            </a:avLst>
          </a:prstGeom>
          <a:solidFill>
            <a:srgbClr val="FFFFFF"/>
          </a:solidFill>
          <a:ln w="12700">
            <a:solidFill>
              <a:srgbClr val="D7D2C8"/>
            </a:solidFill>
            <a:prstDash val="solid"/>
          </a:ln>
          <a:effectLst>
            <a:outerShdw blurRad="25400" dist="12700" dir="2700000" algn="bl" rotWithShape="0">
              <a:srgbClr val="000000">
                <a:alpha val="12000"/>
              </a:srgbClr>
            </a:outerShdw>
          </a:effectLst>
        </p:spPr>
        <p:txBody>
          <a:bodyPr/>
          <a:lstStyle/>
          <a:p>
            <a:endParaRPr lang="en-GB"/>
          </a:p>
        </p:txBody>
      </p:sp>
      <p:sp>
        <p:nvSpPr>
          <p:cNvPr id="14" name="Text 11"/>
          <p:cNvSpPr/>
          <p:nvPr/>
        </p:nvSpPr>
        <p:spPr>
          <a:xfrm>
            <a:off x="5833872" y="1453896"/>
            <a:ext cx="5248656" cy="320040"/>
          </a:xfrm>
          <a:prstGeom prst="rect">
            <a:avLst/>
          </a:prstGeom>
          <a:noFill/>
          <a:ln/>
        </p:spPr>
        <p:txBody>
          <a:bodyPr wrap="square" lIns="0" tIns="0" rIns="0" bIns="0" rtlCol="0" anchor="ctr">
            <a:normAutofit/>
          </a:bodyP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Possible answer path</a:t>
            </a:r>
            <a:endParaRPr lang="en-US" sz="1600" dirty="0"/>
          </a:p>
        </p:txBody>
      </p:sp>
      <p:sp>
        <p:nvSpPr>
          <p:cNvPr id="15" name="Shape 12"/>
          <p:cNvSpPr/>
          <p:nvPr/>
        </p:nvSpPr>
        <p:spPr>
          <a:xfrm>
            <a:off x="5833872" y="1810512"/>
            <a:ext cx="777240" cy="0"/>
          </a:xfrm>
          <a:prstGeom prst="line">
            <a:avLst/>
          </a:prstGeom>
          <a:noFill/>
          <a:ln w="22860">
            <a:solidFill>
              <a:srgbClr val="D9A404"/>
            </a:solidFill>
            <a:prstDash val="solid"/>
          </a:ln>
        </p:spPr>
        <p:txBody>
          <a:bodyPr/>
          <a:lstStyle/>
          <a:p>
            <a:endParaRPr lang="en-GB"/>
          </a:p>
        </p:txBody>
      </p:sp>
      <p:sp>
        <p:nvSpPr>
          <p:cNvPr id="16" name="Text 13"/>
          <p:cNvSpPr/>
          <p:nvPr/>
        </p:nvSpPr>
        <p:spPr>
          <a:xfrm>
            <a:off x="5833872" y="1911096"/>
            <a:ext cx="5248656" cy="3602736"/>
          </a:xfrm>
          <a:prstGeom prst="rect">
            <a:avLst/>
          </a:prstGeom>
          <a:noFill/>
          <a:ln/>
        </p:spPr>
        <p:txBody>
          <a:bodyPr wrap="square" lIns="0" tIns="0" rIns="0" bIns="0" rtlCol="0" anchor="ctr">
            <a:normAutofit/>
          </a:bodyPr>
          <a:lstStyle/>
          <a:p>
            <a:pPr marL="0" indent="0">
              <a:buNone/>
            </a:pPr>
            <a:r>
              <a:rPr lang="en-US" dirty="0">
                <a:solidFill>
                  <a:srgbClr val="4A4A4A"/>
                </a:solidFill>
                <a:latin typeface="Aptos" pitchFamily="34" charset="0"/>
                <a:ea typeface="Aptos" pitchFamily="34" charset="-122"/>
                <a:cs typeface="Aptos" pitchFamily="34" charset="-120"/>
              </a:rPr>
              <a:t>Quantitative angle: before-and-after or longitudinal tracking of usage data.</a:t>
            </a:r>
            <a:endParaRPr lang="en-US" dirty="0"/>
          </a:p>
          <a:p>
            <a:pPr marL="0" indent="0">
              <a:buNone/>
            </a:pPr>
            <a:endParaRPr lang="en-US" dirty="0"/>
          </a:p>
          <a:p>
            <a:pPr marL="0" indent="0">
              <a:buNone/>
            </a:pPr>
            <a:r>
              <a:rPr lang="en-US" dirty="0">
                <a:solidFill>
                  <a:srgbClr val="4A4A4A"/>
                </a:solidFill>
                <a:latin typeface="Aptos" pitchFamily="34" charset="0"/>
                <a:ea typeface="Aptos" pitchFamily="34" charset="-122"/>
                <a:cs typeface="Aptos" pitchFamily="34" charset="-120"/>
              </a:rPr>
              <a:t>Qualitative angle: focus groups or interviews to understand student experience.</a:t>
            </a:r>
            <a:endParaRPr lang="en-US" dirty="0"/>
          </a:p>
          <a:p>
            <a:pPr marL="0" indent="0">
              <a:buNone/>
            </a:pPr>
            <a:endParaRPr lang="en-US" dirty="0"/>
          </a:p>
          <a:p>
            <a:r>
              <a:rPr lang="en-US" dirty="0">
                <a:solidFill>
                  <a:srgbClr val="4A4A4A"/>
                </a:solidFill>
                <a:latin typeface="Aptos" pitchFamily="34" charset="0"/>
                <a:ea typeface="Aptos" pitchFamily="34" charset="-122"/>
                <a:cs typeface="Aptos" pitchFamily="34" charset="-120"/>
              </a:rPr>
              <a:t>Mixed methods angle: explanatory sequential if the usage data comes first, and interviews are used to explain the pattern.</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3">
    <p:bg>
      <p:bgPr>
        <a:solidFill>
          <a:srgbClr val="1D1D1B"/>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Text 3"/>
          <p:cNvSpPr/>
          <p:nvPr/>
        </p:nvSpPr>
        <p:spPr>
          <a:xfrm>
            <a:off x="548640" y="320040"/>
            <a:ext cx="8595360" cy="45720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SUMMARY</a:t>
            </a:r>
            <a:endParaRPr lang="en-US" sz="2200" dirty="0"/>
          </a:p>
        </p:txBody>
      </p:sp>
      <p:sp>
        <p:nvSpPr>
          <p:cNvPr id="7" name="Shape 4"/>
          <p:cNvSpPr/>
          <p:nvPr/>
        </p:nvSpPr>
        <p:spPr>
          <a:xfrm>
            <a:off x="548640" y="868680"/>
            <a:ext cx="1463040" cy="0"/>
          </a:xfrm>
          <a:prstGeom prst="line">
            <a:avLst/>
          </a:prstGeom>
          <a:noFill/>
          <a:ln w="31750">
            <a:solidFill>
              <a:srgbClr val="D9A404"/>
            </a:solidFill>
            <a:prstDash val="solid"/>
          </a:ln>
        </p:spPr>
        <p:txBody>
          <a:bodyPr/>
          <a:lstStyle/>
          <a:p>
            <a:endParaRPr lang="en-GB"/>
          </a:p>
        </p:txBody>
      </p:sp>
      <p:sp>
        <p:nvSpPr>
          <p:cNvPr id="8" name="Text 5"/>
          <p:cNvSpPr/>
          <p:nvPr/>
        </p:nvSpPr>
        <p:spPr>
          <a:xfrm>
            <a:off x="548640" y="932688"/>
            <a:ext cx="8046720" cy="228600"/>
          </a:xfrm>
          <a:prstGeom prst="rect">
            <a:avLst/>
          </a:prstGeom>
          <a:noFill/>
          <a:ln/>
        </p:spPr>
        <p:txBody>
          <a:bodyPr wrap="square" lIns="0" tIns="0" rIns="0" bIns="0" rtlCol="0" anchor="ctr"/>
          <a:lstStyle/>
          <a:p>
            <a:pPr marL="0" indent="0">
              <a:buNone/>
            </a:pPr>
            <a:r>
              <a:rPr lang="en-US" sz="1200" i="1" dirty="0">
                <a:solidFill>
                  <a:srgbClr val="D0D0D0"/>
                </a:solidFill>
                <a:latin typeface="Aptos" pitchFamily="34" charset="0"/>
                <a:ea typeface="Aptos" pitchFamily="34" charset="-122"/>
                <a:cs typeface="Aptos" pitchFamily="34" charset="-120"/>
              </a:rPr>
              <a:t>Key takeaways to remember</a:t>
            </a:r>
            <a:endParaRPr lang="en-US" sz="1200" dirty="0"/>
          </a:p>
        </p:txBody>
      </p:sp>
      <p:sp>
        <p:nvSpPr>
          <p:cNvPr id="9" name="Text 6"/>
          <p:cNvSpPr/>
          <p:nvPr/>
        </p:nvSpPr>
        <p:spPr>
          <a:xfrm>
            <a:off x="868680" y="1325879"/>
            <a:ext cx="10332720" cy="4873753"/>
          </a:xfrm>
          <a:prstGeom prst="rect">
            <a:avLst/>
          </a:prstGeom>
          <a:noFill/>
          <a:ln/>
        </p:spPr>
        <p:txBody>
          <a:bodyPr wrap="square" lIns="254" tIns="254" rIns="254" bIns="254" rtlCol="0" anchor="t">
            <a:normAutofit fontScale="92500" lnSpcReduction="10000"/>
          </a:bodyPr>
          <a:lstStyle/>
          <a:p>
            <a:pPr marL="228600" indent="-228600">
              <a:buSzPct val="100000"/>
              <a:buChar char="•"/>
            </a:pPr>
            <a:r>
              <a:rPr lang="en-US" sz="1900" dirty="0">
                <a:solidFill>
                  <a:srgbClr val="FFFFFF"/>
                </a:solidFill>
                <a:latin typeface="Aptos" pitchFamily="34" charset="0"/>
                <a:ea typeface="Aptos" pitchFamily="34" charset="-122"/>
                <a:cs typeface="Aptos" pitchFamily="34" charset="-120"/>
              </a:rPr>
              <a:t>Study Design is a subset of Research Design. </a:t>
            </a:r>
          </a:p>
          <a:p>
            <a:pPr marL="228600" indent="-228600">
              <a:buSzPct val="100000"/>
              <a:buChar char="•"/>
            </a:pPr>
            <a:endParaRPr lang="en-US" sz="1900" dirty="0">
              <a:solidFill>
                <a:srgbClr val="FFFFFF"/>
              </a:solidFill>
              <a:latin typeface="Aptos" pitchFamily="34" charset="0"/>
              <a:ea typeface="Aptos" pitchFamily="34" charset="-122"/>
              <a:cs typeface="Aptos" pitchFamily="34" charset="-120"/>
            </a:endParaRPr>
          </a:p>
          <a:p>
            <a:pPr marL="228600" indent="-228600">
              <a:buSzPct val="100000"/>
              <a:buChar char="•"/>
            </a:pPr>
            <a:r>
              <a:rPr lang="en-US" sz="1900" dirty="0">
                <a:solidFill>
                  <a:srgbClr val="FFFFFF"/>
                </a:solidFill>
                <a:latin typeface="Aptos" pitchFamily="34" charset="0"/>
                <a:ea typeface="Aptos" pitchFamily="34" charset="-122"/>
                <a:cs typeface="Aptos" pitchFamily="34" charset="-120"/>
              </a:rPr>
              <a:t>Research Design is the overall plan, while Study Design is the specific methodological approach within that plan.</a:t>
            </a:r>
          </a:p>
          <a:p>
            <a:pPr>
              <a:buSzPct val="100000"/>
            </a:pPr>
            <a:endParaRPr lang="en-US" sz="1900" dirty="0">
              <a:solidFill>
                <a:srgbClr val="FFFFFF"/>
              </a:solidFill>
              <a:latin typeface="Aptos" pitchFamily="34" charset="0"/>
              <a:ea typeface="Aptos" pitchFamily="34" charset="-122"/>
              <a:cs typeface="Aptos" pitchFamily="34" charset="-120"/>
            </a:endParaRPr>
          </a:p>
          <a:p>
            <a:pPr marL="228600" indent="-228600">
              <a:buSzPct val="100000"/>
              <a:buChar char="•"/>
            </a:pPr>
            <a:r>
              <a:rPr lang="en-US" sz="1900" dirty="0">
                <a:solidFill>
                  <a:srgbClr val="FFFFFF"/>
                </a:solidFill>
                <a:latin typeface="Aptos" pitchFamily="34" charset="0"/>
                <a:ea typeface="Aptos" pitchFamily="34" charset="-122"/>
                <a:cs typeface="Aptos" pitchFamily="34" charset="-120"/>
              </a:rPr>
              <a:t>A study design is the blueprint that determines when, from whom, and how information will be collected.
</a:t>
            </a:r>
            <a:endParaRPr lang="en-US" sz="1900" dirty="0"/>
          </a:p>
          <a:p>
            <a:pPr marL="228600" indent="-228600">
              <a:buSzPct val="100000"/>
              <a:buChar char="•"/>
            </a:pPr>
            <a:r>
              <a:rPr lang="en-US" sz="1900" dirty="0">
                <a:solidFill>
                  <a:srgbClr val="FFFFFF"/>
                </a:solidFill>
                <a:latin typeface="Aptos" pitchFamily="34" charset="0"/>
                <a:ea typeface="Aptos" pitchFamily="34" charset="-122"/>
                <a:cs typeface="Aptos" pitchFamily="34" charset="-120"/>
              </a:rPr>
              <a:t>Quantitative designs are usually more structured; qualitative designs are usually more flexible and emergent.
</a:t>
            </a:r>
            <a:endParaRPr lang="en-US" sz="1900" dirty="0"/>
          </a:p>
          <a:p>
            <a:pPr marL="228600" indent="-228600">
              <a:buSzPct val="100000"/>
              <a:buChar char="•"/>
            </a:pPr>
            <a:r>
              <a:rPr lang="en-US" sz="1900" dirty="0">
                <a:solidFill>
                  <a:srgbClr val="FFFFFF"/>
                </a:solidFill>
                <a:latin typeface="Aptos" pitchFamily="34" charset="0"/>
                <a:ea typeface="Aptos" pitchFamily="34" charset="-122"/>
                <a:cs typeface="Aptos" pitchFamily="34" charset="-120"/>
              </a:rPr>
              <a:t>Kumar groups quantitative designs by number of contacts, reference period, and the nature of the investigation.
</a:t>
            </a:r>
            <a:endParaRPr lang="en-US" sz="1900" dirty="0"/>
          </a:p>
          <a:p>
            <a:pPr marL="228600" indent="-228600">
              <a:buSzPct val="100000"/>
              <a:buChar char="•"/>
            </a:pPr>
            <a:r>
              <a:rPr lang="en-US" sz="1900" dirty="0">
                <a:solidFill>
                  <a:srgbClr val="FFFFFF"/>
                </a:solidFill>
                <a:latin typeface="Aptos" pitchFamily="34" charset="0"/>
                <a:ea typeface="Aptos" pitchFamily="34" charset="-122"/>
                <a:cs typeface="Aptos" pitchFamily="34" charset="-120"/>
              </a:rPr>
              <a:t>Qualitative and philosophy-guided approaches are useful when depth, context, participation, and lived experience matter.
</a:t>
            </a:r>
            <a:endParaRPr lang="en-US" sz="1900" dirty="0"/>
          </a:p>
          <a:p>
            <a:pPr marL="228600" indent="-228600">
              <a:buSzPct val="100000"/>
              <a:buChar char="•"/>
            </a:pPr>
            <a:r>
              <a:rPr lang="en-US" sz="1900" dirty="0">
                <a:solidFill>
                  <a:srgbClr val="FFFFFF"/>
                </a:solidFill>
                <a:latin typeface="Aptos" pitchFamily="34" charset="0"/>
                <a:ea typeface="Aptos" pitchFamily="34" charset="-122"/>
                <a:cs typeface="Aptos" pitchFamily="34" charset="-120"/>
              </a:rPr>
              <a:t>The best design is the one that fits the question, the context, and the study's practical constraints.</a:t>
            </a:r>
            <a:endParaRPr lang="en-US"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4">
    <p:bg>
      <p:bgPr>
        <a:solidFill>
          <a:srgbClr val="1D1D1B"/>
        </a:solidFill>
        <a:effectLst/>
      </p:bgPr>
    </p:bg>
    <p:spTree>
      <p:nvGrpSpPr>
        <p:cNvPr id="1" name=""/>
        <p:cNvGrpSpPr/>
        <p:nvPr/>
      </p:nvGrpSpPr>
      <p:grpSpPr>
        <a:xfrm>
          <a:off x="0" y="0"/>
          <a:ext cx="0" cy="0"/>
          <a:chOff x="0" y="0"/>
          <a:chExt cx="0" cy="0"/>
        </a:xfrm>
      </p:grpSpPr>
      <p:sp>
        <p:nvSpPr>
          <p:cNvPr id="4" name="Text 1"/>
          <p:cNvSpPr/>
          <p:nvPr/>
        </p:nvSpPr>
        <p:spPr>
          <a:xfrm>
            <a:off x="411480" y="6492240"/>
            <a:ext cx="2011680" cy="164592"/>
          </a:xfrm>
          <a:prstGeom prst="rect">
            <a:avLst/>
          </a:prstGeom>
          <a:noFill/>
          <a:ln/>
        </p:spPr>
        <p:txBody>
          <a:bodyPr wrap="square" lIns="0" tIns="0" rIns="0" bIns="0" rtlCol="0" anchor="ctr"/>
          <a:lstStyle/>
          <a:p>
            <a:pPr marL="0" indent="0">
              <a:buNone/>
            </a:pPr>
            <a:r>
              <a:rPr lang="en-US" sz="800" dirty="0">
                <a:solidFill>
                  <a:srgbClr val="C9C9C9"/>
                </a:solidFill>
                <a:latin typeface="Aptos" pitchFamily="34" charset="0"/>
                <a:ea typeface="Aptos" pitchFamily="34" charset="-122"/>
                <a:cs typeface="Aptos" pitchFamily="34" charset="-120"/>
              </a:rPr>
              <a:t>Research Methodology 4</a:t>
            </a:r>
            <a:endParaRPr lang="en-US" sz="800" dirty="0"/>
          </a:p>
        </p:txBody>
      </p:sp>
      <p:sp>
        <p:nvSpPr>
          <p:cNvPr id="5" name="Text 2"/>
          <p:cNvSpPr/>
          <p:nvPr/>
        </p:nvSpPr>
        <p:spPr>
          <a:xfrm>
            <a:off x="11155680" y="6492240"/>
            <a:ext cx="457200" cy="164592"/>
          </a:xfrm>
          <a:prstGeom prst="rect">
            <a:avLst/>
          </a:prstGeom>
          <a:noFill/>
          <a:ln/>
        </p:spPr>
        <p:txBody>
          <a:bodyPr wrap="square" lIns="0" tIns="0" rIns="0" bIns="0" rtlCol="0" anchor="ctr"/>
          <a:lstStyle/>
          <a:p>
            <a:pPr marL="0" indent="0" algn="r">
              <a:buNone/>
            </a:pPr>
            <a:r>
              <a:rPr lang="en-US" sz="800" dirty="0">
                <a:solidFill>
                  <a:srgbClr val="C9C9C9"/>
                </a:solidFill>
                <a:latin typeface="Aptos" pitchFamily="34" charset="0"/>
                <a:ea typeface="Aptos" pitchFamily="34" charset="-122"/>
                <a:cs typeface="Aptos" pitchFamily="34" charset="-120"/>
              </a:rPr>
              <a:t>2026</a:t>
            </a:r>
            <a:endParaRPr lang="en-US" sz="800" dirty="0"/>
          </a:p>
        </p:txBody>
      </p:sp>
      <p:sp>
        <p:nvSpPr>
          <p:cNvPr id="6" name="Shape 3"/>
          <p:cNvSpPr/>
          <p:nvPr/>
        </p:nvSpPr>
        <p:spPr>
          <a:xfrm>
            <a:off x="822960" y="960120"/>
            <a:ext cx="10515600" cy="4754880"/>
          </a:xfrm>
          <a:prstGeom prst="rect">
            <a:avLst/>
          </a:prstGeom>
          <a:solidFill>
            <a:srgbClr val="151515"/>
          </a:solidFill>
          <a:ln w="12700">
            <a:solidFill>
              <a:srgbClr val="2B2B2B"/>
            </a:solidFill>
            <a:prstDash val="solid"/>
          </a:ln>
        </p:spPr>
        <p:txBody>
          <a:bodyPr/>
          <a:lstStyle/>
          <a:p>
            <a:endParaRPr lang="en-GB"/>
          </a:p>
        </p:txBody>
      </p:sp>
      <p:sp>
        <p:nvSpPr>
          <p:cNvPr id="7" name="Text 4"/>
          <p:cNvSpPr/>
          <p:nvPr/>
        </p:nvSpPr>
        <p:spPr>
          <a:xfrm>
            <a:off x="4343400" y="2240280"/>
            <a:ext cx="3474720" cy="548640"/>
          </a:xfrm>
          <a:prstGeom prst="rect">
            <a:avLst/>
          </a:prstGeom>
          <a:noFill/>
          <a:ln/>
        </p:spPr>
        <p:txBody>
          <a:bodyPr wrap="square" lIns="0" tIns="0" rIns="0" bIns="0" rtlCol="0" anchor="ctr"/>
          <a:lstStyle/>
          <a:p>
            <a:pPr marL="0" indent="0" algn="ctr">
              <a:buNone/>
            </a:pPr>
            <a:r>
              <a:rPr lang="en-US" sz="2800" b="1" dirty="0">
                <a:solidFill>
                  <a:srgbClr val="FFFFFF"/>
                </a:solidFill>
                <a:latin typeface="Aptos Display" pitchFamily="34" charset="0"/>
                <a:ea typeface="Aptos Display" pitchFamily="34" charset="-122"/>
                <a:cs typeface="Aptos Display" pitchFamily="34" charset="-120"/>
              </a:rPr>
              <a:t>Thank you</a:t>
            </a:r>
            <a:endParaRPr lang="en-US" sz="2800" dirty="0"/>
          </a:p>
        </p:txBody>
      </p:sp>
      <p:sp>
        <p:nvSpPr>
          <p:cNvPr id="8" name="Shape 5"/>
          <p:cNvSpPr/>
          <p:nvPr/>
        </p:nvSpPr>
        <p:spPr>
          <a:xfrm>
            <a:off x="4937760" y="2880360"/>
            <a:ext cx="1828800" cy="0"/>
          </a:xfrm>
          <a:prstGeom prst="line">
            <a:avLst/>
          </a:prstGeom>
          <a:noFill/>
          <a:ln w="31750">
            <a:solidFill>
              <a:srgbClr val="D9A404"/>
            </a:solidFill>
            <a:prstDash val="solid"/>
          </a:ln>
        </p:spPr>
        <p:txBody>
          <a:bodyPr/>
          <a:lstStyle/>
          <a:p>
            <a:endParaRPr lang="en-GB"/>
          </a:p>
        </p:txBody>
      </p:sp>
      <p:sp>
        <p:nvSpPr>
          <p:cNvPr id="9" name="Text 6"/>
          <p:cNvSpPr/>
          <p:nvPr/>
        </p:nvSpPr>
        <p:spPr>
          <a:xfrm>
            <a:off x="3840480" y="3063240"/>
            <a:ext cx="4572000" cy="320040"/>
          </a:xfrm>
          <a:prstGeom prst="rect">
            <a:avLst/>
          </a:prstGeom>
          <a:noFill/>
          <a:ln/>
        </p:spPr>
        <p:txBody>
          <a:bodyPr wrap="square" lIns="0" tIns="0" rIns="0" bIns="0" rtlCol="0" anchor="ctr"/>
          <a:lstStyle/>
          <a:p>
            <a:pPr marL="0" indent="0" algn="ctr">
              <a:buNone/>
            </a:pPr>
            <a:r>
              <a:rPr lang="en-US" sz="1600" dirty="0">
                <a:solidFill>
                  <a:srgbClr val="D5D5D5"/>
                </a:solidFill>
                <a:latin typeface="Aptos" pitchFamily="34" charset="0"/>
                <a:ea typeface="Aptos" pitchFamily="34" charset="-122"/>
                <a:cs typeface="Aptos" pitchFamily="34" charset="-120"/>
              </a:rPr>
              <a:t>Questions and discussion</a:t>
            </a:r>
            <a:endParaRPr lang="en-US" sz="1600" dirty="0"/>
          </a:p>
        </p:txBody>
      </p:sp>
      <p:sp>
        <p:nvSpPr>
          <p:cNvPr id="10" name="Text 7"/>
          <p:cNvSpPr/>
          <p:nvPr/>
        </p:nvSpPr>
        <p:spPr>
          <a:xfrm>
            <a:off x="3017520" y="4343400"/>
            <a:ext cx="6217920" cy="274320"/>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2036</TotalTime>
  <Words>3906</Words>
  <Application>Microsoft Macintosh PowerPoint</Application>
  <PresentationFormat>Widescreen</PresentationFormat>
  <Paragraphs>507</Paragraphs>
  <Slides>39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 4 (2026) - Selecting a Study Design</dc:title>
  <dc:subject>Selecting a Study Design</dc:subject>
  <dc:creator>OpenAI</dc:creator>
  <cp:lastModifiedBy>Errol Francke</cp:lastModifiedBy>
  <cp:revision>2</cp:revision>
  <dcterms:created xsi:type="dcterms:W3CDTF">2026-04-08T11:14:44Z</dcterms:created>
  <dcterms:modified xsi:type="dcterms:W3CDTF">2026-05-04T14:57:54Z</dcterms:modified>
</cp:coreProperties>
</file>