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7" r:id="rId2"/>
    <p:sldId id="266" r:id="rId3"/>
    <p:sldId id="267" r:id="rId4"/>
    <p:sldId id="258" r:id="rId5"/>
    <p:sldId id="259" r:id="rId6"/>
    <p:sldId id="260" r:id="rId7"/>
    <p:sldId id="261" r:id="rId8"/>
    <p:sldId id="262" r:id="rId9"/>
    <p:sldId id="263" r:id="rId10"/>
    <p:sldId id="264" r:id="rId11"/>
    <p:sldId id="265" r:id="rId12"/>
    <p:sldId id="268" r:id="rId13"/>
    <p:sldId id="269" r:id="rId14"/>
    <p:sldId id="270" r:id="rId15"/>
    <p:sldId id="271" r:id="rId16"/>
    <p:sldId id="272" r:id="rId17"/>
    <p:sldId id="273" r:id="rId18"/>
    <p:sldId id="274" r:id="rId19"/>
    <p:sldId id="27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2" d="100"/>
          <a:sy n="52" d="100"/>
        </p:scale>
        <p:origin x="132" y="3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09A3D37-C8EF-2647-9830-1FB63C1844DE}" type="datetimeFigureOut">
              <a:rPr lang="en-US" smtClean="0"/>
              <a:t>9/16/2020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6A04785-C599-6046-AAE9-E844DBEEA2D0}" type="slidenum">
              <a:rPr lang="en-US" smtClean="0"/>
              <a:t>‹#›</a:t>
            </a:fld>
            <a:endParaRPr lang="en-US" dirty="0"/>
          </a:p>
        </p:txBody>
      </p:sp>
    </p:spTree>
    <p:extLst>
      <p:ext uri="{BB962C8B-B14F-4D97-AF65-F5344CB8AC3E}">
        <p14:creationId xmlns:p14="http://schemas.microsoft.com/office/powerpoint/2010/main" val="37976051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430065-523E-EB4E-8806-108494AA3FEA}" type="datetimeFigureOut">
              <a:rPr lang="en-US" smtClean="0"/>
              <a:t>9/16/2020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CD05F6-2E66-C34F-B0A3-8E41B97CAC5F}" type="slidenum">
              <a:rPr lang="en-US" smtClean="0"/>
              <a:t>‹#›</a:t>
            </a:fld>
            <a:endParaRPr lang="en-US" dirty="0"/>
          </a:p>
        </p:txBody>
      </p:sp>
    </p:spTree>
    <p:extLst>
      <p:ext uri="{BB962C8B-B14F-4D97-AF65-F5344CB8AC3E}">
        <p14:creationId xmlns:p14="http://schemas.microsoft.com/office/powerpoint/2010/main" val="41615589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dirty="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p:txBody>
          <a:bodyPr/>
          <a:lstStyle/>
          <a:p>
            <a:fld id="{61D2C7E3-E6E6-C142-AA3F-9162B3DCCB12}"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8FF9C1B-0CF5-634E-915C-D719A704236A}"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US"/>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p:txBody>
          <a:bodyPr/>
          <a:lstStyle/>
          <a:p>
            <a:fld id="{B13F311A-8C6F-9F4B-86ED-691EFA95D23D}"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endParaRPr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DB9F7-D358-D340-9D15-99AABC8B48BD}"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US"/>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800D9899-64DC-2443-BDC0-D642A18A02E7}" type="datetime1">
              <a:rPr lang="en-US" smtClean="0"/>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F7324F0E-1673-2F46-9480-1C879E616A69}" type="datetime1">
              <a:rPr lang="en-US" smtClean="0"/>
              <a:t>9/16/2020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0B308F73-1432-D94C-8545-E67EA6997673}" type="datetime1">
              <a:rPr lang="en-US" smtClean="0"/>
              <a:t>9/16/2020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AEB692-6D4F-5547-88EA-41601EFC6DED}" type="datetime1">
              <a:rPr lang="en-US" smtClean="0"/>
              <a:t>9/16/2020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US"/>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4329D-39B2-2A4F-80EE-C908589EDE4C}" type="datetime1">
              <a:rPr lang="en-US" smtClean="0"/>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US"/>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F8546-3E7B-AE4F-969F-26823E955CE2}" type="datetime1">
              <a:rPr lang="en-US" smtClean="0"/>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dirty="0"/>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endParaRPr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359FE724-4A5C-F64A-B2BA-75245E24A978}"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9AB13870-D5AF-C749-A830-75701B70ABFF}"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FCC97B21-1DD7-DA4F-9D36-0A2882568E99}" type="datetime1">
              <a:rPr lang="en-US" smtClean="0"/>
              <a:t>9/16/2020</a:t>
            </a:fld>
            <a:endParaRPr lang="en-US" dirty="0"/>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r>
              <a:rPr lang="en-US" dirty="0"/>
              <a:t>2016 CAPTAIN CONFERENCE</a:t>
            </a:r>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7F5CE407-6216-4202-80E4-A30DC2F709B2}" type="slidenum">
              <a:rPr lang="en-US" smtClean="0"/>
              <a:t>‹#›</a:t>
            </a:fld>
            <a:endParaRPr lang="en-US" dirty="0"/>
          </a:p>
        </p:txBody>
      </p:sp>
      <p:pic>
        <p:nvPicPr>
          <p:cNvPr id="7" name="Picture 6" descr="CAPTAIN logo.jpg"/>
          <p:cNvPicPr/>
          <p:nvPr userDrawn="1"/>
        </p:nvPicPr>
        <p:blipFill>
          <a:blip r:embed="rId15" cstate="email">
            <a:extLst>
              <a:ext uri="{28A0092B-C50C-407E-A947-70E740481C1C}">
                <a14:useLocalDpi xmlns:a14="http://schemas.microsoft.com/office/drawing/2010/main" val="0"/>
              </a:ext>
            </a:extLst>
          </a:blip>
          <a:stretch>
            <a:fillRect/>
          </a:stretch>
        </p:blipFill>
        <p:spPr>
          <a:xfrm>
            <a:off x="549275" y="107577"/>
            <a:ext cx="1038331" cy="1336956"/>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slow" p14:dur="6500" advClick="0" advTm="20000">
        <p:sndAc>
          <p:stSnd>
            <p:snd r:embed="rId14" name="bomb.wav"/>
          </p:stSnd>
        </p:sndAc>
      </p:transition>
    </mc:Choice>
    <mc:Fallback xmlns="">
      <p:transition spd="slow" advClick="0" advTm="20000">
        <p:sndAc>
          <p:stSnd>
            <p:snd r:embed="rId16" name="bomb.wav"/>
          </p:stSnd>
        </p:sndAc>
      </p:transition>
    </mc:Fallback>
  </mc:AlternateContent>
  <p:hf hdr="0" ftr="0" dt="0"/>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audio" Target="../media/audio1.wav"/><Relationship Id="rId5" Type="http://schemas.openxmlformats.org/officeDocument/2006/relationships/image" Target="../media/image3.png"/><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a:t>1</a:t>
            </a:r>
          </a:p>
        </p:txBody>
      </p:sp>
      <p:sp>
        <p:nvSpPr>
          <p:cNvPr id="7" name="Content Placeholder 6">
            <a:extLst>
              <a:ext uri="{FF2B5EF4-FFF2-40B4-BE49-F238E27FC236}">
                <a16:creationId xmlns:a16="http://schemas.microsoft.com/office/drawing/2014/main" id="{31ECFE5F-32AD-4711-BB4A-44013705E60E}"/>
              </a:ext>
            </a:extLst>
          </p:cNvPr>
          <p:cNvSpPr>
            <a:spLocks noGrp="1"/>
          </p:cNvSpPr>
          <p:nvPr>
            <p:ph idx="1"/>
          </p:nvPr>
        </p:nvSpPr>
        <p:spPr>
          <a:xfrm>
            <a:off x="549275" y="927463"/>
            <a:ext cx="8042276" cy="5016138"/>
          </a:xfrm>
        </p:spPr>
        <p:txBody>
          <a:bodyPr/>
          <a:lstStyle/>
          <a:p>
            <a:pPr marL="0" indent="0">
              <a:buNone/>
            </a:pPr>
            <a:endParaRPr lang="en-US" dirty="0"/>
          </a:p>
          <a:p>
            <a:r>
              <a:rPr lang="en-US" dirty="0"/>
              <a:t>Sebe Msomi</a:t>
            </a:r>
          </a:p>
          <a:p>
            <a:r>
              <a:rPr lang="en-US" dirty="0" err="1"/>
              <a:t>Moipone</a:t>
            </a:r>
            <a:r>
              <a:rPr lang="en-US" dirty="0"/>
              <a:t> </a:t>
            </a:r>
            <a:r>
              <a:rPr lang="en-US" dirty="0" err="1"/>
              <a:t>Kabai</a:t>
            </a:r>
            <a:r>
              <a:rPr lang="en-US" dirty="0"/>
              <a:t> </a:t>
            </a:r>
          </a:p>
        </p:txBody>
      </p:sp>
      <p:pic>
        <p:nvPicPr>
          <p:cNvPr id="10" name="darkmp3-ru-bongi-dube-awugivaphi-na">
            <a:hlinkClick r:id="" action="ppaction://media"/>
            <a:extLst>
              <a:ext uri="{FF2B5EF4-FFF2-40B4-BE49-F238E27FC236}">
                <a16:creationId xmlns:a16="http://schemas.microsoft.com/office/drawing/2014/main" id="{72BFF72C-AFD6-4615-9725-9F1463B09BE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30008445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4" name="bomb.wav"/>
          </p:stSnd>
        </p:sndAc>
      </p:transition>
    </mc:Choice>
    <mc:Fallback xmlns="">
      <p:transition spd="slow" advClick="0" advTm="20000">
        <p:sndAc>
          <p:stSnd>
            <p:snd r:embed="rId6"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1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analysis</a:t>
            </a:r>
          </a:p>
        </p:txBody>
      </p:sp>
      <p:sp>
        <p:nvSpPr>
          <p:cNvPr id="4" name="Slide Number Placeholder 3"/>
          <p:cNvSpPr>
            <a:spLocks noGrp="1"/>
          </p:cNvSpPr>
          <p:nvPr>
            <p:ph type="sldNum" sz="quarter" idx="12"/>
          </p:nvPr>
        </p:nvSpPr>
        <p:spPr/>
        <p:txBody>
          <a:bodyPr/>
          <a:lstStyle/>
          <a:p>
            <a:fld id="{7F5CE407-6216-4202-80E4-A30DC2F709B2}" type="slidenum">
              <a:rPr lang="en-US" smtClean="0"/>
              <a:t>2</a:t>
            </a:fld>
            <a:endParaRPr lang="en-US" dirty="0"/>
          </a:p>
        </p:txBody>
      </p:sp>
      <p:sp>
        <p:nvSpPr>
          <p:cNvPr id="8" name="Content Placeholder 7">
            <a:extLst>
              <a:ext uri="{FF2B5EF4-FFF2-40B4-BE49-F238E27FC236}">
                <a16:creationId xmlns:a16="http://schemas.microsoft.com/office/drawing/2014/main" id="{C560E1C3-5930-4208-85FE-1B07D0AFF6D5}"/>
              </a:ext>
            </a:extLst>
          </p:cNvPr>
          <p:cNvSpPr>
            <a:spLocks noGrp="1"/>
          </p:cNvSpPr>
          <p:nvPr>
            <p:ph idx="1"/>
          </p:nvPr>
        </p:nvSpPr>
        <p:spPr>
          <a:xfrm>
            <a:off x="279918" y="1600201"/>
            <a:ext cx="8453535" cy="4343400"/>
          </a:xfrm>
        </p:spPr>
        <p:txBody>
          <a:bodyPr>
            <a:normAutofit fontScale="92500" lnSpcReduction="20000"/>
          </a:bodyPr>
          <a:lstStyle/>
          <a:p>
            <a:r>
              <a:rPr lang="en-US" dirty="0"/>
              <a:t>We use process analysis to understand what is going on in our process. We assessed our current system, practice weaknesses and identified bottlenecks. We will be looking for information about the process’s problem and inefficiencies. The process models will describe the process that may be developed, and it will focus on process characteristics such as rapidity and robustness.</a:t>
            </a:r>
          </a:p>
          <a:p>
            <a:r>
              <a:rPr lang="en-US" dirty="0"/>
              <a:t>We have identified key characteristics to remain successful and profitable during level 3 lockdown. We used one of the process analysis techniques to improve our tourism system. The most common technique we used was questionnaires and interviews. We basically questioned the developers and all the people involved in building </a:t>
            </a:r>
            <a:r>
              <a:rPr lang="en-US" dirty="0" err="1"/>
              <a:t>tourSpace</a:t>
            </a:r>
            <a:r>
              <a:rPr lang="en-US" dirty="0"/>
              <a:t> system abut what is happening. </a:t>
            </a:r>
          </a:p>
        </p:txBody>
      </p:sp>
    </p:spTree>
    <p:extLst>
      <p:ext uri="{BB962C8B-B14F-4D97-AF65-F5344CB8AC3E}">
        <p14:creationId xmlns:p14="http://schemas.microsoft.com/office/powerpoint/2010/main" val="2364845827"/>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analysis continued</a:t>
            </a:r>
          </a:p>
        </p:txBody>
      </p:sp>
      <p:sp>
        <p:nvSpPr>
          <p:cNvPr id="4" name="Slide Number Placeholder 3"/>
          <p:cNvSpPr>
            <a:spLocks noGrp="1"/>
          </p:cNvSpPr>
          <p:nvPr>
            <p:ph type="sldNum" sz="quarter" idx="12"/>
          </p:nvPr>
        </p:nvSpPr>
        <p:spPr/>
        <p:txBody>
          <a:bodyPr/>
          <a:lstStyle/>
          <a:p>
            <a:fld id="{7F5CE407-6216-4202-80E4-A30DC2F709B2}" type="slidenum">
              <a:rPr lang="en-US" smtClean="0"/>
              <a:t>3</a:t>
            </a:fld>
            <a:endParaRPr lang="en-US" dirty="0"/>
          </a:p>
        </p:txBody>
      </p:sp>
      <p:sp>
        <p:nvSpPr>
          <p:cNvPr id="6" name="Content Placeholder 5">
            <a:extLst>
              <a:ext uri="{FF2B5EF4-FFF2-40B4-BE49-F238E27FC236}">
                <a16:creationId xmlns:a16="http://schemas.microsoft.com/office/drawing/2014/main" id="{5005A758-0B55-4005-9FFA-E44D3D2BF20D}"/>
              </a:ext>
            </a:extLst>
          </p:cNvPr>
          <p:cNvSpPr>
            <a:spLocks noGrp="1"/>
          </p:cNvSpPr>
          <p:nvPr>
            <p:ph idx="1"/>
          </p:nvPr>
        </p:nvSpPr>
        <p:spPr/>
        <p:txBody>
          <a:bodyPr/>
          <a:lstStyle/>
          <a:p>
            <a:r>
              <a:rPr lang="en-US" dirty="0"/>
              <a:t>We chose to use questionnaires to discover the extent of which good software engineering practices are used.</a:t>
            </a:r>
          </a:p>
          <a:p>
            <a:r>
              <a:rPr lang="en-US" dirty="0"/>
              <a:t>We used process analysis to understand the activities involved in the process and the relationship between these activities. To understand the </a:t>
            </a:r>
            <a:r>
              <a:rPr lang="en-US" dirty="0" err="1"/>
              <a:t>tourSpace</a:t>
            </a:r>
            <a:r>
              <a:rPr lang="en-US" dirty="0"/>
              <a:t> system process activities and the measurements that have been made. </a:t>
            </a:r>
          </a:p>
        </p:txBody>
      </p:sp>
    </p:spTree>
    <p:extLst>
      <p:ext uri="{BB962C8B-B14F-4D97-AF65-F5344CB8AC3E}">
        <p14:creationId xmlns:p14="http://schemas.microsoft.com/office/powerpoint/2010/main" val="97302526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a:xfrm>
            <a:off x="298580" y="1600201"/>
            <a:ext cx="8589925" cy="4343400"/>
          </a:xfrm>
        </p:spPr>
        <p:txBody>
          <a:bodyPr>
            <a:normAutofit fontScale="92500" lnSpcReduction="20000"/>
          </a:bodyPr>
          <a:lstStyle/>
          <a:p>
            <a:pPr lvl="0"/>
            <a:r>
              <a:rPr lang="en-US" dirty="0"/>
              <a:t>Improvement identification – we will use the results of the process analysis to identify ways to challenge quality problems such as travel restrictions, accommodation bookings are not allowed, and restaurants are closed. Cost inefficiencies that we have identified during tourism system analysis. We propose to implement new processes, process structures, methods and tools to address the problems we outlined. We write these new changes using best practice guide. We will redefine our requirements of the </a:t>
            </a:r>
            <a:r>
              <a:rPr lang="en-US" dirty="0" err="1"/>
              <a:t>tourSpace</a:t>
            </a:r>
            <a:r>
              <a:rPr lang="en-US" dirty="0"/>
              <a:t> system to incorporate them with the new changes.</a:t>
            </a:r>
          </a:p>
          <a:p>
            <a:pPr lvl="0"/>
            <a:r>
              <a:rPr lang="en-US" dirty="0"/>
              <a:t>We will propose new methods that allow our tourism system to display all accommodations and restaurants that are open for domestic traveling and operating during level 3. create methods that increase revenue.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4</a:t>
            </a:fld>
            <a:endParaRPr lang="en-US" dirty="0"/>
          </a:p>
        </p:txBody>
      </p:sp>
    </p:spTree>
    <p:extLst>
      <p:ext uri="{BB962C8B-B14F-4D97-AF65-F5344CB8AC3E}">
        <p14:creationId xmlns:p14="http://schemas.microsoft.com/office/powerpoint/2010/main" val="2521594602"/>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a:bodyPr>
          <a:lstStyle/>
          <a:p>
            <a:r>
              <a:rPr lang="en-US" dirty="0"/>
              <a:t>Process change introduction – we will implement the methods that we have proposed during the improvement identification stage and we will integrate these methods with other activities and ensure compatibility between these process activities.  We will set enough time to introduce the changes and to ensure our system is compatible with other process activities, procedures and standards. The </a:t>
            </a:r>
            <a:r>
              <a:rPr lang="en-US" dirty="0" err="1"/>
              <a:t>tourSpace</a:t>
            </a:r>
            <a:r>
              <a:rPr lang="en-US" dirty="0"/>
              <a:t> will acquire tools for requirements management and designing processes to use these tools.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5</a:t>
            </a:fld>
            <a:endParaRPr lang="en-US" dirty="0"/>
          </a:p>
        </p:txBody>
      </p:sp>
    </p:spTree>
    <p:extLst>
      <p:ext uri="{BB962C8B-B14F-4D97-AF65-F5344CB8AC3E}">
        <p14:creationId xmlns:p14="http://schemas.microsoft.com/office/powerpoint/2010/main" val="711853297"/>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lnSpcReduction="10000"/>
          </a:bodyPr>
          <a:lstStyle/>
          <a:p>
            <a:r>
              <a:rPr lang="en-US" dirty="0"/>
              <a:t>Process training – as the developers that have been involve during the building of the </a:t>
            </a:r>
            <a:r>
              <a:rPr lang="en-US" dirty="0" err="1"/>
              <a:t>tourSpace</a:t>
            </a:r>
            <a:r>
              <a:rPr lang="en-US" dirty="0"/>
              <a:t> system, it will not be a challenge to incorporate and understand these new proposed changes and how to implement them. </a:t>
            </a:r>
          </a:p>
          <a:p>
            <a:r>
              <a:rPr lang="en-US" dirty="0"/>
              <a:t>The training that we will be required would be when new tools are introduced. In the training session, we will have discussions of the value of requirements management, explain the process activities and introduce the tools that we selected</a:t>
            </a:r>
          </a:p>
          <a:p>
            <a:r>
              <a:rPr lang="en-US" dirty="0"/>
              <a:t>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6</a:t>
            </a:fld>
            <a:endParaRPr lang="en-US" dirty="0"/>
          </a:p>
        </p:txBody>
      </p:sp>
    </p:spTree>
    <p:extLst>
      <p:ext uri="{BB962C8B-B14F-4D97-AF65-F5344CB8AC3E}">
        <p14:creationId xmlns:p14="http://schemas.microsoft.com/office/powerpoint/2010/main" val="1667850124"/>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a:xfrm>
            <a:off x="549275" y="1600201"/>
            <a:ext cx="8042276" cy="4343400"/>
          </a:xfrm>
        </p:spPr>
        <p:txBody>
          <a:bodyPr>
            <a:normAutofit fontScale="92500" lnSpcReduction="10000"/>
          </a:bodyPr>
          <a:lstStyle/>
          <a:p>
            <a:r>
              <a:rPr lang="en-US" dirty="0"/>
              <a:t>Change tuning – we will perform a test on our </a:t>
            </a:r>
            <a:r>
              <a:rPr lang="en-US" dirty="0" err="1"/>
              <a:t>tourSpace</a:t>
            </a:r>
            <a:r>
              <a:rPr lang="en-US" dirty="0"/>
              <a:t> system to discover minor problems. After discovering these problems. The process changes will never be effective as soon as they are introduced. Introducing too many changes makes it impossible to assess the effect of each change on the process. we will propose and introduce modifications to the process and if we are happy with the process, the changes will be completely operative.</a:t>
            </a:r>
          </a:p>
          <a:p>
            <a:r>
              <a:rPr lang="en-US" dirty="0"/>
              <a:t>We will make this phase to last for few months to discover defects and to make sure all the changes have been made successfully and the system is going to production.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7</a:t>
            </a:fld>
            <a:endParaRPr lang="en-US" dirty="0"/>
          </a:p>
        </p:txBody>
      </p:sp>
    </p:spTree>
    <p:extLst>
      <p:ext uri="{BB962C8B-B14F-4D97-AF65-F5344CB8AC3E}">
        <p14:creationId xmlns:p14="http://schemas.microsoft.com/office/powerpoint/2010/main" val="2700381838"/>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fontScale="92500" lnSpcReduction="10000"/>
          </a:bodyPr>
          <a:lstStyle/>
          <a:p>
            <a:r>
              <a:rPr lang="en-US" dirty="0"/>
              <a:t>Improvement prioritization – we will assess all the possible changes on our </a:t>
            </a:r>
            <a:r>
              <a:rPr lang="en-US" dirty="0" err="1"/>
              <a:t>tourSpace</a:t>
            </a:r>
            <a:r>
              <a:rPr lang="en-US" dirty="0"/>
              <a:t> system and prioritize them for implementation. We will prioritize the changes based on criticality. We will start with the high, medium and low priority therefore to avoid introducing all the changes at once. We will not make too many changes at once but we will consider introducing requirements management processes to manage evolving requirement to the highest process change.</a:t>
            </a:r>
          </a:p>
          <a:p>
            <a:r>
              <a:rPr lang="en-US" dirty="0"/>
              <a:t>We will decide on the process areas that need improvement, how much to introduce these changes and their impact on our </a:t>
            </a:r>
            <a:r>
              <a:rPr lang="en-US" dirty="0" err="1"/>
              <a:t>tourSpace</a:t>
            </a:r>
            <a:r>
              <a:rPr lang="en-US" dirty="0"/>
              <a:t> system.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8</a:t>
            </a:fld>
            <a:endParaRPr lang="en-US" dirty="0"/>
          </a:p>
        </p:txBody>
      </p:sp>
    </p:spTree>
    <p:extLst>
      <p:ext uri="{BB962C8B-B14F-4D97-AF65-F5344CB8AC3E}">
        <p14:creationId xmlns:p14="http://schemas.microsoft.com/office/powerpoint/2010/main" val="592802439"/>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 Process Change</a:t>
            </a:r>
          </a:p>
        </p:txBody>
      </p:sp>
      <p:sp>
        <p:nvSpPr>
          <p:cNvPr id="3" name="Content Placeholder 2"/>
          <p:cNvSpPr>
            <a:spLocks noGrp="1"/>
          </p:cNvSpPr>
          <p:nvPr>
            <p:ph idx="1"/>
          </p:nvPr>
        </p:nvSpPr>
        <p:spPr/>
        <p:txBody>
          <a:bodyPr>
            <a:normAutofit fontScale="92500"/>
          </a:bodyPr>
          <a:lstStyle/>
          <a:p>
            <a:r>
              <a:rPr lang="en-US" dirty="0"/>
              <a:t>We will implement these changes by developing a communication strategy that include a timeline for how the change will be incrementally communicated and how will the change be communicated. Provide effective training to teach the skills and knowledge required to operate efficiently. We will introduce new practices, methods and tools as well as new roles or responsibilities. Measure the change process to ensure that we have achieved our goal which is to reduce the number of defects discovered during integration testing. We will use the process measurements to assess the effectiveness of the changes on our </a:t>
            </a:r>
            <a:r>
              <a:rPr lang="en-US" dirty="0" err="1"/>
              <a:t>tourSpace</a:t>
            </a:r>
            <a:r>
              <a:rPr lang="en-US" dirty="0"/>
              <a:t> system.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9</a:t>
            </a:fld>
            <a:endParaRPr lang="en-US" dirty="0"/>
          </a:p>
        </p:txBody>
      </p:sp>
    </p:spTree>
    <p:extLst>
      <p:ext uri="{BB962C8B-B14F-4D97-AF65-F5344CB8AC3E}">
        <p14:creationId xmlns:p14="http://schemas.microsoft.com/office/powerpoint/2010/main" val="2674713755"/>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pic>
        <p:nvPicPr>
          <p:cNvPr id="6" name="Content Placeholder 5">
            <a:extLst>
              <a:ext uri="{FF2B5EF4-FFF2-40B4-BE49-F238E27FC236}">
                <a16:creationId xmlns:a16="http://schemas.microsoft.com/office/drawing/2014/main" id="{51FA5F6F-FDB5-4769-914F-4227F87A3C2A}"/>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549275" y="2004305"/>
            <a:ext cx="8042275" cy="3535190"/>
          </a:xfrm>
        </p:spPr>
      </p:pic>
      <p:sp>
        <p:nvSpPr>
          <p:cNvPr id="4" name="Slide Number Placeholder 3"/>
          <p:cNvSpPr>
            <a:spLocks noGrp="1"/>
          </p:cNvSpPr>
          <p:nvPr>
            <p:ph type="sldNum" sz="quarter" idx="12"/>
          </p:nvPr>
        </p:nvSpPr>
        <p:spPr/>
        <p:txBody>
          <a:bodyPr/>
          <a:lstStyle/>
          <a:p>
            <a:fld id="{7F5CE407-6216-4202-80E4-A30DC2F709B2}" type="slidenum">
              <a:rPr lang="en-US" smtClean="0"/>
              <a:t>10</a:t>
            </a:fld>
            <a:endParaRPr lang="en-US" dirty="0"/>
          </a:p>
        </p:txBody>
      </p:sp>
    </p:spTree>
    <p:extLst>
      <p:ext uri="{BB962C8B-B14F-4D97-AF65-F5344CB8AC3E}">
        <p14:creationId xmlns:p14="http://schemas.microsoft.com/office/powerpoint/2010/main" val="1219744063"/>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4" name="bomb.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pic>
        <p:nvPicPr>
          <p:cNvPr id="6" name="Content Placeholder 5" descr="A picture containing device&#10;&#10;Description automatically generated">
            <a:extLst>
              <a:ext uri="{FF2B5EF4-FFF2-40B4-BE49-F238E27FC236}">
                <a16:creationId xmlns:a16="http://schemas.microsoft.com/office/drawing/2014/main" id="{F361C05F-99AD-4A8A-A4A3-78A7AC7C628A}"/>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549275" y="1761331"/>
            <a:ext cx="8042275" cy="4021137"/>
          </a:xfrm>
        </p:spPr>
      </p:pic>
      <p:sp>
        <p:nvSpPr>
          <p:cNvPr id="4" name="Slide Number Placeholder 3"/>
          <p:cNvSpPr>
            <a:spLocks noGrp="1"/>
          </p:cNvSpPr>
          <p:nvPr>
            <p:ph type="sldNum" sz="quarter" idx="12"/>
          </p:nvPr>
        </p:nvSpPr>
        <p:spPr/>
        <p:txBody>
          <a:bodyPr/>
          <a:lstStyle/>
          <a:p>
            <a:fld id="{7F5CE407-6216-4202-80E4-A30DC2F709B2}" type="slidenum">
              <a:rPr lang="en-US" smtClean="0"/>
              <a:t>11</a:t>
            </a:fld>
            <a:endParaRPr lang="en-US" dirty="0"/>
          </a:p>
        </p:txBody>
      </p:sp>
    </p:spTree>
    <p:extLst>
      <p:ext uri="{BB962C8B-B14F-4D97-AF65-F5344CB8AC3E}">
        <p14:creationId xmlns:p14="http://schemas.microsoft.com/office/powerpoint/2010/main" val="1640595262"/>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4" name="bomb.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12</a:t>
            </a:fld>
            <a:endParaRPr lang="en-US" dirty="0"/>
          </a:p>
        </p:txBody>
      </p:sp>
    </p:spTree>
    <p:extLst>
      <p:ext uri="{BB962C8B-B14F-4D97-AF65-F5344CB8AC3E}">
        <p14:creationId xmlns:p14="http://schemas.microsoft.com/office/powerpoint/2010/main" val="786097783"/>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13</a:t>
            </a:fld>
            <a:endParaRPr lang="en-US" dirty="0"/>
          </a:p>
        </p:txBody>
      </p:sp>
    </p:spTree>
    <p:extLst>
      <p:ext uri="{BB962C8B-B14F-4D97-AF65-F5344CB8AC3E}">
        <p14:creationId xmlns:p14="http://schemas.microsoft.com/office/powerpoint/2010/main" val="1092474621"/>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14</a:t>
            </a:fld>
            <a:endParaRPr lang="en-US" dirty="0"/>
          </a:p>
        </p:txBody>
      </p:sp>
    </p:spTree>
    <p:extLst>
      <p:ext uri="{BB962C8B-B14F-4D97-AF65-F5344CB8AC3E}">
        <p14:creationId xmlns:p14="http://schemas.microsoft.com/office/powerpoint/2010/main" val="2504191734"/>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15</a:t>
            </a:fld>
            <a:endParaRPr lang="en-US" dirty="0"/>
          </a:p>
        </p:txBody>
      </p:sp>
    </p:spTree>
    <p:extLst>
      <p:ext uri="{BB962C8B-B14F-4D97-AF65-F5344CB8AC3E}">
        <p14:creationId xmlns:p14="http://schemas.microsoft.com/office/powerpoint/2010/main" val="2650776457"/>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16</a:t>
            </a:fld>
            <a:endParaRPr lang="en-US" dirty="0"/>
          </a:p>
        </p:txBody>
      </p:sp>
    </p:spTree>
    <p:extLst>
      <p:ext uri="{BB962C8B-B14F-4D97-AF65-F5344CB8AC3E}">
        <p14:creationId xmlns:p14="http://schemas.microsoft.com/office/powerpoint/2010/main" val="4082104805"/>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Past the ½ way</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17</a:t>
            </a:fld>
            <a:endParaRPr lang="en-US" dirty="0"/>
          </a:p>
        </p:txBody>
      </p:sp>
    </p:spTree>
    <p:extLst>
      <p:ext uri="{BB962C8B-B14F-4D97-AF65-F5344CB8AC3E}">
        <p14:creationId xmlns:p14="http://schemas.microsoft.com/office/powerpoint/2010/main" val="38392908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18</a:t>
            </a:fld>
            <a:endParaRPr lang="en-US" dirty="0"/>
          </a:p>
        </p:txBody>
      </p:sp>
    </p:spTree>
    <p:extLst>
      <p:ext uri="{BB962C8B-B14F-4D97-AF65-F5344CB8AC3E}">
        <p14:creationId xmlns:p14="http://schemas.microsoft.com/office/powerpoint/2010/main" val="299625212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dirty="0"/>
          </a:p>
        </p:txBody>
      </p:sp>
      <p:sp>
        <p:nvSpPr>
          <p:cNvPr id="9" name="Content Placeholder 8"/>
          <p:cNvSpPr>
            <a:spLocks noGrp="1"/>
          </p:cNvSpPr>
          <p:nvPr>
            <p:ph idx="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19</a:t>
            </a:fld>
            <a:endParaRPr lang="en-US" dirty="0"/>
          </a:p>
        </p:txBody>
      </p:sp>
    </p:spTree>
    <p:extLst>
      <p:ext uri="{BB962C8B-B14F-4D97-AF65-F5344CB8AC3E}">
        <p14:creationId xmlns:p14="http://schemas.microsoft.com/office/powerpoint/2010/main" val="2304962399"/>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DONE!</a:t>
            </a:r>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r>
              <a:rPr lang="en-US" dirty="0"/>
              <a:t>20</a:t>
            </a:r>
          </a:p>
        </p:txBody>
      </p:sp>
      <p:sp>
        <p:nvSpPr>
          <p:cNvPr id="5" name="Picture Placeholder 4"/>
          <p:cNvSpPr>
            <a:spLocks noGrp="1"/>
          </p:cNvSpPr>
          <p:nvPr>
            <p:ph type="pic" idx="13"/>
          </p:nvPr>
        </p:nvSpPr>
        <p:spPr>
          <a:xfrm>
            <a:off x="378423" y="363538"/>
            <a:ext cx="8402040" cy="2836862"/>
          </a:xfrm>
        </p:spPr>
      </p:sp>
    </p:spTree>
    <p:extLst>
      <p:ext uri="{BB962C8B-B14F-4D97-AF65-F5344CB8AC3E}">
        <p14:creationId xmlns:p14="http://schemas.microsoft.com/office/powerpoint/2010/main" val="2094963033"/>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font script="Hans" typeface="宋体"/>
        <a:font script="Hant" typeface="新細明體"/>
      </a:majorFont>
      <a:minorFont>
        <a:latin typeface="News Gothic MT"/>
        <a:ea typeface=""/>
        <a:cs typeface=""/>
        <a:font script="Jpan" typeface="ＭＳ Ｐゴシック"/>
        <a:font script="Hans" typeface="宋体"/>
        <a:font script="Hant" typeface="新細明體"/>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Breeze.thmx</Template>
  <TotalTime>677</TotalTime>
  <Words>828</Words>
  <Application>Microsoft Office PowerPoint</Application>
  <PresentationFormat>On-screen Show (4:3)</PresentationFormat>
  <Paragraphs>50</Paragraphs>
  <Slides>20</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News Gothic MT</vt:lpstr>
      <vt:lpstr>Wingdings 2</vt:lpstr>
      <vt:lpstr>Breeze</vt:lpstr>
      <vt:lpstr>PowerPoint Presentation</vt:lpstr>
      <vt:lpstr>Process analysis</vt:lpstr>
      <vt:lpstr>Process analysis continued</vt:lpstr>
      <vt:lpstr>Process Change</vt:lpstr>
      <vt:lpstr>Process Change</vt:lpstr>
      <vt:lpstr>Process Change</vt:lpstr>
      <vt:lpstr>Process Change</vt:lpstr>
      <vt:lpstr>Process Change</vt:lpstr>
      <vt:lpstr>Implement Process Change</vt:lpstr>
      <vt:lpstr>Process Change</vt:lpstr>
      <vt:lpstr>Process Change</vt:lpstr>
      <vt:lpstr>PowerPoint Presentation</vt:lpstr>
      <vt:lpstr>PowerPoint Presentation</vt:lpstr>
      <vt:lpstr>PowerPoint Presentation</vt:lpstr>
      <vt:lpstr>PowerPoint Presentation</vt:lpstr>
      <vt:lpstr>PowerPoint Presentation</vt:lpstr>
      <vt:lpstr>Past the ½ way</vt:lpstr>
      <vt:lpstr>PowerPoint Presentation</vt:lpstr>
      <vt:lpstr>PowerPoint Presentation</vt:lpstr>
      <vt:lpstr>DONE!</vt:lpstr>
    </vt:vector>
  </TitlesOfParts>
  <Company>SJCOE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Pecha Kucha Template</dc:title>
  <dc:creator>Special Education</dc:creator>
  <cp:lastModifiedBy>Sebe Msomi</cp:lastModifiedBy>
  <cp:revision>47</cp:revision>
  <dcterms:created xsi:type="dcterms:W3CDTF">2016-10-20T22:21:24Z</dcterms:created>
  <dcterms:modified xsi:type="dcterms:W3CDTF">2020-09-16T19:42:40Z</dcterms:modified>
</cp:coreProperties>
</file>