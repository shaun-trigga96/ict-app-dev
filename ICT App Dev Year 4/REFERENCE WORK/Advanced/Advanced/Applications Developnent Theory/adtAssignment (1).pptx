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7" r:id="rId2"/>
    <p:sldId id="266"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1296" y="1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09A3D37-C8EF-2647-9830-1FB63C1844DE}" type="datetimeFigureOut">
              <a:rPr lang="en-US" smtClean="0"/>
              <a:t>9/16/2020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6A04785-C599-6046-AAE9-E844DBEEA2D0}" type="slidenum">
              <a:rPr lang="en-US" smtClean="0"/>
              <a:t>‹#›</a:t>
            </a:fld>
            <a:endParaRPr lang="en-US" dirty="0"/>
          </a:p>
        </p:txBody>
      </p:sp>
    </p:spTree>
    <p:extLst>
      <p:ext uri="{BB962C8B-B14F-4D97-AF65-F5344CB8AC3E}">
        <p14:creationId xmlns:p14="http://schemas.microsoft.com/office/powerpoint/2010/main" val="37976051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430065-523E-EB4E-8806-108494AA3FEA}" type="datetimeFigureOut">
              <a:rPr lang="en-US" smtClean="0"/>
              <a:t>9/16/2020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CD05F6-2E66-C34F-B0A3-8E41B97CAC5F}" type="slidenum">
              <a:rPr lang="en-US" smtClean="0"/>
              <a:t>‹#›</a:t>
            </a:fld>
            <a:endParaRPr lang="en-US" dirty="0"/>
          </a:p>
        </p:txBody>
      </p:sp>
    </p:spTree>
    <p:extLst>
      <p:ext uri="{BB962C8B-B14F-4D97-AF65-F5344CB8AC3E}">
        <p14:creationId xmlns:p14="http://schemas.microsoft.com/office/powerpoint/2010/main" val="41615589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dirty="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p>
            <a:fld id="{61D2C7E3-E6E6-C142-AA3F-9162B3DCCB12}"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8FF9C1B-0CF5-634E-915C-D719A704236A}"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p:txBody>
          <a:bodyPr/>
          <a:lstStyle/>
          <a:p>
            <a:fld id="{B13F311A-8C6F-9F4B-86ED-691EFA95D23D}"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endParaRPr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0DB9F7-D358-D340-9D15-99AABC8B48BD}"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800D9899-64DC-2443-BDC0-D642A18A02E7}"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F7324F0E-1673-2F46-9480-1C879E616A69}" type="datetime1">
              <a:rPr lang="en-US" smtClean="0"/>
              <a:t>9/16/2020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0B308F73-1432-D94C-8545-E67EA6997673}" type="datetime1">
              <a:rPr lang="en-US" smtClean="0"/>
              <a:t>9/16/2020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EB692-6D4F-5547-88EA-41601EFC6DED}" type="datetime1">
              <a:rPr lang="en-US" smtClean="0"/>
              <a:t>9/16/2020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4329D-39B2-2A4F-80EE-C908589EDE4C}"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F8546-3E7B-AE4F-969F-26823E955CE2}" type="datetime1">
              <a:rPr lang="en-US" smtClean="0"/>
              <a:t>9/16/2020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a:t>
            </a:fld>
            <a:endParaRPr lang="en-US" dirty="0"/>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endParaRPr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359FE724-4A5C-F64A-B2BA-75245E24A978}"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9AB13870-D5AF-C749-A830-75701B70ABFF}" type="datetime1">
              <a:rPr lang="en-US" smtClean="0"/>
              <a:t>9/16/2020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F5CE407-6216-4202-80E4-A30DC2F709B2}"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1" name="bomb.wav"/>
          </p:stSnd>
        </p:sndAc>
      </p:transition>
    </mc:Choice>
    <mc:Fallback xmlns="">
      <p:transition spd="slow" advClick="0" advTm="20000">
        <p:sndAc>
          <p:stSnd>
            <p:snd r:embed="rId3" name="bomb.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wav"/></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FCC97B21-1DD7-DA4F-9D36-0A2882568E99}" type="datetime1">
              <a:rPr lang="en-US" smtClean="0"/>
              <a:t>9/16/2020</a:t>
            </a:fld>
            <a:endParaRPr lang="en-US" dirty="0"/>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r>
              <a:rPr lang="en-US" dirty="0"/>
              <a:t>2016 CAPTAIN CONFERENCE</a:t>
            </a:r>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7F5CE407-6216-4202-80E4-A30DC2F709B2}" type="slidenum">
              <a:rPr lang="en-US" smtClean="0"/>
              <a:t>‹#›</a:t>
            </a:fld>
            <a:endParaRPr lang="en-US" dirty="0"/>
          </a:p>
        </p:txBody>
      </p:sp>
      <p:pic>
        <p:nvPicPr>
          <p:cNvPr id="7" name="Picture 6" descr="CAPTAIN logo.jpg"/>
          <p:cNvPicPr/>
          <p:nvPr userDrawn="1"/>
        </p:nvPicPr>
        <p:blipFill>
          <a:blip r:embed="rId15" cstate="email">
            <a:extLst>
              <a:ext uri="{28A0092B-C50C-407E-A947-70E740481C1C}">
                <a14:useLocalDpi xmlns:a14="http://schemas.microsoft.com/office/drawing/2010/main" val="0"/>
              </a:ext>
            </a:extLst>
          </a:blip>
          <a:stretch>
            <a:fillRect/>
          </a:stretch>
        </p:blipFill>
        <p:spPr>
          <a:xfrm>
            <a:off x="549275" y="107577"/>
            <a:ext cx="1038331" cy="1336956"/>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slow" p14:dur="6500" advClick="0" advTm="20000">
        <p:sndAc>
          <p:stSnd>
            <p:snd r:embed="rId14" name="bomb.wav"/>
          </p:stSnd>
        </p:sndAc>
      </p:transition>
    </mc:Choice>
    <mc:Fallback xmlns="">
      <p:transition spd="slow" advClick="0" advTm="20000">
        <p:sndAc>
          <p:stSnd>
            <p:snd r:embed="rId16" name="bomb.wav"/>
          </p:stSnd>
        </p:sndAc>
      </p:transition>
    </mc:Fallback>
  </mc:AlternateContent>
  <p:hf hdr="0" ftr="0" dt="0"/>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audio" Target="../media/audio1.wav"/><Relationship Id="rId5" Type="http://schemas.openxmlformats.org/officeDocument/2006/relationships/image" Target="../media/image3.png"/><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1</a:t>
            </a:r>
          </a:p>
        </p:txBody>
      </p:sp>
      <p:sp>
        <p:nvSpPr>
          <p:cNvPr id="7" name="Content Placeholder 6">
            <a:extLst>
              <a:ext uri="{FF2B5EF4-FFF2-40B4-BE49-F238E27FC236}">
                <a16:creationId xmlns:a16="http://schemas.microsoft.com/office/drawing/2014/main" id="{31ECFE5F-32AD-4711-BB4A-44013705E60E}"/>
              </a:ext>
            </a:extLst>
          </p:cNvPr>
          <p:cNvSpPr>
            <a:spLocks noGrp="1"/>
          </p:cNvSpPr>
          <p:nvPr>
            <p:ph idx="1"/>
          </p:nvPr>
        </p:nvSpPr>
        <p:spPr>
          <a:xfrm>
            <a:off x="549275" y="927463"/>
            <a:ext cx="8042276" cy="5016138"/>
          </a:xfrm>
        </p:spPr>
        <p:txBody>
          <a:bodyPr/>
          <a:lstStyle/>
          <a:p>
            <a:pPr marL="0" indent="0">
              <a:buNone/>
            </a:pPr>
            <a:endParaRPr lang="en-US" dirty="0"/>
          </a:p>
          <a:p>
            <a:r>
              <a:rPr lang="en-US" dirty="0"/>
              <a:t>Sebe Msomi</a:t>
            </a:r>
          </a:p>
          <a:p>
            <a:r>
              <a:rPr lang="en-US" dirty="0" err="1"/>
              <a:t>Moipone</a:t>
            </a:r>
            <a:r>
              <a:rPr lang="en-US" dirty="0"/>
              <a:t> </a:t>
            </a:r>
            <a:r>
              <a:rPr lang="en-US" dirty="0" err="1"/>
              <a:t>Kabai</a:t>
            </a:r>
            <a:r>
              <a:rPr lang="en-US" dirty="0"/>
              <a:t> </a:t>
            </a:r>
          </a:p>
        </p:txBody>
      </p:sp>
      <p:pic>
        <p:nvPicPr>
          <p:cNvPr id="10" name="darkmp3-ru-bongi-dube-awugivaphi-na">
            <a:hlinkClick r:id="" action="ppaction://media"/>
            <a:extLst>
              <a:ext uri="{FF2B5EF4-FFF2-40B4-BE49-F238E27FC236}">
                <a16:creationId xmlns:a16="http://schemas.microsoft.com/office/drawing/2014/main" id="{72BFF72C-AFD6-4615-9725-9F1463B09BE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3124200"/>
            <a:ext cx="609600" cy="609600"/>
          </a:xfrm>
          <a:prstGeom prst="rect">
            <a:avLst/>
          </a:prstGeom>
        </p:spPr>
      </p:pic>
    </p:spTree>
    <p:extLst>
      <p:ext uri="{BB962C8B-B14F-4D97-AF65-F5344CB8AC3E}">
        <p14:creationId xmlns:p14="http://schemas.microsoft.com/office/powerpoint/2010/main" val="330008445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4" name="bomb.wav"/>
          </p:stSnd>
        </p:sndAc>
      </p:transition>
    </mc:Choice>
    <mc:Fallback xmlns="">
      <p:transition spd="slow" advClick="0" advTm="20000">
        <p:sndAc>
          <p:stSnd>
            <p:snd r:embed="rId6"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analysis</a:t>
            </a:r>
          </a:p>
        </p:txBody>
      </p:sp>
      <p:sp>
        <p:nvSpPr>
          <p:cNvPr id="4" name="Slide Number Placeholder 3"/>
          <p:cNvSpPr>
            <a:spLocks noGrp="1"/>
          </p:cNvSpPr>
          <p:nvPr>
            <p:ph type="sldNum" sz="quarter" idx="12"/>
          </p:nvPr>
        </p:nvSpPr>
        <p:spPr/>
        <p:txBody>
          <a:bodyPr/>
          <a:lstStyle/>
          <a:p>
            <a:fld id="{7F5CE407-6216-4202-80E4-A30DC2F709B2}" type="slidenum">
              <a:rPr lang="en-US" smtClean="0"/>
              <a:t>2</a:t>
            </a:fld>
            <a:endParaRPr lang="en-US" dirty="0"/>
          </a:p>
        </p:txBody>
      </p:sp>
      <p:sp>
        <p:nvSpPr>
          <p:cNvPr id="8" name="Content Placeholder 7">
            <a:extLst>
              <a:ext uri="{FF2B5EF4-FFF2-40B4-BE49-F238E27FC236}">
                <a16:creationId xmlns:a16="http://schemas.microsoft.com/office/drawing/2014/main" id="{C560E1C3-5930-4208-85FE-1B07D0AFF6D5}"/>
              </a:ext>
            </a:extLst>
          </p:cNvPr>
          <p:cNvSpPr>
            <a:spLocks noGrp="1"/>
          </p:cNvSpPr>
          <p:nvPr>
            <p:ph idx="1"/>
          </p:nvPr>
        </p:nvSpPr>
        <p:spPr/>
        <p:txBody>
          <a:bodyPr>
            <a:normAutofit/>
          </a:bodyPr>
          <a:lstStyle/>
          <a:p>
            <a:r>
              <a:rPr lang="en-US" dirty="0"/>
              <a:t>We use process analysis to understand what is going on in our process. We will be looking for information about the process’s problem and inefficiencies.</a:t>
            </a:r>
          </a:p>
          <a:p>
            <a:r>
              <a:rPr lang="en-US" dirty="0"/>
              <a:t>We have identified key characteristics to remain successful and profitable during level 3 lockdown. </a:t>
            </a:r>
          </a:p>
          <a:p>
            <a:r>
              <a:rPr lang="en-US" dirty="0"/>
              <a:t>We used process analysis techniques to improve our tourism system.</a:t>
            </a:r>
          </a:p>
        </p:txBody>
      </p:sp>
    </p:spTree>
    <p:extLst>
      <p:ext uri="{BB962C8B-B14F-4D97-AF65-F5344CB8AC3E}">
        <p14:creationId xmlns:p14="http://schemas.microsoft.com/office/powerpoint/2010/main" val="236484582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fontScale="92500"/>
          </a:bodyPr>
          <a:lstStyle/>
          <a:p>
            <a:pPr lvl="0"/>
            <a:r>
              <a:rPr lang="en-US" dirty="0"/>
              <a:t>Improvement identification – we will use the results of the process analysis to identify ways to challenge quality problems such as travel restrictions, accommodation bookings are not allowed, and restaurants are closed,</a:t>
            </a:r>
          </a:p>
          <a:p>
            <a:pPr lvl="0"/>
            <a:r>
              <a:rPr lang="en-US" dirty="0"/>
              <a:t>Cost inefficiencies that we have identified during tourism system analysis. </a:t>
            </a:r>
          </a:p>
          <a:p>
            <a:pPr lvl="0"/>
            <a:r>
              <a:rPr lang="en-US" dirty="0"/>
              <a:t>We will propose new methods that allow our tourism system to display all accommodations and restaurants that are open for domestic traveling and operating during level 3. create methods that increase revenue.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3</a:t>
            </a:fld>
            <a:endParaRPr lang="en-US" dirty="0"/>
          </a:p>
        </p:txBody>
      </p:sp>
    </p:spTree>
    <p:extLst>
      <p:ext uri="{BB962C8B-B14F-4D97-AF65-F5344CB8AC3E}">
        <p14:creationId xmlns:p14="http://schemas.microsoft.com/office/powerpoint/2010/main" val="2521594602"/>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a:bodyPr>
          <a:lstStyle/>
          <a:p>
            <a:r>
              <a:rPr lang="en-US" dirty="0"/>
              <a:t>Process change introduction – we will implement the methods that we have proposed during the improvement identification stage and we will integrate these methods with other activities and ensure compatibility between these process activities.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4</a:t>
            </a:fld>
            <a:endParaRPr lang="en-US" dirty="0"/>
          </a:p>
        </p:txBody>
      </p:sp>
    </p:spTree>
    <p:extLst>
      <p:ext uri="{BB962C8B-B14F-4D97-AF65-F5344CB8AC3E}">
        <p14:creationId xmlns:p14="http://schemas.microsoft.com/office/powerpoint/2010/main" val="71185329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a:bodyPr>
          <a:lstStyle/>
          <a:p>
            <a:r>
              <a:rPr lang="en-US" dirty="0"/>
              <a:t>Process training – as the developers that have been involve during the building of the </a:t>
            </a:r>
            <a:r>
              <a:rPr lang="en-US" dirty="0" err="1"/>
              <a:t>tourSpace</a:t>
            </a:r>
            <a:r>
              <a:rPr lang="en-US" dirty="0"/>
              <a:t> system, it will not be a challenge to incorporate and understand these new proposed changes and how to implement them. </a:t>
            </a:r>
          </a:p>
          <a:p>
            <a:r>
              <a:rPr lang="en-US" dirty="0"/>
              <a:t>The training that we will be required would be when new tools are introduced. </a:t>
            </a:r>
          </a:p>
          <a:p>
            <a:r>
              <a:rPr lang="en-US" dirty="0"/>
              <a:t>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5</a:t>
            </a:fld>
            <a:endParaRPr lang="en-US" dirty="0"/>
          </a:p>
        </p:txBody>
      </p:sp>
    </p:spTree>
    <p:extLst>
      <p:ext uri="{BB962C8B-B14F-4D97-AF65-F5344CB8AC3E}">
        <p14:creationId xmlns:p14="http://schemas.microsoft.com/office/powerpoint/2010/main" val="1667850124"/>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a:bodyPr>
          <a:lstStyle/>
          <a:p>
            <a:r>
              <a:rPr lang="en-US" dirty="0"/>
              <a:t>Change tuning – we will perform a test on our </a:t>
            </a:r>
            <a:r>
              <a:rPr lang="en-US" dirty="0" err="1"/>
              <a:t>tourSpace</a:t>
            </a:r>
            <a:r>
              <a:rPr lang="en-US" dirty="0"/>
              <a:t> system to discover minor problems. After discovering these problems, we will propose and introduce modifications to the process and if we are happy with the process, the changes will be completely operative.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6</a:t>
            </a:fld>
            <a:endParaRPr lang="en-US" dirty="0"/>
          </a:p>
        </p:txBody>
      </p:sp>
    </p:spTree>
    <p:extLst>
      <p:ext uri="{BB962C8B-B14F-4D97-AF65-F5344CB8AC3E}">
        <p14:creationId xmlns:p14="http://schemas.microsoft.com/office/powerpoint/2010/main" val="2700381838"/>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sp>
        <p:nvSpPr>
          <p:cNvPr id="3" name="Content Placeholder 2"/>
          <p:cNvSpPr>
            <a:spLocks noGrp="1"/>
          </p:cNvSpPr>
          <p:nvPr>
            <p:ph idx="1"/>
          </p:nvPr>
        </p:nvSpPr>
        <p:spPr/>
        <p:txBody>
          <a:bodyPr>
            <a:normAutofit/>
          </a:bodyPr>
          <a:lstStyle/>
          <a:p>
            <a:r>
              <a:rPr lang="en-US" dirty="0"/>
              <a:t>Improvement prioritization – we will assess all the possible changes on our </a:t>
            </a:r>
            <a:r>
              <a:rPr lang="en-US" dirty="0" err="1"/>
              <a:t>tourSpace</a:t>
            </a:r>
            <a:r>
              <a:rPr lang="en-US" dirty="0"/>
              <a:t> system and prioritize them for implementation. We will prioritize the changes based on criticality. We will start with the high, medium and low priority therefore to avoid introducing all the changes at once. </a:t>
            </a:r>
          </a:p>
          <a:p>
            <a:r>
              <a:rPr lang="en-US" dirty="0"/>
              <a:t>We will decide on the process areas that need improvement, how much to introduce these changes and their impact on our </a:t>
            </a:r>
            <a:r>
              <a:rPr lang="en-US" dirty="0" err="1"/>
              <a:t>tourSpace</a:t>
            </a:r>
            <a:r>
              <a:rPr lang="en-US" dirty="0"/>
              <a:t> system. </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7</a:t>
            </a:fld>
            <a:endParaRPr lang="en-US" dirty="0"/>
          </a:p>
        </p:txBody>
      </p:sp>
    </p:spTree>
    <p:extLst>
      <p:ext uri="{BB962C8B-B14F-4D97-AF65-F5344CB8AC3E}">
        <p14:creationId xmlns:p14="http://schemas.microsoft.com/office/powerpoint/2010/main" val="592802439"/>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 Process Change</a:t>
            </a:r>
          </a:p>
        </p:txBody>
      </p:sp>
      <p:sp>
        <p:nvSpPr>
          <p:cNvPr id="3" name="Content Placeholder 2"/>
          <p:cNvSpPr>
            <a:spLocks noGrp="1"/>
          </p:cNvSpPr>
          <p:nvPr>
            <p:ph idx="1"/>
          </p:nvPr>
        </p:nvSpPr>
        <p:spPr/>
        <p:txBody>
          <a:bodyPr/>
          <a:lstStyle/>
          <a:p>
            <a:r>
              <a:rPr lang="en-US" dirty="0"/>
              <a:t>We will implement these changes by developing a communication strategy that include a timeline for how the change will be incrementally communicated and how will the change be communicated. Provide effective training to teach the skills and knowledge required to operate efficiently. We will introduce new practices, methods and tools as well as new roles or responsibilities. Measure the change process to ensure that we have achieved our goal</a:t>
            </a:r>
          </a:p>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8</a:t>
            </a:fld>
            <a:endParaRPr lang="en-US" dirty="0"/>
          </a:p>
        </p:txBody>
      </p:sp>
    </p:spTree>
    <p:extLst>
      <p:ext uri="{BB962C8B-B14F-4D97-AF65-F5344CB8AC3E}">
        <p14:creationId xmlns:p14="http://schemas.microsoft.com/office/powerpoint/2010/main" val="2674713755"/>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pic>
        <p:nvPicPr>
          <p:cNvPr id="6" name="Content Placeholder 5">
            <a:extLst>
              <a:ext uri="{FF2B5EF4-FFF2-40B4-BE49-F238E27FC236}">
                <a16:creationId xmlns:a16="http://schemas.microsoft.com/office/drawing/2014/main" id="{51FA5F6F-FDB5-4769-914F-4227F87A3C2A}"/>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549275" y="2004305"/>
            <a:ext cx="8042275" cy="3535190"/>
          </a:xfrm>
        </p:spPr>
      </p:pic>
      <p:sp>
        <p:nvSpPr>
          <p:cNvPr id="4" name="Slide Number Placeholder 3"/>
          <p:cNvSpPr>
            <a:spLocks noGrp="1"/>
          </p:cNvSpPr>
          <p:nvPr>
            <p:ph type="sldNum" sz="quarter" idx="12"/>
          </p:nvPr>
        </p:nvSpPr>
        <p:spPr/>
        <p:txBody>
          <a:bodyPr/>
          <a:lstStyle/>
          <a:p>
            <a:fld id="{7F5CE407-6216-4202-80E4-A30DC2F709B2}" type="slidenum">
              <a:rPr lang="en-US" smtClean="0"/>
              <a:t>9</a:t>
            </a:fld>
            <a:endParaRPr lang="en-US" dirty="0"/>
          </a:p>
        </p:txBody>
      </p:sp>
    </p:spTree>
    <p:extLst>
      <p:ext uri="{BB962C8B-B14F-4D97-AF65-F5344CB8AC3E}">
        <p14:creationId xmlns:p14="http://schemas.microsoft.com/office/powerpoint/2010/main" val="121974406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4" name="bomb.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Change</a:t>
            </a:r>
          </a:p>
        </p:txBody>
      </p:sp>
      <p:pic>
        <p:nvPicPr>
          <p:cNvPr id="6" name="Content Placeholder 5" descr="A picture containing device&#10;&#10;Description automatically generated">
            <a:extLst>
              <a:ext uri="{FF2B5EF4-FFF2-40B4-BE49-F238E27FC236}">
                <a16:creationId xmlns:a16="http://schemas.microsoft.com/office/drawing/2014/main" id="{F361C05F-99AD-4A8A-A4A3-78A7AC7C628A}"/>
              </a:ext>
            </a:extLst>
          </p:cNvPr>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549275" y="1761331"/>
            <a:ext cx="8042275" cy="4021137"/>
          </a:xfrm>
        </p:spPr>
      </p:pic>
      <p:sp>
        <p:nvSpPr>
          <p:cNvPr id="4" name="Slide Number Placeholder 3"/>
          <p:cNvSpPr>
            <a:spLocks noGrp="1"/>
          </p:cNvSpPr>
          <p:nvPr>
            <p:ph type="sldNum" sz="quarter" idx="12"/>
          </p:nvPr>
        </p:nvSpPr>
        <p:spPr/>
        <p:txBody>
          <a:bodyPr/>
          <a:lstStyle/>
          <a:p>
            <a:fld id="{7F5CE407-6216-4202-80E4-A30DC2F709B2}" type="slidenum">
              <a:rPr lang="en-US" smtClean="0"/>
              <a:t>10</a:t>
            </a:fld>
            <a:endParaRPr lang="en-US" dirty="0"/>
          </a:p>
        </p:txBody>
      </p:sp>
    </p:spTree>
    <p:extLst>
      <p:ext uri="{BB962C8B-B14F-4D97-AF65-F5344CB8AC3E}">
        <p14:creationId xmlns:p14="http://schemas.microsoft.com/office/powerpoint/2010/main" val="1640595262"/>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4" name="bomb.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11</a:t>
            </a:fld>
            <a:endParaRPr lang="en-US" dirty="0"/>
          </a:p>
        </p:txBody>
      </p:sp>
      <p:sp>
        <p:nvSpPr>
          <p:cNvPr id="6" name="Content Placeholder 5">
            <a:extLst>
              <a:ext uri="{FF2B5EF4-FFF2-40B4-BE49-F238E27FC236}">
                <a16:creationId xmlns:a16="http://schemas.microsoft.com/office/drawing/2014/main" id="{5005A758-0B55-4005-9FFA-E44D3D2BF20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7302526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12</a:t>
            </a:fld>
            <a:endParaRPr lang="en-US" dirty="0"/>
          </a:p>
        </p:txBody>
      </p:sp>
    </p:spTree>
    <p:extLst>
      <p:ext uri="{BB962C8B-B14F-4D97-AF65-F5344CB8AC3E}">
        <p14:creationId xmlns:p14="http://schemas.microsoft.com/office/powerpoint/2010/main" val="78609778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13</a:t>
            </a:fld>
            <a:endParaRPr lang="en-US" dirty="0"/>
          </a:p>
        </p:txBody>
      </p:sp>
    </p:spTree>
    <p:extLst>
      <p:ext uri="{BB962C8B-B14F-4D97-AF65-F5344CB8AC3E}">
        <p14:creationId xmlns:p14="http://schemas.microsoft.com/office/powerpoint/2010/main" val="1092474621"/>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14</a:t>
            </a:fld>
            <a:endParaRPr lang="en-US" dirty="0"/>
          </a:p>
        </p:txBody>
      </p:sp>
    </p:spTree>
    <p:extLst>
      <p:ext uri="{BB962C8B-B14F-4D97-AF65-F5344CB8AC3E}">
        <p14:creationId xmlns:p14="http://schemas.microsoft.com/office/powerpoint/2010/main" val="2504191734"/>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15</a:t>
            </a:fld>
            <a:endParaRPr lang="en-US" dirty="0"/>
          </a:p>
        </p:txBody>
      </p:sp>
    </p:spTree>
    <p:extLst>
      <p:ext uri="{BB962C8B-B14F-4D97-AF65-F5344CB8AC3E}">
        <p14:creationId xmlns:p14="http://schemas.microsoft.com/office/powerpoint/2010/main" val="2650776457"/>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16</a:t>
            </a:fld>
            <a:endParaRPr lang="en-US" dirty="0"/>
          </a:p>
        </p:txBody>
      </p:sp>
    </p:spTree>
    <p:extLst>
      <p:ext uri="{BB962C8B-B14F-4D97-AF65-F5344CB8AC3E}">
        <p14:creationId xmlns:p14="http://schemas.microsoft.com/office/powerpoint/2010/main" val="4082104805"/>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Past the ½ way</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17</a:t>
            </a:fld>
            <a:endParaRPr lang="en-US" dirty="0"/>
          </a:p>
        </p:txBody>
      </p:sp>
    </p:spTree>
    <p:extLst>
      <p:ext uri="{BB962C8B-B14F-4D97-AF65-F5344CB8AC3E}">
        <p14:creationId xmlns:p14="http://schemas.microsoft.com/office/powerpoint/2010/main" val="38392908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7F5CE407-6216-4202-80E4-A30DC2F709B2}" type="slidenum">
              <a:rPr lang="en-US" smtClean="0"/>
              <a:t>18</a:t>
            </a:fld>
            <a:endParaRPr lang="en-US" dirty="0"/>
          </a:p>
        </p:txBody>
      </p:sp>
    </p:spTree>
    <p:extLst>
      <p:ext uri="{BB962C8B-B14F-4D97-AF65-F5344CB8AC3E}">
        <p14:creationId xmlns:p14="http://schemas.microsoft.com/office/powerpoint/2010/main" val="2996252126"/>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dirty="0"/>
          </a:p>
        </p:txBody>
      </p:sp>
      <p:sp>
        <p:nvSpPr>
          <p:cNvPr id="9" name="Content Placeholder 8"/>
          <p:cNvSpPr>
            <a:spLocks noGrp="1"/>
          </p:cNvSpPr>
          <p:nvPr>
            <p:ph idx="1"/>
          </p:nvPr>
        </p:nvSpPr>
        <p:spPr/>
        <p:txBody>
          <a:bodyPr/>
          <a:lstStyle/>
          <a:p>
            <a:endParaRPr lang="en-US" dirty="0"/>
          </a:p>
        </p:txBody>
      </p:sp>
      <p:sp>
        <p:nvSpPr>
          <p:cNvPr id="7" name="Slide Number Placeholder 6"/>
          <p:cNvSpPr>
            <a:spLocks noGrp="1"/>
          </p:cNvSpPr>
          <p:nvPr>
            <p:ph type="sldNum" sz="quarter" idx="12"/>
          </p:nvPr>
        </p:nvSpPr>
        <p:spPr/>
        <p:txBody>
          <a:bodyPr/>
          <a:lstStyle/>
          <a:p>
            <a:fld id="{7F5CE407-6216-4202-80E4-A30DC2F709B2}" type="slidenum">
              <a:rPr lang="en-US" smtClean="0"/>
              <a:t>19</a:t>
            </a:fld>
            <a:endParaRPr lang="en-US" dirty="0"/>
          </a:p>
        </p:txBody>
      </p:sp>
    </p:spTree>
    <p:extLst>
      <p:ext uri="{BB962C8B-B14F-4D97-AF65-F5344CB8AC3E}">
        <p14:creationId xmlns:p14="http://schemas.microsoft.com/office/powerpoint/2010/main" val="2304962399"/>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DONE!</a:t>
            </a:r>
          </a:p>
        </p:txBody>
      </p:sp>
      <p:sp>
        <p:nvSpPr>
          <p:cNvPr id="3" name="Subtitle 2"/>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r>
              <a:rPr lang="en-US" dirty="0"/>
              <a:t>20</a:t>
            </a:r>
          </a:p>
        </p:txBody>
      </p:sp>
      <p:sp>
        <p:nvSpPr>
          <p:cNvPr id="5" name="Picture Placeholder 4"/>
          <p:cNvSpPr>
            <a:spLocks noGrp="1"/>
          </p:cNvSpPr>
          <p:nvPr>
            <p:ph type="pic" idx="13"/>
          </p:nvPr>
        </p:nvSpPr>
        <p:spPr>
          <a:xfrm>
            <a:off x="378423" y="363538"/>
            <a:ext cx="8402040" cy="2836862"/>
          </a:xfrm>
        </p:spPr>
      </p:sp>
    </p:spTree>
    <p:extLst>
      <p:ext uri="{BB962C8B-B14F-4D97-AF65-F5344CB8AC3E}">
        <p14:creationId xmlns:p14="http://schemas.microsoft.com/office/powerpoint/2010/main" val="2094963033"/>
      </p:ext>
    </p:extLst>
  </p:cSld>
  <p:clrMapOvr>
    <a:masterClrMapping/>
  </p:clrMapOvr>
  <mc:AlternateContent xmlns:mc="http://schemas.openxmlformats.org/markup-compatibility/2006" xmlns:p14="http://schemas.microsoft.com/office/powerpoint/2010/main">
    <mc:Choice Requires="p14">
      <p:transition spd="slow" p14:dur="6500" advClick="0" advTm="20000">
        <p:sndAc>
          <p:stSnd>
            <p:snd r:embed="rId2" name="bomb.wav"/>
          </p:stSnd>
        </p:sndAc>
      </p:transition>
    </mc:Choice>
    <mc:Fallback xmlns="">
      <p:transition spd="slow" advClick="0" advTm="20000">
        <p:sndAc>
          <p:stSnd>
            <p:snd r:embed="rId3" name="bomb.wav"/>
          </p:stSnd>
        </p:sndAc>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569</TotalTime>
  <Words>466</Words>
  <Application>Microsoft Office PowerPoint</Application>
  <PresentationFormat>On-screen Show (4:3)</PresentationFormat>
  <Paragraphs>48</Paragraphs>
  <Slides>20</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News Gothic MT</vt:lpstr>
      <vt:lpstr>Wingdings 2</vt:lpstr>
      <vt:lpstr>Breeze</vt:lpstr>
      <vt:lpstr>PowerPoint Presentation</vt:lpstr>
      <vt:lpstr>Process analysis</vt:lpstr>
      <vt:lpstr>Process Change</vt:lpstr>
      <vt:lpstr>Process Change</vt:lpstr>
      <vt:lpstr>Process Change</vt:lpstr>
      <vt:lpstr>Process Change</vt:lpstr>
      <vt:lpstr>Process Change</vt:lpstr>
      <vt:lpstr>Implement Process Change</vt:lpstr>
      <vt:lpstr>Process Change</vt:lpstr>
      <vt:lpstr>Process Change</vt:lpstr>
      <vt:lpstr>PowerPoint Presentation</vt:lpstr>
      <vt:lpstr>PowerPoint Presentation</vt:lpstr>
      <vt:lpstr>PowerPoint Presentation</vt:lpstr>
      <vt:lpstr>PowerPoint Presentation</vt:lpstr>
      <vt:lpstr>PowerPoint Presentation</vt:lpstr>
      <vt:lpstr>PowerPoint Presentation</vt:lpstr>
      <vt:lpstr>Past the ½ way</vt:lpstr>
      <vt:lpstr>PowerPoint Presentation</vt:lpstr>
      <vt:lpstr>PowerPoint Presentation</vt:lpstr>
      <vt:lpstr>DONE!</vt:lpstr>
    </vt:vector>
  </TitlesOfParts>
  <Company>SJCOE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Pecha Kucha Template</dc:title>
  <dc:creator>Special Education</dc:creator>
  <cp:lastModifiedBy>Sebe Msomi</cp:lastModifiedBy>
  <cp:revision>37</cp:revision>
  <dcterms:created xsi:type="dcterms:W3CDTF">2016-10-20T22:21:24Z</dcterms:created>
  <dcterms:modified xsi:type="dcterms:W3CDTF">2020-09-16T17:55:08Z</dcterms:modified>
</cp:coreProperties>
</file>