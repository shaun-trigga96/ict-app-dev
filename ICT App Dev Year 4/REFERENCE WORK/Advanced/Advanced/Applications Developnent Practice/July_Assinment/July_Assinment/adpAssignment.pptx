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9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5272-19BD-4BBB-AC87-0D93B1AEE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E75C-4B56-4505-A111-3D8D6F208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4235-5FC1-4EF4-B627-FC63D064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815D8-FCCD-4D3A-9F71-419767B3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5CFB5-DBC1-4970-A600-34EDA03A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2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17DD1-05E1-40F6-A64A-2D3688B0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C3AB-013E-4216-889E-E8DD47C50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E9DD1-FD41-41CD-9175-9CD43AD8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49ED-160E-4FEE-8224-EF3DAEC2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F5FA1-7480-4F6C-AA98-2080273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2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1998-28B6-4A13-82C9-BA99EDDE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773E8-2190-4866-A196-DFBA84E8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BA323-07E5-4CF4-9E79-AB2A5517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DF8-32D4-4FF9-A578-337C46E3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44AD-5E94-42D7-A06C-6DCBED35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7677-AB9C-46BF-BF51-2E08E6DF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4DCFE-5E76-497D-8C78-A2CD2CBEC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B2517-956F-42B9-9F75-65F405F0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72D42-11BE-414E-80B4-E6E13E71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5ACC3-D863-451B-957A-106727B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72674-0621-44B5-B109-EBD54257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1EDD-37A4-424A-A96A-BDA7F6D6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BDE6F-F027-4732-A581-429D8B61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00954-66EC-46E7-B107-77442AA53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E3F9B-CDBB-4C84-8EDE-77A46A619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3EC01-61BB-411E-AF7E-943516A16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E8DDBD-FC53-4C91-B6AE-3C4D53AB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4C456-F2CD-42F3-8E01-20E788D0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89B2A-F91E-4429-AE3C-FBD8D98A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4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1F50-0C33-40C7-B9B7-EF7AA035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4F1AE-5FB0-4398-8AD8-D546DD9A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DBEDC-3E35-4ABE-B7B2-48139AFF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61845-ADC9-4D50-A835-959FD0DD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8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44F6CD-5498-48B1-9C2A-5570FE94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DB56A-7988-44F4-946D-68ADDE8E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4C06A-A112-4538-868A-E815CF11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3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51EE-91C1-47FE-8238-86B56721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0D987-13FA-4923-9AAF-2BE3F6320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C9763-52FF-4D83-8A1B-C9538E3D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3E269-C270-414E-9980-2A96E0D0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68E61-73FB-4352-88AD-BE717B74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AA18F-23ED-4C43-AE48-968653E1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6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5D1C-5E94-4B49-8E6E-89A4F815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A8997-7F4C-44B7-BDA0-94525D04B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03170-93ED-4FF5-8D6F-68803FFF8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BA16B-FF42-40C3-86D9-B806CE3B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A0B82-F3EA-41F2-87FA-283B318C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5EFC8-D60D-4384-85E5-0153DA7E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E5E4-02B0-495D-B4C7-DBEB1D3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7051F-D8AF-4CF6-8796-9A5C575E9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E8580-91AB-4BDD-B743-F69ED099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09CB-9390-48C8-901E-CBB32CA7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F6F9-DCD4-4DD4-8939-4B0BC20B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1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33C4D-0947-4C1E-B309-F0D8C3C65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6E3DF-DE2E-4514-9FD9-5E24CFCC7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611B-0217-43C3-B2A3-4A06E448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99824-91C7-46FA-AE5C-261DE92D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75BEF-F39B-45D3-9CA8-3227791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9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44AFD-73F9-4DE2-B77A-A0D71CD4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2D24B-A343-46E2-BF7D-491DD4767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6FDB-5837-490B-9144-CE27C022C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98BE2-B774-43FC-9C58-8A176D78F14C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CC80F-68FD-4286-8E84-5AB248735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56D8-EA02-48AE-8830-27706F08C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04721-26FB-4FC3-91FC-B10B1730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0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3A87-831B-46F8-B3D0-1D0EADCD61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Show how to implement a queue using two stacks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C30A9-ED13-4459-A5D5-48B52D3F8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Sebe Msomi 216028604</a:t>
            </a:r>
          </a:p>
          <a:p>
            <a:r>
              <a:rPr lang="en-US" dirty="0" err="1"/>
              <a:t>Moipone</a:t>
            </a:r>
            <a:r>
              <a:rPr lang="en-US" dirty="0"/>
              <a:t> </a:t>
            </a:r>
            <a:r>
              <a:rPr lang="en-US" dirty="0" err="1"/>
              <a:t>Kabai</a:t>
            </a:r>
            <a:r>
              <a:rPr lang="en-US" dirty="0"/>
              <a:t> 215203569</a:t>
            </a:r>
          </a:p>
        </p:txBody>
      </p:sp>
    </p:spTree>
    <p:extLst>
      <p:ext uri="{BB962C8B-B14F-4D97-AF65-F5344CB8AC3E}">
        <p14:creationId xmlns:p14="http://schemas.microsoft.com/office/powerpoint/2010/main" val="153108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7F5A-D5BF-4081-B7FF-8C77C7F3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754CA-EBEE-4ECA-9949-A8F11D978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given problem is to show how to implement a queue using two stacks. The queue uses first in, first out method and stack uses last in first out method. We will have two stacks.</a:t>
            </a:r>
          </a:p>
        </p:txBody>
      </p:sp>
    </p:spTree>
    <p:extLst>
      <p:ext uri="{BB962C8B-B14F-4D97-AF65-F5344CB8AC3E}">
        <p14:creationId xmlns:p14="http://schemas.microsoft.com/office/powerpoint/2010/main" val="187165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DEBC-F3F9-44CF-8113-F82F8986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1C96D-E245-44B6-8A89-008FCE5E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have two stacks namely stack1 and stack2.</a:t>
            </a:r>
          </a:p>
          <a:p>
            <a:r>
              <a:rPr lang="en-US" dirty="0"/>
              <a:t>We will use the </a:t>
            </a:r>
            <a:r>
              <a:rPr lang="en-US" dirty="0" err="1"/>
              <a:t>isEmpty</a:t>
            </a:r>
            <a:r>
              <a:rPr lang="en-US" dirty="0"/>
              <a:t> method to check whether Stack1 or stack 2 are empty</a:t>
            </a:r>
          </a:p>
          <a:p>
            <a:pPr marL="0" indent="0">
              <a:buNone/>
            </a:pPr>
            <a:r>
              <a:rPr lang="en-US" dirty="0"/>
              <a:t>Boolean </a:t>
            </a:r>
            <a:r>
              <a:rPr lang="en-US" dirty="0" err="1"/>
              <a:t>isEmpthy</a:t>
            </a:r>
            <a:r>
              <a:rPr lang="en-US" dirty="0"/>
              <a:t>(){</a:t>
            </a:r>
          </a:p>
          <a:p>
            <a:pPr marL="0" indent="0">
              <a:buNone/>
            </a:pPr>
            <a:r>
              <a:rPr lang="en-US" dirty="0"/>
              <a:t>Return stack1 &amp;&amp; stack2; </a:t>
            </a:r>
          </a:p>
          <a:p>
            <a:pPr marL="0" indent="0">
              <a:buNone/>
            </a:pPr>
            <a:r>
              <a:rPr lang="en-US" dirty="0"/>
              <a:t>} //return true if both stacks are empty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4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43E9F-BAD7-4134-8160-11E57B6F0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703"/>
            <a:ext cx="10515600" cy="574926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If stack1 is empty, insert elements into stack 1 and display all the element inserted</a:t>
            </a:r>
          </a:p>
          <a:p>
            <a:pPr marL="0" indent="0">
              <a:buNone/>
            </a:pPr>
            <a:r>
              <a:rPr lang="en-US" dirty="0"/>
              <a:t>void enqueue(element e){</a:t>
            </a:r>
          </a:p>
          <a:p>
            <a:pPr marL="0" indent="0">
              <a:buNone/>
            </a:pPr>
            <a:r>
              <a:rPr lang="en-US" dirty="0"/>
              <a:t>	stack1.push(e)	</a:t>
            </a:r>
          </a:p>
          <a:p>
            <a:pPr marL="0" indent="0">
              <a:buNone/>
            </a:pPr>
            <a:r>
              <a:rPr lang="en-US" dirty="0"/>
              <a:t>	print(stack1)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dequeue(){</a:t>
            </a:r>
          </a:p>
          <a:p>
            <a:pPr marL="0" indent="0">
              <a:buNone/>
            </a:pPr>
            <a:r>
              <a:rPr lang="en-US" dirty="0"/>
              <a:t>If stack1 and stack2 are empty, throw an exception, else display all elements </a:t>
            </a:r>
          </a:p>
          <a:p>
            <a:pPr marL="0" indent="0">
              <a:buNone/>
            </a:pPr>
            <a:r>
              <a:rPr lang="en-US" dirty="0"/>
              <a:t>If(stack1.isEmpty() &amp;&amp; stack2.isEmpty()) throw exception(“The stack is empty”)</a:t>
            </a:r>
          </a:p>
          <a:p>
            <a:pPr marL="0" indent="0">
              <a:buNone/>
            </a:pPr>
            <a:r>
              <a:rPr lang="en-US" dirty="0"/>
              <a:t>If(stack2.isEmpty()){</a:t>
            </a:r>
          </a:p>
          <a:p>
            <a:pPr marL="0" indent="0">
              <a:buNone/>
            </a:pPr>
            <a:r>
              <a:rPr lang="en-US" dirty="0"/>
              <a:t>	While(!stack1.isEmpty()){</a:t>
            </a:r>
          </a:p>
          <a:p>
            <a:pPr marL="0" indent="0">
              <a:buNone/>
            </a:pPr>
            <a:r>
              <a:rPr lang="en-US" dirty="0"/>
              <a:t>	Stack2.push(stack1. pop())</a:t>
            </a:r>
          </a:p>
          <a:p>
            <a:pPr marL="0" indent="0">
              <a:buNone/>
            </a:pPr>
            <a:r>
              <a:rPr lang="en-US" dirty="0"/>
              <a:t>	print(stack1)</a:t>
            </a:r>
          </a:p>
          <a:p>
            <a:pPr marL="0" indent="0">
              <a:buNone/>
            </a:pPr>
            <a:r>
              <a:rPr lang="en-US" dirty="0"/>
              <a:t>}//</a:t>
            </a:r>
            <a:r>
              <a:rPr lang="en-US" dirty="0" err="1"/>
              <a:t>endWhile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}//</a:t>
            </a:r>
            <a:r>
              <a:rPr lang="en-US" dirty="0" err="1"/>
              <a:t>endIF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Return stack2.pop();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8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45C5-6499-4735-AE78-D26CC4D1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65"/>
            <a:ext cx="10515600" cy="58524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void front(){</a:t>
            </a:r>
          </a:p>
          <a:p>
            <a:pPr marL="0" indent="0">
              <a:buNone/>
            </a:pPr>
            <a:r>
              <a:rPr lang="en-US" dirty="0"/>
              <a:t>If(stack2.isEmpty()){</a:t>
            </a:r>
          </a:p>
          <a:p>
            <a:pPr marL="0" indent="0">
              <a:buNone/>
            </a:pPr>
            <a:r>
              <a:rPr lang="en-US" dirty="0"/>
              <a:t>	While(!stack1.isEmpty()){</a:t>
            </a:r>
          </a:p>
          <a:p>
            <a:pPr marL="0" indent="0">
              <a:buNone/>
            </a:pPr>
            <a:r>
              <a:rPr lang="en-US" dirty="0"/>
              <a:t>	Stack2.push(stack1.pop())</a:t>
            </a:r>
          </a:p>
          <a:p>
            <a:pPr marL="0" indent="0">
              <a:buNone/>
            </a:pPr>
            <a:r>
              <a:rPr lang="en-US" dirty="0"/>
              <a:t>	 print(stack1)</a:t>
            </a:r>
          </a:p>
          <a:p>
            <a:pPr marL="0" indent="0">
              <a:buNone/>
            </a:pPr>
            <a:r>
              <a:rPr lang="en-US" dirty="0"/>
              <a:t>}//</a:t>
            </a:r>
            <a:r>
              <a:rPr lang="en-US" dirty="0" err="1"/>
              <a:t>endWhile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}//</a:t>
            </a:r>
            <a:r>
              <a:rPr lang="en-US" dirty="0" err="1"/>
              <a:t>endIF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Return stack2.peek();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size(){</a:t>
            </a:r>
          </a:p>
          <a:p>
            <a:pPr marL="0" indent="0">
              <a:buNone/>
            </a:pPr>
            <a:r>
              <a:rPr lang="en-US" dirty="0"/>
              <a:t>	Return stack1.size() + stack2.size()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09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5A9A9-4BAC-4A89-85CA-EEB42D1C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B58E-647F-43CB-B6F0-ACE1552C1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/>
          <a:lstStyle/>
          <a:p>
            <a:r>
              <a:rPr lang="en-US" dirty="0"/>
              <a:t>I learned how to implement a queue using two stacks, I learned that when both stack1 and stack2 are empty that means the stack is empty. I learned that the queue has a first in first out characteristic while stack has last in first out characteristic. I learned that if stack1 is empty, you must insert elements the push them to stack2 while calling the pop method as well. I learned how to implement all the queue methods and the stack methods.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DF4A-0B21-4CF4-89DB-4ABBA971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4A59-B6EF-4CAA-A344-870C74CE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program will run when successfully when you have both stacks. If stacks are empty it will display a banner message. in order to run the program, you must run the main class that has main method.   </a:t>
            </a:r>
          </a:p>
        </p:txBody>
      </p:sp>
    </p:spTree>
    <p:extLst>
      <p:ext uri="{BB962C8B-B14F-4D97-AF65-F5344CB8AC3E}">
        <p14:creationId xmlns:p14="http://schemas.microsoft.com/office/powerpoint/2010/main" val="123046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A99FAD-B33B-4369-918E-C2186F498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23" y="427703"/>
            <a:ext cx="11297264" cy="592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7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E841-77D4-4E6C-88CB-3BA8D99E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991"/>
          </a:xfrm>
        </p:spPr>
        <p:txBody>
          <a:bodyPr/>
          <a:lstStyle/>
          <a:p>
            <a:r>
              <a:rPr lang="en-US" dirty="0"/>
              <a:t>Test case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D66DA3-DF28-4E9E-8B3F-5251A24A1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5519"/>
            <a:ext cx="9928123" cy="48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2812</TotalTime>
  <Words>403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Show how to implement a queue using two stacks</vt:lpstr>
      <vt:lpstr>Introduction to the problem </vt:lpstr>
      <vt:lpstr>Algorithm </vt:lpstr>
      <vt:lpstr>PowerPoint Presentation</vt:lpstr>
      <vt:lpstr>PowerPoint Presentation</vt:lpstr>
      <vt:lpstr>Reflection </vt:lpstr>
      <vt:lpstr>PowerPoint Presentation</vt:lpstr>
      <vt:lpstr>PowerPoint Presentation</vt:lpstr>
      <vt:lpstr>Test 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 how to implement a queue using two stacks</dc:title>
  <dc:creator>Sebe Msomi</dc:creator>
  <cp:lastModifiedBy>Sebe Msomi</cp:lastModifiedBy>
  <cp:revision>15</cp:revision>
  <dcterms:created xsi:type="dcterms:W3CDTF">2020-07-25T17:59:48Z</dcterms:created>
  <dcterms:modified xsi:type="dcterms:W3CDTF">2020-07-27T16:52:23Z</dcterms:modified>
</cp:coreProperties>
</file>