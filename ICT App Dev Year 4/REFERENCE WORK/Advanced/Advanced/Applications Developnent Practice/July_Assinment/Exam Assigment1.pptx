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62" r:id="rId6"/>
    <p:sldId id="263" r:id="rId7"/>
    <p:sldId id="264" r:id="rId8"/>
    <p:sldId id="259"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7/27/2020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654562"/>
            <a:ext cx="6815669" cy="1515533"/>
          </a:xfrm>
        </p:spPr>
        <p:txBody>
          <a:bodyPr/>
          <a:lstStyle/>
          <a:p>
            <a:r>
              <a:rPr lang="en-ZA" sz="3200" dirty="0" smtClean="0"/>
              <a:t>Kabai M. 215203569</a:t>
            </a:r>
            <a:br>
              <a:rPr lang="en-ZA" sz="3200" dirty="0" smtClean="0"/>
            </a:br>
            <a:r>
              <a:rPr lang="en-ZA" sz="3200" dirty="0" smtClean="0"/>
              <a:t>Msomi S. 216028604</a:t>
            </a:r>
            <a:endParaRPr lang="en-ZA" sz="3200" dirty="0"/>
          </a:p>
        </p:txBody>
      </p:sp>
      <p:sp>
        <p:nvSpPr>
          <p:cNvPr id="3" name="Subtitle 2"/>
          <p:cNvSpPr>
            <a:spLocks noGrp="1"/>
          </p:cNvSpPr>
          <p:nvPr>
            <p:ph type="subTitle" idx="1"/>
          </p:nvPr>
        </p:nvSpPr>
        <p:spPr>
          <a:xfrm>
            <a:off x="2692398" y="3741818"/>
            <a:ext cx="6815669" cy="1320802"/>
          </a:xfrm>
        </p:spPr>
        <p:txBody>
          <a:bodyPr>
            <a:normAutofit/>
          </a:bodyPr>
          <a:lstStyle/>
          <a:p>
            <a:pPr algn="l"/>
            <a:r>
              <a:rPr lang="en-US" dirty="0" smtClean="0"/>
              <a:t>Explain </a:t>
            </a:r>
            <a:r>
              <a:rPr lang="en-US" dirty="0"/>
              <a:t>how to implement two stacks in one array </a:t>
            </a:r>
            <a:r>
              <a:rPr lang="en-US" dirty="0" smtClean="0"/>
              <a:t>called </a:t>
            </a:r>
            <a:r>
              <a:rPr lang="en-US" dirty="0" err="1" smtClean="0"/>
              <a:t>Arr</a:t>
            </a:r>
            <a:r>
              <a:rPr lang="en-US" dirty="0" smtClean="0"/>
              <a:t> </a:t>
            </a:r>
            <a:r>
              <a:rPr lang="en-US" dirty="0"/>
              <a:t>of size n in such a way that neither stack </a:t>
            </a:r>
            <a:r>
              <a:rPr lang="en-US" dirty="0" smtClean="0"/>
              <a:t>overflows unless </a:t>
            </a:r>
            <a:r>
              <a:rPr lang="en-US" dirty="0"/>
              <a:t>the total number of elements in both </a:t>
            </a:r>
            <a:r>
              <a:rPr lang="en-US" dirty="0" smtClean="0"/>
              <a:t>stacks together </a:t>
            </a:r>
            <a:r>
              <a:rPr lang="en-US" dirty="0"/>
              <a:t>is n.</a:t>
            </a:r>
            <a:endParaRPr lang="en-ZA" dirty="0"/>
          </a:p>
        </p:txBody>
      </p:sp>
    </p:spTree>
    <p:extLst>
      <p:ext uri="{BB962C8B-B14F-4D97-AF65-F5344CB8AC3E}">
        <p14:creationId xmlns:p14="http://schemas.microsoft.com/office/powerpoint/2010/main" val="1489983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Algorithm Introduction to the problem</a:t>
            </a:r>
            <a:endParaRPr lang="en-ZA" dirty="0"/>
          </a:p>
        </p:txBody>
      </p:sp>
      <p:sp>
        <p:nvSpPr>
          <p:cNvPr id="3" name="Content Placeholder 2"/>
          <p:cNvSpPr>
            <a:spLocks noGrp="1"/>
          </p:cNvSpPr>
          <p:nvPr>
            <p:ph idx="1"/>
          </p:nvPr>
        </p:nvSpPr>
        <p:spPr/>
        <p:txBody>
          <a:bodyPr/>
          <a:lstStyle/>
          <a:p>
            <a:r>
              <a:rPr lang="en-ZA" dirty="0" smtClean="0"/>
              <a:t>The given problem is </a:t>
            </a:r>
            <a:r>
              <a:rPr lang="en-US" dirty="0"/>
              <a:t>to implement two stacks in one array </a:t>
            </a:r>
            <a:r>
              <a:rPr lang="en-US" dirty="0" smtClean="0"/>
              <a:t>of </a:t>
            </a:r>
            <a:r>
              <a:rPr lang="en-US" dirty="0"/>
              <a:t>size n in such a way that neither stack overflows unless the total number of elements in both stacks together is n</a:t>
            </a:r>
            <a:r>
              <a:rPr lang="en-US" dirty="0" smtClean="0"/>
              <a:t>. </a:t>
            </a:r>
            <a:r>
              <a:rPr lang="en-ZA" dirty="0" smtClean="0"/>
              <a:t>Arrays represents a collection of multiple elements of the same datatype, for example if your array is a String, only string values can be stored in that array, and so does the </a:t>
            </a:r>
            <a:r>
              <a:rPr lang="en-ZA" dirty="0" err="1" smtClean="0"/>
              <a:t>int</a:t>
            </a:r>
            <a:r>
              <a:rPr lang="en-ZA" dirty="0" smtClean="0"/>
              <a:t> array. So for this problem, our array will contain String values.</a:t>
            </a:r>
            <a:endParaRPr lang="en-ZA" dirty="0"/>
          </a:p>
        </p:txBody>
      </p:sp>
    </p:spTree>
    <p:extLst>
      <p:ext uri="{BB962C8B-B14F-4D97-AF65-F5344CB8AC3E}">
        <p14:creationId xmlns:p14="http://schemas.microsoft.com/office/powerpoint/2010/main" val="257642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Algorithm to solve the problem</a:t>
            </a:r>
            <a:endParaRPr lang="en-ZA" dirty="0"/>
          </a:p>
        </p:txBody>
      </p:sp>
      <p:sp>
        <p:nvSpPr>
          <p:cNvPr id="3" name="Content Placeholder 2"/>
          <p:cNvSpPr>
            <a:spLocks noGrp="1"/>
          </p:cNvSpPr>
          <p:nvPr>
            <p:ph idx="1"/>
          </p:nvPr>
        </p:nvSpPr>
        <p:spPr>
          <a:xfrm>
            <a:off x="1295401" y="2556932"/>
            <a:ext cx="9601196" cy="3603236"/>
          </a:xfrm>
        </p:spPr>
        <p:txBody>
          <a:bodyPr>
            <a:normAutofit/>
          </a:bodyPr>
          <a:lstStyle/>
          <a:p>
            <a:r>
              <a:rPr lang="en-ZA" dirty="0" smtClean="0"/>
              <a:t>We will have an array called </a:t>
            </a:r>
            <a:r>
              <a:rPr lang="en-ZA" dirty="0" err="1" smtClean="0"/>
              <a:t>arr</a:t>
            </a:r>
            <a:r>
              <a:rPr lang="en-ZA" dirty="0" smtClean="0"/>
              <a:t> which has size n.</a:t>
            </a:r>
          </a:p>
          <a:p>
            <a:r>
              <a:rPr lang="en-US" dirty="0" smtClean="0"/>
              <a:t>We will use two, but similar functions to insert elements in the stacks.</a:t>
            </a:r>
          </a:p>
          <a:p>
            <a:r>
              <a:rPr lang="en-US" dirty="0" smtClean="0"/>
              <a:t>We will check if the size of the array is full by comparing the two stacks.</a:t>
            </a:r>
          </a:p>
          <a:p>
            <a:r>
              <a:rPr lang="en-US" dirty="0" smtClean="0"/>
              <a:t>The total number of elements in both stacks together will be n.</a:t>
            </a:r>
          </a:p>
          <a:p>
            <a:r>
              <a:rPr lang="en-US" dirty="0" smtClean="0"/>
              <a:t>We will use a Lists to put both stacks in an array.</a:t>
            </a:r>
          </a:p>
          <a:p>
            <a:endParaRPr lang="en-ZA" dirty="0"/>
          </a:p>
        </p:txBody>
      </p:sp>
    </p:spTree>
    <p:extLst>
      <p:ext uri="{BB962C8B-B14F-4D97-AF65-F5344CB8AC3E}">
        <p14:creationId xmlns:p14="http://schemas.microsoft.com/office/powerpoint/2010/main" val="143408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Algorithm to solve the problem</a:t>
            </a:r>
          </a:p>
        </p:txBody>
      </p:sp>
      <p:sp>
        <p:nvSpPr>
          <p:cNvPr id="3" name="Content Placeholder 2"/>
          <p:cNvSpPr>
            <a:spLocks noGrp="1"/>
          </p:cNvSpPr>
          <p:nvPr>
            <p:ph idx="1"/>
          </p:nvPr>
        </p:nvSpPr>
        <p:spPr/>
        <p:txBody>
          <a:bodyPr>
            <a:normAutofit/>
          </a:bodyPr>
          <a:lstStyle/>
          <a:p>
            <a:r>
              <a:rPr lang="en-ZA" dirty="0" smtClean="0"/>
              <a:t>We will use the function to insert the elements into the first stack is:</a:t>
            </a:r>
          </a:p>
          <a:p>
            <a:pPr marL="0" indent="0">
              <a:buNone/>
            </a:pPr>
            <a:r>
              <a:rPr lang="en-US" dirty="0"/>
              <a:t>public void push1(String key)</a:t>
            </a:r>
          </a:p>
          <a:p>
            <a:pPr marL="0" indent="0">
              <a:buNone/>
            </a:pPr>
            <a:r>
              <a:rPr lang="en-US" dirty="0" smtClean="0"/>
              <a:t>} </a:t>
            </a:r>
            <a:endParaRPr lang="en-US" dirty="0"/>
          </a:p>
          <a:p>
            <a:r>
              <a:rPr lang="en-ZA" dirty="0" smtClean="0"/>
              <a:t>The second function to insert elements into the second stack will be used:</a:t>
            </a:r>
          </a:p>
          <a:p>
            <a:pPr marL="0" indent="0">
              <a:buNone/>
            </a:pPr>
            <a:r>
              <a:rPr lang="en-US" dirty="0"/>
              <a:t>public void push1(String key)</a:t>
            </a:r>
          </a:p>
          <a:p>
            <a:pPr marL="0" indent="0">
              <a:buNone/>
            </a:pPr>
            <a:r>
              <a:rPr lang="en-US" dirty="0"/>
              <a:t>} </a:t>
            </a:r>
          </a:p>
        </p:txBody>
      </p:sp>
    </p:spTree>
    <p:extLst>
      <p:ext uri="{BB962C8B-B14F-4D97-AF65-F5344CB8AC3E}">
        <p14:creationId xmlns:p14="http://schemas.microsoft.com/office/powerpoint/2010/main" val="91352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Algorithm to solve the problem</a:t>
            </a:r>
          </a:p>
        </p:txBody>
      </p:sp>
      <p:sp>
        <p:nvSpPr>
          <p:cNvPr id="3" name="Content Placeholder 2"/>
          <p:cNvSpPr>
            <a:spLocks noGrp="1"/>
          </p:cNvSpPr>
          <p:nvPr>
            <p:ph idx="1"/>
          </p:nvPr>
        </p:nvSpPr>
        <p:spPr/>
        <p:txBody>
          <a:bodyPr/>
          <a:lstStyle/>
          <a:p>
            <a:r>
              <a:rPr lang="en-ZA" dirty="0"/>
              <a:t>The elements in a </a:t>
            </a:r>
            <a:r>
              <a:rPr lang="en-ZA" dirty="0" smtClean="0"/>
              <a:t>stack1 </a:t>
            </a:r>
            <a:r>
              <a:rPr lang="en-ZA" dirty="0"/>
              <a:t>will be checked to see if they fill an array: </a:t>
            </a:r>
          </a:p>
          <a:p>
            <a:pPr marL="0" indent="0">
              <a:buNone/>
            </a:pPr>
            <a:r>
              <a:rPr lang="en-US" dirty="0"/>
              <a:t>if (top1 + 1 &gt;= top2</a:t>
            </a:r>
            <a:r>
              <a:rPr lang="en-US" dirty="0" smtClean="0"/>
              <a:t>).</a:t>
            </a:r>
          </a:p>
          <a:p>
            <a:r>
              <a:rPr lang="en-ZA" dirty="0"/>
              <a:t>The elements in a </a:t>
            </a:r>
            <a:r>
              <a:rPr lang="en-ZA" dirty="0" smtClean="0"/>
              <a:t>stack2 </a:t>
            </a:r>
            <a:r>
              <a:rPr lang="en-ZA" dirty="0"/>
              <a:t>will be checked to see if they fill an array: </a:t>
            </a:r>
          </a:p>
          <a:p>
            <a:pPr marL="0" indent="0">
              <a:buNone/>
            </a:pPr>
            <a:r>
              <a:rPr lang="en-US" dirty="0"/>
              <a:t>if (top1 + 1 </a:t>
            </a:r>
            <a:r>
              <a:rPr lang="en-US" dirty="0" smtClean="0"/>
              <a:t>== </a:t>
            </a:r>
            <a:r>
              <a:rPr lang="en-US" dirty="0"/>
              <a:t>top2).</a:t>
            </a:r>
            <a:endParaRPr lang="en-ZA" dirty="0"/>
          </a:p>
          <a:p>
            <a:r>
              <a:rPr lang="en-ZA" dirty="0" smtClean="0"/>
              <a:t>If the total number of elements size in both stacks is not n, none of the stacks overflows.</a:t>
            </a:r>
          </a:p>
        </p:txBody>
      </p:sp>
    </p:spTree>
    <p:extLst>
      <p:ext uri="{BB962C8B-B14F-4D97-AF65-F5344CB8AC3E}">
        <p14:creationId xmlns:p14="http://schemas.microsoft.com/office/powerpoint/2010/main" val="2803599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Algorithm to solve the problem</a:t>
            </a:r>
          </a:p>
        </p:txBody>
      </p:sp>
      <p:sp>
        <p:nvSpPr>
          <p:cNvPr id="3" name="Content Placeholder 2"/>
          <p:cNvSpPr>
            <a:spLocks noGrp="1"/>
          </p:cNvSpPr>
          <p:nvPr>
            <p:ph idx="1"/>
          </p:nvPr>
        </p:nvSpPr>
        <p:spPr/>
        <p:txBody>
          <a:bodyPr>
            <a:normAutofit lnSpcReduction="10000"/>
          </a:bodyPr>
          <a:lstStyle/>
          <a:p>
            <a:r>
              <a:rPr lang="en-US" dirty="0" smtClean="0"/>
              <a:t>Checking </a:t>
            </a:r>
            <a:r>
              <a:rPr lang="en-US" dirty="0"/>
              <a:t>if the array is </a:t>
            </a:r>
            <a:r>
              <a:rPr lang="en-US" dirty="0" smtClean="0"/>
              <a:t>full for stack1</a:t>
            </a:r>
            <a:r>
              <a:rPr lang="en-US" dirty="0"/>
              <a:t/>
            </a:r>
            <a:br>
              <a:rPr lang="en-US" dirty="0"/>
            </a:br>
            <a:r>
              <a:rPr lang="en-US" dirty="0"/>
              <a:t>        if (top1 + 1 &gt;= top2)</a:t>
            </a:r>
            <a:br>
              <a:rPr lang="en-US" dirty="0"/>
            </a:br>
            <a:r>
              <a:rPr lang="en-US" dirty="0"/>
              <a:t>        {</a:t>
            </a:r>
            <a:br>
              <a:rPr lang="en-US" dirty="0"/>
            </a:br>
            <a:r>
              <a:rPr lang="en-US" dirty="0"/>
              <a:t>            </a:t>
            </a:r>
            <a:r>
              <a:rPr lang="en-US" dirty="0" err="1"/>
              <a:t>System.</a:t>
            </a:r>
            <a:r>
              <a:rPr lang="en-US" i="1" dirty="0" err="1"/>
              <a:t>out</a:t>
            </a:r>
            <a:r>
              <a:rPr lang="en-US" dirty="0" err="1"/>
              <a:t>.println</a:t>
            </a:r>
            <a:r>
              <a:rPr lang="en-US" dirty="0"/>
              <a:t>("Stack Overflow");</a:t>
            </a:r>
            <a:br>
              <a:rPr lang="en-US" dirty="0"/>
            </a:br>
            <a:r>
              <a:rPr lang="en-US" dirty="0"/>
              <a:t>            </a:t>
            </a:r>
            <a:r>
              <a:rPr lang="en-US" dirty="0" err="1"/>
              <a:t>System.</a:t>
            </a:r>
            <a:r>
              <a:rPr lang="en-US" i="1" dirty="0" err="1"/>
              <a:t>exit</a:t>
            </a:r>
            <a:r>
              <a:rPr lang="en-US" dirty="0"/>
              <a:t>(-1);</a:t>
            </a:r>
            <a:br>
              <a:rPr lang="en-US" dirty="0"/>
            </a:br>
            <a:r>
              <a:rPr lang="en-US" dirty="0"/>
              <a:t>        }</a:t>
            </a:r>
            <a:br>
              <a:rPr lang="en-US" dirty="0"/>
            </a:br>
            <a:r>
              <a:rPr lang="en-US" dirty="0"/>
              <a:t>        top1++;</a:t>
            </a:r>
            <a:br>
              <a:rPr lang="en-US" dirty="0"/>
            </a:br>
            <a:r>
              <a:rPr lang="en-US" dirty="0"/>
              <a:t>        </a:t>
            </a:r>
            <a:r>
              <a:rPr lang="en-US" dirty="0" err="1"/>
              <a:t>arr</a:t>
            </a:r>
            <a:r>
              <a:rPr lang="en-US" dirty="0"/>
              <a:t>[top1] = key;</a:t>
            </a:r>
            <a:br>
              <a:rPr lang="en-US" dirty="0"/>
            </a:br>
            <a:r>
              <a:rPr lang="en-US" dirty="0"/>
              <a:t>    </a:t>
            </a:r>
            <a:r>
              <a:rPr lang="en-US" dirty="0" smtClean="0"/>
              <a:t>}</a:t>
            </a:r>
            <a:endParaRPr lang="en-ZA" dirty="0"/>
          </a:p>
        </p:txBody>
      </p:sp>
    </p:spTree>
    <p:extLst>
      <p:ext uri="{BB962C8B-B14F-4D97-AF65-F5344CB8AC3E}">
        <p14:creationId xmlns:p14="http://schemas.microsoft.com/office/powerpoint/2010/main" val="2616806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Algorithm to solve the problem</a:t>
            </a:r>
          </a:p>
        </p:txBody>
      </p:sp>
      <p:sp>
        <p:nvSpPr>
          <p:cNvPr id="3" name="Content Placeholder 2"/>
          <p:cNvSpPr>
            <a:spLocks noGrp="1"/>
          </p:cNvSpPr>
          <p:nvPr>
            <p:ph idx="1"/>
          </p:nvPr>
        </p:nvSpPr>
        <p:spPr>
          <a:xfrm>
            <a:off x="1295401" y="2556932"/>
            <a:ext cx="9601196" cy="3627300"/>
          </a:xfrm>
        </p:spPr>
        <p:txBody>
          <a:bodyPr>
            <a:normAutofit fontScale="92500" lnSpcReduction="10000"/>
          </a:bodyPr>
          <a:lstStyle/>
          <a:p>
            <a:r>
              <a:rPr lang="en-ZA" dirty="0"/>
              <a:t> </a:t>
            </a:r>
            <a:r>
              <a:rPr lang="en-US" dirty="0" smtClean="0"/>
              <a:t>checking </a:t>
            </a:r>
            <a:r>
              <a:rPr lang="en-US" dirty="0"/>
              <a:t>if the array is </a:t>
            </a:r>
            <a:r>
              <a:rPr lang="en-US" dirty="0" smtClean="0"/>
              <a:t>full for stack2</a:t>
            </a:r>
            <a:r>
              <a:rPr lang="en-US" dirty="0"/>
              <a:t/>
            </a:r>
            <a:br>
              <a:rPr lang="en-US" dirty="0"/>
            </a:br>
            <a:r>
              <a:rPr lang="en-US" dirty="0"/>
              <a:t>        if (top1 + 1 == top2)</a:t>
            </a:r>
            <a:br>
              <a:rPr lang="en-US" dirty="0"/>
            </a:br>
            <a:r>
              <a:rPr lang="en-US" dirty="0"/>
              <a:t>        {</a:t>
            </a:r>
            <a:br>
              <a:rPr lang="en-US" dirty="0"/>
            </a:br>
            <a:r>
              <a:rPr lang="en-US" dirty="0"/>
              <a:t>            </a:t>
            </a:r>
            <a:r>
              <a:rPr lang="en-US" dirty="0" err="1"/>
              <a:t>System.</a:t>
            </a:r>
            <a:r>
              <a:rPr lang="en-US" i="1" dirty="0" err="1"/>
              <a:t>out</a:t>
            </a:r>
            <a:r>
              <a:rPr lang="en-US" dirty="0" err="1"/>
              <a:t>.println</a:t>
            </a:r>
            <a:r>
              <a:rPr lang="en-US" dirty="0"/>
              <a:t>("Stack Overflow");</a:t>
            </a:r>
            <a:br>
              <a:rPr lang="en-US" dirty="0"/>
            </a:br>
            <a:r>
              <a:rPr lang="en-US" dirty="0"/>
              <a:t>            </a:t>
            </a:r>
            <a:r>
              <a:rPr lang="en-US" dirty="0" err="1"/>
              <a:t>System.</a:t>
            </a:r>
            <a:r>
              <a:rPr lang="en-US" i="1" dirty="0" err="1"/>
              <a:t>exit</a:t>
            </a:r>
            <a:r>
              <a:rPr lang="en-US" dirty="0"/>
              <a:t>(-1);</a:t>
            </a:r>
            <a:br>
              <a:rPr lang="en-US" dirty="0"/>
            </a:br>
            <a:r>
              <a:rPr lang="en-US" dirty="0"/>
              <a:t>        }</a:t>
            </a:r>
            <a:br>
              <a:rPr lang="en-US" dirty="0"/>
            </a:br>
            <a:r>
              <a:rPr lang="en-US" dirty="0"/>
              <a:t/>
            </a:r>
            <a:br>
              <a:rPr lang="en-US" dirty="0"/>
            </a:br>
            <a:r>
              <a:rPr lang="en-US" dirty="0"/>
              <a:t>        top2--;</a:t>
            </a:r>
            <a:br>
              <a:rPr lang="en-US" dirty="0"/>
            </a:br>
            <a:r>
              <a:rPr lang="en-US" dirty="0"/>
              <a:t>        </a:t>
            </a:r>
            <a:r>
              <a:rPr lang="en-US" dirty="0" err="1"/>
              <a:t>arr</a:t>
            </a:r>
            <a:r>
              <a:rPr lang="en-US" dirty="0"/>
              <a:t>[top2] = key;</a:t>
            </a:r>
            <a:br>
              <a:rPr lang="en-US" dirty="0"/>
            </a:br>
            <a:r>
              <a:rPr lang="en-US" dirty="0"/>
              <a:t>    </a:t>
            </a:r>
            <a:r>
              <a:rPr lang="en-US" dirty="0" smtClean="0"/>
              <a:t>}</a:t>
            </a:r>
          </a:p>
          <a:p>
            <a:r>
              <a:rPr lang="en-US" dirty="0" smtClean="0"/>
              <a:t>If both stacks not don’t make size n, none will overflow.</a:t>
            </a:r>
            <a:endParaRPr lang="en-ZA" dirty="0"/>
          </a:p>
        </p:txBody>
      </p:sp>
    </p:spTree>
    <p:extLst>
      <p:ext uri="{BB962C8B-B14F-4D97-AF65-F5344CB8AC3E}">
        <p14:creationId xmlns:p14="http://schemas.microsoft.com/office/powerpoint/2010/main" val="1351065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Guideline to run a program</a:t>
            </a:r>
            <a:endParaRPr lang="en-ZA" dirty="0"/>
          </a:p>
        </p:txBody>
      </p:sp>
      <p:sp>
        <p:nvSpPr>
          <p:cNvPr id="3" name="Content Placeholder 2"/>
          <p:cNvSpPr>
            <a:spLocks noGrp="1"/>
          </p:cNvSpPr>
          <p:nvPr>
            <p:ph idx="1"/>
          </p:nvPr>
        </p:nvSpPr>
        <p:spPr/>
        <p:txBody>
          <a:bodyPr/>
          <a:lstStyle/>
          <a:p>
            <a:r>
              <a:rPr lang="en-ZA" dirty="0" smtClean="0"/>
              <a:t>To run the program, the code should be copied from word to the editor, go to Main class and click run button to run the code. It will run for less than a minute and </a:t>
            </a:r>
            <a:r>
              <a:rPr lang="en-ZA" smtClean="0"/>
              <a:t>bring results.</a:t>
            </a:r>
            <a:endParaRPr lang="en-ZA" dirty="0"/>
          </a:p>
        </p:txBody>
      </p:sp>
    </p:spTree>
    <p:extLst>
      <p:ext uri="{BB962C8B-B14F-4D97-AF65-F5344CB8AC3E}">
        <p14:creationId xmlns:p14="http://schemas.microsoft.com/office/powerpoint/2010/main" val="3809192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What I learnt</a:t>
            </a:r>
            <a:endParaRPr lang="en-ZA" dirty="0"/>
          </a:p>
        </p:txBody>
      </p:sp>
      <p:sp>
        <p:nvSpPr>
          <p:cNvPr id="3" name="Content Placeholder 2"/>
          <p:cNvSpPr>
            <a:spLocks noGrp="1"/>
          </p:cNvSpPr>
          <p:nvPr>
            <p:ph idx="1"/>
          </p:nvPr>
        </p:nvSpPr>
        <p:spPr/>
        <p:txBody>
          <a:bodyPr/>
          <a:lstStyle/>
          <a:p>
            <a:r>
              <a:rPr lang="en-ZA" dirty="0"/>
              <a:t>I learnt how to implement two stacks in one array so that neither stacks overflows unless the their total number of elements together is n</a:t>
            </a:r>
            <a:r>
              <a:rPr lang="en-ZA" dirty="0" smtClean="0"/>
              <a:t>. When the total number of elements in the first stack doesn’t equal the number of elements in the second stack, none of the stacks overflow.</a:t>
            </a:r>
            <a:endParaRPr lang="en-ZA" dirty="0"/>
          </a:p>
          <a:p>
            <a:endParaRPr lang="en-ZA" dirty="0"/>
          </a:p>
        </p:txBody>
      </p:sp>
    </p:spTree>
    <p:extLst>
      <p:ext uri="{BB962C8B-B14F-4D97-AF65-F5344CB8AC3E}">
        <p14:creationId xmlns:p14="http://schemas.microsoft.com/office/powerpoint/2010/main" val="87408655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466</TotalTime>
  <Words>452</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Garamond</vt:lpstr>
      <vt:lpstr>Organic</vt:lpstr>
      <vt:lpstr>Kabai M. 215203569 Msomi S. 216028604</vt:lpstr>
      <vt:lpstr>Algorithm Introduction to the problem</vt:lpstr>
      <vt:lpstr>Algorithm to solve the problem</vt:lpstr>
      <vt:lpstr>Algorithm to solve the problem</vt:lpstr>
      <vt:lpstr>Algorithm to solve the problem</vt:lpstr>
      <vt:lpstr>Algorithm to solve the problem</vt:lpstr>
      <vt:lpstr>Algorithm to solve the problem</vt:lpstr>
      <vt:lpstr>Guideline to run a program</vt:lpstr>
      <vt:lpstr>What I learnt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Kabai M. 215203569 Participating Member: Msomi S.</dc:title>
  <dc:creator>Moipone Kabai</dc:creator>
  <cp:lastModifiedBy>Moipone Kabai</cp:lastModifiedBy>
  <cp:revision>19</cp:revision>
  <dcterms:created xsi:type="dcterms:W3CDTF">2020-07-27T14:13:19Z</dcterms:created>
  <dcterms:modified xsi:type="dcterms:W3CDTF">2020-07-27T21:59:57Z</dcterms:modified>
</cp:coreProperties>
</file>