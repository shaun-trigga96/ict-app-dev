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7E3BD5-ACE7-43BB-967A-2ADB10953D69}" v="1" dt="2025-03-05T17:39:55.1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2.6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 5905,'0'0'13442,"0"9"-12397,0-4-976,1 36 538,-3-1 0,-10 64 0,-7 8-69,-7 181 0,24 120-376,3-227-6,16 591 635,-4 262-145,-14-810-528,-19 350 134,-1-5-20,22-201-70,-13 802 731,11-1071-828,1-84-104,0-67-143,1-10-1135,3 1 0,2 0-1,3 0 1,19-64 0,1 5-4916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4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1 702 4561,'0'0'10488,"16"0"-9394,255 25 2799,-141-11-3612,0-5-1,137-8 0,-123-2-241,303-21-20,-5-24-9,-153 14-4,1716-160 31,-1115 76 299,37-4 55,-122 76-293,2 43-101,-379 3-42,175 0-134,687-5-981,-611-43-35,-3-55 1093,-558 86 901,232 0-1,-345 15-747,-1 0 0,1 0 0,0 1 0,-1 0 0,1 0 0,0 0 1,-1 0-1,1 1 0,-1-1 0,0 1 0,5 3 0,-7-4-21,0 1 0,0-1 0,0 1 0,0 0 0,-1 0 0,1 0 0,-1-1 0,1 1 0,-1 1 0,1-1 0,-1 0 0,0 0 0,0 0 0,0 1 0,-1-1 0,1 0 0,0 1 0,-1-1 0,1 1 0,-1-1 0,0 5 0,0 19 56,-1 0 1,-2-1-1,0 1 0,-2-1 0,0 0 0,-16 40 0,-35 110 450,7 2 0,-48 341 1,41 381 1075,86 764-109,-10-1154-1400,13 187 879,15 116 300,-46-670-1200,30 451 101,-26-547-156,-3-15-14,2 0-1,10 34 0,-9-40 9,5 41-1,-2-13-21,-9-52-25,0 0-1,0 0 0,0 0 1,1 0-1,-1 0 0,0 0 0,1 0 1,-1 0-1,1 1 0,-1-1 1,1 0-1,-1-1 0,1 1 0,0 0 1,0 0-1,-1 0 0,1 0 1,0 0-1,0-1 0,0 1 0,0 0 1,0-1-1,0 1 0,0-1 0,0 1 1,0-1-1,0 0 0,0 1 1,2-1-1,-3-12-813,1-7 289,-3-88-5769,-8 31-2883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4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369 199 4625,'0'0'5537,"-273"-139"-5337,255 106 440,0 15 473,-6 12-113,7 3-448,5 3-312,6 0-240,41 0-6849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6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1099 149 160,'0'0'7898,"-59"21"-7267,-196 69-91,190-66-461,0 2 0,-88 50 0,130-63-107,-72 45-7,93-57 15,1 1-1,-1-1 0,0 0 0,0 1 1,1-1-1,-1 1 0,1-1 1,-1 1-1,1 0 0,0 0 0,0-1 1,0 1-1,0 0 0,0 0 0,0 0 1,0 0-1,1 0 0,-1 0 1,1 1-1,-1-1 0,1 4 0,-3 12 220,0-14 43,1 0 0,0 0 0,-1 0 0,0 0 0,0-1 0,0 1-1,0-1 1,0 0 0,-1 0 0,0 0 0,-7 5 0,-5 4 640,-83 65 2239,65-53-1187,1 2 0,1 0 0,-41 47 0,70-69-1733,0-1 0,1 1 1,-1 0-1,1 0 0,0 0 0,0 1 1,0-1-1,1 0 0,0 1 1,0-1-1,0 1 0,0 0 0,0-1 1,1 7-1,13-10-120,39-1-16,31 2-24,0-5 1,142-22 0,18-24-35,499-90-41,122 43-108,-5 35 12,-723 52 125,2062-192-3,-603 63 64,-1321 121-43,384-13 6,-525 30-21,604 18 10,-42 12 14,2-29 14,-339-3-28,-36-7-2,-4 1 4,838 8 2348,-1156 1-2341,0-1-64,0 1 0,0 0 0,1-1 0,-1 1 0,0 0 0,1-1-1,-1 1 1,1 0 0,-1-1 0,1 1 0,-1-1 0,1 1 0,-1 0 0,1-1 0,0 0 0,-1 1 0,1-1 0,0 1 0,-1-1 0,1 0-1,0 1 1,-1-1 0,1 0 0,0 0 0,0 0 0,-1 1 0,1-1 0,0 0 0,0 0 0,-1 0 0,1 0 0,0 0 0,1-1 0,-13-13-1356,-1 1 1,0 0 0,-17-15 0,14 15 24,-64-56-7726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7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477 2 5497,'0'0'11359,"1"0"-11277,-1-1 1,0 1-1,0 0 0,0 0 1,0 0-1,0 0 1,0 0-1,1 0 1,-1 0-1,0 0 1,0 0-1,0 0 1,0 0-1,1 0 1,-1 0-1,0 0 0,0 0 1,0 0-1,0 0 1,1 0-1,-1 0 1,0 0-1,0 0 1,0 0-1,0 0 1,0 0-1,1 0 1,-1 0-1,0 0 0,0 0 1,0 0-1,0 0 1,0 1-1,0-1 1,1 0-1,-1 0 1,0 0-1,0 0 1,0 0-1,0 0 1,0 1-1,0-1 0,0 0 1,0 0-1,0 0 1,0 0-1,1 0 1,-1 1-1,0-1 1,0 0-1,0 0 1,0 0-1,0 0 1,0 1-1,0-1 0,0 0 1,0 0-1,0 0 1,-1 1-1,-11 289 2348,-118 1179-1668,108-1190-697,-39 1059 286,49-953-146,5-204-121,-8-1 0,-8 0-1,-52 201 1,43-265 167,-25 103 290,45-159-360,-9 102-1,17 261 68,6-233-226,4 504-5,-6-427-302,0-267 242,0 0 0,1 0-1,-1 0 1,0 1 0,0-1 0,1 0 0,-1 0 0,0 0 0,0 0 0,1 0-1,-1 0 1,0 0 0,0 0 0,1 0 0,-1 0 0,0 0 0,0 0 0,1 0 0,-1 0-1,0 0 1,1 0 0,-1 0 0,0 0 0,0 0 0,1 0 0,-1 0 0,0 0-1,0-1 1,0 1 0,1 0 0,-1 0 0,0 0 0,0 0 0,0-1 0,1 1-1,-1 0 1,0 0 0,0 0 0,0-1 0,0 1 0,1 0 0,-1 0 0,0-1 0,0 1-1,10-11-1783,-1 0 0,0 0-1,13-23 1,7-7-4891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8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 5633,'0'0'14445,"1"64"-13114,4 415 857,-5-432-1966,-23 987 2347,-78 934-730,78-1340-1476,-2 283 97,25-807-348,6 475 218,37-5-238,-29-466 13,54 193 0,-50-246 36,1-1 0,4-1 0,1-1 0,3-1 0,40 58 0,-52-85-94,-2 1 0,20 52 0,-29-66-45,3 2-198,-3-18-799,-3-32-942,-1 25 1923,-1-34-1873,-8-50 0,-13-12-3521,-17-30-5905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19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1 814 2905,'0'0'10128,"3"-7"-9105,2-12-216,-1-1 0,-1 1-1,-1-1 1,-1 0-1,-1-24 1,0 43-818,0-1 0,1 1 0,-1-1 0,1 0 1,-1 1-1,1-1 0,-1 1 0,1-1 0,0 1 0,0-1 0,0 1 0,0-1 0,0 1 0,0 0 1,0 0-1,1 0 0,-1-1 0,0 1 0,1 0 0,-1 1 0,1-1 0,-1 0 0,1 0 0,1 0 0,46-15-3,-34 12 1,44-11 21,1 3 0,87-8-1,123 8 150,295 10 77,292-10-201,-540-6-31,77-7 5,1900-93 372,-890 37 556,-434 21-634,762-40-148,-556 57-146,-795 42-6,661 8 9,-360-1 6,-539-6-11,815-59 35,-762 41-27,40-11 849,-286 29-21,23 0-326,-46 3 0,29 7-815,1 2 1,1 1-1,-69 33 0,48-20-492,-46 18-2158,12-3-2471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0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1313 1254 3873,'0'0'3755,"-59"-2"-2931,-196-7-159,-321 2 1408,405 7-1462,-81 0 3123,256 0-2982,233-17 2938,-132 6-2904,429-57 1905,9 6-1853,3 33-566,-492 27-225,318-11 99,713-49 174,-735 22-312,1554-197 15,-736 67-46,186 36-9,-1308 131 32,987-61-85,-44 3-12,222-64 40,-739 71 48,643-16 253,3 66 151,-607 6-302,-80-13 702,-398 10-679,0 2-1,0 2 0,-1 1 0,50 12 0,47 18-20,158 49 20,-273-78-116,-12-5 1,1 1-1,0 0 1,-1-1 0,1 1-1,-1 0 1,1 1-1,-1-1 1,1 0-1,-1 1 1,0-1-1,0 1 1,0 0 0,3 3-1,-5-5-1,1 0-1,-1 0 1,0 0-1,0 0 1,0 0 0,0 0-1,0 1 1,0-1-1,0 0 1,0 0-1,1 0 1,-1 0 0,0 0-1,0 0 1,0 1-1,0-1 1,0 0 0,0 0-1,0 0 1,0 0-1,0 0 1,0 1-1,0-1 1,0 0 0,0 0-1,0 0 1,0 0-1,0 0 1,0 1-1,0-1 1,0 0 0,0 0-1,0 0 1,0 0-1,0 0 1,0 1-1,0-1 1,0 0 0,-1 0-1,1 0 1,0 0-1,0 0 1,0 0-1,0 0 1,0 1 0,0-1-1,0 0 1,-1 0-1,1 0 1,0 0 0,-15 1-310,9-1 216,-178 5-2420,-131-4-5361,166-1-588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2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258 407 7274,'0'0'8739,"-6"9"-8032,2-2-506,0-1 0,0 0 0,1 1 1,0 0-1,0 0 0,1 0 0,0 0 1,0 0-1,1 0 0,-2 13 0,-4 45 449,-3 1 0,-4-2 0,-2 1 0,-2-2 0,-34 74 0,39-109-538,-21 35-1,21-42 110,1 1-1,-16 40 0,26-34 121,2-19-219,0-8 279,0-9-174,0-49-70,-2 7-141,3 0 0,1 1 0,3-1 0,14-62 0,9 15-41,58-136 0,-64 186-1,1 0 0,3 1-1,2 2 1,55-68 0,-58 85-36,1 2 0,0 0-1,2 2 1,1 2 0,32-20 0,-48 35 18,0 1 1,0 0-1,1 1 1,0 0 0,-1 1-1,1 0 1,0 1-1,0 1 1,1 0 0,-1 1-1,0 1 1,17 2-1,-29-2 45,0 0 0,0-1-1,0 1 1,0 0-1,-1 0 1,1 0-1,0 0 1,-1 0 0,1 0-1,-1 0 1,1 0-1,-1 1 1,1-1-1,-1 1 1,0-1-1,0 1 1,0-1 0,0 1-1,0 0 1,0 0-1,1 3 1,12 46 32,-12-41-23,8 46 72,5 109-1,-15 62 213,-1-104-98,1 395 1077,0-517-1197,0-4-367,-6-85-4036,1 30-1229,4 11-1396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3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88 143 4721,'0'0'8115,"-2"-3"-7276,0 0-667,0 0 0,0 0 0,-1 0 1,1 1-1,-1-1 0,1 1 0,-1 0 0,0 0 0,0 0 1,0 0-1,0 0 0,0 0 0,0 1 0,0-1 0,-1 1 1,1 0-1,-1 0 0,1 1 0,-7-2 0,-11 1 1273,30-1-191,41-1-652,143 5-180,214-5-193,-317-7-221,-45 3 4325,-45 4-5648,-1 0 965,1 0-1,-1 1 1,0 0 0,1-1 0,-1 1-1,0-1 1,0 1 0,-1 0 0,1 0-1,0 0 1,-1 0 0,0 0 0,1 0 0,-1 0-1,0 0 1,0 0 0,0 1 0,0-1-1,0 1 1,-3-2 0,-35-26-8541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4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667 26 6145,'0'0'8841,"-5"-4"-8073,0 1-587,-1 0 0,1 1 0,-1-1 0,0 1 0,1 0 0,-1 1 0,0-1 0,0 1 0,0 1 0,0-1 0,-1 1 0,1 0 0,-8 1 0,-16-2 448,17 0-506,0 1-1,0 0 1,0 0-1,-1 2 1,1-1-1,0 2 1,1 0-1,-1 0 0,0 1 1,-12 6-1,-8 8 15,1 1 0,1 2 0,1 1 0,0 1 0,2 1 0,-32 37 0,44-44-106,2 2-1,0 0 0,1 1 1,1 0-1,0 1 0,2 1 1,1-1-1,0 2 0,2-1 1,0 1-1,-4 27 0,5 18 62,3 128 0,5-108-29,-2-78-61,4 102 11,-2-99-12,0-1 0,1 0 0,0 0 0,0 0 0,2-1-1,9 21 1,-9-22 10,1 0-1,0 0 1,1 0 0,0-1-1,0 0 1,1-1-1,0 1 1,0-2-1,1 1 1,0-1-1,1 0 1,-1-1 0,1 0-1,1-1 1,-1 0-1,1 0 1,0-1-1,0-1 1,0 0-1,0 0 1,0-1 0,1 0-1,17-1 1,-7 1 8,109-1 25,-114-2-35,-1-1 0,0 0 0,-1-1 0,1-1-1,0-1 1,15-6 0,5-6 1,-1-1 0,-1-2 0,-1-1 0,-1-2 0,40-37 1,-52 43-2,-2-2 1,0 0-1,-1-1 1,-1-1-1,-1-1 1,-1 0-1,-1-1 1,-1 0 0,10-26-1,-15 26 5,-1 1 0,-1-1 0,-1-1 0,1-32 0,-5-95 242,-1 69 94,1 44-218,1 13 20,-1 1-1,-7-46 1,6 62-96,-1 0 0,-1 0-1,0-1 1,0 1 0,0 1 0,-1-1 0,0 1-1,-1-1 1,1 1 0,-1 0 0,-1 1 0,-6-7 0,3 4 24,-1 0 0,-1 1 0,0 0 1,0 1-1,0 0 0,-1 1 0,0 0 1,0 1-1,-1 0 0,-21-5 0,5 4 150,-1 2-1,0 0 0,-48 2 0,73 2-212,-1 0 0,1 1 1,-1-1-1,1 1 0,-1 1 1,1-1-1,-1 1 0,1 0 1,0 0-1,0 0 0,0 1 1,0 0-1,0 0 0,0 0 1,1 0-1,0 1 0,-1 0 1,2 0-1,-1 0 0,0 0 1,1 1-1,-1-1 0,1 1 1,1 0-1,-1 0 0,1 0 1,0 0-1,0 1 0,0-1 1,0 0-1,1 1 0,0 0 1,1-1-1,-1 10 0,6-13-59,25 1-995,0-1 1,40-2 0,-35 0-791,21-4-3744,-3-16-3422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6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20 8106,'0'0'10385,"1"-3"-9767,15-11 327,-15 13-918,-1 1 0,0 0 0,1 0-1,-1-1 1,1 1 0,-1 0 0,1 0 0,-1 0 0,1-1 0,-1 1 0,1 0 0,-1 0 0,1 0-1,-1 0 1,1 0 0,-1 0 0,1 0 0,-1 0 0,1 0 0,-1 0 0,0 1 0,1-1 0,-1 0-1,1 0 1,-1 0 0,1 1 0,-1-1 0,1 0 0,-1 0 0,0 1 0,1-1 0,-1 0-1,1 1 1,-1-1 0,0 0 0,1 1 0,-1-1 0,0 1 0,0-1 0,1 0 0,-1 1 0,0-1-1,0 1 1,0-1 0,0 1 0,1-1 0,-1 1 0,0-1 0,0 1 0,0-1 0,0 1 0,0-1-1,0 1 1,0-1 0,0 1 0,-1-1 0,1 1 0,2 117 1399,-3-64-1092,0-26-201,-1-1-1,-2 1 0,-10 43 0,-32 79 40,43-140-167,1-5-7,1 0 0,-1 0 1,1 0-1,1 1 0,-1-1 1,1 1-1,0 5 0,5-11-82,20 0 8,0-2-1,0 0 0,0-2 1,0 0-1,36-13 0,-32 8-86,0 1 0,1 2 0,-1 1 0,1 1 0,53 0-1,-77 4 160,1-1-7,0 1 1,0 0-1,0 1 1,0 0-1,0 0 1,12 4-1,-17-4 10,0 0 0,1 0 0,-1 1-1,0-1 1,0 1 0,0 0-1,0 0 1,0 0 0,-1 0-1,1 0 1,-1 0 0,1 0 0,-1 0-1,0 1 1,1-1 0,-1 0-1,0 1 1,-1-1 0,1 1-1,0-1 1,0 5 0,6 33 16,-1 1 0,0 58 0,-7-95 20,1-1 0,-1 1-1,1-1 1,-1 0 0,0 0 0,0 1 0,-1-1-1,1 0 1,-1 0 0,1 0 0,-1 0 0,0 0-1,0 0 1,-1-1 0,1 1 0,0-1-1,-1 0 1,1 1 0,-1-1 0,0 0 0,0 0-1,-4 2 1,-9 4 49,1-1 0,-2 0 1,-20 5-1,16-5 11,-350 112 1471,343-113-1583,0-1 0,0-1 1,0-1-1,-50-2 0,77-1-444,1-2-2535,7-12 1172,8 0-239,0 1 1,27-17-1,-27 20 231,33-26-6462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6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5753,'0'0'13951,"1"18"-12078,-1-16-1851,1-1 0,0 1 0,0 0 0,0-1 0,1 1 0,-1-1 0,0 1 0,0-1 0,1 0 0,-1 0-1,1 1 1,-1-1 0,1 0 0,0 0 0,-1 0 0,1-1 0,0 1 0,0 0 0,0-1 0,-1 1 0,1-1 0,0 0 0,3 1 0,49 3 102,-50-4-106,109 1-25,0-5 0,175-28 0,-244 25-13,-29 5 20,0 0 1,0-2-1,0 1 0,-1-2 1,21-8-1,-33 12 421,-2 0-56,0-3-154,-12-14-5950,12 12 565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7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0 2937,'0'0'16131,"-14"0"-12310,12 1-3803,1-1 0,-1 1 0,0-1 0,1 1 0,-1 0 0,1 0 0,-1 0 1,1-1-1,0 1 0,-1 1 0,1-1 0,0 0 0,0 0 0,0 0 0,0 1 0,0-1 0,0 0 0,0 1 0,0-1 0,-1 3 1,-17 40 130,13-31-65,-175 420 483,170-407-565,-1 2 5,-13 44 0,24-71-9,1-1-1,0 1 0,0-1 1,-1 1-1,1-1 1,0 1-1,0 0 1,0-1-1,0 1 0,0-1 1,0 1-1,0 0 1,0-1-1,0 1 1,0 0-1,0-1 0,0 1 1,1-1-1,-1 1 1,0 0-1,0-1 1,1 1-1,-1-1 0,0 1 1,0-1-1,1 1 1,-1-1-1,1 1 1,-1-1-1,1 0 0,-1 1 1,1-1-1,0 1 1,20 0-136,-11-1 108,462-11-2637,-307 10 1604,-163 1 1061,-1 0 0,1 0 0,0 0 0,-1 0 1,1 0-1,0 0 0,-1 1 0,1-1 0,-1 0 0,1 1 0,-1 0 0,1-1 0,-1 1 0,1 0 0,-1 0 0,1 0 0,-1 0 0,0 0 0,1 0 0,-1 0 0,0 0 0,0 0 0,0 1 0,0-1 0,0 0 0,0 1 1,-1-1-1,1 1 0,1 1 0,-1 4 56,0 0 1,0 0 0,0-1-1,0 1 1,-2 14 0,1-4 85,0 153 976,-1-163-1052,0-1 1,0 0-1,0 0 0,-1 0 1,0 0-1,0 0 0,-1 0 1,1 0-1,-1 0 0,0-1 1,-1 0-1,1 1 0,-1-1 1,0-1-1,-1 1 0,1 0 1,-1-1-1,0 0 0,0 0 1,-9 5-1,-4 2 115,-1 0-1,0-2 1,-1 0 0,-39 11-1,1-5 120,-113 14-1,-63-10-166,181-16-124,-83-2-1525,135-2 1392,1 1 1,-1-1-1,0 1 1,1-1-1,-1 1 1,1-1-1,-1 1 1,1-1-1,-1 0 1,1 1-1,-1-1 0,1 0 1,0 0-1,-1 1 1,1-1-1,0 0 1,-1 0-1,1 0 1,0 1-1,0-1 1,0 0-1,0 0 1,0 0-1,0 1 0,0-1 1,0 0-1,0 0 1,0 0-1,0 1 1,1-1-1,-1 0 1,1-1-1,-1-7-636,0 2 28,1 0 0,-1-1 0,1 1 0,1 0 0,-1 0 0,1 0 0,0 0 0,1 0 0,0 1 1,0-1-1,5-7 0,26-33-8583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28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6057,'0'0'12376,"17"0"-11453,468 0 1546,-269 0 1450,-222 33-6989,-16 46-4302,15-43 512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30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484 19 5329,'0'0'10801,"0"-4"-9387,-4-11 510,-5 21-747,-16 36-28,13-21-600,-20 33-144,2 1 1,2 1-1,3 1 0,2 2 0,3 0 0,-22 108 0,2-13-372,39-128-77,27-28-105,-3-3 135,-1-1 1,31-14-1,20-5-88,-25 12-96,0 3-1,1 2 1,0 2-1,63 0 1,-69 5 5,-31-1 171,0 1 1,0 1-1,0 0 0,0 0 1,0 1-1,0 1 0,0 0 1,0 1-1,14 5 0,-20-4 21,0 0 0,0 1 0,-1-1-1,1 1 1,-1 1 0,0-1 0,-1 1 0,1-1-1,-1 1 1,5 9 0,0 2-2,-1 1 0,11 30 0,-10-13 30,-1 1 1,-2 1 0,-1-1-1,-3 1 1,-1 60 0,-1-94-18,-1-1 9,1 0 1,0 1-1,-1-1 0,1 0 1,-1 0-1,1 1 1,-1-1-1,0 0 1,0 0-1,0 0 0,-1 0 1,1 0-1,0 0 1,-1 0-1,1 0 1,-1-1-1,1 1 1,-1-1-1,0 1 0,0-1 1,0 1-1,0-1 1,-3 1-1,-6 4 42,-1-1 0,1-1 0,-18 5 0,4-2 14,-291 81 475,249-75-504,-1-3 0,-120 3 0,124-12-40,33 1-211,1-2 1,-52-5-1,80 4 132,1 1 1,-1-1-1,0 1 0,0-1 0,1 0 0,-1 0 0,1 0 0,-1 0 1,1 0-1,-1 0 0,1 0 0,-1 0 0,1-1 0,0 1 0,0-1 1,0 1-1,0-1 0,0 1 0,0-1 0,0 1 0,0-1 0,0 0 1,1 0-1,-1 1 0,1-1 0,0 0 0,-1 0 0,1-2 0,-1-6-1065,0-1 0,1 1-1,2-20 1,-1 20-248,4-26-3509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30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5801,'0'0'10751,"0"11"-9735,0 48 480,0-58 62,4-1-1404,68 0 59,1-4 0,82-15 0,137-18 241,-200 27 282,-56 9 1003,-35-4-1988,-5 4-2447,-58 1-4728,15 0 154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32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454 173 200,'0'0'15319,"3"-5"-14253,9-15 15,-9 15 1887,-5 6-2910,0-1-1,1 1 1,-1-1 0,0 1 0,0 0 0,0 0-1,1 0 1,-1 0 0,0 0 0,1 0 0,-1 0 0,1 0-1,-1 1 1,1-1 0,0 1 0,-3 2 0,-1 2 74,-66 64 389,3 3 0,-82 116-1,131-161-492,1 1 0,1 1-1,2 0 1,1 1 0,1 1-1,2 0 1,1 1 0,2 0-1,1 0 1,-5 64 0,10-63-25,0-2 5,4 54 0,-1-78-7,0 0 0,0 0-1,1 1 1,0-1 0,0 0 0,1-1 0,0 1 0,1 0 0,0-1-1,0 0 1,7 9 0,1-1-1,2 0-1,0-2 1,1 0 0,0 0-1,1-1 1,0-1 0,1-1-1,0 0 1,28 10 0,-20-11-1,-1-1 0,1-1 0,0-1 0,0-1-1,1-2 1,47 2 0,-44-5-1,0 1-19,-1-1 0,1-2 1,-1 0-1,1-2 0,41-11 1,-29 0-5,-2-2 1,56-32-1,69-53-16,-123 75 46,171-124-7,-170 117 10,-3-2 0,65-75 0,-93 98 14,0-1 0,-1 0 1,-1-1-1,-1 0 1,0-1-1,-1 0 0,0 0 1,-2 0-1,0-1 1,0 1-1,-2-1 0,0 0 1,0-21-1,-2 31-10,-1-132 315,-1 125-279,-1 1 0,0-1-1,-1 0 1,0 1-1,-1 0 1,-1 0 0,-11-24-1,5 19 15,-1-1 0,-1 2 0,0-1 0,-1 2 0,-1 0 0,0 1 0,-1 0 0,-1 1 0,0 1 0,-1 1 0,-1 0 0,0 1 0,0 1 0,-1 1 0,0 1-1,0 1 1,-1 0 0,0 2 0,0 0 0,-1 2 0,-24-2 0,45 5-58,-154-1 528,138 2-451,-1 1-1,0 1 1,0 0 0,1 2-1,0 0 1,-24 11-1,15-5 31,14-6-27,1 0 0,-1 0 0,-15 12 0,25-15-79,1-1 0,0 1 0,0-1 0,0 1 0,0 0 0,0 0-1,1 0 1,-1-1 0,0 1 0,1 0 0,-1 0 0,1 0 0,0 0 0,0 0 0,-1 0 0,1 0-1,1 0 1,-1 0 0,0 0 0,1 2 0,-1 0-5,1-1 0,-1 0 1,1 1-1,0-1 0,0 0 0,0 0 0,1 1 1,-1-1-1,1 0 0,0 0 0,2 2 1,5 3-206,0 0 0,1-1 1,1 0-1,-1 0 1,15 6-1,31 11-7661,-47-20 5094,10 7-8966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3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 4905,'0'0'13860,"-8"3"-11822,-23 9-200,29-12-1601,1 1-1,0 0 1,0-1 0,-1 1 0,1 0-1,0 0 1,0-1 0,0 1 0,0 0-1,0 0 1,0 1 0,0-1 0,0 0-1,0 0 1,0 0 0,1 0 0,-1 1-1,1-1 1,-1 0 0,0 3 0,0-2-265,1 0 0,0 1 0,-1-1 1,1 1-1,0-1 0,0 0 0,1 1 1,-1-1-1,0 0 0,1 1 0,-1-1 1,1 0-1,0 0 0,0 0 0,1 3 0,2 0-223,1-1-1,0 1 0,0-1 0,0 0 0,0-1 1,0 1-1,1-1 0,0 0 0,-1-1 0,9 4 1,4 2-352,191 71-8242,-107-48-169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3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3385,'0'0'17772,"6"36"-17460,6-36-312,12 6-104,17 6-1281,66-1-2456,-12 1 25,0-6-4490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3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1688,'0'0'16652,"66"18"-16628,-42-18-24,41 0-1352,12 0-1041,0 0-3464,1 0-2209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3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1744,'0'0'18348,"101"18"-18084,-77-18-264,0 0-96,0 0-992,-1 0-1208,-5 0-2249,-6-12-3849,-6-18 4457,-6 6 3937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3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1464,'202'-101'0,"-202"95"-496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4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1 1560,'0'0'15040,"-24"5"-9842,23-4-5079,-1 1 1,1 0-1,0 0 0,-1 0 0,1 0 1,0-1-1,0 1 0,0 1 1,1-1-1,-1 0 0,0 0 0,1 0 1,-1 0-1,1 1 0,0-1 1,0 0-1,0 0 0,0 0 1,0 4-1,0-2-56,0 1 0,1-1 0,-1 0 0,1 1 0,0-1 0,0 0 0,0 0 0,0 0 0,1 0 0,2 6 0,15 10 20,0 0 0,1-1 0,39 27 0,-13-10-28,57 39 35,0-1-41,-101-71-22,1 0 0,-1 0 1,0 0-1,0 1 1,0-1-1,0 0 0,-1 1 1,1 0-1,-1-1 0,0 1 1,0 0-1,0-1 1,-1 1-1,1 0 0,-1 0 1,0 0-1,0 0 0,0 0 1,-1-1-1,0 6 0,0 13 35,0-21-60,0 1 1,0-1-1,0 1 0,1-1 1,-1 1-1,-1-1 0,1 0 1,0 0-1,0 0 0,0 1 1,-1-1-1,1 0 0,0-1 1,-1 1-1,1 0 1,-1 0-1,1 0 0,-1-1 1,1 1-1,-4 0 0,-37 11 81,29-11-65,1 1 0,-1-2 0,0 1 0,-13-3 0,-15 1-8,-37 2-5,-1 4 1,1 3 0,0 4-1,1 3 1,0 4-1,-121 45 1,180-54 358,7-4-553,9-6-3391,13-22-15324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5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1 2833,'1'0'10318,"-2"0"-8854,-1 0-1223,1 1-1,-1-1 1,1 1-1,-1-1 1,1 1-1,0 0 1,-1 0-1,1-1 1,0 1-1,-1 0 1,1 0-1,0 1 1,0-1-1,0 0 1,0 0-1,0 0 1,0 1-1,0-1 1,0 0-1,1 1 1,-2 2-1,-17 43 306,10-22-155,-54 120 33,-39 83-422,-45 43 50,141-261-56,5-8-3,-1 0 0,1 0 0,-1 1 1,1-1-1,0 1 0,0-1 0,0 1 0,0-1 0,0 1 0,1-1 0,-1 1 0,1 0 0,0-1 0,-1 1 0,1 0 0,1 3 0,4-6-50,155 0 302,186-25-1,73-44 388,-419 69-661,0 0 0,0 0 0,0 0 0,0 0 0,0 0 0,1 0 0,-1 0 0,0 0 0,0 0 0,0 0 0,0-1 0,0 1-1,0 0 1,1 0 0,-1 0 0,0 0 0,0 0 0,0 0 0,0 0 0,0 0 0,0 0 0,0-1 0,0 1 0,1 0 0,-1 0-1,0 0 1,0 0 0,0 0 0,0 0 0,0-1 0,0 1 0,0 0 0,0 0 0,0 0 0,0 0 0,0 0 0,0 0 0,0-1-1,0 1 1,0 0 0,0 0 0,0 0 0,0 0 0,0 0 0,0-1 0,0 1 0,0 0 0,0 0 0,0 0 0,0 0 0,-1 0 0,1 0-1,0-1 1,0 1 0,0 0 0,0 0 0,0 0 0,0 0 0,0 0 0,0 0 0,-1 0 0,1 0 0,0 0 0,0 0 0,0-1-1,0 1 1,-1 0 0,-14-11-2196,-3-2-3315,6 1-2396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6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2601,'0'0'2916,"0"6"-865,0 2-1630,0-7 73,-1 1 1,1 0 0,0-1-1,0 1 1,0-1 0,0 1-1,0 0 1,1-1 0,-1 1 0,0 0-1,1-1 1,-1 1 0,1-1-1,0 1 1,-1-1 0,1 1 0,0-1-1,2 3 1,14 2-763,39-2 1314,76-5 0,-40-1-39,-29 3-669,-1-3 1,1-2-1,97-21 1,-115 13-320,-25 6-11,1 1 1,-1 1-1,1 0 0,24 0 1,-44 4-213,-10 2-4273,-4 4 1573,0 1 0,-22 15 0,21-12-31,-15 8-579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6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2497,'0'0'9772,"0"3"-8291,0 14-197,0-8 1947,0-8-2555,18-1 1175,-5 0-1566,56 1 218,-1-3 0,132-21 0,-106-1-483,25-4 59,-89 27-66,-29 1-53,19 0-5929,9 0 2656,6 0-2069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7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1064 13 1592,'0'0'12854,"-13"0"-9634,-166-12-86,131 11-3122,1 2 0,-1 2-1,1 3 1,0 1-1,-70 20 1,103-22-11,-170 63 5,162-58-7,1 1 0,0 0 0,1 2-1,0 0 1,1 1 0,-20 19-1,35-28-29,-1 0 0,2 0 0,-1 0 0,1 1 0,-1 0 0,2-1 0,-1 1 0,1 0-1,-1 0 1,2 0 0,-1 1 0,1-1 0,0 0 0,0 1 0,0-1 0,1 1-1,1 11 1,0-16 10,-1 1 0,1-1 0,-1 1 0,1-1 0,0 0 0,0 1 0,0-1 0,0 0 0,0 0 0,1 0 0,-1 0 0,1 0 0,-1 0 0,1 0 0,0 0 0,0-1 0,-1 1 0,1-1 0,0 1 0,1-1 0,-1 0 0,3 2 0,9 4-61,0-1-1,23 7 1,-23-8 23,341 88-134,-261-72 182,-80-18 7,0 1 0,0 0 0,-1 0 1,19 10-1,-29-12 19,0-1-1,0 1 1,0 0 0,0 0 0,0 0-1,-1 0 1,1 1 0,-1-1 0,0 1-1,0-1 1,0 1 0,0 0-1,0 0 1,0 0 0,-1 0 0,0 0-1,1 0 1,-1 1 0,0-1 0,0 0-1,-1 1 1,1-1 0,-1 7 0,1-2 120,-1 1 1,-1-1 0,0 0 0,-2 13 0,2-18-98,-1 0 1,1 0-1,-1 0 1,1 0-1,-1 0 1,0 0-1,0 0 0,0-1 1,-1 1-1,1-1 1,-1 1-1,1-1 1,-5 3-1,-9 5 63,0 0 1,0-1-1,0-1 1,-1-1-1,-1 0 0,1-1 1,-1-1-1,0-1 0,-29 4 1,-14-3 45,-96-5 0,71-2 396,-187-4 1439,271 6-1835,22 2-3176,-10-3 2269,19 7-2641,-4 5-2830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8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665 1 1800,'0'0'18964,"-231"137"-18331,213-125-313,0 5-224,-6 1-96,-5 6-144,-19 6-713,-53 17-1463,6-11-2361,-6-1-2753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9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0 3777,'0'0'14811,"-95"66"-14323,83-54-288,-12 11-200,1 1-56,-13 0-848,-12 0-888,-35 11-857,12-5-1328,0-12-1920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9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2713,'0'0'16363,"-71"36"-13890,65-36-2369,0 0-2145,0 0-143,0 0-2193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9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357 113 3449,'-356'-101'17387,"356"95"-16338,12 6-6659,5 0 801,-5-6-3248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9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530 1 2977,'0'0'17874,"-19"0"-14745,13 0-3082,1 1 0,0-1 0,-1 1 1,1 1-1,0-1 0,0 1 0,0 0 1,0 0-1,0 0 0,0 1 0,-6 4 0,-48 41 30,25-18-55,-19 12-15,-88 74 10,118-95-24,2 1 1,0 1 0,-33 49 0,49-62-5,-1 1 1,2 0 0,-1 0-1,1 0 1,1 0-1,0 1 1,1 0-1,0-1 1,1 1-1,0 0 1,1 14 0,0-25 18,0 0 1,0-1-1,1 1 0,-1-1 1,0 1-1,1-1 1,-1 1-1,0-1 1,1 1-1,-1-1 1,1 1-1,-1-1 1,1 1-1,-1-1 1,1 0-1,-1 1 1,1-1-1,-1 0 1,1 1-1,-1-1 1,1 0-1,0 0 1,-1 0-1,1 1 1,-1-1-1,1 0 0,0 0 1,-1 0-1,1 0 1,0 0-1,29 1 291,-16-1-68,58 6 628,98-5 1,-73-3-806,-18 8-1351,52-6-5505,-56 0-901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48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4 2721,'0'0'9995,"-8"0"-7306,-3-1-2142,2 0 472,-1 0 0,1 0 0,-1 1 1,1 1-1,-1 0 0,-10 2 0,17-1-901,-1 1-1,1-1 0,-1 1 0,1 0 1,0 0-1,0 1 0,0-1 1,-2 5-1,-9 8-44,-42 49-402,-50 34-7009,71-74 2024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1776,'0'0'1113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0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0 1568,'94'288'728,"-75"-225"5589,-33-63 2849,3 1-3459,-6 5-1661,14-3-4078,1 0-1,-1 0 1,0 0 0,1 0-1,0 0 1,0 0 0,0 1-1,0-1 1,-1 5-1,-23 36 110,-1-2 0,-2 0-1,-40 43 1,37-47-160,1 1 1,2 2-1,-29 52 0,53-81-79,0-1 0,0 1-1,1 1 1,-3 15 0,6-24 70,1 0 1,-1 0 0,1 0 0,0 0-1,0 0 1,1 0 0,-1 0 0,2 5-1,-2-8 51,1 1-1,-1 0 0,1-1 1,0 1-1,0-1 0,0 1 1,0-1-1,0 1 1,0-1-1,0 0 0,0 1 1,0-1-1,1 0 0,-1 0 1,0 0-1,1 0 1,-1 0-1,1 0 0,2 1 1,10 3-12,1-1 1,-1 0 0,1-1 0,0-1-1,26 1 1,87-4 9,-58-1 24,-42 3 30,-12 0 63,0-1 1,-1-1 0,1 0-1,0-1 1,-1 0-1,1-1 1,20-7 0,-35 9-83,0 0 0,0 1 0,1-1-1,-1 0 1,0 0 0,0 0 0,0 0 0,0 1 0,0-2 0,0 1 0,0 0 0,-1 0 0,1 0 0,0 0 0,0 0 0,-1-1 0,1 1 0,-1 0 0,1-1 0,-1 1 0,0 0 0,1-1 0,-1 1-1,0-1 1,0 1 0,0 0 0,0-1 0,0-1 0,0 2-1155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1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0 191 2657,'0'0'9488,"0"-3"-6873,1-1-2509,-1-1 0,0 1-1,1 0 1,0 0 0,0 0-1,0 0 1,0 0 0,1 0-1,0 0 1,0 0-1,0 0 1,0 1 0,0-1-1,1 1 1,3-4 0,0 1 196,0 0 0,1 0 0,0 1 1,0-1-1,1 2 0,14-8 1,1 2 211,1 1 1,0 1 0,0 1 0,36-5 0,44-2-535,163-2 0,-265 16-317,-2 4-5134,0-2 4446,0 0-1,0-1 0,-1 1 0,1 0 0,-1 0 1,0 0-1,1 0 0,-3 2 0,3-2 762,-1-1-1,1 0 1,-1 0-1,1 0 0,-1 0 1,0 0-1,1 0 1,-1 0-1,0-1 0,0 1 1,0 0-1,0 0 1,0 0-1,0-1 0,0 1 1,0-1-1,0 1 1,0-1-1,-1 1 0,-10 0 72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1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1 120 3305,'0'0'13215,"24"6"-10966,80 20-531,-95-25-1587,1 0-1,0-1 1,0 0-1,0-1 1,-1 0-1,1-1 1,0 0-1,-1 0 1,1-1 0,-1 0-1,0-1 1,0 0-1,0 0 1,12-9-1,-7 6-40,31-15 111,-27 14-168,0-1 0,25-17 1,-38 24-457,1-1 0,-1 1 1,1 0-1,0 0 1,-1 0-1,1 1 1,0 0-1,0 0 1,0 1-1,0-1 1,0 1-1,0 1 0,12 1 1,16-1-436,49 0-1343,135-4-10805,-212 3 12877,0-1 0,0 0-1,-1-1 1,1 1 0,8-4 0,22-12 121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1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31 1200,'0'0'14227,"5"-5"-11414,15-14-505,-15 14-578,-6 3-24,-4 9-1467,-3 17 360,-9 47 1,8-28-366,-23 92 2,-43 174-196,26-96-1327,40-191 766,2-9-2774,5-5-5601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2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12 155 1880,'0'0'10856,"-2"-3"-8910,0 0-1409,2 3-379,-1-1 0,0 0 0,0 0 0,1 0 0,-1 0 0,1 0 0,-1 0 0,1 0 0,-1 0 0,1 0 0,-1-1 0,1 1 0,0 0 0,0-2 0,5 1 706,860-127 1133,-862 129-2047,-9-1-16,-24 3-196,18-1-61,1 0 1,0 1 0,0 0-1,-22 7 1,-29 28-2692,20-7-1914,4-1-4086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2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1192,'0'0'18307,"34"1"-16547,115 3-441,-99-3-628,0-1 1,76-11-1,99-2-163,-224 13-697,-4 0-3708,-13 1 509,-6 4-2267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4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1568,'0'0'21685,"37"33"-20782,115 102-404,-86-83-286,-62-49-201,0-1 0,0 0 1,0 0-1,1 0 0,8 2 1,3 1 0,45 12-1178,112 16 1,-92-20-1031,64 8-4189,25 3-3881,-135-17 9264,0 2 0,57 21 0,-74-22 1271,-1 1 0,-1 0 0,0 2 1,0-1-1,-1 2 0,0 0 0,-1 1 0,23 26 1,-2 6 4228,47 78 0,-68-101-3412,-11-16-989,1-1 0,-1 0 0,1 0-1,1 0 1,-1 0 0,1-1 0,0 0 0,0 0-1,0 0 1,0 0 0,1-1 0,0 0 0,11 5 0,30 2-1770,6-7-4665,-24-3 120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4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428 54 2737,'0'0'20652,"-303"47"-21052,244-88-1945,-6-19-5016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3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2865,'0'0'20540,"101"-17"-19452,-54-1-376,-17 12-280,-6 0-255,-7 6-129,-5 0-48,0 0-225,6 0-799,35 0-984,1 24-1961,11-1-2040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4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90 2513,'0'0'3288,"6"-42"-7257,-6 19 3297,-18-1 384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5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844 109 1592,'-109'-97'1299,"108"96"-1113,0 0 1,0 0-1,0 0 0,0 0 0,-1 0 0,1 0 1,0 1-1,0-1 0,-1 0 0,1 1 0,0-1 0,-1 1 1,1-1-1,-1 1 0,-1-1 0,-1 11 5095,1-2-3201,2-8-1682,-1 1 0,1-1 0,-1 1 0,1-1 0,-1 1 1,1-1-1,-1 0 0,1 0 0,-1 0 0,1 0 0,-1 0 0,-2-1 0,3 1-184,0 0 0,-1 0 0,1 0 0,0 0 0,0 0 0,-1 0 0,1 0 0,0 0 0,0 0 0,-1 0-1,1 1 1,0-1 0,0 1 0,-1-1 0,1 1 0,0-1 0,-1 2 0,-19 6 1355,-79 60-1051,-2-5 0,-3-4 0,-172 69 0,268-124-490,4-2 5,0 0 0,-1 0 0,1 1-1,0 0 1,0 0 0,0 0 0,-5 5-1,10-8-22,0 0-1,0 1 1,0-1-1,0 0 1,0 0 0,0 0-1,0 0 1,-1 1-1,1-1 1,0 0-1,0 0 1,0 0-1,0 0 1,0 1-1,0-1 1,0 0 0,0 0-1,1 0 1,-1 0-1,0 1 1,0-1-1,0 0 1,0 0-1,0 0 1,0 0-1,0 0 1,0 1 0,0-1-1,0 0 1,0 0-1,1 0 1,-1 0-1,0 0 1,0 0-1,0 0 1,0 1-1,0-1 1,1 0 0,-1 0-1,0 0 1,0 0-1,0 0 1,0 0-1,0 0 1,1 0-1,-1 0 1,0 0-1,0 0 1,0 0 0,0 0-1,1 0 1,-1 0-1,0 0 1,0 0-1,0 0 1,0 0-1,1 0 1,16 2-75,-8-1 112,28 11-10,0 2 1,-1 2-1,-1 1 0,52 33 0,49 24 3,-84-49-24,2-3 0,0-3 0,1-1 0,1-3 0,0-3 0,1-2 0,113 5 0,-91-15-20,-78 0-166,-1 24-8953,0-12-1288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6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1155 86 1800,'0'0'3061,"-6"12"-2163,3-5-765,2-4-63,0 0 1,0 0-1,-1 1 1,1-1-1,-1 0 1,0 0-1,1-1 1,-1 1-1,-1 0 1,1 0-1,0-1 1,-1 0-1,1 1 1,-1-1-1,0 0 0,0 0 1,0-1-1,0 1 1,0 0-1,0-1 1,0 0-1,0 0 1,-1 0-1,1 0 1,-5 0-1,-219 0 3336,222-1-3252,0 0 0,0 0 0,0-1-1,0 0 1,0 0 0,0 0-1,0 0 1,0-1 0,0 0 0,-4-2-1,6 2-32,0 0 0,0 0-1,1 0 1,-1 0 0,1-1 0,-1 1-1,1-1 1,0 0 0,0 0 0,0 0-1,1 0 1,-1 0 0,1 0 0,-1 0-1,1 0 1,-1-4 0,-27-85 4404,29 92-4274,-1-1 0,1 0 0,-1 1 0,1-1 0,-1 0 0,0 1 1,1-1-1,-1 1 0,0-1 0,0 1 0,0-1 0,1 1 0,-1 0 0,0-1 1,0 1-1,0 0 0,0 0 0,0-1 0,1 1 0,-1 0 0,0 0 0,0 0 0,0 0 1,0 0-1,0 0 0,0 0 0,0 1 0,1-1 0,-3 1 0,2-1-119,-1 0 1,0 1-1,1-1 0,-1 1 0,0 0 0,1-1 0,-1 1 1,1 0-1,-1 0 0,1 0 0,0 0 0,-1 0 1,1 0-1,0 1 0,0-1 0,-1 0 0,1 0 0,-1 3 1,-17 59 1049,5-11-580,-10 20-448,-3-2 0,-3-1 0,-3-2 0,-3-1 0,-3-1-1,-3-2 1,-2-3 0,-3-1 0,-86 83 0,34-42-149,86-84-31,0 0-1,0 1 1,2 0 0,-16 33-1,25-46 10,0 0-1,1 0 0,-1 0 1,1 1-1,0-1 0,1 0 1,-1 1-1,1 7 1,0-10 10,0-1 1,0 1 0,1 0 0,-1-1-1,0 1 1,1-1 0,-1 1 0,1-1 0,0 1-1,-1-1 1,1 1 0,0-1 0,0 1-1,0-1 1,0 0 0,0 1 0,0-1 0,1 0-1,-1 0 1,0 0 0,0 0 0,1 0-1,-1 0 1,1-1 0,-1 1 0,2 0 0,22 7-2,0-1 1,0-1-1,0-2 1,32 3-1,112-2-4,-69-3 11,168-1 25,-258-2-19,1 1 1,-1-1-1,1-1 0,-1 0 1,11-4-1,-17 5-4,0 0 0,1-1 1,-1 0-1,0 0 0,0 0 0,0-1 1,0 1-1,0-1 0,-1 0 0,1 0 0,-1 0 1,6-7-1,-8 7-67,0 0 0,0 0 0,0 1 0,-1-1-1,1 0 1,-1 0 0,0 0 0,0 1 0,0-1 0,0 0 0,0 0 0,-1 0 0,1 1 0,-1-1 0,0 0 0,0 0-1,-2-4 1,-29-4-1238,27 10 641,0 0 1,-1 0 0,1-1-1,0 0 1,-7-4 0,5-1-4038,6-4-2208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8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1 478 1776,'0'0'21469,"113"-127"-21373,-60 103-96,7-6-128,11 1-472,12-13-528,60-35-1081,-25 2-3104,-17 1-4257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8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1 405 1456,'0'0'18676,"59"-83"-18596,-11 65-80,5-6-280,13 0-848,11-5-1657,0-10-2872,30-26-4161,-18 2 9818,-12 4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8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1 238 1664,'0'0'20645,"71"-36"-20501,-35 30-144,5-12-80,1 6-648,41-23-1297,-12-7-1880,-11 1-2296,-1-7-3313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8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25 1792,'0'0'20589,"-6"0"-20397,23 0-9250,-5-9-72,0-6 6489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8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1 1 1768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6:59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251 281 1768,'-115'-237'1123,"93"198"-118,15 34 484,7 5-1405,-6 2 1201,1 0 0,-1 0 0,1 1 0,-1-1 0,1 1 0,0 0 0,0 1 0,0-1 1,-7 8-1,9-8-965,1 1 0,-1-1 0,1 1 1,0-1-1,1 1 0,-1 0 0,0-1 1,1 1-1,0 0 0,0 0 0,0 0 1,0 0-1,1 0 0,0 0 0,0 6 1,0-8-208,-1 0 1,1 0-1,0 0 0,0 0 1,1 0-1,-1 1 1,0-1-1,1-1 0,-1 1 1,1 0-1,0 0 1,-1 0-1,1 0 1,0 0-1,0 0 0,2 2 1,0-2-72,-1-1 0,1 1 0,-1-1 0,1 0 0,0 0 0,-1 0 0,1 0 0,0 0 0,4 0 1,0 1 11,120 25 443,-82-20-371,0 3 0,-1 1 0,0 2 0,54 25 0,-96-37-105,0 0 42,1-1-1,-1 1 1,0 0-1,0 0 0,0 0 1,0 0-1,0 0 0,0 1 1,0-1-1,0 1 1,-1-1-1,1 1 0,0-1 1,-1 1-1,1 0 0,-1 0 1,0 0-1,0 0 0,0 0 1,0 0-1,0 0 1,0 0-1,0 1 0,0-1 1,-1 0-1,1 3 0,-7 2 283,-34 12-143,0 2 0,2 1 1,0 2-1,-62 53 1,71-49-125,1 2 1,1 1-1,2 2 0,1 0 1,-23 43-1,35-53-167,1 1 0,1 0-1,1 0 1,1 0 0,1 1-1,1 1 1,2-1 0,0 1-1,0 34 1,3-43-738,3 19-1407,8-17-3834,-3-12-2093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7:01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1 2457,'0'0'13560,"4"0"-11400,11 0-507,-11 0 2303,-4 10-2821,-2 58-869,-4 0-1,-3 0 0,-2 0 1,-4-1-1,-26 74 1,1-36-214,-5-2 0,-63 106 0,98-192-48,1 0 2,0-1 0,-11 32 0,19-41-16,1-6-40,5-1-78,9-2 140,0 0 0,-1 0-1,28-9 1,-3 0-5,94-22 3,90-20 4,-205 50-14,9-3 19,1 1-1,0 2 0,43 0 0,-69 3 455,3-2-3743,2-1 2144,0-1 1,0 0-1,0-1 0,-1 1 0,0-1 0,6-6 0,17-22-5953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7:02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57 1632,'0'0'14784,"-4"-9"-13526,-14-27-389,17 35-820,1 0 0,-1 0 0,0 0 0,0 1 0,0-1 0,0 0 0,0 0 0,0 1 0,0-1 0,0 1 0,0-1 0,-1 1 0,1-1 0,0 1 0,0 0 0,0-1 0,-1 1 0,1 0 0,0 0 0,0 0 0,0 0 0,-1 0 0,1 0 0,0 0 0,0 1 0,-2-1 0,-4 1 177,-26-1 288,12-1-287,0 0-1,0 2 1,0 1 0,0 0-1,0 2 1,-39 11 0,28-1-133,0 1 0,2 1 0,0 2 1,1 1-1,0 1 0,2 1 0,0 2 0,2 1 1,1 1-1,-24 30 0,44-49-104,0 0 1,0 0-1,0 0 0,1 0 0,0 1 1,0-1-1,1 1 0,0 0 1,0 0-1,0-1 0,1 1 0,0 0 1,0 12-1,1-18 8,1 0-1,-1 0 1,0 0-1,0 0 1,0 0-1,1 0 1,-1 0 0,1 0-1,-1 0 1,0 0-1,1-1 1,0 1-1,-1 0 1,1 0 0,-1 0-1,1-1 1,0 1-1,0 0 1,-1-1-1,1 1 1,0-1 0,0 1-1,0-1 1,0 1-1,0-1 1,0 1-1,1-1 1,30 7-54,-26-6 37,214 20-681,-100-11 437,-102-8 188,-1 0 0,0 1 1,0 1-1,-1 1 0,18 7 0,-29-11 69,-1 1 1,0 0 0,1 0-1,-1 1 1,0-1-1,-1 1 1,1 0 0,0 0-1,-1 0 1,1 0 0,-1 0-1,0 1 1,0 0-1,-1 0 1,1-1 0,-1 2-1,0-1 1,0 0-1,0 0 1,0 1 0,-1-1-1,1 1 1,0 5 0,0 19 255,0 1 1,-2 0 0,-5 46-1,3-69-215,0 0 0,-1-1-1,1 1 1,-1-1 0,-1 0-1,1 0 1,-1 0 0,0 0-1,0-1 1,-1 1-1,0-1 1,0 0 0,-8 6-1,-4 3 116,0-2-1,-1 0 1,-19 9-1,17-11 66,-1-1-1,0 0 0,-1-2 1,1 0-1,-42 6 1,12-8 624,-78 0 1,123-5-748,-21-1 501,26 1-570,0 0 1,1 0 0,-1 0 0,0 0-1,1 0 1,-1 0 0,1 0 0,-1-1-1,0 1 1,1 0 0,-1 0-1,1 0 1,-1-1 0,0 1 0,1 0-1,-1-1 1,1 1 0,-1 0 0,1-1-1,-1 1 1,1-1 0,0 1 0,-1-1-1,1 1 1,-1-1 0,1 1-1,0-1 1,0 0 0,-1 0 0,1 0 62,0 0-118,0-3 30,0 3-12,5 1-3485,5 0 1886,0 1 1,0 0-1,15 4 0,10 6-3921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7:12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423 196 2457,'0'0'10294,"-8"-15"-9599,-24-49-270,30 58-389,0 1 1,0-1-1,1 1 1,0-1-1,0 0 1,0 0-1,0-7 1,-1-10 22,1 10-73,1 11 68,0 0 1,0 1-1,-1-1 0,1 0 0,0 1 1,-1-1-1,1 1 0,-1-1 1,1 1-1,-1-1 0,1 1 1,-2-3-1,1 4 174,0-1-1,-1 1 1,1-1 0,0 0 0,0 1-1,0 0 1,0-1 0,-1 1 0,1 0-1,0 0 1,0-1 0,-1 1 0,1 0-1,0 0 1,0 0 0,-1 1 0,1-1 0,0 0-1,0 0 1,-1 1 0,1-1 0,-1 1-1,0 0-70,1 0 0,-1 0-1,1 0 1,-1 1 0,1-1-1,0 0 1,0 1 0,-1-1-1,1 1 1,0-1 0,0 1-1,1-1 1,-1 1 0,0 0-1,0-1 1,0 4 0,-9 31 1025,-12 67-176,-52 203-67,28-167-581,-67 136 0,111-270-347,-6 12 2,0-1-1,1 1 0,1 0 0,1 0 1,1 1-1,-4 26 0,8-42-26,0-13-2207,0 7 2037,0-21-2346,1 1 0,7-44 1,13 7-5017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7:12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27 155 3113,'0'0'6808,"-2"0"-4661,-22 0 6235,64 0-6638,1 0-1517,1 2-55,0-3 0,1-1 1,-1-2-1,66-15 0,212-97-81,-319 115-91,5-1 3,0-1-1,0 1 0,0 0 1,0 1-1,11-2 1,-15 3-10,-3 7-1909,0 1 1379,0 0-1,-1-1 1,0 0 0,0 1 0,-1-1 0,0 0 0,0 0-1,-1 0 1,1-1 0,-2 1 0,1-1 0,-6 7 0,-5 8-1664,-16 31-2518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47:13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2000,'0'0'9100,"5"0"-7608,19 0 7071,-34 0-7527,5 0-612,8 0 1569,234 5-969,-173-3-827,73-5 564,-106-5-67,-26 6-4285,-3 13-11964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09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439 0 4353,'0'0'5841,"18"2"5314,-19 13-10998,-1 0 0,0 0 0,-1 0 0,0 0-1,-1 0 1,-1-1 0,-12 25 0,-57 93 121,74-132-278,-162 225 1156,-7 12-461,167-235-694,0 1 1,1 0-1,-1 0 0,1 0 0,0 0 0,-1 0 1,2 0-1,-1 0 0,0 0 0,1 0 0,-1 5 1,1-7-1,0 0 1,1 0-1,-1 0 1,0 0-1,1 0 1,-1 0-1,1 0 1,-1 0-1,1 0 1,0 0-1,-1-1 1,1 1-1,0 0 1,-1 0-1,1-1 1,0 1-1,0 0 1,0-1-1,0 1 1,0-1-1,-1 1 1,1-1-1,0 1 1,0-1-1,0 0 0,0 1 1,1-1-1,-1 0 1,0 0-1,0 0 1,0 0-1,0 0 1,0 0-1,1 0 1,32 1 90,-1-1-1,1-2 1,-1-1-1,0-1 1,39-11-1,186-30-68,-113 25 1,-146 20-61,1 0-1,0 0 1,0-1 0,0 1-1,0 0 1,0 0-1,0 0 1,0 0 0,-1 0-1,1 0 1,0 0 0,0-1-1,0 1 1,0 0-1,0 0 1,0 0 0,0 0-1,0 0 1,0-1 0,0 1-1,0 0 1,0 0-1,0 0 1,0 0 0,0-1-1,0 1 1,0 0 0,0 0-1,0 0 1,0 0-1,0-1 1,0 1 0,0 0-1,0 0 1,0 0 0,0 0-1,0 0 1,0 0-1,0-1 1,0 1 0,1 0-1,-1 0 1,0 0 0,0 0-1,0 0 1,0 0-1,0 0 1,0-1 0,1 1-1,-1 0 1,0 0 0,0 0-1,0 0 1,0 0-1,0 0 1,1 0 0,-1 0-1,0 0 1,0 0 0,-21-11-2190,5 4-1063,-5-7-1984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0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5393,'0'0'10496,"4"2"-5276,26 2-4820,61-4-38,98-15 1,12-4 502,-82 8-274,-104 8-929,-32 5-1523,2 1 195,0 1 0,-26 11 0,5 0-3112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0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0 2473,'0'0'1828,"-16"5"-1307,-45 13 505,45-14 4999,33-4 2015,3 0-5467,55 8-1946,1-5 1,89-6-1,-81-11-516,-84 14-91,-17 0-8253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1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54 176,'0'-3'21588,"4"-13"-21421,24-18 431,-27 33-375,1 8 102,-1 0 1,1-1-1,-2 1 1,1 0-1,-1 0 1,0 0-1,0 0 1,-2 9 0,1 12-84,-2 44-61,-3-1 0,-4 1 0,-2-2 0,-40 127-1,38-138-105,14-42-3513,-22-47-3391,10 15 235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2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22 4353,'0'0'11093,"10"0"-9805,-5 0-1211,10 0 543,-1 0 0,1-1-1,-1-1 1,0 0 0,15-4 0,-11 2-430,0 1 0,-1 1 0,1 1 0,0 0 0,35 4 0,-25-1-165,0 0-21,-1 1 1,0 1-1,0 2 0,-1 1 0,29 10 0,-36-10-1,-1 1-1,0 1 1,0 1-1,0 0 1,-1 1-1,-1 1 1,24 21 0,-30-22 9,-1 0 1,-1 1 0,0 0-1,0 1 1,-2-1 0,1 1-1,-1 0 1,-1 1 0,-1 0-1,0-1 1,0 1 0,-2 1-1,1-1 1,-2 0 0,0 1-1,-1-1 1,0 0 0,-1 1-1,-4 16 1,4-25-7,-1 0 0,-1 0 1,1 0-1,-1-1 0,0 0 0,0 1 0,-1-1 0,1 0 1,-1 0-1,-1-1 0,1 1 0,0-1 0,-1 0 0,0 0 1,0-1-1,-10 6 0,-10 6 53,-1-2 0,-33 11 1,52-20-23,-30 9 194,-1-1 1,0-2-1,-1-2 1,-41 4-1,-160 2 1115,76-7 163,54-3 2633,110-3-4628,0-1 456,0 0-1,0 0 0,0 1 1,0-1-1,0 0 1,0 0-1,0 0 0,0 0 1,0 1-1,0-1 0,0 0 1,0 0-1,0 0 1,0 0-1,0 1 0,0-1 1,0 0-1,0 0 0,1 0 1,-1 0-1,0 1 1,0-1-1,0 0 0,0 0 1,0 0-1,0 0 1,1 0-1,-1 0 0,0 1 1,0-1-1,0 0 0,0 0 1,1 0-1,-1 0 1,0 0-1,0 0 0,0 0 1,0 0-1,1 0 0,-1 0 1,0 0-1,0 0 1,0 0-1,1 0 0,-1 0 1,0 0-1,0 0 0,0 0 1,0 0-1,1 0 1,-1 0-1,0 0 0,0-1 1,1 1-1,75 0-7705,-22-2-1496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3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4705,'0'0'8685,"4"10"-3602,23-6-4374,1 0 0,-1-2 0,43-2 0,-17 1-579,181 0-42,72 3-186,-241-3 1875,-98 9-5998,-32 13-1080,35-11 483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4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 3393,'0'0'8125,"-6"2"-7568,5-2-249,-26 9-388,12-1 1532,8 2 3534,43-10-2361,113 0-1359,247 31 0,-384-29-1100,33 5 1487,80 4 2956,-170-12-10577,22 2 665,5-1-1149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5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96 267 4889,'0'0'10180,"0"15"-9580,-1 20 500,-10 61 0,-2-38-189,-2-1 0,-28 71 0,42-127-723,-6 15-416,4-12 777,2-7 1737,1-49-1727,4-134-124,-1 158-479,1 0 0,1 0 0,1 1 0,17-44 0,-15 51 27,1-1 0,0 2 0,2 0 0,0 0 0,2 0 0,0 2 1,23-26-1,-28 35 11,1 1 1,0 0-1,0 0 1,0 1-1,1 0 0,-1 0 1,2 1-1,-1 0 1,0 1-1,1 1 1,0-1-1,0 2 0,0-1 1,0 2-1,0-1 1,15 1-1,81 1 7,-105 0 7,-1 1 0,1-1 0,0 1 0,-1 0-1,1-1 1,-1 1 0,0 0 0,1 0 0,-1 0-1,0 0 1,1 0 0,-1 0 0,0 0-1,0 1 1,0-1 0,0 0 0,0 0 0,0 1-1,0-1 1,-1 1 0,1-1 0,0 1 0,-1-1-1,1 1 1,-1 0 0,0-1 0,1 4-1,5 47 330,-5-7-121,0-27-166,0-1 0,-1 1-1,-1 0 1,-1-1 0,0 1 0,-8 26-1,-13 22 419,-55 130 1822,49-111-3569,21-73-1216,4-13-471,1-8 592,3-10-1748,0-2-2011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6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3713,'0'0'7453,"-2"4"-6285,-1 3 4885,19-2-4935,1-1 1,0 0 0,20 1 0,100-3-463,-77-3-93,-54 1-408,0 0-1,-1 0 1,1-1-1,0 0 1,-1 0-1,1 0 1,11-4 2152,-34 5-2158,13 0-3350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7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48 4241,'0'0'9174,"2"-2"-8425,0 0-301,0-1 0,0 1 0,0-1 0,0 0-1,0 0 1,0 0 0,-1 0 0,0 0 0,1 0-1,-1 0 1,0 0 0,-1 0 0,2-5 0,-2 17 1008,-1 33 1118,1-11-2613,-8 47 1,-7 19 122,-18 88-46,28-171-30,-2 13 26,7-26 11,-13-23-3258,-13-7-3802,12 14 849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7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5937,'0'0'7467,"28"0"-4746,342-14 3129,-324 14-2771,-39 0-9904,-15 0-282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505 0 3425,'0'0'10727,"1"0"-10470,-1 0 0,1 1 0,-1-1 0,1 0 0,-1 0 0,0 0 0,1 1 0,-1-1 0,1 0 0,-1 1 0,1-1 0,-1 0 0,0 1 0,1-1 0,-1 0 0,0 1 0,0-1 0,1 1 0,-1-1 0,0 1 0,0-1 0,1 1-1,-1-1 1,0 1 0,0 3-221,-1-1 1,0 0-1,0 0 0,0 0 0,0 0 0,-1 0 0,1 0 0,-1 0 0,1 0 0,-1-1 0,0 1 0,0-1 0,0 1 0,-1-1 0,-3 4 0,-48 35 242,35-27-235,-150 101 47,98-69-225,-86 72 0,155-117 133,1 0 0,-1 0 1,1 0 0,0 0 0,0 1-1,0-1 1,-1 0 0,1 0 0,0 1-1,1-1 1,-1 1 0,-1 1 0,2-3 49,13 0 114,593-9-299,-430 3 433,-175 6 959,-16 0-2101,-59 0-6545,50 0 2385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19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 5169,'0'0'13766,"-2"7"-12493,-59 146 3498,-3 7-3971,20-50-628,43-115-8151,1-2 5758,0-10-4248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22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33 628 5337,'0'0'8971,"-2"2"-7885,0 0-564,-6 7 70,6 2 7519,2-11-8084,0 0 1,0 0 0,1 0 0,-1 0 0,0 0 0,0 0 0,1 0 0,-1 0 0,0 0 0,1 0-1,-1 0 1,0 0 0,0 0 0,1 0 0,-1 0 0,0 0 0,1 0 0,-1 0 0,0 0-1,0 0 1,1 0 0,-1-1 0,0 1 0,0 0 0,1 0 0,-1 0 0,0 0 0,0-1-1,0 1 1,1 0 0,-1 0 0,0 0 0,0-1 0,0 1 0,11-20 43,-1 1 1,-1-1-1,-1-1 1,5-21-1,8-21-57,14-19 14,71-126 0,-54 113 4,-50 92 60,1 0 0,-1 0 0,1 0 0,0 1 0,-1-1 0,1 1 0,5-3 0,7-7 268,-10 7-364,0 1 1,1 1 0,-1-1-1,1 1 1,-1 0-1,1 0 1,0 0-1,0 1 1,0 0 0,1 0-1,-1 1 1,10-2-1,9 0-27,48 2 0,-50 1 24,-21 1 6,0 0 0,1-1-1,-1 1 1,0 0 0,0 1 0,0-1-1,0 0 1,0 1 0,0-1-1,0 1 1,-1-1 0,1 1-1,0 0 1,-1 0 0,1 0-1,-1 0 1,0 0 0,0 0-1,0 0 1,0 0 0,0 0-1,0 0 1,0 5 0,4 6 1,-1 0 0,4 25 1,-6-22-24,0 0 1,-1 1-1,0-1 1,-2 1 0,-2 19-1,2-33 24,0-1-1,0 0 1,0 0-1,0 0 1,-1 0-1,1 0 1,-1 0-1,1 0 1,-1 0-1,0 0 1,0-1-1,1 1 1,-1-1 0,0 1-1,0-1 1,-1 0-1,1 0 1,0 0-1,0 0 1,-1 0-1,1 0 1,-4 0-1,-7 2 6,-1 0 0,-23 2 0,29-5-1,-41 5 47,22-4-2,-1 1 0,1 2-1,0 0 1,0 2 0,1 1-1,-44 18 1,47-20 782,24-5-320,9 1-573,132 21-513,-96-13 42,0-1-1,61 0 1,-102-8 517,-1 0 1,1 1 0,-1-1-1,1 1 1,-1 0-1,1 0 1,-1 0 0,1 1-1,-1-1 1,0 1 0,0 0-1,0 0 1,0 1-1,0-1 1,0 1 0,-1 0-1,1 0 1,-1 0 0,0 0-1,0 1 1,0-1-1,0 1 1,-1 0 0,1 0-1,-1 0 1,3 8 0,-3-3 12,-1 1 1,0-1 0,-1 0 0,0 0 0,0 1 0,-3 14 0,2-21 8,0 0-1,0 1 1,0-1 0,0 0 0,-1 0 0,1 0 0,-1 0 0,0 0 0,0 0 0,0-1 0,0 1 0,0-1 0,-1 1 0,1-1 0,-1 0 0,1 0 0,-1 0 0,-5 3 0,-7 3 19,-1-1 1,-25 9-1,15-6-4,6-2 6,0-2 1,0 0-1,-1-1 0,-34 3 1,-85-3 394,129-5-258,1-1-1,-1-1 1,-13-3-1,14 2-43,-1 1 1,0 0-1,-14 0 0,-48 2 445,57 0-4669,1 0-4506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24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19 232,'1'-4'18249,"6"-10"-16138,-6 14-1843,-1 2-92,1 0-1,0 0 0,-1 0 1,1 0-1,-1 0 0,0 0 0,1 0 1,-1 0-1,0 1 0,0-1 0,-1 4 1,1-1 53,0 26 57,-4 127 607,1-128-715,0-1 0,-3 0-1,-11 39 1,-27 57 240,44-124-542,-1-1-1,1 0 1,0 1-1,0-1 1,0 0-1,-1 0 1,1 1-1,0-1 1,-1 0-1,1 0 1,0 1-1,-1-1 1,1 0-1,0 0 1,-1 0-1,1 1 1,0-1-1,-1 0 1,1 0-1,-1 0 1,1 0-1,0 0 1,-1 0-1,1 0 1,-1 0-1,1 0 1,0 0-1,-1 0 1,1 0-1,-1 0 1,1 0-1,0 0 1,-1-1-1,1 1 1,0 0-1,-1 0 1,1 0-1,0-1 0,-1 1 1,1 0-1,0 0 1,-1-1-1,1 1 1,-19-14-4236,17 12 2441,-13-10-5664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24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2865,'0'0'8191,"7"1"91,29 4-7773,18 0-26,104-5-1,-65-2-259,-57 2-69,-4 1 214,0-2 0,34-4 0,-50 4 1742,-11 1-5359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26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896 22 4977,'0'0'13654,"-20"0"-12133,-14-2-1271,-42-6 1,42 3-120,-43-1 0,22 5-14,-56 2 10,97 0-112,-1 1-1,1 0 0,0 1 0,0 1 0,-21 8 1,3 1 349,1 1 0,0 2 1,1 1-1,0 1 1,2 2-1,-28 24 1,50-39-341,-16 15 135,1 1 0,-23 28 0,38-42-53,1 2 1,0-1 0,0 1 0,0-1 0,1 1 0,1 0 0,-1 1 0,1-1-1,1 1 1,-2 15 0,1-4 60,1 0 0,2 0 0,2 32 0,0-48-105,0-1 1,1 1-1,-1-1 0,1 1 0,0-1 1,1 0-1,-1 0 0,1 0 0,-1-1 0,9 6 1,0 3 62,-6-7-76,0 0-1,1-1 1,0 1 0,0-1 0,1-1-1,-1 1 1,1-1 0,-1-1 0,1 1-1,0-1 1,0-1 0,0 1 0,0-1-1,9 0 1,38 8-3,-8 0-23,0-2-1,0-3 0,1-1 1,93-7-1,-114 1-17,-1-2 0,32-8 1,-37 6 234,1 2 1,1 1 0,40-3 1787,-69 7-2735,-31 0-369,-108 4-4393,78 4-216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29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5657,'0'0'12964,"19"0"-11034,354-15-665,-224 6-1211,193 3-26,-132 4-33,739-5 497,-826 7-343,103 16-116,-68-2-21,199 1 14,94 6-10,193 11-135,-288-17 70,464 23 129,-422-35-122,-210-5-319,-94 3 142,-8 1 6,111-13 0,-2 1-448,-126 9 590,73-10 1,126-19 71,-101 13 7,160 7 1144,-233 11 26,-80 0-731,-1 0-1,1 1 0,19 6 0,25 4 615,3-7-561,-23-3 255,66 14 0,-151 0 408,-134 18-8583,152-30 4747,-37 8-6121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7:31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687 19 5777,'0'0'8358,"5"-3"-7734,5-2-1457,-1-3 4866,-33 6-942,3 2-2958,0 0 1,1 2-1,-1 0 1,1 1-1,-1 2 1,1 0-1,1 0 1,-1 2-1,1 1 1,-29 15-1,6 3 626,1 2-1,-71 63 0,92-73-413,-25 22 433,-51 57 1,87-86-720,0 0 0,1 0 0,1 1 0,0 0 1,0 1-1,1-1 0,1 1 0,0 0 0,1 1 0,0-1 0,1 1 0,0 0 0,2-1 0,-1 1 0,2 22 1,0 73 725,0-107-760,0 0 0,1 0 0,-1-1 0,0 1 0,1 0 1,0-1-1,-1 1 0,1 0 0,0-1 0,0 1 0,0-1 0,0 1 0,0-1 0,0 0 0,0 1 0,1-1 0,-1 0 1,0 0-1,1 0 0,-1 0 0,1 0 0,-1 0 0,1 0 0,-1-1 0,3 2 0,45 12 195,-45-14-209,15 3 32,1-1 0,0 0 1,0-2-1,37-4 0,-52 3-44,0 0 1,0-1-1,-1 0 0,1 0 1,-1 0-1,0-1 1,1 0-1,-1 1 0,0-1 1,0-1-1,-1 1 1,1-1-1,-1 1 0,1-1 1,-1 0-1,0 0 0,-1 0 1,1-1-1,2-6 1,0 2-24,-1-1 0,0 0 0,-1 0 0,0 0 0,0 0 0,-1 0 0,0-1 0,0-13 0,-2-131-459,-1 153 464,1 0-1,0 1 1,-1-1-1,1 0 1,-1 0-1,1 0 1,-1 1-1,0-1 1,0 0-1,0 1 1,0-1-1,0 1 1,0-1-1,0 1 1,0 0-1,-1-1 1,-2-1-1,-31-20-63,13 9 45,17 11 31,-1 2 57,1 0 0,-1 0 0,1 1 0,-1-1-1,0 1 1,1 1 0,-10 0 0,-6 1-18,-41-2 118,59 1 1,8 2 143,11 2 49,-15-5-347,1 0 0,-1 0-1,0 0 1,1 1 0,-1-1 0,1 0 0,-1 1 0,1-1 0,-1 1 0,0-1 0,1 1 0,-1 0 0,0-1 0,3 3 0,-1 6-3039,-3 5-3751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1:42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10490,'0'0'11532,"-10"7"-10164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2:29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1613 1096,'0'0'13291,"4"-1"-11587,7-6-897,-1 0-1,1 0 0,-2-1 0,1 0 0,-1-1 0,0 0 0,12-17 0,13-11-280,515-432 631,-506 433-1096,71-77 1,25-52 186,-125 147-202,37-39 272,71-63 1,28-30-135,-98 89-115,2 2 0,125-104 0,-144 141-69,-23 14 43,1-1 0,19-17-1,-17 16 31,-8 4 67,-9 5 545,-3 3-678,0 1-1,0 0 1,0 0 0,1 1 0,-1-1 0,1 1 0,0 0 0,0 0 0,1 0 0,-6 9 0,-2 0 3,-3 2-5,2 1 1,0 1-1,0 0 0,2 0 0,0 1 0,1 0 0,1 1 0,1 0 0,0 0 0,1 1 0,2 0 0,0 0 0,1 0 1,1 0-1,0 30 0,2-48-3,0 0 0,1 0 0,-1 0 0,0 0 1,1 0-1,0 0 0,-1 0 0,1 0 0,0-1 0,0 1 1,0 0-1,0 0 0,0-1 0,0 1 0,0-1 0,1 1 0,-1-1 1,1 1-1,-1-1 0,1 0 0,-1 0 0,1 0 0,0 0 1,0 0-1,-1 0 0,1 0 0,0-1 0,0 1 0,0-1 1,0 1-1,3 0 0,9 1 0,-1-1 1,1 0-1,23-2 0,-18 1-7,-14 0 5,1-1-1,-1 0 1,0 0-1,1 0 1,-1-1-1,0 0 1,0 1-1,0-2 1,-1 1-1,1-1 1,0 1-1,-1-1 1,7-7-1,5-4-7,0-1 0,14-19-1,-7 8-2,21-18-23,87-65-1,-104 85 26,40-43 0,-25 23 16,-41 39-24,-8 5-24,-10 5-19,0 6 60,1 1 1,0 0 0,1 1 0,0 1-1,1 1 1,0 0 0,1 0 0,1 1-1,1 1 1,-11 20 0,10-12 54,1 0 1,-13 46 0,21-59-34,0 1 0,1 0-1,1-1 1,-1 1 0,2 0 0,0 0 0,1 0 0,2 14 0,-2-23 0,1-1 0,-1 0-1,1 0 1,0 0 0,0 0 0,0 0 0,1 0 0,-1 0 0,0-1 0,1 1-1,3 1 1,34 24 81,-32-24-41,1-1 0,0-1 0,0 0 0,0 0 0,0 0 0,1-1 0,-1-1-1,0 1 1,1-2 0,-1 1 0,0-1 0,0 0 0,0-1 0,0 0 0,0-1 0,0 0 0,0 0 0,-1-1-1,1 0 1,-1-1 0,0 1 0,0-2 0,-1 1 0,1-1 0,7-8 0,-14 14-57,-1-1 1,0 1-1,0 0 1,1 0-1,-1 0 1,0 0-1,0 0 1,1-1-1,-1 1 0,0 0 1,0 0-1,0 0 1,1 0-1,-1-1 1,0 1-1,0 0 1,0 0-1,0-1 1,0 1-1,1 0 1,-1 0-1,0-1 0,0 1 1,0 0-1,0 0 1,0-1-1,0 1 1,0 0-1,0 0 1,0-1-1,0 1 1,0 0-1,0-1 1,0 1-1,0 0 0,0 0 1,0-1-1,-1 1 1,1 0-1,0 0 1,0-1-1,0 1 1,0 0-1,0 0 1,-1 0-1,1-1 1,0 1-1,-17-1-947,-25 9-4149,24-1-759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4:06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580 13 4097,'7'0'20260,"-110"-12"-19772,85 11-464,0 1-1,-1 1 0,1 0 0,0 2 1,-1 0-1,1 1 0,1 1 0,-24 8 1,35-10 12,0 0 0,-1 1 1,1-1-1,1 1 0,-1 0 1,0 1-1,1-1 0,-9 10 1,12-10-26,-1 0-1,1 0 1,-1 0 0,1 0 0,0 1 0,0-1 0,1 0-1,0 1 1,-1-1 0,1 1 0,1 0 0,-1-1 0,1 10-1,0-12-3,0 1-1,0-1 1,0 1-1,0-1 1,1 0-1,-1 1 1,1-1-1,0 0 1,-1 1-1,1-1 1,0 0-1,1 0 1,-1 0-1,3 4 1,-1-2-2,1-1-1,0 0 1,-1 0 0,1 0 0,0-1 0,0 0 0,5 3-1,13 6-27,-13-6 87,0 0 0,0-1 0,0 0 0,1 0 0,-1-1 0,1 0 1,0-1-1,0 0 0,0 0 0,16 0 0,244-2 100,-269 0-166,0 1 0,1-1 1,-1 1-1,0-1 0,0 1 0,0 0 1,0 0-1,0 0 0,0-1 0,0 1 1,0 0-1,0 0 0,-1 0 0,1 0 1,0 0-1,-1 1 0,1-1 0,0 0 1,-1 0-1,0 0 0,1 3 0,7 27 5,-7 4 28,0-22-21,0 1-1,-2-1 1,-2 23-1,2-33-6,-1 1 0,1-1 0,-1 1-1,0-1 1,0 1 0,-1-1-1,1 0 1,-1 0 0,0 0 0,1 0-1,-1-1 1,-6 5 0,1-1 70,0-1 0,0 0 0,-1 0 1,-11 5-1,3-3 176,-1-1 1,1 0-1,-1-1 0,0-1 1,0-1-1,0-1 0,-22 1 1,-141-3 1021,174-1-1192,0 0 0,0-1 1,0 1-1,0-1 0,1-1 1,-1 1-1,1-1 0,-11-7 0,8 5 38,0 1-1,0 0 0,-18-6 1,7 7 96,0 1 1,0 1-1,-28 1 1,17 0 304,31 1-518,-1 0 0,1 0 0,-1 0 0,1 0 0,-1 0 0,1 0 0,0 0 0,0 0 0,-1 0 0,1 0 0,0 0 0,0 0 0,0 0 0,0 0 0,0 0 0,0 0 0,1 0 0,-1 0 0,0 0 0,0 0 0,1 0 0,-1 0 0,1 0 0,-1 0 0,1 1 0,21-1-179,-12-1-365,0 1-1,0-1 1,14-3 0,-21 3-463,-1-1 0,1 0 0,0 0 1,-1 0-1,1 0 0,0 0 0,-1-1 1,1 1-1,3-4 0,4-4-9822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4:16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550 57 3105,'0'0'11410,"3"-12"-4442,-4 4-6696,-6 3-231,-1 1-1,0 0 1,1 0 0,-1 0-1,-1 1 1,1 1-1,0-1 1,-1 1 0,1 1-1,-12-1 1,-15 0 161,-44 3 1,27 1 306,45-2-463,-1 1 1,1 0 0,0 0 0,0 1 0,0 0 0,0 1-1,0-1 1,0 1 0,1 1 0,-1-1 0,1 1-1,0 0 1,-10 9 0,7-5 61,1-1 0,0 1 0,1 1 0,0 0 1,0 0-1,1 0 0,0 1 0,-6 14 0,10-22-104,1 0 1,0 1-1,0-1 0,0 1 0,1-1 1,-1 1-1,0-1 0,1 1 1,0 0-1,-1-1 0,1 1 0,0-1 1,0 1-1,1 0 0,-1-1 1,1 1-1,-1 0 0,1-1 1,0 1-1,0-1 0,0 0 0,0 1 1,0-1-1,0 0 0,1 1 1,-1-1-1,1 0 0,0 0 0,-1 0 1,1 0-1,0-1 0,0 1 1,0 0-1,1-1 0,-1 1 1,0-1-1,1 0 0,4 2 0,8 3 2,1-1-1,0-1 0,0 0 1,1-1-1,16 0 0,-11 0-7,-11-1 2,1 1-1,0 1 1,-1 0 0,0 0-1,0 1 1,0 0-1,15 11 1,67 54-4,-74-55 3,-14-12 11,0 1 0,-1-1-1,0 1 1,1 1 0,-1-1 0,0 1-1,-1-1 1,1 1 0,-1 0-1,0 0 1,0 0 0,-1 1 0,0-1-1,0 1 1,0-1 0,0 1-1,-1 0 1,0 0 0,0 0 0,0-1-1,-1 1 1,0 0 0,0 0-1,-2 6 1,2-9 7,-1 0 0,0 0 0,0 0 0,0 0 0,-1 0 0,1 0 0,-1-1-1,1 1 1,-1 0 0,0-1 0,0 1 0,0-1 0,0 0 0,-1 0 0,1 0 0,0 0 0,-1 0 0,0-1 0,1 1 0,-1-1 0,0 1 0,0-1-1,0 0 1,0 0 0,0 0 0,-4 0 0,-9 2 112,1 0-1,-1-2 0,-27 1 1,-183-2 1546,213-1-1511,1-1 1,-1 0-1,1 0 1,0-1-1,-15-7 0,15 6 11,0 0 0,0 1-1,0 0 1,-1 1-1,-15-1 1,27 3 198,1 32-252,34-32-2680,-26 0 1568,0-1 0,-1 0 0,1-1 0,-1 0 0,1 0 0,-1-1 0,0 0 0,12-6 0,20-15-7799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4:19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0 3745,'3'0'19214,"12"0"-19455,104 6 265,-117-5-12,1-1 1,-1 0-1,1 1 0,-1 0 0,1 0 0,-1-1 0,0 1 0,1 1 1,-1-1-1,0 0 0,0 0 0,0 1 0,0 0 0,0-1 1,0 1-1,0 0 0,-1 0 0,1 0 0,-1 0 0,1 0 0,-1 0 1,0 0-1,0 0 0,0 1 0,0-1 0,0 0 0,0 1 1,0 4-1,2 5 156,0 0 0,-1 1 0,-1 0 1,0 18-1,-2-27-141,-1 1 0,0-1-1,0 0 1,0 1 0,0-1 0,-1 0 0,1 0 0,-1 0 0,0-1 0,0 1-1,-1-1 1,1 1 0,-5 2 0,-8 10 2,5-5-6,0-1 0,-1 0 0,0-1 1,-1 0-1,0-1 0,0 0 0,-1-1 0,-21 8 0,-10 5 71,41-18-63,0-1 1,-1 0-1,1 0 1,-1 0 0,0 0-1,1-1 1,-1 0-1,0 0 1,-5-1-1,-3 1-21,12-33-178,1 32 162,0-1 0,0 0 0,1 0 1,-1 0-1,0 1 0,1-1 0,-1 0 0,1 0 0,0 1 1,-1-1-1,1 0 0,0 1 0,0-1 0,0 1 0,0-1 1,0 1-1,1-1 0,-1 1 0,0 0 0,1 0 0,-1 0 0,1-1 1,-1 1-1,1 1 0,-1-1 0,1 0 0,0 0 0,0 1 1,-1-1-1,1 1 0,3-1 0,5-4-19,2 2 26,1 1 1,-1-1 0,0 2-1,1 0 1,-1 0-1,1 1 1,20 3-1,7-1 43,-36-2-18,-1 1 0,1-1 1,-1 1-1,1 0 0,-1-1 0,1 2 0,-1-1 1,1 0-1,-1 1 0,0-1 0,0 1 0,0 0 1,4 3-1,33 36 655,-20-20-549,27 22 186,-43-41-246,0-1 1,-1 0-1,1 0 1,0-1-1,0 1 1,0-1-1,0 1 1,0-1-1,0-1 1,0 1-1,5-1 1,4 0-14,-10 1-28,0 0-1,0 1 1,0-1-1,0-1 0,0 1 1,0 0-1,0-1 1,0 1-1,0-1 1,0 0-1,0 0 1,0 0-1,-1-1 1,1 1-1,0 0 1,-1-1-1,1 0 0,2-3 1,-1 2 11,-1 0 0,0-1 0,0 1-1,0-1 1,-1 0 0,1 0 0,2-7 0,13-18 470,-17 29-410,-3 0 2075,-3 0-3470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4:58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81 2577,'0'0'3340,"3"4"-1790,-2-3-1250,0 0-161,0 0 1,0 1-1,0-1 0,0 0 1,0 0-1,0 0 0,0 0 1,0 0-1,1 0 0,-1 0 1,0 0-1,1 0 0,-1-1 0,3 2 5763,11-3-5676,-13 1-159,0-1 0,0 0 1,0 0-1,0 0 0,0 0 1,-1 0-1,1 0 0,0 0 1,0-1-1,-1 1 0,1-1 0,-1 1 1,1-1-1,-1 0 0,1 0 1,-1 1-1,0-1 0,0 0 1,0 0-1,0 0 0,-1 0 1,2-4-1,0-2 642,0 0 0,-1 0 0,0-1 0,-1-12 0,0 20-682,-1 0 0,1 1 0,-1-1-1,1 1 1,-1-1 0,1 0 0,-1 1 0,1-1 0,-1 1 0,0-1 0,1 1 0,-1 0 0,0-1 0,0 1 0,1-1-1,-1 1 1,0 0 0,0 0 0,1 0 0,-1-1 0,0 1 0,0 0 0,0 0 0,1 0 0,-1 0 0,0 0 0,-1 1-1,-30-1-39,24 0 70,-6 0-29,2-1-21,1 2 0,-1-1 1,-15 4-1,23-3 8,-1 0-1,1 1 1,-1 0-1,1 0 1,0 0-1,-1 0 1,1 1-1,0-1 1,1 1-1,-1 0 1,-4 5-1,-1 0 59,1 1 0,0 0 0,1 1 0,0 0 0,0 0 0,1 0 0,0 1 0,1 0 0,0 0 0,1 0 0,-5 19 0,9-28-34,-1 0 0,1-1-1,-1 1 1,1 0-1,0 0 1,0 0 0,0-1-1,0 1 1,0 0 0,0 0-1,0 0 1,1-1 0,-1 1-1,1 0 1,-1 0 0,1-1-1,0 1 1,-1 0 0,1-1-1,0 1 1,0-1 0,0 1-1,1-1 1,-1 1-1,0-1 1,0 0 0,1 0-1,-1 1 1,3 0 0,2 1-6,0 0 0,0 0-1,1-1 1,-1 0 0,1 0 0,12 1 0,-10-1-2,1 0 0,-1 1-1,1 0 1,-1 0 0,0 1 0,0 0 0,-1 1 0,1-1-1,-1 2 1,15 11 0,-18-12-22,-1-1 1,0 1-1,0 0 1,0 0-1,0 1 0,-1-1 1,0 1-1,0 0 1,-1-1-1,1 1 0,-1 1 1,0-1-1,-1 0 0,0 0 1,0 1-1,0-1 1,0 9-1,-1-11 5,0 0 1,0 0-1,-1-1 1,1 1-1,-1 0 1,0 0-1,0-1 0,0 1 1,0 0-1,0-1 1,-1 0-1,-3 6 1,2-5-1,0 0 0,-1-1 1,1 0-1,-1 0 0,0 0 0,0 0 1,0-1-1,0 1 0,-9 2 1,-9 5 227,0-2 0,0-1 0,-1-1 0,0 0 0,0-2 0,-1-1 1,1-1-1,-36-1 0,-16-1 732,43 0-537,26 0-426,8 0-214,62 0-5976,-31 0 469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5:00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83 3145,'0'0'5665,"-2"-4"-5042,-6-20 788,6 2 6553,2 22-7264,0-1-592,0 1 0,0-1 0,0 0 0,0 1-1,0-1 1,0 1 0,1-1 0,-1 1 0,0-1 0,0 1 0,1-1-1,-1 1 1,0-1 0,1 1 0,-1-1 0,0 1 0,1-1 0,-1 1-1,1-1 1,-1 1 0,1 0 0,-1-1 0,1 1 0,30-7-67,-1 2-1,1 0 1,0 2 0,40 2 0,-70 2-30,0 1-1,0-1 1,0 0 0,0 0 0,0 1-1,0-1 1,0 1 0,-1-1 0,1 1 0,-1-1-1,1 1 1,-1-1 0,1 1 0,-1 0 0,0-1-1,0 1 1,0 0 0,0 2 0,2 7 65,4 9 30,-3-13-83,-1-1 1,0 1-1,0 0 0,-1 0 0,0 0 0,0 0 1,0 0-1,-1 0 0,0 0 0,-2 14 1,0-18-6,-1 1 1,0-1-1,0 0 1,0 0-1,0 0 1,0 0-1,-1 0 1,1 0-1,-1-1 1,1 0-1,-6 3 1,-4 3 5,-16 13 251,-49 46 0,78-67-234,0 1-1,-1-1 1,1 0 0,0 0 0,0 0 0,-1 1 0,1-1-1,0 0 1,0 0 0,0 1 0,0-1 0,-1 0 0,1 0 0,0 1-1,0-1 1,0 0 0,0 1 0,0-1 0,0 0 0,0 0-1,0 1 1,0-1 0,0 0 0,0 1 0,0-1 0,0 0 0,0 1-1,0-1 1,0 0 0,0 0 0,0 1 0,0-1 0,0 0-1,1 1 1,-1-1 0,0 0 0,0 0 0,0 1 0,0-1 0,1 0-1,-1 1 1,17 6 357,21-2-335,101-5 265,-135 0-276,0-1 1,0 0-1,0 0 0,0 0 0,0 0 0,-1 0 0,1-1 0,0 0 0,5-3 1,-5 3 48,-1 0 0,0 0 0,1 0 0,-1 1 0,1 0 0,0 0 0,-1 0 0,1 0 0,6-1 1,-10 2-54,7-2 164,1 0 1,-1 0 0,0 1-1,1 0 1,-1 0 0,0 1-1,15 0 1,-9 0 98,-13 0 451,-18 1-12501,7 1 897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1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1 654 3137,'0'0'16518,"0"-20"-15223,1-60-304,-1 75-728,1 1 1,-1-1-1,1 0 0,0 1 1,0-1-1,0 0 1,1 1-1,0-1 1,0 1-1,0 0 1,0 0-1,1 0 0,-1 0 1,1 0-1,0 0 1,0 0-1,6-4 1,-7 6 1038,-1 1-1300,-1 1-1,0 0 1,0 0 0,0 0 0,0 0 0,0 0 0,0 0 0,1 0 0,-1 0 0,0 0 0,0 0 0,0 0 0,0 0-1,1 0 1,-1-1 0,0 1 0,0 0 0,0 0 0,0 0 0,1 1 0,-1-1 0,0 0 0,0 0 0,0 0 0,0 0 0,1 0-1,-1 0 1,0 0 0,0 0 0,0 0 0,0 0 0,0 0 0,1 0 0,-1 0 0,0 1 0,0-1 0,0 0 0,0 0-1,0 0 1,0 0 0,0 0 0,0 1 0,1-1 0,-1 0 0,0 0 0,0 0 0,0 0 0,0 0 0,0 1 0,0-1-1,0 0 1,0 0 0,0 0 0,0 0 0,0 1 0,0-1 0,7 12 11,0 1 0,10 24 0,0 1 13,32 59-20,116 257 47,-147-307-42,-3 1 0,-1 0 0,-3 1 0,-2 0-1,5 90 1,-13 97 56,-1-234-67,-1-2 0,1 1 0,0-1 0,0 1 0,0-1 0,0 1 0,0-1 0,0 1 0,0-1 0,0 1 0,0-1 0,0 1 0,1-1 0,-1 1 0,0-1 0,0 1 0,0-1 0,0 1 0,1-1 0,-1 1 0,0-1 0,1 0 0,-1 1 0,0-1 0,1 1 0,-1-1 0,1 0 2,-1 1-1,0-1 1,1 0 0,-1 0-1,1 0 1,-1 0 0,0 0-1,1 0 1,-1 0 0,1 1-1,-1-1 1,0 0 0,1-1-1,-1 1 1,1 0 0,-1 0-1,0 0 1,1 0 0,-1 0-1,1 0 1,-1 0-1,0-1 1,1 1 0,-1 0-1,0 0 1,1 0 0,-1-1-1,0 1 1,1 0 0,-1 0-1,0-1 1,1 0 0,6-9 18,0-1 0,-1 0 0,0 0 0,-1 0 0,5-16 0,6-10 5,181-493-219,-159 416 145,8-29-52,78-205 54,-111 321 77,2 0-1,0 1 0,2 1 0,26-31 1,85-79 298,-89 97-237,-34 33-70,-1-1-1,1 1 1,-1-1 0,0 1 0,0-1-1,0 0 1,-1-1 0,4-7 0,-5 11-37,-4 14-865,-28 63-3541,-6 17-5691,24-48-1695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2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441 74 1272,'0'0'16346,"12"-1"-14551,40-6-316,-50 6-1349,0 0 0,0 0-1,-1 0 1,1 0-1,0 0 1,0 0-1,-1-1 1,1 1 0,-1 0-1,1-1 1,-1 0-1,0 1 1,1-1-1,-1 0 1,0 1 0,0-1-1,0 0 1,0 0-1,-1 0 1,1 0-1,0 0 1,-1 0 0,1 0-1,-1 0 1,0 0-1,0 0 1,0 0-1,0 0 1,0 0 0,0 0-1,-1-4 1,1 6-101,0-1 1,-1 1-1,1 0 1,0-1-1,0 1 1,0 0-1,-1-1 1,1 1-1,0 0 1,-1 0-1,1-1 1,0 1-1,-1 0 1,1 0-1,0-1 0,-1 1 1,1 0-1,0 0 1,-1 0-1,1 0 1,-1-1-1,1 1 1,0 0-1,-1 0 1,1 0-1,-1 0 1,-16-1 49,0 0 0,-1 1 0,1 0 0,0 2 0,0 0 0,0 1 0,1 0 0,-1 1 0,1 1 0,0 1 0,-25 12 1,8-1-75,2 1 1,0 2 0,1 1 0,-40 37-1,57-47 1,1 1 0,0 1 0,1-1 0,1 2 0,-11 16 0,18-24-5,-1 0 1,1 1-1,0 0 1,0 0-1,1 0 1,0 0-1,0 0 1,1 1-1,0-1 0,0 0 1,1 1-1,0-1 1,0 0-1,2 9 1,-2-13-2,1-1 0,0 1 0,0-1 0,0 0 0,0 0 0,1 0 0,-1 1 0,0-1 0,1 0 0,0 0 0,-1-1 0,1 1 0,0 0 0,0-1 0,0 1 0,0-1 0,0 1 0,0-1 0,0 0 0,1 0 0,-1 0 0,0 0 0,1 0 0,-1-1 0,1 1 0,2 0 0,10 1 1,0 0 1,0-1-1,18-1 1,-22 0 0,12 1 0,0-1 0,1-1-1,-1-2 1,0 0 0,0-1 0,35-11 0,-33 5-21,-1 0 0,0-2 0,-1 0 0,0-2 0,34-27 0,-49 35 17,-1 0 1,0-1-1,0 0 1,-1-1-1,0 1 1,0-1-1,-1 0 0,0-1 1,0 1-1,-1-1 1,0 0-1,0 0 1,-1 0-1,-1-1 0,0 1 1,0-1-1,0 1 1,-1-15-1,-1-12 1156,0 35-973,0 24-105,0 10-157,-1-11-63,0 0 1,2 0 0,0 0-1,2 0 1,0 0-1,2-1 1,0 1-1,10 23 1,-13-41-379,0 0 0,1 0 0,-1 0 0,1-1 0,0 1 1,1 0-1,-1-1 0,1 0 0,-1 0 0,1 0 0,0 0 1,0-1-1,0 1 0,0-1 0,1 0 0,-1 0 0,0-1 1,1 1-1,8 0 0,19 3-4585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2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36 355 3185,'0'0'19961,"0"16"-18961,0-9-891,1 7 65,-1 0 1,2 0-1,-1-1 0,2 1 0,0-1 1,8 20-1,-7-12 118,-4-21-283,0 0 0,0 0 1,0 0-1,0 1 1,0-1-1,0 0 1,0 0-1,-1 0 0,1 0 1,0 1-1,0-1 1,0 0-1,0 0 0,0 0 1,-1 0-1,1 0 1,0 0-1,0 0 0,0 0 1,0 1-1,-1-1 1,1 0-1,0 0 1,0 0-1,0 0 0,0 0 1,-1 0-1,1 0 1,0 0-1,0 0 0,0 0 1,-1 0-1,1 0 1,0 0-1,0 0 0,0 0 1,0 0-1,-1-1 1,1 1-1,0 0 1,0 0-1,0 0 0,0 0 1,-1 0-1,1 0 1,0 0-1,0-1 0,-3 0 16,1-1 0,0 0 0,-1 0 0,1-1 0,0 1 0,0 0 0,0-1 0,1 1 0,-1-1-1,-1-3 1,-3-8-2,1 0 0,1-1 0,0 1-1,0-1 1,2 0 0,-2-24 0,3 3-11,6-59 0,-3 79-10,1-1 0,1 1 0,0 0 0,1-1 0,9-19 0,-10 28-108,0-1 0,0 1-1,1 1 1,0-1-1,0 1 1,1-1-1,0 1 1,0 1-1,1-1 1,0 1-1,10-7 1,-11 10-269,1 0 1,0 1 0,-1 0-1,1 0 1,0 0-1,0 1 1,0 0 0,0 0-1,0 1 1,0 0 0,0 0-1,12 2 1,14-1-2693,17-1-2687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2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6001,'0'0'16172,"-121"154"-14844,121-130-648,0 0-288,0-7-160,0-2-136,0 0-88,0 0 40,0 3-48,0-3-400,0-1-696,20-11-1817,4-3-2176,-3 0-3569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2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1592,'0'0'19661,"-60"139"-19661,114-91-489,-7-12-3359,-8-10-2802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3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512 17 1824,'0'0'18580,"-30"-3"-16566,-99-9-659,115 11-1136,0 1 0,0 0 0,0 0 0,0 1 0,0 1 0,0 0-1,1 1 1,-1 1 0,-22 9 0,21-5-83,0 0 0,0 1-1,1 1 1,0 1 0,1 0 0,-13 13-1,19-17-126,-1 1-1,1 1 0,0-1 0,1 1 0,0 0 1,0 0-1,1 1 0,0 0 0,1-1 1,0 2-1,1-1 0,0 0 0,0 1 0,1 0 1,1-1-1,0 1 0,0 0 0,1 14 0,0-24-15,0 1-1,0-1 0,0 1 0,1-1 0,-1 1 0,0-1 0,1 0 0,-1 1 1,0-1-1,1 1 0,0-1 0,-1 0 0,1 0 0,0 1 0,0-1 0,0 0 0,-1 0 1,1 0-1,0 0 0,1 0 0,-1 0 0,0 0 0,2 1 0,0-1-29,0 1-1,0-1 1,0 0-1,0 0 1,0-1 0,1 1-1,-1-1 1,0 1-1,0-1 1,5 0-1,1-1-63,1 0-1,-1 0 1,0-1 0,0 0-1,0-1 1,17-7 0,-7 1 132,0-2 0,-1 0 0,-1-1 0,1-1 1,-2-1-1,0 0 0,-1-1 0,0-1 0,22-30 1,-19 130 1639,-17-79-1695,2 8-5,1 0 1,0 0-1,10 20 0,-13-30-143,1 0 0,0 0 1,0 0-1,0 0 0,0 0 0,0-1 1,0 1-1,1-1 0,-1 1 1,1-1-1,0 0 0,0 0 0,0 0 1,0-1-1,0 1 0,0-1 1,0 1-1,0-1 0,1 0 1,3 0-1,0 1-686,1-2-1,-1 1 1,0-1 0,1 0-1,-1 0 1,1-1 0,-1 0 0,0 0-1,1-1 1,-1 0 0,0 0 0,0 0-1,0-1 1,-1-1 0,12-6 0,24-17-8134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3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84 2080,'0'0'19397,"-2"-4"-17409,1 2-1829,-6-8 1131,4 8-499,1 9-132,1 24-299,1 36 561,1-62-880,-1-1 1,1 1-1,0-1 1,0 1-1,1-1 0,-1 0 1,1 0-1,0 1 1,0-1-1,0 0 1,5 6-1,-5-9-59,-1 1 0,1-1 0,0 1 0,0-1-1,0 0 1,0 0 0,0 0 0,0 0 0,0 0 0,0 0 0,1 0 0,-1-1 0,0 1-1,0-1 1,1 0 0,-1 0 0,0 1 0,1-2 0,-1 1 0,0 0 0,1 0 0,-1-1-1,0 1 1,3-2 0,0 1-47,0-1 0,0 0 0,0 0 0,0 0 0,0-1 0,0 0 0,-1 0 0,8-6 0,27-32-179,56-76 0,-64 77 274,-21 25 550,-10 15 116,0 3-509,0 9-90,1 0 0,0-1 0,1 1 0,0-1 0,0 1-1,2-1 1,4 12 0,-7-19-175,1 0 0,0 0 0,0 0 0,0 0 0,1-1 0,-1 1 0,1-1 0,0 1 0,0-1 0,0 0 0,1 0 0,-1 0 0,1-1 0,-1 1 0,1-1 0,0 0-1,0 0 1,0 0 0,0 0 0,0-1 0,1 1 0,-1-1 0,7 0 0,99 1-7265,-53-2 742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4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 3897,'0'0'21404,"-8"0"-20529,-44-1 876,-63 2-1480,101-1-307,1 2 0,-1 0 0,1 1 0,0 0 0,0 1 0,-16 6 0,17-5 25,1 1-1,1 0 1,-1 0 0,1 1 0,0 1 0,0 0-1,1 0 1,0 1 0,-13 16 0,18-18-3,0-1 1,0 0 0,1 1 0,0 0-1,0 0 1,0 0 0,1 0 0,1 0-1,-1 1 1,1-1 0,0 0 0,0 1-1,1-1 1,0 1 0,1-1 0,0 0-1,2 10 1,-3-13-4,1 0 0,1 0 0,-1 0 0,0 0 0,1-1 1,0 1-1,0-1 0,0 1 0,0-1 0,1 0 0,-1 0 0,1 0 0,0 0 0,0 0 0,4 3 0,-1-2-136,0 0-1,1-1 1,-1 0-1,1 0 0,0 0 1,0-1-1,12 3 1,2-1-589,-1-2 0,1 0 0,0-2 0,37-3 0,-40 1-772,-1-1 1,35-10-1,29-19-5529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4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38 1616,'0'0'19146,"6"16"-17766,23 47-297,-26-59-1001,0 0 0,0-1 0,0 0 1,1 1-1,-1-1 0,1 0 0,0-1 0,-1 1 0,1-1 0,0 1 1,1-1-1,-1 0 0,0-1 0,1 1 0,-1-1 0,1 0 1,-1 0-1,1 0 0,-1 0 0,1-1 0,9 0 0,-13 0-67,17 1 81,46 1 22,-61-2-127,0 0-1,0-1 1,0 1 0,0 0 0,0-1-1,0 0 1,0 0 0,0 0 0,0 0 0,-1 0-1,1-1 1,0 1 0,-1-1 0,1 1-1,-1-1 1,4-4 0,-4 4 8,-1 0 1,0 0-1,0 0 0,0 0 1,0-1-1,0 1 0,-1-1 0,1 1 1,-1 0-1,1-1 0,-1 1 1,0-1-1,0 1 0,0-1 1,0 1-1,0-1 0,-1 1 0,1-1 1,-1 1-1,1 0 0,-1-1 1,-1-2-1,0 1-1,0-1 1,-1 1-1,1 0 0,-1-1 0,0 1 1,0 0-1,-1 1 0,1-1 0,-7-5 1,1 4 22,0-1 0,-1 1 1,1 1-1,-1 0 0,0 0 1,-1 1-1,1 0 0,-1 0 1,1 2-1,-1-1 0,0 1 1,1 1-1,-1 0 0,0 0 1,-13 3-1,18-2 53,1 0 0,-1 0 0,1 1 0,-1 0 0,1 0 0,0 0 0,-1 1-1,1-1 1,0 1 0,1 1 0,-1-1 0,0 1 0,1 0 0,0 0 0,0 0 0,0 0 0,0 1 0,1-1 0,0 1-1,0 0 1,0 0 0,1 0 0,-4 8 0,2-3-3,1-1-1,0 1 0,0 0 1,1 1-1,0-1 1,1 0-1,0 1 1,1-1-1,0 1 1,0-1-1,1 0 1,3 16-1,-2-21-71,0 0 1,0 0-1,1 0 0,-1-1 1,1 1-1,0 0 1,0-1-1,1 0 0,-1 0 1,1 0-1,0 0 0,0-1 1,0 0-1,1 1 1,-1-1-1,1-1 0,0 1 1,-1-1-1,1 0 0,0 0 1,1 0-1,-1-1 0,9 2 1,10 2-295,1-2 1,0 0 0,40-2-1,-52-1 28,86 0-2863,4 0-3018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8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2497,'0'0'11822,"-5"3"-10382,3-1-1156,1-1-171,0 1 0,0-1-1,-1 0 1,1 0-1,-1 0 1,1 0-1,-1 0 1,1 0-1,-1-1 1,0 1-1,1 0 1,-4 0 1377,17-1-648,596 9 682,-212-15 950,-414 9-11520,12-3-1791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9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18 647 2721,'0'0'14667,"-3"2"-13900,-9 6 26,9-6 1001,4-4-867,3-7-805,0 0 1,0 1 0,1-1 0,1 1 0,0 0 0,0 1 0,0-1 0,1 1-1,9-8 1,12-15-74,229-253-407,-196 223 303,2 3 0,106-72 0,-168 128 196,0 0-1,0 0 0,0 0 0,0 1 0,0-1 0,0 0 0,0 1 0,0-1 1,0 1-1,0-1 0,1 1 0,-1-1 0,0 1 0,0 0 0,0 0 0,3-1 0,-8 20 2154,0-7-3002,-26 93 1189,5 1 0,4 1 0,-6 111 0,24-64 820,3-153-1279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9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1 328,'0'0'11133,"-7"0"-10101,-24 0-34,4 0 2959,30 12-1282,7-9-2215,1 1 0,0-1-1,0-1 1,1 0 0,-1 0 0,0-2 0,20 1 0,-22-1-282,333 0 4345,-341 0-4480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41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1112,'0'0'10747,"8"4"-9599,11 3-323,1-1 0,0-1 1,0-1-1,0-1 0,0-1 1,23 0-1,565-2 2173,306 0-3057,-592 0 315,26 10-211,-2 1 40,405-35-53,-209 9 135,-461 15-156,130 13 239,-118-6 290,-62-3 4028,-39-1-4862,-122 41-9244,72-29 1007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42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794 1 2617,'0'0'11199,"-5"0"-4305,-27 7-6350,-89 53 321,-219 146 0,290-171-847,-46 44 1,82-66-16,0 1 0,0 1 0,1 0 0,1 1 0,1 0 0,0 1 0,-10 21 0,17-27-6,1 0 0,0 1-1,1-1 1,0 0 0,1 1 0,0-1 0,0 1 0,2 12-1,-1-8-18,1-10 19,0 0-1,0 0 0,0 0 1,1-1-1,0 1 0,0 0 1,0-1-1,1 0 1,0 1-1,0-1 0,0 0 1,1 0-1,-1-1 0,1 1 1,0-1-1,1 1 1,-1-1-1,1-1 0,0 1 1,5 3-1,0-1 19,0 0-1,0 0 1,0-1 0,1-1-1,0 1 1,0-2 0,0 0 0,0 0-1,19 2 1,-24-4 44,1 0 0,0-1-1,-1 0 1,1 0 0,0 0 0,0-1 0,-1 0-1,1 0 1,-1-1 0,1 0 0,-1 0 0,1 0 0,-1-1-1,0 0 1,0 0 0,0-1 0,-1 1 0,1-1-1,4-5 1,-1 2 161,-1 0 0,0-1 0,0 0 0,11-16 0,-16 20-94,-1 0 1,0 1-1,0-2 0,-1 1 0,1 0 1,-1 0-1,0 0 0,0-1 1,0 1-1,0 0 0,-1-1 0,0 1 1,0-1-1,-1-7 0,0 10-115,0 0 0,1 0 0,-1 0-1,-1 0 1,1 0 0,0 0 0,0 0 0,-1 0 0,1 1-1,-1-1 1,1 0 0,-1 1 0,0-1 0,0 1-1,0 0 1,0 0 0,0 0 0,-3-2 0,-44-16-14,45 18 10,-39-11 269,0 3 1,-1 1-1,0 2 1,-1 3-1,-67 2 2253,145 1-4465,-23 0 1396,8 1-999,0-2 0,1 0 0,-1-1 0,-1 0 1,22-6-1,17-12-8146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44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33 1464,'0'0'15906,"-2"-2"-14692,-5-7-474,-11-12 6119,21 28-6780,5 3-3,1-1 1,0 0 0,0 0-1,1-1 1,0 0 0,11 6-1,4 4 182,128 78 881,0 1-497,-20-11-281,-97-66-292,-1 2-1,-1 2 1,-1 1-1,37 36 1,-58-47-56,0 0 0,-2 2 0,1-1 0,13 30 1,26 72 45,-25-54-9,-1-1-18,-2 1 0,-3 0 0,-3 2 0,-3 0 0,-3 0 0,-2 1 0,-2 91 0,-5-54 10,-11 346 46,6-364-102,1-22 238,-12 71-1,12-114-136,-2 0 0,0-1-1,-1 1 1,-1-1-1,-1 0 1,-1-1-1,-18 29 1,-8-1-14,-2-1 0,-1-2 0,-3-2 0,-1-2 1,-2-2-1,-1-1 0,-2-3 0,-1-1 0,-2-3 0,-81 35 0,76-43 75,-2-3-1,-67 14 1,54-15 89,65-15-191,4 1-41,32-3-312,-28 0 135,1 0-1,-1 0 1,1 0-1,0-1 1,-1 1-1,1-1 1,-1 0 0,1 0-1,-1-1 1,0 1-1,0 0 1,1-1-1,-1 0 1,0 0-1,0 0 1,0 0-1,3-4 1,-2 2-565,-1-1 0,1 1-1,-1-1 1,0 0 0,0-1 0,3-7 0,8-28-7372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4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2865,'0'0'20005,"7"2"-18943,18 5-377,-1-2 1,2-1 0,36 1-1,89-3-42,-92-3-477,105 1-65,-95 0-2514,-182-8-15618,58 7 12059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5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1816,'0'0'14105,"12"1"-12569,127 2 3861,88-3-1503,-86-1-2436,-127-2-1209,-15 1-2575,-8 1-3589,3 1-1536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37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928 53 2905,'0'0'5429,"0"6"-3698,1-14-2928,-1 7 1981,0 1-1,0-1 1,0 0-1,0 0 1,0 1 0,0-1-1,0 0 1,0 0-1,0 1 1,0-1-1,0 0 1,0 1 0,-1-1-1,1 0 1,0 0-1,0 1 1,-1-1 0,0 0-1,-5-1 1885,5 2-2380,-12-2 973,3-3-1255,0 0 1,0 1 0,-1 0 0,1 1-1,-1 0 1,0 1 0,0 0-1,-13-1 1,-95 2-73,65 2 58,20 1 14,0 0 0,1 3 0,-51 12 0,-95 40-14,158-49 3,1 0 1,0 2-1,-34 21 0,44-24 8,1 1 0,0-1-1,0 1 1,1 1 0,0 0 0,1 0 0,0 0 0,-11 20 0,9-12 9,0 0 0,1 0-1,1 0 1,1 1 0,0 0 0,1 0 0,2 1-1,-1 0 1,2-1 0,1 1 0,0 0 0,3 32-1,-1-48 4,0 0-1,1-1 1,-1 1 0,0-1-1,1 1 1,0-1-1,-1 0 1,1 0-1,0 1 1,0-1-1,0 0 1,1-1-1,-1 1 1,0 0 0,1-1-1,-1 1 1,1-1-1,4 2 1,53 19 401,-5-9-217,1-3 1,63 5 0,115-4-38,-64-4-90,-38-7 2991,-115 0-5861,58 0-5283,-34 0 375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46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1317 0 3609,'0'0'7833,"-2"6"-6574,-4 15-206,5-20-818,-1 0 0,1 0 0,0 0 1,-1-1-1,1 1 0,-1 0 0,1-1 0,-1 1 1,1-1-1,-1 0 0,1 0 0,-1 1 1,1-1-1,-1 0 0,1 0 0,-1 0 1,1 0-1,-1-1 0,1 1 0,-3-1 0,0 1 167,-22-1-2,0 1 1,1 1-1,-1 2 0,1 0 1,-1 2-1,1 1 1,-27 9-1,4 5-12,-177 78 1014,196-83-1260,2 2 0,0 1 0,0 1 0,2 1 0,-37 38 0,24-19 183,1 2 1,3 2-1,1 1 1,-48 86-1,58-84-297,3-9 247,2 1 1,1 1-1,-12 45 1,12-25-67,-2-2 1,-37 76 0,40-95-152,0 1 1,3 1-1,1-1 0,2 2 0,-6 54 0,-7 55 303,5-44-189,-6 184 1,24-224 108,2 127 363,2-151-553,0-1 0,18 68 0,10 5 327,50 120 1,-42-132-171,20 47-76,-47-121-102,1-2 1,1 0-1,24 31 1,-21-39 26,0 0 1,1-1-1,1-1 1,1 0-1,0-2 1,39 20-1,-6-3-130,-32-19 33,0-1 0,1-1 0,38 11 0,-44-15 0,4-3-137,-14-17-693,-5 5 366,20-58-4388,-13 43 1025,8-26-7364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7:4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39 3777,'0'0'13949,"-13"6"-6776,20-7-7057,1 0 0,-1-1 0,0 1 0,0-1 1,13-6-1,18-4-33,7 5-14,-1 1 0,83 1 0,-126 5-63,0 1 0,0-1 1,0 0-1,1 1 1,-1-1-1,0 1 1,0-1-1,0 1 1,0 0-1,0 0 1,0-1-1,-1 1 1,1 0-1,0 0 1,0 0-1,0 0 1,-1 0-1,1 0 1,0 0-1,-1 0 0,1 0 1,-1 0-1,0 0 1,1 0-1,-1 0 1,0 0-1,1 0 1,-1 1-1,0-1 1,0 2-1,2 42 168,-2-38-134,1 23 24,-2 35 79,0-63-131,0 0 0,1 0 0,-1 0-1,0 0 1,0 0 0,-1 0 0,1-1 0,0 1 0,0 0 0,-1-1-1,1 1 1,-1-1 0,0 1 0,1-1 0,-1 0 0,-3 2 0,-34 18 78,31-18-70,-9 4 17,-35 8 0,39-12-7,1 0 1,0 1 0,0 0-1,0 1 1,1 0-1,-19 12 1,28-16-12,1 0-1,-1 0 1,1 1 0,0-1-1,-1 1 1,1-1 0,0 1-1,0-1 1,0 1 0,0 0 0,0-1-1,1 1 1,-1 0 0,0 0-1,1 0 1,0-1 0,-1 1-1,1 0 1,0 2 0,0-3 305,41 11 1009,157 3-218,-1 0-504,-176-12-492,-6-2 68,0 2-1,20 5 1,-32-6-1023,-9 1-6754,-5-3-1092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18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19 4673,'0'0'5568,"-3"4"-4524,-17 18 1855,12-12 1438,10-5-708,21-3 701,1-1-4852,14 4 554,0-2 1,0-1-1,52-6 1,-74 4-38,24-4 91,71-16 1,-69 11-17,62-6 0,-43 7-63,-42 4-5,37-1 0,-36 3 413,-16 1 358,-13 1-538,3 0-232,0 1 1,0 0-1,0 1 1,0-1-1,0 1 1,0 0-1,0 1 1,1-1-1,-8 6 1,-51 35 18,44-28-15,-22 15 12,2 1-1,2 2 1,-60 65 0,63-61-25,-1-2 0,-58 42 0,45-37 5,14-13 4,16-13 0,1 1 0,0 0 1,-22 27-1,18-13 0,-22 24 10,38-46 16,0 0 1,0 1-1,-8 14 0,14-21 251,3-1-262,81-1 60,93-13 0,-26-2-83,176 5 0,-253 5 43,-74 6-40,0 0-1,0 0 1,1 0 0,-1 0 0,0 0-1,0 0 1,0 0 0,1 0 0,-1 0 0,0 0-1,0 0 1,0 0 0,0 0 0,0 0-1,1 0 1,-1-1 0,0 1 0,0 0 0,0 0-1,0 0 1,0 0 0,0 0 0,1 0-1,-1-1 1,0 1 0,0 0 0,0 0-1,0 0 1,0 0 0,0-1 0,0 1 0,0 0-1,0 0 1,0 0 0,0 0 0,0-1-1,0 1 1,0 0 0,0 0 0,0 0 0,0-1-1,0 1 1,0 0 0,0 0 0,0 0-1,0 0 1,0-1 0,0 1 0,0 0 0,-1 0-1,1 0 1,0 0 0,0 0 0,0-1-1,0 1 1,0 0 0,0 0 0,-1 0 0,1 0-1,0 0 1,0 0 0,0 0 0,0 0-1,-1-1 1,-11-9-2308,-33-13-5996,21 14-200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19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4673,'0'0'14754,"6"21"-13074,-1-18-1596,-1-1-1,1 1 1,0-1-1,0 1 1,0-1-1,0-1 0,1 1 1,-1-1-1,0 0 1,1 0-1,5 0 1,69-1 380,-43-2-292,500 2 6445,-537 0-6495,45 0-10373,-18 0 2260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20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1088,'0'0'13777,"15"6"-11981,44 2 74,55 4-97,296-12-343,-230-5 816,-180 5-2277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21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21 1536,'0'0'11684,"-7"6"-3102,61-5-8025,149-7 737,-105-3-1159,12-3 656,3 12-709,22 1 618,-45-2 3193,-119 2-7542,-1 1-4242,15-2 195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29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32 936,'0'0'16421,"-21"7"-13524,12-1 299,25-7-3024,-11 0-142,0 1 0,0-1 0,0-1 0,0 1 0,-1-1 0,1 0 0,5-2 0,26-9 112,118-2 621,-136 13-698,0 1 0,31 2 0,-8 0 10,-34 0-70,1 0-1,0 1 1,-1-1 0,1 2-1,-1-1 1,1 1-1,-1 0 1,0 0-1,12 8 1,-5-2 8,0 1-1,0 0 1,16 18-1,-25-24 10,-1 1-1,0 0 0,-1 1 1,1-1-1,-1 0 0,0 1 1,0 0-1,-1 0 0,0 0 1,0 0-1,0 0 0,1 9 1,-1 7 100,0 0 1,-3 28-1,1-20-37,-1-28-73,1 0 0,-1 0 0,0 0 1,0-1-1,0 1 0,0 0 0,0 0 0,0 0 1,0-1-1,-1 1 0,1-1 0,-1 1 0,1-1 1,-1 1-1,-2 0 0,-30 23 138,30-22-111,-23 16-16,17-12 21,0 1 0,0-1-1,-1-1 1,0 0 0,0 0-1,0-1 1,-1-1 0,0 0-1,-23 5 1,-43 7 227,13-1-226,0-6 701,-87 1-1,147-10-702,0 1 0,0-1 0,-1 2 0,1-1 0,0 0 0,0 1 0,-7 3 0,-8 3-37,17-7-9,5 5-99,5-4-142,1 1-1,-1-1 0,1-1 0,-1 0 0,1 0 0,0 0 0,-1-1 0,1 0 0,10-2 0,2 1-1061,25-1-3435,-5-7-2567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31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533 0 1816,'0'0'7394,"8"0"3646,-36 1-10577,0 1 1,0 1-1,0 1 0,0 1 1,-30 11-1,32-6-237,0 1 0,0 2 0,2 1 0,-1 0-1,-35 30 1,53-38-172,1 0-1,0 1 1,0-1 0,-5 9-1,-13 16 386,-1-8-131,16-16-139,1 0 0,1 1 0,0-1 0,-8 12 1,10-11-123,2-6-13,1 1 0,1 0 1,-1 0-1,0 0 1,1 0-1,-1 0 0,1 0 1,0 0-1,0 0 1,0 1-1,0-1 0,1 0 1,-1 1-1,1-1 1,0 7-1,-1 8 116,1 19 64,1-35-209,-1-1 0,0 1 0,1-1 0,-1 0 0,1 1 0,-1-1 0,1 1 0,-1-1 0,1 0 0,0 1 0,0-1 0,0 0 0,0 0 0,0 0 0,0 0 0,0 0 0,0 0 0,0 0 0,1 0 0,1 1 1,65 37 207,-66-38-210,9 5 27,1 0 0,0-1 0,0 0 0,1-1 0,-1 0 0,1-1 0,14 2 0,38-1 83,69-4 1,-49-2-89,-74 2 39,0-2 1,0 0-1,0 0 1,0-1-1,15-5 1,-18 5 101,1 3 195,0-1-737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33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0 256,'0'0'10890,"-7"2"-5047,0 2-3429,8-3-2361,0-1 1,0 1-1,0 0 0,1 0 1,-1 0-1,0-1 0,1 1 1,-1-1-1,1 1 0,-1-1 1,1 1-1,-1-1 1,1 0-1,-1 0 0,1 0 1,-1 0-1,2 0 0,4 1 50,17 2-58,1 0 0,-1-2 0,45-3 0,-10 0-39,3 1 1,69 2-6,-125 0-1,1 1 0,-1-1 0,0 1 0,11 5 0,17 4 7,297 39 34,-142-44 550,-137-6 444,-41-1-998,0 0 1,0-1-1,11-3 1,23-4 74,1 4-265,-29 2 829,-22 2 2777,-19 7-3091,9-2-2965,-1-2-4058,5-2-1103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35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1364 1800,'0'0'10468,"5"-3"-9221,2 0-759,-1-2 1,1 1 0,-1-1-1,0 0 1,-1 0-1,1-1 1,7-10-1,36-56 2346,-33 48-2062,22-30 0,25-19 295,-1-1-566,83-76 0,-7 11 907,-80 79-1068,64-53 0,-31 31-334,126-146 1,-142 146-4,29-31 67,-62 66 1272,-44 47-1317,1 1 1,-1-1-1,1 1 1,0 0 0,-1-1-1,1 1 1,0 0-1,-1 0 1,1 0-1,0 0 1,0 0-1,0 1 1,0-1-1,0 0 1,0 0 0,0 1-1,0 1 1,-16 28 15,15-27-23,-11 25 21,1 0 1,2 1-1,1 0 1,1 1 0,2-1-1,1 2 1,1-1-1,2 0 1,2 37 0,0-68-37,0 1 1,0 0-1,0 0 1,0 0 0,0 0-1,0 0 1,0 0-1,0-1 1,0 1 0,1 0-1,-1 0 1,0 0-1,1 0 1,-1-1-1,0 1 1,1 0 0,-1 0-1,1-1 1,-1 1-1,1 0 1,0-1-1,-1 1 1,1 0 0,0-1-1,1 2 1,22 0 54,-19-2-49,25 1 6,-9-1 4,0 0-1,0-1 1,30-6 0,-43 6-16,-1-2 0,1 1 0,0-1 0,-1-1 0,0 1 0,0-1 0,0 0 0,0-1 0,-1 1 0,1-2 0,-1 1 0,8-9 0,182-211 45,-116 139 67,-71 76 228,-13 14 231,-15 19-303,0 9-229,3 0-1,0 1 1,2 1-1,2 0 1,-10 41-1,21-68-23,0-1-1,0 1 0,0 0 0,1-1 0,0 1 0,0 0 0,0 0 1,1-1-1,2 8 0,-2-10-9,0 0 0,1 0-1,-1 0 1,1 0 0,1 0 0,-1-1 0,0 1 0,1-1 0,-1 1 0,1-1-1,0 0 1,0 0 0,1 0 0,6 4 0,12 11 9,-19-15-14,0 0 1,1 0-1,-1 0 1,0 0-1,1-1 1,0 0-1,-1 0 1,1 0 0,0 0-1,0 0 1,0-1-1,0 0 1,0 1-1,1-2 1,4 2-1,177 1 773,-180-4-763,-8 0-2310,-14 1-998,-8 8-1783,-2 1-2327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38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0 325 5921,'0'0'7495,"9"-1"-6836,182-35 2133,19-2-2047,321 0-664,168 2 261,-432-14-350,-103 16 17,183-7-5,4 25-202,-224 12-10,421 1 140,-282 5 146,415-13 1134,-535 12-1090,43-3 822,-141-2-522,145-6 295,71 8-252,1 1 5261,-306 7-9176,10-1-1709,14-4 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3:40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36 4233,'0'0'10039,"-6"-15"-4019,-3 11-5869,-1 0-1,0 1 0,0 0 0,0 1 0,0 0 1,0 1-1,-15-1 0,-73 6 23,90-3-110,0 1 0,1 0 0,-1 0 0,0 1 0,1 0 0,0 0 0,0 1 0,0 0 0,0 0 0,-11 10 0,10-7 80,0 0 1,0 0 0,1 1-1,-1 0 1,2 0 0,-1 1-1,-7 13 1,13-19-93,-1 1 1,0-1-1,1 1 1,0-1-1,0 1 1,0 0-1,0-1 1,0 1-1,1 0 1,0 0-1,-1 0 0,2-1 1,-1 1-1,0 0 1,1 0-1,-1-1 1,3 6-1,-1-4-35,0-1-1,1 1 1,0-1 0,0 1-1,0-1 1,0 0 0,1 0-1,-1 0 1,1-1-1,0 1 1,8 4 0,-3-2-9,1-1 0,0 0 0,0 0 1,0-1-1,19 5 0,56 9 27,-77-17-33,53 8 81,-41-7-50,0 1-1,0 0 1,0 2 0,-1 0 0,29 12-1,-45-15-14,-1 0-1,1 0 0,0 0 0,-1 0 0,0 0 1,1 0-1,-1 1 0,0-1 0,0 1 1,0 0-1,0-1 0,-1 1 0,1 0 0,-1 0 1,0 0-1,0 0 0,0 1 0,0-1 1,1 6-1,0 6 102,-1 0 0,-1 0 1,-1 17-1,0-6-21,1-23-85,-1-1 0,0 0 0,0 1 0,0-1 0,0 0 0,0 0 0,0 0 0,-1 0 1,1 0-1,-1 0 0,1 0 0,-1 0 0,0 0 0,0-1 0,0 1 0,0-1 0,0 1 0,0-1 0,-2 1 0,-49 26 60,48-26-50,-10 3 39,-1 0 0,1-1 0,-1 0 0,0-2 0,0 0 0,0 0 0,0-2 0,-18-1 0,25 1 23,6-1-54,-1 0 0,0 0 0,1-1-1,-1 1 1,0-1 0,1 0 0,0 0-1,-1 0 1,1 0 0,0-1 0,0 1-1,-3-5 1,1 3-6,1 0 1,-1 0-1,0 1 0,-10-6 0,5 5 3,-1 2 0,1-1 0,-14-1 0,15 3 104,0 0 1,0-1 0,0 0 0,0-1 0,-9-4 0,17 7-104,1 0-1,0-1 0,-1 1 0,1 0 0,-1-1 1,1 1-1,0-1 0,-1 1 0,1-1 0,0 1 1,0-1-1,-1 1 0,1-1 0,0 0 0,0 1 1,0-1-1,0 1 0,0-1 0,-1 1 1,1-1-1,0 0 0,0 1 0,1-2 0,-1 2-1,0 0 0,0 0 0,0-1 0,0 1 0,0 0 0,0-1 0,0 1 0,0 0 0,0-1 0,0 1 0,0-1 0,0 1 0,0 0 0,0 0 0,0-1 0,-1 1 0,1 0 0,0-1 0,0 1 0,0 0 0,0-1 0,-1 1 0,1 0 0,0 0 0,0-1-1,0 1 1,-1 0 0,1 0 0,0 0 0,-1-1 0,1 1 0,0 0 0,0 0 0,-1 0 0,1 0 0,0-1 0,-1 1 0,0 0 0,1 0 153,1 21-2109,18-21-3233,-9 0-2314,2 0-6977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5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0 657 3065,'0'0'184,"267"-95"48,-23 12 520,53-15 96,21-12-848,3-3-352,-92 33-424,-22 2-1937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6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0 3649,'0'0'5617,"-86"78"-5697,71-49 72,-3 1 0,1 3-72,-4 2 72,-3 1-48,-15 9-200,10-7-1360,2-8-881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7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1102 6737,'0'0'10925,"4"3"-9775,12 9-235,-11 0 1439,-4-8-1008,4-8-773,15-18-182,30-45 0,-2 2-368,164-212-8,-162 201-6,73-150 1,-103 180 2,-13 28-10,0 0-1,1 1 1,1 0-1,1 0 0,0 1 1,19-22-1,-28 37 16,0 0-1,0 0 1,0 0 0,0 0-1,0 0 1,0 0-1,0 0 1,1 0 0,-1 1-1,0-1 1,1 0-1,-1 1 1,1 0 0,-1-1-1,3 0 1,-3 1 53,2-2 324,-1 8-72,-2 9-208,-5 6-73,-1 0 0,-1-1 0,-1 1 0,0-2 1,-22 37-1,0 2-37,21-41-7,4-7-8,0 0 0,0 1 0,1-1 0,0 1 0,1 0 0,0 0 0,0 0-1,2 0 1,-2 16 0,3-17-16,1 11-291,0-21 306,-1 1-1,1 0 1,-1 0 0,1-1-1,-1 1 1,1-1 0,-1 1-1,1-1 1,-1 1 0,1-1 0,0 1-1,-1-1 1,1 1 0,0-1-1,0 0 1,-1 1 0,1-1-1,0 0 1,0 0 0,-1 1-1,1-1 1,0 0 0,0 0-1,0 0 1,0 0 0,8 0-35,0 1 0,0-1 1,0-1-1,-1 0 0,1 0 1,0-1-1,-1 0 0,1 0 1,12-6-1,-8 1-44,-1 0-1,0 0 1,0-1 0,-1-1-1,13-12 1,36-36-289,-3-1-1,-3-3 1,-2-3 0,-4-1 0,-2-3-1,49-95 1,-95 162 1196,0 26-490,-1-7-177,-2 0 0,0 0 0,-1 0 0,-1-1 0,0 0 0,-12 26 1,9-26-60,2 0 1,0 1 0,1-1-1,0 2 1,2-1 0,-3 29 0,5-42-123,1 0 0,0-1 0,0 1 0,1 0 0,-1 0 0,1 0 1,0-1-1,0 1 0,1-1 0,-1 1 0,1-1 0,0 1 1,0-1-1,1 0 0,-1 0 0,1 0 0,0 0 0,0 0 0,0-1 1,0 1-1,1-1 0,-1 0 0,1 0 0,0 0 0,4 2 0,27 9-2648,-9-8-1846,6-4-4464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8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4065,'0'0'17402,"28"-1"-16427,92-4-187,36-12 764,-67 7-4127,-25 7-7741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8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5697,'0'0'15916,"47"33"-14868,-14-30-224,5-3-256,4 0-192,0 0-184,-1 0-176,-5-3-16,-4 0-584,13 3-1920,-6 0-2089,-4 0-4337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8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42 8906,'0'0'12984,"8"-8"-11774,26-26-182,-34 34-1014,0 0 1,0 1 0,0-1-1,0 0 1,0 0 0,0 0-1,0 0 1,0 1-1,0-1 1,0 0 0,0 0-1,0 0 1,0 0 0,0 1-1,0-1 1,1 0-1,-1 0 1,0 0 0,0 0-1,0 0 1,0 0 0,0 1-1,1-1 1,-1 0-1,0 0 1,0 0 0,0 0-1,0 0 1,0 0 0,1 0-1,-1 0 1,0 0-1,0 0 1,0 0 0,1 0-1,-1 0 1,0 0 0,0 0-1,0 0 1,0 0-1,1 0 1,-1 0 0,0 0-1,0 0 1,0 0 0,0 0-1,1 0 1,-1 0-1,0 0 1,0 0 0,0 0-1,0-1 1,1 1 0,-1 0-1,0 0 1,0 0-1,0 0 1,0 0 0,0 0-1,0-1 1,0 1 0,0 0-1,1 0 1,-1 0-1,0 0 1,0-1 0,0 1-1,0 0 1,-1 13 48,1-12 12,-7 28 191,-1-1 1,-2 0-1,0 0 1,-21 38 0,-5 13-141,-6 21 100,7-18-1901,14-28-4449,14-40-458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9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1 9634,'0'0'15821,"-2"4"-15408,-16 21-255,0-1 0,-1 0-1,-1-2 1,-39 33 0,11-8-136,28-29-25,10-8 13,0 0 1,-17 22-1,24-29-26,1 0-1,0 1 1,0-1 0,0 1 0,1 0-1,-1 0 1,1-1 0,0 1 0,0 0-1,0 0 1,1 0 0,-1 0 0,1 0-1,0 8 1,1-11 9,-1 1-1,0-1 1,1 0 0,-1 0-1,1 0 1,0 0 0,-1 0-1,1 1 1,0-1 0,0 0 0,0 0-1,0-1 1,-1 1 0,1 0-1,1 0 1,-1 0 0,0-1-1,0 1 1,0 0 0,0-1-1,0 1 1,3 0 0,33 8 18,-26-6-23,246 37-153,-143-25 148,-49-7 3,81 0 0,-145-8-4,-3 0-801,-7-2-475,1 1 1,0-1 0,-1 0-1,1 0 1,0-1 0,-10-5-1,14 6 327,-14-6-3769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9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 6281,'0'0'18212,"-59"130"-17108,47-103-615,0 3-345,0-1-96,0 4-48,-3 0-408,-5 17-1369,2-8-3288,3-1-3449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19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1 10850,'0'0'12835,"-122"166"-12619,51-88-216,12-10-600,-1-9-6370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21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497 76 7098,'0'0'11671,"9"-8"-10814,4-1-511,30-27 1864,-48 32 506,-25-5-2471,-17 3-156,0 3 0,-78 2 0,56 2-79,42 0 3,0 0-1,-27 5 1,44-4-12,0 0 0,1 0 1,0 1-1,-1 0 0,1 1 0,0 0 1,1 1-1,-16 9 0,22-12-4,0-1-1,0 1 0,0 0 0,1 0 0,-1-1 0,1 1 0,-1 0 0,1 0 0,-1 0 0,1 1 0,0-1 0,0 0 0,0 0 0,0 1 0,1-1 0,-1 0 0,1 1 1,-1-1-1,1 1 0,0-1 0,0 1 0,0-1 0,0 1 0,0-1 0,1 0 0,-1 1 0,1-1 0,-1 1 0,1-1 0,0 0 0,0 0 0,0 1 0,3 3 0,2 4-17,1-1-1,-1 0 0,2 0 1,-1 0-1,17 13 0,33 26-124,1-3 0,3-3-1,106 56 1,-158-94 78,17 10-58,-25-14 124,0 0 0,-1 1 0,1-1 0,0 1 0,-1-1 0,1 0 0,-1 1 0,1-1 0,-1 1 0,1-1 0,0 1 1,-1 0-1,0-1 0,1 1 0,-1-1 0,1 1 0,-1 0 0,0 0 0,1-1 0,-1 1 0,0 0 0,0-1 0,0 1 0,0 0 0,1 0 0,-1 0 0,-1 0 5,0 0-1,0 0 0,0 0 1,0 0-1,0 0 1,-1-1-1,1 1 0,0 0 1,0-1-1,0 1 1,-1-1-1,1 1 0,0-1 1,-1 0-1,1 1 1,0-1-1,-1 0 0,1 0 1,-2 0-1,-6 1 33,-400 102 466,389-96-1103,17-4-886,34-5-2232,14-7-929,4-7-3976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21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8210,'0'0'12891,"33"-1"-11895,108-4-209,55-12 258,34 2-2904,-239 19-101,-92 42-5891,45-22 1313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21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1040,'0'0'19076,"29"1"-17477,99 3-260,-46-4-541,0-3 0,88-15 0,-116 11-711,-40 4-1152,-33 2-3163,4 1-963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4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60 1240,'0'0'12254,"3"-7"-11288,0 0-601,-1 4-52,0-1 0,0 0 0,0 0 0,-1 0 0,0 0 0,1 0 0,-1 0 0,-1 0 0,1-6 6686,-2 30-6076,-40 189 997,12-76-1533,14-63-90,5-30 116,3 0 0,-5 80-1,12-119-318,21-22-514,-19 19 126,0 0 1,0 0 0,0 1 0,0-1 0,0 1 0,0 0-1,1-1 1,-1 1 0,0 0 0,1 0 0,4-1-1,5-2-3154,-2-1-2998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4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10402,'0'0'11947,"0"86"-12931,-3-71-4162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5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166 196 3289,'0'0'17170,"0"-8"-15210,0-15-1066,2-38 1676,-1 56-2477,-1 0-1,1 0 0,0 1 0,1-1 1,-1 0-1,1 0 0,0 1 0,0-1 0,5-7 1,-4 8-79,0 0 0,1 0 0,-1 0 0,1 1 0,0-1 0,0 1 0,0 0-1,0 1 1,0-1 0,1 1 0,-1-1 0,1 1 0,0 1 0,0-1 0,0 1 0,0-1 0,0 2 0,0-1 0,0 0 0,9 1 0,-12 0-16,0 1 0,0 0-1,-1-1 1,1 1 0,0 0-1,0 0 1,0 0 0,-1 0-1,1 0 1,0 0 0,-1 0-1,1 0 1,-1 1 0,0-1 0,1 1-1,-1-1 1,0 1 0,0-1-1,0 1 1,0 0 0,0 0-1,0-1 1,-1 1 0,1 0-1,0 0 1,-1 0 0,0 0 0,1 0-1,-1 2 1,3 11 2,-1-1 0,0 26 0,-1-33 0,0 30-29,-6 73-1,2-97 23,1 1-1,-1-1 1,-1 0-1,-1 0 0,0 0 1,0-1-1,-1 0 1,-15 23-1,13-24 5,-1 1 1,0-1-1,-1 0 1,0-1-1,-1 0 0,0-1 1,0 0-1,-1 0 1,0-1-1,0-1 0,-1 0 1,0-1-1,0 0 1,-1-1-1,0-1 0,0 0 1,0-1-1,0 0 1,-20 1-1,33-4 2,0 0 0,1 0 0,-1 0 1,1 0-1,-1 0 0,0-1 0,1 1 0,-1 0 0,1 0 0,-1 0 0,1 0 1,-1-1-1,1 1 0,-1 0 0,1 0 0,-1-1 0,1 1 0,-1 0 1,1-1-1,-1 1 0,1-1 0,-1 1 0,1-1 0,0 1 0,-1-1 0,1 1 1,0-1-1,0 1 0,-1-1 0,1 1 0,0-1 0,0 1 0,0-1 0,-1 1 1,1-1-1,0 0 0,0 1 0,0-1 0,0 1 0,0-1 0,0 0 0,0 1 1,1-1-1,-1 1 0,0-1 0,1-1 0,-1 1-4,1-1 0,-1 0-1,1 0 1,0 1 0,-1-1-1,1 1 1,0-1 0,0 1 0,1-1-1,-1 1 1,0-1 0,0 1 0,1 0-1,-1 0 1,2-2 0,11-2 73,-1 1 1,1 0 0,0 1 0,0 0-1,0 1 1,0 1 0,0 0-1,28 3 1,-16-2 186,-14 1-133,-1 0-1,0 1 1,1 0-1,-1 0 1,0 1-1,16 7 1,65 34 478,-46-20-345,-31-17-187,-9-3-26,0-1 0,0 0 1,1-1-1,-1 1 0,1-1 1,-1 0-1,1-1 0,0 0 0,8 1 1,-15-2-411,-12 0-7417,0 0 897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6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2 3049,'0'0'16679,"4"0"-14434,-4 0-2114,1-1 1,-1 1 0,1 0-1,-1 0 1,1 0 0,-1 0-1,1 0 1,0 0-1,-1 0 1,1 0 0,-1 0-1,1 0 1,-1 0 0,1 0-1,-1 0 1,1 0 0,-1 0-1,1 1 1,-1-1 0,1 0-1,-1 0 1,1 1-1,0-1 1,-8 19 1294,-13 14-940,-2-2 0,-28 31 1,31-41-480,1 2 1,1 0-1,1 0 1,1 2-1,-18 41 1,32-63-20,-1 0-1,1 0 1,0 0-1,1 0 1,-1 0-1,0 0 1,1 0 0,0 0-1,0 1 1,0-1-1,0 0 1,0 0 0,2 4-1,-2-5-3,1-1 0,0 1 0,0-1 0,0 0 0,0 0 1,0 1-1,0-1 0,0 0 0,0 0 0,1 0 0,-1 0 0,0 0 0,1 0 0,-1-1 0,0 1 0,1 0 0,-1-1 0,1 1 0,-1-1 0,1 0 0,-1 1 1,1-1-1,0 0 0,-1 0 0,1 0 0,2 0 0,354-1-173,-135-3 247,-223 4-72,-21-21-27179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6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0 3681,'0'0'22004,"-95"164"-20771,89-117-593,3-5-400,3-1-112,0-5-128,0-6 0,0-3-400,0 5-1096,6-5-1569,3-6-3633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7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 1688,'2'3'17808,"3"-3"-16821,128-8 2389,-11 0-2731,-55-1-456,-14 1 130,69-1 0,-121 10-284,0-1 0,0 0 1,0 1-1,-1-1 0,1 1 0,0-1 1,0 1-1,-1-1 0,1 1 1,-1-1-1,1 1 0,0 0 1,-1-1-1,1 1 0,-1 0 0,1-1 1,-1 1-1,0 0 0,1 0 1,-1 0-1,0-1 0,1 2 0,8 27 429,-5-14-298,-2-12-154,-1 1 1,0-1-1,0 0 0,0 1 0,0-1 0,0 1 0,-1-1 0,1 1 0,-1-1 0,0 1 0,0-1 1,-1 1-1,1-1 0,-1 1 0,1-1 0,-1 1 0,0-1 0,-1 0 0,1 1 0,0-1 0,-1 0 1,0 0-1,0 0 0,0 0 0,0 0 0,0 0 0,-5 4 0,-27 34 112,2 1 0,2 2-1,1 1 1,3 2 0,2 0 0,2 2-1,2 0 1,2 1 0,-16 77 0,24-83-91,-1 0 0,-21 50-1,28-79-26,4-15-25,0-10-3759,0-19-3094,0 12 498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8:37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33 2497,'0'0'12207,"-3"0"-11389,0 0-615,2 0-133,0 0 0,0 0 1,0 0-1,0 0 0,0 0 0,0-1 0,0 1 0,0 0 1,0 0-1,0-1 0,0 1 0,0-1 0,0 1 0,0-1 0,-2 0 2819,6 1-2056,36 0 102,507-18 3714,-513 14-4208,-13 2 750,1 0 1,24 1-1,-59 31-857,10-11-9008,-1-15 1415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5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0 592 2721,'0'0'11178,"22"-21"-10605,71-71 8,175-186 3453,-247 257-3854,-13 12-29,1 0 1,-1 0-1,2 1 0,-1 0 1,1 1-1,0 0 0,20-10 1,-29 17-129,-1 0 0,1 0 0,0 0 0,0 0 1,0 0-1,0 0 0,-1 0 0,1 0 0,0 1 1,0-1-1,0 0 0,-1 0 0,1 1 0,0-1 0,0 0 1,-1 1-1,1-1 0,0 1 0,-1-1 0,1 1 1,-1-1-1,1 1 0,0-1 0,-1 1 0,1 0 0,-1-1 1,1 1-1,-1 0 0,0-1 0,1 1 0,-1 0 0,0 0 1,1 0-1,-1-1 0,0 1 0,0 0 0,0 0 1,0 0-1,0-1 0,0 1 0,0 1 0,3 47 362,-3-37-246,2 68 194,-3 0 0,-21 144 0,19-203-304,0-1-1,0 31 1,3-50-28,0-1 1,0 1-1,0 0 1,1-1-1,-1 1 1,0-1-1,0 1 1,0-1-1,0 1 1,0-1-1,1 1 1,-1-1-1,0 1 1,1-1-1,-1 1 1,0-1-1,1 1 1,-1-1-1,0 0 1,1 1 0,-1-1-1,1 1 1,-1-1-1,1 0 1,-1 0-1,1 1 1,-1-1-1,1 0 1,-1 0-1,1 0 1,0 1-1,21 0 34,-13-2-28,-1 1 10,1-1-1,0-1 0,-1 1 0,1-1 1,-1-1-1,1 0 0,15-7 0,58-37 46,-46 24-64,5-1-11,180-99-130,-215 120 161,-2 1-30,0 0 1,0 0-1,-1 0 1,2 1 0,-1 0-1,5-2 1,-8 3 7,0 0 0,0 0 0,1 0 0,-1 0 0,0 1 1,0-1-1,0 0 0,0 0 0,0 1 0,0-1 0,0 1 0,0-1 0,0 1 0,0-1 1,0 1-1,0 0 0,0-1 0,0 1 0,0 0 0,0 0 0,-1 0 0,1 0 0,0-1 0,-1 1 1,1 0-1,0 0 0,0 2 0,8 14 4,1-1-1,0-1 1,2 0 0,0 0 0,0-1 0,1 0-1,1-2 1,23 19 0,-24-23-27,-1 0 0,1 0-1,1-2 1,-1 1 0,1-2 0,0 1 0,1-2 0,-1 0-1,1-1 1,0 0 0,21 0 0,-27-2 18,0-1 0,0 0-1,1-1 1,-1 0 0,0 0 0,0-1 0,0 0 0,0-1 0,10-4-1,-14 4 12,0 0-1,0 0 1,0-1 0,0 0-1,-1 0 1,1 0-1,-1 0 1,0-1-1,0 1 1,-1-1-1,1 0 1,-1 0 0,0-1-1,0 1 1,2-8-1,0-2 25,0 1-1,-1-1 1,0-1-1,-1 1 1,-1 0-1,0-1 1,-2 1-1,1-1 1,-2 1 0,0-1-1,-6-25 1,1 16 45,-1 1 0,-1 0 0,-1 0 0,-1 1 0,-1 0 0,-20-30 0,8 20-17,-1 1 0,-2 2-1,-31-30 1,65 60-7990,6 0 4783,8 0-3658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5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0 7058,'0'0'17166,"-25"35"-16210,-80 120-180,86-125-499,2 1 0,-26 64 0,26-54-130,-4 8-13,-24 54 56,5 1 0,-34 132 0,71-218-240,0-1-1,1 1 1,0 25 0,3-43 33,-1 1 0,0-1 0,0 1 0,1-1 0,-1 1 0,0-1 1,1 0-1,-1 1 0,1-1 0,-1 0 0,0 1 0,1-1 0,-1 0 1,1 1-1,-1-1 0,1 0 0,-1 0 0,1 0 0,-1 0 0,1 1 1,-1-1-1,1 0 0,-1 0 0,1 0 0,-1 0 0,1 0 0,-1 0 1,1 0-1,-1 0 0,1-1 0,-1 1 0,1 0 0,-1 0 0,1 0 1,0-1-1,3 1-109,1-1 22,1 0 0,-1-1 0,0 1-1,0-1 1,1 0 0,-1 0-1,0-1 1,-1 0 0,1 0-1,0 0 1,-1 0 0,5-5 0,52-53-625,-49 47 580,1 1 104,-5 5 92,0-1 0,0 0 0,-1 0 0,0-1 0,-1 1 0,8-16 0,-14 25-25,0 0 1,0 0 0,0 0 0,0-1-1,0 1 1,0 0 0,0 0 0,0 0 0,1 0-1,-1 0 1,0 0 0,0 0 0,0 0-1,0 0 1,0 0 0,0 0 0,0 0-1,0 0 1,0-1 0,1 1 0,-1 0-1,0 0 1,0 0 0,0 0 0,0 0 0,0 0-1,0 0 1,0 0 0,0 0 0,1 0-1,-1 0 1,0 0 0,0 0 0,0 0-1,0 0 1,0 1 0,0-1 0,0 0 0,0 0-1,1 0 1,-1 0 0,0 0 0,0 0-1,0 0 1,0 0 0,0 0 0,0 0-1,0 0 1,0 0 0,0 0 0,0 1 0,0-1-1,0 0 1,1 0 0,-1 0 0,0 0-1,0 0 1,0 0 0,0 0 0,7 12 243,6 19-463,-13-29 267,6 12-132,0 0 0,11 18 0,-15-28-113,1 1 0,1-1 0,-1 0 0,1 0 1,-1 0-1,1 0 0,0-1 0,0 1 0,1-1 0,-1 0 1,6 2-1,3 1-998,1-2 0,0 0-1,0 0 1,0-2 0,17 2 0,21-2-5522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5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256 176 5601,'0'0'15492,"0"-19"-14578,0-104 1219,0 122-2087,0 0 0,0-1 1,0 1-1,-1 0 0,1 0 0,0 0 1,-1 0-1,1 0 0,-1 0 0,1-1 1,-1 1-1,1 0 0,-1 0 0,0 1 1,1-1-1,-1 0 0,0 0 0,0 0 1,0 0-1,1 1 0,-1-1 1,0 0-1,-2 0 0,0-1 32,-1 1 0,1-1 0,-1 1 0,1 0 0,-1 0 0,0 1 0,-6-1 0,1 1-13,1 0 1,0 0-1,-1 1 1,1 0-1,0 0 1,-14 5-1,13-2-64,0 1 0,0 0 1,1 1-1,0-1 0,0 2 0,1-1 0,-1 1 0,1 0 0,1 0 0,-1 1 0,2 0 0,-1 0 0,1 1 0,0-1 1,0 1-1,1 0 0,1 1 0,-1-1 0,1 0 0,1 1 0,0 0 0,0 0 0,1 0 0,0-1 0,1 1 1,1 12-1,-1-18-8,1-1 0,0 0 0,-1 1 1,1-1-1,0 0 0,1 0 0,-1 0 1,1 0-1,-1 0 0,1 0 0,0 0 1,0-1-1,0 1 0,0-1 0,1 1 1,-1-1-1,1 0 0,-1 0 0,1 0 0,0 0 1,0 0-1,0 0 0,6 1 0,-2 1 5,1-2-1,0 1 0,0-1 1,0 0-1,1-1 0,-1 0 0,0 0 1,16-1-1,-19-1-9,-1 0 0,0-1-1,1 1 1,-1-1 0,0 0 0,0 0 0,0 0 0,0-1-1,0 1 1,-1-1 0,1 0 0,-1 0 0,1 0 0,3-6-1,8-8-158,18-30 0,-29 41 145,3-4 0,-4 7 34,0-1-1,-1 1 0,1-1 1,-1 0-1,0 0 0,0 0 1,0 0-1,-1 0 0,0 0 0,2-5 1,-3 9 4,0 11-119,3 36 17,-3-28-70,1 0 0,1 0 0,0-1 0,1 1 0,1-1 1,11 31-1,-13-47-84,-1 1 0,1-1 1,0 0-1,0 0 1,0 1-1,0-1 1,0 0-1,0-1 1,0 1-1,1 0 1,-1 0-1,1-1 1,-1 0-1,1 1 0,-1-1 1,1 0-1,0 0 1,0-1-1,0 1 1,-1-1-1,1 1 1,0-1-1,0 0 1,3 0-1,1 0-424,0-1 0,1 1 0,-1-2 0,0 1 0,0-1 0,-1 0 0,1 0 0,0-1 0,6-3 0,34-26-8065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6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0 1880,'0'0'19819,"-18"31"-17868,-3 6-1434,-14 22 514,-31 77 1,28-55 162,-44 111 108,76-172-1300,0 0 1,1 0-1,1 1 0,1-1 1,0 1-1,2 0 0,2 35 1,-1-52-48,1-1 1,0 0-1,0 0 0,0 0 1,1 0-1,-1 0 1,1-1-1,-1 1 0,1 0 1,0-1-1,0 1 0,0-1 1,0 1-1,1-1 1,-1 0-1,1 0 0,-1 0 1,1 0-1,0-1 1,4 3-1,6 2-337,0 0-1,0-1 1,19 4 0,-4-3-669,0-1-1,1-2 1,-1-1 0,1-1-1,42-4 1,-31 1-1892,34-3-6243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6.4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12347,'0'0'6529,"193"0"-5321,-92 0-768,12 0-344,54 6-96,-31 6-1016,-23-9-5785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6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 7986,'0'0'18012,"-12"181"-17412,6-152-336,0 1-168,0-6-96,-2 0 0,2 2-376,0-2-753,6 3-863,0-9-2865,0-12-2985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6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13179,'0'0'12058,"-3"15"-12338,3 21-1432,0-3-2185,6-7-3152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7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0 5473,'0'0'18625,"-31"7"-16649,-99 25-571,112-28-1061,0 2 0,-21 9-1,34-12-262,-1 1-1,1-1 0,-1 1 0,1 0 0,0 0 0,-5 6 1,9-9-90,0 0 1,0 0 0,0 0-1,0 0 1,0 1 0,0-1-1,0 1 1,0-1 0,0 0-1,1 1 1,-1 0 0,1-1 0,-1 1-1,1-1 1,-1 1 0,1 0-1,0-1 1,0 1 0,0-1-1,0 1 1,0 0 0,0-1-1,1 1 1,-1 0 0,0-1 0,1 1-1,-1-1 1,1 1 0,0-1-1,-1 1 1,1-1 0,0 1-1,1 1 1,4 4-115,-1-1-1,1 0 1,1 0 0,-1 0-1,8 5 1,-1-1-99,-3-2 38,-1 1 1,1 0-1,-1 0 0,-1 1 0,8 12 0,-13-17 126,0 0 0,-1 0 0,1 0 0,-1 1-1,0-1 1,-1 1 0,1 0 0,-1-1 0,0 1-1,-1 0 1,1 0 0,-1 0 0,-1 8 0,0-9 74,-1-1 0,1 1 0,-1-1 0,0 0 0,0 0 0,0 0 0,0 0 0,-1-1 0,0 1 0,0 0 0,0-1 1,0 0-1,0 0 0,-1 0 0,1 0 0,-1 0 0,0-1 0,0 1 0,0-1 0,0 0 0,-6 2 0,-13 5 40,0-1 1,-36 9-1,58-17-61,-1 1-1025,3-4-2724,7-12-4734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7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499 0 7114,'0'0'19980,"-104"166"-18220,75-100-760,-1 5-448,-3 3-159,-2 10-249,-1-1-88,0 3-56,-2 0-288,-1-3-737,-9 15-663,13-21-2129,-1-29-3320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8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1 627 18780,'27'-8'3803,"439"-104"1769,-249 71-4811,149-31-133,-10-27-468,-325 88-228,0-2 1,-1-1-1,0-1 0,-1-2 1,-1-1-1,-1-1 1,0-1-1,39-40 1,-62 57 62,0-1 0,-1 1 1,1-1-1,-1 0 1,0 0-1,-1 0 1,1-1-1,-1 1 0,1 0 1,-1-1-1,0 0 1,-1 0-1,1 1 1,-1-1-1,0 0 1,0 0-1,-1 0 0,0-8 1,0 12 2,0 1 0,0-1-1,0 1 1,0-1 0,0 0 0,0 1 0,-1-1 0,1 1 0,0-1-1,0 1 1,-1-1 0,1 1 0,0 0 0,-1-1 0,1 1-1,0-1 1,-1 1 0,1 0 0,-1-1 0,1 1 0,0 0 0,-1-1-1,1 1 1,-1 0 0,1 0 0,-1-1 0,1 1 0,-1 0 0,1 0-1,-2 0 1,-12-2 18,1 0-1,-1 1 1,0 1 0,1 0-1,-1 1 1,0 1-1,1 0 1,-1 1-1,1 0 1,0 1 0,0 0-1,-22 11 1,-3 4 142,1 1-1,-64 48 1,49-28-59,2 2 0,2 2-1,2 2 1,2 3 0,-66 92-1,84-102-86,1 2 0,3 0 0,1 2 0,2 0 0,1 1-1,3 1 1,2 0 0,-12 77 0,21-48-79,5-73 53,1-1 0,0 1 0,0-1 0,0 0 0,0 0 0,0 0 0,0 0 0,0 0-1,0 0 1,-1 0 0,4-2 0,1 1-8,1-2 0,-1 1 0,0-1 0,1 0 0,-2 0 0,1 0 0,0-1 0,6-5-1,44-43-309,-21 19 196,90-83 202,-124 116 267,-1 189-1289,-1-185 715,1 0 1,1 0-1,-1 0 1,1 1 0,-1-1-1,1 0 1,0 0-1,1-1 1,-1 1-1,1 0 1,3 6-1,-4-8-130,1 0 0,0 0 0,-1 0 0,1-1-1,0 1 1,0 0 0,0-1 0,0 1 0,1-1-1,-1 0 1,0 1 0,3 0 0,22 3-6508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8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0 152 5705,'0'0'17012,"23"13"-16195,76 39-32,-89-47-717,0-1 1,0-1 0,0 0 0,1 0 0,0-1 0,-1 0-1,1-1 1,0 0 0,0-1 0,21-1 0,3-1-45,-32 2-21,0 0 0,1 0 0,-1 0 0,0 0 0,0-1 0,0 0 0,0 1 0,0-1 0,0 0 0,0-1 0,0 1 0,0 0 0,0-1 0,-1 0 0,1 0 0,0 1 0,-1-2 0,0 1 0,1 0 0,-1 0 0,0-1 0,0 1 0,0-1 0,0 1-1,1-5 1,0-1 3,0 0 0,-1 0 0,1 0 0,-2 0 0,1-1 0,-1 1 0,0-1 0,-1-12 0,-1 17 15,1 0 1,-1 0-1,1-1 1,-1 1-1,0 0 1,-1 0-1,1 0 1,-1 0-1,0 0 1,0 1-1,0-1 1,0 0 0,-1 1-1,1-1 1,-1 1-1,0 0 1,0 0-1,0 0 1,-1 1-1,1-1 1,-1 1-1,1-1 1,-1 1-1,0 0 1,0 0-1,-5-1 1,-3-1 273,0 0 1,0 1-1,0 0 0,0 1 1,0 0-1,-1 1 0,1 1 1,-14 1-1,20-1-202,1 1-1,0 1 1,0-1-1,0 1 1,0 0-1,0 0 1,0 1-1,0-1 1,1 1-1,-1 0 1,1 0-1,0 1 1,0-1-1,0 1 1,0 0 0,1 0-1,-1 0 1,1 0-1,0 1 1,1-1-1,-1 1 1,1 0-1,0 0 1,-2 6-1,1-4-58,1 0-1,0 0 0,0 0 0,0 0 0,1 1 1,1-1-1,-1 0 0,1 1 0,0-1 1,1 0-1,-1 0 0,2 1 0,-1-1 0,1 0 1,0 0-1,0 0 0,6 12 0,-2-11-48,0 0 0,0 0 0,0-1-1,1 0 1,0 0 0,0 0 0,1-1-1,0 0 1,0-1 0,1 1 0,-1-2 0,1 1-1,0-1 1,0-1 0,1 1 0,15 2-1,9 1-824,1-2 0,0-2 0,43-1 0,-72-1 595,79-1-5267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9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524 0 8906,'0'0'15587,"-155"66"-13706,96 11-465,-1 18-480,1 15-192,8 6-304,7-3-232,11-9-128,7-15-80,5-15 0,9-18-288,9-17-672,3-24-904,21-12-2161,-1-3-2777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9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3369,'0'0'14963,"31"-13"-12383,101-36-104,-124 46-2274,0 0 0,1 1 0,-1 0 0,0 1 0,1-1 0,-1 2 0,1-1 0,-1 1 1,1 1-1,-1-1 0,1 1 0,-1 1 0,0 0 0,0 0 0,1 0 0,-1 1 0,10 5 0,-15-5-160,1 0-1,-1 0 1,1 0-1,-1 0 1,0 0-1,0 1 1,0-1-1,-1 1 1,1 0-1,-1 0 1,0 0-1,0 0 1,-1 0-1,1 0 1,-1 1-1,0-1 1,0 0-1,0 1 1,0-1-1,-1 1 1,0-1-1,0 1 1,0-1-1,0 1 1,-1-1-1,0 1 1,0-1-1,-2 7 1,0-5-2,1 0 1,-1 0 0,-1-1 0,1 1-1,-1-1 1,0 0 0,0 0 0,0 0-1,-1-1 1,1 0 0,-1 1 0,0-2-1,-1 1 1,1 0 0,-1-1-1,1 0 1,-13 4 0,-3 2 107,-1-2 1,1 0-1,-40 6 1,50-11-146,1 0-32,1 0 0,-1 0 1,1-1-1,-1-1 0,0 0 0,1 0 1,-17-3-1,29-3-994,13-5-2153,-1 0 0,24-11-1,8-5-7718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09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33 220 13883,'0'0'16058,"-5"18"-15562,-17 56-161,16-56-82,6-22-70,1-3-168,0 1 0,1 0 0,-1 0 0,1 0 0,0 0 0,1 1 0,-1-1 1,1 0-1,0 1 0,1 0 0,-1 0 0,1 0 0,8-9 0,11-9-40,34-29 0,-43 41 21,6-6-364,1 2-1,0 0 0,1 2 0,1 0 0,28-11 0,6 2-3626,3 4-3608,-14 3-3630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0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241 615 2657,'0'0'25092,"-27"11"-23317,-82 37-607,102-45-1069,1 0-1,-1 0 1,1 1 0,0 0 0,0 1 0,0-1-1,1 1 1,0 0 0,0 0 0,-8 11-1,11-13-88,0 0 1,1 0-1,-1 1 0,1-1 0,0 1 0,0-1 0,0 1 0,0 0 0,1-1 0,-1 1 0,1 0 0,0-1 0,0 1 0,0 0 0,1 0 0,0 4 1,0-5-16,0-1 1,0 1-1,1-1 1,-1 0-1,0 1 1,1-1-1,-1 0 1,1 0-1,0 0 1,0 0-1,0 0 1,0-1-1,0 1 1,0 0-1,0-1 1,1 0-1,-1 1 1,0-1-1,1 0 1,-1 0 0,1 0-1,0-1 1,-1 1-1,5 0 1,8 1-58,0 0 1,0-1-1,15 0 1,-28-1 50,8 0-107,-1 0 0,1-1 0,0 0 0,0-1-1,0 0 1,0 0 0,-1-1 0,12-5 0,-17 6 71,0 0 1,-1 0 0,1 0 0,-1-1-1,1 0 1,-1 1 0,0-1 0,0-1-1,0 1 1,0 0 0,-1-1-1,1 1 1,-1-1 0,0 0 0,0 1-1,-1-1 1,1 0 0,-1-1-1,1 1 1,-1 0 0,0-7 0,0 9 41,0-1 1,-1 1 0,0-1 0,1 0 0,-1 1-1,0-1 1,0 1 0,-1-1 0,1 0 0,-1 1-1,1-1 1,-1 1 0,0-1 0,0 1 0,0 0-1,0-1 1,0 1 0,0 0 0,-1-1 0,1 1-1,-1 0 1,0 0 0,1 0 0,-1 1 0,-3-3-1,-1 0 7,-1 1 0,0 0 0,0 0 0,0 1 0,-1 0 0,1 0 0,-15-1 0,-30-3-103,-89 2 1,122 4-108,16 0-915,10 0-740,7 0 1341,367-16-14848,-325 8 12438,77-21 0,-87 15 2073,-1-1 1,54-28-1,-53 19 774,0-2 0,-2-1 1,-1-3-1,41-37 0,-58 44 1072,-2-2 0,36-44 0,-46 49 1130,-1-1-1,0 0 1,-1 0 0,12-33-1,-21 45-1125,0 0 0,-1-1 0,1 1 0,-2-1 0,0 1-1,1-14 1,-3 22-831,1 0 0,0 0 0,0 0-1,-1 0 1,1 0 0,-1 0 0,1 0-1,-1 1 1,1-1 0,-1 0 0,0 0-1,1 0 1,-1 1 0,0-1 0,1 1 0,-1-1-1,0 0 1,0 1 0,0-1 0,1 1-1,-1 0 1,0-1 0,0 1 0,0 0-1,0-1 1,0 1 0,0 0 0,0 0-1,0 0 1,0 0 0,0 0 0,0 0 0,0 0-1,0 0 1,-2 1 0,-40 5 1020,29-1-907,0 0-1,0 1 1,1 1-1,0 0 0,0 1 1,-19 14-1,-68 66 931,96-84-1152,-43 41 53,3 3 1,1 2-1,3 2 0,1 1 1,4 2-1,1 1 0,4 2 1,-39 99-1,65-147-104,1-1 0,1 1 0,-1-1 0,1 1 0,1 0 0,0 10 0,1-19 0,1-1 0,-1 1 0,1 0 0,0-1 0,0 1 0,-1-1 0,1 0 0,0 1 0,0-1 0,0 0 0,-1 1 0,1-1 0,0 0 0,0 0 0,0 0 0,0 1 0,0-1 0,0 0 0,-1 0 0,1-1 0,0 1 0,0 0 0,0 0 0,1-1 0,3 1 0,10-1-27,1 0 1,-1-1-1,0-1 1,30-9-1,61-29-594,-10 4-175,-74 30 542,0 0 0,1 2 0,-1 1-1,1 0 1,33 0 0,-55 4 251,0 0 0,0 0 0,0 0 0,0 0 0,0 1 0,0-1 1,1 0-1,-1 0 0,0 1 0,0-1 0,0 0 0,0 1 0,0-1 1,0 1-1,0 0 0,0-1 0,0 1 0,-1 0 0,1-1 0,0 1 1,0 0-1,0 0 0,-1 0 0,1 0 0,0 0 0,-1 0 0,1 0 0,-1 0 1,1 0-1,-1 0 0,0 0 0,1 0 0,-1 0 0,0 0 0,0 0 1,0 1-1,0-1 0,0 0 0,0 0 0,0 0 0,0 2 0,-1 3 12,0-1 0,0 1 0,-1-1 0,1 1 0,-1-1 0,0 1-1,-5 7 1,-1 0 68,-1-1-1,0-1 1,0 1 0,-1-1-1,-1-1 1,0 0-1,0 0 1,-1-1-1,-1-1 1,1 0 0,-1 0-1,0-2 1,-1 1-1,0-2 1,1 0-1,-2 0 1,1-2-1,-1 1 1,1-2 0,-1 0-1,-17 0 1,31-2-133,1 0 1,0 0 0,0 0 0,-1 1 0,1-1-1,0 0 1,-1 0 0,1 0 0,0 0-1,-1 0 1,1 0 0,0 0 0,-1 0-1,1 0 1,0 0 0,-1 0 0,1 0-1,0 0 1,-1-1 0,1 1 0,0 0 0,-1 0-1,1 0 1,0 0 0,-1 0 0,1-1-1,0 1 1,0 0 0,-1 0 0,1-1-1,0 1 1,0 0 0,0 0 0,-1-1-1,1 1 1,0 0 0,0-1 0,0 1 0,0 0-1,0-1 1,-1 1 0,13-13-2188,28-10-2900,8 2-1875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0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375 60 392,'0'0'27801,"-1"-10"-26390,1 4-1123,-3-22 445,3 27-690,0 0 0,-1 0 0,1 0 0,-1 0 0,0 1 0,1-1 0,-1 0 1,0 0-1,1 0 0,-1 1 0,0-1 0,0 0 0,0 1 0,0-1 0,0 0 0,0 1 1,0-1-1,0 1 0,0 0 0,0-1 0,0 1 0,0 0 0,0 0 0,0-1 0,0 1 0,0 0 1,0 0-1,-1 0 0,-24 1 148,1 0 0,-1 1 0,1 2 0,-39 9 0,52-9-197,-1 0 1,1 1-1,0 1 0,0 0 0,0 0 1,1 1-1,0 1 0,0 0 1,1 0-1,-16 17 0,21-19 8,0 1 0,1-1 0,0 1 0,0 0 0,1 0 0,0 1 0,-3 9-1,5-13-3,0-1-1,1 0 0,-1 0 1,1 1-1,0-1 0,0 0 1,0 1-1,0-1 0,1 5 0,-1-7-4,1 0 0,-1 1-1,1-1 1,-1 0 0,1 0 0,0 1-1,-1-1 1,1 0 0,0 0-1,0 0 1,0 0 0,0 0-1,0 0 1,0 0 0,0 0-1,0 0 1,0 0 0,0-1-1,1 1 1,-1 0 0,0-1-1,2 1 1,10 2-114,0 0 0,0-1-1,0-1 1,1 0 0,-1 0 0,0-2 0,0 1 0,1-2-1,-1 0 1,0 0 0,0-2 0,-1 1 0,1-1-1,16-9 1,-22 9 124,0-1-1,0-1 0,-1 1 0,0-1 1,0 0-1,0 0 0,-1-1 1,0 0-1,0 0 0,0 0 1,-1 0-1,0-1 0,-1 0 0,0 0 1,0 0-1,-1 0 0,2-9 1,-4 16 18,0 1 1,0-1 0,1 1 0,-1-1 0,0 0 0,0 1 0,0-1 0,1 0 0,-1 1-1,0-1 1,1 1 0,-1-1 0,0 1 0,1-1 0,-1 1 0,1-1 0,-1 1-1,1-1 1,-1 1 0,1-1 0,0 0 0,7 8 59,3 23-168,-11-30 89,3 9-320,0 1 0,0-1 0,1 0 0,0 0 0,0 0 0,1 0 0,7 10 0,-9-16-251,0 0 1,0 0-1,0 0 1,1-1 0,-1 1-1,1-1 1,5 4-1,-3-4-625,0 0-1,-1 0 1,1 0-1,0-1 0,0 1 1,7-1-1,15 0-9950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1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493 1 18652,'0'0'7023,"-26"36"-4544,-1 1-1863,-6 8 69,2 1 0,2 2 0,-30 65-1,-23 84 586,47-106-1274,-4-1 0,-89 149 0,128-239 4,0 0 0,0 0 0,0 0 0,0 0 0,0 0 0,0 0 0,0 0 0,0-1 0,0 1 0,0 0 0,-1 0 0,1 0 0,0 0 0,0 0 0,0 0 0,0 0 0,0 0 0,0 0 0,0 0 0,0 0 0,0 0 0,0 0 0,0 0 0,0 0 0,0 0 0,0 0 0,0 0 0,-1 0 0,1 0 0,0-1 0,0 1 0,0 0 0,0 0 0,0 0 0,0 0 0,0 0 0,0 0 0,0 0 0,0 1 0,0-1 0,-1 0 0,1 0 0,0 0 0,0 0 0,0 0 0,0 0 0,0 0 0,0 0 0,0 0 0,0 0 0,1-10 0,4-3-22,1 1 0,0-1 0,0 1-1,1 1 1,1-1 0,0 2 0,0-1 0,1 1 0,11-10 0,3-1-317,0 0 1,2 2-1,26-16 1,-40 28 212,0 0 0,0 1 0,1 1 0,0-1 0,0 2 0,0 0 0,1 0 0,-1 1 0,1 1 0,0 0 0,22 0 0,-33 2 123,0 0 0,0 0-1,0 0 1,0 0 0,0 1 0,0-1 0,0 1 0,0 0 0,0-1 0,0 1 0,0 0 0,0 0 0,0 0 0,0 0-1,0 0 1,-1 1 0,1-1 0,-1 1 0,1-1 0,-1 1 0,3 2 0,-2-1 4,-1 1 0,1-1 1,-1 1-1,1 0 0,-1-1 0,0 1 1,0 0-1,-1 0 0,1-1 0,-1 1 0,0 5 1,0-1 36,-1 0 0,0 0 1,0 0-1,0 0 0,-1 0 1,0-1-1,-1 1 0,0-1 1,0 1-1,-1-1 0,-6 10 0,-1-4 99,-2 0 0,0 0 0,0-1 0,-1-1 0,0 0 0,-1-1-1,0-1 1,-1 0 0,-27 10 0,21-10-54,0-2 1,-1 0-1,0-2 1,-1 0-1,1-2 0,-43 2 1,64-5-160,-3 0-145,9-8-789,5-1-382,1 0 0,0 0 0,1 1 0,17-10 0,21-13-5656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1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2865,'0'0'28046,"-77"163"-27262,71-142-376,3-3-208,0-9-152,3-3-48,0-3-304,0-30-11891,0-3-135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1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72 10578,'0'0'18780,"-18"-33"-18780,33 33-288,9 0-864,20-6-1473,-5-5-2624,-1-10-3209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2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574 0 15459,'0'0'8050,"-28"35"-4780,-3 4-2411,-139 192 2640,100-121-3091,5 3-1,4 3 1,-50 138-1,103-232-407,1 0 0,0 1 0,2-1 0,1 1 0,1 1 0,1-1 0,0 0 0,3 27 0,0-48 0,-1 0 0,1 0 0,0 0 1,0 0-1,0-1 0,0 1 0,0 0 0,0 0 0,0-1 1,1 1-1,-1 0 0,1-1 0,-1 0 0,1 1 0,0-1 1,-1 0-1,1 0 0,0 0 0,0 0 0,0 0 0,-1 0 0,1 0 1,0-1-1,0 1 0,0-1 0,1 1 0,-1-1 0,0 0 1,0 0-1,3 0 0,4 1-9,0-1 0,0 0 0,0-1 0,0 0-1,0 0 1,11-3 0,-4-3-231,0 0-1,0 0 1,0-2 0,-1 0-1,-1 0 1,0-2-1,0 0 1,-1 0-1,0-1 1,-1-1 0,0 0-1,-1-1 1,16-25-1,-26 37 309,0 0-1,0 0 0,0 0 0,0 0 1,0 0-1,1 0 0,-1 1 0,1-1 1,-1 1-1,1-1 0,-1 1 0,1-1 1,0 1-1,0 0 0,3-2 0,-4 3 15,1 0-1,-1 0 0,1 0 0,-1 1 1,1-1-1,-1 0 0,1 0 0,-1 1 1,0-1-1,1 1 0,-1 0 0,0-1 1,1 1-1,-1 0 0,0 0 0,0 0 1,1 0-1,-1 0 0,0 0 0,0 0 1,0 0-1,0 0 0,1 3 0,4 2-6,6 11-88,1-2 0,1 1 0,0-2 0,1 0 0,1-1 0,0 0 0,31 17 0,-41-27-508,0-1 1,-1-1 0,1 1-1,0-1 1,0 0-1,0 0 1,0-1-1,0 0 1,11-1-1,2 1-2783,9 0-4483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2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9 17364,'0'0'13971,"-12"-9"-13971,12 12-208,18 9-881,23-9-1135,1 0-3105,2-3-6338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2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0 16780,'0'0'9968,"-16"26"-6974,-1 1-2180,-6 9-77,2 1 0,-27 61 0,4 23-732,-37 166 0,8-22-122,71-260-179,0 1-1,1-1 0,-2-1 1,1 1-1,-1 0 1,1 0-1,-7 6 0,9-10 109,-1-1 1,1 1-1,-1-1 0,1 0 0,-1 1 0,1-1 1,-1 0-1,1 1 0,-1-1 0,1 0 0,-1 1 0,0-1 1,1 0-1,-1 0 0,0 0 0,1 0 0,-1 1 0,1-1 1,-1 0-1,0 0 0,1 0 0,-1 0 0,0-1 1,-1 1-1,1-1-352,0 0 1,-1 0-1,1 0 0,0 0 1,0 0-1,0 0 1,-1 0-1,1 0 1,0-1-1,1 1 1,-1 0-1,0-1 1,0 1-1,-1-3 0,-10-30-14838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2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1536,'0'0'30711,"128"23"-30479,-102-5-176,-2 3-56,3 0-208,0 0-648,11 5-953,-8-2-2616,-6-15-3624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2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15955,'0'0'16252,"53"95"-16132,-38-77-112,0-1-8,-3-2-120,3-3-320,2-6-784,4 0-601,6-6-2192,9 0-2536,-7-24-3753,-2-6 4184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3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1444 0 1688,'0'0'23707,"-18"12"-21788,4-3-1687,0 1 0,0 0 0,1 1 1,1 1-1,-1 0 0,2 1 0,0 0 0,0 0 0,2 2 1,-11 18-1,-36 76 268,5 2 1,6 3 0,-50 184 0,60-147-374,7 2 1,-13 216 0,39-330-130,-3 1 1,-9 42-1,11-71 10,1 0 0,-1-1 0,-1 0 0,0 1 0,-1-1 0,0-1 0,0 1 0,-1-1 0,0 0-1,-1 0 1,0-1 0,-8 9 0,11-14 6,0 0 0,0-1 1,-1 1-1,1-1 0,-1 0 0,1 0 0,-1 0 0,1-1 0,-1 0 0,0 0 1,0 0-1,0 0 0,0-1 0,0 0 0,0 0 0,1 0 0,-1-1 0,0 1 1,0-1-1,0 0 0,0-1 0,-4-1 0,-6-3 1,0 0 0,1-1 0,0-1 0,0 0 0,-19-15 0,-21-18-20,-252-179-45,255 188-150,22 15-534,1-2 0,0 0 0,2-2 0,-35-33 0,56 48-588,0 0 0,0 0 1,0-1-1,-4-9 0,-1-20-12229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4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149 146 1408,'0'0'4809,"-3"-20"-4115,-11-63 566,14 79-711,-1 0 0,0 0 0,1 0 1,-1 0-1,-1 0 0,1 0 0,-3-6 0,3 10-281,1-1 0,-1 1 0,1-1 0,-1 1 0,1 0 0,-1-1 0,1 1 0,-1 0 0,0 0 0,1 0 0,-1-1 0,1 1 0,-1 0 0,0 0 0,1 0 0,-1 0-1,1 0 1,-1 0 0,0 0 0,1 0 0,-1 0 0,0 0 0,1 0 0,-1 0 0,0 1 0,-12 0 2850,-11 44 1025,20-39-4094,-1 0 0,1 1 0,1-1 0,-1 1 0,1 0 0,1 0 0,-1 0-1,1 0 1,0 0 0,-1 9 0,1 6-87,0 46 1,3-42 99,-1-25-54,0 0 1,0 1 0,0-1-1,0 0 1,0 1 0,1-1 0,-1 0-1,0 0 1,1 0 0,-1 1-1,1-1 1,0 0 0,-1 0 0,1 0-1,0 0 1,0 0 0,0 0-1,-1 0 1,1 0 0,0 0 0,0-1-1,0 1 1,1 0 0,-1 0-1,0-1 1,0 1 0,0-1 0,0 1-1,1-1 1,-1 0 0,2 1-1,4 0 34,1 0 0,-1 0-1,1-1 1,10 0-1,-5-1 23,-12 1-59,1 0 0,0-1 0,-1 0 0,1 1 0,0-1 1,-1 0-1,1 0 0,-1 0 0,1 0 0,-1 0 0,0 0 0,1 0 0,-1-1 0,0 1 0,0 0 0,0-1 0,0 1 0,0-1 0,0 1 0,0-1 0,-1 1 0,1-1 0,0 0 0,-1 1 0,0-1 0,1 0 0,-1-2 1,3-6 1,-2 1 1,1-1 0,-1-17-1,0 20 25,-1 0 1,0-1-1,-1 1 0,0 0 0,0 0 0,-3-12 0,2 16 2,1 1 1,-1-1-1,0 1 0,0-1 0,0 1 0,0 0 0,0-1 0,0 1 0,0 0 1,-1 0-1,1 1 0,-1-1 0,0 0 0,1 1 0,-1 0 0,0-1 1,0 1-1,-4-1 0,-4-1 46,-1 1 1,1 0-1,-1 1 1,0 0-1,-17 0 1,29 1-94,-1 0 1,1 0 0,0 0-1,-1 0 1,1 0 0,-1 0 0,1 0-1,-1 0 1,1 0 0,-1 0-1,1 0 1,0 0 0,-1 0-1,1 0 1,-1 0 0,1 0 0,0 1-1,-1-1 1,1 0 0,-1 0-1,1 0 1,0 1 0,-1-1 0,1 0-1,0 0 1,-1 1 0,1-1-1,0 0 1,-1 1 0,1-1-1,0 0 1,0 1 0,-1-1 0,1 1-1,0-1 1,0 0 0,0 1-1,0-1 1,0 1 0,-1-1 0,1 1-1,0-1 1,0 0 0,0 1-1,0-1 1,0 1 0,0-1-1,0 1 1,1-1 0,-1 0 0,0 1-1,0-1 1,0 1 0,0-1-1,0 0 1,1 1 0,-1 0 0,1 0-143,0 1 0,0 0-1,1-1 1,-1 1 0,0-1 0,1 0 0,-1 1 0,0-1 0,1 0 0,0 0 0,-1 0 0,1 0 0,3 2 0,34 6-4238,8-3-2563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4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1491 393 14779,'0'0'4258,"-10"-37"-1716,-37-124-229,15 71-451,28 80-1526,-1 1 0,-1 0-1,1 0 1,-11-13 0,12 18-257,0 0 1,0 0-1,-1 0 1,1 1-1,-1 0 1,1-1-1,-1 1 1,0 1-1,0-1 1,-1 1-1,1 0 1,0 0-1,-1 0 1,1 1-1,-1 0 1,0 0-1,1 1 1,-1-1-1,0 1 1,1 0-1,-8 1 1,0 1-44,1 1 1,-1 0 0,1 0-1,0 1 1,0 1 0,0 0-1,0 1 1,-17 11 0,-11 12 39,2 1 0,1 2 0,1 2 1,-41 50-1,-50 68 45,8 6-1,6 5 1,-170 328 0,230-383 233,-70 209 1,104-253-1140,3 1 0,2 0-1,4 1 1,-5 121 0,24-249-7574,-7 49 6275,8-44-9343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4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15067,'0'0'7778,"157"-6"-6514,-80 6-832,4 0-432,35 0-656,-21 0-3729,-3-6-7577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5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1295 334 17596,'0'0'4022,"4"-28"-1851,2-6-1502,0-4 483,-2 0 0,0-53 0,-4 86-995,0-1 0,0 1 0,0 0 0,-1 0 0,0-1 0,0 1 0,-1 0 0,1 0 0,-1 0 0,-4-7-1,4 9-107,0 0 0,0 1 0,0-1 0,0 1 0,-1 0 0,0-1-1,1 1 1,-1 0 0,0 1 0,0-1 0,0 0 0,0 1 0,0 0-1,0-1 1,-1 1 0,1 1 0,-5-2 0,-6-1-23,0 1 0,0 1 0,-1 0 0,1 1 0,0 1 0,-1 0-1,1 0 1,-28 8 0,22-3 16,0 2 0,1 0 0,-1 0 0,2 2-1,-27 18 1,5 1 15,2 3-1,1 1 1,2 2-1,-48 60 1,3 8-83,-115 195 0,-22 134-42,121-181 12,56-113 33,-25 75-1025,65-213 985,0-1 0,0 1 1,0 0-1,-1 0 1,1-1-1,0 1 0,0 0 1,0 0-1,0-1 0,0 1 1,-1 0-1,1 0 1,0 0-1,0 0 0,0-1 1,-1 1-1,1 0 0,0 0 1,0 0-1,0 0 0,-1 0 1,1-1-1,0 1 1,0 0-1,-1 0 0,1 0 1,0 0-1,0 0 0,-1 0 1,1 0-1,0 0 1,0 0-1,-1 0 0,1 0 1,0 0-1,0 0 0,-1 0 1,1 0-1,0 0 0,0 1 1,-1-1-1,1 0 1,0 0-1,0 0 0,-1 0 1,1 0-1,0 1 0,0-1 1,0 0-1,-1 0 0,1 0 1,0 1-1,0-1 1,0 0-1,0 0 0,0 0 1,0 1-1,-1-1 0,-5-25-3317,6 23 2931,-9-38-6807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5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5553,'0'0'15908,"37"-14"-13300,122-43-314,-140 51-1869,1 1 1,0 0-1,0 1 1,40-1-1,-27 3-96,169-7 1297,-201 9-1495,-3 29 113,-1 1 0,-1-1 0,-11 38 0,8-39-318,1 1 0,1-1-1,-1 39 1,5-60-83,1-6 102,0 0 0,-1 0 0,1 0 0,0 0 0,0 0 0,0 0 0,-1 0 0,1 0-1,0 1 1,0-1 0,1 0 0,-1 0 0,0 0 0,0 0 0,0 0 0,1 0 0,-1 0 0,1 0-1,-1 0 1,1 0 0,-1 0 0,1 0 0,-1 0 0,1 0 0,0 0 0,0 0 0,-1-1 0,1 1-1,0 0 1,1 1 0,9-1-877,0-1-1,-1 1 1,1-2-1,0 1 1,-1-1-1,1-1 1,17-5-1,-16 2-2040,0-1 0,18-11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5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8314,'0'0'19980,"36"77"-20612,-9-29-2185,-3-7-3792,-4-11-7306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6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2881,'0'0'25890,"5"10"-24396,4 14-685,0 0-1,9 47 1,-18-70-815,0 0 0,0-1 1,1 1-1,-1-1 0,0 1 0,0-1 1,0 1-1,1-1 0,-1 1 1,0-1-1,0 1 0,1-1 0,-1 0 1,1 1-1,-1-1 0,0 1 0,1-1 1,-1 0-1,1 1 0,-1-1 0,1 0 1,-1 1-1,1-1 0,-1 0 0,1 0 1,-1 0-1,1 1 0,-1-1 0,1 0 1,0 0-1,21-4-235,17-15-198,241-140-794,-279 163 1455,0 0 1,0 0 0,0 0-1,-1 0 1,1 0 0,-1 1-1,0-1 1,-1 8 0,1-7-60,0-1-192,0-1-1,1 0 1,-1 1-1,1-1 1,0 0-1,0 1 1,0-1-1,0 0 1,0 0-1,1 0 1,0 0 0,-1 0-1,1 0 1,0 0-1,0-1 1,1 1-1,-1-1 1,1 1-1,-1-1 1,1 0-1,0 0 1,-1 0 0,7 3-1,1-1-695,0 1 0,0-1 0,1-1 0,-1 0 0,1-1 0,12 2-1,19-2-6454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6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12915,'0'0'19852,"-44"71"-19852,44-53 0,3 0-376,12 6-1280,-3-9-2057,-4-12-3649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6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8978,'0'0'14627,"77"14"-17388,-35 7-3216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7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405 735 1672,'0'0'20255,"-32"-2"-17033,-110-4-398,85 4-1438,31 1-306,0 0 0,-44 5 0,68-3-1077,0-1 0,1 0 0,-1 0 0,0 1 0,0-1 0,1 1 0,-1-1 0,0 1 0,1 0 0,-1 0 0,1 0 0,-1 0 1,1 0-1,-1 0 0,1 0 0,0 0 0,0 0 0,-1 1 0,1-1 0,0 0 0,0 1 0,0-1 0,0 1 0,1 0 0,-1-1 0,0 1 0,1-1 0,-1 1 0,1 0 0,-1 0 0,1-1 0,0 1 0,0 0 0,0 0 0,0-1 0,0 1 0,0 0 1,0 0-1,1-1 0,-1 1 0,0 0 0,1 0 0,1 2 0,0 4-38,1-1-1,0 0 1,1 1 0,-1-1 0,1 0 0,1 0 0,-1-1-1,8 8 1,80 70-970,-64-61 82,-1 2 0,-1 0 0,33 42 0,-57-65 831,-1 0-1,1 0 0,-1 0 0,1 1 1,-1-1-1,0 0 0,0 0 0,0 1 1,0-1-1,0 0 0,-1 1 0,1-1 1,-1 1-1,1-1 0,-1 1 0,0-1 1,0 1-1,0 0 0,0-1 0,-1 1 1,0 3-1,0-4 73,-1 0 0,1 0 1,-1 0-1,0 0 0,0 0 1,0-1-1,0 1 0,0 0 1,0-1-1,0 0 0,0 0 1,0 1-1,-1-1 0,1 0 0,0-1 1,-1 1-1,1 0 0,-1-1 1,1 1-1,-6-1 0,-51 6 1135,-84-4 0,91-2-332,57-1-807,-1 0 0,0 1 0,0-1 0,0-1 0,0 1 0,1-1 0,-2 1 0,1-1 0,0 0 0,6-5 0,5-2-133,127-77-4398,196-157 1,-274 194 3306,459-368-13822,-447 347 14751,-7-2 5068,-49 50-2011,-2-2 0,0 0-1,-2 0 1,16-33-1,-30 53-2036,0 0 0,0 0 0,-1-1-1,1 1 1,-1-1 0,0 1 0,-1-1-1,1-8 1,0 12-652,-1 1 1,0 0-1,0 0 1,0-1-1,0 1 1,0 0-1,0 0 0,-1 0 1,1-1-1,0 1 1,0 0-1,0 0 0,0-1 1,0 1-1,0 0 1,0 0-1,0 0 0,0-1 1,-1 1-1,1 0 1,0 0-1,0 0 1,0 0-1,0-1 0,-1 1 1,1 0-1,0 0 1,0 0-1,0 0 0,-1 0 1,1 0-1,0 0 1,0-1-1,0 1 0,-1 0 1,1 0-1,0 0 1,0 0-1,-1 0 0,1 0 1,0 0-1,0 0 1,-1 0-1,1 0 1,0 0-1,0 0 0,0 1 1,-1-1-1,1 0 1,0 0-1,0 0 0,-1 0 1,-3 1 316,0-1-262,-1 1 1,1 1 0,0-1-1,-1 0 1,1 1-1,0 0 1,0 0 0,0 0-1,1 1 1,-1-1 0,0 1-1,-3 3 1,-42 45 557,35-35-446,-69 86 13,4 2 1,-101 180 0,64-63-228,104-194-6,1 0 0,2 1 0,1 0 0,1 1 1,2 0-1,-4 42 0,9-70-9,0 1 0,0 0-1,0-1 1,0 1 0,0 0 0,0-1 0,0 1 0,0 0 0,0-1 0,1 1 0,-1 0 0,1-1 0,-1 1 0,1-1 0,0 1 0,0-1-1,-1 1 1,1-1 0,0 0 0,0 1 0,1-1 0,-1 0 0,0 0 0,0 0 0,3 2 0,0-2-41,0 0 1,0 1-1,0-2 1,0 1-1,1-1 1,-1 1-1,0-1 1,6-1-1,-3 1 3,10-1-160,-1 0 0,0-2 0,0 0 0,0-1 0,0 0 0,-1-2 0,1 1 0,-1-2-1,21-12 1,-7 1-18,0-1-1,-2-1 0,40-38 0,-31 19 249,-30 27 3890,-6 28-3955,2-1-1,0 1 1,1 0-1,1 0 1,1-1-1,0 0 1,0 0 0,2 0-1,0-1 1,9 15-1,-14-25-159,1-1-1,0 1 1,0-1 0,0 0-1,0 0 1,0 0 0,0 0-1,1 0 1,0-1-1,-1 1 1,1-1 0,6 2-1,32 7-4859,-7-10-2173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4137,'0'0'28630,"-24"15"-28630,24-3 0,0 0 0,0-7 0,0 1-248,6-6-1744,9 0-2353,3-17-4913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7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1 544,'0'0'30399,"-12"18"-30255,6-7-144,4 1-408,-1 0-665,3 9-1143,0-3-2561,0-6-4865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8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16363,'0'0'13730,"-3"25"-13458,3-23-271,0-1-1,0 1 0,0 0 1,1 0-1,-1 0 0,1-1 1,-1 1-1,1 0 1,-1-1-1,1 1 0,0 0 1,0-1-1,0 1 0,0-1 1,0 1-1,0-1 1,0 1-1,1-1 0,-1 0 1,3 2-1,-1-1-34,1 0 0,-1 0 0,1 0 0,-1-1 0,1 0 0,0 0 0,0 0 1,-1 0-1,8 0 0,-3 0-97,1-1 0,0 0 0,0 0 1,-1-1-1,1-1 0,0 1 0,-1-1 1,14-5-1,-12 2 37,0 0-1,0 0 1,0-1 0,0-1 0,14-12 1490,-23 20-1343,1-1-1,-1 1 1,1-1 0,-1 1-1,1-1 1,-1 1-1,0 0 1,1 0-1,-1-1 1,0 1 0,2 2-1,9 10-180,0-2 0,0 1 0,1-2 1,1 1-1,0-2 0,0 0 0,1-1 0,20 9 0,-4-5-1564,0-2-1,1-1 1,37 6 0,1-4-4654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8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755 60 1672,'0'0'25863,"-21"-11"-24777,-65-34-391,84 44-681,1 1 0,0-1 0,-1 1 0,1-1 0,-1 1 1,1 0-1,-1-1 0,1 1 0,-1 0 0,1 0 1,-1 0-1,1 0 0,-1 1 0,1-1 0,-1 0 0,1 0 1,-1 1-1,1-1 0,-1 1 0,1 0 0,0-1 0,-1 1 1,1 0-1,0 0 0,0-1 0,-1 1 0,1 0 1,0 0-1,0 1 0,-1 0 0,-1 2 5,1 0 0,0 0-1,0 0 1,1 1 0,-1-1 0,-1 9-1,1-7-8,0 3-13,0 1 0,1 0 0,0-1 0,0 16 0,1-23-11,0 0 0,0 1 0,0-1 0,0 0 0,0 1 0,1-1 0,-1 1 0,1-1-1,-1 0 1,1 0 0,0 1 0,0-1 0,0 0 0,0 0 0,0 0 0,1 0 0,-1 0 0,1 0-1,-1 0 1,1-1 0,0 1 0,3 2 0,8-1-31,0 0 1,1-1 0,-1 0-1,1-1 1,-1-1-1,1 0 1,-1-1-1,1 0 1,-1-1-1,15-4 1,2-4-122,-1-2 0,0-1 1,-1-1-1,0-2 1,-1 0-1,40-33 1,-62 45 170,-2 3 4,-1-1 1,0 1 0,0-1-1,0 1 1,0-1 0,0 0 0,0 0-1,0 0 1,0 0 0,-1-1-1,1 1 1,-1 0 0,0-1 0,2-4-1,-9 7 563,2 0-546,1 1-1,-1 0 1,0 1-1,1-1 1,0 0-1,-1 1 0,1 0 1,0 0-1,0 0 1,0 0-1,0 1 0,0-1 1,0 1-1,-3 4 1,-3 4 63,0 1 0,-14 24 0,7-6-19,2 1 0,0 1 0,2 1 0,-12 53 0,-15 139 460,39-219-509,-45 450 1016,38-374-936,3-42-134,-1 0 1,-17 63-1,15-82 10,0 0-1,-1 0 0,-1 0 0,-2-1 0,-20 32 1,27-47 25,0 0 0,0 0 1,0 0-1,-1-1 1,0 1-1,1-1 1,-2 0-1,1 0 0,0-1 1,-1 0-1,0 0 1,0 0-1,-12 4 1,10-5 11,-1-1 0,1 0 0,-1 0 0,1 0 0,-1-1 0,1-1 1,-1 1-1,1-1 0,-13-4 0,-4-3 4,0 0 0,0-3 0,1 0 0,0-1 1,-37-26-1,-59-48-255,104 72-28,0 0-1,0-2 1,2 0-1,-25-34 0,27 30-660,1 0-1,1 0 0,1-1 0,1-1 0,1 1 0,-7-37 0,7-28-6860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9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404 105 1536,'0'0'10793,"3"-17"-8359,11-50-115,-10 47 5624,-8 22-6400,0 7-1274,0 0 0,1 0 0,0 0 0,0 0 0,-1 16 0,-6 16 164,-282 776 710,288-806-1142,-10 24 4,-1-1 0,-38 62 0,41-84 230,20-29-168,5 1-278,1 0 0,0 2 0,1-1-1,1 2 1,0 0 0,1 1 0,0 0 0,1 2 0,0 0 0,1 1 0,0 1 0,0 0 0,1 2 0,20-5 0,-33 10 40,0-1-1,-1 1 1,1 0 0,0 1 0,10 0-1,-16 0 162,1 0 0,-1 1 0,0-1 0,0 0 0,1 1 0,-1-1-1,0 1 1,0-1 0,0 1 0,1-1 0,-1 1 0,0 0 0,0 0-1,0-1 1,0 1 0,0 0 0,-1 0 0,1 0 0,0 0-1,0 0 1,-1 0 0,1 1 0,0-1 0,-1 0 0,1 0 0,-1 0-1,1 0 1,-1 1 0,0-1 0,0 0 0,1 1 0,-1-1 0,0 2-1,0 5 21,1 3-20,0 0-1,-1 1 1,-2 18 0,1-27 30,0 1 0,0-1-1,0 0 1,0 0 0,0 1 0,0-1 0,-1 0-1,0 0 1,0 0 0,0-1 0,0 1 0,0 0 0,0-1-1,0 1 1,-1-1 0,-4 3 0,-140 89 2287,137-88-2194,0 0 1,0-1-1,-21 7 0,27-11-44,1 0-1,-1 0 1,0 0-1,-1 0 1,1-1 0,0 0-1,0 1 1,0-1-1,0-1 1,0 1-1,0-1 1,0 1 0,0-1-1,-4-2 1,6 1-47,0 1 0,0-1 1,0 0-1,0 0 0,0 0 1,1 0-1,-1 0 0,1 0 0,-1 0 1,1 0-1,0-1 0,0 1 1,0-1-1,0 1 0,0-1 1,0 1-1,1-1 0,-1-3 1,-3-50-19,4 20-1645,4 35 16,45 1-5681,-22 0 109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19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11 592,'0'0'23771,"-1"-3"-22475,-3-5 969,6 23-1627,10 28-531,-5-29-130,0-1-1,1 0 1,1 0 0,0-1-1,10 12 1,-15-20-347,0 0 0,0 0-1,1-1 1,-1 0 0,1 0-1,-1 0 1,1 0 0,0 0-1,0-1 1,0 0 0,0 0 0,1-1-1,-1 1 1,0-1 0,1 0-1,9 0 1,12-1-4156,-3 0-1772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0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1072 1 1800,'0'0'15357,"-3"-1"-12819,2 1-2348,0 0-1,1 0 1,-1 0 0,0 0 0,0 1 0,0-1-1,1 0 1,-1 0 0,0 0 0,0 1 0,1-1-1,-1 0 1,0 1 0,1-1 0,-1 1 0,0-1-1,1 0 1,-1 1 0,1 0 0,-1-1-1,1 1 1,-1-1 0,1 1 0,-1 0 0,1-1-1,-1 1 1,1 0 0,0-1 0,-1 1 0,1 1-1,-9 34 1558,3-12-957,6-22-746,-97 373 1891,51-31-1148,-7 38-504,50-362-196,-2 0 0,0-1 0,-2 1 0,-12 27 0,16-40-45,-1-2-1,1 1 1,-1 0-1,0-1 1,0 0 0,-1 1-1,1-2 1,-1 1 0,0-1-1,-1 1 1,1-1-1,-1-1 1,0 1 0,0-1-1,0 0 1,0 0 0,-7 2-1,-5-1 5,-1-1-1,1 0 0,0-1 1,-1-1-1,1-1 1,-1-1-1,1 0 0,-1-1 1,-34-9-1,5-3-56,1-2-1,-64-31 0,-25-22 12,120 59 0,1 0 0,0-1 0,1 0 0,0-1 0,0-1 0,-13-16 0,23 24 7,1-1 0,-1 0 0,1 0 0,0 0 0,-3-8 0,5 11-44,0 1 1,0-1 0,0 0-1,1 1 1,-1-1-1,1 0 1,0 0 0,0 0-1,0 0 1,0 1-1,0-1 1,1 0 0,-1 0-1,2-3 1,-2 5-24,1 1 1,-1-1-1,0 1 1,1 0 0,-1-1-1,1 1 1,-1-1-1,1 1 1,-1 0-1,1-1 1,-1 1-1,1 0 1,-1-1-1,1 1 1,-1 0-1,1 0 1,-1 0-1,1 0 1,0-1-1,-1 1 1,1 0-1,-1 0 1,1 0-1,0 0 1,57-1-5770,-40 1 2012,13 0-6959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1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1 2761,'0'0'18757,"-14"32"-17993,-43 107-133,40-92-143,2 1 1,-9 58-1,-9 22 110,27-109-494,-1 0 1,-2 0-1,1-1 1,-2-1-1,-19 28 0,21-35-423,-1-1 0,0 1 0,-18 14 0,18-17-499,0-1 1,0-1-1,-1 1 0,0-1 1,-11 3-1,6-3-2041,0-4-1899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2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9434,'0'0'8586,"27"0"-6558,-8 0-1686,165 5 1933,108-3-139,-263-5-1976,-1-2 0,0-1-1,36-13 1,18-4 236,-82 23-372,1 0 0,0-1 0,0 1 1,-1 0-1,1 0 0,0 0 0,0 0 0,-1 0 0,1 0 0,0 0 0,-1 0 0,1 0 0,0 0 0,0 0 0,-1 1 1,1-1-1,0 0 0,-1 0 0,1 1 0,0-1 0,-1 0 0,1 1 0,0-1 0,-1 1 0,1-1 0,-1 1 0,1-1 1,-1 1-1,1 1 0,0-1 22,0 1-1,-1 0 1,1 0 0,-1 0 0,1 0 0,-1 0 0,0 0 0,0 0-1,0-1 1,0 1 0,0 3 0,-2 4 128,1 1 0,-2-1 0,1 0 0,-5 10 0,0-2-78,-1 0 0,-1-1-1,-1 0 1,0 0-1,-1-1 1,0-1 0,-2 1-1,1-2 1,-2 0-1,0 0 1,0-2 0,-18 12-1,15-9-962,-12 8-3339,28-22 3665,0 1 0,0 0-1,-1-1 1,1 1 0,0-1-1,0 0 1,0 0 0,-1 1 0,1-1-1,0 0 1,0 0 0,-1 0-1,1 0 1,0 0 0,0 0 0,-1-1-1,1 1 1,0 0 0,0-1-1,-1 1 1,1 0 0,0-1 0,-2-1-1,-9-13-10616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2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2577,'0'0'20404,"110"-21"-20324,-92 45-80,9 23-672,-7-8-1753,-8-7-4256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3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3 128 1880,'0'0'19401,"-1"-6"-18216,0 5-1132,1 0 1,0 0-1,0-1 0,-1 1 0,1 0 0,0 0 1,0 0-1,0 0 0,0 0 0,0 0 1,0 0-1,1-1 0,-1 1 0,0 0 0,1 0 1,-1 0-1,0 0 0,1 0 0,-1 0 0,1 0 1,0 0-1,-1 0 0,1 0 0,0 1 1,-1-1-1,2-1 0,1 1 60,1-1 1,-1 1-1,0 0 0,1 1 1,-1-1-1,1 0 0,-1 1 0,1 0 1,-1 0-1,5 0 0,2 0 71,-1 0 0,1 0 0,0 1 0,0 0-1,0 1 1,10 2 0,-17-2-149,1 0 0,-1 0-1,0 0 1,1 0 0,-1 0 0,0 1-1,0 0 1,0-1 0,-1 1 0,1 0-1,-1 0 1,0 0 0,1 1 0,-1-1-1,-1 1 1,1-1 0,0 1 0,0 4-1,3 8 42,-1 0 0,-1 0 0,0 0 0,-2 0-1,0 1 1,0-1 0,-3 17 0,2 1-24,0-33 26,0-4 14,1-7-90,0-1 1,1 1 0,1 0 0,-1 1-1,2-1 1,-1 0 0,1 1 0,1 0-1,0 0 1,0 0 0,1 0 0,0 1 0,0 0-1,1 0 1,0 1 0,8-8 0,6-4-43,2 0 0,0 2 0,1 0 0,39-20 1,-60 36 36,36-17-43,-37 17 38,0 1 1,1-1 0,-1 0 0,1 1-1,-1-1 1,1 1 0,0 0 0,-1 0-1,1 0 1,-1 0 0,1 1-1,-1-1 1,5 2 0,-6-2 5,0 1-1,0 0 1,-1 0 0,1 0 0,0-1-1,-1 1 1,1 0 0,0 0 0,-1 0-1,1 0 1,-1 0 0,0 0 0,1 0-1,-1 0 1,0 0 0,0 1 0,1-1-1,-1 0 1,0 0 0,0 2 0,0 28 35,0-23-16,0 14 34,1-15-47,-1 0 1,1 0 0,-1 0 0,-1 1 0,0-1 0,0 0 0,0 0-1,-1 0 1,0 0 0,0 0 0,-4 8 0,24-35-5,1 0 0,1 1 0,1 1 1,25-17-1,-35 27-10,-4 2 5,19-14-58,34-19 1,-53 34 52,1 1 0,0 0 0,0 1 0,0 0 1,1 0-1,-1 0 0,1 1 0,0 1 0,14-2 1,-22 3 12,-1 1 0,1-1 1,0 0-1,-1 1 1,1-1-1,0 0 0,-1 1 1,1-1-1,0 1 0,-1-1 1,1 1-1,-1-1 1,1 1-1,-1 0 0,0-1 1,1 1-1,-1 0 1,1-1-1,-1 1 0,0 0 1,0-1-1,1 1 1,-1 0-1,0 1 0,5 22 134,-4-20-108,3 34 429,-2 0 0,-1 1 1,-5 49-1,3-87-595,1 0 0,0 1 1,0-1-1,-1 0 0,1 1 1,0-1-1,0 1 0,0-1 1,1 0-1,-1 1 0,0-1 1,0 0-1,1 1 0,-1-1 1,1 0-1,-1 1 0,1-1 1,0 0-1,-1 0 0,1 0 1,0 1-1,1 0 0,0-1-185,0-1 0,0 1-1,0-1 1,0 0 0,0 0-1,0 1 1,0-1 0,0-1 0,0 1-1,0 0 1,0 0 0,0-1 0,0 1-1,2-2 1,34-13-5653,-2-5-2322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96 1640,'0'0'15496,"8"0"-13973,-5-1-1351,0 1 1,1 1 0,-1-1 0,1 0 0,-1 1 0,0 0-1,1-1 1,-1 1 0,0 1 0,0-1 0,0 0 0,0 1-1,0 0 1,0-1 0,0 1 0,0 0 0,-1 0 0,1 1-1,-1-1 1,1 1 0,2 3 0,2 4 173,1-1 0,0 0 0,1-1-1,13 11 1,-18-16-307,0 0-1,1-1 0,0 1 0,-1-1 0,1 0 0,0 0 1,0-1-1,0 0 0,0 0 0,0 0 0,0 0 0,9 0 1,-11-1-33,-1 0 1,0 0 0,0 0 0,1 0 0,-1 0 0,0 0 0,1-1 0,-1 1 0,0-1 0,0 0-1,0 1 1,1-1 0,-1 0 0,0 0 0,0 0 0,0-1 0,0 1 0,-1 0 0,1-1-1,0 1 1,-1-1 0,1 0 0,0 1 0,-1-1 0,0 0 0,1 0 0,-1 0 0,0 0-1,0 0 1,0 0 0,-1 0 0,1-1 0,0 1 0,-1 0 0,1-4 0,0 0 11,0-1 0,0 1 0,-1 0 0,0 0 0,0 0 0,-1 0 0,1 0 1,-3-10-1,1 13-10,1-1 1,-1 1 0,0-1 0,0 1 0,0 0 0,0 0 0,0-1 0,-1 2-1,0-1 1,1 0 0,-1 0 0,0 1 0,0 0 0,-6-4 0,-5-1 69,0 0 0,0 1 0,0 1 1,-1 0-1,0 1 0,0 1 0,0 0 0,0 1 1,-1 0-1,-28 2 0,40 0-15,0 0-1,0 0 1,0 1 0,0-1 0,0 1 0,1 0-1,-1 0 1,0 1 0,0-1 0,1 1-1,-1 0 1,1 0 0,-1 0 0,1 0-1,0 1 1,0-1 0,0 1 0,0 0 0,0 0-1,0 0 1,1 0 0,0 0 0,-1 1-1,1-1 1,1 1 0,-1-1 0,0 1 0,-1 6-1,-1 4 129,1 1-1,0-1 1,1 0-1,1 1 1,0-1-1,2 27 1,0-34-154,0 1 0,0-1 0,1 0 0,0 0 0,0 0 0,1 0 0,0-1-1,0 1 1,0-1 0,1 1 0,0-1 0,0 0 0,0 0 0,1-1 0,0 0 0,0 1 0,1-2 0,-1 1 0,1 0 0,0-1 0,0 0 0,8 3 0,0 0-3,1-1 0,0 0 1,1-1-1,-1-1 1,1 0-1,0-1 0,0-1 1,0 0-1,17-1 1,4-2-333,1-2 1,-1-1-1,66-17 1,33-19-4575,-48 8-2549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4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169 152 2857,'0'0'12882,"9"-21"-10580,24-64-348,-23 56-32,-10 20 484,-1 1 1897,0 8-4224,-1 1-1,1-1 0,0 0 1,0 0-1,0 1 1,-1-1-1,1 1 0,0-1 1,0 1-1,0 0 0,0-1 1,0 1-1,0 0 1,0 0-1,0 0 0,0 0 1,1-1-1,-1 1 1,0 0-1,1 0 0,-1 1 1,0-1-1,1 0 1,-1 1-1,-11 35-48,9-26 219,-174 651 1653,173-639-2051,7-18-988,14-23-1885,-5 2 2226,17-19-3949,-4-5-2554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5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49 3217,'0'0'9606,"-7"-3"-7974,-21-6-182,41 6 8386,55 1-8515,3 0-1405,81-11 307,88-3 274,-236 16-487,0 0 60,-1 0 0,1 0 1,-1 0-1,1 0 1,-1 1-1,0-1 0,1 1 1,-1 0-1,6 2 1,-8-2-23,1 0-1,-1 1 1,0-1 0,0 0 0,0 1 0,0-1 0,-1 1 0,1-1 0,0 1-1,-1 0 1,1-1 0,-1 1 0,1 0 0,-1 0 0,0-1 0,0 1 0,0 0-1,0-1 1,0 1 0,0 0 0,0 1 0,-1 10 83,0-1-1,-1 1 1,0-1-1,0 0 1,-2 0-1,1 0 1,-2-1 0,1 1-1,-2-1 1,-6 12-1,-245 511 1245,248-514-1355,-65 176 445,73-192-459,0-1-15,1-3-49,1-4-361,-1 0 155,1 0-1,0 0 1,0 0 0,0 0-1,1 0 1,-1 0 0,1 1-1,0-1 1,0 0-1,0 1 1,3-4 0,4-6-787,6-12-623,22-41-7328,-18 21-3483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5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93 3089,'0'0'17330,"-3"0"-16266,-4-2-1772,-2-3 4382,8 2 250,14 1-2595,135-5-219,152-27-1,-232 25-812,99-21 252,-199 31-737,18-2-5025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6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3017,'0'0'16803,"0"-9"-15912,0-30 185,1 38-990,-1 0 0,1 0 1,-1 0-1,0 0 0,1 0 0,0 0 0,-1 0 0,1 0 0,0 0 0,-1 1 0,1-1 0,0 0 0,0 0 0,0 1 0,-1-1 0,1 0 1,0 1-1,0-1 0,0 1 0,0-1 0,0 1 0,0-1 0,3 1 0,24-4 1490,-25 4-1377,87-6 1386,174 13 0,-243-4-1564,-1 0 0,1 2 0,-1 1-1,24 9 1,-35-11-17,0 0-1,-1 0 1,1 1-1,-1 0 0,0 1 1,0 0-1,0 0 1,-1 0-1,0 1 1,0 0-1,5 8 1,-9-11-2,-1-1 1,0 1 0,0 0 0,0-1 0,-1 1 0,1 0 0,-1 0-1,0 0 1,0 0 0,0 0 0,-1 0 0,1 1 0,-1-1 0,0 0-1,0 0 1,-1 0 0,1 0 0,-1 0 0,0 1 0,0-1 0,0 0 0,0-1-1,-1 1 1,0 0 0,0 0 0,0-1 0,0 1 0,0-1 0,-6 6-1,-5 5 40,-1 0-1,0-1 1,-1-1-1,-1 0 0,-16 9 1,22-14-12,-103 66 321,-132 94 1173,235-158-1366,0 0 1,0 1-1,0 0 0,1 0 1,1 1-1,0 0 1,0 1-1,1 0 1,-9 22-1,15-33-158,1 1 0,-1 0 0,1 0 0,-1-1 0,1 1 0,0 0 0,-1 0 0,1 0 0,0 0 0,0-1 0,1 1 0,-1 0 0,0 0 0,1 0 0,-1-1 0,1 1 0,-1 0 0,1 0 0,0-1 0,0 1 0,-1-1 0,1 1 0,0-1 0,1 1 0,-1-1 0,0 1 0,0-1 0,1 0 0,-1 0 0,1 1 0,-1-1 0,3 1 0,6 4 0,1-1 0,-1 0 0,1-1 0,14 4 0,-2 0 0,-16-6-7,-6-2 4,1 0 0,0 1-1,-1-1 1,1 0 0,0 1 0,-1 0 0,1-1 0,-1 1 0,1 0-1,-1 0 1,1 0 0,-1 0 0,0 0 0,1 0 0,-1 0-1,0 0 1,0 0 0,0 1 0,0-1 0,0 1 0,0-1 0,0 0-1,0 3 1,-6-4-2194,-17 0-2340,5 0-2420,-1 0-8363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27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83 114 1712,'0'0'14812,"12"-4"-9359,-13 2-5227,1 0-1,-1 1 1,0-1 0,0 0 0,0 0 0,0 1 0,0-1 0,-1 1-1,1-1 1,0 1 0,-1-1 0,1 1 0,-1 0 0,1 0 0,-3-1 0,-16-19 1371,19 19-1570,0 1-1,0 0 0,1-1 0,-1 1 0,1-1 1,-1 1-1,1-1 0,-1 1 0,1-1 0,0 1 0,-1-1 1,1 0-1,0 1 0,0-1 0,0 1 0,1-1 1,-1 1-1,0-1 0,1 0 0,-1 1 0,1-1 1,-1 1-1,1 0 0,-1-1 0,1 1 0,0-1 0,0 1 1,0 0-1,0 0 0,0-1 0,0 1 0,0 0 1,0 0-1,0 0 0,2-1 0,2 0 1,0 0-1,0 0 0,-1 1 1,1 0-1,0 0 1,0 0-1,0 0 1,0 1-1,8 0 0,-12 3 71,0 1 0,0-1 0,0 1 0,-1-1 0,0 1-1,1 0 1,-1-1 0,-1 1 0,0 5 0,1-7-60,-1-1 1,1 1-1,-1 0 1,0-1-1,1 1 1,-1-1 0,0 1-1,0-1 1,0 1-1,0-1 1,-1 0-1,1 1 1,0-1-1,0 0 1,-1 0 0,1 0-1,-1 0 1,1 0-1,-1 0 1,1 0-1,-1-1 1,0 1 0,1 0-1,-1-1 1,0 1-1,1-1 1,-1 0-1,-3 1 1,-8 0 19,1 0 1,-26-1-1,23-1 5,15 1-61,-1 0 1,1 0 0,0 0 0,-1-1 0,1 1 0,0 0 0,-1 0 0,1 0 0,0-1-1,0 1 1,-1 0 0,1 0 0,0 0 0,0-1 0,-1 1 0,1 0 0,0-1 0,0 1-1,0 0 1,-1-1 0,1 1 0,0 0 0,0-1 0,0 1 0,0 0 0,0-1 0,0 1-1,0 0 1,0-1 0,0 1 0,0 0 0,0-1 0,0 1 0,0 0 0,0-1 0,0 1 0,0 0-1,0-1 1,1 1 0,-1 0 0,0-1 0,0 1 0,0 0 0,0 0 0,1-1 0,-1 1-1,0 0 1,0-1 0,1 1 0,-1 0 0,0 0 0,1-1 0,13-16 20,-1 11 17,0 2-1,0-1 0,0 2 0,1 0 1,0 0-1,-1 1 0,1 1 0,0 0 1,14 2-1,-27-1 117,-8 20 854,4-17-986,0 0-1,0 0 1,0-1 0,-1 1-1,1-1 1,-1 0-1,1 0 1,-1 0-1,0 0 1,0-1 0,0 1-1,0-1 1,-7 1-1,10-2-664,2-16-7908,7-4-6192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0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0 508 6673,'0'0'10653,"14"-18"-9403,7-6-813,-4 5 236,-1-1 0,-1-1 0,15-25 0,-29 51 3230,-5 18-2855,-8 38-1486,9-51 806,-6 48-218,1 0 0,2 111 0,5-165-147,1 0 1,0 0-1,0 0 0,1 1 0,-1-1 0,1 0 0,0 0 0,0-1 0,0 1 0,1 0 0,1 5 0,-1-8-4,0 1 0,0 0 0,-1-1 0,1 1 0,0-1 0,0 0 0,0 0 1,0 0-1,1 0 0,-1 0 0,0 0 0,0 0 0,0-1 0,1 1 0,-1-1 0,0 0 0,1 1 0,-1-1 1,1 0-1,3-1 0,1 1 0,1-1 0,-1 0 1,1-1-1,-1 1 1,0-2-1,0 1 0,0-1 1,0 0-1,0 0 0,-1 0 1,12-9-1,5-6-15,37-35-1,-32 26-24,269-248-996,-267 249 978,-28 32-113,-2 6 158,0 1 1,1 0-1,0-1 0,1 1 0,7 22 1,-6-28 9,0 0 1,0 0-1,1-1 0,0 1 1,0-1-1,0 0 1,1 0-1,0 0 1,0-1-1,1 0 0,10 9 1,-5-7-15,0 0 1,1-1 0,-1 0-1,1-1 1,1-1 0,-1 1-1,0-2 1,1 0 0,0 0-1,0-1 1,0-1 0,0 0-1,0-1 1,0 0 0,0-1-1,16-3 1,-22 2 14,0-1 1,0 1-1,0-1 1,0-1-1,-1 1 1,1-1-1,-1 0 0,0-1 1,0 1-1,0-1 1,-1-1-1,0 1 1,8-11-1,1-3 2,-1 0 1,-1-1-1,11-23 0,-12 17 20,-1 0-1,-2-1 0,0-1 0,-2 1 0,-1-1 0,-1 0 0,-1 0 0,-2 0 1,-3-51-1,1 71 22,0 0 0,0 1 1,-1-1-1,0 0 0,0 0 0,-1 1 1,0-1-1,-6-10 0,8 15-11,-1 0 0,0 0 0,0 0 1,0 0-1,0 1 0,-1-1 0,1 1 0,-1 0 0,1 0 0,-1 0 0,0 0 1,0 0-1,0 0 0,0 1 0,0-1 0,0 1 0,0 0 0,-1 0 0,1 0 1,0 0-1,-1 1 0,-4-1 0,7 1-44,1 0 0,-1 0 0,1 0 0,-1 1 0,1-1 0,-1 0 0,1 0 0,-1 0 0,1 0 0,-1 1 0,1-1 0,0 0 0,-1 1 0,1-1 0,-1 0 0,1 0 0,0 1 0,-1-1 0,1 1 0,0-1 0,0 0 0,-1 1 0,1-1 0,0 1 0,0-1 0,-1 1 0,1-1 0,0 1 0,0 0 0,-2 20-935,9 19-1828,10-5-1593,4-4-1464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1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81 117 12995,'0'0'10322,"23"4"-10029,72 12-117,-83-14-100,0-1 0,-1 0-1,21 0 1,-13-2 39,-17 1-107,-1 0-1,0-1 1,0 1 0,0 0-1,1-1 1,-1 1 0,0-1-1,0 1 1,0-1 0,0 0-1,0 1 1,0-1 0,0 0-1,0 0 1,0 0 0,0 0-1,0 0 1,-1 0 0,1 0-1,0 0 1,-1 0 0,1 0 0,0 0-1,-1 0 1,0 0 0,1-1-1,-1 1 1,0 0 0,1 0-1,-1 0 1,0-1 0,0 1-1,0 0 1,0-2 0,0 0 13,0-1 0,0 1 1,0 0-1,-1 0 0,1 0 0,-1 0 1,1 0-1,-1 0 0,0 0 1,0 0-1,-1 0 0,1 0 0,-4-5 1,-1 2 50,-1 0 1,0 0 0,0 1 0,0 0-1,-1 1 1,0-1 0,0 1 0,0 1-1,0-1 1,-1 1 0,1 1 0,-1 0-1,0 0 1,1 1 0,-1 0 0,0 0-1,-17 1 1,20 1-12,1 0 0,-1 0 0,0 0-1,0 1 1,1 0 0,-1 0 0,1 0 0,0 1-1,-1-1 1,1 1 0,0 1 0,1-1-1,-1 1 1,1-1 0,-1 2 0,1-1 0,0 0-1,0 1 1,1-1 0,0 1 0,-4 6 0,3-5-3,1 0 1,0 1 0,0 0 0,0-1-1,0 1 1,1 0 0,0 0 0,1 1-1,0-1 1,0 0 0,0 0 0,1 1 0,0-1-1,0 0 1,1 0 0,0 1 0,3 8-1,-3-13-55,0 0-1,0-1 0,1 1 0,0-1 0,-1 0 1,1 1-1,0-1 0,0 0 0,0 0 0,0 0 0,1 0 1,-1 0-1,0-1 0,1 1 0,-1-1 0,5 2 1,47 15-52,-46-16 23,28 7-885,62 7 0,-9-9-3212,-13-6-2447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1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1 9234,'0'0'10946,"-29"4"-8637,-92 15 37,104-16-1839,0 0-1,0 2 1,1 0 0,-1 1 0,1 0 0,-17 10 0,20-9-191,-22 16 267,34-22-581,1-1 0,-1 1 0,0 0 0,0-1 0,1 1 0,-1 0 1,0 0-1,1-1 0,-1 1 0,1 0 0,-1 0 0,1 0 0,-1 0 0,1 0 0,-1 0 0,1 0 0,0 0 0,0 0 0,-1 0 0,1 0 0,0 0 0,0 0 0,0 0 0,0 0 0,0 0 0,0 0 0,1 0 0,-1 0 0,0 0 0,0-1 0,1 1 0,-1 0 0,0 0 0,1 0 0,-1 0 0,1 0 1,0 0-1,-1 0 0,2 0 0,5 4-70,0-1 1,0 0 0,1 0 0,0-1 0,0 0 0,0-1 0,0 1-1,0-1 1,12 1 0,12 4-252,-23-5 134,0 0 1,-1 1 0,1 0 0,-1 1-1,0 0 1,15 9 0,-21-11 160,1-1 1,-1 1-1,0 1 0,-1-1 1,1 0-1,0 0 1,-1 1-1,1-1 0,-1 1 1,0-1-1,1 1 1,-1-1-1,0 1 0,-1 0 1,1 0-1,-1 0 1,1-1-1,-1 1 0,0 0 1,0 0-1,0 0 1,0 0-1,0-1 0,-1 1 1,1 0-1,-2 4 1,0-2 40,-1 0 0,1 0 1,-1 0-1,0 0 1,0-1-1,-1 1 0,1-1 1,-1 0-1,0 0 0,0 0 1,-1 0-1,1-1 1,-7 5-1,-6 3 129,-1 0-1,-26 11 1,31-18-1709,27-14-3260,1 0 2223,19-16-4466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1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0 125 12899,'0'0'11792,"27"13"-11526,86 39-154,-107-50-108,1 1 0,-1-1 0,0 0-1,1-1 1,-1 0 0,1 0 0,0 0-1,-1-1 1,1 1 0,0-2 0,-1 1-1,1-1 1,0 0 0,-1 0-1,1-1 1,-1 0 0,0 0 0,1 0-1,-1-1 1,0 0 0,0 0 0,9-8-1,-11 8-1,0-1 0,0 0 0,0 0 0,-1 0 0,0 0 0,1-1 0,-2 1 0,1-1 0,0 0 0,-1 0 0,0 0 0,0 0 0,0 0 0,-1 0 0,0-1 0,0 1 0,0-1 0,-1 1 0,0 0 0,0-1 0,0 1 0,0-1 0,-1 1 0,-1-6 0,1 9 2,0-1-1,0 1 0,0 0 0,0 0 0,0 0 1,-1 0-1,1 0 0,-1 0 0,1 0 0,-1 0 1,0 0-1,0 1 0,0-1 0,0 1 0,0-1 0,0 1 1,0 0-1,0 0 0,0 0 0,-1 0 0,1 0 1,0 0-1,-1 1 0,-2-1 0,-7-1 52,-1 0 0,0 1 0,-18 1 0,23 0-19,-1 0 80,-1 2 0,0-1 0,1 1 0,-1 1 0,1 0 0,0 0 0,0 1 0,0 0 0,0 0 0,1 1-1,-1 0 1,1 1 0,0 0 0,1 0 0,0 1 0,0 0 0,0 0 0,1 0 0,0 1 0,0 0 0,1 0-1,-5 10 1,8-14-95,0 0-1,0 0 0,0 0 1,0 0-1,1 0 0,0 0 0,0 0 1,0 0-1,1 0 0,-1 1 1,1-1-1,0 0 0,0 0 0,0 1 1,1-1-1,-1 0 0,1 0 1,0 0-1,0 1 0,1-1 0,-1 0 1,1 0-1,0-1 0,0 1 1,0 0-1,1-1 0,-1 1 0,1-1 1,0 0-1,0 0 0,0 0 1,4 3-1,1 1-211,2-1-1,-1 0 1,1-1 0,-1 0 0,1 0 0,1-1-1,-1 0 1,1-1 0,-1 0 0,1 0-1,0-1 1,11 0 0,7 0-2032,0-1 0,53-6 0,-19-12-3872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2.1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1 13411,'0'0'11374,"-27"31"-9060,-91 105-540,103-118-1375,1 1 0,1 1 0,0 0 0,2 0 0,0 1 0,1 1 1,-12 42-1,13-38-137,0 2-199,1 0 0,1 0-1,1 0 1,2 1 0,1 0-1,1 55 1,2-82-64,1 0 1,-1 0-1,1 0 0,0 0 0,-1 0 1,1 0-1,0 0 0,0 0 0,1 0 1,-1 0-1,0-1 0,0 1 1,1 0-1,-1-1 0,1 1 0,0-1 1,-1 0-1,1 1 0,0-1 0,0 0 1,0 0-1,-1 0 0,1 0 1,0-1-1,0 1 0,1 0 0,-1-1 1,0 0-1,0 1 0,0-1 0,3 0 1,1 1-97,0-1-1,1 0 1,-1 0 0,0 0 0,0-1 0,0 0-1,0 0 1,0 0 0,0-1 0,9-4 0,-3-1-909,0-2 1,0 1 0,-1-1-1,-1-1 1,18-21 0,1-7-5898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2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 13915,'0'0'10210,"196"-18"-8794,-110 12-959,3-3-457,45-9-569,-21 0-4192,0 1-14187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4 7562,'0'0'15104,"-3"0"-12822,6 0-564,69-2-392,-33 0-959,0 2 0,53 6 0,-85-4-358,-1 0 1,0 0-1,0 0 1,0 1-1,0-1 0,0 1 1,-1 1-1,1-1 1,-1 1-1,0 0 1,0 0-1,0 1 0,-1 0 1,1-1-1,-1 1 1,0 1-1,-1-1 1,1 0-1,-1 1 0,0 0 1,-1 0-1,1 0 1,-1 0-1,2 11 1,-1-7 21,-1 0 1,0 0-1,-1 0 1,0 0 0,0 0-1,-1 0 1,-1 0 0,0 0-1,0 0 1,-1 0-1,0-1 1,0 1 0,-1 0-1,-1-1 1,-6 14-1,0-9 46,0-1 0,0 0 0,-1 0 0,-1-1-1,0-1 1,-1 0 0,0 0 0,-27 15 0,12-9 19,0-2 1,-2-2-1,-51 18 1,70-28-125,-1 1 0,0-2 1,-1 1-1,1-2 0,-13 1 0,25-2-12,-1 0 0,1 0 0,-1 0-1,1 0 1,0-1 0,-1 1 0,1 0-1,-1 0 1,1 0 0,0 0 0,-1-1 0,1 1-1,-1 0 1,1 0 0,0-1 0,-1 1-1,1 0 1,0-1 0,0 1 0,-1 0-1,1-1 1,0 1 0,0 0 0,-1-1 0,1 1-1,0-1 1,0 1 0,0 0 0,0-1-1,0 1 1,-1-1 0,1 1 0,0-1 0,0 1-1,0 0 1,0-1 0,0 1 0,1-1-1,-1 1 1,0-1 0,0 1 0,8-23-1418,5 7-575,1 2 0,0-1 0,28-20-1,7-4-5596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3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1 10058,'0'0'17701,"-35"16"-16183,-114 53-315,42-11-16,92-47-859,0 0 0,-24 25 0,34-31-314,1-1 0,0 1 0,0 1 0,1-1 0,-1 0 0,1 1 0,0-1 0,-3 13 0,5-16-14,0 0-1,1 0 1,-1 0 0,1 0-1,0 0 1,-1 0 0,1 0-1,0 1 1,0-1 0,1 0-1,-1 0 1,0 0 0,1 0-1,-1 0 1,1 0 0,0 0-1,-1 0 1,1 0 0,0 0 0,0 0-1,1-1 1,-1 1 0,0 0-1,0-1 1,1 1 0,-1 0-1,1-1 1,0 0 0,-1 1-1,4 1 1,3 1 0,-1-1-1,2 1 1,-1-1-1,0 0 1,1-1-1,-1 0 1,17 1-1,67 0-263,-72-3 112,13 0-650,-1-2 1,0-1-1,55-13 1,-52 6-2144,46-19-1,4-9-5925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3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11346,'0'0'10513,"26"0"-9019,176 3 321,41-5 7,-22 1-3105,-226 1 1033,-109 4-8233,49 7-353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3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11498,'0'0'12395,"170"18"-10098,-102-18-777,0 0-416,-2 0-384,-13 0-240,-5 0-240,-13 0-168,-11 0-72,-6-3-56,-9-9-528,0 3-1448,-3 0-4065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4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5297,'0'0'13922,"6"-3"-12299,-5 3-1621,0-1 142,1 0 0,0 0 1,0 0-1,0 0 0,0 1 0,0-1 1,0 1-1,0-1 0,0 1 0,0 0 1,0 0-1,2 0 0,-2 1-45,-1-1-1,0 1 1,0 0-1,0 0 1,1-1 0,-1 1-1,0 0 1,0 0-1,0 0 1,-1 1 0,1-1-1,0 0 1,0 0 0,-1 0-1,1 1 1,0-1-1,-1 0 1,1 1 0,-1-1-1,0 0 1,1 1-1,-1-1 1,0 1 0,0-1-1,0 0 1,0 3-1,4 47 1346,-4 72 0,-1-55-803,-7 137 443,1-110-872,8 117 1,-1-211-278,0 0 1,0 1-1,0-1 1,1 1-1,-1-1 1,0 0-1,1 1 1,-1-1-1,1 0 1,-1 1-1,1-1 1,0 0-1,-1 0 1,1 0-1,0 0 1,0 1-1,0-1 1,0 0-1,0-1 1,0 1-1,0 0 1,0 0-1,0 0 1,3 1-1,-2-2-344,1 1-1,-1-1 1,0 1-1,0-1 1,1 0 0,-1 0-1,0 0 1,1 0-1,-1 0 1,0 0 0,1-1-1,-1 1 1,0-1-1,3-1 1,16-10-5308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5513,'0'0'11837,"0"0"-11720,0 0-1,0 0 1,0 0 0,0 0-1,0 0 1,0 0-1,0 0 1,1 0-1,-1 0 1,1 1 2214,-1-1-2214,0 0-1,0 0 1,0 0-1,0 0 1,0 0-1,0 0 1,0 0-1,0 0 1,0 0 0,0 0-1,0 0 1,0 1-1,0-1 1,0 0-1,0 0 1,0 0-1,0 0 1,0 0-1,0 0 1,0 0 0,0 0-1,0 0 1,0 0-1,0 0 1,0 1-1,0-1 1,0 0-1,99 0 784,139-18 0,-184 10-862,22-4 135,123-4 1,-198 18-57,-1 0-1,1 0 1,0-1 0,-1 1 0,0 0-1,1 0 1,-1 0 0,0 0 0,0 0-1,0 0 1,0-1 0,0 1 0,-1 3-1,1 0 65,0 4-33,-1 0 0,-1-1-1,1 1 1,-1-1 0,-1 1 0,-6 14-1,-28 52 321,17-38-274,-23 62 142,4 1 1,5 1-1,-33 161 0,62-245-1119,6-29-2751,-1-15-2030,-2 6-1055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9:56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4097,'0'0'10415,"0"-3"-9363,0 0-1,-1 0 1,1 1-1,0-1 0,1 0 1,-1 0-1,1-4 1,18 4-688,0 1 1,1 0 0,-1 2-1,25 2 1,8 0-300,343-2 191,-129 0 5180,-257 21-4820,-7-21-612,-1 0 2,0 0-1,0 0 1,0 0-1,0 0 1,0 0 0,0 0-1,0 1 1,0-1 0,0 0-1,0 0 1,-1 1-1,1-1 1,0 1 0,0-1-1,0 1 1,0-1-1,-1 1 1,2 0 0,-1 1-1,-2-1-179,0 0 0,1 0 0,-1-1 1,0 1-1,0 0 0,1-1 0,-1 1 0,0-1 0,0 1 1,0-1-1,0 1 0,0-1 0,0 1 0,0-1 0,0 0 1,0 0-1,0 1 0,0-1 0,0 0 0,0 0 0,0 0 1,-1 0-1,-3 0-1313,-16 5-3733,0-4-2868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2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41 4865,'0'0'12593,"7"-7"-11514,21-22-25,-20 24 4337,-9 15-4392,-10 15-1324,11-25 381,-161 406 882,60-136-845,64-184-85,-51 88 0,85-169-199,-2 4 176,0-1-1,0 0 1,-1 0 0,-9 10-1,13-16-191,0 0-1,0-1 0,0 1 0,0-1 0,0 0 1,0 0-1,0 1 0,-1-1 0,-2 0 1,3 0-263,0-1 0,0 1 1,0-1-1,0 0 0,0 0 1,0 0-1,0 0 0,0 0 1,0-1-1,0 1 0,0-1 1,-3 0-1,-11-9-6500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2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0 613 1120,'36'-11'10354,"552"-150"-1721,-369 104-7275,218-61-522,-378 99-837,83-37 0,-114 42-28,1-1 1,-2-1-1,0-2 0,33-28 0,-56 42 14,32-31-53,-35 34 58,1-1-1,-1 1 1,0-1-1,0 1 1,0-1 0,0 0-1,0 0 1,0 0 0,0 1-1,-1-1 1,1 0-1,-1 0 1,1 0 0,-1 0-1,0 0 1,0 0 0,0 0-1,0 0 1,0 0-1,0-3 1,-8 4-94,-1 2 98,0 0 1,0 1-1,0 0 1,1 0-1,-1 1 0,1 0 1,-1 1-1,1-1 1,0 2-1,-12 8 0,-81 64 273,74-54-167,-48 41 305,3 2-1,3 4 1,4 3-1,2 3 1,4 2-1,4 3 1,3 2-1,3 2 1,-39 98-1,76-154-391,-10 42 0,19-61-9,1 0 0,0 0 0,1 0-1,0 0 1,1 0 0,0 1 0,3 18-1,-2-28-3,-1 0 0,1-1-1,0 1 1,0-1 0,-1 1-1,1-1 1,0 1 0,0-1-1,0 0 1,0 1 0,0-1-1,0 0 1,-1 0 0,1 1-1,0-1 1,0 0 0,0 0-1,0 0 1,0 0 0,0 0 0,0-1-1,0 1 1,1 0 0,24-5 17,-10-4-32,0 0 0,-1-1 0,-1-1 0,0 0 0,0-1 0,-1-1 0,13-15 0,-2 2-169,60-60 30,-83 85 189,-1 23 41,-1-4-25,2 1 1,6 34 0,-6-48-110,0 0 0,0-1 0,0 1 1,1 0-1,0-1 0,0 0 0,0 1 1,0-1-1,1 0 0,0 0 0,0 0 1,0 0-1,0-1 0,1 1 0,-1-1 1,8 6-1,-3-6-840,0 1 0,0-2-1,0 1 1,0-1 0,1 0 0,-1-1 0,12 1-1,18-1-6553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3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 11739,'0'0'9303,"32"2"-8294,109 6-475,-97-5-388,-28-2-101,1 0-1,-1-1 1,0 0-1,1-2 1,17-3-1,-33 5-26,1 0 0,-1 0 0,1-1 0,-1 1-1,1 0 1,-1-1 0,0 0 0,1 1 0,-1-1-1,0 0 1,1 1 0,-1-1 0,0 0 0,0 0 0,0 0-1,0 0 1,0 0 0,0 0 0,0 0 0,0-1-1,0 1 1,0 0 0,-1 0 0,1-1 0,0 1 0,-1-1-1,1 1 1,-1 0 0,0-1 0,1 1 0,-1-1-1,0 1 1,0-1 0,0 1 0,0-1 0,0 1 0,0-1-1,-1 1 1,1-1 0,0 1 0,-1 0 0,1-1-1,-1 1 1,1-1 0,-1 1 0,0 0 0,1 0 0,-1-1-1,0 1 1,0 0 0,0 0 0,0 0 0,0 0 0,0 0-1,-1 0 1,1 0 0,-2-1 0,-7-3 116,-1 1 0,0 0 0,1 0 0,-2 1 0,1 1 0,0-1 0,-16 0 0,-86 1 1292,79 2-463,33 0-937,1 0 0,-1 0 0,0 0 0,1 0 0,-1 0 0,1 1 0,-1-1 0,1 0 0,-1 0 0,1 0 0,-1 1 0,0-1 0,1 0 0,-1 1 0,1-1 0,0 0 0,-1 1 0,1-1 0,-1 1 0,1-1 0,0 0 0,-1 1 0,1-1 0,0 1 0,-1-1 0,1 1 1,0-1-1,0 1 0,-1 1 0,1 22 206,1-17-226,0 0-1,1 0 0,0 0 0,5 10 1,0-5-270,0-1 1,1-1-1,0 0 0,1 0 1,0 0-1,1-1 1,0 0-1,0-1 0,0 0 1,1-1-1,1 0 1,14 6-1,-14-7-1294,1-1 1,0-1-1,0 0 1,0 0-1,0-2 1,1 1-1,14-1 0,9-1-5782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3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0 264 9234,'0'0'13184,"7"18"-12182,22 53-201,-18-52 42,-7-24 4,-4 4-716,7-38 508,1-44-1,7-36-583,-13 108-58,23-93-141,-25 103 104,0 1 0,0-1 0,0 1-1,0 0 1,0-1 0,0 1 0,0 0-1,0-1 1,1 1 0,-1-1 0,0 1 0,0 0-1,0-1 1,1 1 0,-1 0 0,0-1 0,0 1-1,1 0 1,-1-1 0,0 1 0,1 0-1,-1 0 1,0 0 0,1-1 0,-1 1 0,0 0-1,1 0 1,-1 0 0,1 0 0,-1-1 0,0 1-1,1 0 1,-1 0 0,1 0 0,-1 0-1,0 0 1,1 0 0,-1 0 0,1 0 0,-1 0-1,0 0 1,1 1 0,-1-1 0,1 0 0,-1 0-1,0 0 1,1 0 0,-1 1 0,0-1-1,1 0 1,-1 0 0,1 1 0,15 17-1985,-16-17 2015,18 27-3343,0 2-2832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3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72 8634,'0'0'14678,"12"-2"-14101,36-5-205,-47 7-348,0-1 0,0 1 0,0 0 0,0-1 0,0 1-1,0 0 1,0-1 0,-1 1 0,1-1 0,0 1 0,0-1 0,0 0-1,-1 1 1,1-1 0,0 0 0,-1 0 0,1 1 0,-1-1 0,1 0 0,-1 0-1,1 0 1,-1 0 0,1 0 0,-1 1 0,0-1 0,1 0 0,-1 0 0,0 0-1,0 0 1,0 0 0,0 0 0,0 0 0,0 0 0,0 0 0,0 0-1,0 0 1,-1 0 0,1 0 0,0 0 0,-1 0 0,1 0 0,0 0 0,-1 0-1,1 1 1,-1-1 0,1 0 0,-1 0 0,0 0 0,-8-3 24,-1 0 0,1 1-1,0 0 1,-1 0 0,0 1 0,1 1 0,-13-1 0,-76-1 733,75 3-114,24 6-434,2 0-242,0 0 1,0 0-1,1 0 0,0-1 0,0 0 1,1 0-1,0 0 0,0 0 0,0-1 1,0 0-1,0 0 0,1 0 0,0-1 1,0 1-1,0-1 0,11 3 0,3 2-478,1-2 1,0 0-1,38 4 0,26-3-3382,-2-6-2378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4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987 47 14723,'0'0'9624,"-35"-9"-8049,-117-24-551,143 31-927,-1 1 0,0 0 0,1 0 1,-1 1-1,1 0 0,-1 1 0,0 0 1,1 1-1,-1 0 0,-17 6 0,14-2 8,1 0 0,-1 2-1,2-1 1,-1 1 0,-11 11 0,10-8-18,-18 16 45,2 1 0,1 2 0,1 1 0,1 1-1,2 0 1,2 2 0,1 1 0,-32 72 0,22-29-15,3 0 1,4 2-1,-20 111 1,-3 147-139,21-133-402,25-197 342,-11 49-589,12-55 508,-1 0 0,1 1 0,-1-1 0,0 0 0,0 0 0,0 0 0,0 1 0,0-1 0,-1 0 0,1-1 0,-1 1 0,1 0 0,-1 0 0,0-1 0,0 1 0,1-1 0,-1 1 0,0-1 0,-4 2 1,-33 0-4976,27-4 2480,-13 1-4357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4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0 158 4849,'0'0'9550,"27"-9"-5556,-5 1-3414,172-49 3751,-25 28-1672,-94 18-2198,87-23 1,-152 29-232,-10 3-54,-23 0 46,-39 7-86,52-2-122,0 0 0,0 1 0,0 0 0,1 1 0,0 0 0,0 1 0,0-1 0,-13 13 0,17-14-8,1 1-1,0-1 1,0 1-1,0 0 0,1 0 1,-1 0-1,1 1 1,0-1-1,1 1 1,0-1-1,0 1 0,0 0 1,0 0-1,1 0 1,0 0-1,0 8 1,0-8 1,1 0 0,0 0 1,0 0-1,1 0 0,0 0 1,0 0-1,0 0 0,0 0 1,1 0-1,0 0 0,4 6 1,-3-8-7,0 0 1,0 0 0,1 0 0,-1 0 0,1 0 0,0-1-1,0 0 1,1 1 0,-1-2 0,1 1 0,-1 0-1,1-1 1,6 2 0,-6-1-21,0-2 0,1 1 1,-1 0-1,1-1 0,-1 0 0,1 0 0,0-1 1,6 0-1,-10 0 15,0 0-1,-1 0 1,1 0 0,-1 0 0,1-1-1,-1 1 1,1-1 0,0 1 0,-1-1 0,1 1-1,-1-1 1,0 0 0,1 0 0,-1 0 0,0 0-1,1 0 1,-1 0 0,0 0 0,0 0-1,0 0 1,0-1 0,0 1 0,0 0 0,0-1-1,-1 1 1,1-1 0,0 1 0,-1-1 0,1 1-1,-1-1 1,1-2 0,1-13-1,0-1 1,-1 1-1,-3-33 0,1 40 40,0 1 0,-1-1-1,0 1 1,-1 0 0,0 0-1,0 0 1,-1 0 0,-8-14-1,12 22-66,0 1 0,0-1 0,0 1 0,1 0 0,-1-1 0,0 1 0,0-1 0,1 1 0,-1 0 0,0-1 0,0 1 0,1 0 0,-1-1-1,0 1 1,1 0 0,-1 0 0,0-1 0,1 1 0,-1 0 0,1 0 0,-1 0 0,0 0 0,1-1 0,-1 1 0,1 0 0,-1 0 0,1 0 0,-1 0 0,0 0 0,1 0-1,-1 0 1,1 0 0,-1 0 0,1 0 0,-1 0 0,0 0 0,1 1 0,0-1 0,29 0-1306,-24 0 834,39 0-3752,2 0-2580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4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12 220 12187,'0'0'15628,"-2"27"-14622,-8 87 913,10-135-1913,2 0 0,0 1-1,1-1 1,1 1 0,1-1 0,1 1 0,0 1-1,2-1 1,0 1 0,1 0 0,1 1 0,1 0-1,0 1 1,2 0 0,0 1 0,21-22 0,-33 38-25,0-1-60,0-1 1,0 1 0,1 0-1,-1 0 1,0-1 0,1 1-1,-1 0 1,1 1-1,0-1 1,-1 0 0,1 0-1,-1 1 1,1-1 0,0 1-1,0-1 1,2 1 0,-3 18-5897,-1 5-686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5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0 138 12003,'0'0'10100,"26"7"-8126,81 21-647,-98-26-1084,0 0-1,0 0 1,0-1-1,1-1 1,14 0-1,-8 0 83,-14 0-298,0 0 0,0 0 0,1 0 0,-1-1 0,0 1 0,0 0 0,0-1 0,1 0 0,-1 1 0,0-1 0,0 0 0,0 0 0,0 0 0,0-1 0,0 1 0,-1 0-1,1-1 1,0 1 0,-1-1 0,1 1 0,-1-1 0,1 0 0,-1 0 0,0 0 0,0 0 0,0 0 0,0 0 0,0 0 0,1-3 0,0-4 16,0-1 0,0 0 0,-1 0 1,0 0-1,-1-13 0,0 20-30,-1 1 4,1-1 0,-1 0 1,1 0-1,-1 1 1,0-1-1,0 0 0,0 1 1,0-1-1,0 1 1,-1-1-1,1 1 0,-1 0 1,0-1-1,0 1 0,0 0 1,0 0-1,0 0 1,0 0-1,0 1 0,0-1 1,-1 1-1,1-1 1,-1 1-1,1 0 0,-1 0 1,0 0-1,1 0 0,-1 0 1,-4 0-1,-3-1 192,0 0-1,0 0 0,0 1 1,-1 1-1,1-1 1,-20 4-1,28-3-157,1 0-1,-1 1 1,0-1-1,1 1 1,-1 0-1,1-1 1,-1 1-1,1 0 1,-1 0-1,1 0 1,0 0 0,-1 0-1,1 0 1,0 1-1,0-1 1,0 0-1,0 1 1,0-1-1,0 1 1,0-1-1,0 1 1,0-1-1,1 1 1,-1-1-1,1 1 1,-1 0-1,1-1 1,0 3 0,-2 6 104,1 0 1,1 0-1,1 18 1,-1-10-11,0-12-127,0 0-1,0-1 1,1 1 0,0 0 0,0-1 0,0 1 0,0-1 0,1 1 0,0-1 0,0 0 0,1 1-1,-1-1 1,1-1 0,6 10 0,-4-10-72,-1 0-1,1-1 1,0 1-1,0-1 0,0 0 1,0 0-1,1 0 1,-1-1-1,1 0 1,-1 0-1,1 0 1,0-1-1,0 0 0,0 0 1,0 0-1,7-1 1,28 1-1417,59-5 0,6-12-4557,31-16-8811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5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6793,'0'0'16515,"18"0"-15018,267-9 1701,-223 5-2981,91 6 0,-151-2-217,1 1 1,-1 0-1,0 0 0,1-1 1,-1 1-1,0 1 1,1-1-1,-1 0 0,0 1 1,0-1-1,0 1 1,0-1-1,0 1 0,-1 0 1,1 0-1,0 0 1,-1 0-1,1 0 0,-1 0 1,0 0-1,0 1 1,0-1-1,0 0 0,0 1 1,0-1-1,-1 1 1,1-1-1,-1 1 0,0-1 1,1 4-1,0 3 30,-1 1 0,0 0 0,0-1 0,0 1-1,-1 0 1,-5 17 0,2-13 26,-2-1-1,1 0 0,-2 0 1,0-1-1,0 1 1,-11 12-1,-61 70 275,53-66-225,-8 10 84,-71 86 394,90-105-454,1 0 0,1 2-1,1-1 1,-13 34 0,13-4 47,11-49-171,1 0 0,0 1 1,0-1-1,-1 0 1,1 0-1,1 1 1,-1-1-1,0 0 0,1 1 1,-1-1-1,1 0 1,-1 0-1,1 0 1,0 0-1,0 1 0,0-1 1,0 0-1,0 0 1,1-1-1,1 3 1,2-1 2,0 0 1,0 0 0,0-1-1,0 0 1,0 0 0,1 0-1,-1-1 1,1 0 0,6 1 0,57 3 66,-54-4-55,24 2-24,0-2 0,0-2 0,0-1 0,0-3-1,0 0 1,68-21 0,-97 23-125,3-1 84,-1-1-1,1 0 1,-1-1 0,14-8-1,-24 13-113,-1 0 0,1-1 0,0 1 0,0 0 0,-1 0 0,1-1 0,-1 1 0,1-1 0,-1 0 0,0 1 0,1-1 0,-1 0 0,0 0 0,0 0 0,0 0 0,0 1 0,-1-1 0,1-1 0,-1 1 0,1 0 0,-1 0 0,1 0 0,-1 0 0,0 0 0,0 0 0,0 0 0,0-1 0,-1 1 0,1 0 0,-1 0 0,1 0 0,-1 0-1,-1-3 1,1 3-332,0 0 0,0 0 0,-1 1 0,1-1 0,-1 1 0,1-1 0,-1 1-1,1-1 1,-1 1 0,-3-2 0,-23-12-7673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6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69 4481,'0'0'16375,"-8"0"-16245,-6 0-1523,-13 0 4751,19 0 706,34 0-2464,-26 0-1599,402-14 1477,-348 9-1654,-21 3-164,40-8 0,-61 7-1441,-1 0 1,1-1 0,19-9 0,-4-1-5710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6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5705,'0'0'15965,"16"0"-14303,65 0 73,70 1 383,187-22-1,-301 18-2292,-22 3-1294,-34-1-545,-68 1-4585,48 0 1245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7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8426,'0'0'13936,"12"-1"-12732,221-22 3613,-30 3-4176,10-1 1399,-208 20-1711,-2 0-2379,-19-1-4492,4-4-3032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8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5873,'0'0'8633,"15"-17"-3193,-14 17-5301,0 0 1,0 1 0,0-1 0,0 0-1,0 1 1,0-1 0,0 1 0,-1-1-1,1 1 1,0 0 0,0-1 0,0 1-1,-1 0 1,1 0 0,0 0 0,-1-1 0,1 1-1,0 0 1,-1 0 0,1 0 0,-1 0-1,0 0 1,1 0 0,-1 0 0,0 0-1,0 0 1,1 2 0,5 39 349,-5-31-21,15 235 1526,-8-92-1542,-2-73-454,12 204-912,-18-348-7770,0 30-512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8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 4233,'0'0'9505,"7"0"-4524,11 0-1965,366-11-344,-362 9-2580,-8 0 168,1 1 0,-1 0 0,1 1 0,18 3 0,-32-2-243,0-1 0,-1 1 0,1-1 0,0 1-1,-1-1 1,1 1 0,-1 0 0,1 0 0,-1-1 0,1 1 0,-1 0 0,1 0 0,-1-1 0,0 1 0,1 0 0,-1 0 0,0 0-1,0 0 1,0-1 0,1 1 0,-1 0 0,0 0 0,0 2 0,0 27 200,0-23-111,0 12 81,0 5-26,0 1 0,-1-1 0,-2 0 0,-9 41 1,-50 131 567,-13 44-33,60-179-493,-16 123 0,31-159-142,-9-49-2155,3-18-1891,6 13-1675,0 5-2212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09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8754,'0'0'10905,"17"-2"-9952,125-8 1005,-133 10-1843,707-26 5737,-704 24-5158,-17 1 1521,-8 1-3240,3 0-7999,21 0-4715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0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4417,'0'0'8483,"-3"3"-7101,2-3-1070,-11 7 85,7 1 2641,19-2 1452,22 0-2876,-34-6-1370,75 5 1228,92-5 0,-66-2-967,37 0-111,142 4 1515,-274-9-9062,8-1 1477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0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51 6433,'0'0'12478,"10"-9"-11026,28-26-94,-27 29 3432,-6 10-3168,-3 14-1779,-2-15 715,6 80 667,-7 157 0,-5-187-1151,-2 0 0,-28 100 0,16-78-212,19-74-60,1 1 1,-1-1-1,1 0 0,0 1 1,-1-1-1,1 1 0,0-1 1,0 1-1,0-1 0,0 0 1,0 1-1,0-1 0,1 1 1,-1-1-1,1 3 0,0-3-48,0-1 0,0 0 0,0 1 0,0-1 0,0 0 0,0 1 0,0-1 0,0 0 0,0 0 0,0 0 0,0 0 0,0 0 0,0 0 0,0 0 0,0 0-1,0 0 1,0-1 0,0 1 0,0 0 0,0-1 0,0 1 0,0-1 0,0 1 0,1-1 0,35-20-5132,1-11-2148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0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0 9554,'0'0'15915,"6"17"-14672,-3-7-1033,0-5-128,-1 0 1,0 0-1,0 0 0,-1 1 1,1-1-1,-1 0 0,0 1 0,-1-1 1,1 0-1,-1 1 0,0-1 1,-1 1-1,1-1 0,-1 1 0,0-1 1,0 0-1,-1 0 0,1 1 1,-1-1-1,-5 8 0,-213 290 1466,162-230-1541,54-67-7,2-4-1,0 0 0,0 1 0,0-1 0,0 1 0,0-1 0,1 1 0,0-1 0,-1 1 0,1 0 0,0 0 0,0 0 0,0 5 0,1-8-2,0 1 0,0-1 0,0 0 0,0 0 0,0 1 0,0-1-1,0 0 1,0 0 0,1 0 0,-1 1 0,0-1 0,0 0 0,0 0 0,0 0 0,1 0 0,-1 1 0,0-1 0,0 0 0,0 0 0,1 0 0,-1 0 0,0 0 0,0 0 0,0 0 0,1 0 0,-1 1 0,0-1 0,0 0-1,1 0 1,-1 0 0,0 0 0,0 0 0,1 0 0,-1 0 0,0 0 0,0-1 0,1 1 0,-1 0 0,0 0 0,0 0 0,1 0 0,3 0-16,346-18-34,22-24 125,-348 37-165,-22 0-335,-11 0-304,-46-8-4341,19 6-1537,14 1-1084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1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1 8970,'0'0'18492,"-81"178"-17204,58-125-208,-4 1-207,6 2-273,6 1-272,3-7-160,6 1-120,3-10-48,3-2-264,0-7-512,3-5-1041,12-9-2632,0-9-5665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2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1 543 6569,'0'0'7605,"18"-2"-6546,56-9-1,6-2 3420,-42 6-4026,1 2 0,51-1 0,-42 4-433,51-10 1,16 0 29,168-17-21,-56 4-15,130-8 410,403-21 566,-25 15-929,-3-35-16,-210 31-11,-1 0-26,123-16-140,-330 33 26,307-14 149,-138 38 2194,-481 2-1124,-14-3-102,-26 1-2550,-46 2 1,27 2-4035,5-2-2020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4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5641,'0'0'12851,"7"-3"-11503,-1-1-969,-4 2-256,0 1 0,0-1 0,0 1 0,0 0-1,0 0 1,1 0 0,-1 0 0,0 0 0,1 0 0,-1 1 0,0-1 0,1 1-1,3-1 1,-5 2 13,1-1-1,0 1 1,-1 0-1,1 0 1,-1 0-1,1 0 1,-1 0-1,0 0 1,1 0-1,-1 0 1,0 0 0,0 1-1,0-1 1,0 0-1,0 1 1,0-1-1,0 1 1,0-1-1,-1 1 1,1 0-1,0 1 1,14 40 963,-15-42-1013,18 75 651,-3 1 0,-4 0 0,-3 1 0,-3 112 1,-2-147-324,-3-43-403,0 0-1,0 1 1,1-1-1,-1 0 1,0 0-1,0 0 0,1 0 1,-1 1-1,0-1 1,0 0-1,1 0 1,-1 0-1,0 0 0,1 0 1,-1 0-1,0 0 1,1 0-1,-1 0 1,0 0-1,1 0 0,-1 0 1,0 0-1,0 0 1,1 0-1,-1 0 1,0 0-1,1 0 0,-1-1 1,0 1-1,0 0 1,1 0-1,-1 0 1,0 0-1,0-1 0,1 1 1,-1 0-1,0 0 1,0-1-1,0 1 1,1 0-1,-1 0 0,0-1 1,0 1-1,0 0 1,0 0-1,0-1 1,0 1-1,0 0 0,1-1 1,-1-27-1611,0 8-4939,0 9 1066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4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10682,'0'0'16564,"39"106"-15852,-39-79-352,-6 0-240,-9-3-120,3-4-56,9-5-1152,3-9-4161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5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6513,'0'0'15156,"4"0"-14119,302 0 2565,-304 0-3598,1-1-1,-1 1 1,0 0-1,0 1 1,0-1-1,0 0 0,0 1 1,0-1-1,1 1 1,-1-1-1,0 1 1,0 0-1,0 0 1,-1 0-1,1 0 1,0 0-1,0 1 1,-1-1-1,1 0 0,0 1 1,-1-1-1,1 1 1,-1 0-1,2 3 1,-1-1 1,-1 0 0,0 0 1,0 0-1,0 1 0,-1-1 1,1 0-1,-1 1 1,0-1-1,0 1 0,-1-1 1,1 0-1,-2 6 0,-1 0 10,0-1-1,-1 1 1,0-1 0,0 1-1,-1-1 1,0-1-1,0 1 1,-1-1-1,-1 0 1,-9 10 0,-14 13 21,-37 29 1,53-48-33,-35 28 32,27-24 23,1 2 0,1 0 0,0 1-1,-29 38 1,48-55-52,0-1-1,0 0 0,0 1 1,0-1-1,0 1 0,1-1 1,-1 1-1,0 0 0,1-1 1,0 1-1,-1 0 0,1-1 0,0 1 1,0 2-1,0-3 2,0 0 1,0-1-1,1 1 1,-1 0-1,0 0 0,1-1 1,-1 1-1,0 0 0,1-1 1,-1 1-1,1 0 1,-1-1-1,1 1 0,0-1 1,-1 1-1,1-1 1,-1 1-1,1-1 0,0 1 1,0-1-1,1 1 0,3 0 49,1 1 0,0-1-1,0 0 1,0 0-1,0-1 1,8 0-1,-7 0-14,505-11 1474,-503 11-435,-8 0-1698,1 0 0,-1 0 0,0 0 0,1 0 1,-1 0-1,0 0 0,1-1 0,-1 1 0,0-1 0,1 1 0,-1 0 0,0-1 0,0 0 1,0 1-1,1-1 0,0-1 0,10-9-6383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6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36 1064,'0'0'18568,"1"-4"-17662,2-2-537,-2 4-82,0 0 0,0 0 0,0 1 0,0-1 1,0 0-1,-1 0 0,1-1 0,-1 1 0,0 0 0,1-3 2162,1 9 678,-7 16-3119,-6 3 31,-2 0 0,0-1-1,-2-1 1,-17 20 0,15-19-9,-48 55-13,46-57-12,1 0 0,1 1 1,1 1-1,-16 30 0,30-50-5,1 1-1,0 0 1,0-1 0,0 1-1,0 0 1,0 0 0,1-1-1,-1 5 1,1-6 0,0-1 1,0 1-1,0 0 1,0 0-1,0-1 1,0 1-1,1 0 0,-1-1 1,0 1-1,0 0 1,1 0-1,-1-1 1,1 1-1,-1-1 0,0 1 1,1 0-1,-1-1 1,1 1-1,-1-1 1,1 1-1,0 0 1,3 0 4,0 1 1,0-1 0,-1 0 0,1 0 0,0 0 0,0-1 0,0 1 0,0-1 0,6 0 0,3 0 17,459 3 69,-390-10-2,20-1 52,-101 8-255,-10 0-4363,-20 0-3731,14 0 1155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6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10610,'0'0'16372,"-9"27"-15103,-1 6-903,-45 153 1748,52-171-2081,0 0 0,0 1 1,2-1-1,0 1 0,0 0 1,4 28-1,-2-43-135,-1 1 0,0-1 0,1 1 1,-1-1-1,1 1 0,0-1 0,-1 1 0,1-1 0,0 0 0,0 1 1,0-1-1,0 0 0,0 0 0,0 1 0,0-1 0,0 0 0,0 0 1,1 0-1,-1-1 0,0 1 0,1 0 0,-1 0 0,1-1 0,-1 1 1,3 0-1,2 0-1268,0 0-1,0 0 1,0-1 0,13 0 0,-8 0-1600,10 0-5707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7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72 6545,'0'0'13157,"-5"-5"-12177,-14-15-119,19 19-839,-1 1-1,1 0 1,0 0 0,0 0-1,0-1 1,0 1-1,0 0 1,0 0 0,0 0-1,0-1 1,0 1-1,0 0 1,0 0-1,0-1 1,0 1 0,0 0-1,0 0 1,0-1-1,0 1 1,0 0 0,0 0-1,0 0 1,0-1-1,1 1 1,-1 0-1,0 0 1,0 0 0,0 0-1,0-1 1,0 1-1,1 0 1,-1 0 0,0 0-1,0 0 1,0-1-1,0 1 1,1 0 0,-1 0-1,0 0 1,0 0-1,1 0 1,-1 0-1,0 0 1,0 0 0,0 0-1,1 0 1,-1 0-1,0 0 1,0 0 0,1 0-1,-1 0 1,0 0-1,0 0 1,1 0-1,17-3 213,-13 3-60,88-15 981,155-5 0,-246 20-1112,0 0 0,-1 0 0,1 1 0,-1-1 1,1 1-1,-1-1 0,1 1 0,-1-1 0,0 1 0,1 0 0,-1 0 0,0 0 0,0 0 0,1 0 1,-1 0-1,0 0 0,0 0 0,0 0 0,0 0 0,0 1 0,0-1 0,-1 0 0,1 1 0,0-1 0,-1 1 1,1-1-1,-1 1 0,1-1 0,-1 1 0,0-1 0,0 1 0,0 2 0,2 8 191,-1 1 1,-1 0-1,-1 14 0,1-9-26,-3 15 10,-1-1 0,-1 0 0,-2-1 0,-2 1 0,0-1 0,-15 31 0,9-22 137,1 0-1,-15 80 1,25-77-27,2 52-1,2-87-315,0-8 33,0-8-126,0-88-5026,0 32-5371,0 36 140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7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10082,'0'0'13907,"190"0"-12531,-131 0-503,-2 0-321,-13-3-264,-8 0-136,-12-6-104,-9 3 0,-7 0-48,-5 0-528,-3-15-1665,0 9-3424,0-6-6265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8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1 134 6313,'0'0'11157,"27"-5"-9338,4 1-1379,17-4 454,65-19 0,7-1 871,2 5 1,246-12 0,-335 32-1542,-31 2-118,-8 1-100,-75 4-2717,69-2 969,-1 1 0,1 0 0,0 0 0,-17 8 0,-5 2-4833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18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72 3473,'0'0'9528,"-4"0"-8179,-10 4 665,25-2 2207,18 0-512,-10-1-4486,127-8 1970,178-31-1,-91 8 655,-216 28-1704,-16 1-66,1 1-1,0-1 1,-1 1 0,1 0 0,0-1 0,0 1-1,-1 0 1,1 0 0,0 0 0,0 0 0,-1 0-1,1 0 1,0 1 0,-1-1 0,1 1 0,0-1-1,-1 1 1,1 0 0,0-1 0,-1 1-1,1 0 1,-1 0 0,1 0 0,-1 0 0,0 0-1,0 1 1,1-1 0,-1 0 0,0 0 0,0 1-1,1 2 1,0-1-235,0-1-1,0 1 0,0 0 1,0-1-1,0 1 1,1-1-1,-1 0 0,1 0 1,0 0-1,-1 0 1,1 0-1,5 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0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4241,'0'0'13599,"11"0"-9227,12 0-2552,8 1-1690,40 8 1,22 1-60,224-10 21,-292-1-95,-1-1 0,0-1 0,0-1-1,0-2 1,30-10 0,-58 17 20,-3 0 8,0 0 1,0 1-1,0 0 0,1 0 0,-1 1 0,-6 3 1,-100 77 117,83-57-66,-2-2 1,-1-2-1,-44 23 1,53-33-50,10-4 31,0-2 0,0 0 0,-16 5 0,88 4 888,-18-3-956,8-2 21,-18-4-46,0 2-1,48 17 1,-72-22 14,0-1-1,1 1 1,-1 1-1,-1-1 1,1 1-1,0 0 1,-1 0 0,0 0-1,0 1 1,0 0-1,0 0 1,-1 0-1,0 1 1,0 0-1,-1-1 1,1 1-1,3 10 1,-6-14 14,0 1 0,0-1 0,0 1 1,-1-1-1,1 1 0,-1 0 0,0-1 0,0 1 0,0 0 1,0-1-1,0 1 0,0 0 0,-1-1 0,1 1 0,-1-1 1,0 1-1,0-1 0,0 1 0,0-1 0,0 1 0,0-1 1,-1 0-1,1 0 0,-1 0 0,1 0 0,-1 0 0,-2 3 1,-4 0 12,-1 1 1,1-1-1,-1 0 1,0-1 0,-18 6-1,9-2-15,-32 11 319,0-2-1,-1-1 1,-1-4-1,0-1 0,0-3 1,-1-2-1,-60-1 1,111-4-590,1 1 0,0-1 0,-1 0 0,1 1 0,0-1 0,0 1 0,0-1 0,0 1 0,0-1 0,0 1 0,1 0 0,-1-1 0,1 1 1,-2 3-1,0 1-1544,-6 10-4080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1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1536,'0'0'10069,"5"0"-8974,31 0 1921,-28 0 259,-30 0-2467,0-1-566,35-2 311,35-2-169,120-6-306,125-13-72,635-50 170,-403 29-94,-159 9 200,-219 21 3096,-180 16-5009,-38 4 1,2 10-4652,21-3-1977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2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87 4481,'0'0'8829,"-11"-16"-7863,-35-48-53,46 64-662,-1-1 0,1 1 1,0 0-1,0-1 0,-1 1 1,1-1-1,0 1 0,0 0 1,-1-1-1,1 1 0,0 0 1,-1-1-1,1 1 0,-1 0 1,1 0-1,0-1 0,-1 1 1,1 0-1,-1 0 1,1 0-1,-1-1 0,1 1 1,-1 0-1,0 0 0,-3 10 1990,4 27-2338,0-26 1014,9 131 1048,0 0-1136,-9-130-767,-6 267 1007,6-229-988,0-49-147,0-11-1780,0-9-369,0-7-2066,0 7-1368,3-2-5000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2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13123,'0'0'13763,"33"0"-13243,-30 3-480,-3 0-144,0 0-560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3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6065,'0'0'9914,"25"-6"-8600,81-18-323,-84 19-358,0 1 0,1 1 0,-1 1 1,32 1-1,-26 1-30,-27 0-573,-1 0 1,1 1-1,-1-1 1,1 0-1,-1 0 1,1 0 0,-1 0-1,1 1 1,-1-1-1,0 0 1,1 1-1,-1-1 1,1 0-1,-1 1 1,0-1-1,1 0 1,-1 1 0,0-1-1,1 1 1,-1-1-1,0 0 1,1 1-1,-1-1 1,0 1-1,0-1 1,0 1-1,1 0 1,2 22 468,-6 22-4,2-37-460,-1 0 0,0 0 0,-1 0-1,0 0 1,-1 0 0,1-1-1,-1 0 1,-1 0 0,-5 8 0,-56 62 25,18-23-45,42-47 4,1-1-1,0 1 1,1 0-1,-1 1 1,2-1-1,-1 1 1,1 0-1,0-1 1,0 2-1,1-1 1,0 0-1,0 0 1,1 1-1,0 10 1,2-17-1,-1 0 1,1 0 0,0 0 0,0 0-1,0 0 1,0 0 0,0-1 0,0 1-1,1 0 1,-1-1 0,1 1 0,-1 0 0,1-1-1,-1 0 1,1 1 0,0-1 0,0 0-1,0 0 1,0 0 0,0 0 0,0 0-1,0 0 1,3 0 0,54 16 410,-58-17-411,28 4 181,-1-1 0,0-1 1,43-3-1,-17 0-14,-23-1-86,-30 2-93,0 0-1,0 0 1,0 0-1,0 0 0,0 0 1,0 0-1,0 0 1,1-1-1,-1 1 0,0 0 1,0-1-1,0 1 1,0 0-1,0-1 1,0 0-1,-1 1 0,1-1 1,0 1-1,0-1 1,0 0-1,0 0 0,0-1 1,-1 2 36,-9-10-4873,-14-1-625,14 5 750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3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11 5857,'0'0'9692,"2"-1"-8908,-1-1 0,1 1 0,-1 0 0,1 0 0,0 0 1,-1 1-1,1-1 0,0 0 0,0 1 0,2-1 0,-3 7-701,-1 0-1,1 0 0,-1 1 0,0-1 0,0 0 1,-1 0-1,1 1 0,-1-1 0,-1 0 0,1 0 1,-1 0-1,0 0 0,-1 0 0,1-1 0,-1 1 0,0-1 1,-1 0-1,-3 6 0,-10 10-22,-1 0 1,-39 34-1,25-24 53,20-20-106,1 0 28,1 0-1,-17 22 1,24-29-26,1 0-1,0-1 1,0 1-1,0 0 1,1 0-1,-1 0 1,1 0-1,0 0 0,0 0 1,0 1-1,1-1 1,-1 0-1,1 1 1,1 6-1,-1-10-3,1 0 1,-1 0-1,1 0 0,-1 0 0,1 0 0,0 0 0,-1 0 0,1 0 0,0 0 1,0 0-1,0-1 0,-1 1 0,1 0 0,0-1 0,0 1 0,0 0 0,0-1 1,0 1-1,0-1 0,1 0 0,-1 1 0,0-1 0,2 1 0,31 5 40,-29-6-31,71 6 89,110-6 0,-74-2-47,-13-7 302,-99 9-349,-5 0-758,-3 0-365,0-1 0,-1 1 0,1-2 0,0 1 0,-11-4 0,-19-13-6970,19 3-509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3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7698,'0'0'11359,"-6"27"-9436,-23 86-508,21-77-231,1 0 0,-2 38 0,4-19-535,2-20-640,2 41 0,1-44-1806,0-32 1693,0 1 0,1-1-1,-1 1 1,0-1-1,0 0 1,0 1 0,0-1-1,1 0 1,-1 1-1,0-1 1,0 0 0,1 0-1,-1 1 1,0-1 0,1 0-1,-1 0 1,0 1-1,1-1 1,-1 0 0,0 0-1,1 0 1,-1 0 0,1 1-1,-1-1 1,0 0-1,1 0 1,-1 0 0,1 0-1,-1 0 1,0 0-1,1 0 1,18 0-2858,-12-1 904,11 1-3493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4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76 9498,'0'0'10857,"8"-7"-10304,3-1-447,-1 0-1,1 1 1,0 0-1,0 1 0,1 1 1,0 0-1,0 0 0,0 1 1,23-5-1,-4 6 121,0 2 0,52 2 0,-81 0-167,1 0 0,-1-1 1,0 1-1,0 0 0,1 0 0,-1 0 1,0 0-1,0 1 0,0-1 1,0 0-1,-1 1 0,1-1 1,0 1-1,0 0 0,-1 0 1,1 0-1,-1-1 0,0 1 1,0 1-1,0-1 0,0 0 1,0 0-1,0 0 0,0 0 1,0 1-1,-1-1 0,1 0 1,-1 1-1,0-1 0,0 1 1,0 1-1,1 4 57,-1 0 1,0 0-1,0 0 1,-1-1-1,0 1 0,0 0 1,-1 0-1,-4 12 0,-7 6 292,-26 39 0,22-37-90,-16 31-1,27-46-401,-49 118 1096,48-113-1547,2-1-1,0 1 0,2 0 1,-1 1-1,0 29 1,1-69-7222,-3 3 1141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4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8914,'0'0'11508,"31"-2"-9937,100-6-463,96 3-34,-197 5-3534,-51 0-1822,-5 0-1565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5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1 264,'-3'0'18111,"4"0"-16914,0 0-1106,1 0 0,-1 0 0,0 0 0,1 0 0,-1 0 0,0 0 0,1 0 0,-1 0 0,0 1 0,1-1 0,-1 0 0,0 1 0,0-1-1,1 1 1,-1 0 0,0-1 0,0 1 0,0 0 0,2 1 0,-2 0-24,0 1 1,0-1-1,-1 0 0,1 0 0,-1 1 1,1-1-1,-1 0 0,0 1 0,0-1 1,0 1-1,0 2 0,0 1-18,1-1-61,-1 0 1,0 0 0,0-1 0,0 1-1,-1 0 1,1 0 0,-1 0 0,0 0 0,-1-1-1,1 1 1,-1-1 0,0 1 0,0-1 0,0 0-1,-1 1 1,0-1 0,-6 7 0,-66 55-3933,38-38-978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7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1256,'0'0'16398,"24"0"-13718,222-12-2467,-207 7-169,53-7 262,95-1 927,-202 13-1453,-11 0-1428,13-1-820,0 1 0,-23 3-1,11 4-2770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0:48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2865,'0'0'14925,"31"9"-11101,148-4-2825,-68-7-344,168-25 1,-243 24 632,-43 3-401,-3-1-804,-1 2 0,1-1 0,0 1 0,-1 1 0,-17 4 1,-54 21-2853,25-13-2555,7-2-3835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05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0 158 2721,'0'0'10322,"6"0"-9030,13 0-651,-5 0 6833,-12-1-7436,-1 0 1,1 0-1,-1 0 0,1 0 0,-1 0 1,0 0-1,1 0 0,-1 0 0,0-1 1,0 1-1,0 0 0,0-1 0,1-1 1,4-4-12,5-5-35,1 1 0,1 0 0,0 1 0,1 0 1,0 1-1,0 1 0,1 0 0,0 1 0,0 0 0,1 1 0,27-6 1,-2 4 1,-1 2-1,1 1 1,64 2 0,-101 3 11,-1 0-1,0 1 0,0-1 1,0 1-1,0-1 0,1 1 1,-1 0-1,0 0 0,0 1 1,-1-1-1,1 1 0,0-1 1,0 1-1,-1 0 0,1 0 1,-1 0-1,1 0 0,-1 1 1,0-1-1,0 0 0,0 1 1,0 0-1,-1-1 0,1 1 1,-1 0-1,1 0 1,-1 0-1,0 0 0,0 0 1,0 0-1,-1 0 0,1 4 1,1 7 9,0-1 1,-1 1 0,-1 0 0,0 0-1,-1 0 1,-3 17 0,2-24-13,0 1 0,0 0 0,-1-1 0,0 0 0,0 0 0,-1 0 1,-8 13-1,-39 43 14,34-42-16,-39 40 35,-72 61-1,60-59-39,58-54 5,1 1 1,0 0-1,0 0 0,-11 18 0,18-23 4,-1-1-1,1 0 1,0 1-1,0-1 1,1 1-1,0-1 1,-1 1 0,2 0-1,-1 0 1,0 0-1,1-1 1,0 1-1,0 0 1,0 0 0,1 0-1,1 5 1,-1-8 0,0 0 0,0 0 0,1 0 0,-1-1 0,0 1 0,1 0 1,0 0-1,-1-1 0,1 1 0,0-1 0,0 0 0,0 1 0,0-1 0,0 0 1,0 0-1,0 0 0,0-1 0,3 2 0,44 10 203,18-5-10,2-3 0,100-8 0,-168 4-195,95-9 3951,-97 9-3972,0 0 3,-1 1 0,1-1 0,0 0-1,0 0 1,0 0 0,0 1 0,-1-1-1,1 1 1,0-1 0,0 1 0,0-1 0,0 1-1,0 0 1,0-1 0,0 1 0,0 0-1,-1 2 1,0-2-77,-8 5-723,-18 14-972,19-8-7630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05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2 4153,'0'0'10033,"3"0"-8768,-2-1-1160,0 1 0,-1 0 0,1 0-1,0 0 1,-1-1 0,1 1 0,0 0-1,0 0 1,-1 0 0,1 0 0,0 0-1,-1 1 1,1-1 0,0 0 0,0 0-1,-1 0 1,1 1 0,0-1 0,-1 0-1,1 1 1,-1-1 0,1 0 0,0 1-1,-1-1 1,1 1 0,-1-1 0,1 1-1,-1-1 1,1 1 0,0 0 0,1 28 3112,-2-25-3187,1 1 303,-4 33 1348,3-38-1648,0 1 1,0 0 0,0-1-1,0 1 1,0-1 0,0 1 0,-1 0-1,1-1 1,0 1 0,0-1-1,-1 1 1,1-1 0,0 1 0,-1-1-1,1 1 1,0-1 0,-1 1-1,1-1 1,-1 0 0,1 1 0,-1-1-1,1 0 1,-1 1 0,1-1-1,-1 0 1,1 1 0,-1-1 0,1 0-1,-1 0 1,1 0 0,-1 0-1,0 1 1,1-1 0,-1 0 0,1 0-1,-1 0 1,0 0 0,1 0-1,-1 0 1,1-1 0,-1 1 0,0 0-1,1 0 1,-1 0 0,1-1-1,-1 1 1,1 0 0,-1 0 0,1-1-1,-1 1 1,1 0 0,-1-1-1,0 0 1,0-1-11,1 1-1,-1-1 0,0 0 1,1 1-1,-1-1 0,1 0 1,-1 0-1,1 0 0,0 0 1,0 1-1,0-1 0,0 0 1,0-2-1,0 3-11,0 0 0,0-1-1,0 1 1,0 0 0,0 0 0,0 0-1,0-1 1,1 1 0,-1 0 0,0 0-1,1 0 1,-1 0 0,1 0 0,-1 0-1,1 0 1,-1 0 0,1 0 0,0 0-1,0 0 1,-1 0 0,2-1 0,6 1 109,-1 0 0,1 0 0,-1 1 0,1 0 1,-1 1-1,11 1 0,-17 2 22,-1 0-1,1-1 1,-1 1 0,0 0-1,0 0 1,-1 7 0,1-3-1102,0 3-5801,-3-5-350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21597,'624'2'0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09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390 57 4233,'0'0'9474,"6"-11"-8192,16-34 28,-61 121 4947,-8 17-5422,-88 133 0,58-131-584,44-56-51,-43 67 0,74-104-186,1 0 0,0 1 0,0-1 0,0 1-1,0-1 1,0 1 0,0-1 0,0 1 0,0 5-1,1-7-1,0-1-1,1 1 1,-1 0 0,0-1-1,0 1 1,0 0-1,0-1 1,1 1-1,-1 0 1,0-1-1,1 1 1,-1-1-1,0 1 1,1 0-1,-1-1 1,1 1 0,-1-1-1,1 1 1,-1-1-1,1 0 1,-1 1-1,1-1 1,-1 1-1,1-1 1,0 0-1,-1 0 1,1 1 0,0-1-1,-1 0 1,1 0-1,0 0 1,-1 1-1,1-1 1,0 0-1,-1 0 1,1 0-1,0 0 1,1-1-1,108 0 195,125 3-198,-194 1 25,81 19 0,-77-13 50,-46-8-365,-31 2-4295,30-2 4026,-1-1 0,1 0-1,-1 0 1,1-1 0,0 1 0,-1 0-1,1-1 1,0 1 0,-1-1 0,1 0-1,0 0 1,0 0 0,-1 0 0,1 0-1,-2-2 1,-6-11-5117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0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 4353,'0'0'16286,"-2"23"-14848,-10 77-194,10-89-1008,-1 0-1,-1 0 1,0-1-1,-1 0 1,0 0 0,0 0-1,-1 0 1,0-1-1,-1 0 1,-13 15 0,-11 16 635,24-30-691,1 2 0,-1-1 0,2 1 0,0 0 0,0 0 1,1 0-1,-2 14 0,2-2-1299,1 1 1,1 41-1,3-65 603,1 0 0,-1-1 0,1 1 0,-1-1 0,1 1 0,-1-1 0,1 0 0,-1 1 0,1-1 0,-1 0 0,1 0 0,0 0 0,-1 0 0,1 0 0,1-1 0,1 1-855,19 0-4821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72 5449,'0'0'10289,"11"-12"-9093,30-35-103,-30 35 3329,-30 12-2783,13 0-1566,0 1 0,0 1 0,-1-1 1,1 1-1,0 0 0,1 0 0,-1 1 0,0 0 0,1 0 1,-1 0-1,1 1 0,0 0 0,-6 5 0,-9 9 61,-30 36 0,37-39-127,1 1-1,1 0 1,0 1 0,1 0-1,1 1 1,1 0 0,0 0-1,2 1 1,0 0 0,1 0-1,0 1 1,2-1 0,1 1-1,0 0 1,1 0 0,3 35-1,-1-52-4,-1 1 0,1-1 0,0 1-1,0-1 1,0 0 0,0 0-1,1 1 1,-1-1 0,1 0 0,0 0-1,0 0 1,0 0 0,0-1 0,1 1-1,-1 0 1,4 2 0,-1-1 9,1 0 0,-1-1 0,1 0 0,0 0 0,0 0 0,0-1 0,0 0 1,8 2-1,6 0 16,0-1 0,0-1 0,0-1 0,36-3 0,-43 0-24,0 0 0,-1-1 1,1 0-1,-1-1 1,0-1-1,0 0 0,18-10 1,0-3 7,44-34 0,-66 47 29,0-2 1,-1 1 0,1-1-1,-1 0 1,-1 0 0,1-1-1,-1 0 1,-1 0-1,0-1 1,0 1 0,0-1-1,-1 0 1,0 0-1,-1-1 1,0 1 0,-1-1-1,0 0 1,0 0 0,-1 1-1,0-1 1,-1-10-1,1 13 41,-1 0 0,0 0 0,-1 0 0,0 0-1,0 1 1,0-1 0,0 0 0,-1 1 0,-1-1 0,1 1-1,-1-1 1,0 1 0,0 0 0,-1 0 0,1 1-1,-1-1 1,-1 1 0,1-1 0,-10-7 0,14 13-79,-7-7 0,1 0 0,-1 1 0,0 0 0,0 0 0,-1 0 0,1 1 0,-1 1 0,-1-1 0,1 1 0,-1 1 0,-8-4 0,19 26-3894,0-17 3030,1 0 1,-1 0-1,1 0 1,-1 0 0,1 0-1,0 0 1,0-1-1,0 1 1,4 0 0,13 5-7190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1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247 11 7770,'0'0'14203,"4"-7"-12520,-3 4-1415,-2 3 1316,-50 45-787,-77 88 0,119-122-791,0 0 1,-13 21-1,21-30-10,-1 1 0,1 0-1,-1-1 1,1 1 0,0 0 0,0 0 0,0-1 0,0 1-1,0 0 1,1 0 0,0 0 0,-1 0 0,1 0 0,0 0 0,0 0-1,1 0 1,-1 0 0,0 0 0,3 6 0,-2-8-1,0 0-1,0 0 1,0 0 0,0 0 0,0 0-1,0 0 1,0 0 0,1 0 0,-1 0 0,0-1-1,1 1 1,-1 0 0,1-1 0,-1 1-1,0-1 1,3 1 0,29 4-166,-24-4 99,109 8-1155,-81-8 881,0 1 0,60 13 0,-95-14 345,0-1 0,0 1-1,1-1 1,-1 1 0,0 0 0,0 0-1,0 0 1,0 0 0,0 0-1,0 1 1,0-1 0,-1 0 0,1 1-1,0-1 1,-1 1 0,1 0 0,-1 0-1,1 0 1,-1-1 0,2 5-1,-1 0 25,-1 0-1,0-1 1,0 1-1,-1 0 1,1-1-1,-2 11 1,1-7 26,1-1 34,-1-1 0,-1 0 0,1 1 0,-1-1 0,0 0-1,-1 0 1,0 0 0,0 0 0,0 0 0,-1 0 0,0-1 0,0 1 0,-1-1-1,0 0 1,0 0 0,0 0 0,-1 0 0,0-1 0,0 0 0,-8 7 0,-3-1-59,-1 1 0,0-2 1,-1 0-1,0-1 1,-1-1-1,0-1 0,0-1 1,0 0-1,-1-1 0,0-1 1,0-1-1,0-1 1,-35-1-1,48-1-540,4 0 33,-1 0-1,1 0 1,-1 0 0,1 0-1,-1-1 1,1 1-1,-5-2 1,7 1 84,0 0 0,-1 0-1,1 0 1,0 0 0,0 0 0,-1 0 0,1 0 0,0 0-1,0 0 1,0-1 0,0 1 0,1 0 0,-1-1-1,0 1 1,0 0 0,1-1 0,-1 1 0,1-1 0,-1-2-1,-2-13-5270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1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 1768,'0'0'13866,"28"-8"-11662,94-22-480,-94 24-914,-1 2 0,49-2 0,-27 4-101,-2-2-32,-15 3 46,0-2 0,0-1 0,52-14 0,-83 18 634,-4-1-1819,1 1 50,-1 1 1,0-1-1,0 0 0,0 1 1,0-1-1,0 1 0,1 0 1,-1 0-1,-4 2 1,-20 4-10761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3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3449,'0'0'14149,"14"-10"-13206,46-33-63,-54 40-730,0-1 0,1 1 0,0 1 0,-1-1 0,1 1 0,0 0 0,0 1 0,0 0 0,0 0 0,1 0 0,-1 1 0,0 0 0,0 1-1,10 1 1,13 0 137,-9-3-11,46 4 503,-63-2-754,1-1-1,-1 1 1,0 1-1,1-1 1,-1 1-1,0-1 0,0 1 1,0 0-1,-1 1 1,1-1-1,0 1 1,4 4-1,-6-5-9,-1 0 0,0-1 0,0 1-1,0 0 1,-1 0 0,1 0 0,0 0-1,-1 1 1,1-1 0,-1 0 0,0 0-1,1 0 1,-1 0 0,0 0 0,0 1-1,-1-1 1,1 0 0,0 0 0,-1 0-1,1 0 1,-1 0 0,-1 3 0,-20 44 276,-11 12-38,3 2 0,3 1 0,3 1 1,-31 131-1,52-182-294,-1 0 1,0 0 0,-10 20-1,14-33-269,-1 0-1,0-1 1,1 1-1,-1-1 1,0 1-1,0-1 0,0 1 1,0-1-1,0 1 1,0-1-1,1 0 1,-1 1-1,0-1 1,0 0-1,0 0 1,0 0-1,0 0 0,0 0 1,0 0-1,0 0 1,0 0-1,0 0 1,-2-1-1,-3 1-2223,-3 0-2246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3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1 116 8938,'0'0'8834,"154"-32"-7682,-112 23-216,2 3-232,1 0-384,-1-3-119,-2 3-185,3 0-16,-7 0-89,1-3-463,2 0-1248,-8 0-1953,-6 0-2568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3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3993,'0'0'13244,"24"-7"-12572,84-21-201,-82 23-382,0 1 1,0 0-1,29 2 1,-6-1-48,4-1 6,62-4 443,-113 8 46,-3 7-313,-1-1-1,0 1 1,0-1 0,0 0-1,-1 0 1,0 0 0,0 0-1,-1 0 1,1 0-1,-1-1 1,0 0 0,-7 7-1,-8 12 286,-62 99 819,6 3 1,-104 240 0,153-306-1108,25-59-203,1-79-11322,-3 52 5665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5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78 9738,'0'0'11883,"21"-12"-11155,67-36-168,-82 45-522,0 0-1,0 1 1,0 0 0,0 0 0,0 0-1,0 1 1,0 0 0,1 0 0,-1 0-1,0 1 1,1 0 0,11 2 0,6-1 0,-2-2-27,25 0-5,-45 1-7,0 0-1,0 0 1,0 0 0,1 0 0,-1 1-1,0-1 1,0 1 0,0 0-1,0-1 1,0 1 0,0 0-1,0 0 1,0 0 0,-1 0 0,3 2-1,-3-2 0,0 0-1,0 0 1,-1 0-1,1 0 1,0 0-1,-1 1 1,1-1-1,-1 0 1,1 0-1,-1 0 1,1 1 0,-1-1-1,0 0 1,0 1-1,1-1 1,-1 0-1,0 1 1,0-1-1,0 0 1,-1 0-1,1 1 1,0-1-1,0 0 1,-1 1-1,1-1 1,-1 0-1,1 0 1,-1 0-1,1 1 1,-1-1-1,0 0 1,0 0-1,1 0 1,-1 0-1,0 0 1,0 0-1,0 0 1,0-1-1,0 1 1,-3 1 0,-4 4 51,-1-1 0,1 0 0,-1-1 0,-13 5 0,13-6-41,-3 2 3,2-1 44,1 0 0,0 0 0,-1 1 0,-8 7 0,16-11-41,0 1 1,0 0-1,0 0 0,0 0 1,0 0-1,0 0 0,1 0 1,-1 1-1,1-1 0,-1 0 1,1 1-1,0-1 0,0 1 1,0 0-1,0-1 0,1 1 1,-1 0-1,1-1 0,-1 1 1,1 3-1,0 0-9,0 8-6,0 1 0,4 24-1,-2-33-23,0 0-1,0 0 1,0-1-1,0 1 1,1 0 0,0-1-1,0 1 1,8 8-1,12 13-218,-10-13 56,-1 0 1,13 19 0,-23-30 178,-1 0-1,1 0 1,0 0 0,-1 0-1,1 0 1,-1 1 0,0-1-1,0 0 1,0 1-1,-1-1 1,1 0 0,-1 1-1,1-1 1,-1 1-1,-1-1 1,1 1 0,0-1-1,-1 4 1,0-5 30,0-1 0,0 0 0,0 1 0,0-1 1,0 0-1,0 0 0,0 1 0,-1-1 0,1 0 0,0 0 0,-1 0 1,1-1-1,0 1 0,-1 0 0,1 0 0,-1-1 0,0 1 0,-1 0 0,-35 7 409,28-6-274,-25 2 602,1-1 0,-64-3 0,40-1-1601,63 1-6907,8 0 2172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5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280 126 7962,'0'0'11978,"-12"-12"-10882,-41-38-70,51 48-949,0 0 1,0 1-1,0-1 1,0 1-1,0-1 0,-1 1 1,1 0-1,0 0 1,-1 0-1,1 0 0,0 0 1,-1 0-1,1 1 0,-1-1 1,0 1-1,1 0 1,-1 0-1,-2 0 0,-1 0 125,6 1-192,-1 0-1,0 0 0,1 0 0,-1 0 0,1 0 1,0 0-1,-1 0 0,1 0 0,0 0 0,-1 0 0,1 1 1,0-1-1,0 0 0,0 0 0,0 0 0,0 0 1,0 0-1,0 1 0,1 1 0,-1 2 5,13 177-111,-6-126-259,-3 0 0,-5 83 1,1-135 356,-1-1 0,0 0 0,0 0 0,0 0 0,0 0 0,-1 0 0,1 0 0,-1-1 0,0 1 0,1 0 0,-1-1 0,0 1 0,-1-1 0,1 0 0,0 0 0,-1 0 0,1 0 1,-1 0-1,0 0 0,1 0 0,-1-1 0,0 0 0,0 1 0,0-1 0,0 0 0,0-1 0,-1 1 0,-4 0 0,4 0 47,-1 0 0,0-1 0,1 1-1,-1-1 1,0 0 0,0 0 0,0-1 0,1 0-1,-1 0 1,0 0 0,1 0 0,-1-1 0,1 1 0,-1-1-1,1 0 1,0-1 0,0 1 0,0-1 0,-4-3-1,6 5 1,1 0 0,-1-1 0,1 0 1,-1 1-1,1-1 0,0 0 0,-1 0 0,1 0 0,0 0 0,0 0 0,0 0 0,0 0 0,1 0 0,-1 0 0,1 0 0,-1 0 0,1 0 0,0-1 0,-1 1 0,1 0 0,0 0 0,1-1 0,-1 1 0,0 0 0,1 0 0,-1 0 0,1 0 0,0-1 0,-1 1 0,1 0 0,0 0 0,0 0 0,1 0 0,-1 1 0,0-1 0,2-2 0,6-5 74,1 0-1,-1 0 0,1 1 1,1 1-1,13-9 0,0 0-154,-11 7 42,-1-1 0,0 0 1,0-1-1,-1-1 0,0 0 1,-1 0-1,-1-1 0,0 0 1,-1-1-1,0 1 0,-1-2 1,0 1-1,-1-1 0,-1 0 1,-1 0-1,0-1 0,-1 0 1,0 1-1,-1-1 0,-1-28 1,0 28-7,-2-30 11,1 44-14,0 1 1,-1 0-1,1 0 0,0 0 0,-1 0 0,1 0 0,0 0 1,-1 0-1,1 0 0,-1 0 0,0 0 0,1 0 0,-1 0 0,0 0 1,0 0-1,1 0 0,-1 1 0,0-1 0,0 0 0,0 1 0,0-1 1,0 0-1,0 1 0,0-1 0,0 1 0,0 0 0,0-1 1,-1 1-1,1 0 0,0 0 0,0-1 0,-2 1 0,0 0 6,0 0 0,1 0 0,-1 0 0,0 0 0,0 0 0,0 1 0,1-1 0,-1 1 0,0 0-1,0 0 1,1 0 0,-1 0 0,1 0 0,-1 1 0,-2 1 0,3-1-107,1 1-1,-1-1 1,1 0 0,0 1 0,0-1 0,0 1 0,0-1-1,0 1 1,0 0 0,1-1 0,-1 1 0,1 0-1,0 0 1,0-1 0,0 1 0,0 3 0,0-1-968,0-3 691,0-1 0,0 1 0,-1-1 0,1 1 0,1-1 0,-1 1 0,0-1 0,0 0 0,0 1 0,1-1 0,-1 1 0,1-1 0,-1 0 0,1 1 0,0-1 0,-1 0 0,1 0 0,0 0 0,0 1 0,0-1 0,1 1 0,12 7-6526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6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10922,'0'0'6914,"24"0"-12211,-18-9-4897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6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6833,'0'0'8970,"53"-18"-18812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7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8586,'0'0'8466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19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0 228 5497,'0'0'9194,"13"1"-3506,-4-3-4641,0-9-851,-1 0 1,0-1-1,-1 0 1,9-18-1,12-19-198,-23 41 0,0 1 0,0 0 1,1 0-1,0 1 0,1 0 0,-1 0 0,1 0 1,0 1-1,0 0 0,1 0 0,0 1 0,0 0 0,0 0 1,0 1-1,0 0 0,1 0 0,-1 1 0,11-1 0,-4 0-9,-9 2 10,0-1 0,-1 1-1,1 1 1,0-1 0,0 1 0,0 0 0,0 1 0,-1-1 0,10 3 0,-13-2 30,0 1-1,0 0 1,0 0 0,0 0 0,0 0 0,-1 0 0,1 0-1,0 0 1,-1 1 0,0-1 0,1 0 0,-1 1 0,1 2-1,12 36 204,-12-28-185,0-1 1,-1 0 0,0 14 0,-1-17-37,1 0 0,-1 1 1,1-1-1,1 0 1,0 0-1,5 14 0,-6-22-8,-1 1-1,1-1 0,0 0 1,1 1-1,-1-1 1,0 0-1,0 0 0,0 0 1,1 0-1,-1 0 1,0-1-1,1 1 0,-1 0 1,1 0-1,-1-1 1,1 1-1,-1-1 0,1 0 1,0 1-1,-1-1 1,1 0-1,1 0 0,42-1 77,-34 0-57,-4 0-20,-1 0 0,1-1 0,-1 0 0,0 0 0,1 0 0,-1-1-1,0 0 1,-1 0 0,1 0 0,0-1 0,-1 0 0,5-4 0,11-11-4,28-32 0,-27 26-11,3 0-25,51-39 0,-76 64-51,0 0 0,0 1 1,0-1-1,0 0 0,0 0 0,0 0 0,0 0 0,0 0 0,0 1 0,0-1 0,0 0 0,0 0 0,0 0 0,0 0 0,0 0 0,0 0 1,0 1-1,1-1 0,-1 0 0,0 0 0,0 0 0,0 0 0,0 0 0,0 0 0,0 0 0,0 0 0,0 1 0,1-1 0,-1 0 0,0 0 1,0 0-1,0 0 0,0 0 0,0 0 0,1 0 0,-1 0 0,0 0 0,0 0 0,0 0 0,0 0 0,0 0 0,1 0 0,-1 0 0,0 0 1,0 0-1,0 0 0,-7 13-4287,-2-1-1321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20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1 187 4745,'0'0'10776,"0"-4"-10247,1 1-488,-1 2 39,0 0 0,0 0 0,0-1 0,0 1 0,0 0 0,1 0 0,-1-1 0,1 1 0,-1 0-1,1 0 1,-1 0 0,1 0 0,0 0 0,-1 0 0,1 0 0,0 0 0,0 0 0,0 0 0,0 0 0,-1 0 0,1 1 0,1-1-1,-1 0 1,0 1 0,1-2 0,14-8 631,-1-1 0,18-15 0,-22 16-679,0 1-1,1 0 1,1 0 0,25-12-1,-11 10-29,1 1 0,31-7 0,-47 14-11,0 0 1,1 1-1,0 1 1,-1 0-1,1 1 1,0 1-1,18 2 1,-29-2 7,-1-1 0,1 1 0,-1 0 0,1 0 0,-1 0 0,1 0 0,-1 0 0,1 1 0,-1-1 0,0 0 0,0 1 0,0-1-1,0 1 1,0-1 0,0 1 0,0-1 0,0 1 0,0 0 0,-1 0 0,1-1 0,-1 1 0,1 0 0,-1 2 0,7 46 284,-7-44-205,0 107 2014,1-112-2085,-1-1 0,0 1 0,1-1 1,-1 1-1,1-1 0,-1 1 0,1 0 0,-1-1 0,1 0 0,-1 1 0,1-1 0,-1 1 0,1-1 0,0 0 0,-1 1 0,1-1 0,-1 0 1,1 1-1,0-1 0,-1 0 0,1 0 0,0 0 0,0 0 0,-1 0 0,1 0 0,0 0 0,-1 0 0,2 0 0,29 0 79,-23 0-71,1-1-1,0-1 1,0 0 0,0-1-1,0 1 1,-1-2 0,0 1-1,1-1 1,-1 0 0,-1-1-1,12-8 1,8-4 33,-8 6 45,0-1-1,28-23 1,-42 30-26,1 0 0,-1 0 0,1-1 0,-2 0 0,1 0 0,-1 0 1,0 0-1,0-1 0,0 1 0,-1-1 0,4-11 0,-7 17-37,-1 1 1,1 0-1,0-1 1,0 1-1,-1 0 1,1 0-1,0-1 0,0 1 1,-1 0-1,1-1 1,0 1-1,-1 0 1,1 0-1,0 0 0,-1-1 1,1 1-1,-1 0 1,1 0-1,0 0 1,-1 0-1,1 0 1,0 0-1,-1 0 0,1 0 1,-1 0-1,1 0 1,0 0-1,-1 0 1,1 0-1,-1 0 0,1 0 1,0 0-1,-1 0 1,1 0-1,-1 1 1,1-1-1,-1 0 1,-17 6-240,18-5 131,-1-1 0,1 0 0,-1 1 0,1-1 1,-1 1-1,1-1 0,-1 1 0,1-1 0,0 1 0,-1-1 0,1 1 0,0-1 0,-1 1 0,1 0 0,0-1 0,0 1 1,0 0-1,0-1 0,-1 1 0,1-1 0,0 1 0,0 0 0,0-1 0,0 1 0,0 0 0,1-1 0,-1 1 0,0 0 1,0-1-1,1 2 0,-1-1-337,1 0 0,0 0 0,0-1 0,0 1 0,0 0 0,0 0 0,0 0 0,1-1 0,-1 1 0,0-1 0,0 1 0,0-1 0,1 1 0,1-1 0,22 6-7827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21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30 6065,'0'0'11651,"-8"-5"-10406,-22-13-286,28 14 1291,9 2-1507,13 1-602,-18 1 118,210 0 1313,-206 0-1574,1 0-1,0 1 0,0 0 1,0 0-1,0 0 0,-1 1 1,1 0-1,-1 0 0,1 1 0,-1-1 1,0 2-1,0-1 0,0 0 1,8 8-1,-11-8 2,0 0-1,0 0 0,0 0 1,-1 1-1,0-1 1,1 1-1,-1 0 1,0 0-1,-1-1 1,1 1-1,-1 0 1,0 0-1,0 0 1,0 1-1,0-1 0,-1 0 1,0 0-1,0 0 1,0 1-1,0-1 1,-1 0-1,1 0 1,-1 0-1,-2 7 1,1-5 12,-1 0 1,1 0 0,-1 0 0,0-1 0,-1 1-1,1-1 1,-1 0 0,0 0 0,-6 5 0,-46 39 30,39-35-33,-132 90 145,97-71 3,-82 70 0,129-99-146,0 0 1,1 0-1,-1 1 0,1-1 1,1 1-1,-1 0 0,0 0 1,1 0-1,0 1 0,1-1 1,-1 1-1,1 0 0,0-1 1,0 1-1,1 0 0,-1 0 1,0 13-1,2-18 3,1 1 0,-1-1 0,0 1 0,1 0-1,-1-1 1,1 1 0,-1-1 0,1 1 0,0-1 0,0 0-1,-1 1 1,1-1 0,0 0 0,0 0 0,0 1 0,1-1 0,-1 0-1,0 0 1,0 0 0,1 0 0,-1 0 0,0-1 0,1 1-1,2 1 1,42 12 263,-35-11-220,38 6 311,1-1 0,-1-4-1,94-1 1,-106-4-324,-37 1-81,3-17-11009,0 11 5608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21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10138,'0'0'19075,"1"0"-18878,0 0 1,-1 1-1,1-1 1,0 0-1,-1 1 1,1-1-1,0 0 1,0 1-1,-1-1 0,1 1 1,-1-1-1,1 1 1,-1-1-1,1 1 1,0-1-1,-1 1 1,1 0-1,-2 11 34,-1-1-907,2 3-3496,8-14-2313,-6 0 4830,15 0-4840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22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45 7162,'0'0'8680,"9"-6"-7724,4-3-579,30-18 1189,-42 27-1429,-1 0-1,0 0 0,1-1 0,-1 1 0,1 0 1,-1 0-1,0 0 0,1-1 0,-1 1 0,1 0 1,-1 0-1,1 0 0,-1 0 0,1 0 0,-1 0 0,1 0 1,-1 0-1,0 0 0,1 0 0,-1 0 0,1 0 1,-1 0-1,1 0 0,-1 1 0,1-1 0,-1 0 1,0 0-1,1 0 0,-1 1 0,1-1 0,-1 0 1,0 1-1,1-1 0,-1 0 0,0 1 0,1-1 1,-1 0-1,0 1 0,0-1 0,1 0 0,-1 1 1,0-1-1,0 1 0,0-1 0,0 1 0,1-1 1,-1 1-1,0-1 0,0 0 0,0 1 0,0-1 1,0 1-1,0-1 0,0 1 0,-1 0 0,-4 30 1509,-3-16-1478,-1 0-1,0-1 1,-1 0 0,0-1 0,-1 0 0,-22 19 0,7-5-54,-20 23 8,-126 140-34,168-186-86,1 0 0,0 0 0,0 0 0,0 1 0,0-1 0,1 1 0,-1 0 0,1 0 0,0 0 0,1 0 0,-1 0 0,1 0 0,0 0 0,1 1 0,-1 6 0,1-10-2,1-1 0,0 1 0,0-1 0,0 1 0,-1-1 0,1 1 0,1-1 0,-1 0 0,0 1 0,0-1 0,0 0 0,1 0 0,-1 0 0,1 0 0,-1 0 0,1 0 0,-1 0 0,1 0 0,-1-1 0,1 1 0,0-1 0,-1 1 0,1-1 0,2 1 0,46 8-14,235 8-119,171-14 186,-455-3 50,-35 0-5931,9 0-1669,15 0 2137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22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1 8482,'0'0'13615,"-1"2"-12404,-9 14-325,2 0 1,0 1-1,1 0 1,-6 19 0,1-3-309,-6 11-335,3 1 1,1 0-1,2 0 0,3 2 0,1-1 0,-2 73 0,10-109-953,0 19 2157,-5-18-3759,-5-7-5255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1:23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4 1088,'2'-3'22807,"-4"3"-20915,2 0-1820,-1 0 1,1 1-1,-1-1 1,1 1 0,-1-1-1,1 0 1,0 1-1,-1-1 1,1 1-1,0-1 1,-1 1-1,1-1 1,0 1 0,-1-1-1,1 1 1,0-1-1,0 1 1,0 0-1,-1-1 1,1 1-1,0-1 1,0 1-1,0 0 1,0-1 0,0 1-1,0-1 1,0 2-1,1 24 574,-1-19-479,0 322 2215,-1-316-2300,-1 1 0,0-1 0,-1 1-1,-1-1 1,-6 17 0,-4 12 67,-16 56-33,18-62 16,1 0 0,2 0 0,-8 71 1,13-49 23,-2 0 1,-26 108-1,29-159-416,-2 20 718,4 4-3658,-27-31-8538,8 0 2249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4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2473,'0'0'0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5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1 1664,'0'0'15433,"-10"0"-14579,-27-1 131,36 1-662,0 0 0,1 0-1,-1 0 1,0 0 0,0 1 0,1-1-1,-1 0 1,0 0 0,1 0-1,-1 0 1,0 1 0,1-1 0,-1 0-1,0 1 1,1-1 0,-1 0 0,1 1-1,-2 0 1,-4 13 1621,6 24-3161,1-20 1829,-1-4-591,1 69 101,-4 0 1,-16 104-1,-84 210-80,77-311-49,22-72-487,1 1 1,0-1-1,0 1 1,0 23 0,10-36-1180,-1-2 1113,-1-1-1,1 1 1,-1-1 0,0 0-1,1-1 1,-1 1 0,0-1-1,0 0 1,0 0 0,0-1-1,8-4 1,25-22-4484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6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1384,'0'0'15838,"18"-5"-14891,2-1-667,-11 2-170,0 1 1,1 0 0,0 0 0,0 1 0,0 1 0,0 0 0,0 0 0,0 1-1,0 0 1,15 2 0,-15 1-41,1 0-1,0 0 1,-1 1 0,0 1-1,0 0 1,0 0-1,0 1 1,-1 0 0,0 0-1,0 1 1,0 1-1,-1-1 1,-1 1-1,1 1 1,12 17 0,-11-12-27,-1 0 0,0 0 0,-1 1 0,0 0 0,-1 1 0,-1-1 0,-1 1 0,0 0 0,-1 0 0,2 21 0,-4-25 112,-1 1 0,0-1 0,0 0 0,-1 0 0,-1 1 0,-3 14 0,3-23-56,0 1-1,0 0 1,0 0 0,-1-1-1,1 1 1,-1-1 0,-1 0-1,1 0 1,0 0 0,-1 0-1,0 0 1,0-1-1,0 0 1,0 0 0,-1 0-1,-8 4 1,0-1-14,0-1-1,0 0 1,0-1-1,-1 0 1,1-2-1,-1 1 1,0-2-1,0 0 1,0 0-1,0-1 1,0-1 0,0 0-1,1-1 1,-1-1-1,0 0 1,1-1-1,-16-6 1,28 9-496,1 1 221,0-1 1,0 1-1,0-1 1,0 1-1,0-1 1,0 1-1,0-1 0,0 1 1,0-1-1,1 1 1,-1 0-1,0-1 0,0 1 1,0-1-1,1 1 1,-1-1-1,0 1 0,1 0 1,-1-1-1,0 1 1,1-1-1,-1 1 1,0 0-1,1-1 0,14-6-4699,1-1-2176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6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587 1 104,'0'0'13903,"-14"4"-12372,-204 85 3107,186-73-4181,0 2 0,2 2 0,0 0 0,1 2 0,-51 51 0,67-59-406,1 1 0,1 0 0,0 0 0,1 1 0,0 1 0,1-1 0,1 2 0,1-1 0,1 1 0,0 0 0,1 0 0,1 1 0,-2 22 0,4-18-27,0 0 1,2 1 0,1-1-1,1 1 1,1-1-1,1 0 1,1 0 0,0-1-1,2 1 1,1-1 0,1-1-1,12 22 1,-8-19 51,1 0 0,1-1 1,1-1-1,2-1 0,37 38 0,-40-46-16,0-1 0,0-1-1,1 0 1,0-1-1,1 0 1,0-2 0,0 0-1,1-1 1,24 7-1,8-1 92,-50-13-209,0 0 0,0 0 0,0 0 0,-1-1 0,1 1 0,0 0 0,0 0 0,0 0 1,0 0-1,0 0 0,-1 0 0,1 0 0,0 0 0,0 0 0,0 0 0,0 0 0,0 0 0,-1 0 0,1 0 0,0 0 0,0 0 0,0 0 0,0 1 0,0-1 0,-1 0 0,1 0 1,0 0-1,0 0 0,0 0 0,0 0 0,0 0 0,0 0 0,0 0 0,-1 1 0,1-1 0,0 0 0,0 0 0,0 0 0,0 0 0,0 0 0,0 0 0,0 1 0,0-1 0,0 0 0,0 0 1,0 0-1,0 0 0,0 0 0,0 1 0,0-1 0,0 0 0,0 0 0,0 0 0,0 0 0,0 0 0,0 1 0,0-1 0,0 0 0,0 0 0,0 0 0,0 0 0,0 0 0,0 1 1,0-1-1,1 0 0,-1 0 0,-1 0-618,-7 0-4495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7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1536,'0'0'17713,"0"1"-17659,0-1 0,0 1 0,0-1 0,1 1 0,-1-1 0,0 0 0,1 1 0,-1-1 0,1 1 0,-1-1 0,0 0 0,1 1 0,-1-1 0,1 0 0,-1 0-1,1 1 1,-1-1 0,1 0 0,-1 0 0,1 0 0,-1 1 0,1-1 0,-1 0 0,1 0 0,-1 0 0,1 0 0,20 2 106,0 0 0,1-2-1,-1 0 1,36-6 0,-54 6-154,115-9 32,-117 9-37,-1 0 0,1 0 0,-1 0 0,1 0 1,-1 0-1,1 1 0,0-1 0,-1 0 0,1 0 1,-1 0-1,1 0 0,-1 1 0,0-1 0,1 0 0,-1 0 1,1 1-1,-1-1 0,1 0 0,-1 1 0,0-1 1,1 1-1,-1-1 0,0 0 0,1 1 0,-1-1 1,0 1-1,1-1 0,-1 1 0,0-1 0,0 1 1,0 0-1,1 18 137,-1-11-37,-1 4 16,0 0 1,0-1-1,-1 1 1,-1 0-1,0-1 1,-1 0-1,-7 18 1,-45 73 328,4-10-206,47-81-214,1 0 1,0 0-1,0 1 1,1-1-1,-2 13 1,5-20-22,-1 0 0,1-1 0,0 1 1,0 0-1,0-1 0,0 1 0,1 0 1,0-1-1,0 1 0,0 0 0,0-1 1,0 1-1,0-1 0,1 0 1,0 1-1,0-1 0,0 0 0,0 0 1,0 0-1,3 2 0,3 2 17,0-1 0,0 0-1,1-1 1,-1 0 0,1-1-1,0 1 1,0-2 0,1 1 0,-1-1-1,1-1 1,0 0 0,11 2 0,7-2-165,-1 0 1,1-2 0,32-4-1,-56 4-14,0-1 0,-1 1-1,1-1 1,-1 0 0,1 0 0,-1 0-1,1 0 1,-1 0 0,0-1-1,1 0 1,4-3 0,-7 4-300,1-1-1,0 0 1,0 0 0,-1 0 0,1 0 0,-1 0 0,0-1-1,0 1 1,0 0 0,0 0 0,0-1 0,0 1-1,0-1 1,-1 1 0,1-1 0,-1 1 0,0-4 0,1-11-8100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7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7498,'0'0'12618,"142"-12"-11842,-103 6-63,-1 3-321,1 0-200,3 0-112,-4 3-80,7-6-72,32-8-712,-9-1-2313,-8-3-3985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8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8586,'0'0'13987,"155"0"-13699,-114 0-152,1-6-128,-4-3-8,-5 0-104,-6 3-544,-6 0-913,-7 3-911,-28 3-15020,-13 0 16964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8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1536,'0'0'19965,"172"3"-19237,-127-12-440,-7 0-184,-8 3-104,9 3-312,-9-2-1737,-13 2-4232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8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89 856,'0'0'18832,"30"-11"-17624,4-4-932,-11 5-152,1 0 0,-1 2 0,2 0 0,-1 2 0,1 0 1,28-1-1,-19 3-75,1 1 0,0 3 0,60 5 0,-92-5-50,-1 1 1,1 0-1,-1-1 1,1 1-1,-1 0 1,1 0-1,-1 1 1,0-1-1,0 0 1,0 1-1,1 0 1,-1-1-1,-1 1 1,1 0-1,0 0 1,0 0-1,-1 0 1,1 0-1,-1 0 1,1 1-1,-1-1 1,0 0-1,0 1 1,0-1-1,-1 1 1,1-1-1,0 1 1,-1-1-1,0 1 1,1 3-1,-1 2 25,0-1 1,0 0-1,-1 1 0,0-1 0,0 0 0,-1 1 1,1-1-1,-2 0 0,1 0 0,-5 8 0,-1 0 41,-2-1-1,0 0 0,0 0 0,-1-1 0,-1-1 0,0 0 0,-16 12 0,-104 72 680,112-83-604,-172 117 1568,185-125-1618,0 0 1,0 1-1,1 0 0,-7 8 0,12-13-84,0-1-1,1 1 1,-1 0-1,0 0 1,1-1-1,-1 1 1,0 0-1,1 0 1,-1 0-1,1 0 1,-1 0-1,1 0 0,0 0 1,-1 0-1,1 0 1,0 0-1,0 0 1,0 0-1,0 0 1,-1 0-1,2 0 1,-1 0-1,0 0 1,0 0-1,0 0 1,0 0-1,1 0 0,-1 0 1,0 0-1,1 0 1,-1 0-1,1 0 1,-1 0-1,1 0 1,-1 0-1,1 0 1,0-1-1,-1 1 1,1 0-1,0 0 1,0-1-1,0 1 0,0-1 1,-1 1-1,1 0 1,2 0-1,16 5 86,0 0-1,0-1 1,1-1-1,0 0 1,0-2-1,23 1 0,0 0-84,151 11-1014,-66-17-7835,-97-2 2373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8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10 10426,'0'0'18748,"-15"35"-18484,15-32-264,21-3-3600,6-21-1994,2-5-6696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9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0 96,'0'0'25915,"-15"30"-24312,-53 97-277,57-107-1025,0-1 0,-2 0 0,-1-1 0,0-1 0,-24 23 0,8-9 29,-3 2-51,22-24-227,1 1 1,0 0-1,1 0 0,0 1 0,0 0 0,1 1 0,-10 19 0,18-29-56,-1-1 0,0 1-1,1 0 1,-1 0 0,1 0 0,-1 0-1,1 0 1,0 0 0,0-1 0,0 1-1,0 0 1,0 0 0,0 0 0,0 0 0,1 0-1,-1 0 1,1 0 0,-1 0 0,1-1-1,0 1 1,0 0 0,0 0 0,0-1-1,0 1 1,0-1 0,0 1 0,1-1-1,-1 1 1,0-1 0,1 0 0,-1 1-1,1-1 1,0 0 0,-1 0 0,1 0-1,2 1 1,7 2-8,0-1 0,0 1-1,0-2 1,0 1 0,12 0 0,-15-2 19,85 9-11,103-1 0,-71-9-4310,-65 0-610,-63-12-9737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9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1 3017,'0'0'20540,"-128"172"-18163,108-122-665,5-5-680,3-3-528,3-10-336,6-5-128,3-9-40,0-6-272,0-6-752,45-6-1248,-1-3-2353,-5-18-3537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6:59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14987,'0'0'12051,"-106"170"-10467,94-129-576,6-2-232,3-3-247,0-1-177,0-5-232,0-3-112,0-7-8,3-5-312,0-3-625,0-6-551,6-6-1280,21 0-3066,-4-18-4552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0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1200,'0'0'16481,"-3"1"-14507,3-1-1913,0 0-1,-1 0 1,1 0 0,0 0 0,-1 0 0,1 0 0,0 0-1,0 0 1,-1 0 0,1 1 0,0-1 0,0 0-1,-1 0 1,1 0 0,0 0 0,0 1 0,0-1-1,0 0 1,-1 0 0,1 1 0,0-1 0,0 0-1,0 0 1,0 1 0,0-1 0,-1 0 0,1 0 0,0 1-1,0-1 1,0 0 0,0 0 0,0 1 0,0-1-1,0 0 1,0 1 0,0-1 0,0 0 0,9 13 1553,29 16 248,-19-16-1189,1 4-488,0 1 0,-1 0 1,-1 1-1,-1 2 0,-1-1 1,-1 2-1,0 0 0,-2 1 0,-1 0 1,11 28-1,-9-12-180,-2 0-1,-2 0 1,-1 1-1,-2 1 1,4 72 0,-11-107-1,0 180 51,-2-167-44,0 1 0,-1-1 0,-1 0 0,-1-1 0,-1 1 0,-1-1-1,-12 26 1,5-20 74,-2 1 0,0-2 0,-2 0 0,0-1 0,-2-1 0,0-1 0,-1 0 0,-1-2 0,-1 0 0,-41 23 0,53-33-769,30-15-1530,22-20-2271,6-7-2775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0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3281,'0'0'20617,"4"2"-19348,1-1-1126,-1 1-1,0-1 1,1 0 0,-1 0 0,1-1 0,-1 1 0,1-1 0,-1 0 0,1 0-1,7-2 1,58-12 163,-16 3-208,74 1-1943,-45 8-7507,-69 2 3033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0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11258,'0'0'14211,"161"18"-13963,-117-18-248,1-6-200,17-11-944,-11 2-1432,-16-3-3298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3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452 8 360,'0'0'14260,"0"1"-14174,0-1 0,0 0 0,0 0 0,0 0 0,0 0 0,0 0 0,0 0 0,0 0 0,1 0-1,-1 0 1,0 0 0,0 0 0,0 0 0,0 0 0,0 0 0,0 0 0,0 0 0,0 0-1,0 0 1,1 0 0,-1 0 0,0 0 0,0-1 0,0 1 0,0 0 0,0 0 0,0 0-1,0 0 1,0 0 0,0 0 0,0 0 0,0 0 0,1 0 0,-1 0 0,0 0 0,0 0 0,0 0-1,0-1 1,0 1 0,0 0 0,0 0 0,0 0 0,0 0 0,0 0 0,0 0 0,0 0-1,0 0 1,0 0 0,0-1 0,0 1 0,0 0 0,0 0 0,0 0 0,0 0 0,0 0 0,0 0-1,0 0 1,0-1 0,-5 0 128,-1 0 0,1 0-1,0 0 1,0 0 0,0 1-1,-1 0 1,1 0 0,-8 2 0,-8-1 105,7-1-122,-1 2 1,1 0-1,0 1 0,0 0 0,0 1 0,0 1 0,0 0 1,1 1-1,0 0 0,0 1 0,-12 10 0,3-3 15,1 2-1,1 1 1,1 1 0,0 0-1,-21 29 1,32-37-172,1 0-1,1 0 1,0 1 0,0 0-1,1 1 1,1-1 0,0 1 0,0 0-1,1 0 1,1 0 0,-2 18-1,3-20-19,1-1 0,0 0-1,0 1 1,1-1-1,1 0 1,0 0-1,0 0 1,0 0-1,1 0 1,1 0 0,-1-1-1,1 1 1,1-1-1,0 0 1,10 13-1,-3-8 4,0-1 0,0-1 0,1 0 0,0-1 0,1 0 0,0-1 0,1 0 0,0-1 0,0-1 0,1-1 0,16 5 0,-5-3 160,1-2 0,-1-1-1,1-1 1,0-2 0,53-1 0,-74-2-161,0-1 0,0 1 0,0-1 0,0 0 0,0-1 0,-1 0 1,1 0-1,-1 0 0,0-1 0,0 0 0,0 0 0,0 0 0,-1-1 0,0 0 1,0 0-1,0 0 0,0-1 0,-1 0 0,0 0 0,6-11 0,0 0-4,-1-2 0,-1 1 0,-1-1 0,0 0 0,-1 0 0,3-25 0,-5 19 115,-1 1 0,-2-1-1,0 0 1,-5-36-1,3 54-80,-1-1-1,0 1 1,-1-1-1,0 1 0,0 0 1,0 0-1,-1 0 1,0 1-1,0-1 1,-1 1-1,0 0 0,0 0 1,0 0-1,-1 1 1,0 0-1,0 0 1,0 1-1,0-1 0,-14-6 1,4 4-16,1 0 1,-1 0-1,-1 1 1,1 1-1,-1 1 1,1 1-1,-34-4 0,-18 7 323,67 0-380,3 15-909,14-6-254,8-2-1929,41 5-1,-20-8-2918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3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13243,'0'0'17394,"-4"0"-16423,-11 5-385,19-1-1607,13-1-848,67-3-6920,-42 0 477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4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635 53 2521,'0'0'17766,"-18"-5"-16086,9 3-1491,-136-27 2548,93 21-2215,0 3 1,-1 2-1,-90 6 0,136-2-518,-1 1-1,0-1 1,1 1 0,-1 0 0,1 1-1,0 0 1,0 0 0,0 1 0,0-1-1,0 2 1,1-1 0,0 1 0,0 0 0,0 0-1,0 0 1,1 1 0,0 0 0,0 0-1,0 0 1,1 1 0,0 0 0,0 0 0,1 0-1,0 0 1,0 0 0,1 1 0,0-1-1,-2 15 1,2-10 1,1 1 1,1 0-1,0-1 0,1 1 0,0 0 1,5 19-1,-4-28-8,0 1 1,0-1-1,0 0 0,0 0 0,0 1 1,1-2-1,0 1 0,0 0 1,0 0-1,0-1 0,1 0 1,-1 0-1,1 0 0,0 0 0,0 0 1,0-1-1,0 0 0,0 0 1,1 0-1,7 3 0,1-2-4,1 0-1,0-1 1,0 0 0,0-1-1,1 0 1,16-3 0,-1 2-7,-12-1-47,0 0 1,-1-2-1,1 0 0,0 0 1,-1-2-1,0 0 1,24-11-1,-29 10 23,0 0-1,0 0 1,0-1 0,-1-1-1,0 0 1,-1 0-1,0-1 1,0-1 0,-1 0-1,13-17 1,-21 27 65,-1 0 0,0-1 0,1 1 0,-1 0 0,0-1 1,0 1-1,1-1 0,-1 1 0,0 0 0,0-1 0,0 1 0,0-1 0,1 1 0,-1 0 1,0-1-1,0 1 0,0-1 0,0 1 0,0-1 0,0 1 0,0-1 0,0 1 0,0-1 1,0 1-1,-1-1 0,1 1 33,-1 0 1,1 0 0,-1 0 0,1 0 0,-1 0-1,1 0 1,-1 0 0,1 0 0,-1 0-1,1 0 1,-1 0 0,1 1 0,-1-1-1,1 0 1,-1 0 0,1 1 0,-1-1-1,1 0 1,0 0 0,-1 1 0,1-1-1,-1 1 1,1-1 0,0 0 0,-1 1-1,-10 11 283,0 0 0,1 0-1,0 1 1,1 0-1,-9 19 1,-35 78 1023,46-95-1230,-21 55 71,2 1-1,4 2 1,-15 79-1,33-130-214,0 1-1,0 23 1,4-45-159,0-37-12660,0 12 4097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05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455 132 2865,'0'0'16158,"-1"-5"-14363,-1-1-1592,0 0 0,-1 0 0,0 0 0,0 1 0,0-1 0,-1 1 0,0-1 0,0 1 0,0 0 0,-1 1 0,0-1 0,1 1 1,-2 0-1,1 0 0,0 0 0,-1 1 0,0 0 0,0 0 0,-11-4 0,1 1-154,0 1 0,0 0 0,-1 1 0,0 1 0,0 0-1,-30 0 1,40 3-37,0 0 0,0 0 0,-1 0-1,1 1 1,0 0 0,0 1 0,0-1-1,0 2 1,0-1 0,0 0 0,1 1 0,-1 1-1,1-1 1,0 1 0,0 0 0,0 0-1,0 1 1,1 0 0,0 0 0,0 0-1,-6 8 1,4-3 19,-1 0 0,2 0 0,-1 1 0,1 0 0,1 1 0,0-1 0,1 1 0,0 0 0,1 0 0,0 0-1,1 1 1,0-1 0,1 1 0,1 17 0,0-28-22,0 1 0,1-1-1,-1 0 1,1 1 0,0-1-1,0 0 1,-1 0 0,1 0-1,1 0 1,-1 0 0,0 0-1,0 0 1,1 0 0,-1-1 0,1 1-1,-1 0 1,1-1 0,0 1-1,0-1 1,0 0 0,0 1-1,0-1 1,0 0 0,0 0-1,0 0 1,0-1 0,0 1 0,1 0-1,-1-1 1,0 0 0,3 1-1,12 2 49,0-2 0,-1 1 0,23-3 0,-23 1-19,12 0 22,-3 1-66,0-2-1,35-4 1,-52 3 45,0 1 0,-1-1-1,1 0 1,-1-1-1,0 0 1,0 0 0,0-1-1,0 0 1,-1 0-1,1 0 1,-1-1 0,7-6-1,-19 20 531,0 0-1,0 1 1,-5 12 0,2-3-226,-25 56 948,-45 144 0,-4 14-755,65-193-571,9-23-8,1 0 0,1 0 0,1 1 0,0 0 0,1 0 0,1 0 0,0 0 1,0 22-1,5-57-1370,1 1 0,0 0 1,2-1-1,9-30 1,-3 14-3707,3-15-7987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2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48 2777,'0'0'2696,"9"-1"-87,24-1-394,-32 2-2007,0 0 0,-1 0 0,1 0 0,-1-1 0,1 1 0,0 0 1,-1 0-1,1 0 0,-1 0 0,1-1 0,-1 1 0,1 0 0,0 0 0,-1-1 0,1 1 0,-1 0 0,0-1 0,1 1 1,-1-1-1,1 1 0,-1-1 0,1 1 0,-1-1 0,0 1 0,0-1 0,1 1 0,-1-1 0,0 1 0,0-1 1,1 1-1,-1-2 0,0 2-13,0 0 0,0-1 0,0 1 0,0-1 0,0 1-1,0 0 1,0-1 0,0 1 0,-1 0 0,1-1 0,0 1 0,0 0 0,0-1 0,0 1 0,-1 0 0,1-1 0,0 1 0,0 0 0,-1-1 0,1 1 0,0 0 0,-1 0 0,1-1 0,0 1 0,-1 0 0,1 0 0,0 0 0,-1-1-1,1 1 1,0 0 0,-1 0 0,1 0 0,0 0 0,-1 0 0,1 0 0,-1 0 0,-62-3 3171,64 2-3346,-1 1 0,1 0 1,0-1-1,-1 1 0,1 0 0,-1-1 0,1 1 0,-1 0 0,1-1 1,0 1-1,-1 0 0,1 0 0,0 0 0,-1 0 0,1 0 0,0 0 1,-1 0-1,1 0 0,0 0 0,-1 0 0,1 0 0,1 0 0,4 0 31,108-6 161,301-4-154,-414 10-63,0 0 0,0 0 0,1 0 0,-1 0 0,0 1-1,0-1 1,0 1 0,0-1 0,1 1 0,-1-1-1,0 1 1,0-1 0,0 1 0,0 0 0,0 0 0,0 0-1,0-1 1,-1 1 0,1 0 0,0 0 0,0 0 0,-1 0-1,1 1 1,0-1 0,-1 0 0,1 0 0,-1 0 0,0 0-1,1 1 1,-1-1 0,0 0 0,0 0 0,1 1 0,-1-1-1,0 0 1,-1 0 0,1 1 0,0 1 0,-1 2 6,0 1 0,0-1 0,0 0 0,0 1 0,-1-1 0,0 0 0,0 0 0,-5 7 0,-5 6 10,-2 0 1,0-1-1,-1-1 0,0 0 0,-35 26 0,-98 61 52,147-103-62,-94 57 16,-39 26 1,128-78-18,0 0-1,0 0 1,1 1 0,-1 0 0,1-1 0,-7 12-1,11-16 0,0 1 0,0-1 0,0 1 0,1-1 0,-1 1-1,0-1 1,0 1 0,1-1 0,-1 1 0,1-1 0,0 1-1,-1 0 1,1-1 0,0 1 0,0 0 0,0-1 0,0 1-1,0 0 1,1-1 0,-1 1 0,0 0 0,1-1 0,-1 1 0,1-1-1,0 1 1,-1-1 0,1 1 0,0-1 0,0 1 0,0-1-1,0 0 1,0 1 0,0-1 0,0 0 0,1 0 0,-1 0 0,3 2-1,4 1 17,1 0 0,-1 0-1,1-1 1,0 0-1,0 0 1,0-1 0,0 0-1,14 0 1,83 1 129,-80-3-129,0 0-6,166-5 105,-157 2-78,-1-1 0,0-3 0,51-15 0,-65 16 9,-14 5-26,0 0-1,-1-1 1,0 0 0,1 0-1,-1 0 1,0-1 0,0 0-1,0 0 1,0 0 0,5-5 0,-10 8-250,26-1-5246,-17 0 4117,-1 0-1,1-1 1,-1 0 0,10-3-1,14-7-4303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3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497 161 1768,'0'0'23531,"-5"-3"-22464,-2 0-841,1 0 0,-1 1 1,0 0-1,0 0 1,0 1-1,0 0 0,0 0 1,0 1-1,0 0 0,0 0 1,-11 2-1,0 2-124,0 1 1,0 0-1,0 1 0,1 2 0,-23 11 1,-78 54 71,103-62-170,0 0 0,0 0 0,2 2 0,-1-1-1,-18 25 1,26-29-8,1 0-1,0 0 0,0 0 0,1 0 1,0 1-1,1 0 0,0 0 0,0 0 1,1 0-1,0 0 0,0 0 0,0 18 1,2-21-6,0 0 0,-1 0 0,2 0 1,-1 0-1,1 0 0,0 0 0,0 0 0,1 0 1,-1-1-1,1 1 0,1 0 0,-1-1 0,1 0 1,0 1-1,0-1 0,1 0 0,-1-1 0,1 1 1,0-1-1,0 1 0,1-1 0,-1 0 0,1-1 1,0 1-1,5 2 0,1 1-16,0-1 0,0-1 0,1 0 0,0 0 0,-1-1 0,2 0 0,-1-1 0,19 2 0,8-1-82,55-3-1,-56-1 40,-23-1 46,1-1 0,-1 0 0,1-1 1,-1-1-1,0 0 0,0-1 0,0-1 0,-1 0 0,0-1 1,16-10-1,-6 2 19,-1-2 1,0 0 0,-2-1-1,35-37 1,-47 44 41,-1 0 0,1-1 0,-2 0 0,0 0 0,0 0-1,-1-1 1,-1 0 0,0-1 0,0 1 0,-2-1 0,1 1 0,-2-1 0,0 0 0,-1-1 0,0 1 0,-1 0 0,-1 0 0,0 0 0,-3-16 0,1 23 27,1-1-1,-1 1 1,0-1 0,-1 1 0,0 0 0,0 0 0,0 1 0,-1-1 0,0 1 0,0 0-1,-1 0 1,0 1 0,0 0 0,0 0 0,-1 0 0,-10-6 0,-7-2 143,-1 0 0,-1 1 0,-35-11 0,16 11 6,0 2 0,-1 1 0,1 3 0,-2 2 0,-74 2 0,121 2-222,0 1 0,0-1 0,-1 0 0,1 0-1,0 0 1,0 0 0,0 0 0,0 1 0,0-1 0,0 0 0,0 0 0,0 0 0,0 0 0,0 0-1,0 1 1,0-1 0,0 0 0,0 0 0,0 0 0,0 0 0,0 1 0,0-1 0,0 0-1,0 0 1,0 0 0,0 0 0,0 1 0,0-1 0,0 0 0,0 0 0,0 0 0,0 0-1,0 1 1,1-1 0,-1 0 0,0 0 0,0 0 0,0 0 0,0 0 0,0 0 0,0 0 0,1 1-1,-1-1 1,0 0 0,0 0 0,0 0 0,0 0 0,0 0 0,1 0 0,-1 0 0,0 0-1,0 0 1,0 0 0,0 0 0,1 0 0,-1 0 0,0 0 0,10 8-506,-1-3-602,0 0-1,0-1 1,0 0 0,0-1 0,1 1-1,18 2 1,-4-4-4985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3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1560,'0'0'0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4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628 339 1320,'9'-1'1174,"7"0"-791,30-1-409,-16-4 4036,-25 4-3338,0-1-1,0 0 1,-1 0-1,1 0 0,0 0 1,-1-1-1,0 0 1,0 0-1,0 0 0,-1 0 1,1-1-1,2-5 0,0 2 44,-1-1 0,0 0 0,-1 0 0,0-1 0,5-17 0,-7 23-590,-1 0 1,0-1-1,0 1 0,0-1 1,0 0-1,-1 1 0,0-1 1,0 0-1,0 1 1,-1-1-1,0 1 0,1-1 1,-2 1-1,1-1 0,0 1 1,-1-1-1,0 1 0,0 0 1,0 0-1,-1 0 0,1 0 1,-1 0-1,0 1 1,0-1-1,0 1 0,0 0 1,-1-1-1,1 2 0,-8-6 1,-8-2-41,1 0 0,-2 1 1,1 1-1,-1 0 1,-1 2-1,1 1 0,-1 0 1,-22-2-1,-27 1 261,-76 3 0,126 3-275,-1 0-3,0 1 0,0 1 1,0 1-1,1 1 0,-1 1 0,-32 12 1,42-13-42,1 1 0,0 0 0,0 0 0,0 1 0,0 1 0,1 0 0,0 0 0,1 1 0,0-1 0,0 2 0,0-1 0,1 1 0,-10 17 0,13-18-11,0 0 0,1 0 0,0 1 0,0 0 1,1 0-1,0 0 0,0 0 0,1 0 0,0 0 0,1 14 0,0-18-12,1-1-1,-1 1 1,1 0-1,0 0 1,0 0-1,0-1 0,1 1 1,-1-1-1,1 1 1,0-1-1,1 1 0,-1-1 1,1 0-1,0 0 1,0 0-1,0-1 1,0 1-1,1-1 0,-1 1 1,6 3-1,1-2 4,0 0-1,0-1 0,0 0 0,0 0 1,1-1-1,-1-1 0,1 0 1,0 0-1,0-1 0,0 0 1,0-1-1,0 0 0,-1-1 0,12-2 1,-3 0 10,-1-1 0,0-1-1,0 0 1,-1-2 0,0 0 0,0-1 0,20-12 0,16-13 41,-2-2 0,-1-2 1,54-53-1,-103 89 427,-3 6 74,-206 487 2866,171-384-3037,-131 343 367,176-460-1909,0 0 1,1 0-1,0 1 1,1 0-1,0 1 1,13-8-1,16-12-2648,14-13-2741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4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670 138 3177,'0'0'18136,"-22"-17"-16272,-73-51-561,84 62-1165,1 0 0,-1 1 0,0 0 0,0 0 0,-1 1 0,0 1 0,1 0-1,-1 0 1,0 1 0,0 1 0,-16 0 0,7-1 34,18 2-149,-41-4 199,0 2 1,-1 2 0,-44 5-1,80-3-210,0 0 0,1 1 0,-1-1-1,1 2 1,0-1 0,0 1 0,0 0-1,0 1 1,-13 10 0,16-11-9,1 0 0,-1 0 1,1 1-1,0 0 0,0 0 1,0 0-1,0 0 0,1 0 0,0 1 1,0-1-1,1 1 0,-1 0 1,1 0-1,-2 11 0,2-7-8,1 0-1,0 1 1,1-1 0,0 0-1,1 0 1,0 1 0,0-1-1,1 0 1,1 0 0,0 0-1,0 0 1,5 10 0,-4-14-5,-1 0 0,1-1 0,0 1 0,0-1 0,1 0 0,-1 0 0,1 0 0,1 0 0,-1-1 0,0 0 0,1 0 0,0-1 0,0 1 0,0-1 0,0-1 0,1 1 0,-1-1 0,1 0 0,8 1 0,8 1 13,0-2 1,0 0 0,-1-1 0,1-2-1,0 0 1,0-2 0,0 0-1,-1-1 1,0-2 0,0 0-1,0-1 1,32-16 0,74-43 417,-127 65 119,-1 4 100,-1 8-452,-1-1-1,0 0 1,-1 0-1,0 0 1,0 0-1,-9 17 1,-2 7 223,-216 627 1865,218-635-2807,9-21-1019,4-18-95,1 8 1305,-1 1-1,1-1 1,0 0-1,0 1 1,0 0 0,1 0-1,0 0 1,0 0 0,0 0-1,0 0 1,0 0 0,6-3-1,8-11-1226,29-36-3752,3-2-1937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5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514 15 1408,'0'0'17713,"-12"-3"-16031,6 2-1515,-11-2 497,-1 0-1,0 0 0,-31 2 1,41 2-593,0 0 0,-1 1 0,1 0 0,0 1 0,0-1 0,1 2 0,-1-1 0,1 1 0,-1 0 0,1 1 0,0 0 0,1 0 0,-1 0 0,-7 9 0,8-8-70,1 0-1,-1 0 0,2 0 0,-1 1 0,1 0 0,0-1 1,0 1-1,0 1 0,1-1 0,1 1 0,-1-1 0,1 1 0,0 0 1,1-1-1,-1 12 0,2-15-24,0 1 1,0-1 0,0 0-1,1 1 1,-1-1-1,1 0 1,0 1-1,1-1 1,-1 0-1,1 0 1,0 0-1,0 0 1,0 0 0,0 0-1,1-1 1,-1 1-1,1-1 1,0 1-1,0-1 1,0 0-1,1 0 1,-1-1-1,1 1 1,0-1 0,-1 1-1,1-1 1,0 0-1,8 2 1,-5-1-109,1 0 1,-1-1-1,1 0 0,-1-1 1,1 0-1,-1 0 0,10 0 1,-15-1 101,0 1 0,0-1-1,0 0 1,0-1 0,0 1 0,0 0 0,-1-1 0,1 1 0,0-1 0,0 1 0,0-1 0,0 0 0,-1 1 0,1-1-1,0 0 1,-1 0 0,1-1 0,-1 1 0,1 0 0,-1 0 0,0-1 0,1 1 0,-1-1 0,0 1 0,0-1 0,0 0-1,0 1 1,0-1 0,0 0 0,-1 1 0,1-1 0,0-3 0,0-2-120,0 0 0,-1-1-1,0 1 1,0 0 0,0 0 0,-1-1-1,-1 1 1,1 0 0,-5-12 0,-1 2-42,0 2-1,-16-25 1,1 4 231,22 35-44,0 1 1,-1 0 0,1-1-1,0 1 1,0-1 0,-1 1-1,1-1 1,0 1 0,0-1-1,0 1 1,0-1 0,0 1 0,0-1-1,0 0 1,0 1 0,0-1-1,0 1 1,0-1 0,0 1-1,0-1 1,0 1 0,0-1-1,1 1 1,-1-1 0,0 1 0,0-1-1,0 1 1,1 0 0,-1-1-1,0 1 1,1-1 0,-1 1-1,0 0 1,1-1 0,-1 1-1,1 0 1,-1-1 0,1 1-1,-1 0 1,0-1 0,1 1 0,-1 0-1,1 0 1,-1 0 0,1 0-1,-1-1 1,1 1 0,0 0-1,-1 0 1,1 0 0,-1 0-1,1 0 1,0 0 0,42 1 114,-24 0-25,524 31 1641,-532-32-1591,27 4 319,-38-3-410,1-1 1,0 0-1,-1 0 1,1 0-1,-1 1 1,1-1-1,0 0 1,-1 1-1,1-1 1,-1 0-1,1 1 0,-1-1 1,1 1-1,-1-1 1,1 1-1,-1-1 1,0 1-1,1-1 1,-1 1-1,0-1 1,1 1-1,-1 0 1,0-1-1,0 1 1,1-1-1,-1 1 1,0 0-1,0-1 1,0 1-1,0 0 1,0-1-1,0 1 1,0 0-1,0-1 0,0 1 1,0 0-1,-1-1 1,1 1-1,0 0 1,0-1-1,0 1 1,-1-1-1,1 1 1,0-1-1,-1 1 1,0 0-1,-6 9 165,0-1 0,-1 0-1,0-1 1,0 0 0,-1 0-1,0 0 1,-13 7 0,-15 14 228,-108 97 1019,-199 223 0,-10 84-523,330-396-871,19-28-189,0 0 1,-1 0-1,-8 10 1,14-20 44,0 1-1,0 0 1,0 0 0,0 0-1,0 0 1,0 0-1,1 0 1,-1 0 0,0 0-1,0 0 1,0 0 0,0 0-1,0 0 1,1 0 0,-1 0-1,0 0 1,0 0-1,0 0 1,0 0 0,0 0-1,1 0 1,-1 0 0,0 0-1,0 0 1,0 0-1,0 0 1,0 1 0,0-1-1,0 0 1,1 0 0,-1 0-1,0 0 1,0 0 0,0 0-1,0 0 1,0 0-1,0 1 1,0-1 0,0 0-1,0 0 1,0 0 0,0 0-1,0 0 1,1 0 0,-1 1-1,0-1 1,0 0-1,0 0 1,0 0 0,0 0-1,0 0 1,0 1 0,0-1-1,-1 0 1,1 0-1,0 0 1,0 0 0,0 0-1,16-4-866,49-41-4948,-32 22 677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6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1768,'0'0'10388,"3"6"-8013,8 21-292,-10-26-1994,-1 0 0,0-1 0,0 1 0,-1 0 0,1 0 0,0-1 0,0 1 0,0 0 0,0 0 0,-1-1 0,1 1 0,0 0 0,0 0 0,-1-1 0,1 1 0,-1 0-1,1-1 1,-1 1 0,1-1 0,-1 1 0,1 0 0,-1-1 0,0 1 0,1-1 0,-1 0 0,1 1 0,-1-1 0,0 1 0,0-1 0,1 0 0,-1 0 0,0 1 0,0-1 0,1 0 0,-1 0 0,0 0 0,0 0 0,1 0 0,-1 0-1,0 0 1,-1 0 0,-3 1 489,-6 3-445,1 0 0,0 1 0,0 0-1,0 0 1,0 1 0,1 0 0,0 1-1,0 0 1,1 0 0,0 1 0,0 0-1,1 0 1,0 1 0,0 0 0,1 0-1,1 1 1,-1 0 0,1 0 0,1 0-1,0 1 1,0-1 0,1 1 0,1 0-1,0 0 1,0 0 0,1 0 0,0 15-1,1-23-132,0 1 0,0 0-1,0 1 0,0-1 0,1 1 1,-1-1-1,1 0 0,2 6 1,-2-8-1,0-1 1,0 1 0,0-1-1,0 0 1,0 1-1,0-1 1,0 0 0,1 0-1,-1 0 1,0 0-1,1 0 1,-1 0 0,1 0-1,-1 0 1,1-1 0,-1 1-1,1-1 1,0 1-1,-1-1 1,1 1 0,0-1-1,-1 0 1,3 0 0,13 2 15,0-1 0,0 0 0,0-1 0,28-5 0,-41 5 35,0-1 0,0 1 0,0-1 0,0 0 0,0-1 0,0 1 0,0-1 0,0 1 0,-1-1 0,1 0 0,-1-1 0,1 1 0,-1 0 0,0-1 0,0 0 0,0 0 0,0 0 0,0 0 0,-1 0 0,1-1 0,-1 1 0,0-1 0,0 0 0,2-6 0,-3 8 4,0-1-1,-1 0 1,1 0-1,-1 0 1,1 0-1,-1 0 1,0 0-1,0 0 0,-1 0 1,1 1-1,0-1 1,-1 0-1,0 0 1,0 0-1,0 0 1,0 1-1,0-1 1,0 0-1,-1 1 1,1-1-1,-1 1 1,0 0-1,0-1 1,0 1-1,0 0 1,0 0-1,0 0 0,0 1 1,-1-1-1,1 0 1,-1 1-1,1-1 1,-5 0-1,-3-3 142,-1 2 0,1 0 0,-1 0 0,1 1 0,-1 0 0,0 1 0,-17 0 0,27 1-208,1 0 0,-1 0-1,1 0 1,-1 0 0,1 0 0,-1 0-1,1 0 1,-1 0 0,1 1-1,0-1 1,-1 0 0,1 0-1,-1 0 1,1 1 0,0-1 0,-1 0-1,1 0 1,0 1 0,-1-1-1,1 0 1,0 1 0,-1-1 0,1 1-1,0-1 1,0 0 0,-1 1-1,1-1 1,0 1 0,0-1-1,0 0 1,0 1 0,-1-1 0,1 1-1,0-1 1,0 1 0,0-1-1,0 1 1,4 16-2534,11-7-2955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8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146 657 1640,'0'0'3847,"5"2"-3291,-1 0-386,-3-1-81,0 1 0,0-1 0,1-1 0,-1 1 0,1 0 1,-1 0-1,1 0 0,-1-1 0,1 1 0,-1-1 0,1 1 0,2 0 517,8-1 19747,-13 2-20249,1-1 1,-1 1 0,0-1 0,1 1-1,0 0 1,-1-1 0,1 1-1,0 0 1,0-1 0,0 1 0,0 0-1,0-1 1,0 1 0,1 2-1,-1 2 75,1 12-39,0 0 0,1 0 0,1 0 1,1 0-1,1-1 0,0 1 0,1-1 0,1-1 0,12 23 0,-16-37 663,-1-8-819,-2-6-429,-1 9 380,0 1-1,0-1 0,-1 1 1,1 0-1,-1-1 1,0 1-1,1 0 0,-1 0 1,0 0-1,0 0 0,0 1 1,-1-1-1,1 0 0,0 1 1,-1 0-1,1-1 0,0 1 1,-1 0-1,-4-1 0,-2 0-89,0 1-1,-1 0 0,1 0 1,-15 2-1,7-1 60,13 0 84,-1 1 0,0-1 0,1 1 0,-1 1 0,1-1 0,-1 0 0,1 1 0,0 0 0,0 0-1,0 0 1,0 1 0,0 0 0,0-1 0,1 1 0,-1 0 0,1 1 0,0-1 0,0 1 0,0-1 0,0 1 0,0 0 0,1 0-1,0 0 1,0 0 0,-2 6 0,-1 3 11,0 1 0,1-1 0,0 0 1,1 1-1,1 0 0,0 0 0,1 17 0,1-31 1,-1 15 10,1-1 0,1 0 0,0 0 0,1 1 0,6 19 0,-7-30-6,1 0-1,0 0 1,0 0 0,0 0 0,0-1-1,1 1 1,-1-1 0,1 1-1,0-1 1,0 0 0,0 0 0,1 0-1,-1-1 1,1 1 0,-1-1-1,1 0 1,0 0 0,0 0-1,0 0 1,0-1 0,0 0 0,6 2-1,1-1-4,1 0 1,-1-1-1,1 0 0,-1-1 0,1 0 0,0-1 0,-1 0 0,1-1 1,-1 0-1,0 0 0,0-2 0,0 1 0,18-10 0,7-5-211,-2-2 0,53-40 0,-66 45 4,77-61-2327,-4-4-1,98-105 1,145-199-7776,-140 138 1692,-191 238 8800,0 0 0,-1-1 0,0 0-1,5-12 1,-9 19 437,-1 0 0,1 0-1,0 0 1,-1 0 0,1 0-1,-1 0 1,0-1 0,0 1-1,0 0 1,0 0 0,0 0-1,0 0 1,-1-1 0,1 1-1,-1 0 1,1 0-1,-1 0 1,-1-2 0,1 3-379,0 0 0,-1 0-1,1 0 1,0 0 0,-1 0 0,1 0 0,0 1 0,-1-1 0,1 1 0,-1-1-1,1 1 1,-1-1 0,0 1 0,1 0 0,-1 0 0,1 0 0,-1 0 0,1 0-1,-1 0 1,0 0 0,-1 1 0,-3 0 111,0-1 0,1 2-1,-1-1 1,1 0 0,-8 4-1,1 2 99,-1 1 0,1 0 0,1 0-1,-1 1 1,-13 15 0,-51 61 1145,61-68-1296,-35 43 345,2 1 0,4 3 0,2 2 0,-41 87 0,63-108-570,2 0 0,2 1 0,2 0 0,1 1 0,3 1-1,3 0 1,1 0 0,0 50 0,6-89-43,2 11-119,-2-20 88,0 1 0,1-1 1,-1 0-1,1 1 0,-1-1 0,0 0 1,1 0-1,-1 1 0,1-1 1,-1 0-1,1 0 0,-1 1 1,0-1-1,1 0 0,-1 0 0,1 0 1,-1 0-1,1 0 0,-1 0 1,1 0-1,-1 0 0,1 0 1,-1 0-1,1 0 0,-1 0 0,1 0 1,-1 0-1,1-1 0,-1 1 1,1 0-1,-1 0 0,1 0 1,-1-1-1,0 1 0,1-1 0,5-1 15,0-2 0,-1 1 0,0-1 0,0 0 0,7-6 0,11-8 15,-22 17-24,0 1 1,1-1-1,-1 1 0,0-1 1,0 1-1,0 0 1,1 0-1,-1-1 0,0 1 1,0 0-1,1 0 1,-1 0-1,0 0 0,1 1 1,-1-1-1,0 0 1,0 0-1,0 1 0,2 0 1,25 13-93,-17-8 21,3 0-403,0 0-1,0-1 1,1-1-1,0-1 1,0 0 0,0 0-1,16-1 1,-4-1-1365,0-1 0,0-2-1,29-5 1,14-10-4531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9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1 1480,'0'0'20267,"-31"0"-18072,-99-1-508,117 2-1417,0-1-1,1 2 1,-1-1-1,0 2 0,1 0 1,-1 0-1,-18 9 1,23-8-143,0 1 0,0 0 0,0 0 0,1 0 0,0 1 0,0 1 1,0-1-1,-8 11 0,11-11-101,0 0 0,0 0 0,0 0-1,1 1 1,0-1 0,0 1 0,1 0 0,0-1 0,0 1 0,-1 12 0,1 0 5,1 1-1,2 32 1,-1-50-30,1 0 0,-1-1 0,0 1 0,1 0 0,-1 0-1,1-1 1,-1 1 0,1 0 0,0-1 0,0 1 0,0-1-1,0 1 1,0-1 0,0 1 0,0-1 0,0 1 0,1-1 0,-1 0-1,0 0 1,2 1 0,1 0-2,-1 0 0,0-1 0,1 1 0,-1-1 0,1 0 0,-1 0 0,1 0 0,0 0-1,6 0 1,-4-1-1,0 0 0,0 0 0,1-1-1,-1 1 1,0-1 0,1-1 0,-1 1-1,0-1 1,0 0 0,0 0 0,10-6-1,-1-5-83,0-1-1,0 0 0,-2-1 1,1-1-1,11-19 0,-23 33 105,-1 1 0,1-1 0,-1 0 1,0 0-1,0 0 0,0 0 0,0 0 0,0-1 0,-1 1 0,1 0 0,-1 0 0,1-1 0,-1-2 1,6 8 85,3 5-38,-4 2-335,0-1-1,1 0 0,0-1 0,1 1 1,-1-1-1,2-1 0,13 13 0,-16-17 130,-1 0 0,0 0 0,1-1-1,-1 0 1,1 0 0,0 0-1,-1 0 1,1-1 0,0 0-1,0 0 1,0 0 0,0 0 0,0-1-1,0 0 1,1 0 0,-1 0-1,0-1 1,0 0 0,5-1 0,1-3-441,0 1 1,-1-2 0,0 0 0,0 0 0,0-1-1,-1 0 1,12-12 0,9-5-908,9-6 239,45-32 1534,-78 70 9674,6 22-9729,-7-18 566,-2-4-746,0 0 1,0 0-1,1-1 1,0 0-1,1 1 0,0-2 1,0 1-1,0 0 1,11 9-1,-14-14-50,1-1-1,-1 0 0,0-1 1,1 1-1,-1 0 0,0 0 1,1-1-1,-1 0 1,1 1-1,-1-1 0,1 0 1,-1 0-1,1 0 1,-1-1-1,1 1 0,-1-1 1,4 0-1,-1-1-12,0 0 0,0 0 0,0 0 0,-1 0-1,1-1 1,-1 0 0,6-4 0,33-30-225,-13 10 158,1 1 1,42-26 0,-73 52 122,0 0 0,0-1-1,1 1 1,-1 0 0,0 0 0,0 0-1,1 0 1,-1 0 0,0-1 0,1 1-1,-1 0 1,0 0 0,1 0 0,-1 0-1,0 0 1,0 0 0,1 0 0,-1 0-1,0 0 1,1 0 0,-1 0 0,0 0-1,1 0 1,-1 1 0,0-1 0,0 0-1,1 0 1,-1 0 0,0 0 0,1 0 0,-1 1-1,0-1 1,0 0 0,1 0 0,-1 1-1,5 14 796,-4 36-412,-1-17-332,1-32-142,-1 0 0,1 1 0,0-1 0,0 0 0,0 0 0,0 0 0,0 0 0,0 0 0,0 0 0,1 0 0,-1 0 1,1-1-1,-1 1 0,1 0 0,0-1 0,0 1 0,-1-1 0,1 0 0,0 0 0,0 0 0,0 0 0,1 0 0,-1 0 0,0 0 1,0 0-1,0-1 0,1 0 0,-1 1 0,3-1 0,6 1-742,-1-1 0,1 0 0,-1 0 0,21-4 0,20-13-4375,2-8-2406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9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0 2697,'0'0'21984,"-25"0"-20925,-82 2-239,95-1-690,0 0 0,0 1-1,0 0 1,1 1 0,-1 0 0,0 1-1,1 0 1,0 1 0,0 0 0,0 1-1,-11 8 1,12-8-14,1 0-32,-1 0 1,1 1 0,0 0 0,1 0-1,0 1 1,0 0 0,-9 13 0,13-15-73,0 0 1,0 0 0,1 1 0,0-1 0,0 1 0,0 0 0,1 0 0,0 0 0,1 0 0,-1 0-1,1 1 1,0 9 0,1-11-8,0 0-33,0 0-1,0 1 1,1-1-1,0 0 1,0 0-1,3 10 0,-3-13-21,0-1 1,0 0-1,0 0 0,0 0 0,1-1 0,-1 1 0,1 0 0,0-1 0,-1 1 0,1 0 0,0-1 0,0 0 0,0 1 0,0-1 0,0 0 0,0 0 0,0 0 0,1-1 0,-1 1 0,0 0 0,0-1 0,3 1 0,12 1-536,0 0 0,0-1 0,0 0 0,24-3 0,-26 1 95,4 0-762,-1-2 1,22-4-1,36-16-4467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19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28 3145,'0'0'20477,"-2"19"-19798,0-2-523,1 1 0,1 25 0,1-41-145,-1 0 0,0-1-1,1 1 1,-1 0 0,1 0-1,0-1 1,0 1 0,-1 0 0,1-1-1,0 1 1,0-1 0,1 1-1,-1-1 1,0 1 0,0-1-1,1 0 1,-1 0 0,1 0-1,-1 0 1,1 0 0,-1 0-1,1 0 1,0 0 0,-1 0 0,4 0-1,2 1 10,0-1 0,0 0-1,0 0 1,14 0 0,-10-1 6,-3 1-25,0-1 1,0 0-1,0-1 1,0 0-1,0 0 1,0 0-1,-1-1 0,1 0 1,0-1-1,7-3 1,-12 4-18,1 0 1,-1 0-1,0-1 1,0 0 0,0 1-1,0-1 1,0 0 0,-1 0-1,1 0 1,-1-1-1,0 1 1,0-1 0,0 1-1,0-1 1,-1 1 0,0-1-1,1 0 1,-1 0-1,-1 0 1,1 0 0,0-7-1,0 7 25,-1 0-1,0 0 0,1 0 1,-1 0-1,-1-1 0,1 1 1,-1 0-1,0 0 1,-1-4-1,1 6 21,1 1 0,-1-1 0,0 1 0,0-1-1,-1 1 1,1 0 0,0 0 0,0-1 0,-1 1 0,1 0 0,-1 0 0,1 0 0,-1 0 0,1 1 0,-1-1 0,1 0-1,-1 1 1,0-1 0,1 1 0,-1-1 0,0 1 0,0 0 0,-2 0 0,-10-3 468,-1 2 0,0 0 0,0 1 1,-27 2-1,39-2-447,0 1 0,0-1 1,0 1-1,0 0 0,0 0 1,0 0-1,0 0 0,0 0 0,1 0 1,-1 1-1,0-1 0,1 1 1,0 0-1,-1 0 0,1 0 0,0 0 1,0 0-1,0 0 0,0 1 1,0-1-1,0 1 0,1-1 0,-1 1 1,1 0-1,0 0 0,0-1 1,0 1-1,0 0 0,0 0 0,0 3 1,1 0-69,0-1-1,0 1 1,0 0 0,0-1 0,1 0 0,0 1 0,1-1 0,-1 1 0,1-1 0,0 0 0,0 0 0,0 0-1,1 0 1,0 0 0,0-1 0,0 1 0,0-1 0,1 0 0,0 0 0,0 0 0,0 0 0,0-1 0,1 1-1,-1-1 1,10 5 0,9 3-489,0 0 0,0-2 0,1-1 0,30 7 0,-44-12 195,112 24-5528,-1-10-5160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0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36 6361,'0'0'21250,"-11"20"-20686,-32 67-220,40-81-325,0 0-1,1 0 1,0 1-1,1-1 0,0 1 1,-1-1-1,2 1 0,-1 0 1,1-1-1,0 1 0,2 10 1,0 5 7,-3-19-26,1-1 0,0 0 0,0 0 0,0 1 0,1-1 0,-1 0 0,0 0-1,1 1 1,-1-1 0,1 0 0,0 0 0,0 0 0,0 0 0,0 0 0,2 3 0,-1-4-4,-1 0 0,1 0 1,0 0-1,0 0 0,0 0 0,0 0 1,0-1-1,0 1 0,0-1 0,0 1 1,1-1-1,-1 0 0,0 0 0,0 0 1,4 0-1,5-1-9,-1 0 0,1-1 0,-1 0 0,1 0 1,-1-1-1,0-1 0,0 0 0,0 0 0,-1-1 1,14-9-1,-1 0 10,-1-2 0,0 0-1,20-23 1,-40 38 0,-1 1 0,1-1-1,0 1 1,-1 0 0,1-1-1,0 1 1,-1 0 0,1-1-1,-1 1 1,1 0 0,0 0-1,0 0 1,-1 0 0,1 0-1,0-1 1,-1 1 0,1 0-1,0 1 1,0-1 0,-1 0-1,1 0 1,0 0 0,-1 0-1,1 0 1,0 1 0,-1-1-1,2 1 1,17 12-66,-14-9 59,23 16-33,2-1-1,0-1 0,1-2 0,59 22 1,-86-36 24,1 0 0,-1-1 1,1 1-1,0-1 1,0-1-1,-1 1 0,1-1 1,0 1-1,0-1 1,0-1-1,7 0 0,-9 0 23,-1-1-1,1 1 1,-1 0 0,1-1-1,-1 1 1,0-1-1,0 0 1,0 0 0,0 0-1,0 0 1,0 0-1,0 0 1,-1-1 0,1 1-1,-1 0 1,1-1-1,-1 1 1,0-1-1,0 0 1,1-4 0,3-15 304,-1-1 1,0 0-1,-2-1 1,-1 1 0,-1 0-1,-4-32 1,4 42-33,-4-16 276,4 28-514,0-1-1,-1 1 1,1-1 0,-1 0-1,1 1 1,-1 0-1,1-1 1,-1 1-1,0-1 1,0 1 0,0 0-1,0-1 1,0 1-1,0 0 1,0 0 0,-2-2-1,0 35-1302,3-31 1136,1 1-45,-1 1 0,0-1 0,1 0 0,-1 0 0,1 0-1,-1 0 1,1 0 0,0 0 0,0 0 0,0 0-1,0 0 1,0 0 0,1 0 0,-1 0 0,1-1-1,-1 1 1,1-1 0,-1 1 0,1-1 0,4 3 0,3 1-1288,0 1 0,0-2 1,14 5-1,-20-8 931,40 15-6285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0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62 173 2088,'0'0'23557,"4"8"-22675,-2-3-835,1-1 0,-1 1 0,1-1 0,0 0 1,0 0-1,1 0 0,-1-1 0,1 1 0,0-1 0,0 0 0,0 0 0,0 0 0,0 0 0,1-1 1,-1 0-1,1 0 0,0 0 0,0 0 0,-1-1 0,1 0 0,10 2 0,-8-2-29,4 1-10,-1 0 0,1-1 0,0 0 0,13 0 0,-23-1-9,1 0-1,0 0 0,0-1 1,0 1-1,0 0 0,-1-1 1,1 1-1,0-1 1,-1 1-1,1-1 0,0 0 1,-1 0-1,1 0 0,0 0 1,-1 0-1,0 0 0,1 0 1,-1 0-1,0-1 1,1 1-1,-1 0 0,0-1 1,0 1-1,0-1 0,0 1 1,0-1-1,-1 0 0,1 1 1,0-1-1,-1 0 0,1 0 1,-1-2-1,1-4 21,0 0 1,-1-1-1,0 1 0,0 0 0,-1 0 1,0-1-1,-1 1 0,1 0 0,-2 0 1,1 0-1,-1 0 0,0 1 0,-1-1 1,0 1-1,0 0 0,-1 0 0,1 0 1,-2 0-1,1 1 0,-1 0 0,0 0 1,0 0-1,0 1 0,-1 0 0,0 0 1,0 1-1,0 0 0,0 0 0,-1 0 0,0 1 1,1 1-1,-1-1 0,0 1 0,-15-2 1,17 3 93,0 1 0,0-1 0,1 1 0,-1 1 0,0-1 1,1 1-1,-1 0 0,1 0 0,-10 4 0,12-4-69,0 1-1,1 0 0,-1 0 1,1 0-1,0 0 1,-1 0-1,1 0 0,0 1 1,0-1-1,0 1 0,1-1 1,-1 1-1,1 0 1,-1 0-1,1 0 0,0-1 1,0 1-1,0 0 0,0 5 1,-2 5 5,1-1 0,1 1 0,0 0-1,0 0 1,1 0 0,1 0 0,0 0 0,1 0 0,0 0 0,1 0 0,8 20 0,-8-26-140,0 0-1,0 0 1,1 0 0,0 0 0,0 0-1,1-1 1,0 0 0,0 0 0,0 0-1,1-1 1,0 0 0,0 0 0,0 0-1,1-1 1,-1 0 0,1 0 0,0 0-1,0-1 1,1 0 0,-1-1 0,12 3-1,18 0-2565,1-2 0,41-3-1,-3 0-6442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1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51 3201,'0'0'20463,"-8"1"-18668,-24 3-476,30-4-1236,1 0 0,0 1 0,0-1 1,0 0-1,0 1 0,0-1 0,0 1 0,0-1 1,0 1-1,0 0 0,0-1 0,0 1 0,0 0 1,1 0-1,-1 0 0,0-1 0,1 1 0,-1 0 0,0 0 1,1 0-1,-1 0 0,0 2 0,-6 24 97,6-21-59,-4 31 4,1 0 0,1 66 1,3-89-126,0-11-2,0-1 1,0 1 0,0 0-1,1 0 1,-1-1 0,1 1-1,-1 0 1,1-1 0,0 1-1,0-1 1,0 1 0,0-1-1,0 1 1,1-1 0,-1 0-1,1 1 1,0-1-1,0 0 1,3 3 0,-1-3-11,-1 1 0,1-2 0,0 1 1,0 0-1,0-1 0,0 0 0,0 0 1,0 0-1,0 0 0,1-1 0,-1 1 0,8-1 1,3-1-39,-1 0 1,1-1-1,0 0 1,-1-1-1,0-1 1,0 0-1,0-1 1,0-1 0,15-7-1,-5-1-30,-1-1 1,0-1-1,40-36 0,-50 36 62,-13 16 38,1-1 0,-1 1 0,0 0-1,1-1 1,-1 1 0,1-1-1,-1 1 1,0-1 0,0 1-1,1 0 1,-1-1 0,0 1-1,0-1 1,0 1 0,1-1-1,-1 1 1,0-1 0,0 1-1,0-1 1,0 1 0,0-1-1,0 0 1,0 1 0,0-1-1,0 1 1,0-1 0,0 1 0,-1-1-1,1 1 1,0-1 0,0 0-1,8 7-26,0-1 0,0 1 0,-1 0 0,0 1 0,0-1 0,7 9 0,20 20-10,-22-26-6,0 0 0,1 0 1,0-2-1,0 1 1,1-2-1,0 0 1,0 0-1,0-2 1,1 1-1,0-2 1,0 0-1,0-1 1,0 0-1,0-1 1,0-1-1,0-1 1,27-3-1,-35 2 19,0 0-1,1 0 0,-1 0 1,0-1-1,0 0 1,-1 0-1,1-1 0,-1 0 1,1 0-1,-1 0 1,-1-1-1,1 0 1,-1 0-1,1-1 0,-1 1 1,-1-1-1,1 0 1,4-9-1,-4 5 51,0 0 0,-1-1 1,0 1-1,-1-1 0,0 0 0,0 0 0,-1 0 0,-1-1 0,0 1 1,-1 0-1,-1-18 0,1 23 11,-1 1 1,0 0-1,-1 0 1,1-1-1,-1 1 1,0 1-1,-1-1 1,1 0-1,-1 0 1,0 1-1,0-1 1,0 1-1,0 0 1,-1 0-1,0 0 1,0 1-1,0-1 1,-5-2-1,3 1-30,-1 1 0,0 0 0,0 1 0,0 0 0,0 0 0,0 0-1,-1 1 1,1 0 0,-1 0 0,0 1 0,-15-1 0,23 3-91,-1-1 0,0 0 1,0 0-1,1 1 0,-1-1 1,0 0-1,0 1 0,1-1 0,-1 1 1,0-1-1,1 1 0,-1 0 1,1-1-1,-1 1 0,1-1 1,-1 1-1,1 0 0,-1 0 0,1-1 1,0 1-1,-1 0 0,1 0 1,0-1-1,0 1 0,-1 0 1,1 0-1,0 0 0,0-1 0,0 1 1,0 0-1,0 0 0,0 0 1,0-1-1,1 1 0,-1 0 1,0 0-1,0 0 0,1 1 0,-1 0-585,1 1 1,-1 0-1,1 0 0,0 0 0,0-1 0,0 1 0,0 0 0,1-1 0,-1 1 0,1-1 0,1 4 0,22 10-8137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1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5433,'0'0'22597,"-151"104"-20845,142-80-1079,6-3-465,3-7-176,0-5-32,30-15-2241,5-20-1744,7-22-2664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1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 3145,'0'0'20572,"-45"92"-20908,60-71-2361,6-6-4176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2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20 3745,'0'0'14672,"-28"19"-10088,28-19-4584,-120 88 3077,108-77-2762,0 0 0,1 1 0,0 0 1,1 1-1,0 0 0,1 1 0,1 0 1,0 0-1,1 1 0,0 0 0,2 0 1,-8 28-1,8-28-218,-9 33-8,3 1-1,1-1 1,3 1-1,2 1 0,1 54 1,4-102-115,0 0 0,0 0 1,0 0-1,1 0 0,-1 0 0,0 0 0,1 0 1,0 0-1,-1 0 0,1 0 0,0 0 1,0 0-1,0 0 0,0 0 0,0-1 0,1 1 1,-1 0-1,0-1 0,1 1 0,-1-1 1,1 0-1,0 1 0,-1-1 0,1 0 0,0 0 1,0 0-1,0 0 0,-1 0 0,1-1 1,0 1-1,0 0 0,0-1 0,1 0 0,-1 1 1,0-1-1,0 0 0,3 0 0,4 0-178,1-1 1,0 0-1,0 0 0,-1-1 0,1 0 1,-1-1-1,13-5 0,0-2-295,-1-1 0,0-1 0,-1-1 0,-1-1 0,0 0 0,24-24 0,-1-4-981,51-67 0,-49 51 504,-3-2-1,36-70 1,-55 86 2504,32-91-1,-52 129-1124,3-22 3014,-6 28-3278,1-1 0,-1 1 0,0 0 0,0 0 1,0 0-1,1 0 0,-1 0 0,0 0 0,0 0 0,0 0 1,1 1-1,-1-1 0,0 0 0,0 0 0,1 1 0,-1-1 1,0 0-1,0 1 0,1-1 0,-1 1 0,0-1 0,0 1 1,-13 11 180,1 0 0,0 0 0,1 1 0,1 1 0,0 0 0,-13 21 0,-52 101 623,52-85-786,1 0 0,-24 84 0,40-109-159,1 0 0,1 0 0,1 1-1,2 0 1,0-1 0,2 1 0,4 36-1,-4-58-14,1-1 1,0 1-1,0-1 0,0 1 0,1-1 0,-1 0 0,1 1 0,0-1 1,0 0-1,1 0 0,-1 0 0,1-1 0,3 5 0,-2-5-48,1 0 1,-1 1-1,1-2 0,-1 1 0,1 0 0,0-1 0,0 0 1,0 0-1,0 0 0,0-1 0,1 0 0,7 1 0,23 2-980,0-2-1,57-3 0,30-12-5771,25-23-10697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2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582 0 6649,'0'0'21822,"-17"7"-20969,7-3-771,1 0 0,0 0 0,1 1 1,-1 0-1,1 1 0,0 0 0,0 0 1,0 1-1,1 0 0,0 0 0,0 0 0,1 1 1,0 0-1,-8 15 0,-275 620 853,185-393-788,56-153-139,64-117-242,1 1 0,0 0 0,2 2 0,0 0 1,34-23-1,-36 28 84,0 1-1,1 0 1,1 1 0,0 1 0,0 1 0,1 0 0,0 2-1,0 0 1,0 1 0,1 2 0,0 0 0,35-1-1,-54 4 147,0 0-1,1 0 1,-1 0-1,0 0 1,0 0-1,0 1 0,0-1 1,0 1-1,0-1 1,0 1-1,0 0 1,0 0-1,0-1 0,0 1 1,0 1-1,-1-1 1,1 0-1,0 0 1,1 2-1,-1 0 6,-1 0 1,0 0-1,1 0 0,-1 0 0,0 0 1,0 0-1,0 0 0,-1 0 1,1 0-1,-1 0 0,0 1 0,0 3 1,0 0 27,0-1 1,-1 1-1,0 0 1,0 0 0,-1-1-1,0 1 1,0 0-1,0-1 1,-1 0-1,0 0 1,0 0 0,-1 0-1,1 0 1,-1 0-1,-1-1 1,1 0 0,-1 0-1,0 0 1,0 0-1,0-1 1,-1 0-1,1 0 1,-1-1 0,-10 6-1,1-2 119,-1 0-1,1-1 0,-2 0 1,1-2-1,0 1 0,-1-2 1,0-1-1,-33 2 0,25-4 19,11 1-102,1-1 0,-1 0 0,1-1 0,-1 0 1,-16-5-1,27 5-64,0 0 0,1 0 1,-1 0-1,0 0 1,1-1-1,-1 1 0,1-1 1,0 1-1,-1-1 1,1 0-1,0 0 1,0 0-1,0 0 0,0 0 1,0-1-1,1 1 1,-1 0-1,1-1 0,0 0 1,-1 1-1,1-1 1,0 0-1,0 1 0,1-1 1,-1 0-1,1 0 1,-1 0-1,1 0 0,0 1 1,0-5-1,0 5-113,0 1 0,0-1 0,0 0 1,0 0-1,0 0 0,0 1 0,1-1 0,-1 0 0,1 0 0,-1 1 0,1-1 0,0 0 0,0 1 0,-1-1 0,1 1 0,0-1 1,1 1-1,1-3 0,-1 3-303,1-1 1,0 0 0,0 1-1,0 0 1,0-1 0,0 1-1,0 1 1,4-2-1,-1 1-46,32-9-5641,1 1-3691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3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22 3017,'0'0'19494,"1"12"-18319,9 41-338,-9-51-797,1 1 0,-1 0 0,1 0 0,0-1 0,0 1 0,0-1 0,0 0 0,0 0 0,1 1 0,-1-1 0,1-1 0,-1 1 0,1 0 0,0-1 0,-1 1 0,1-1 0,0 0 0,0 0 0,0 0 0,0 0 0,0-1 0,1 1 0,4 0 0,6 2 12,3 1-24,-1-1 0,1-1 0,32 1 0,-44-3-25,1 0-1,-1 0 0,0 0 0,1-1 0,-1 0 0,0 0 1,0 0-1,0-1 0,0 0 0,0 0 0,0 0 0,0 0 0,0-1 1,-1 0-1,0 0 0,5-4 0,-7 6 6,-1 0 0,0 0 0,0 0 0,0 0 0,0-1-1,0 1 1,0 0 0,-1 0 0,1-1 0,0 1 0,-1 0 0,1-1 0,-1 1 0,1-1-1,-1 1 1,0-1 0,1 1 0,-1-1 0,0 1 0,0-1 0,0 1 0,0-1 0,0 1-1,-1-1 1,1 1 0,0-1 0,-1 1 0,1-1 0,-1 1 0,1 0 0,-1-1 0,0 1-1,0 0 1,1-1 0,-1 1 0,0 0 0,0 0 0,0 0 0,0 0 0,-1 0-1,1 0 1,0 0 0,0 0 0,0 0 0,-1 1 0,1-1 0,-3-1 0,-7-3 130,-1 0-1,0 1 1,1 0 0,-18-4 0,26 8-83,-35-9 753,0 3-1,0 0 1,-53 1-1,88 5-752,1 0 0,-1 0 0,0 0-1,1 0 1,-1 1 0,0-1 0,1 1 0,-1-1 0,1 1 0,-1 0-1,1 0 1,-1 0 0,1 0 0,0 1 0,0-1 0,-4 4-1,4-3-26,0 1 0,0 0 0,0 0-1,1 0 1,-1 0 0,1 0-1,0 0 1,0 0 0,0 0 0,0 1-1,1-1 1,-1 0 0,1 5-1,-1 6 1,0 0-1,0 0 0,2-1 0,0 1 0,2 14 1,-1-20-38,1 1 1,-1-2 0,1 1-1,1 0 1,-1 0 0,1-1 0,0 0-1,1 0 1,0 0 0,9 10 0,12 8-600,1 0 0,2-2 0,0-2 0,56 33 0,20-8-4824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3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2457,'0'0'0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4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969 197 2873,'0'0'18929,"3"-13"-17089,9-42-602,-12 52-1176,1-1 1,-1 1-1,0-1 1,0 0-1,-1 1 1,1-1-1,-1 1 1,1-1-1,-1 1 1,0-1-1,-1 1 1,1-1-1,0 1 1,-1 0-1,0 0 1,0 0-1,0 0 1,0 0-1,0 0 1,-1 0-1,1 1 1,-1-1-1,0 1 1,1 0-1,-1 0 1,0 0-1,-5-2 1,-3-2-42,0 0 0,0 2 0,-1-1 0,0 1 0,-23-4 0,15 4-10,-1 2-1,1 0 1,0 1-1,-1 1 0,1 1 1,-1 1-1,1 1 0,0 0 1,0 2-1,0 0 0,1 1 1,0 2-1,0-1 1,0 2-1,1 1 0,1 0 1,-1 1-1,2 1 0,-1 0 1,2 2-1,0-1 1,0 2-1,2 0 0,0 1 1,0 0-1,-11 21 0,7-6 10,1 1-1,1 1 1,2 0-1,2 1 1,-14 63-1,-11 178-26,18-104-139,14-141-6,-11 40 0,14-64 69,-1 0 1,0 0 0,0-1 0,0 1 0,-1-1 0,0 1 0,0-1-1,0 0 1,-1 0 0,0 0 0,0-1 0,0 1 0,-8 6-1,11-10-63,-1 0-1,0 0 0,0-1 0,0 1 1,0 0-1,0 0 0,0-1 0,0 0 1,0 1-1,0-1 0,0 0 0,0 0 1,0 0-1,0 0 0,0 0 0,0 0 1,0-1-1,0 1 0,0-1 0,0 1 0,0-1 1,0 0-1,0 0 0,0 0 0,1 0 1,-1 0-1,0 0 0,1 0 0,-1-1 1,1 1-1,-3-3 0,-4-4-1283,1-1-1,0 0 1,1 0-1,-8-14 1,12 18 573,-25-45-8614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5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3777,'0'0'10302,"28"3"-7172,5 1-2254,154 12 2996,-58-15-2110,245-27 0,-347 22-1356,36 1-1,-65 12 302,-5 8-484,5-13-203,0 1 0,0 0 0,1 0 0,-1 0 0,1 0 0,0 0 0,1 0 0,-1 5 0,1-2-127,0-1 0,0 0 1,1 0-1,0 0 0,0 0 1,5 13-1,-5-18-29,0 1 1,1 0-1,-1-1 1,1 0-1,-1 1 1,1-1-1,0 0 1,0 0-1,0 0 1,0 0-1,0 0 1,1 0-1,-1-1 1,1 1-1,-1-1 1,1 1-1,-1-1 1,1 0-1,0 0 1,5 1-1,7 0-1224,0-1 0,0 0-1,19-1 1,-9-1-1758,24 1-5267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5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1224,'0'0'20733,"87"148"-22126,-40-127-1599,-11-9-4706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5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3185,'0'0'21368,"10"22"-20429,33 71-269,-40-85-601,0 0 1,0-1-1,1 0 0,0 0 1,0 0-1,1 0 1,0-1-1,0 0 1,1 0-1,12 11 1,-17-16-74,1-1 0,-1 1 0,1 0 0,0 0 0,-1-1 0,1 1 0,0-1 1,0 1-1,0-1 0,-1 0 0,1 0 0,0 1 0,0-1 0,0-1 0,0 1 0,-1 0 0,1 0 1,0-1-1,0 1 0,-1-1 0,1 1 0,0-1 0,-1 0 0,3-1 0,39-26-140,-38 23 130,30-19-2,0 1 0,71-34 0,-102 55 50,0 0 0,-1 1-1,1 0 1,0-1 0,0 1 0,0 1 0,1-1 0,6 0 0,-8 22 852,-2-13-799,1-1 0,0 1 0,0 0 0,0-1 0,1 1 1,0-1-1,1 0 0,0 0 0,0 0 0,9 12 0,-9-15-252,0 0 0,0 0-1,1 0 1,-1-1 0,1 1-1,-1-1 1,1 0-1,0-1 1,0 1 0,1-1-1,-1 0 1,0 0 0,1-1-1,-1 1 1,1-1 0,10 0-1,5 0-2074,1-1 0,-1 0 0,39-8 0,0-10-6646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5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0 1072,'0'0'22933,"-175"81"-20596,151-55-889,15-5-824,6-9-408,3 3-208,0-9-8,12-6-1776,9-6-801,-4-21-2080,-5-15-2664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5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3625,'0'0'18948,"89"113"-20605,-30-102-2591,-3-2-4938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6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265 619 1064,'0'0'21034,"-26"12"-19828,-82 37-432,103-47-704,1 0-1,-1 0 1,1 1-1,0 0 0,0-1 1,0 2-1,0-1 1,1 0-1,-1 1 0,1 0 1,0-1-1,-5 9 1,7-8-41,-1 0 1,1 0 0,0 0 0,0 0 0,0 0 0,1 0-1,0 0 1,-1 0 0,2 6 0,-1-4-41,0-3 11,0 0 1,0 1-1,1-1 0,-1 0 1,1 0-1,0 0 0,0 0 0,0 0 1,0 0-1,1 0 0,-1 0 1,1 0-1,0 0 0,0 0 1,0-1-1,0 1 0,0-1 0,0 0 1,1 0-1,-1 1 0,5 1 1,4 3-12,0-1 1,0-1-1,1 0 0,15 4 1,18 9-297,-44-18 306,-1 0 1,1 0-1,-1 0 0,0 0 1,1 0-1,-1 1 1,1-1-1,-1 0 1,0 0-1,1 1 0,-1-1 1,0 0-1,1 0 1,-1 1-1,0-1 1,1 0-1,-1 1 1,0-1-1,0 1 0,1-1 1,-1 0-1,0 1 1,0-1-1,0 1 1,0-1-1,1 0 0,-1 1 1,0-1-1,0 1 1,0-1-1,0 1 1,0-1-1,0 0 1,0 1-1,0-1 0,0 1 1,-1-1-1,1 1 1,0-1-1,0 0 1,0 1-1,0-1 0,-1 1 1,1-1-1,0 0 1,0 1-1,-1-1 1,1 0-1,0 1 1,-1-1-1,1 0 0,0 1 1,-1-1-1,1 0 1,0 0-1,-1 1 1,1-1-1,0 0 0,-1 0 1,1 0-1,-1 0 1,0 1-1,-27 11 95,27-11-100,-187 68 467,188-70-472,0 1 0,0 0 0,0 0 0,0 0 1,0 0-1,0 0 0,0 0 0,0-1 0,0 1 0,0 0 0,0 0 0,0 0 0,0 0 0,0 0 0,0 0 0,0-1 0,0 1 1,0 0-1,0 0 0,0 0 0,0 0 0,0 0 0,-1 0 0,1-1 0,0 1 0,0 0 0,0 0 0,0 0 0,0 0 1,0 0-1,0 0 0,0 0 0,0 0 0,-1 0 0,1 0 0,0-1 0,0 1 0,0 0 0,0 0 0,0 0 0,0 0 0,0 0 1,-1 0-1,1 0 0,0 0 0,14-14-478,172-129-2869,-67 55 1476,502-389-3172,-582 448 5129,-16 13 338,-1-1 1,0 0-1,-1-2 0,-1-1 0,0-1 0,23-33 0,-40 49 28,0 1 0,-1-1-1,0 0 1,0-1-1,3-9 1,-5 14-332,0 0 1,1 0-1,-1 0 1,0 0 0,0 0-1,0 0 1,0 0-1,0 0 1,0 0-1,0 0 1,0 0-1,0 0 1,0 0-1,0 0 1,-1 0-1,1 0 1,-1 0-1,1 0 1,0 0-1,-1 1 1,1-1-1,-1 0 1,0 0-1,1 0 1,-1 0-1,0 1 1,1-1-1,-1 0 1,0 1-1,0-1 1,0 1-1,0-1 1,1 1 0,-1-1-1,0 1 1,0-1-1,0 1 1,-1-1-1,-8 0 91,0 0-1,1 1 1,-1 0-1,0 0 1,1 1-1,-1 0 1,1 1-1,-1 0 0,1 0 1,-1 1-1,1 0 1,0 1-1,1 0 1,-1 0-1,1 1 1,-16 11-1,-2 4 143,1 2 1,1 0-1,-37 43 0,38-36-126,0 0-1,2 2 1,2 0 0,0 2-1,-16 41 1,15-24-101,3 1-1,-21 102 1,26-100-110,7-34-13,1 0 0,1 0 0,-2 31 0,9-50-136,1 0 121,0-1 1,0 0-1,0 0 0,0 0 1,0-1-1,-1 0 0,1 0 1,0 0-1,6-4 0,45-33-59,-29 20-31,82-49-87,-109 68 208,1 0-1,-1 0 1,0 0-1,1 0 0,-1 0 1,0 0-1,0 0 1,1 0-1,-1 1 1,0-1-1,1 0 0,-1 0 1,0 0-1,0 0 1,1 0-1,-1 0 1,0 1-1,0-1 0,0 0 1,1 0-1,-1 0 1,0 1-1,0-1 1,0 0-1,1 0 0,-1 1 1,0-1-1,0 0 1,0 0-1,0 1 1,0-1-1,0 0 0,0 0 1,1 1-1,-1-1 1,0 0-1,0 1 1,0-1-1,0 0 0,0 0 1,0 1-1,0-1 1,-1 0-1,1 1 1,0-1-1,0 21-11,0-16 45,0 2-162,0-1 0,0 0 1,0 1-1,1-1 0,0 0 0,0 0 1,1 0-1,0 0 0,0 0 0,0 0 0,1 0 1,0-1-1,0 1 0,0-1 0,0 0 0,1 0 1,0 0-1,0 0 0,1-1 0,-1 1 0,1-1 1,0 0-1,0-1 0,0 1 0,10 4 0,2-3-1657,1 0 0,0-1-1,28 3 1,2-1-4350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7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4073,'0'0'18057,"17"9"-17042,-1 0-838,-5-2-80,1-1 0,0 0-1,1-1 1,-1 0 0,1-1-1,0 0 1,23 3 0,151 0 465,-180-7-533,-19-7 200,-36-6 289,-1 2 0,1 2 0,-2 2 0,1 3-1,-61 1 1,106 3-473,0 0 0,-1 0-1,1 1 1,0-1 0,-1 1-1,1 0 1,0 0 0,0 0 0,-5 2-1,7-2-38,1 0-1,0 1 0,-1-1 1,1 0-1,0 0 1,-1 0-1,1 1 0,0-1 1,0 1-1,0-1 0,0 1 1,0-1-1,1 1 1,-1 0-1,0-1 0,1 1 1,-1 0-1,1 0 0,0-1 1,0 1-1,-1 0 1,1 0-1,0-1 0,1 3 1,-1-1-15,0-1 1,0 0-1,1 0 1,-1 0-1,1 0 1,0 0-1,-1 1 1,1-1-1,0 0 1,0-1-1,0 1 1,1 0-1,-1 0 1,0 0-1,4 2 1,-1 1-68,1-1-1,0 0 1,1 0 0,-1-1 0,8 4-1,9 3-434,-1-1 0,26 6 0,-46-15 491,39 9-1506,0-1 0,1-2-1,0-2 1,0-1 0,47-4 0,-44 1-654,71-2-5422,-9-5 83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7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385 703 2985,'0'0'17845,"-26"-3"-15422,-84-7-729,104 9-1570,1 1 1,0 0-1,0 0 1,0 0-1,0 1 1,0 0-1,0 0 1,0 0 0,0 1-1,0-1 1,0 1-1,0 0 1,1 1-1,-1-1 1,1 1-1,-1 0 1,-5 5-1,-4 3 195,-8 3 34,9-6-173,0 1 1,0 0 0,1 0-1,0 1 1,1 1 0,0 0-1,-15 19 1,25-28-175,0 0 0,0 0 0,0 0-1,0 1 1,1-1 0,-1 0 0,0 0 0,1 0 0,-1 5 0,1-7-8,0 1 1,0 0 0,0-1 0,0 1-1,0-1 1,1 1 0,-1-1 0,0 1-1,0-1 1,0 1 0,1 0-1,-1-1 1,0 1 0,0-1 0,1 1-1,-1-1 1,1 0 0,-1 1 0,0-1-1,1 1 1,-1-1 0,1 0 0,-1 1-1,1-1 1,-1 0 0,1 1-1,-1-1 1,1 0 0,-1 0 0,1 1-1,-1-1 1,1 0 0,0 0 0,-1 0-1,1 0 1,-1 0 0,1 0-1,0 0 1,0 0 0,9-1 0,0 0 0,0 0 0,0-1 0,0 0 0,0-1 0,-1 0 0,1 0 0,-1-1 1,1 0-1,9-7 0,11-9-71,45-37 1,-42 30-40,299-253-1531,-237 189 97,107-129 0,-188 202 1499,-2 5 127,-1 0 0,-1 0 0,0-1 0,-1-1 1,0 1-1,12-32 0,-21 46-62,0 0-1,0 0 1,0 0 0,0 0 0,0-1 0,0 1 0,0 0 0,0 0 0,0 0 0,0 0 0,0 0-1,0 0 1,0-1 0,0 1 0,0 0 0,0 0 0,0 0 0,0 0 0,0 0 0,0 0 0,0-1-1,0 1 1,0 0 0,0 0 0,0 0 0,0 0 0,0 0 0,0 0 0,0 0 0,0 0 0,-1-1 0,1 1-1,0 0 1,0 0 0,0 0 0,0 0 0,0 0 0,0 0 0,0 0 0,0 0 0,-1 0 0,1 0-1,0 0 1,0 0 0,0 0 0,0 0 0,0 0 0,0 0 0,-1 0 0,1 0 0,0 0 0,0 0-1,0 0 1,0 0 0,0 0 0,0 0 0,-1 0 0,1 0 0,0 0 0,0 0 0,0 0 0,0 0-1,0 0 1,0 0 0,0 0 0,0 0 0,-1 0 0,1 1 0,-6-1 130,0 1 0,0 0-1,1 1 1,-1-1 0,0 1 0,1 0 0,-1 1 0,1-1 0,-1 1-1,1 0 1,-7 6 0,-58 49 408,52-41-314,-31 28 107,2 1 0,2 3 0,2 2 1,-36 56-1,60-79-308,2 1 0,0 1 1,3 0-1,0 1 0,2 1 0,1-1 1,2 2-1,1 0 0,-6 60 1,13-86-100,0 0 0,1 0 0,0 0 1,1 0-1,0 0 0,0 0 1,0 0-1,0 0 0,1 0 0,1-1 1,2 8-1,-2-11-43,-1 1 0,1-1 0,0 1-1,1-1 1,-1 0 0,0 0 0,1 0 0,0-1 0,-1 1 0,1-1 0,0 0-1,0 0 1,1 0 0,-1-1 0,0 0 0,1 1 0,-1-1 0,0-1 0,1 1-1,6 0 1,27 1-1782,76-3 1,-1-13-4376,20-20-6825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7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778 0 16484,'0'0'8313,"-29"28"-5827,-97 95-669,106-103-1438,1 2 0,1 0 0,1 1 0,-21 37 0,23-34-162,-88 161 873,-57 92-745,171-293-504,0 1 1,1 0-1,0 0 0,1 1 1,15-11-1,6-1-340,38-22 0,-66 42 434,1 0-1,0 0 0,0 0 0,0 1 1,0 0-1,1 1 0,-1 0 1,1 0-1,-1 0 0,11 0 0,-17 2 66,-1 1-1,1-1 1,-1 0-1,1 0 1,0 1-1,-1-1 1,1 0-1,-1 1 1,1-1-1,0 1 1,-1-1-1,1 1 1,-1-1-1,0 1 1,1-1-1,-1 1 1,1-1 0,-1 1-1,0-1 1,1 1-1,-1 0 1,0-1-1,0 1 1,0 0-1,1-1 1,-1 1-1,0 0 1,0-1-1,0 1 1,0 0-1,0-1 1,0 1-1,0 0 1,0-1-1,-1 2 1,-2 26 19,0-19 6,0 0 0,-1-1-1,0 0 1,0 0 0,-1 0 0,0 0 0,0-1 0,0 1 0,-1-1 0,-1-1 0,-12 12-1,2-4 50,0 0 0,-1-2 1,-37 20-1,37-24-11,-1 0 0,0-1 0,0-2 0,0 0 0,-1 0 0,-20 0 0,-118 2 126,151-7-183,6 0-11,0 0 0,0 0 0,0 0 0,0 0 0,0 0 1,0 0-1,0 0 0,0 0 0,1 0 0,-1 0 0,0-1 0,0 1 1,0 0-1,0 0 0,0-1 0,0 1 0,1-1 0,-1 1 0,0-1 1,0 1-1,1-1 0,-1 1 0,0-1 0,1 0 0,-1 0 1,0 1-1,1-1 0,-1 0 0,1 0 0,-1 1 0,1-1 0,0 0 1,-1 0-1,1 0 0,0-1 0,0 1-22,0-1 0,0 1-1,1-1 1,-1 1 0,1-1 0,-1 1-1,1 0 1,0-1 0,-1 1 0,1 0-1,0 0 1,0 0 0,0-1-1,0 1 1,0 0 0,0 0 0,0 0-1,0 0 1,1 1 0,-1-1 0,0 0-1,3 0 1,27-12-1079,1 2 0,1 1-1,0 1 1,48-5 0,-13 1-1694,28-10-3667,-8-1-3923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8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3897,'0'0'20762,"-2"5"-18846,-1 2-1440,0 1 0,1-1 0,0 1 0,0 0 0,1-1 0,0 1 0,1 0 0,0 12 0,0-17-471,0-1 0,0 1 0,0-1 0,1 0 0,-1 1 1,1-1-1,-1 1 0,1-1 0,0 0 0,0 0 0,0 1 0,0-1 0,0 0 0,1 0 0,-1 0 0,1 0 0,-1 0 1,1-1-1,0 1 0,0 0 0,0-1 0,0 1 0,0-1 0,0 0 0,0 0 0,0 1 0,0-1 0,0-1 1,1 1-1,-1 0 0,1-1 0,-1 1 0,4 0 0,17 1-2287,-1-2 1,35-2 0,-48 1 897,-1 0-1,1-1 1,-1 0 0,0-1 0,13-5 0,19-16-8530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8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615 1 3369,'0'0'21735,"-25"30"-20148,-79 103-563,96-123-926,2 0-1,-1 1 1,1 0-1,1 1 1,0-1-1,1 1 0,0 0 1,1 0-1,-4 22 1,1-2 57,-12 72 114,-8 38-208,21-127-61,1 1 0,-2 0 0,0-1 0,-1 0 0,0 0-1,-13 18 1,15-28 0,0 1 0,0-1 0,0 0 0,-1 0 0,0-1-1,1 1 1,-2-1 0,1-1 0,0 1 0,-1-1 0,0 0 0,1 0-1,-1-1 1,-8 2 0,9-3 3,0 0 0,0 0 1,0 0-1,-1-1 0,1 1 0,0-2 0,0 1 0,0-1 0,-1 0 1,1 0-1,0 0 0,0-1 0,0 0 0,1 0 0,-1-1 1,0 0-1,-5-3 0,2-1 6,1-1-1,-1 1 1,2-2-1,-1 1 1,1-1 0,1 0-1,-1 0 1,2-1 0,-1 0-1,-7-19 1,7 13-323,1 0 0,0-1 0,1 1 1,1-1-1,0 0 0,0-27 0,4 42 185,-1-1-1,0 1 1,1 0-1,-1-1 1,1 1-1,0 0 1,-1 0-1,1 0 1,0 0-1,0 0 1,1 0-1,-1 0 1,0 0-1,1 0 1,-1 0-1,1 1 1,0-1-1,-1 0 1,1 1-1,0 0 1,0-1-1,0 1 1,3-2-1,6-2-734,0 1 0,0-1 0,17-3 0,-13 4-543,41-11-4066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8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550 1 6953,'0'0'23023,"-16"11"-22360,2-1-525,0 0-1,1 1 1,1 1 0,0 0 0,0 1 0,2 0 0,-1 0 0,-15 29 0,-57 122 298,18-35-1123,-89 135 1,145-250 293,-25 33-616,31-44 687,1 0 0,-1-1 1,0 1-1,0 0 1,0-1-1,0 1 0,-1-1 1,1 0-1,-1 0 1,1-1-1,-5 2 0,-5-1-3892,4-2-1994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3625,'0'0'8594,"36"0"-3428,221 0 393,-214 0-4215,-1 1 1,0 3-1,81 17 1,-120-20-1291,0 0 1,0 0-1,0 0 1,0 0-1,0 0 1,0 1-1,-1-1 0,1 1 1,-1 0-1,1 0 1,-1 0-1,4 4 0,-5-4-29,0-1-1,0 1 0,0-1 1,0 1-1,-1-1 0,1 1 1,-1-1-1,1 1 1,-1 0-1,0-1 0,0 1 1,0 0-1,0-1 0,0 1 1,0-1-1,0 1 0,0 0 1,0-1-1,-1 1 0,1 0 1,-1-1-1,1 1 0,-1-1 1,0 1-1,-1 1 0,-4 6 93,0 0 0,0-1 0,-1 0 0,0 0 1,-13 10-1,13-13-84,1 1 0,-1-1 1,1 2-1,1-1 1,-1 1-1,1-1 0,0 2 1,1-1-1,-1 0 0,1 1 1,-4 11-1,8-18-119,0-1 1,0 0-1,0 0 0,0 0 0,0 1 0,0-1 0,0 0 1,0 0-1,0 1 0,0-1 0,-1 0 0,1 0 0,0 1 0,0-1 1,1 0-1,-1 0 0,0 1 0,0-1 0,0 0 0,0 0 1,0 1-1,0-1 0,0 0 0,0 0 0,0 0 0,0 1 1,1-1-1,-1 0 0,0 0 0,0 0 0,0 1 0,0-1 1,1 0-1,-1 0 0,0 0 0,0 0 0,0 0 0,1 1 1,-1-1-1,0 0 0,0 0 0,1 0 0,-1 0 0,0 0 0,0 0 1,1 0-1,-1 0 0,0 0 0,0 0 0,1 0 0,-1 0 1,0 0-1,1 0 0,12-5-5182,3-11-2063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9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13155,'0'0'7833,"84"178"-9257,-64-133-2985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29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86 360,'0'0'24527,"14"10"-23414,40 33-290,-52-40-778,1-1 0,-1 1 0,0 0 0,0 0 0,0 0 0,0 0 0,-1 0 0,1 0 0,-1 1 0,0-1 0,0 0 0,0 1-1,0-1 1,-1 1 0,0-1 0,1 1 0,-1-1 0,0 1 0,-1-1 0,0 7 0,0 4 27,1-14-73,0 0-1,0 0 0,1 0 1,-1 0-1,0 1 0,0-1 0,0 0 1,0 0-1,0 0 0,0 0 1,0 0-1,0 0 0,0 1 1,0-1-1,0 0 0,0 0 1,0 0-1,0 0 0,0 0 0,0 0 1,-1 1-1,1-1 0,0 0 1,0 0-1,0 0 0,0 0 1,0 0-1,0 0 0,0 0 1,0 1-1,0-1 0,0 0 1,0 0-1,-1 0 0,1 0 0,0 0 1,0 0-1,0 0 0,0 0 1,0 0-1,0 0 0,0 0 1,-1 0-1,1 0 0,0 0 1,0 0-1,0 0 0,0 0 1,0 0-1,-1 0 0,1 0 0,0 0 1,0 0-1,0 0 0,0 0 1,-1-12-645,4 7 499,0-1 0,1 0 0,-1 1 0,1 0 0,0 0 0,0 0 0,1 0 0,-1 1-1,1-1 1,10-6 0,4-3-323,38-18 0,-43 24 568,0 1-1,1 0 0,-1 1 1,2 1-1,-1 1 0,0 0 1,1 1-1,21-2 0,-36 35 1881,-7 19-624,21-48-1368,-9-1-16,0-1-1,0 0 0,0 0 0,0 0 0,0-1 0,-1 0 0,1 0 0,-1-1 0,6-2 0,49-34-402,-21 13 265,-18 14 188,-4 1 176,1 0 0,36-14 0,-53 26-106,-1 0 0,1 0 0,-1 0 0,1 0 0,-1 0 1,1 0-1,-1 0 0,0 0 0,0 0 0,1 0 0,-1 0 0,0 0 1,0 1-1,0-1 0,0 0 0,0 0 0,-1 0 0,1 1 0,0 2 97,-1 5-52,2 1-1,-1-1 1,1 0 0,1 0-1,-1 0 1,5 12 0,-5-18-281,0 0 1,0-1-1,1 1 0,-1 0 0,1-1 1,0 1-1,0-1 0,0 0 1,0 1-1,0-1 0,0 0 1,0 0-1,1-1 0,-1 1 1,1 0-1,0-1 0,-1 0 1,1 1-1,0-1 0,0 0 1,0 0-1,0-1 0,-1 1 1,1 0-1,4-1 0,54 1-6696,-41-1 2288,17 0-10137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30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48 3937,'0'0'14822,"10"12"-13911,31 35-259,-39-45-628,-1-1 0,1 1 0,0-1 0,0 1 0,0-1 0,0 0 1,0 0-1,1 0 0,-1 0 0,0-1 0,0 1 0,1 0 0,-1-1 1,0 0-1,1 1 0,-1-1 0,0 0 0,1 0 0,-1 0 0,0-1 1,1 1-1,-1-1 0,0 1 0,1-1 0,-1 0 0,0 1 0,0-1 0,0 0 1,1-1-1,-1 1 0,-1 0 0,1-1 0,0 1 0,0-1 0,0 1 1,-1-1-1,1 0 0,-1 0 0,1 0 0,1-2 0,-2 0 21,1 0-1,-1 0 1,0 0-1,0 0 1,0 0 0,-1-1-1,0 1 1,1 0-1,-1 0 1,-1 0-1,1-1 1,-1-3-1,0 6-2,1 0 0,-1 0 1,0 0-1,0 1 0,0-1 0,0 0 0,0 1 0,0-1 0,0 1 0,-1-1 0,1 1 0,-1 0 0,1-1 0,-1 1 0,1 0 0,-1 0 0,1 0 0,-1 0 0,0 0 0,0 0 0,0 1 0,1-1 0,-1 1 0,0-1 0,0 1 1,0 0-1,-3-1 0,-6 0 201,0-1 1,1 1 0,-1 1 0,0 0 0,0 1 0,0 0-1,0 1 1,1 0 0,-1 0 0,1 1 0,-1 0 0,1 1-1,0 1 1,0-1 0,1 2 0,0-1 0,-14 11 0,17-11-136,-1 0 0,1 1 0,0 0 0,0 0 0,1 0 0,0 1 0,0 0 0,1 0 0,-1 0 0,1 1 0,1-1 0,0 1 1,0 0-1,0 0 0,1 0 0,0 0 0,1 1 0,0-1 0,0 0 0,0 1 0,1-1 0,1 0 0,1 12 0,-1-16-110,-1 0-1,1 0 0,1-1 1,-1 1-1,0 0 0,1-1 0,-1 1 1,1-1-1,0 0 0,0 0 1,1 0-1,-1 0 0,1 0 0,-1 0 1,1 0-1,6 4 0,-1-3-82,0 1 0,0-1 0,0 0 0,1-1 0,-1 0 0,1 0 0,13 1 0,37 6-2719,117 1 1,-58-10-3950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30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357 26 3025,'0'0'20087,"-3"-5"-18308,3 4-1694,-1 0-18,1 0 1,-1 0-1,1 0 1,-1 0 0,1 0-1,-1 0 1,0 0-1,1 0 1,-1 0 0,0 0-1,0 0 1,0 0-1,0 1 1,0-1 0,0 0-1,0 1 1,0-1-1,0 1 1,0-1-1,0 1 1,0-1 0,0 1-1,0 0 1,0-1-1,-1 1 1,1 0 0,0 0-1,0 0 1,0 0-1,-1 0 1,1 0-1,0 0 1,0 1 0,0-1-1,0 0 1,-1 1-1,1-1 1,0 0 0,0 1-1,0 0 1,0-1-1,-1 2 1,-15 11 347,0 0-1,2 1 1,0 1-1,0 1 1,1 0-1,-16 26 1,21-31-222,-13 20-112,1 1 0,1 1-1,2 0 1,1 1 0,2 1 0,1 1-1,2 0 1,2 0 0,1 1 0,1 1-1,3-1 1,-2 62 0,7-98-186,0 0 0,-1 0 0,1 0 0,0 0 0,0 0 0,1 0 0,-1 0 0,0 0 0,0 0 0,0 0 0,1 0 0,-1 0 0,0 0 0,1 0 0,-1 0 0,1 0 0,-1 0 0,1 0 0,0-1 0,-1 1 0,1 0 0,0 0 0,-1-1 0,1 1 0,0 0 0,0-1 0,0 1 0,1 0 0,0 0-241,1-1 0,0 0 0,0 0 0,-1 0 0,1 0 0,0 0 0,-1 0 0,1 0 0,3-2-1,-1 1-547,-1 0-1,0 0 1,0-1-1,0 1 1,0-1-1,0 0 1,4-3-1,28-25-12061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31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56 4593,'0'0'14722,"-26"-3"-12528,-8-2-1514,9 1 187,1 1 0,-44 1 1,29 2 3879,39 0-4276,6 0 120,91 1 137,116-3-400,-177-1-319,0-1 0,-1-1 0,67-20 0,-101 24-2,1 1 228,-2 6-105,0-5-144,-1 18 66,-1-1 0,0 0 0,-1 1 1,-2-2-1,0 1 0,0 0 1,-2-1-1,-14 28 0,-60 120 188,-118 250-233,186-372 365,7-17-4745,17-61-4246,-4 3-566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31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80,'0'0'23994,"24"5"-22637,79 17-434,-85-19-725,1-2 0,0 0 1,-1-2-1,1 0 1,0 0-1,-1-2 1,1 0-1,-1-2 1,0 0-1,29-12 0,-28 10-933,0 0-1,1 2 0,0 0 0,1 1 0,39-3 0,-51 8-376,19-3-6039,-18-3-1025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37:31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 2633,'0'0'27259,"-4"0"-25734,3 0-1502,0 0-1,0 0 0,0 0 0,0 0 0,0 0 1,0 0-1,0 0 0,0 0 0,0 1 0,1-1 1,-1 0-1,0 1 0,0-1 0,0 0 0,0 1 1,0-1-1,1 1 0,-1 0 0,0-1 0,0 1 1,1-1-1,-1 1 0,0 0 0,1 0 0,-1-1 1,1 1-1,-1 0 0,1 0 0,-1 0 0,1 0 1,0-1-1,-1 1 0,1 0 0,0 0 0,0 0 1,0 0-1,-1 0 0,1 0 0,0 0 0,0 0 1,0 0-1,1 0 0,-1 0 0,0 0 0,0 0 1,0 0-1,1-1 0,-1 1 0,0 0 0,2 1 1,-2 0-486,0-1 0,0 1-1,0-1 1,0 1 0,1-1 0,-1 1 0,0-1 0,1 1 0,-1-1 0,1 1 0,0-1 0,-1 0 0,1 1 0,0-1 0,0 0 0,0 0 0,0 0 0,0 0 0,0 0-1,0 0 1,0 0 0,2 1 0,4 3-9313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00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7 2577,'0'0'16496,"23"-5"-15402,-23 4-355,-12 6-10049,-5-4 675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0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470 125 3441,'0'0'15727,"25"-16"-14552,79-49-449,-90 56-502,0 1 1,31-12 0,-39 18-98,1 0 0,-1 1 0,1 0 0,-1 1 0,13-1 0,-17 1 1977,-4 1-1810,-7 5-183,-1 1 0,1 0 1,0 0-1,-9 9 0,-14 12 18,-118 81 325,-79 61-38,223-166-416,-10 9 9,-27 27 0,40-37-13,0 1-1,0 0 1,0-1-1,1 1 0,-1 0 1,1 0-1,0 0 0,0 0 1,0 1-1,1-1 0,0 0 1,-1 1-1,1-1 1,0 7-1,1-10 5,1 0 0,-1 0 0,0-1 0,1 1 0,-1 0 0,1 0 0,-1-1 0,1 1 0,-1-1 0,1 1 0,-1 0 0,1-1 0,-1 1 0,1-1 1,0 1-1,-1-1 0,1 0 0,0 1 0,0-1 0,-1 0 0,1 1 0,0-1 0,0 0 0,0 0 0,-1 0 0,3 0 0,26 5 50,-22-5-36,31 5-35,0 2-1,-1 1 1,0 2-1,0 1 1,53 26-1,-89-37 11,1 1 1,0 0-1,-1-1 0,1 1 1,0 0-1,-1 0 0,1 0 1,-1 0-1,0 1 0,1-1 1,-1 0-1,0 1 0,0-1 1,0 0-1,0 1 0,0 0 1,0-1-1,1 4 0,-2-4 6,0 0 0,0 0 0,0 0 1,0 0-1,-1 0 0,1 0 0,0 0 0,0 0 0,-1 0 0,1 0 0,-1 0 0,1 0 0,-1 0 0,0 0 0,1 0 0,-1 0 0,0 0 1,1 0-1,-1-1 0,0 1 0,0 0 0,-1 0 0,-6 5 2,0-1 0,0-1 0,-1 0 0,0 0 0,-11 4 1,-60 20 51,-2-3 0,-1-4 0,-89 12 0,161-31-152,-4 1 395,29-8-3017,11-4 1187,0-2-1,-1 0 0,0-1 0,43-30 1,21-23-7037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0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506 0 1400,'0'0'21381,"-38"52"-19875,-118 172-256,143-203-1064,1-1-1,1 2 0,0-1 0,2 2 0,1-1 0,1 1 0,-6 32 0,-2 8 194,-110 292 652,69-206-822,51-135-206,0-1-11,0 0 0,1 0 0,0 0 0,1 0 1,1 0-1,-1 20 0,10-32-80,7-2 84,0 0 1,1-2-1,-1 1 0,0-2 1,0 0-1,0-1 1,-1 0-1,22-12 1,101-68-141,-132 83 136,31-22-53,-10 8 57,-2 0 0,32-29-1,-54 44 159,-2 51-109,0-28-90,0 0 0,2 1 0,4 30 0,-3-49-75,-1 0 1,1 0-1,-1 0 0,1 0 1,0-1-1,1 1 0,-1-1 1,1 1-1,-1-1 0,1 0 0,0 0 1,0 0-1,1 0 0,-1 0 1,1-1-1,-1 0 0,1 1 1,0-1-1,0-1 0,-1 1 1,1-1-1,1 1 0,-1-1 0,8 1 1,9 2-1031,1-1 1,-1-1-1,34-2 1,-41 0 463,87 0-4997,-5 0-1895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1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424 321 8938,'0'0'15310,"-54"-9"-14210,-166-21-289,213 29-766,-1 0 0,1 1 0,0 0 0,0 1 0,0 0 0,0 0 0,0 0-1,0 1 1,-12 4 0,16-5-17,1 1-1,-1 0 1,0 0-1,1 0 1,-1 0-1,1 1 1,-1-1-1,1 1 1,0-1-1,-4 7 1,-1 1 55,3-5-69,1 0 1,0 0-1,0 0 1,0 0-1,1 0 1,0 1-1,0-1 0,0 1 1,1-1-1,0 1 1,0 0-1,0-1 1,1 1-1,-1 0 1,1 0-1,1-1 1,-1 1-1,3 9 0,-2-13-14,0 0 0,-1 0-1,1-1 1,0 1 0,0 0 0,1-1-1,-1 1 1,0-1 0,1 1-1,-1-1 1,0 0 0,1 0-1,0 1 1,-1-1 0,1 0-1,0 0 1,-1-1 0,1 1-1,0 0 1,0 0 0,0-1-1,0 1 1,0-1 0,2 1-1,8 0 12,0 0 0,-1-1-1,14-1 1,-7 1 37,-13 0-46,-1 0 1,1 0-1,0 0 0,0-1 0,0 1 0,-1-1 0,1 0 1,0-1-1,-1 1 0,1-1 0,-1 0 0,0 0 0,0 0 1,1-1-1,-1 0 0,-1 1 0,1-1 0,0-1 0,-1 1 1,1 0-1,-1-1 0,0 0 0,0 0 0,-1 0 1,1 0-1,3-8 0,2-6-80,0-1 0,8-30 0,-10 30-38,0 1 1,0 0-1,14-23 1,-17 36 99,0 0 0,0 0 0,1 0 0,0 0 0,0 1 0,0 0 0,0 0 0,1 0 0,0 0 0,0 1 0,0 0 0,0 0 0,0 0 0,0 1 0,7-3 0,14-1 5,0 2 0,0 0 0,0 2 0,0 1 0,1 1 0,33 4 1,-56-4 15,0 1 1,-1 0 0,1-1 0,0 1-1,-1 0 1,1 1 0,-1-1 0,0 1-1,1 0 1,-1-1 0,0 1 0,0 1 0,0-1-1,0 0 1,3 4 0,-2-1 20,0 0 1,0 1-1,0-1 1,-1 1-1,1 0 1,-2 0 0,6 12-1,-3 0 40,-1 1 1,-1 0-1,0-1 1,-1 1-1,-1 22 0,-1-40 477,0-1-504,-7-6 812,1-9-680,0 0 1,1 0 0,1-1-1,0 0 1,1 1-1,-1-26 1,1-105 165,3 93-359,1 53-27,-1-1 1,1 0-1,-1 1 0,1-1 0,-1 1 0,1-1 1,-1 0-1,1 1 0,-1-1 0,1 1 0,0 0 1,-1-1-1,1 1 0,0 0 0,-1-1 1,1 1-1,0 0 0,0-1 0,-1 1 0,1 0 1,0 0-1,0 0 0,-1 0 0,1 0 0,0 0 1,0 0-1,-1 0 0,1 0 0,0 0 1,0 1-1,-1-1 0,2 0 0,10 0-565,85-12-6949,-44 2 144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1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440 1 6265,'0'0'19894,"-32"55"-18482,-107 187-369,117-201-774,1 0 1,3 2-1,-23 75 0,30-82-179,-132 454 213,140-476-615,0-1 0,0 1 0,1-1 1,1 17-1,1-28-1206,0-7-648,2-73-5598,7 25 1849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1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8466,'0'0'14556,"54"12"-13941,176 42-226,-196-46-284,0 0 0,1-3 0,-1-1 0,64 0 0,-62-4-33,-35 0-66,-1-1 1,1 1 0,-1 0 0,0 0 0,1 0 0,-1 0-1,1 0 1,-1 0 0,0-1 0,1 1 0,-1 0 0,1 0-1,-1-1 1,0 1 0,1 0 0,-1-1 0,0 1 0,1 0-1,-1-1 1,0 1 0,0 0 0,0-1 0,1 1 0,-1 0-1,0-1 1,0 1 0,0-1 0,0 1 0,1-1 0,-1 1-1,0 0 1,0-1 0,0 0 0,0-18 175,-1 12-128,1 0-31,0-1 1,0 1-1,0 0 0,-1 0 1,-1 0-1,1 0 1,-1 0-1,0 0 0,-6-11 1,6 15-10,0 0 1,0 1-1,0-1 0,0 1 1,-1-1-1,1 1 0,-1 0 1,1 0-1,-1 0 0,0 0 1,0 1-1,0-1 0,0 1 1,0 0-1,0-1 1,0 1-1,-1 1 0,1-1 1,0 0-1,-1 1 0,1 0 1,0 0-1,-6 0 0,3 0 38,0 0 0,-1 0 0,1 0-1,0 1 1,0 0 0,0 0 0,-7 2-1,10-1-45,1-1-1,-1 1 1,1 0-1,0 0 0,0 0 1,0 0-1,0 0 0,0 0 1,0 1-1,0-1 1,1 1-1,-1-1 0,1 1 1,0 0-1,0-1 1,-2 7-1,-5 14 2,2 0-1,0 1 1,1 0-1,-1 30 1,1 98-366,5-136 253,0-8 8,0 0-117,0-1 0,1 1 0,-1-1-1,3 11 1,-2-16 97,0 1 0,0 0-1,0-1 1,0 1 0,1-1-1,-1 0 1,1 1 0,-1-1 0,1 0-1,0 0 1,0 0 0,0 0-1,0 0 1,0 0 0,0-1-1,3 3 1,9 2-709,0-1 0,1 0 0,0-1 0,0 0 0,0-2 0,0 1 0,0-2 0,17 0 0,46 0-4462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2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0 1568,'0'0'21825,"-40"9"-21220,-127 33-130,163-41-446,-1 0 0,1 1 1,0-1-1,0 1 0,0 0 0,0 0 0,0 0 0,0 1 0,0 0 1,1-1-1,-1 1 0,1 1 0,0-1 0,0 0 0,0 1 0,-4 6 0,5-6-9,1 1 0,0-1 0,0 1 0,0-1 0,0 1 0,1-1 0,0 1-1,0 0 1,0-1 0,1 7 0,0 8-18,-1-14 3,1 0 0,0 0 1,0-1-1,1 1 0,-1 0 0,1 0 0,0 0 0,0-1 0,1 1 0,-1-1 0,1 0 0,0 0 0,0 0 0,0 0 0,1 0 0,-1-1 0,1 1 0,5 3 0,-1 0 0,-1 0-1,0 0 1,0 1 0,9 14-1,-12-13-8,0-1-1,0 1 1,-1 0 0,-1 0-1,1 0 1,-2 0 0,3 17-1,-3-5 20,-1-1-1,-3 32 0,2-45-8,0-1-1,-1 0 1,1 0 0,-1 0 0,0-1-1,-1 1 1,1 0 0,-1-1-1,0 1 1,-1-1 0,1 0-1,-1 0 1,-9 8 0,-1 0 15,-1-1 0,0-1 0,-20 11 0,-17 12-8,48-32-2604,3-4 1136,9-12-534,-4 7 563,23-37-5220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2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0 3321,'0'0'20995,"-55"54"-19420,-168 176-387,212-219-1087,1 1-1,1 0 1,0 0-1,1 1 0,0 0 1,1 0-1,0 1 1,-8 24-1,1 12 81,1 0 0,3 1-1,2 0 1,3 1-1,1-1 1,5 69 0,-1-116-194,0 0 0,1 1 0,0-1 1,0 0-1,0 0 0,0 1 0,1-1 0,-1 0 1,1 0-1,0-1 0,0 1 0,0 0 1,1-1-1,0 1 0,-1-1 0,1 0 1,0 1-1,0-1 0,1-1 0,-1 1 0,1-1 1,-1 1-1,1-1 0,0 0 0,0 0 1,0 0-1,0-1 0,0 0 0,8 2 0,7 1-379,0-2 0,0 0 0,0-1 0,0-1 0,33-4 0,-34 2-648,0-1-1,-1 0 0,1-1 1,0-1-1,-1-1 1,0-1-1,-1 0 0,1-1 1,19-13-1,-20 9-4077,29-29-1,-36 32 3203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2.5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6369,'0'0'14251,"404"0"-12570,-202-6-1665,-42 1-16,-23-7-5417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3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1 1840,'0'0'14634,"1"3"-12181,2 8-1861,-1 1 0,0 0 0,-1 1 1,-1-1-1,0 0 0,-2 13 0,1 12 58,-24 436 1253,10-260-2057,13-149-1022,3-44-1298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3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78 3617,'0'0'18310,"57"-16"-16991,178-41-553,-227 55-729,0 1 0,0 1 0,0-1 0,0 1 1,0 0-1,0 1 0,0 0 0,0 0 0,13 4 0,-16-3-6,0 1 0,-1 0 0,1-1-1,0 1 1,-1 1 0,0-1 0,0 1-1,5 5 1,5 3 53,-10-7-68,1 0 0,-1-1 0,1 1 0,-2 1 0,1-1 0,0 0 0,-1 1 0,0 0 1,3 9-1,-4-11 0,-1-1 0,0 1 0,0-1 0,-1 1 0,1-1 1,-1 1-1,0 0 0,0-1 0,0 1 0,0 0 1,0-1-1,-1 1 0,0-1 0,1 1 0,-2-1 0,1 1 1,0-1-1,-1 0 0,-2 5 0,0-3 19,0 0-1,-1 0 1,1-1 0,-1 1-1,0-1 1,-1 0 0,-10 6-1,-51 23 96,26-13-90,-4 2-32,20-10-247,-41 26 0,64-36 118,1-1-1,-1 0 0,0 1 0,0-1 1,1 1-1,-1-1 0,1 1 0,-1 0 1,1 0-1,0 0 0,0-1 0,0 1 1,0 0-1,0 1 0,0-1 0,0 0 1,0 3-1,-1 25-5123,3-24 3925,-1 12-4055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3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27 1768,'0'0'20253,"-34"36"-19340,-101 113-382,130-143-494,-1 1 0,1 0 0,1 0 0,-1 1 0,-3 8 0,7-15-21,1 1-1,-1 0 1,1 0 0,0 0-1,-1-1 1,1 1-1,0 0 1,0 0 0,0 0-1,0 0 1,1 3 0,1 7 71,-2-11-81,0 0-1,0 0 0,0 0 0,0 0 0,1 0 0,-1 0 0,0 0 0,1 0 0,-1 0 0,1 0 0,-1 0 0,1 0 0,-1-1 0,1 1 0,0 0 0,-1 0 0,1 0 0,0-1 1,0 1-1,-1 0 0,1-1 0,0 1 0,0-1 0,0 1 0,0-1 0,0 1 0,0-1 0,0 0 0,0 1 0,0-1 0,0 0 0,1 0 0,41 2 66,-30-3-44,0 1 6,6 1-13,-1-1 1,1-1 0,-1-1-1,1 0 1,23-7 0,-38 7-15,0 1 1,0-1 0,0 1-1,0-1 1,-1 0-1,1 0 1,-1-1 0,1 1-1,-1-1 1,0 0 0,0 0-1,0 0 1,0 0-1,-1 0 1,1-1 0,-1 1-1,0-1 1,0 0 0,0 1-1,0-1 1,-1 0 0,1 0-1,-1 0 1,0 0-1,0 0 1,-1-1 0,1 1-1,-1 0 1,0-6 0,0 3 7,0 3-6,1 0-1,-1 0 0,0-1 0,0 1 1,0 0-1,-1 0 0,1 0 1,-1 0-1,0 0 0,-1 0 0,1 0 1,0 0-1,-1 0 0,0 0 0,0 1 1,0-1-1,-1 0 0,1 1 0,-1 0 1,1 0-1,-6-5 0,-108-102-15,115 109-218,5 0-939,1 0 731,-1 0-1,0 1 1,0 0-1,1 0 1,-1 0-1,6 1 0,11 1-686,45-2-3566,9 0-2820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4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34 3289,'0'0'21254,"-25"-6"-20450,-81-18-207,100 23-533,-1 0 0,1 0 0,-1 1 0,1-1 0,-1 1 0,1 1 0,-1-1 0,1 1 0,0 0 0,-1 1 0,1 0 0,0-1 0,-12 7 0,10-3-10,-1 1-1,1 0 1,0 0 0,1 1 0,-1 0 0,-7 11-1,11-13-53,1 0-1,0 0 0,0 0 0,0 0 0,1 1 0,0-1 0,0 1 0,0 0 1,1-1-1,0 1 0,0 0 0,0 8 0,0 1-199,1 1 0,0 0 0,5 23 1,-3-30 17,1 0 1,1 0 0,-1-1-1,1 1 1,0-1 0,1 0-1,0 0 1,1 0 0,10 11-1,-10-13 39,-1 0 0,0 0 1,0 0-1,-1 1 0,0 0 0,0 0 0,-1 0 0,1 0 0,-1 0 0,-1 1 0,0-1 0,0 1 1,0-1-1,0 9 0,-2-11 138,0-1-1,0 1 1,0-1 0,-1 0 0,1 1-1,-1-1 1,0 1 0,-2 3 0,1-5 11,1-1 0,-1 1 1,0-1-1,0 0 0,0 0 0,0 0 1,0 0-1,0 0 0,-1 0 1,1-1-1,0 1 0,-4 0 0,-5 5-59,-53 28 392,57-31-491,1-2 1,-1 1-1,0-1 0,0 0 0,0 0 1,0 0-1,-10 0 0,15-23-7392,2-12 382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4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458 0 2801,'0'0'20931,"-57"9"-19702,-174 31-394,215-37-720,0 0 0,0 2-1,-17 6 1,31-10-87,-1 1 1,1-1-1,0 1 0,0-1 0,-1 1 0,1 0 1,0-1-1,0 1 0,1 0 0,-4 4 1,-1 2 40,3-4-65,0 0 0,1 0 0,0 1 0,0-1 0,0 1 1,0-1-1,1 1 0,-1 0 0,1 0 0,0-1 0,1 1 0,-1 0 0,1 0 0,0 0 0,1 7 1,-1-10-22,0 0 0,1 1-1,-1-1 1,1 0-1,-1 0 1,1 0-1,0 0 1,0 0-1,0 0 1,0 0-1,0 0 0,0 0 1,0-1-1,1 1 1,-1 0-1,1-1 1,-1 1-1,3 1 1,35 24-192,-26-19 97,4 3 23,1 1-286,-1 0-1,32 28 1,-45-36 298,0 0 0,-1 1 0,1-1 0,-1 0 0,0 1 0,0 0 0,0 0 0,-1 0 0,1 0 0,-1 0 1,-1 1-1,1-1 0,-1 0 0,0 1 0,0-1 0,0 8 0,-1-11 71,0 6 0,0 0-1,0 0 1,-1 0 0,-3 14 0,3-19 15,0 0-1,0 0 1,-1 0 0,0 0 0,1-1 0,-1 1 0,0-1 0,0 1-1,-1-1 1,1 0 0,0 1 0,-1-1 0,-5 3 0,-162 108-465,166-110-448,0-1 1,0 1 0,0-1 0,-1 0-1,1 0 1,-6 2 0,2-3-5528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4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 6649,'0'0'18308,"-95"142"-18228,95-124-80,0 6-160,0-12-672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4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60 3065,'0'0'21636,"-29"-59"-21876,58 59-3289,1 12-1032,0 0-2824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5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0 1136,'0'0'21334,"-31"57"-19658,-93 183-446,118-227-1107,0 0 1,1 0-1,1 1 1,0-1-1,0 1 0,2 0 1,-3 23-1,-3 67 488,-6-1 0,-28 110 1,37-167-1412,10-54 676,0 1 0,0 1 1,0-1-1,1 1 1,0 0-1,1 0 0,-1 1 1,10-7-1,68-39-651,-66 40 527,-4 3 130,-1 1-1,1 1 0,20-7 1,-28 11 105,0 1 1,0-1 0,-1 1-1,1 0 1,0 1 0,0 0-1,0 0 1,0 0 0,0 0-1,-1 1 1,11 2 0,-16-3 12,1 0 0,-1 1 0,0-1 0,1 0 0,-1 0 0,0 1 0,1-1 0,-1 0 0,0 1 0,1-1 0,-1 0 0,0 1 0,0-1 0,1 0 0,-1 1 0,0-1 0,0 0 0,0 1 0,1-1 0,-1 1 0,0-1 0,0 0 0,0 1 0,0-1 0,0 1 0,0-1 0,0 1 0,2 8 21,-1 0 0,0-1 0,-1 1 0,0 0 0,0 0 0,-1 0 0,0 0 0,0-1 1,-1 1-1,0 0 0,-1-1 0,0 1 0,0-1 0,-1 0 0,0 0 0,-7 10 0,0-4 15,0-1 0,-1-1 0,-1 0 0,0 0 0,0-2 0,-1 1 0,-1-2 0,0 0 0,0-1 0,0 0 0,-1-1 0,0-1 0,-1 0 0,0-2 0,1 0 0,-1 0 0,-30 1 0,46-5-57,0 0 0,0 0-1,-1 0 1,1 0 0,0 0-1,0 0 1,0 0-1,0 0 1,-1-1 0,1 1-1,0 0 1,0-1 0,0 1-1,0-1 1,0 1 0,0-1-1,0 0 1,0 1-1,0-1 1,0 0 0,0 0-1,1 1 1,-1-1 0,0 0-1,-1-2 1,1 0-153,0-1 1,1 1 0,-1-1-1,0 1 1,1-1 0,0 1-1,0-6 1,0 2-66,0-3-517,0-1-1,0 1 1,1-1 0,1 1 0,0-1 0,0 1 0,1 0-1,0 0 1,7-16 0,33-34-6088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5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0 2737,'0'0'21755,"-30"52"-20265,-92 165-312,109-194-944,2-1-1,0 2 0,2-1 0,-9 31 0,5-11 50,-64 204 504,66-203-1459,3 1 1,1 0-1,-1 77 1,13-120-1764,73-3-7032,-31-4-148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6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3577,'0'0'19896,"7"18"-19301,-3-6-530,-3-6-52,1-1-1,0 1 1,0-1-1,0 0 1,0 0 0,1 0-1,0 0 1,0 0 0,0 0-1,1-1 1,0 1 0,0-1-1,0 0 1,0 0 0,0-1-1,1 1 1,0-1 0,0 0-1,0 0 1,5 2 0,6 0 21,0-1 1,0-1 0,0 0-1,1-1 1,27 0 0,-43-26 42,-2 21-85,1 0 1,-1-1-1,0 1 1,0 0-1,0 0 1,-1 0-1,1 0 0,-1 0 1,1 0-1,-1 0 1,0 0-1,0 1 1,0-1-1,-1 1 0,1-1 1,0 1-1,-1 0 1,0 0-1,1 0 1,-1 1-1,0-1 0,0 0 1,0 1-1,0 0 1,-6-2-1,-3-1 302,0 0 0,1 1 0,-1 1 0,0 0 1,-1 0-1,-12 1 0,24 1-262,0 1 1,0-1 0,0 0 0,-1 1 0,1-1-1,0 1 1,0 0 0,0-1 0,0 1 0,0 0-1,0 0 1,0-1 0,1 1 0,-1 0 0,0 0-1,0 0 1,1 0 0,-1 0 0,0 0-1,1 0 1,-1 1 0,1-1 0,0 0 0,-1 0-1,1 0 1,0 0 0,-1 3 0,-6 39 170,7-34-127,-9 181-336,13-69-3099,-4-112 2214,1 0 0,0 0 0,0 0 0,5 14 0,-4-16-587,2 0 1,-1 0-1,1-1 1,7 10-1,-10-14 1145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6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54 3145,'0'0'11721,"2"-9"-9287,6-27-302,-6 27-494,-3 15-393,-10 39 265,-22 64-1,-5 15-533,31-88-1249,2-1 0,1 1 0,2 52 1,1-87 177,1-1 0,0 0 0,0 0 0,0 1 1,0-1-1,0 0 0,0 1 0,0-1 0,0 0 0,0 1 0,0-1 1,1 0-1,-1 0 0,0 1 0,0-1 0,0 0 0,0 0 1,0 1-1,0-1 0,1 0 0,-1 0 0,0 1 0,0-1 1,0 0-1,1 0 0,-1 0 0,0 1 0,0-1 0,1 0 0,-1 0 1,0 0-1,0 0 0,1 0 0,-1 1 0,0-1 0,0 0 1,1 0-1,-1 0 0,0 0 0,1 0 0,-1 0 0,0 0 1,0 0-1,1 0 0,-1 0 0,0 0 0,1 0 0,-1 0 1,1-1-1,1 1-981,10 0-4098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6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3585,'0'0'13433,"63"-11"-12080,-20 3-1076,58-10 382,1 4-1,143 0 0,-194 14-470,-1 2 0,1 2 0,-1 2 0,73 20 0,-100-20-110,0 2 0,-1 1 0,0 1 0,0 1 0,-1 0-1,-1 2 1,0 0 0,0 2 0,-2 0 0,0 1 0,26 29 0,-33-31-40,0 1 0,-1 0 0,0 1-1,-2 0 1,0 0 0,0 1 0,-2 0 0,0 0-1,-1 1 1,4 24 0,-7-27-3,0 0 1,-1-1-1,-1 1 1,0 0-1,-1 0 0,0-1 1,-2 1-1,0-1 0,0 1 1,-1-1-1,-1 0 0,0 0 1,-11 18-1,3-11 31,-1-2 0,-1 0 0,0 0 0,-2-2 0,0 0 0,-1 0 0,-20 13 1,-150 91 538,110-78-258,-2-4 0,-2-3 0,-1-3 0,-93 23 0,143-50-257,0 0 0,0-2 0,0-1 0,-44-3 0,68 0-79,8-14-703,1 13 626,0-1 1,0 1-1,0-1 1,0 0-1,1 1 1,-1-1-1,1 1 1,-1-1-1,1 0 0,-1 1 1,1-1-1,0 1 1,0 0-1,0-1 1,0 1-1,0 0 1,0-1-1,2 0 1,37-25-1044,-38 26 1064,129-66-3495,-32 21-1746,20-7-4319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7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 2697,'0'0'19366,"0"-3"-15845,-4 54-1432,2-39-2011,0 1 1,1-1-1,1 1 1,0 0-1,1-1 1,3 19-1,-3-29-82,-1-1 0,1 1 0,0 0 1,0 0-1,0-1 0,1 1 0,-1-1 0,0 1 0,1-1 1,-1 0-1,1 1 0,-1-1 0,1 0 0,0 0 0,-1 0 0,1 0 1,0 0-1,0 0 0,-1-1 0,1 1 0,3 0 0,44 6-354,-34-5 236,7-1-355,-1 0 0,29-2 0,-45 1 400,0-1 0,0 0 1,0 0-1,-1 0 0,1 0 0,0-1 1,-1 1-1,1-1 0,-1 0 1,0-1-1,0 1 0,1-1 0,-2 0 1,1 0-1,0 0 0,3-4 0,0-7 465,-6 16 1387,0 6-1623,1 5-109,1 0 0,0 1-1,1-1 1,0-1 0,1 1-1,0-1 1,11 17-1,-13-23-132,1 0-1,0-1 0,1 1 1,-1-1-1,1 0 0,0 0 1,0-1-1,0 0 0,1 0 1,0 0-1,-1 0 0,1-1 1,1 0-1,-1 0 1,0-1-1,1 0 0,11 3 1,5-2-1602,46-1 0,-3-5-3366,6-7-3700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7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114 511 1584,'0'0'23579,"-19"20"-22720,-56 59-239,56-59 227,19-28-667,0-35-63,4-111 27,-1 136-179,0 0 0,0 0-1,2 0 1,0 1 0,1 0 0,14-29-1,-8 25-354,0 1 1,2 0-1,0 1 0,1 1 0,0 0 1,2 1-1,0 0 0,20-13 0,-19 17-1237,0 1 0,0 1 0,2 1 0,-1 1 0,29-10-1,13 0-6367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7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0 2633,'0'0'21435,"-34"7"-20344,-105 26-263,134-32-788,1 0 0,0 0 0,0 0 1,-1 1-1,1 0 0,0 0 0,0 0 0,1 0 1,-1 0-1,0 1 0,1 0 0,-1 0 0,1 0 0,0 0 1,0 0-1,0 1 0,1-1 0,-1 1 0,1 0 1,0 0-1,0 0 0,0 0 0,0 0 0,1 0 0,-1 1 1,1-1-1,0 0 0,0 6 0,-1 2 6,-2 7-32,2 0 1,0 0-1,1 1 0,4 37 1,-3-54-21,1 0 0,0 0 1,0 0-1,0 0 0,1 0 0,-1-1 1,1 1-1,-1 0 0,1-1 0,0 1 1,0-1-1,0 0 0,0 0 0,1 0 1,-1 0-1,1 0 0,-1 0 0,1 0 1,-1-1-1,1 1 0,0-1 0,0 0 1,0 0-1,0 0 0,3 0 0,7 3-77,-1-2-1,1 1 1,-1-2 0,22 1-1,-10-2-142,-10 0-43,0 0 0,22-3 0,-32 2 235,0 1-1,1-2 1,-1 1 0,0 0-1,0-1 1,-1 0-1,1 0 1,0 0-1,0 0 1,-1-1 0,0 1-1,5-5 1,0 0 9,23-27-114,-29 32 166,-1 0 0,1 0 0,0 0 0,-1-1 1,0 1-1,1-1 0,-1 1 0,0-1 0,0 1 1,0-1-1,-1 0 0,1-3 0,-1 5 273,1 1-311,-1 0 0,1 0 0,-1 0 0,1 0 0,-1 0 0,1 0 0,-1 0-1,1 1 1,-1-1 0,1 0 0,-1 0 0,1 0 0,-1 1 0,1-1 0,-1 0 0,1 1 0,-1-1 0,0 0 0,1 1-1,-1-1 1,0 1 0,1-1 0,-1 1 0,0-1 0,0 0 0,1 1 0,-1-1 0,0 2 0,2 2-220,-1 0 0,1 0 0,-1-1 0,1 1 0,0 0 0,1 0 0,-1-1 0,1 0 0,-1 1 0,1-1 0,0 0 0,0 0 0,1-1 0,-1 1 1,1-1-1,-1 1 0,1-1 0,0 0 0,-1 0 0,1-1 0,0 1 0,5 0 0,33 10-4205,0-5-869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8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0 4233,'0'0'20360,"-23"60"-19147,-70 190-205,84-224-793,1-1 1,0 1-1,-6 52 1,9-39-65,-32 199-644,37-237 431,0 0 0,0 0-1,0-1 1,0 1 0,-1 0 0,1 0 0,0 0 0,0-1 0,-1 1-1,1 0 1,-1 0 0,1-1 0,0 1 0,-1 0 0,0-1 0,1 1 0,-1 0-1,1-1 1,-1 1 0,0-1 0,1 1 0,-1-1 0,-1 1 0,-20 1-3560,13-2 1531,-13 0-4492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8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3273,'0'0'13115,"57"-8"-10975,179-28-469,-210 32-1427,33-3 735,-36 9-61,-15 0-675,-5-1-162,-1 0 0,1 0-1,-1 0 1,1 0-1,-1 0 1,0 1 0,1-1-1,-1 1 1,0 0-1,0 0 1,0 0 0,0 0-1,0 0 1,-1 0-1,1 0 1,-1 0-1,1 1 1,-1-1 0,0 1-1,0-1 1,0 1-1,0-1 1,0 1 0,0 0-1,0 4 1,1 9 187,-1-1 1,0 1 0,-2 22-1,0-15-87,1 49-185,0-71-666,11-7-4761,0-14 2792,-8 13 546,20-38-8275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8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2737,'0'0'21020,"-48"0"-21020,48 47-216,0-11-1856,0-1-4218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29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 1144,'96'248'2557,"-95"-245"-2251,0-1 1,0 1-1,-1 0 1,1-1-1,-1 1 0,1 0 1,-1-1-1,0 1 1,0 0-1,0 0 1,-1-1-1,1 1 1,-1 0-1,-1 4 0,1-6-34,1 0-1,-1 0 0,0 0 1,0 0-1,0-1 0,0 1 0,0 0 1,0-1-1,0 1 0,0-1 1,0 1-1,-1-1 0,1 0 1,0 1-1,0-1 0,0 0 0,0 0 1,-2 0-1,2 1-159,-18 2 1590,0 1 0,1 1 0,-1 1 0,1 0 0,-32 17 0,44-20-1545,0 1-1,0-1 0,1 1 1,0 0-1,-1 0 1,1 1-1,1-1 0,-1 1 1,1 0-1,0 0 1,0 1-1,0-1 0,1 1 1,0 0-1,0 0 1,0 0-1,1 0 0,0 1 1,0-1-1,-2 11 0,4-13-137,-1 0-1,1 0 1,0 0-1,0 0 1,0 0-1,0 0 0,1 0 1,0 0-1,-1-1 1,2 1-1,-1 0 0,0 0 1,1 0-1,-1-1 1,3 4-1,-1-4-12,0 0 0,0 0 0,0-1 0,1 1 0,-1-1 0,0 0 0,1 0 1,0 0-1,-1-1 0,1 1 0,0-1 0,0 0 0,0 0 0,7 1 0,5 1 3,0 0 0,1-2 1,-1 0-1,1 0 0,0-2 1,22-3-1,-29 3-29,-1-2 0,1 1-1,0-1 1,-1-1 0,1 0 0,-1 0 0,0-1-1,-1 0 1,1 0 0,-1-1 0,12-11-1,-1-2-186,0 0-1,-2-2 0,-1 0 0,22-38 1,-13 14 23,26-70 0,-49 112 182,-1-1 0,1 0 0,-1 0 1,1 1-1,1-1 0,-1 1 1,0 0-1,1 0 0,-1 0 1,1 0-1,0 0 0,0 0 1,0 1-1,1-1 0,-1 1 1,0 0-1,1 0 0,6-3 1,0 3 21,0 0 1,1 0 0,0 1 0,-1 0 0,19 1-1,-22 0 9,-3 0 9,0 0 1,-1 0-1,1 0 1,0 1 0,0-1-1,-1 1 1,6 1-1,-7-1-12,-1 0 0,1 1 0,0-1 0,-1 0 0,1 0 0,-1 1 0,1-1 0,-1 1 0,0-1 0,0 1 0,0 0 0,0-1 0,0 1 0,0 0-1,0 0 1,0 2 0,7 18 160,-1 1-1,0-1 0,-2 1 1,-1 1-1,-1-1 1,0 33-1,-3-55-24,5-2-149,0 1 0,0-1 0,-1-1 0,1 1 0,0-1 0,-1 1 0,1-1 0,-1-1 0,0 1 0,1-1 0,-1 1 0,0-1 0,-1 0 0,1-1 0,0 1 0,-1-1 0,0 1 0,6-9 0,21-19 4,3 3-15,1 1-1,1 2 1,1 1 0,64-31-1,-94 53 5,14-4 65,-19 6 106,-1 7 32,0 152 256,-9-160-2913,-14-13-3029,-10-18-5418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0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430 1 3065,'0'0'11165,"-4"1"-10500,-12 3-175,12-3 1049,-15 2-266,9 3-1195,0 1 0,1 0 0,0 1-1,1 0 1,0 0 0,-14 19 0,3-5-25,-16 19-33,1 2 0,2 1 0,2 2-1,2 1 1,-22 52 0,34-62-10,2 1-1,2-1 0,1 2 0,2 0 0,2 0 1,2 1-1,-2 63 0,7-82-14,-1-13-1,1 0 0,0 0 0,1 0 0,-1 0 0,4 10 0,-4-16 7,1 0-1,-1 0 1,1 0-1,0-1 1,0 1-1,0 0 1,0 0-1,1-1 1,-1 1-1,0-1 1,1 1-1,-1-1 1,1 0-1,-1 1 1,1-1-1,-1 0 1,1 0-1,0 0 1,0 0-1,0 0 1,-1-1-1,1 1 1,0 0-1,0-1 1,3 1-1,14 1 106,0-1 0,35-1-1,-16-1-30,-29 0-57,0 0-1,0 0 0,1-1 1,-1 0-1,0-1 1,0 0-1,-1-1 1,1 1-1,-1-2 0,0 1 1,0-1-1,11-9 1,2-2 15,-1-2 1,-1 0 0,21-27 0,-24 26 65,-2-1 0,0 0 0,-1-1 0,-2 0 0,0-1 1,-1 0-1,-1-1 0,-1 0 0,-1-1 0,-1 0 0,-2 0 1,0 0-1,1-42 0,-4 35 177,0 15-40,-1 0 0,-1 1 0,-4-29 0,4 40-204,0 0 0,0 0 0,-1 0 1,1 0-1,-1 0 0,0 0 0,0 1 0,-1-1 0,1 1 0,-1-1 0,1 1 0,-1 0 0,0 0 0,0 0 0,0 0 0,-1 1 0,1-1 1,-6-2-1,-3 0-15,0 1 0,1 0 0,-2 1 0,1 1 0,0 0 0,0 0 0,-1 1 0,1 1 0,-25 2 0,0-1-3,35-1-25,-1 0 1,1 1-1,0-1 1,-1 1 0,1-1-1,-1 1 1,1 0-1,0 0 1,-1 0-1,1 0 1,0 1 0,0-1-1,0 1 1,0-1-1,0 1 1,0 0 0,1-1-1,-1 1 1,0 0-1,1 0 1,-1 0-1,1 0 1,0 1 0,0-1-1,0 0 1,0 0-1,0 1 1,0-1 0,1 1-1,-1-1 1,1 1-1,-1 3 1,0 3-231,0 0 0,1-1 0,0 1 0,0 0 0,1 0 0,0-1 0,1 1 0,3 11 0,-2-12-292,1-1-1,-1 0 1,1 0-1,1-1 1,6 9-1,24 32-5202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0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452 1 1880,'0'0'13595,"-7"6"-11962,-6 7-1015,1 2-1,0 0 1,1 0 0,0 1 0,-8 19 0,-75 147 473,-71 196 0,123-241-1703,29-90-294,-21 51 1,34-97 695,0-1 1,0 1 0,0-1-1,0 1 1,0-1-1,-1 1 1,1-1 0,0 1-1,0-1 1,0 0-1,-1 1 1,1-1 0,0 1-1,-1-1 1,1 0-1,0 1 1,-1-1 0,1 1-1,-1-1 1,1 0-1,0 0 1,-1 1 0,1-1-1,-1 0 1,1 0 0,-1 0-1,1 1 1,-1-1-1,1 0 1,-1 0 0,1 0-1,-1 0 1,1 0-1,-2 0 1,2 0 128,-6 0-5833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0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1 268 2633,'0'0'15512,"47"-45"-14314,147-133-231,-144 139-520,-32 34-42,-16 5-367,0 0-1,0 0 1,0 0 0,1 1-1,-1-1 1,0 1 0,0 0 0,0 0-1,0-1 1,0 1 0,0 1-1,0-1 1,0 0 0,0 0 0,-1 1-1,1-1 1,0 1 0,-1-1-1,1 1 1,-1 0 0,0 0 0,1 0-1,-1 0 1,0-1 0,0 2-1,0-1 1,0 0 0,-1 0 0,1 0-1,-1 0 1,1 0 0,-1 3-1,3 10 32,-2 0-1,0 0 1,-2 28-1,0-17 86,1-17-116,-1 0 0,0 0-1,0 0 1,-1 0-1,0 0 1,0-1 0,-1 1-1,0-1 1,-1 1 0,0-1-1,0 0 1,-1 0 0,0-1-1,0 0 1,-1 1 0,0-2-1,0 1 1,0-1 0,-1 0-1,0 0 1,0-1 0,-1 1-1,0-2 1,0 1-1,-12 4 1,7-4-2,-1-1-1,0-1 0,-1 0 1,1 0-1,0-2 1,-1 0-1,1 0 0,-20-3 1,-7 2-12,39 0-284,4 0-626,2 0 325,0 0 1,0-1-1,0 1 0,1-1 0,-2 0 0,1 0 0,0-1 0,4-1 0,4-1-1108,29-13-5742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1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577 0 3025,'0'0'18520,"-38"61"-17671,-116 192-306,140-231-461,2 0 0,0 1 0,2 0-1,-10 32 1,7-17 10,-7 14-240,-2-2 0,-2 0 0,-2-2 0,-37 51 0,-55 73-6529,88-124 1410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1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3337,'0'0'11085,"50"-13"-9051,162-39-394,-196 48-1356,1 1-1,-1 0 1,1 1 0,0 0 0,25 2-1,-14 1 146,-18-1-288,-4 0-13,0 0 1,0 0-1,1 0 0,-1 1 0,0 0 0,7 2 0,-11-2-103,0 0 0,0 0 1,-1 0-1,1 0 0,0 0 0,-1 1 1,1-1-1,-1 0 0,1 1 1,-1-1-1,0 1 0,1 0 0,-1-1 1,0 1-1,0 0 0,0 0 0,0 0 1,-1 0-1,1 0 0,0 0 0,-1 0 1,1 2-1,4 29 207,-1 0 1,-2 1-1,-4 62 0,0-20 117,1-62-297,0-1 0,-1 1 0,-1-1 0,0 1 1,0-1-1,-1 0 0,-9 17 0,7-4-2048,6-105-4255,0 20 1079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1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2841,'0'0'15835,"41"0"-15835,-17 42-168,0 0-2153,-7-7-4672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2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3489,'124'357'1796,"-100"-295"469,-18-53 383,24-10 4177,-20 0-6133,1 0 0,-1 1 0,0 1 0,0-1 0,14 4 0,-23-3-663,1-1-1,-1 1 0,0 0 1,0 0-1,0 0 1,0 0-1,0 0 1,0 0-1,0 0 0,0 0 1,0 1-1,0-1 1,0 0-1,-1 0 0,1 1 1,0-1-1,-1 0 1,0 1-1,1-1 1,-1 1-1,0-1 0,1 1 1,-1 1-1,1 38 137,-1-30-104,0 21 84,-7 59-1,5-79-130,-1-1-1,0 1 1,-1-1 0,0 0 0,0-1-1,-1 1 1,-1-1 0,-9 14-1,-5 14 33,43-71-102,3 1 1,0 1-1,2 2 0,50-41 1,-17 22-86,100-59 0,-161 107 142,0 0 0,0 0 0,0 0 0,0 0 0,1 0 0,-1 0 0,0 0 0,0 0 0,0 0 0,0 0 1,1 0-1,-1 0 0,0 0 0,0 0 0,0 0 0,1 0 0,-1 0 0,0 0 0,0 0 0,0 0 0,0 0 0,0 0 0,1 0 0,-1 1 1,0-1-1,0 0 0,0 0 0,0 0 0,0 0 0,1 0 0,-1 1 0,0-1 0,0 0 0,0 0 0,0 0 0,0 0 0,0 1 1,0-1-1,0 0 0,0 0 0,0 0 0,0 0 0,0 1 0,0-1 0,0 0 0,3 17 117,-2 28 138,-2-34-214,1 76 174,32-86-185,-8-2-14,1-2 1,-1-1-1,0-1 0,-1-1 1,31-12-1,-18 6 3,42-8 0,-23 12 555,-55 32-141,0 128 7,3-135-2094,13-14-5123,0-3-1712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2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0 2777,'0'0'20300,"-29"36"-20148,29-24-80,0 0-72,0 0 0,-6 0-400,-6 5-1168,0-5-3081,0 0-4217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2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6305,'0'0'15980,"36"-36"-15980,-18 66-288,-6 24-1369,0-7-1367,-12 1-3210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3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0 1856,'0'0'19759,"-38"5"-19299,-121 18-237,151-22-210,0 1 0,0 0-1,0 0 1,-11 5 0,18-6-12,0 0 0,-1 0 0,1 0 1,0-1-1,0 1 0,0 0 0,0 0 0,0 0 0,0 1 0,0-1 1,0 0-1,1 0 0,-2 2 0,-2 5-4,2-6-11,1-1-1,-1 1 0,1 0 1,0 1-1,0-1 0,0 0 1,0 0-1,0 0 0,0 1 1,1-1-1,-1 0 0,1 1 1,0-1-1,-1 1 0,1-1 1,0 0-1,1 1 0,-1-1 1,0 1-1,1-1 0,0 4 1,0-4-36,1 0 1,0 1-1,-1-1 1,1 0 0,0 0-1,0 0 1,0 0-1,0 0 1,0-1 0,1 1-1,-1-1 1,0 1-1,1-1 1,0 0-1,-1 0 1,1 0 0,4 1-1,80 20-632,-61-17 512,0 2-1,0 0 0,-1 2 1,47 22-1,-72-31 182,1 0 0,-1 0 1,1 1-1,-1-1 0,1 0 0,-1 0 0,1 1 0,-1-1 0,1 0 0,-1 1 1,1-1-1,-1 0 0,0 1 0,1-1 0,-1 0 0,0 1 0,1-1 0,-1 1 1,0-1-1,0 1 0,1-1 0,-1 1 0,0-1 0,0 1 0,0-1 0,0 1 1,0-1-1,0 1 0,1-1 0,-1 1 0,0-1 0,-1 1 0,1-1 0,0 1 1,0-1-1,0 1 0,0 0 0,0-1 0,0 1 0,-1-1 0,1 0 0,0 1 1,0-1-1,-1 1 0,1-1 0,0 1 0,-1-1 0,1 0 0,0 1 0,-1-1 1,1 1-1,-1-1 0,1 0 0,0 0 0,-1 1 0,1-1 0,-1 0 0,1 0 1,-1 1-1,1-1 0,-1 0 0,1 0 0,-2 0 0,-35 12 475,35-11-504,-28 6 241,-119 35 588,133-36-775,0 1 1,0 0 0,0 1 0,1 1 0,0 0 0,-22 18-1,35-25-88,0-1 0,0 1-1,0 0 1,0 0 0,1-1-1,-1 1 1,0 0-1,1 0 1,-1 1 0,1-1-1,0 0 1,0 0 0,0 1-1,0-1 1,0 1 0,0-1-1,1 0 1,-1 4 0,8-5-2492,28-1-2928,12 0-3216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3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1 3017,'0'0'19724,"-15"16"-18548,7-6-993,-6 5 48,1 1 0,1 0-1,0 0 1,1 1 0,1 1-1,-9 19 1,-36 98 774,-42 92-807,72-171-191,-27 52-241,38-86-459,-14 31-95,27-48-271,-1-1 1,1 1 0,0 0 0,0 0 0,1-1 0,-1 7-1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3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26 256,'0'0'16992,"53"-4"-15229,166-12-367,-23 11 1255,-130 6-1807,-65-1-833,0 0 0,0 0 0,0-1-1,0 1 1,0 1 0,0-1 0,0 0-1,0 0 1,0 0 0,0 0 0,0 1-1,0-1 1,0 0 0,0 1 0,0-1-1,0 1 1,-1-1 0,1 1 0,0 0-1,0-1 1,0 1 0,0 1 0,2 21 58,-3-12-45,0 17 74,1-16-83,-1-1-1,0 1 1,0-1 0,-1 1-1,-1-1 1,0 1-1,0-1 1,-1 0-1,-5 12 1,-42 90-9,44-108-1077,-3-4-3626,8-1 3860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4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13 856,'0'0'24141,"0"-12"-23957,0 24-1104,0 35-768,0-5-2897,-6 0-2745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4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1 1424,'222'257'7373,"-177"-205"411,-45-57-3806,0 5-3798,0-1 0,0 1 0,1-1 0,-1 1 0,0-1 0,0 1-1,0-1 1,0 1 0,0-1 0,0 1 0,0-1 0,0 1 0,0-1 0,-1 1-1,1-1 1,0 1 0,0-1 0,0 1 0,0-1 0,-1 1 0,1-1 0,0 1-1,-1-1 1,1 1 0,-1-1 0,-17 2-106,1 1-1,-1 1 1,1 0 0,0 1-1,0 1 1,0 1-1,1 0 1,0 1 0,0 1-1,-20 13 1,5-1 36,2 1 1,0 2-1,2 0 0,-26 30 1,46-47-113,0 1 1,1 1 0,0-1 0,1 1 0,0 0 0,0 0-1,0 0 1,1 1 0,1 0 0,-1-1 0,1 1-1,1 1 1,-1-1 0,2 0 0,-1 1 0,1-1-1,1 0 1,0 15 0,1-21 6,0 0 1,-1 0-1,1 0 0,0 0 1,1 0-1,-1-1 0,0 1 1,1 0-1,-1-1 0,1 1 1,0-1-1,0 0 0,0 1 1,0-1-1,0 0 0,1 0 1,-1 0-1,1-1 0,-1 1 1,1 0-1,0-1 0,-1 0 1,1 0-1,4 2 0,12 4 69,-1-1 0,31 6 0,-49-12-73,48 8 59,0-2 0,0-3 0,50-2 0,-98 0-191,0-1 0,1 1-1,-1-1 1,0 1 0,0-1 0,0 1-1,1 0 1,-1-1 0,0 1-1,0-1 1,0 1 0,0 0 0,0-1-1,0 1 1,0-1 0,0 1 0,0 0-1,0-1 1,-1 1 0,1 0-1,0 0-202,-1 0 17,1 1 0,0-1 0,0 0 0,-1 0 1,1 1-1,-1-1 0,1 0 0,-1 0 0,0 0 0,1 1 0,-1-1 1,0 0-1,0 0 0,0 0 0,0 0 0,-1 1 0,-39 17-8502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6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19 102 1384,'0'0'11440,"15"-15"-9696,44-47-213,-44 38 5874,-18 67-7141,-1 1 1,-17 69 0,0 1-178,-5 36-5,-5 44-146,30-150-602,1-27-7473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6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0 280 2064,'0'0'17016,"23"-37"-16337,8-14-384,42-53-1,-69 99-257,0 0 0,0 0 0,1 1 0,0 0-1,0-1 1,0 2 0,0-1 0,1 0 0,-1 1-1,1 0 1,0 1 0,0-1 0,0 1 0,11-2-1,28-6 223,0 3-1,57-3 0,93 6 206,-189 4-450,-3 0-8,0 0 0,0 0 0,0 0 0,0 0 0,0 1 1,0-1-1,0 1 0,0 0 0,0 0 0,-1 0 0,1 0 0,0 0 1,-1 1-1,1-1 0,-1 1 0,1 0 0,-1 0 0,1 0 1,2 3-1,-2-1-2,-1 1 0,1-1 1,-1 1-1,0 0 0,0 0 1,-1 0-1,1 0 0,-1 0 1,0 0-1,0 8 0,1 1 20,0-1-1,-1 1 0,-1 0 1,0 0-1,-1 0 0,0-1 1,-1 1-1,0-1 0,-2 1 1,1-1-1,-2 0 1,0 0-1,0 0 0,-1-1 1,-11 18-1,4-13 7,0 0 0,-1-1 1,-1-1-1,0 0 0,-1-1 0,-1-1 1,0 0-1,0-2 0,-22 11 1,-49 21 98,80-38-118,24-4-18,-2-1 7,15-1 6,0 2 0,0 1 0,35 7-1,-54-7-18,0 1 0,0 1-1,0-1 1,0 1-1,-1 1 1,0 0 0,0 0-1,0 1 1,0 0-1,-1 1 1,0 0 0,13 15-1,-13-12 0,0 1 1,-1 0-1,0 0 0,-1 1 0,0 0 1,-1 0-1,0 1 0,-1-1 0,0 1 0,-1 0 1,-1 0-1,0 0 0,0 0 0,-2 0 1,0 0-1,0 1 0,-4 24 0,2-33 17,1 1 0,-1-1-1,0 0 1,0 0 0,-1 1 0,0-1-1,0-1 1,0 1 0,0 0 0,-1-1 0,1 1-1,-1-1 1,0 0 0,-1-1 0,1 1-1,-1-1 1,1 1 0,-7 2 0,-10 5 74,-1 0 0,-40 14 0,58-24-66,-31 11 175,-1-2-1,0-2 1,-1-1 0,-44 2 0,-150-5 1201,155-4-793,74 0-571,22 0-1534,27 1-57,-23 0-639,1-1 1,36-5-1,-7-10-4414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7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158 180 3041,'0'0'13597,"0"14"-9485,0-11-4032,0 0 0,0 1 0,1-1 0,-1 1 0,1-1 0,0 0 1,-1 1-1,2-1 0,-1 0 0,0 0 0,1 1 0,-1-1 0,1 0 0,0-1 0,0 1 1,0 0-1,0 0 0,0-1 0,1 1 0,-1-1 0,1 0 0,0 0 0,0 0 0,0 0 1,0 0-1,0-1 0,5 3 0,3 2-42,0-1 0,0 0 1,1 0-1,-1-1 0,1-1 0,0 0 1,0-1-1,1 0 0,-1 0 0,0-2 0,14 0 1,-25 0-33,0 0 0,0-1 0,-1 1 1,1 0-1,0-1 0,-1 1 0,1-1 0,0 1 1,-1-1-1,1 1 0,-1-1 0,1 1 0,-1-1 1,1 0-1,-1 1 0,1-1 0,-1 0 1,1 0-1,-1 1 0,0-1 0,0 0 0,1 0 1,-1 1-1,0-1 0,0 0 0,0-1 1,4-28-17,-3 23 22,4-35-6,-2-1 0,-2 0-1,-5-53 1,4 95-5,0-1 0,-1 1 0,1 0 0,0-1 1,-1 1-1,0 0 0,1-1 0,-1 1 0,0 0 0,1 0 0,-1-1 0,0 1 0,0 0 1,0 0-1,0 0 0,0 0 0,0 0 0,0 0 0,0 1 0,-1-1 0,1 0 0,0 0 0,0 1 1,-1-1-1,1 1 0,0-1 0,-1 1 0,-1-1 0,-6 0 12,1 0 1,-1 1-1,-16 0 0,9 0-1,-5 0 31,-41 5 0,54-4-22,0 1-1,1 0 1,-1 1-1,1-1 1,0 1-1,0 1 1,0-1 0,-9 8-1,3-2 15,0 1 0,1 0 0,0 1 0,1 0 0,0 1 0,-11 16 0,16-20-27,2 0 1,-1 0-1,1 0 0,1 1 1,-1 0-1,1-1 1,1 1-1,0 0 0,0 0 1,1 1-1,-1 17 1,0 3 9,1-23-13,1 0 0,-1 0 0,1 0 0,0 0 0,1 0 0,0 0 1,0 0-1,0 0 0,5 13 0,-2-14-65,1 0 0,0 0 0,0 0 0,0-1 0,1 1 0,0-1 0,0-1 0,0 1 0,0-1 0,1 0 1,0-1-1,0 1 0,0-1 0,0-1 0,0 1 0,1-1 0,11 2 0,10 1-1371,1-2 0,58 1 0,-9-4-3030,-6 0-940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7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68 4961,'0'0'16031,"1"-11"-14628,1-33-358,-2 44-1011,0-1 0,0 1 0,0-1 1,-1 1-1,1-1 0,0 0 0,0 1 1,0-1-1,-1 1 0,1-1 0,0 1 1,-1-1-1,1 1 0,-1 0 0,1-1 1,0 1-1,-1-1 0,1 1 0,-1 0 1,1-1-1,-1 1 0,1 0 0,-1 0 1,1-1-1,-1 1 0,0 0 1,1 0-1,-1 0 0,1 0 0,-1 0 1,0-1-1,-20 2 413,15 0-235,-18-2 194,14 0-260,0 1-1,0 0 0,0 1 0,0 0 0,0 0 1,-13 4-1,21-4-135,-1 0 0,1 0 0,-1 0 0,1 1 0,0-1 0,0 1 0,0 0 0,0-1 0,0 1 0,0 0 0,0 0 0,0 0 0,1 1 0,-1-1 0,1 0 0,-1 0 0,1 1 0,0-1 0,0 1 0,0-1 0,1 1 0,-1 0 0,0-1 0,1 1 0,0 0 0,0-1 0,-1 1 0,2 5 0,-2-1-28,1 0 0,0 1 0,1-1 0,-1 0 0,1 0 0,1 1 0,-1-1 0,1 0-1,1 0 1,-1-1 0,1 1 0,0 0 0,1-1 0,-1 0 0,1 0 0,1 0 0,-1 0-1,6 5 1,22 19-213,-19-18-11,0 1 0,0 0 1,-1 0-1,16 26 0,-26-37 210,-1-1 1,0 1-1,0 0 0,0-1 1,0 1-1,-1 0 0,1 0 0,0 0 1,-1 0-1,1-1 0,-1 1 1,0 0-1,1 0 0,-1 0 0,0 0 1,0 0-1,0 0 0,-1 0 1,1 0-1,0 0 0,-1 0 1,1 0-1,-1 0 0,0-1 0,1 1 1,-1 0-1,0 0 0,0-1 1,0 1-1,-1 0 0,-1 1 0,-3 2 52,0-1-1,0 0 0,-1 0 0,1-1 0,-1 1 0,-13 3 0,4-1-41,-43 18 89,-87 38-23,210-64-4401,-49-1 2951,-1 0 0,29-12 0,33-19-4901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8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 3137,'0'0'20059,"-52"52"-18643,-163 169-244,204-210-1051,0 1 0,1 0 0,0 0 0,1 1 0,1 1 0,-10 19 0,9-13 68,-55 134 617,57-133-786,1 1 1,1 1-1,1-1 1,1 1-1,0 31 1,2-24-3,0-16-22,1-1 0,2 28 0,-1-37-14,-1-1 1,1 1-1,0-1 0,0 1 1,1-1-1,-1 0 0,1 0 1,-1 1-1,1-1 0,0 0 1,0 0-1,1 0 0,-1-1 1,0 1-1,6 4 1,0-2-193,1 0 0,-1 0 0,1-1 0,0 0 0,0-1 0,0 0 0,0 0 0,1-1 0,9 2 0,3-2-1385,1 0-1,36-2 1,-53-1 932,0 1 0,-1-1 0,1 1-1,0-2 1,-1 1 0,9-3 0,-10 1-135,1 0 1,-1 1-1,0-1 1,0-1-1,0 1 1,3-5-1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8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3089,'0'0'21836,"274"0"-21780,-185 6-56,47-6-792,-17 0-3225,-12 0-5193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9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90 215 2529,'0'0'6592,"11"3"-5672,-5-1-698,26 5 391,-31-6-565,0-1-1,0 0 1,0-1-1,1 1 1,-1 0 0,0 0-1,0 0 1,0-1-1,0 1 1,0 0-1,0-1 1,0 1-1,0-1 1,0 1-1,0-1 1,0 0 0,0 0-1,0 1 1,0-1-1,0 0 1,-1 0-1,1 0 1,0 0-1,0 0 1,-1 0-1,1 0 1,-1 0 0,1 0-1,0-2 1,2-11 1054,-1-1 0,0 0 1,0 1-1,-2-1 1,-1-27-1,0 5 2020,0 36-3055,1 1 1,0-1-1,0 1 0,-1 0 0,1-1 0,-1 1 0,1-1 0,0 1 0,-1-1 0,1 1 0,-1 0 0,1-1 0,0 1 0,-1 0 1,1 0-1,-1-1 0,0 1 0,1 0 0,-1 0 0,1 0 0,-1-1 0,1 1 0,-1 0 0,1 0 0,-1 0 0,1 0 0,-1 0 1,0 0-1,0 0 0,-25 1 171,18-1-33,4 0-192,-1 0 1,1 0-1,-1 1 1,1 0-1,0-1 1,-1 2 0,1-1-1,0 0 1,0 1-1,0 0 1,0 0 0,0 0-1,0 0 1,0 1-1,-5 4 1,5-2-9,0-1 1,0 1-1,0 0 0,1 0 1,-1 1-1,2-1 0,-1 1 1,0-1-1,1 1 0,-2 6 1,-1 13-7,1 0 1,1 0-1,1 0 0,1 36 1,1-47 12,0-10-12,0 4 0,0 0 0,0 1 0,1-1 0,-1 0 0,2 0-1,4 15 1,-5-20-1,0 0 1,1-1-1,0 0 0,-1 1 0,1-1 0,0 0 0,0 0 1,1 0-1,-1 0 0,0 0 0,0-1 0,1 1 0,-1-1 1,1 1-1,0-1 0,-1 0 0,1 0 0,0 0 0,0-1 0,0 1 1,-1 0-1,7-1 0,-1 2 7,1-1 1,-1-1-1,1 1 1,-1-2-1,1 1 1,-1-1-1,1 0 0,-1-1 1,1 0-1,-1 0 1,0-1-1,0 0 1,0 0-1,0-1 1,-1 0-1,1 0 0,-1-1 1,8-6-1,-5 1-12,-1 1-1,0-2 1,0 1-1,-1-1 1,0-1-1,-1 0 1,0 0-1,-1 0 1,0 0-1,6-22 1,-6 12-33,-1 0 1,-2 0 0,0-1-1,-1 0 1,-2-39 0,0 40-44,0 20 29,0 0 0,0 0 0,0 1 0,0-1 0,0 0 0,0 0 0,-1 0 0,1 0 0,0 1 0,-1-1 0,0 0 0,1 0 0,-1 1 0,0-1 0,0 0 0,0 1 0,0-1 0,0 1 0,-3-3 0,2 3-258,0 0 0,0 0 0,0 0-1,0 0 1,-1 1 0,1-1 0,0 1 0,0 0-1,0 0 1,-1 0 0,1 0 0,0 0 0,0 0-1,-1 0 1,-3 2 0,6-2 78,-1 0 0,1 0 0,-1 0 0,1 0 0,-1 0 0,1 0 0,-1 0 0,1 1 0,-1-1 0,1 0 0,-1 0-1,1 1 1,-1-1 0,1 0 0,-1 1 0,1-1 0,0 0 0,-1 1 0,1-1 0,-1 1 0,1-1 0,0 1 0,0-1 0,-1 1 0,1-1 0,0 1 0,-2 25-10255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19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24 327 1800,'0'0'22575,"-4"20"-21849,-14 64-399,17-81-317,1 1 0,0-1 0,-1 0 0,1 0 0,1 0-1,-1 1 1,0-1 0,1 0 0,0 0 0,0 0 0,0 0 0,0 0 0,0 0 0,0 0-1,1 0 1,2 4 0,-2-5-3,-1-1 0,0 1-1,0 0 1,0 0-1,0 0 1,-1 0 0,1 0-1,0 0 1,-1 0 0,1 0-1,-1 0 1,0 3 0,0-4 322,0-6-129,-3-105 185,-1 52-334,8-88 0,-3 139-52,0 0 0,1 1 0,0-1 0,1 1 0,-1-1-1,1 1 1,1 0 0,-1 0 0,1 0 0,0 1 0,0-1 0,1 1 0,-1 0 0,1 0 0,0 1 0,1 0-1,-1-1 1,1 2 0,0-1 0,10-4 0,8-4-15,1 2 0,0 0 0,0 2 0,27-6 0,-11 6-353,0 1 0,75-3-1,-115 9 244,-1 1 1,1 0-1,0 0 0,0 0 0,-1 0 1,1 0-1,0 0 0,-1 0 0,1 0 1,0 1-1,-1-1 0,1 0 0,0 0 1,-1 1-1,1-1 0,-1 0 0,1 0 1,0 1-1,-1-1 0,1 1 0,-1-1 1,1 1-1,0 0 0,-3 9-2123,1-6 977,-9 24-5458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2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24 3249,'0'0'10051,"9"-1"-8497,25-2-541,-32 3-840,0 0 0,-1 0 0,1-1-1,0 1 1,-1 0 0,1-1 0,-1 1 0,1-1-1,-1 1 1,1-1 0,0 1 0,-1-1 0,0 0-1,1 0 1,-1 0 0,0 0 0,1 0 0,-1 0-1,0 0 1,0-1 0,0 1 0,2-2 0,-3 2 1228,0 17-334,-1 12-939,0 0 0,-2 0 0,-1-1-1,-1 0 1,-11 34 0,-11 20-86,6-23-379,-13 68 0,33-118-37,1-21-13247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2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 2897,'0'0'11806,"13"0"-10864,320-17 2150,-222 0-2675,131-14 69,-231 30-455,217-10 978,-227 11-1042,5 95-8355,-6-65 2642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3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36 3385,'0'0'11768,"8"-5"-10416,24-16-129,-25 12 3386,-7 12-3934,-2 31-436,-1-1-1,-3 0 1,-14 54 0,-1 1-194,20-85-1183,0-6 116,2-14-847,2-26-2339,12-15-4638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3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3097,'0'0'15707,"12"29"-14523,-6-23-336,-1-6-375,1 6-201,-6 0-184,6 0-88,-6 6-264,0 24-1273,0-7-1527,0 1-3642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4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0 101 728,'0'0'16253,"20"-13"-15469,62-44-186,-44 38-10,-18 18-6,-8 2-233,-11 0-307,0-1 0,0 0 0,0 1 0,0-1 0,0 1 0,0-1 1,0 1-1,0-1 0,0 1 0,0 0 0,0-1 0,0 1 0,0 0 0,0 0 1,-1 0-1,1 0 0,0 0 0,-1 0 0,1 0 0,0 0 0,-1 0 0,1 0 1,-1 0-1,0 0 0,1 0 0,-1 0 0,0 2 0,7 35 339,-6-33-328,3 50 268,-5 80 0,-1-36-164,12-110-129,127-157-20,-115 145-35,1 0 1,1 2-1,1 1 0,53-33 1,-77 53 26,8-7 14,1 1 0,1 1-1,-1-1 1,1 2 0,-1 0 0,1 0-1,1 0 1,-1 2 0,0-1 0,1 2-1,14-2 1,-25 4-1,-1-1 1,1 0-1,0 1 0,-1-1 1,1 0-1,-1 1 0,1-1 1,-1 1-1,1-1 0,0 1 1,-1-1-1,0 1 0,1-1 0,-1 1 1,1-1-1,-1 1 0,0 0 1,1-1-1,-1 1 0,0-1 1,0 1-1,1 0 0,-1 0 1,0-1-1,0 1 0,0 1 1,4 25 180,-2-17-65,-1 32 143,-1-41-440,14-1-36,1 0 0,0-1 0,-1 0 0,1-1 0,-1-1 0,1 0 0,13-5 0,3-5 339,-15 6 331,-1 0 0,1 1 1,0 1-1,1 0 1,-1 2-1,1 0 0,24-2 1,-41 6-433,1 0 0,0 0 0,0-1 0,0 1 0,-1 0 0,1 0 0,0 0 0,-1 0 0,1 0 0,-1 0 0,0 0 0,1 0 0,-1 0 0,0 0 0,1 1 0,-1-1 0,0 0 0,0 0 0,0 0 0,0 2 0,2 28-8,-2 47-1839,0-27-4939,0-32 1053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4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72 135 1200,'0'0'16236,"2"1"-15704,7 3-225,1 0 1,0-1-1,0 0 1,1 0 0,-1-1-1,18 1 1,67-2 142,-50-2-333,-44-9 58,0 5-175,-1-1 0,0 1 0,0-1 0,-1 0 0,0 1 0,0-1 0,0 1 0,-1-1 0,1 1 0,-1 0 0,0 0 0,-1 0 0,1 0 0,-1 0 0,0 0 0,-1 0 0,1 1 0,-1 0 0,0 0 0,0 0 0,0 0 0,0 0 0,-1 1 0,1 0 0,-1 0 0,0 0 0,-6-2 0,-2 1 74,1 0 0,-1 2 1,0-1-1,0 2 0,0-1 0,-1 2 0,1 0 0,0 0 0,-21 5 1,30-5 7,1 1 0,0 0 0,-1 0 0,1 0 0,0 1 0,0-1 0,0 1 0,0-1 0,0 1 0,0 0 0,0 0 0,1 0 0,-1 1 0,1-1 0,0 1 0,-1-1 0,1 1 0,0 0 0,1 0 1,-1 0-1,0 0 0,1 0 0,0 0 0,-1 0 0,0 6 0,-1 5 331,1 1 1,0 0 0,0 0 0,2 22-1,0-29-305,1 2-33,0-1 1,0 0 0,0 1 0,2-1 0,-1 0 0,1 0 0,0 0 0,1 0-1,0-1 1,8 14 0,-1-6-66,0-1 0,1 0 0,0-1 0,21 18 0,-29-28-37,0-1 1,1 1 0,-1-1-1,1 0 1,-1 0 0,1-1-1,0 0 1,0 1 0,0-2-1,0 1 1,7 1 0,8 0-555,1-2 0,27 0 0,2 0-459,54-1-1949,-68-1-168,38-6 0,-31-2-3389,50-17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5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2134 1224,'0'0'9812,"5"0"-8412,19 0-166,-23-1-1114,-1 1 1,0 0 0,1 0 0,-1 0-1,0 0 1,1-1 0,-1 1 0,0 0-1,1 0 1,-1-1 0,0 1 0,1 0-1,-1-1 1,0 1 0,0 0 0,1-1-1,-1 1 1,0 0 0,0-1 0,0 1-1,0 0 1,1-1 0,-1 1 0,0-1-1,0 1 1,0 0 0,0-1 0,0 1-1,0-1 1,0 1 0,0-1 0,-1-16 1337,1 14-851,1-11-382,0 1 0,1 0 0,0-1 0,1 1 0,1 0 0,0 0 0,9-21 0,53-83-240,-54 97 90,249-364-42,-88 139-24,32-72-1,133-191-10,-59 157 2,-274 345 2,-2 3 0,0 0 1,0 0-1,0 0 0,0 0 0,1 0 0,-1 1 0,6-4 0,-7 5 94,-1 18 162,-2-3-164,1 10 93,-19 486 1490,-98 242-356,92-640-1170,-27 102 54,40-159-132,11-49-934,1 3-4934,1-6 2524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6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2761,'0'0'14043,"338"-18"-12731,-243 18-648,6 0-360,-6-6-136,-11 6-120,-1 0-48,12 0-336,-18 0-1448,-18 0-4314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6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688 75 2785,'0'0'13905,"14"-8"-12280,40-26-216,-44 23-791,-18 4-66,-7 3-310,0 1 1,0 0-1,-1 1 1,1 1 0,-1 0-1,-28 3 1,8-2-86,20 0-99,-17-1 5,0 1-1,1 2 1,-1 1-1,0 1 1,1 2-1,-34 11 1,40-8-44,-112 44 25,126-47-42,1 0 0,-1 0-1,1 1 1,1 1 0,-1 0-1,1 0 1,0 1 0,-15 20 0,20-22-6,1 0 0,1 1 0,-1-1 1,1 1-1,1 0 0,-1 0 0,1 0 0,1 0 1,-2 17-1,2-12-16,1 0 0,0 0-1,1 0 1,0 0 0,6 23 0,-4-29 12,0 0-1,0 1 1,1-1-1,0 0 1,0-1-1,1 1 1,-1-1-1,2 0 1,-1 0-1,1 0 1,-1-1 0,2 0-1,-1 0 1,0-1-1,1 1 1,8 3-1,0-1-135,1 1-1,0-2 1,0 0-1,1-1 0,0-1 1,-1 0-1,22 1 1,34 0-2543,0-4 1,78-8 0,-18-17-6148,-130 23 8663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6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654 1 1168,'0'0'20906,"-40"52"-19443,-136 175-355,161-207-998,-216 303 1513,220-306-1597,-90 156 227,85-141-364,1 0-1,2 1 1,-14 55 0,24-72-348,0 0 1,0 28-1,3 5-3374,1-22-1423,-1-18-3506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7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3121,'0'0'16266,"63"-9"-15002,207-31-493,-219 34-478,-1 1-1,77 4 1,-56 3-35,19-2 125,-88 0-252,-3 18 44,-1 0-1,-1 0 1,0 0 0,-2-1 0,0 0 0,-12 28 0,-12 42-62,14-31-442,-11 48-192,20-36-8716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7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12 2905,'0'0'20580,"-47"-12"-20580,47 54-360,6 35-1488,0-12-3770,-6-5-6008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7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0 214 520,'0'0'19939,"8"2"-18820,-5-1-1052,1 0-1,-1 0 1,1 1-1,-1-1 1,0 1-1,0 0 1,0 0 0,0 0-1,0 0 1,0 0-1,-1 1 1,1-1-1,-1 1 1,1 0 0,-1-1-1,0 1 1,0 0-1,0 1 1,-1-1 0,1 0-1,-1 0 1,1 1-1,-1-1 1,0 1-1,0 5 1,7 26 109,-3 1-1,3 62 1,-5-43-152,-3-3-15,-1-38-82,1 1 0,3 24 0,-3-38 60,0 0 0,1 0 0,-1 1-1,0-1 1,1 0 0,-1 0-1,1 0 1,-1 0 0,1 0-1,0 1 1,-1-1 0,1 0 0,0 0-1,0-1 1,0 1 0,0 0-1,-1 0 1,1 0 0,0-1 0,1 1-1,-1 0 1,2 0 0,-1 0 0,1 0 1,-1-1-1,1 1 1,-1-1 0,1 0-1,0 0 1,-1 0-1,1 0 1,-1 0 0,5-1-1,0-1 13,-1 1-1,0-1 1,0 0-1,1-1 1,-1 0-1,-1 0 1,1 0-1,8-6 1,18-21 22,41-50 0,-36 38-18,-3 2 33,-2-2 1,-1-1 0,-3-2 0,-1-1 0,-3-1 0,-1-1 0,21-66-1,-41 106 0,6-31 253,-9 36-158,0 6-87,-6 248-4056,6-240 2777,0 0 1,1 0-1,2 13 1,-1-19 130,0 0 0,0 0 0,0 0 1,0 0-1,1 0 0,4 5 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7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 2561,'0'0'22100,"-131"77"-22020,131-53-80,0 0-64,0-7-592,60-11-1520,-7-6-3522,-11 0-3616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8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2457,'0'0'17731,"77"-29"-22700,-17 29-3128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8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880 0 6241,'0'0'15125,"-63"49"-13059,63-49-2066,-267 211 1655,237-186-1272,2 1 1,-47 56 0,56-60-164,-154 195 894,122-147-1014,-50 89 1,91-141-107,0 1 1,0 0 0,2 1 0,1 0 0,0 0-1,1 1 1,2 0 0,-5 40 0,9-51-7,-1 3-33,0 0 0,1 0 1,1 0-1,3 18 0,-3-27 7,0-1 0,0 1 0,1 0 0,-1 0 0,1-1-1,0 1 1,0-1 0,1 0 0,-1 1 0,1-1-1,-1 0 1,1 0 0,0-1 0,0 1 0,0-1-1,1 1 1,5 2 0,5 3-436,1-1 1,0-1-1,1 0 0,-1-2 1,1 1-1,0-2 1,20 2-1,111 2-8571,-136-7 8037,41 0-7712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8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4721,'0'0'18044,"344"24"-17668,-278-12-280,-19 5-96,1 1-80,5 18-664,-11-7-1865,-6-11-3592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8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2529,'0'0'18206,"13"0"-16931,43 1-133,-51-1-1021,-1 1 0,0 0 0,1-1 1,-1 2-1,0-1 0,0 1 0,0-1 1,0 1-1,0 0 0,0 0 1,0 1-1,-1-1 0,5 4 0,2 4 97,-1 0 0,15 19 0,-7-8-153,17 16-68,5 6-2744,-17-13-4460,-10-16-2507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0:49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2068 1 3473,'0'0'19808,"-17"3"-19148,11-2-616,0 0-9,0 0-1,1 0 0,-1 0 1,1 1-1,-1 0 0,1 0 0,0 0 1,-5 4-1,6-4-18,1 1 0,1-1 0,-1 1 0,0 0 0,1 0 0,-1 0 0,1 1 0,0-1 0,0 1 0,1-1 0,-1 1-1,1-1 1,-1 1 0,1 0 0,0 0 0,0 0 0,0 6 0,-27 191 93,-85 457 64,89-557-190,-5-1 0,-4-1 1,-5-1-1,-68 126 0,82-183-21,-1-1 0,-2-2 0,-1 0 0,-2-2 0,-2-2 0,-1 0 0,-51 38 0,54-49 42,-2-2-1,0-1 1,-2-1-1,0-2 1,-1-2-1,0-1 1,-1-1-1,-1-2 1,-56 9 0,23-12 267,1-2 0,-98-6 0,134-2-119,0-2 0,0-1 1,1-1-1,0-2 0,-55-21 0,41 9-50,1-2 0,1-2 1,-44-31-1,70 42-95,0 0-1,-29-28 1,43 37-97,0 0 0,0 0 0,1 0 0,0-1 0,0 0 0,0 1 0,0-1 0,1 0 1,0 0-1,0-1 0,0 1 0,0 0 0,1-1 0,0 1 0,0-10 0,1 14-46,0-1-1,0 1 1,1 0 0,-1-1 0,0 1 0,1 0 0,0-1 0,-1 1 0,1 0-1,0 0 1,-1-1 0,1 1 0,0 0 0,0 0 0,0 0 0,0 0-1,0 0 1,0 0 0,0 0 0,1 1 0,-1-1 0,0 0 0,0 1 0,1-1-1,-1 0 1,0 1 0,1 0 0,-1-1 0,0 1 0,1 0 0,-1 0-1,1 0 1,2 0 0,8-3-1483,36-14-5718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7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1124 1 2721,'0'0'10986,"0"3"-9768,0 9-385,0-9 845,0 6-1042,0 24-97,-18 478 2557,15-322-2987,5-144-34,-2 1 0,-2-1 1,-14 86-1,2-75 143,0-1-46,2 0 1,2 1-1,-4 98 1,14 765 271,-6-312-261,6-221-62,-4-307-113,-4 0-1,-17 77 1,-8 71 49,20 53 150,7-108-88,-19 264-68,-16 600 84,13-498-97,-35-3 16,42-366-48,-25 392 11,8-70-4,-115 1404 91,143-1339-74,-5 87 36,-192 1597 262,70-696-30,53-40 314,49-792-43,23-399-318,0 538 169,12-712-445,0-140 15,0 1-1,0 0 1,0 0 0,0 0 0,0 0 0,0 0 0,0 0-1,0 0 1,0 0 0,0 0 0,1 0 0,-1 0 0,0 0-1,0 0 1,0 0 0,0 0 0,0 0 0,0 0 0,0 0-1,0 0 1,0 0 0,0 0 0,0 0 0,0 0 0,0 0-1,0 0 1,1 0 0,-1 0 0,0 0 0,0 0 0,0 0-1,0 0 1,0 0 0,0 0 0,0 0 0,0 0 0,0 0-1,0 0 1,0 0 0,0 0 0,0 0 0,0 0 0,0 0-1,0 0 1,1 0 0,-1 1 0,5-20-403,23-214-5774,-16 98-1470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39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1040 29 3001,'0'0'9994,"-3"-5"-9063,-9-14-343,12 18-583,0 1 0,0 0-1,-1 0 1,1 0 0,0 0 0,0-1 0,0 1 0,0 0 0,0 0 0,0 0 0,0 0 0,0-1 0,0 1-1,0 0 1,0 0 0,-1 0 0,1 0 0,0 0 0,0 0 0,0 0 0,0-1 0,0 1 0,-1 0-1,1 0 1,0 0 0,0 0 0,0 0 0,0 0 0,-1 0 0,1 0 0,0 0 0,0 0 0,0 0-1,0 0 1,-1 0 0,1 0 0,0 0 0,0 0 0,0 0 0,0 0 0,-1 0 0,1 0 0,0 0 0,0 0-1,0 0 1,0 0 0,-1 0 0,1 1 0,0-1 0,0 0 0,0 0 0,0 0 0,0 0 0,0 0-1,-1 0 1,1 0 0,0 1 0,0-1 0,0 0 0,0 0 0,0 0 0,0 0 0,0 1 0,0-1-1,0 0 1,0 0 0,0 1 0,-6 17 233,1 1 0,1-1 0,1 1-1,1 1 1,0 20 0,-1 3 124,-21 355 2055,13-185-1718,-8 150 6,-43 571-96,17-548-589,-5 29 30,-68 576-105,34 1 629,69 25 1784,16-695-1735,5 1662 377,-37-1392-998,-39-3 14,41-360 2,-9 66 39,-28 244 7,27 6-35,26 350 59,7-319-51,-87 403-34,37-336-19,45 808 76,12-1145-12,-31 186 60,13-290-84,16-173-26,1-29-5,0 1-1,0-1 0,0 0 1,0 1-1,0-1 0,0 0 1,0 1-1,0-1 0,0 0 1,0 1-1,0-1 0,0 1 1,0-1-1,0 0 0,0 1 0,0-1 1,0 0-1,-1 1 0,1-1 1,0 0-1,0 0 0,0 1 1,-1-1-1,1 0 0,0 1 1,0-1-1,-1 0 0,1 0 1,0 0-1,-1 1 0,1-1 1,0 0-1,-1 0 0,1 0 1,0 0-1,-1 0 0,1 1 1,0-1-1,-1 0 0,0 0-50,0-1 0,1 1 0,-1 0 0,0-1 0,1 1-1,-1-1 1,1 1 0,-1 0 0,0-1 0,1 1 0,-1-1-1,1 0 1,-1 1 0,1-1 0,-1 1 0,1-1 0,0 0-1,-1 1 1,1-1 0,-1-1 0,-4-13-802,0 0 1,-6-30-1,-3-16-3124,-3 9-1742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41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1427 3337,'0'0'7021,"46"-7"-5799,147-24-78,-125 15-303,-41 2-64,-12 5-376,-5 4-147,-1 1 1,1 0-1,0 1 0,0 0 0,0 1 1,0 0-1,20-1 0,74 4 1310,-78 1-1436,219 21 502,718-10-362,-639-15-200,556-50 71,-598 28-117,784-47 532,-278 62 102,-490 11-494,-184-2-93,728-24 468,-438-13-337,811-62 1224,241 51-1378,27 48 4,-897-15-36,-192 1-4,-178 10-2,633-28 23,304-33 257,-787 53-100,682-31 72,802-88-165,-1004 59-75,36-2 68,-211 18-52,390-25 77,198 6 338,488-26 475,1 33-461,33 58-380,-15 1-27,-1022-18-53,-229 6-2,123-1 49,2181-44 533,-1557 66-129,-704 30 124,-545-29-573,144 22 82,-154-22-85,-1-1 1,0 1-1,0-1 0,0 1 0,0-1 0,0 1 0,-1 0 0,1 0 0,0 0 0,0 0 0,0 1 1,-1-1-1,1 0 0,-1 1 0,1-1 0,-1 1 0,1-1 0,1 4 0,-3-4 2,1 1 1,-1 0-1,1 0 0,-1 0 0,0-1 0,0 1 1,0 0-1,0 0 0,0 0 0,0-1 0,0 1 0,-2 2 1,1 6 26,1 42 154,0-50 260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42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0 1664,'0'0'6506,"30"119"-5882,-30-101-312,0 6-176,-12 5-136,-30 19-136,7-12-1472,5-7-4170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43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2232 0 6617,'-110'337'2953,"89"-278"-1466,14-51-7,-42-11 7147,-1 0-5926,50 3-2692,0 0 0,0 0 0,-1 0 0,1 0 0,0 0 0,-1 1 0,1-1 0,0 0 0,0 0 0,-1 0 0,1 0 1,0 0-1,0 0 0,-1 1 0,1-1 0,0 0 0,0 0 0,-1 0 0,1 0 0,0 1 0,0-1 0,0 0 0,-1 0 0,1 1 0,0-1 0,0 0 0,0 0 0,0 1 0,0-1 0,0 0 0,0 1 0,0-1 0,-1 0 0,1 0 0,0 1 0,0-1 0,0 0 0,0 1 0,1-1 1,-7 33 213,2 0 1,1-1 0,3 59 0,1-39 21,11 434 788,3-55-623,-17-307-288,-28 187 0,-135 403-36,72-353-63,-158 985 216,202-731 244,36-6-141,14-106-108,-6 264-136,-51-205-53,-45-7-10,34-240-24,-92 555-7,34 328-27,92-802 33,-59 474 27,9-397-44,-59 385-17,91-479-28,-40 281-10,-94 651 32,155-783 61,31-408-30,-8 354 12,-1-346-7,-43 218-1,-66 106 50,119-556-116,5 70-296,2 1 0,1 0 0,17-38 0,-8 20-492,30-81-3370,-1 6-3411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46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74 614 3361,'0'0'7773,"0"8"-6802,0-46 6742,0 246-5894,-1-198-1719,0 0 1,-1-1 0,0 1-1,0-1 1,-1 0 0,-1 0-1,-5 12 1,7-20-15,1 0 0,-1-1 1,1 0-1,0 1 0,-1-1 0,1 0 0,-1 0 0,1 0 0,-1 0 0,1 0 0,0 0 1,-1 0-1,1 0 0,-1-1 0,1 1 0,0-1 0,-1 1 0,-1-2 0,0-5-26,0-1 0,0 1 0,1-1 0,0 0 0,1 0 0,0 0 0,0-1 0,1-10 0,-1 7-22,-1-17-25,1 0 0,1 0 0,1 0 0,2 1-1,1-1 1,1 0 0,2 1 0,17-48 0,10 4 3,86-135 0,-104 183-17,1 0 0,1 1 0,1 1 0,1 1 0,1 0 0,39-29 0,-56 48 6,0 0 0,0 0 0,0 1 0,0-1 0,0 1-1,1 0 1,-1 0 0,0 0 0,1 1 0,-1-1 0,0 1 0,1 0-1,-1 1 1,1-1 0,-1 1 0,0-1 0,0 1 0,1 1 0,-1-1-1,0 1 1,0-1 0,0 1 0,0 0 0,3 3 0,-2 0 6,-1 1 1,1 0 0,-1 0 0,-1 0-1,1 0 1,-1 0 0,0 1 0,-1 0-1,1-1 1,-1 1 0,-1 0 0,1 0-1,0 9 1,0 13 90,-1 0 0,-3 30-1,0-5 159,2-39-184,0 0 0,-1-1 0,-1 1 0,0-1 0,-1 1 0,0-1 0,-1 0 0,-12 26 0,1-6-29,-105 205 945,116-230-975,0 0-1,0 0 1,-4 17-1,-9 21 62,14-42-60,1 0 0,-1 1 0,1-1 0,1 0 0,-1 1 0,1-1 0,0 1 0,0 0 0,0 9 0,1-14 166,0-5-522,1-17-732,2-1 1,0 0 0,1 1 0,1-1 0,1 1 0,12-27-1,-6 17-1178,7-36-4206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47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1688,'0'0'13131,"11"-6"-6911,-10 6-5354,35 0 3032,342 0-404,-377 0-2939,1-2-3863,9-10-479,6-9-2070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0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1070 1536,'0'0'12370,"0"3"-11789,0 9-70,0-9 2766,0-5-2789,0-4-385,1 0 1,0 0 0,0-1 0,1 1-1,-1 1 1,1-1 0,1 0 0,-1 0-1,1 1 1,7-10 0,5-8-24,24-24-1,-6 8 58,35-56 47,107-200-1,-57 84 298,-92 172-225,2 0 0,2 2 0,35-35-1,0 6 468,-65 66-717,0 0-1,1-1 1,-1 1-1,0 0 1,0 0-1,0 0 1,1-1-1,-1 1 1,0 0-1,1 0 1,-1 0-1,0 0 1,0 0-1,1 0 1,-1-1-1,0 1 1,1 0-1,-1 0 1,0 0 0,1 0-1,-1 0 1,0 0-1,1 0 1,-1 0-1,0 0 1,1 1-1,-1-1 1,0 0-1,1 0 1,-1 0-1,0 0 1,0 0-1,1 0 1,-1 1-1,0-1 1,0 0-1,1 0 1,-1 0-1,0 1 1,0-1-1,1 0 1,-1 0-1,0 1 1,0-1-1,0 0 1,0 1-1,1-1 1,-1 0-1,0 0 1,0 1 0,6 16 64,-2 13-10,-1 0-1,-2 1 1,-2 39 0,0-14 15,-1-26-39,-1 0-1,-10 48 1,2-22-30,11-55-5,0 0-1,0-1 1,0 1-1,0 0 1,0 0 0,0 0-1,0 0 1,0-1-1,0 1 1,0 0 0,1 0-1,-1 0 1,0-1-1,1 1 1,-1 0 0,0 0-1,1-1 1,-1 1-1,1 0 1,-1-1 0,1 1-1,0 0 1,-1-1-1,1 1 1,0-1 0,-1 1-1,1-1 1,0 0-1,-1 1 1,1-1 0,0 1-1,0-1 1,0 0-1,-1 0 1,1 0 0,0 1-1,0-1 1,0 0-1,-1 0 1,1 0 0,0 0-1,0 0 1,1-1 0,3 1 4,1 0 0,-1-1 0,1 1 0,-1-1 0,9-3 0,0-3-1,-1 0-1,0 0 1,0-1-1,-1-1 0,0 0 1,0-1-1,15-17 1,-12 13-2,73-77 36,82-108 1,-132 152-36,5-13 178,-45 74-79,0-1 1,-1 1-1,-1-1 0,0 1 1,0-1-1,-1 0 1,-1-1-1,-1 1 0,-14 22 1,-10 20 97,-72 178 195,88-194-379,2 1 0,1 1 0,3 0 0,-5 43 0,13-31-627,1-51-175,25-12-7070,4-15 923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1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13 5521,'0'0'12878,"-2"3"-12100,-7 17-585,1-1 0,0 1-1,2 0 1,0 0 0,1 1-1,2 0 1,0 0 0,-1 33-1,4 6-168,1 75 3,-1-130-32,1-1-1,-1 1 1,1-1 0,0 1 0,0-1 0,0 0 0,1 0 0,-1 1-1,1-1 1,0 0 0,0 0 0,1-1 0,3 6 0,-4-7 0,1 1 0,0-1 0,0 0 1,0 1-1,0-1 0,0-1 0,1 1 1,-1 0-1,1-1 0,-1 0 0,1 0 1,0 0-1,-1 0 0,1 0 1,7-1-1,-5 1 13,1 0 0,0-1 0,0 1 0,0-2 1,-1 1-1,1-1 0,0 0 0,0-1 0,-1 1 0,1-1 1,-1-1-1,1 1 0,-1-1 0,0 0 0,0 0 0,0-1 1,-1 0-1,1 0 0,-1 0 0,0-1 0,0 0 0,0 0 1,6-9-1,0 1 62,-1 0 0,0 0 1,-1-1-1,-1-1 0,0 1 0,-1-1 0,-1-1 1,0 1-1,-1-1 0,0 0 0,-2 0 1,0-1-1,0 1 0,-1-30 0,-2 21 340,1 11-70,-1 0 1,-1-1-1,-3-17 0,4 28-298,-1 0 0,0 0-1,-1 1 1,1-1 0,-1 1-1,1-1 1,-1 1 0,0-1-1,0 1 1,-1 0 0,1 0-1,-1 0 1,1 0 0,-1 0-1,0 1 1,-5-4 0,1 1-19,-2 1 0,1 0 0,0 0 0,-1 0 0,0 1 0,0 0 0,-18-2 0,2 2-272,-41 1 0,65 1 148,-1 1 0,1 0 0,-1 0 0,0 0 0,1 0 0,-1 1 0,1-1 0,-1 0-1,1 1 1,-1-1 0,1 1 0,0-1 0,-1 1 0,1 0 0,-1 0 0,1-1 0,0 1 0,0 0 0,-2 2 0,2-1-202,0 0 0,0 0-1,0 0 1,0 0 0,1 0 0,-1 0 0,1 0 0,0 0 0,-1 0 0,1 0 0,0 0 0,1 3 0,-1 15-4882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1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60 5265,'0'0'17026,"-13"-10"-16451,7 5-521,-2-1 1,-1 0 0,1 0 1,-1 0-1,-10-3 0,15 7-41,-1 0 1,0 0 0,1 1-1,-1-1 1,0 1 0,0 1-1,0-1 1,0 1 0,0 0-1,0 0 1,0 0 0,0 0-1,0 1 1,-6 2 0,-7 4 1,0 1 1,1 1-1,0 1 1,1 1 0,-25 19-1,6-3-6,31-25-37,1 1-1,-1 0 1,1 0 0,0 0-1,0 0 1,1 1-1,-1-1 1,-2 6 0,4-9 20,1 1 1,-1 0 0,1 0-1,0 0 1,-1 0-1,1 0 1,0 0 0,-1-1-1,1 1 1,0 0 0,0 0-1,0 0 1,0 0-1,0 0 1,0 0 0,0 0-1,0 0 1,0 0 0,1 0-1,-1 0 1,0 0-1,1 0 1,-1 0 0,0-1-1,1 1 1,-1 0 0,1 0-1,-1 0 1,1-1-1,0 1 1,-1 0 0,1 0-1,0-1 1,-1 1 0,1-1-1,0 1 1,0-1-1,0 1 1,0-1 0,-1 1-1,1-1 1,0 0 0,2 1-1,32 9-38,22 8 10,-52-17 29,-1 1 0,0 0 0,0 0 0,0 0 0,0 1 0,-1-1 1,1 1-1,-1 0 0,1 0 0,2 4 0,-4-3 6,0 0-1,-1 0 1,0 0 0,0 0-1,0 0 1,0 0 0,-1 0 0,1 1-1,-1-1 1,0 0 0,-1 0-1,1 0 1,-1 0 0,1 0 0,-1 1-1,0-1 1,-1 0 0,1-1-1,-1 1 1,0 0 0,0 0 0,-2 3-1,-16 15-34,0-1 0,0-2 0,-2 0 1,-27 18-1,-12 5-2866,50-32-1560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1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345 1 10610,'0'0'10595,"-23"25"-9597,-1-1-717,5-5-78,1 0 1,1 1 0,1 1-1,1 0 1,1 1-1,-13 27 1,-8 24 182,3 2-1,3 1 1,3 1 0,-17 90 0,40-145-617,0-1 1,2 37-1,1-53 161,0-4 12,0 0 1,1 1-1,-1-1 0,0 0 1,1 0-1,-1 0 0,1 0 1,-1 0-1,1 0 0,-1 0 1,1 0-1,0 0 0,-1 0 1,1 0-1,0 0 0,0 0 1,0 0-1,0-1 1,0 1-1,0 0 0,0-1 1,0 1-1,0-1 0,0 1 1,0-1-1,0 1 0,0-1 1,1 0-1,-1 1 0,0-1 1,0 0-1,2 0 0,51 1-1462,-35-1 838,-3 0-372,0-1-1,0 0 0,0-1 1,-1-1-1,1 0 1,0-1-1,-1-1 0,28-13 1,26-23-9562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2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8066,'0'0'9474,"309"0"-9402,-137 0-72,-29 0-2305,-1-6-7305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2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636 1 224,'0'0'14707,"4"3"-12592,4 1-1988,2 5 3838,-9-7-3767,-1 0-1,0-1 1,0 1 0,0 0-1,0 0 1,0 0 0,0-1-1,0 1 1,-1 0 0,1 0-1,0-1 1,-2 3 0,-5 18 63,-2-1 0,0 0-1,-1 0 1,-15 21 0,-61 83 319,62-92-468,-189 226 162,21-28-200,178-212-78,1 0 0,-17 35 0,25-44 1,2-1-1,-1 1 0,1 0 0,1 0 1,0 0-1,0 0 0,1 0 1,0 12-1,1-22 5,0 1 0,0-1 0,0 1 1,0 0-1,0-1 0,1 1 0,-1-1 0,0 1 0,0-1 1,1 1-1,-1 0 0,0-1 0,1 1 0,-1-1 0,0 0 1,1 1-1,-1-1 0,1 1 0,-1-1 0,1 0 0,-1 1 1,1-1-1,-1 0 0,1 1 0,0-1 0,-1 0 0,1 0 1,-1 1-1,1-1 0,0 0 0,-1 0 0,1 0 0,0 0 1,28 0 30,-17-1-33,45 2 10,79-3 55,-126 1-28,-1-1 0,1 0 0,-1 0 0,1-2 0,-1 1 0,0-1 0,12-7 0,-11 6-547,1 0-1,-1 0 1,1 1 0,0 0 0,20-3 0,-23 5-1145,1 0 1,0-1 0,16-7-1,4-2-4452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2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1 2473,'0'0'20380,"-185"101"-20108,185-83-176,0-1-96,0 1-136,0 0-664,24-18-5866,12 0-1911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3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321 150 10162,'0'0'8801,"-1"-24"-8439,-3-72 284,4 69-75,2 25 208,1 3 601,-3 3-1163,0 44 49,2-9-180,-2-1 0,-2 0 0,-1 1 0,-3-1 0,-11 44 0,-114 261-14,23-69-39,70-137 17,27-90-51,9-43 127,1-5-42,-1-12-8,0-17-68,2 22-13,0 0 0,1 0 0,0 0 0,0 0 0,1 0 0,0 0 0,0 0 0,0 0 0,8-13 0,-4 11 2,1 0 0,1 0 0,0 1 0,0 0 0,1 0 0,9-7 0,32-23-37,0 2 1,3 3-1,1 2 0,73-32 0,-100 54-15,-24 10 50,1-1 1,-1 0-1,0 0 0,1-1 1,-1 1-1,0-1 0,0 0 1,5-3-1,-7 4-3,-4 15-180,-8-2 233,-1-1 1,1 0-1,-2-1 0,1 0 1,-1-1-1,-22 12 0,9-5 47,-15 7 181,0-2-1,-71 25 0,16-7 325,93-37-564,-1-1 0,1 0 0,0 1 0,1-1 1,-1 1-1,0 0 0,0 0 0,1 0 0,-1 1 0,1-1 0,0 0 0,0 1 0,-1-1 0,2 1 1,-1 0-1,-2 4 0,2-2 6,1 1 1,0-1 0,0 0-1,1 1 1,0-1-1,0 1 1,0-1 0,0 1-1,2 6 1,-1-9-33,0 1 1,0-2 0,0 1-1,1 0 1,-1 0-1,1 0 1,-1-1-1,1 1 1,0 0-1,0-1 1,0 0-1,0 1 1,1-1-1,-1 0 1,6 3-1,45 27 19,-40-25-23,1 1-338,1 0-1,0 0 1,0-2-1,0 0 1,1 0-1,0-2 1,0 0 0,32 4-1,13-7-4960,-42-1 1678,11 0-5964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3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104 274 4257,'0'0'14034,"21"-2"-13356,7-2-474,-2 1 114,49 0 1,-71 3-305,0 0 1,0 0-1,0-1 1,0 1 0,0-1-1,0 0 1,0 0 0,0 0-1,0 0 1,0-1 0,-1 0-1,1 0 1,0 0-1,-1 0 1,0 0 0,1-1-1,-1 1 1,0-1 0,0 0-1,-1 0 1,1 0-1,0 0 1,-1-1 0,0 1-1,0-1 1,0 1 0,0-1-1,-1 0 1,1 0 0,-1 0-1,0 0 1,0 0-1,0 0 1,0-5 0,-1-11 23,-2-24 36,1 41-71,1 1 1,-1-1-1,0 1 0,0-1 1,-1 1-1,1 0 1,0-1-1,-1 1 0,1 0 1,-1 0-1,0 0 1,0 0-1,0 0 1,0 0-1,-2-1 0,-9-6 28,0 1 1,-1 1-1,0 0 0,0 1 0,0 0 0,-1 1 0,-27-5 0,8 4 256,1 2 0,-55 0 0,86 5-269,1-1-1,0 0 1,-1 0-1,1 0 1,0 1 0,0-1-1,-1 1 1,1-1 0,0 1-1,0 0 1,0-1 0,-1 1-1,1 0 1,0 0-1,0-1 1,0 1 0,0 0-1,1 0 1,-1 0 0,0 0-1,0 1 1,0-1 0,1 0-1,-1 0 1,1 0-1,-1 1 1,1-1 0,-1 0-1,1 0 1,0 1 0,0-1-1,-1 3 1,0 7 82,0 1 0,1-1 0,1 15 0,0-3-20,-1-19-86,0 23 34,0-1 0,2 0 0,6 32 0,-6-50-134,0 0 0,1-1 1,-1 1-1,1-1 0,1 0 1,-1 0-1,1 0 0,1 0 1,-1-1-1,1 1 0,0-1 1,0-1-1,1 1 0,0-1 1,8 7-1,-7-9-250,-1 0-1,1 0 1,-1 0-1,1-1 1,0 0-1,0 0 1,0-1-1,0 0 1,0 0-1,0 0 1,1-1-1,-1 0 1,0-1-1,0 0 1,13-2-1,17-7-4324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4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0 11162,'0'0'11808,"-34"62"-10666,-110 198-137,127-229-740,2 1-1,0 0 0,-14 53 0,17-46-43,-4 16-83,2 1 0,3 0-1,2 1 1,3 1 0,2 74 0,4-12-742,0-120 518,0 1-1,0 0 1,0 0 0,0 0 0,0 0 0,1 0 0,-1-1-1,0 1 1,1 0 0,-1 0 0,1 0 0,-1-1 0,1 1-1,-1 0 1,1-1 0,-1 1 0,1 0 0,0-1 0,-1 1-1,1-1 1,0 1 0,-1-1 0,1 1 0,0-1 0,0 1-1,0-1 1,-1 0 0,1 1 0,0-1 0,0 0 0,0 0-1,0 0 1,1 0 0,36 0-2474,-25-1 1187,26 0-4156,-7-4-2976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4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8586,'0'0'15915,"0"125"-15763,0-108-56,0 7-88,0-12-8,6 0-296,30-12-1192,0 0-2657,-7 0-2848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4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1111 0 10282,'0'0'12615,"-32"27"-12227,-98 92-125,123-113-245,1 1 0,0 1 0,1-1 1,0 1-1,0 0 0,1 0 0,0 0 0,-6 17 1,9-23-15,-61 184 251,-56 142-165,100-287-75,-3 0 0,-1-1 1,-1-1-1,-3-1 1,-45 52-1,62-80-4,-1 0 0,0-1 0,0 0 0,-1 0 0,0-1 0,0-1 0,-1 0 0,0 0 0,-1-1 0,1-1 0,-1 0 0,0 0 0,0-2 0,0 0 0,-1 0 0,1-1 0,-1-1 0,0 0 0,-19-1 0,29-1-7,-1 1 0,0-1 0,0 0 1,1 0-1,-1 0 0,1-1 0,-1 1 0,1-1 0,-1 0 0,1-1 0,0 1 0,0-1 0,0 1 0,0-1 1,1-1-1,-1 1 0,1 0 0,-6-8 0,0-3-129,0-1 0,1 0 0,0 0 0,-5-18-1,-7-13-746,-21-29-1971,6 29-1944,-11 7-4095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5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482 131 3001,'0'0'14797,"6"-21"-13442,22-66-216,-21 65 910,-8 23-1959,-1 0 0,1 0 0,-1 0 0,1 0 0,0 0-1,-1 1 1,1-1 0,0 1 0,0-1 0,0 0 0,-1 3 0,-3 3 50,-240 348 1071,85-159-2193,158-192 651,-1-1 0,0 0 0,-1 0 0,1 0 1,0 0-1,-1-1 0,0 1 0,0-1 0,1 0 0,-6 2 0,-27 1-6807,17-5-136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5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4153,'0'0'12132,"55"-9"-10765,189-31-66,-175 32-418,87 2 0,-73 4-233,720-5 2040,-505 8-2587,-297-1-159,0 0-1,0 0 1,1 0-1,-1 0 1,0 0-1,1 0 1,-1 0-1,0 0 1,1 1-1,-1-1 1,0 0-1,0 1 1,0-1-1,1 1 1,-1 0-1,0-1 1,0 1-1,0 0 1,0 0-1,0 0 0,0-1 1,0 1-1,0 0 1,0 0-1,-1 0 1,1 1-1,0-1 1,-1 0-1,1 0 1,-1 0-1,1 0 1,-1 1-1,1-1 1,-1 0-1,0 0 1,0 1-1,1-1 1,-1 0-1,0 1 0,0-1 1,-1 2-1,1 2-354,-1-1-1,0 0 0,0 0 0,0 0 0,-1 0 0,1 0 0,-1 0 0,0 0 1,0-1-1,-1 1 0,1-1 0,-4 4 0,-31 24-5052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5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12171,'0'0'11946,"5"149"-11506,-5-137-264,0 0-104,0-1-64,0 1-8,0 0-504,0 6-792,0 0-889,-17 12-1527,5-7-1009,12-5-2793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6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1 375 12683,'303'-368'4681,"-303"362"-72,0 36-4609,5 5-576,13 19-1641,0-13-1936,0-5-3272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6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1 178 6665,'0'0'12829,"28"0"-11957,84 4-45,-110-4-803,0 0 1,0 0 0,-1 0 0,1 1 0,0-1 0,0 0-1,-1 1 1,1-1 0,0 1 0,-1-1 0,1 1 0,-1 0 0,1 0-1,-1 0 1,1 0 0,-1 0 0,1 0 0,-1 0 0,0 0-1,0 0 1,1 1 0,-1-1 0,0 0 0,0 1 0,-1-1 0,1 1-1,0-1 1,0 1 0,-1 0 0,1-1 0,-1 1 0,1 0-1,-1-1 1,0 1 0,1 0 0,-1 0 0,0-1 0,0 1 0,0 0-1,-1 2 1,1 5 106,2 13 78,-1 1 1,-1 0-1,-1-1 1,-5 33-1,9-66-183,1 0-1,0 0 1,1 0-1,9-15 1,8-7-97,3 0-1,0 2 1,2 0 0,1 2 0,1 1-1,2 2 1,1 0 0,43-25 0,-68 47 62,-1 1 1,1-1-1,1 1 1,-1 1-1,0-1 1,1 1-1,-1 1 1,1-1-1,-1 1 1,16 0-1,-22 2 14,-1-1 0,1 0 0,-1 1 0,1-1 0,-1 0 0,1 1 0,-1-1-1,1 1 1,-1-1 0,1 1 0,-1-1 0,0 1 0,1 0 0,-1-1 0,0 1 0,1-1 0,-1 1 0,0 0-1,0-1 1,0 1 0,1 0 0,-1-1 0,0 1 0,0 0 0,0-1 0,0 1 0,0 0 0,-1 1-1,1 27 174,0-21-111,0 17 117,1-8-23,-1 1 1,-4 29-1,3-42-142,0-1-1,0 1 1,0-1-1,-1 1 0,1-1 1,-1 0-1,0 0 1,-1 0-1,1 0 0,0 0 1,-1 0-1,0 0 1,0-1-1,0 0 0,-6 5 1,0 3-15,10-10-7,-1-1-1,1 0 0,0 1 1,0-1-1,0 0 1,0 0-1,0 0 0,0 0 1,0 0-1,0 0 1,0 0-1,0 0 0,0 0 1,0-1-1,0 1 1,0 0-1,-1 0 0,2-1 1,14-4-39,-1-1 1,1-1-1,-1 0 1,-1-1-1,26-17 1,25-14-110,-45 28 180,0 1 0,0 1-1,1 1 1,0 1 0,1 1 0,0 1 0,0 0 0,35-2 0,-56 12 312,-1-4-332,1 18 224,-1 0 1,-1 0-1,0 0 0,-2 0 0,0 0 0,-1 0 0,-1-1 0,-8 21 0,10-31-192,-1 0-1,1 0 1,-3 17-1,4-2-7573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7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98 9338,'0'0'9309,"12"9"-8516,43 27-142,-48-32-564,1 0 0,-1-1 1,1 0-1,-1-1 0,1 1 1,0-1-1,0-1 0,0 0 0,1 0 1,-1 0-1,0-1 0,0 0 0,15-3 1,10 1-88,-25 2 11,-1 0 0,0 0 0,0-1 0,1 1 0,-1-2 1,14-3-1,-19 4-10,0-1 0,1 1-1,-1 0 1,0-1 0,0 0 0,0 1 0,0-1 0,0 0 0,0 0 0,-1 0 0,1 0 0,-1 0 0,1 0-1,-1-1 1,0 1 0,0 0 0,0-1 0,0 1 0,0-1 0,0 1 0,-1-1 0,1 1 0,-1-4 0,4-44 43,-4 48-41,0 0 0,0 0 1,0 0-1,0 0 0,0 0 0,0 0 1,-1 0-1,1 0 0,-1 0 0,1 0 1,-1 0-1,0 0 0,0 0 0,0 0 1,0 1-1,0-1 0,0 0 1,-1 1-1,1-1 0,0 0 0,-3-1 1,-5 0 27,1 1 1,0 1-1,-1-1 1,1 1-1,-1 1 0,0 0 1,-14 1-1,-5 0 140,19-1-63,1 1 0,0 1 0,0-1 0,0 1 0,0 1 0,0 0-1,1 0 1,-1 0 0,1 1 0,-1 0 0,1 0 0,1 1 0,-1 0-1,1 0 1,-9 9 0,-9 11 471,2 1 0,-28 40 0,49-64-558,-8 9 101,1 0-1,1 1 1,0 0 0,0 1-1,1-1 1,1 1 0,0 0 0,1 0-1,0 1 1,1-1 0,0 1 0,2 0-1,-1 16 1,2-28-113,0 1 1,0-1-1,0 1 1,0-1-1,1 0 0,0 1 1,-1-1-1,1 0 0,0 0 1,0 1-1,0-1 0,0 0 1,1 0-1,-1 0 1,0 0-1,1 0 0,-1-1 1,3 3-1,0-1-1,0 0 1,0-1-1,0 1 1,0-1-1,0 0 1,1 0-1,-1-1 1,1 1-1,4 0 1,11 1-26,1 0 0,0-2 1,30-1-1,-32 0-30,174 0-2917,-156 0 487,40-5 1,-43-1-1700,39-12-1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8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1432,'0'0'704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9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89 1464,'-95'-65'1065,"95"59"-673,6-6-392,5 6-392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1:59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78 1824,'0'0'6978,"12"-2"-6223,36-9-124,-46 11-560,0-1 1,-1 0 0,1 0-1,-1 0 1,1 0 0,-1-1 0,1 1-1,-1 0 1,0-1 0,1 1 0,-1 0-1,0-1 1,0 0 0,0 1-1,0-1 1,-1 0 0,1 1 0,0-1-1,0-2 1,3-31 11042,-4 35-11077,-1 0 1,0 0 0,1 0-1,-1 0 1,1 0 0,-1 0-1,0 0 1,1 0 0,-1 1-1,1-1 1,-1 0 0,1 0-1,-1 0 1,1 1 0,-1-1 0,1 0-1,-1 1 1,1-1 0,-1 0-1,1 1 1,-1-1 0,1 1-1,0-1 1,-1 1 0,1-1-1,-1 1 1,-8 12 82,0 0-1,0 1 1,2 0 0,-12 28-1,-20 71 46,-67 392-25,87-395-51,17-99-82,-2 14 31,1 0-1,1 0 1,1 31 0,1-55-418,-1-8-1459,1-1 822,0 0 1,1 0 0,0 0 0,0 1-1,1-1 1,4-11 0,-4 9-351,15-43-6915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0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179 199 2473,'0'0'8155,"10"0"-6546,31-2-235,-40 1-1227,1 1-1,-1-1 1,1 0 0,0 1 0,-1-1 0,1 0-1,-1 0 1,0 0 0,1 0 0,-1 0 0,0 0-1,1 0 1,-1-1 0,0 1 0,0 0 0,0-1-1,1-1 1,11-11 810,203-86 1470,-181 86-2275,1 2 0,0 2 0,0 1-1,49-5 1,-79 12-113,1 2 0,-1-1-1,1 1 1,-1 0-1,0 0 1,1 1 0,-1 0-1,7 2 1,-11-2-2,1 0 1,-1 0 0,0 1-1,0-1 1,-1 1-1,1-1 1,0 1 0,0 0-1,-1-1 1,1 1-1,-1 0 1,1 0 0,-1 0-1,0 1 1,0-1 0,0 0-1,0 0 1,0 1-1,-1-1 1,1 0 0,0 5-1,3 20 152,-1 0 0,0 51 0,-1-16-41,0-23-94,-1-1 0,-5 57-1,2-87-27,0-1-1,-1 0 1,0 0-1,0 0 0,0-1 1,-1 1-1,1-1 1,-2 1-1,1-1 0,-1-1 1,0 1-1,0-1 1,-1 0-1,-5 5 0,-13 9 80,-1-2 0,-28 16-1,18-13-40,-1-1-1,-1-2 1,-1-1-1,0-2 0,-1-2 1,-67 13-1,82-23 63,-36-2 0,30 0 485,29 0 108,1-1-721,0 0 0,0 0 1,0 0-1,1 0 0,-1 0 0,0 0 0,1 0 1,-1 0-1,0 0 0,1 1 0,-1-1 0,1 0 1,0 0-1,-1 1 0,1-1 0,0 0 0,-1 1 0,1-1 1,0 0-1,0 1 0,-1-1 0,1 1 0,0-1 1,1 0-1,25-7 1,-21 7-2,22-4-4,-1 2 0,1 1 0,0 1 0,36 3 1,0 0-47,-52-2 58,14-1-21,0 1-1,0 2 1,-1 1 0,46 10-1,-65-12 9,1 1-1,-1 1 0,-1-1 0,1 1 0,0 0 0,0 0 0,-1 1 0,0-1 0,0 1 1,0 1-1,0-1 0,-1 1 0,1-1 0,-1 1 0,0 0 0,-1 1 0,1-1 1,-1 1-1,0-1 0,0 1 0,-1 0 0,0 0 0,0 0 0,2 12 0,1 24-2,-2 0 0,-4 65 0,0-39 12,1-65-1,0 1 0,0-1-1,0 0 1,0 1-1,-1-1 1,0 0 0,1 1-1,-1-1 1,0 0 0,-1 0-1,1 0 1,0 0 0,-1 0-1,0 0 1,0 0-1,0 0 1,0-1 0,0 1-1,-3 2 1,-1-1 0,0 0 0,-1 0 0,0-1 0,1 0 0,-1 0-1,0-1 1,-12 3 0,-116 34 78,-79 21-76,187-56 33,0-1 0,0-1 0,-51-3 0,23 0 131,48 1-117,1-1 0,-1 0 0,0 0 0,0-1 0,1 0 0,-1 0 1,1-1-1,-1 1 0,1-1 0,0-1 0,-10-6 0,-13-7 327,25 15-140,3 1-141,0 0 0,0 0 1,0 1-1,0-1 0,-1 0 0,1 0 0,0 1 0,0-1 1,0 1-1,-1-1 0,1 1 0,0-1 0,-1 1 0,1 0 1,0 0-1,-2 0 0,18 9-1058,15 7-1473,46 17-1,-13-14-3478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3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2793 103 1240,'0'0'11171,"0"-14"-9648,1-1-1078,0 9-267,-1 0 0,1 1 1,-1-1-1,-1 0 0,1 0 1,-1 0-1,0 1 0,0-1 1,-3-7-1,4 13-49,0-1 0,0 1 0,0-1 0,-1 1 0,1 0 0,0-1 0,0 1 0,0-1 0,0 1 0,-1 0 0,1-1 0,0 1 0,0 0 0,-1-1 0,1 1 0,0 0 0,-1-1 0,1 1 0,0 0 0,-1 0 0,1 0 0,0-1 0,-1 1 0,1 0 0,-1 0 0,1 0 0,-1 0 0,1-1 0,0 1 0,-1 0 0,1 0 0,-1 0 0,1 0 0,-1 0 0,1 0 0,0 0 0,-1 0 0,1 1 0,-1-1 0,1 0 0,0 0 0,-1 0 0,1 0 0,-1 0 0,1 1 0,0-1 0,-1 1 0,-1 0-70,1 0 0,-1 0 1,1 0-1,0 1 0,0-1 1,0 0-1,-1 1 0,1-1 1,1 1-1,-1-1 0,0 1 1,-1 2-1,-31 108 954,5 1-1,-16 133 1,-6 240-382,40-365-437,-14 628 396,26-449-176,-6 355 76,-13-447-445,0-11-6,10 613 268,9-485-176,-1-69 88,-3 296 294,-8-389-495,-42 223 0,-62 154 1,24-133 30,-208 847-112,112-551-41,150-563 89,-29 109-22,-57 232 16,38 7-37,59-240 44,-32 260 52,38-369-43,-34 221 4,-17 232-30,50-365-138,-75 506 47,88-685 117,-3 0 0,-2-1 0,-2 0 0,-32 70 0,34-86-15,1 1 1,1 0-1,2 1 0,-8 66 1,8-47 21,2-16-4,-1 0 0,-1-1 1,-3 0-1,0 0 0,-29 57 0,-1-12 3,3 1-1,4 2 1,3 2-1,-33 155 1,-9 39-4,40-161 7,12-42-34,4 2 1,-11 102-1,17-98-183,-4-1 0,-50 153 0,-4 16 156,63-214 46,-1 67 1,5-66 5,-9 58 0,1-45 4,-63 412 10,72-450-9,1 4 2,-1 0 0,-1-1 0,-1 1 1,0-1-1,-1 0 0,-10 26 0,10-30 15,0 1 0,-5 25 1,-4 14-5,-1 6-45,13-46 38,-1 0-1,-1 0 1,-7 19 0,6-19-3,1-1 1,1 0 0,-1 1 0,2 0 0,-1 10-1,0-7 4,0 0-1,0-1 0,-7 21 1,-6 8-3,-34 100 16,38-105 5,1 1 1,3 0 0,0 0-1,-1 55 1,-1-80 650,2-9-2435,6-9-4061,1-18-63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5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1 1816,'0'0'10577,"0"7"-5925,0 21-1897,0 27-1072,-4 130 49,1-150-1705,-1 0 0,-2 0 1,-14 43-1,-33 91 139,-82 278 4,129-395 84,4-36-2851,4-37-7390,3-13 4698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5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0 246 6665,'0'0'12003,"27"-30"-11307,89-92-214,-110 117-451,-1-1 0,1 1 0,0 0 0,1 0 1,-1 1-1,1 0 0,0 0 0,0 1 1,0 0-1,1 0 0,-1 0 0,1 1 0,-1 0 1,12-1-1,5-1 47,19-6 55,1 2-1,86-5 1,-124 13-129,-5 0 1,0-1 0,0 1-1,0 0 1,0 0 0,1 0-1,-1 0 1,0 0 0,0 0-1,0 0 1,0 0 0,0 1-1,0-1 1,0 0 0,0 0-1,0 1 1,0-1 0,0 1-1,0-1 1,0 1 0,-1-1-1,1 1 1,0 0 0,0-1-1,0 1 1,-1 0 0,1 0-1,0 0 1,-1-1 0,1 1-1,-1 0 1,1 0 0,-1 0-1,1 0 1,-1 0 0,0 0-1,1 2 1,3 20 123,-1 0 0,-1 0-1,-2 0 1,-1 23 0,0-1-44,1-22-47,-1 1 1,-5 27-1,4-40-35,0-1 0,-1 0-1,0 0 1,-1 0-1,-1-1 1,1 1 0,-9 12-1,0-4 15,-1-1 0,-1-1 0,0 0 0,-1-1 0,0-1 0,-1-1 0,-29 18 0,-138 66 100,184-97-116,-41 16-8,33-14-38,0 1 1,0-1 0,1 1 0,-1 1-1,1 0 1,0 0 0,0 0-1,0 1 1,0 0 0,1 0 0,-9 9-1,14-11-315,0-1 0,1 1 0,-1-1 0,1 1 0,-1-1 0,1 1-1,0-1 1,0 1 0,0 0 0,0-1 0,0 1 0,1 2 0,0 8-3863,-1-1-1171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6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67 7034,'0'0'9255,"11"35"-8704,41 106 66,-50-136-544,0 0 0,1 0 0,0 0 0,0 0 0,0 0 0,7 8 0,-9-12-35,0 0 1,1 0 0,-1 0 0,0 0 0,1 0 0,-1-1-1,1 1 1,-1 0 0,1-1 0,-1 1 0,1-1 0,1 1-1,6 1 191,0 1-20,1-1-1,-1-1 1,0 0 0,1 0-1,-1-1 1,15-1-1,-3 1-66,-17 0-131,-1 0 0,0 0 0,0-1 0,0 1-1,0-1 1,0 1 0,0-1 0,0 0 0,0 0 0,0-1 0,0 1 0,0-1 0,-1 1-1,1-1 1,-1 0 0,5-4 0,-4 3 2,0-1 0,0 0 1,0 0-1,-1-1 0,1 1 0,-1 0 0,0-1 0,0 1 1,2-10-1,0-7 19,-2-1 1,1 1 0,-2-1 0,-2-22 0,1 20-5,0 21-25,0-1-1,0 0 1,-1 1-1,1-1 1,-1 0-1,1 1 1,-1-1-1,0 1 0,0-1 1,-1 1-1,1-1 1,-1 1-1,-3-5 1,3 6 3,0 0 1,0 0-1,-1 0 1,1 0-1,-1 0 1,1 1-1,-1-1 0,0 1 1,0 0-1,0 0 1,1 0-1,-1 0 1,0 0-1,0 1 1,0-1-1,0 1 1,-4 0-1,-13-2 123,-1 1 1,-35 3-1,49-1-97,1 0 0,-1 1-1,0 0 1,1 0 0,-1 0 0,1 1 0,0 0-1,-1 0 1,1 0 0,1 1 0,-11 8 0,-4 6 120,0 1 0,2 1 1,0 1-1,-29 45 0,39-53-57,0 0 0,2 1 0,-1 0-1,2 0 1,0 0 0,1 1 0,0 0 0,1 0-1,1 0 1,-1 22 0,3-25-34,-1-4 2,1 0 0,1 0 0,0 0 0,1 10 0,-1-15-43,1 0 0,-1 0 1,0 0-1,1 0 0,0 0 0,-1 0 1,1 0-1,0 0 0,1 0 0,-1-1 0,0 0 1,5 4-1,4 2 20,0 0 1,0-1-1,1 0 1,-1-1-1,1-1 0,1 0 1,-1 0-1,1-1 1,0-1-1,18 3 1,12-1-688,79-2 1,-91-3-223,14-3-2603,-4-12-3192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6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637 73 7362,'0'0'14005,"-23"-12"-13157,2-1-663,11 7-117,0 0-1,0 0 1,-1 1 0,0 1 0,0-1-1,0 2 1,0 0 0,-1 0 0,1 1-1,-1 0 1,-21 0 0,16 2 6,1 0 1,-1 0 0,1 2-1,-1 0 1,1 1-1,-1 1 1,1 0-1,-22 10 1,19-6-58,12-5-13,1 0 0,-1 0 1,1 0-1,-1 1 0,-5 4 0,10-6-5,0 0-1,1 0 1,-1 0 0,0 0 0,1 0-1,-1 0 1,1 0 0,0 0 0,0 0 0,0 1-1,0-1 1,0 0 0,1 1 0,-1-1-1,0 1 1,1-1 0,0 1 0,0 4-1,-1 19-98,2 30-529,0-52 582,-1-1 1,1 0 0,0 1 0,0-1 0,0 0 0,0 0 0,1 0 0,0 0 0,-1 0-1,1 0 1,0 0 0,0-1 0,0 1 0,3 2 0,39 28-391,-31-25 315,-1 1 0,0 0-1,14 15 1,-23-20 96,0-1 0,0 1 0,-1-1 0,1 1 0,-1 0 0,0 0 0,0 0 0,0 1 0,-1-1 0,1 0 0,-1 1 0,0-1 0,0 1 0,-1-1 0,1 7 0,-1-1 11,1-8 18,-1 1 0,0-1 1,1 0-1,-1 1 0,0-1 0,0 1 0,-1-1 0,1 0 1,0 1-1,-1-1 0,0 0 0,1 1 0,-1-1 1,0 0-1,0 0 0,0 1 0,-1-1 0,1 0 0,0 0 1,-1 0-1,1-1 0,-1 1 0,0 0 0,0-1 1,1 1-1,-5 2 0,-10 4 22,-1-1 1,0 0-1,-1-1 1,-35 7-1,-76 5 11,79-12-30,44-5-480,-7 1 1134,12-4-3150,7-3-4252,30-20-1838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6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49 5705,'0'0'10457,"9"-8"-9170,27-24 132,-36 32-1367,0 0-1,1 0 1,-1 0 0,0 0-1,0 0 1,1 0 0,-1 0-1,0 0 1,0 0 0,0-1-1,1 1 1,-1 0 0,0 0-1,0 0 1,0 0 0,0 0-1,1-1 1,-1 1 0,0 0-1,0 0 1,0 0 0,0-1-1,0 1 1,1 0 0,-1 0 0,0-1-1,0 1 1,0 0 0,0 0-1,0-1 1,0 1 0,0 0-1,0 0 1,0-1 0,0 1-1,0 0 1,0 0 0,0-1-1,0 1 1,0 0 0,0 0-1,-1-1 1,-7 1 254,5 0 37,-11 0 107,-11 0-68,0 0 0,0 1 1,1 2-1,-1 0 0,-27 8 1,10 2-67,-38 13 41,74-23-350,-1 0 0,1 0 0,0 1 0,0 0 0,0 0 0,0 0 0,0 1 0,1-1 1,-5 7-1,7-6-19,1-1 1,-1 1-1,1-1 0,0 1 1,1 0-1,-1 0 1,1 0-1,0 0 1,0 0-1,0 0 0,1 0 1,0 0-1,0 0 1,1 6-1,-1-1-30,0-8 35,0-1 0,0 1 0,1 0 0,-1 0 0,1 0 0,-1 0 0,1 0 0,0 0 0,0-1 0,0 1 0,0 0 0,0 0 0,0-1 0,0 1 0,0-1 0,1 1 0,2 1 0,1 1-5,0 0 1,0-1-1,0 0 0,0 0 1,11 4-1,5 0-19,1-1 0,26 5 0,-48-11 30,68 12-68,63 13-435,-129-25 501,-1 1 1,0-1-1,0 0 0,0 0 1,0 0-1,0 1 1,1-1-1,-1 1 1,0-1-1,0 1 0,0-1 1,0 1-1,0 0 1,0-1-1,0 1 0,-1 0 1,1 0-1,0 0 1,0-1-1,0 1 1,-1 0-1,1 0 0,-1 0 1,1 0-1,0 1 1,-1-1-1,0 0 0,1 0 1,-1 0-1,0 0 1,1 0-1,-1 0 1,0 1-1,0-1 0,0 0 1,0 2-1,-1-1 4,0 1 0,0 0 1,0-1-1,0 0 0,-1 1 0,1-1 0,-1 0 0,1 1 0,-1-1 0,0 0 1,1 0-1,-1-1 0,0 1 0,-5 3 0,-100 61 36,67-43-99,-70 52 0,109-74-78,0-1 0,0 1-1,0 0 1,0 0 0,1-1-1,-1 1 1,0 0 0,0 0-1,1 0 1,-1 0 0,1 0-1,-1 0 1,1 0 0,-1 0-1,0 2 1,2-3-82,-1 1 0,1-1 0,-1 0-1,1 1 1,0-1 0,-1 0 0,1 1 0,-1-1 0,1 0-1,0 0 1,-1 0 0,1 0 0,0 0 0,-1 0 0,1 0 0,0 0-1,-1 0 1,1 0 0,0 0 0,-1 0 0,1 0 0,0 0 0,-1-1-1,1 1 1,0 0 0,-1 0 0,1-1 0,-1 1 0,2-1 0,36-14-6345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7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0 8386,'0'0'15123,"-160"309"-15011,154-279-104,0-12 0,0-6-8,0-6-464,0-6-1296,-6 0-2769,12-36-4457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7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12635,'0'0'9874,"30"220"-11955,-30-149-3264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8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3025,'0'0'14808,"27"5"-13577,2 0-701,51 17 0,-77-21-478,0 0-1,0 1 0,0 0 0,-1 0 1,1 0-1,0 0 0,-1 0 0,0 0 1,1 1-1,-1-1 0,0 1 0,0 0 1,0 0-1,-1-1 0,1 1 0,-1 0 1,0 0-1,1 1 0,-1-1 1,0 0-1,-1 0 0,1 0 0,-1 1 1,1-1-1,-1 6 0,2 5 135,3 13 182,2 56 0,-7-83-363,0 1 0,0 0-1,0 0 1,1 0 0,-1 0-1,0 0 1,0 0 0,1 0-1,-1 0 1,0 0 0,1 0-1,-1-1 1,1 1 0,-1 0-1,1 0 1,-1-1 0,1 1-1,0 0 1,-1 0-1,1-1 1,0 1 0,-1-1-1,1 1 1,0-1 0,0 1-1,0-1 1,-1 1 0,1-1-1,0 0 1,0 1 0,0-1-1,0 0 1,1 0 0,1 1 5,-1-1 0,0 0 0,0 0 0,0 0 0,1-1 0,-1 1 0,0-1 0,0 1 0,0-1 0,1 1 0,-1-1 0,0 0 0,0 0 0,2-2 0,6-5 3,-1 0 0,0-2 0,-1 1 0,10-14 0,-1 2-10,-3 5 2,7-12-39,2 2 0,1 0 0,1 1-1,55-41 1,-59 52 46,-16 10 1,0 0 0,0 1 0,0-1 0,0 1 0,1 1 0,-1-1 0,1 1 0,-1 0 0,1 0 0,0 0-1,0 1 1,10-1 0,-15 22 897,-1 195 991,0-214-1900,0 1-1,0-1 1,0 0-1,0 0 1,1 1-1,-1-1 1,0 0-1,1 0 1,-1 0-1,1 1 0,-1-1 1,1 0-1,-1 0 1,1 0-1,0 0 1,-1 0-1,1 0 1,0 0-1,0 0 0,0-1 1,0 1-1,0 0 1,0 0-1,0-1 1,0 1-1,0 0 1,0-1-1,0 1 1,0-1-1,0 0 0,2 1 1,4 0-6,-1 0 0,1 0-1,0-1 1,12-1 0,-4 1-10,9-1-92,-1-1 1,0-1 0,1-1-1,39-12 1,85-40-744,-100 37 641,-17 4 182,-26 12 49,0 0 0,0 1 0,0-1 0,1 1 0,0 0 1,-1 0-1,1 1 0,11-2 0,-16 3 1533,-1 10-1594,1-1 0,-1 0 0,2 1 1,-1-1-1,1 0 0,1 0 0,0 0 0,0 0 1,1 0-1,5 9 0,-5-12-935,0 1-1,1-1 0,-1 0 1,1 0-1,1-1 1,-1 0-1,13 10 1,16 3-6244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8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14091,'0'0'10994,"-12"166"-10906,18-154-88,0-6 0,0-6-296,0 0-1032,-6-6-1769,6-29-4040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8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13555,'0'0'7970,"54"172"-12611,-37-130-2681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8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1 12051,'0'0'11335,"-35"28"-11259,-104 91-56,134-114-16,-1 0-1,1 1 1,0-1-1,1 1 0,-5 7 1,8-12-4,1-1 1,0 1 0,-1 0-1,1 0 1,0 0 0,-1 0-1,1 0 1,0 0 0,0 0-1,0-1 1,0 1 0,0 0-1,0 0 1,0 0-1,0 0 1,0 0 0,1 0-1,-1 1 1,2 7-7,-2-8 2,0 1 1,0-1-1,1 1 1,-1-1-1,1 1 1,-1-1-1,1 1 0,-1-1 1,1 1-1,0-1 1,0 1-1,0-1 0,0 0 1,0 0-1,0 1 1,0-1-1,0 0 1,0 0-1,1 0 0,-1 0 1,3 1-1,36 16-42,-23-12 27,7 5-70,0 1 0,-1 1 0,28 20 0,-49-31 81,0-1-1,0 1 1,0-1-1,0 1 1,-1 0-1,1-1 1,0 1 0,-1 0-1,1 0 1,-1 1-1,0-1 1,0 0-1,1 0 1,-2 0 0,1 1-1,0-1 1,0 1-1,-1-1 1,1 1 0,-1-1-1,0 1 1,0-1-1,0 1 1,0-1-1,0 1 1,0-1 0,-1 0-1,1 1 1,-1-1-1,0 1 1,1-1 0,-1 0-1,0 1 1,-1-1-1,1 0 1,0 0-1,-1 0 1,1 0 0,-1 0-1,1 0 1,-1 0-1,0 0 1,0-1 0,0 1-1,0-1 1,0 0-1,-3 2 1,-27 8 33,0-1-1,-41 7 1,29-7-28,-6-4-349,28-5-2177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9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1 11258,'0'0'9869,"-20"56"-7871,-65 189-556,-8 72 585,78-254-1841,-18 77-20,10-36-693,-42 115 0,64-216-134,-6 10 646,-1-9-7146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9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7562,'0'0'15915,"48"-7"-14884,153-20-250,-179 23-597,0 1 1,0 2-1,27 1 0,-16 1 69,-32-1-243,0 0 1,0 0-1,0 0 1,1 0-1,-1 1 1,0-1-1,0 0 1,0 1-1,0-1 1,0 1-1,0-1 1,0 1-1,0-1 1,0 1-1,0 0 1,-1-1-1,1 1 1,0 0-1,0 0 1,0 0-1,-1 0 1,1-1-1,-1 1 1,1 0-1,0 0 1,-1 0-1,0 0 1,1 1-1,-1-1 1,0 0-1,1 0 1,-1 0-1,0 2 1,1 5 36,-1 1 1,1-1 0,-3 16 0,1-3-9,-2-2-29,0-1-1,-1 1 1,0-1 0,-2 0 0,0 0-1,-1 0 1,-11 18 0,-3 13-3,-19 30 65,16-35-2086,23-42 103,1-10-2518,0-11-102,0-25-5958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9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12499,'0'0'8634,"0"154"-9819,0-112-2896,0-7-4312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09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378 0 3793,'0'0'21134,"-47"14"-20361,-147 48-66,183-58-626,-1 0-1,1 1 1,0 0 0,1 1 0,-19 12-1,25-14-44,1 0 0,-1-1 0,1 1 0,0 1 0,-1-1 0,2 0 0,-5 10 0,3-8-11,1 4 2,-1 0-1,1 0 1,1 0-1,0 1 0,0-1 1,1 1-1,0-1 1,1 1-1,0 0 0,3 16 1,-2-17-13,-1-3-9,1-1 0,1 0 1,-1 1-1,1-1 1,0 0-1,0 0 0,1 0 1,0-1-1,0 1 1,0-1-1,1 1 0,0-1 1,0 0-1,0-1 1,8 8-1,6 3-60,0-1-1,39 23 1,-21-14-362,-28-16-611,-6-3-4800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1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 3425,'0'0'16430,"-4"27"-15103,2-10-1118,-5 29 370,-2 0-1,-16 51 0,12-59-235,-69 242 513,71-207-1523,10-72 510,1-1-1,0 1 0,-1 0 0,1 0 0,-1-1 1,1 1-1,-1 0 0,1 0 0,-1-1 0,1 1 1,-1-1-1,0 1 0,1 0 0,-1-1 0,0 1 1,0-1-1,1 0 0,-1 1 0,0-1 0,0 0 1,0 1-1,1-1 0,-1 0 0,0 0 0,0 0 1,0 0-1,0 1 0,0-1 0,1 0 1,-1-1-1,0 1 0,0 0 0,0 0 0,0 0 1,-1-1-1,-8 1-2235,-8 0-2766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1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10282,'0'0'10078,"57"-4"-8733,190-11-377,-48 10-64,-143 6-731,249 0 350,304-2-2311,-620 3-2814,-3 7 2261,8-5 663,-28 22-6897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1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0 9034,'0'0'16043,"60"89"-15378,-60-65-417,0 6-176,0-1-72,0-5-32,0 0-248,-12-6-1153,-12-12-1119,6-6-2745,1 0-4426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2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0 398 9882,'315'-398'8442,"-315"404"-7890,12 24-328,18 11-224,-12 13-616,0-13-1921,-12-5-4200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2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0 115 11106,'0'0'10637,"8"21"-9917,25 66-85,-23-49-264,-10-36-342,0-1 1,1 0-1,-1 1 0,0-1 0,1 0 1,-1 0-1,0 1 0,1-1 0,0 0 1,-1 0-1,1 1 0,0-1 0,1 1 0,-1-1 113,7-2-17,-6 0-129,1 0 0,0 0 1,-1 0-1,0-1 0,1 1 0,-1-1 0,0 0 0,1 1 0,-1-1 0,0 0 1,-1 0-1,1-1 0,0 1 0,0 0 0,2-5 0,6-8-33,11-11 5,2 1 0,0 1 0,1 1 0,2 2 0,0 0 0,1 1 0,1 2 0,55-27 0,-78 43 50,0 1-1,0-1 1,-1 1-1,1 0 1,9-1-1,-13 2 1,0 0-1,0 0 0,0 0 0,1 0 0,-1 0 0,0 0 1,0 0-1,0 1 0,0-1 0,1 0 0,-1 1 0,0-1 1,0 1-1,0-1 0,0 1 0,0 0 0,0-1 0,0 1 1,0 0-1,0 0 0,-1-1 0,1 1 0,0 0 0,0 0 1,-1 0-1,1 0 0,-1 0 0,2 2 0,2 11 113,-1 0 1,3 24-1,-4-23-88,1 0-1,0-1 1,6 20 0,-7-32-36,0-1 1,-1 1-1,1 0 1,0 0-1,0-1 1,0 1-1,0-1 1,0 0-1,0 1 1,0-1-1,0 0 1,0 0-1,1 0 1,-1-1-1,0 1 1,1 0-1,-1-1 1,1 0-1,-1 0 1,1 1-1,-1-1 1,0-1-1,1 1 1,3-1-1,4 1 10,1-1-1,-1-1 1,0 0-1,18-6 1,81-39-2,15-7-4,-109 49 45,-5 1 25,0 0-1,0 1 1,1 0 0,-1 1 0,1 0-1,15 0 1,-25 2 386,6 13 1069,-6-10-1609,0 8 85,2-1-1,-1 0 0,1 0 1,7 13-1,-9-20-388,1 0 0,0-1 0,-1 1 0,1 0 0,1-1 0,-1 1 0,4 3-1,-3-5-390,-1 1-1,1-1 0,-1 1 1,1-1-1,-1 0 0,1 0 0,0 0 1,-1 0-1,1 0 0,3 0 0,17 0-10304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3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 11226,'0'0'11036,"29"13"-10598,95 40-170,-117-50-243,0 0 0,1 0 1,-1 0-1,1-1 1,-1 0-1,1 0 1,0-1-1,0 0 0,-1-1 1,1 0-1,13-1 1,7 0 23,-18 1-35,-7 0-10,0 0 0,-1 0 0,1 0 0,0 0-1,-1 0 1,1-1 0,0 1 0,-1-1 0,1 1 0,2-2 0,-4 1-2,0-1-1,0 1 1,0 0 0,0 0 0,0 0 0,0-1-1,0 1 1,-1 0 0,1-1 0,0 1 0,-1 0-1,1-1 1,-1 1 0,0-1 0,1 1 0,-1-1-1,0 1 1,0-1 0,0 1 0,0-1 0,-1-2-1,1-10 1,1 7 1,-1 1 0,0-1 1,-1 0-1,-2-10 1,2 14-4,0 1 1,0-1 0,0 1-1,0 0 1,0-1 0,-1 1 0,1 0-1,-1 0 1,1 0 0,-1 0-1,0 0 1,0 1 0,0-1-1,0 0 1,-3-1 0,-10-5 214,-1 1 0,0 0 1,0 1-1,0 1 0,0 0 1,-1 2-1,0-1 0,0 2 1,0 1-1,-33 0 0,46 1-109,2 0-64,1 0 0,-1 0 0,0-1 0,1 1 0,-1 0 0,1 1 0,-1-1 1,0 0-1,1 0 0,-1 1 0,1-1 0,-1 1 0,1-1 0,-1 1 0,1 0 0,0-1 1,-1 1-1,1 0 0,0 0 0,-1 0 0,1 0 0,0 0 0,0 0 0,0 1 0,0-1 0,0 0 1,0 0-1,0 1 0,1-1 0,-1 1 0,0-1 0,0 2 0,-4 12 118,1 0 0,1 1 0,0-1 0,-1 31 0,3 73 85,2-62-200,-2 5-32,-1-34-73,2 0 0,1 1 0,5 36 0,-5-61-18,0 0 0,0-1-1,1 1 1,-1 0 0,1-1 0,0 0-1,0 1 1,0-1 0,0 0 0,1 0-1,-1 0 1,1 0 0,-1 0 0,1-1-1,6 5 1,0-2-462,0 1 1,1-2-1,18 8 0,-27-12 485,12 5-1316,-1-1-1,1-1 1,18 3 0,39-3-8250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4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0 537 8042,'0'0'11513,"38"-32"-11006,117-96-54,-145 120-385,0 1 1,0 0-1,13-6 0,-21 13-49,-1-1 0,0 1 0,1-1 0,-1 1 0,0-1-1,1 1 1,-1 0 0,0 0 0,1 0 0,-1 0-1,1 0 1,-1 0 0,3 1 0,5 0 107,-8-1-108,0 0 1,0 0-1,0 0 1,0 0-1,-1 0 1,1 0 0,0 0-1,0 1 1,0-1-1,-1 0 1,1 1-1,0-1 1,-1 1-1,1-1 1,0 1-1,-1-1 1,1 1-1,0-1 1,-1 1-1,1 0 1,-1-1-1,1 1 1,-1 0 0,1-1-1,-1 1 1,0 0-1,1 0 1,-1-1-1,0 1 1,0 0-1,1 0 1,-1 1-1,1 30 317,-2-20-198,2 13 49,-1 0 1,-1 0-1,-2 1 1,0-2-1,-14 50 1,-4-20-79,11-29-83,1 0 0,0 1 0,-7 46 0,15-31-17,1-41-8,0 0 0,0 0 0,0 1 0,0-1 0,0 0 0,0 0 0,0 1 0,0-1 0,0 0 0,0 0 0,0 0 0,0 1 0,0-1 0,1 0 0,-1 0 0,0 1 0,0-1 0,0 0 0,0 0 0,0 0 0,0 1 0,1-1 0,-1 0 0,0 0 0,0 0 0,0 1 1,1-1-1,-1 0 0,0 0 0,0 0 0,1 0 0,-1 0 0,0 0 0,0 0 0,0 0 0,1 0 0,-1 1 0,0-1 0,0 0 0,1 0 0,-1 0 0,0 0 0,0 0 0,1-1 0,15 3 5,-1-1 0,1-1 0,-1-1 0,1 0 0,-1-1 0,1-1 0,-1 0-1,0-1 1,25-10 0,10-8-20,68-41-1,-80 42-2,256-149-38,-224 127 59,-49 29 12,0 1 1,1 0-1,42-16 0,-63 28-17,0 1 0,0 0-1,0 0 1,0-1 0,0 1 0,0 0-1,0 0 1,0 0 0,0 0 0,-1 0-1,1 1 1,0-1 0,0 0 0,0 0-1,0 1 1,0-1 0,0 0 0,-1 1-1,1-1 1,0 1 0,0-1 0,0 1-1,-1-1 1,1 1 0,0 0 0,-1-1-1,1 1 1,0 0 0,-1-1 0,1 1-1,-1 0 1,1 0 0,0 1 0,10 35 7,-7-22-13,-1-6 8,0 0 0,1 0 0,0 0 0,1-1 0,0 1 0,0-1 0,1 0 0,0 0 0,9 8 0,-10-11 5,0-1 1,1 0-1,0 0 1,-1 0-1,2-1 1,-1 0-1,0 0 1,0 0-1,1-1 1,0 0-1,-1 0 0,1-1 1,13 2-1,-7-2 11,-1-1 0,1 1 0,-1-2 0,23-3 0,-30 3-12,0 0-1,-1-1 1,0 1 0,1-1-1,-1 0 1,0-1-1,0 1 1,0-1 0,0 1-1,0-1 1,-1 0-1,1 0 1,-1-1 0,0 1-1,5-8 1,5-8 46,-1 0-1,-1-1 1,-1-1 0,-1 0 0,0 0 0,-2 0 0,0-1 0,-2 0-1,0-1 1,-2 1 0,0-1 0,-1-30 0,-1 13 243,0 18-57,-1 0 0,0 0 1,-2 0-1,-8-41 0,9 59-227,0-1 1,-1 0-1,0 1 1,0-1-1,0 1 1,0 0-1,-1 0 1,1-1-1,-1 2 1,0-1 0,-1 0-1,1 0 1,-1 1-1,1 0 1,-1 0-1,0 0 1,0 0-1,0 1 1,-1-1-1,1 1 1,0 0-1,-1 0 1,0 1-1,1-1 1,-1 1-1,0 0 1,-7 0-1,9 0-89,-26-1-457,29 2 457,-1 0 0,0 0 0,0 0 0,0 0 0,0 0 0,0 0 0,0 0 0,1 1-1,-1-1 1,0 0 0,0 0 0,0 1 0,0-1 0,1 0 0,-1 1 0,0-1 0,0 1 0,1-1 0,-1 1 0,0-1-1,1 1 1,-1 0 0,0-1 0,1 1 0,-1 1 0,-2 57-4149,4-37 1905,-1 20-2974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5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138 276 7498,'0'0'15956,"-5"5"-14981,-15 15-286,0-1-211,2 0 0,-18 24 1,31-37-439,1 0-1,0 1 1,0-1 0,1 1 0,0 0 0,0 0 0,0 0 0,1 1 0,0-1-1,0 0 1,1 1 0,0 10 0,1-16-40,-1 1 4,1-1 0,0 1 0,0-1-1,0 1 1,0-1 0,1 1 0,-1-1 0,1 1 0,-1-1 0,1 0 0,1 4 0,0-5-1,-1 0 1,1 0-1,-1 0 1,1 0-1,0-1 1,-1 1-1,1 0 1,0-1-1,-1 1 1,1-1-1,0 0 1,0 0-1,0 1 1,-1-1-1,1 0 1,0-1-1,2 1 0,25 1 50,-14-1-39,-1 0-1,26-3 1,-36 3-12,1-1 0,0-1 0,-1 1-1,1-1 1,-1 1 0,0-1 0,1 0 0,-1-1 0,0 1 0,0-1 0,0 0 0,5-5 0,-1-1 0,-1 0 1,1 0-1,-2-1 0,1 0 0,-1 0 0,-1-1 1,0 0-1,0 0 0,-1 0 0,-1 0 1,4-16-1,-4 5-18,0-1 0,-1 1 0,-1 0 0,-1-1 0,-4-26 0,3 43 17,-3-10 6,-18-8-1,22 23-8,0 1 0,0 0 0,-1 0 0,1 0 0,0 0 0,0 0-1,0-1 1,0 1 0,0 0 0,-1 0 0,1 0 0,0-1 0,0 1-1,0 0 1,0 0 0,0 0 0,0-1 0,0 1 0,0 0 0,0 0-1,0-1 1,0 1 0,0 0 0,0 0 0,0 0 0,0-1 0,0 1-1,0 0 1,0 0 0,0-1 0,0 1 0,0 0 0,0 0 0,0 0-1,0-1 1,1 1 0,-1 0 0,0 0 0,0 0 0,0 0-1,0-1 1,0 1 0,1 0 0,-1 0 0,0 0 0,0 0 0,0 0-1,1-1 1,-1 1 0,0 0 0,0 0 0,14-4-55,-14 4 57,38-6-180,-1 2-1,69 2 0,-91 2-130,-13 0 192,1 1 0,-1-1 0,0 1 0,0 0 0,0 0 1,0 0-1,0 0 0,0 0 0,0 0 0,0 0 0,0 1 0,-1-1 0,1 1 0,0-1 0,-1 1 1,1 0-1,-1-1 0,0 1 0,0 0 0,1 0 0,-1 0 0,0 0 0,-1 0 0,1 0 1,0 1-1,0-1 0,-1 3 0,4 8-210,-1 0-1,-1 1 1,2 15 0,0 143 6,-2-159 564,-1 0 1,1-1-1,1 1 1,0-1-1,6 14 0,2 9 1039,1 2 302,-8-27-792,-1 1 1,0 0 0,-1 0-1,0 0 1,1 12 0,-4-105-731,1-90 14,2 145-85,1 0 1,1 0-1,2 0 1,10-32-1,71-154-322,-87 212 224,0 1 1,0-1 0,1 1-1,-1-1 1,0 1 0,1-1-1,-1 1 1,0-1 0,1 1-1,-1-1 1,1 1 0,-1-1-1,0 1 1,1-1 0,-1 1-1,1 0 1,0 0 0,-1-1-1,1 1 1,-1 0 0,1 0-1,-1-1 1,1 1 0,0 0-1,-1 0 1,1 0 0,-1 0-1,1 0 1,0 0 0,-1 0-1,1 0 1,0 0 0,-1 0-1,1 0 1,-1 0 0,1 1-1,0-1 1,-1 0 0,1 0-1,-1 1 1,1-1 0,20 18-5314,-18-14 3809,19 10-5696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5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343 1 9274,'0'0'18131,"-41"7"-17363,-133 25-248,165-30-478,-1 1 1,0 0-1,1 1 1,-1-1-1,-11 8 0,17-8-19,1-1-1,-1 1 0,1 1 1,-1-1-1,1 0 0,-5 8 1,3-4-1,1-3-19,2 1 0,-1 0 0,0 0 0,1 0 0,0 0 0,0 0 0,1 1 0,0-1 0,-1 1 0,1 9 0,0-12-9,1 0 0,0 0 0,0 0 0,0 0 0,0 0 1,1 0-1,-1 0 0,1 0 0,0 0 0,-1 0 0,1 0 0,1-1 0,-1 1 1,0 0-1,1-1 0,-1 1 0,1-1 0,0 1 0,0-1 0,0 0 0,0 0 0,4 3 1,13 6-90,2-1 0,36 13 0,-38-17-54,-1 1 0,0 1-1,0 0 1,-1 2 0,20 13-1,-34-20 141,0-1-1,0 1 0,0-1 1,0 1-1,-1 0 1,1 0-1,-1 0 0,0 0 1,0 1-1,0-1 1,0 1-1,-1-1 0,1 1 1,-1-1-1,0 1 1,0 0-1,0 0 0,-1 0 1,1-1-1,-1 1 1,0 0-1,0 0 0,0 0 1,-1 0-1,1 0 0,-1-1 1,0 1-1,0 0 1,0 0-1,-1-1 0,1 1 1,-1-1-1,0 1 1,0-1-1,0 0 0,0 0 1,-1 0-1,-3 4 1,-11 7 28,-1-2 1,0 1 0,-37 17-1,-11 7-27,62-34-225,-1 0 0,1 0 0,-1-1 0,0 1-1,0-1 1,0 0 0,0-1 0,0 1 0,0-1 0,0 0-1,-6 1 1,9-6-4077,5-15 641,11-24-3243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5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0 13171,'0'0'15160,"-23"62"-14399,-77 194-257,39-115-176,51-120-260,-14 44 0,23-62-69,-16 59 18,16-56-25,0-1 0,0 0 0,1 1 0,0-1-1,0 0 1,0 1 0,1-1 0,-1 0 0,3 7-1,-3-11 4,0-1 0,1 1-1,-1 0 1,1 0-1,-1-1 1,1 1 0,-1 0-1,1-1 1,-1 1-1,1 0 1,0-1 0,-1 1-1,1-1 1,0 1 0,0-1-1,-1 1 1,1-1-1,0 0 1,0 1 0,0-1-1,-1 0 1,3 1-1,15 2-205,1 0-1,-1-1 1,1 0-1,0-2 1,25-2-1,15 0-652,-30 2-180,0-1 1,1-1 0,-1-2-1,-1-1 1,42-13 0,12-17-4727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5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12483,'0'0'13891,"314"36"-12779,-177-36-736,0 0-304,-7 0-72,7 0-1352,-30-18-3713,-30-12-6498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6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370 221 11346,'0'0'14301,"-23"5"-13944,8-2-309,0-1-10,0 1 1,0 1-1,1 1 1,-1 0-1,1 0 0,0 2 1,1 0-1,-1 0 1,-15 13-1,5-2 38,2 2 0,1 0 0,-38 46 0,53-59-65,1 0 0,0 1-1,0-1 1,1 1 0,0 0 0,1 1-1,0-1 1,0 1 0,0-1 0,1 1-1,1 0 1,-1 0 0,1 0 0,1 0 0,0 0-1,0 0 1,2 12 0,-1-19-9,-1 0-1,1-1 1,0 1 0,-1-1 0,1 1 0,0-1 0,0 1 0,0-1 0,0 1-1,0-1 1,1 0 0,-1 1 0,0-1 0,1 0 0,-1 0 0,0 0 0,1 0-1,0 0 1,-1 0 0,1-1 0,-1 1 0,1-1 0,0 1 0,-1-1-1,1 1 1,3-1 0,5 2-1,1-1 0,0-1 0,14-1 0,-8 1 7,-8 0-1,0 0 1,0-1-1,-1 0 0,1 0 0,0-1 0,0 0 0,-1 0 0,0-1 0,1 0 0,-1-1 0,15-8 0,-15 5-5,0 0 0,0 0 0,0-1 0,-1 0 0,0 0 0,0 0 0,-1-1 0,0 0 0,6-15-1,-4 6-8,0 0 0,-2 0 0,0 0-1,-1-1 1,-1 0 0,-1 0-1,2-22 1,-3-3-14,-2 1 1,-6-47-1,4 78 20,0 0-1,-1 0 1,0 0 0,-1 1-1,0-1 1,-1 1-1,0 0 1,-11-16-1,9 11-11,6 13-63,3 5-74,11 10 8,1-1 0,0 0 0,0-1 1,30 16-1,71 26-908,-72-35 807,55 32 1,-78-37 229,0 0-1,-1 2 1,-1 0 0,27 27 0,-39-34 119,1 1 1,-1 0 0,-1 0 0,0 0 0,0 0 0,0 1 0,-1 0-1,0 0 1,-1 0 0,0 1 0,-1-1 0,1 1 0,0 15 0,-2-19 113,0 5 154,-1-1 1,0 1-1,-1 14 0,1-23-313,0-1-1,0 0 1,0 1 0,0-1 0,-1 1-1,1-1 1,0 0 0,-1 1-1,1-1 1,-1 0 0,0 0 0,1 1-1,-1-1 1,0 0 0,0 0 0,1 0-1,-1 0 1,0 0 0,0 0-1,0 0 1,0 0 0,-1 0 0,1 0-1,0 0 1,0-1 0,0 1 0,-1-1-1,1 1 1,0-1 0,-1 1 0,1-1-1,0 0 1,-3 1 0,4-29 229,1 13-276,0-1-1,1 1 0,0 0 0,1 0 0,1 0 0,1 0 0,0 0 0,0 1 1,2 0-1,0 0 0,0 1 0,11-14 0,87-111-53,-103 136-128,1-1-1,0 0 0,0 1 1,0-1-1,0 1 1,1 0-1,-1 0 0,1 0 1,-1 1-1,1-1 1,-1 1-1,1 0 1,0 0-1,0 0 0,4 0 1,20-6-3694,5-4-2460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7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637 1 10818,'0'0'17388,"-11"12"-16310,-74 92 330,-71 116 0,64-87-1121,67-98-249,-202 307 47,221-333-106,1 0 1,0 0 0,1 0 0,0 0-1,0 1 1,1 0 0,0-1-1,1 1 1,-2 20 0,4-29 16,0-1 0,0 1 1,0-1-1,0 1 0,0 0 0,0-1 0,0 1 1,1-1-1,-1 1 0,0 0 0,0-1 0,1 1 1,-1-1-1,0 1 0,1-1 0,-1 1 1,0-1-1,1 1 0,-1-1 0,1 0 0,-1 1 1,1-1-1,-1 1 0,1-1 0,-1 0 0,1 0 1,-1 1-1,1-1 0,-1 0 0,1 0 1,-1 0-1,1 1 0,0-1 0,24 0-75,-14-1 67,8 1 12,127-4-11,-123 1-2,0 0 0,0-2 1,-1 0-1,29-12 0,-43 14-174,102-43-2016,-75 27-1659,-2-3-3486,-10 0-3278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7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246 115 8186,'0'0'18298,"-27"24"-17532,-86 80-245,103-95-487,1 1 0,0 0 0,1 0 0,0 0 0,0 2 0,1-1 0,1 0 1,0 1-1,0 0 0,1 1 0,1-1 0,-4 17 0,6-23-34,0 2 5,0-1 0,0 1 0,1 0 0,0-1 0,0 1 0,1 0 0,0 0 0,2 14 0,-2-21-5,0 0 0,0-1-1,1 1 1,-1-1-1,0 1 1,0-1-1,0 1 1,1-1 0,-1 1-1,0-1 1,1 0-1,-1 1 1,0-1 0,1 1-1,-1-1 1,0 0-1,1 1 1,-1-1 0,1 0-1,-1 1 1,1-1-1,-1 0 1,1 0-1,-1 1 1,1-1 0,-1 0-1,1 0 1,0 0-1,11 2-1,1-1-1,-1 0 0,15-2 0,-1 0-8,-15 0-22,-1 0 1,0-1 0,1 0-1,-1-1 1,0 0 0,0-1-1,0 0 1,-1 0-1,0-1 1,1-1 0,-2 1-1,1-1 1,-1-1 0,0 0-1,11-10 1,-3-1-126,0 1-1,-1-2 1,-1 0 0,0-1 0,19-40 0,-26 42 74,-1 0 1,0 0-1,-2 0 1,0-1 0,-1 1-1,-1-1 1,-1 0-1,-2-29 1,1 44 55,-1 0 0,1 0 0,-1 0 0,0 1 0,-1-1 0,1 0 1,0 1-1,-1-1 0,0 1 0,0-1 0,0 1 0,0 0 0,-1 0 0,1 0 0,-1 0 0,1 1 1,-1-1-1,0 0 0,0 1 0,-1 0 0,1 0 0,0 0 0,-1 0 0,1 1 0,-6-3 0,6 3-234,20 1-733,2 0 986,-9-1 11,-1 1 0,1-1-1,-1 2 1,1-1 0,-1 1 0,1 1-1,-1 0 1,0 0 0,0 1 0,0 0 0,0 1-1,0-1 1,12 9 0,-14-6 40,1 0 0,-1 0 1,-1 1-1,1 0 0,-1 0 0,-1 0 1,1 1-1,-1 0 0,-1 0 0,1 0 1,-1 1-1,-1-1 0,5 16 0,-3-1 342,-1 1-1,-1 0 1,-1 0-1,-2 28 0,-6 36 3,6-87-387,0-1 1,0 0-1,0 0 1,0 1-1,0-1 0,0 0 1,0 0-1,0 0 1,0 1-1,0-1 1,0 0-1,0 0 1,0 0-1,0 1 0,1-1 1,-1 0-1,0 0 1,0 0-1,0 0 1,0 1-1,0-1 1,0 0-1,1 0 0,-1 0 1,0 0-1,0 1 1,0-1-1,0 0 1,1 0-1,-1 0 1,0 0-1,0 0 1,0 0-1,0 0 0,1 0 1,-1 0-1,0 0 1,0 0-1,1 0 1,-1 0-1,9 2-2,1-1 0,-1-1-1,1 0 1,-1 0 0,1-1 0,-1 0-1,1-1 1,-1 0 0,0 0 0,0-1-1,0 0 1,9-5 0,14-8-109,57-38 1,-37 21 65,142-80 108,-194 113-37,0 0-1,0-1 1,1 1 0,-1 0 0,0 0 0,0 0 0,0 0 0,0 0 0,0 0 0,0 0-1,1 0 1,-1 0 0,0 0 0,0 0 0,0 0 0,0 0 0,0 0 0,0 0-1,1 0 1,-1 0 0,0 0 0,0 0 0,0 0 0,0 0 0,0 0 0,1 0 0,-1 0-1,0 0 1,0 0 0,0 0 0,0 0 0,0 0 0,0 0 0,1 0 0,-1 0-1,0 1 1,0-1 0,0 0 0,0 0 0,0 0 0,0 0 0,0 0 0,0 0 0,0 0-1,1 1 1,-1-1 0,0 0 0,0 0 0,0 0 0,0 0 0,0 0 0,0 0-1,0 1 1,0-1 0,0 0 0,0 0 0,0 0 0,0 0 0,0 0 0,0 1 0,0-1-1,0 0 1,0 0 0,-4 18 343,-10 23-584,12-38 328,-3 16-260,0 1 0,1-1 0,1 1 1,1 0-1,1 0 0,2 32 0,-1-22-1232,0-28 1118,0 0-1,0 0 1,0-1 0,0 1 0,0 0-1,1 0 1,-1 0 0,0-1-1,1 1 1,-1 0 0,1-1 0,0 1-1,0 0 1,0 1 0,2-1-411,-1 0 1,1-1-1,-1 1 1,1-1-1,0 1 0,-1-1 1,1 0-1,0 0 1,3 1-1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8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966 122 6977,'0'0'15899,"-40"16"-15015,-135 55-27,145-58-523,0 1 0,-38 26 0,52-28-147,0 1 1,0 0-1,-16 20 0,24-25-101,1 1 0,0 0-1,1 0 1,-9 15 0,14-21-76,-1 0 0,1 0 0,-1 1 0,1-1 0,0 1 0,0-1 0,0 1-1,1-1 1,-1 1 0,1-1 0,0 1 0,0-1 0,0 1 0,1-1 0,-1 1 0,1-1 0,1 5 0,-1-6-6,1-1 0,-1 1 0,1-1 0,-1 0 0,1 1 0,0-1 0,-1 0 0,1 0 0,0 0 0,0 0 0,0 0-1,0 0 1,0-1 0,0 1 0,0-1 0,0 1 0,0-1 0,0 0 0,0 0 0,1 0 0,-1 0 0,4-1-1,1 2 10,11 0-18,0 0-1,0-2 1,0 0-1,0 0 0,0-2 1,0 0-1,0-1 1,-1-1-1,0-1 1,0 0-1,-1-1 1,20-12-1,-11 4-121,-1-1-1,30-27 0,-45 36 98,-1 0-1,-1-1 0,1 0 0,-1-1 0,-1 1 1,0-1-1,0-1 0,0 1 0,5-16 0,-11 25 32,0 0 0,0 0 0,0 0 0,0 0-1,0 0 1,0 1 0,0-1 0,0 0 0,-1 0 0,1 0 0,0 0-1,0 0 1,0 0 0,0 0 0,0 0 0,0 0 0,0 0-1,0 0 1,-1 0 0,1 0 0,0 0 0,0 0 0,0 0-1,0 0 1,0 0 0,0 0 0,0 0 0,-1 0 0,1 0-1,0 0 1,0 0 0,0 0 0,0 0 0,0 0 0,0-1-1,0 1 1,0 0 0,0 0 0,-1 0 0,1 0 0,0 0-1,0 0 1,0 0 0,0 0 0,0 0 0,0 0 0,0-1 0,0 1-1,0 0 1,0 0 0,0 0 0,0 0 0,0 0 0,0 0-1,0 0 1,0 0 0,0-1 0,0 1 0,0 0 0,0 0-1,0 0 1,0 0 0,0 0 0,0 0 0,0 0 0,0-1-1,0 1 1,0 0 0,0 0 0,-6 1 0,-1 0 1,1 0-1,-1 1 0,1-1 0,0 1 1,0 1-1,0-1 0,0 1 0,0 1 1,0-1-1,1 1 0,0-1 1,0 2-1,0-1 0,-8 9 0,-8 10 3,2 0-1,-19 30 1,-16 34 3,-81 179 0,7-9 5,105-216-11,-3-2 0,-1-1 0,-1-1 1,-37 36-1,51-59 6,-1 0 1,-1-1-1,-21 14 1,30-23-5,0 0 0,0 0 0,0-1 0,-1 0 0,1 0 0,-1-1 0,0 0 0,0 0-1,0-1 1,-14 1 0,14-1-18,0-1 0,0-1 0,0 0-1,0 0 1,0 0 0,-13-5 0,18 5-1,0 0 0,1-1 0,-1 0 0,0 0 0,1 0 0,-1 0 0,1 0 0,-1 0 0,1-1 0,0 1 0,0-1 0,0 1 0,1-1 1,-1 0-1,1 0 0,-1 0 0,1 0 0,0 0 0,-1-4 0,-1 0-35,1 0-1,0 0 1,1 0-1,-1 0 1,1 0 0,1 0-1,-1 0 1,1 0-1,1 0 1,-1 0 0,1 0-1,1-1 1,-1 1-1,1 1 1,0-1 0,0 0-1,1 0 1,0 1-1,0 0 1,1-1 0,0 1-1,0 0 1,0 1-1,1-1 1,9-8 0,26-17-338,1 1 1,1 3 0,65-31-1,145-54-983,-244 108 1333,88-35-118,70-29-85,163-92 0,-304 145 257,0-1 0,-1 0 1,-1-2-1,0-1 1,29-33-1,-40 39-2,-1-2 1,0 1-1,-1-2 0,-1 1 0,-1-1 0,0-1 0,-1 1 0,-1-1 1,0 0-1,3-19 0,-1-10 383,-3-1-1,1-78 1,-6 124-357,0 0 0,0 0 1,0 0-1,-1-1 0,1 1 1,0 0-1,0 0 0,-1 0 1,1 0-1,-1-1 0,1 1 1,-1 0-1,1 0 0,-1 0 1,0 0-1,1 0 0,-1 0 1,0 1-1,0-1 0,0 0 1,0 0-1,0 0 0,1 1 1,-1-1-1,-1 1 0,1-1 1,0 1-1,0-1 0,0 1 1,0-1-1,0 1 0,0 0 1,-1 0-1,1-1 0,0 1 1,0 0-1,0 0 0,-1 0 0,1 0 1,0 1-1,0-1 0,0 0 1,-2 1-1,-3 0 20,1 0-1,-1 1 1,0 0 0,1 0-1,-1 0 1,1 1-1,-1-1 1,1 1 0,-5 4-1,-16 17 177,1 2 0,2 0-1,0 1 1,-25 41 0,41-58-197,-1 0 0,2 1 0,-1 0 0,2 1 0,-1-1 0,2 1 1,0 0-1,0 0 0,1 0 0,0 1 0,1-1 0,1 1 0,0 0 0,0-1 0,3 22 0,-1-32-42,0 0-1,0 1 0,0-1 0,0 0 0,0 0 1,1 0-1,-1 0 0,1 0 0,0 0 1,-1 0-1,1 0 0,0-1 0,0 1 1,0-1-1,0 1 0,1-1 0,-1 0 0,0 0 1,1 0-1,-1 0 0,0 0 0,1 0 1,-1-1-1,1 1 0,3-1 0,10 3-410,0 0 0,0-2 0,16 0 0,-8 0-393,-7-1-1231,-1 0 1,31-4-1,1-11-4931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8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1 6545,'0'0'19055,"-38"12"-18123,-120 39-204,154-50-684,-1 1 0,1 0 0,-1 0 0,1 0 0,-1 0-1,1 1 1,0-1 0,0 1 0,1 0 0,-1 1 0,-5 5-1,8-7-25,0-1 0,0 1 0,1 0-1,-1 0 1,0-1 0,1 1 0,0 0-1,-1 0 1,1 0 0,0 0 0,0 0-1,0 0 1,0-1 0,0 1 0,1 3-1,0 6 14,-1-9-29,1 0 0,0 0 0,-1 0 1,1 0-1,0 0 0,0-1 0,0 1 0,0 0 1,0 0-1,1-1 0,-1 1 0,0-1 0,1 1 1,-1-1-1,1 0 0,0 0 0,-1 0 1,1 1-1,0-2 0,0 1 0,0 0 0,3 1 1,55 18 27,-42-14-46,-15-6-9,1 1 0,-1 0 0,0 1 0,0-1-1,0 1 1,0-1 0,0 1 0,0 0 0,0 0 0,0 0 0,-1 0-1,1 1 1,-1-1 0,1 1 0,-1-1 0,0 1 0,3 6 0,-3-2-13,0 0 1,0 0 0,-1 1-1,0-1 1,0 1 0,-1-1 0,-1 10-1,1-12 38,-1 0-1,1 0 0,-1 0 1,-1 0-1,1 0 0,-1 0 1,0 0-1,0-1 0,0 1 1,-6 8-1,-36 43-31,25-34 23,12-13-211,-1 0 0,0-1 0,-1 0 0,0-1-1,0 0 1,-11 7 0,13-10-1104,1-1-1,-1 0 1,0 0 0,0-1-1,0 0 1,-10 2 0,3-3-7286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9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 13795,'0'0'13187,"-155"303"-12443,155-256-336,0-5-192,0-13-200,18-5-16,18-12 0,6-12-496,23 0-1216,-6 0-2609,-11-30-4321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19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54 12515,'0'0'7737,"398"-29"-7737,-321 17-2696,-36 0-7851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11162,'0'0'11460,"7"56"-10448,20 181-170,-25-219-743,-1 0 1,0-1-1,-1 1 0,-1 0 1,-1-1-1,0 1 0,-2-1 1,0 1-1,0-1 1,-2 0-1,0-1 0,-1 1 1,-12 19-1,-5 14 105,-76 151 144,89-172-319,10-24-164,0 0 0,-1 0 0,0-1 0,0 1 0,0-1 0,0 1 0,-5 5 0,10-15-7004,16-24-592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0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0 4505,'0'0'17620,"33"10"-16723,12 4-565,46 21-1,-86-33-291,0 0-1,0 1 1,-1-1 0,0 1-1,1 0 1,-1 0 0,0 1-1,-1 0 1,1-1-1,-1 1 1,1 0 0,-1 1-1,0-1 1,-1 0 0,1 1-1,2 6 1,-2-2 48,-1 0 1,-1 0-1,1 0 1,-1 0-1,-1 1 1,0 12-1,0-10 19,0-8-69,-1 1 0,1-1 0,-1 1 0,0-1 0,0 0 0,-1 1 0,1-1 0,-1 0 0,0 0-1,0 0 1,0 0 0,0 0 0,-1-1 0,0 1 0,1-1 0,-1 1 0,-1-1 0,1 0 0,0 0 0,-5 2 0,-7 5 64,-1 0 0,0-1 0,-28 10 0,22-9-48,0 0-55,-1-1-1,-41 10 0,41-15-3611,0-3-3760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0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101 151 8770,'0'0'14347,"-19"40"-14060,-56 123-89,74-159-188,0-1 0,-1 1 0,2 0-1,-1-1 1,0 1 0,1 0 0,-1 0-1,1 0 1,1 7 0,-1-9-4,1-1 0,-1 0 0,1 1 0,-1-1 0,1 0 0,0 0 0,0 1 0,-1-1 0,1 0 0,0 0 0,0 0 0,0 0 0,1 0 0,0 1 0,8 6 24,1-2 1,0 1-1,0-2 0,0 1 0,1-1 0,-1-1 0,1 0 0,0-1 0,1 0 0,-1-1 0,0 0 0,1-1 0,-1-1 0,1 1 0,-1-2 0,23-3 0,-28 3-26,-1 0 1,1-1-1,-1 0 0,1 0 0,-1 0 0,0-1 0,0 0 1,0 0-1,0-1 0,0 1 0,8-8 0,-6 3-2,0 0 0,0-1 0,-1 0 1,0 0-1,0 0 0,6-15 0,-3 5-13,-1-1 0,-1-1-1,-1 0 1,-1 1 0,-1-2 0,4-36 0,-6-65-16,-4 81 11,1 42-30,-1-1 0,1 0 0,0 1 0,-1-1 0,1 0 0,-1 1 0,1-1 0,-1 0 0,1 1 0,-1-1 0,0 1 0,1-1 0,-1 1 0,1 0 0,-1-1 0,0 1 0,0 0 0,1-1 0,-1 1 0,0 0 0,0 0 0,1-1 0,-1 1 0,0 0 0,0 0 0,1 0 0,-1 0 0,0 0 0,0 0 0,0 0 0,1 1 0,-1-1 0,-1 0 0,1 0-110,1 1 1,-1-1-1,1 0 0,-1 0 1,0 0-1,1 1 0,-1-1 1,1 0-1,-1 0 0,1 1 1,-1-1-1,1 0 0,-1 1 1,1-1-1,-1 1 0,1-1 1,0 1-1,-1-1 0,1 1 1,-1-1-1,1 1 0,0-1 1,0 1-1,-1-1 0,1 1 1,0-1-1,0 1 0,0 0 1,0-1-1,0 1 0,-1 0 1,1 16-4886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0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470 1 7154,'0'0'18223,"-38"14"-17672,-116 45-128,145-56-382,1 0 0,0 1-1,0 0 1,0 0 0,0 1 0,-13 11-1,13-9-16,7-6-31,0 0-1,0 0 1,0 1-1,0-1 1,0 1-1,0-1 1,0 0-1,1 1 1,-1 0-1,1-1 1,-1 1-1,1-1 0,0 1 1,0-1-1,-1 1 1,1 0-1,0-1 1,0 1-1,1 0 1,-1-1-1,0 1 1,0-1-1,1 1 1,-1-1-1,1 1 1,0 0-1,-1-1 0,1 0 1,0 1-1,0-1 1,0 1-1,0-1 1,2 2-1,20 6-193,-16-7 71,-1 1 1,1-1-1,-1 1 1,10 6-1,-15-8 90,1 0 0,-1 0 0,1 1 0,-1-1-1,0 1 1,1-1 0,-1 1 0,0-1 0,0 1 0,0 0 0,0-1-1,0 1 1,0 0 0,-1 0 0,1 0 0,-1 0 0,1-1 0,-1 1-1,1 0 1,-1 0 0,0 3 0,0-3 36,0 1-1,0-1 1,0 1 0,0-1-1,0 1 1,0-1 0,-1 1-1,1-1 1,-1 1 0,0-1-1,0 1 1,0-1 0,0 0-1,0 1 1,0-1 0,-1 0-1,1 0 1,-1 0 0,1 0-1,-1 0 1,0 0 0,0 0-1,0-1 1,0 1 0,0-1-1,0 1 1,0-1 0,-1 0-1,1 0 1,0 0 0,-4 1-1,-234 116-92,238-117-595,14-2-934,6-2 221,1-1-1,0 0 1,-1-2-1,1 0 1,25-13 0,38-21-7952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1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0 11747,'0'0'13670,"-46"23"-13203,-140 72-207,180-92-248,0 0-1,0 1 1,0 0-1,1 0 1,0 0-1,-7 8 1,11-12-11,1 1 0,-1 0 1,1-1-1,0 1 0,-1 0 1,1-1-1,0 1 0,0 0 1,-1 0-1,1-1 0,0 1 0,0 0 1,0 0-1,0 0 0,0-1 1,0 1-1,0 0 0,0 0 1,0-1-1,0 1 0,1 0 1,-1 0-1,0 0 0,2 8 5,-2-6-6,-1-1 1,1 1 0,0-1-1,0 1 1,0-1 0,0 0 0,0 1-1,1-1 1,-1 1 0,1-1-1,-1 0 1,1 1 0,0-1 0,0 0-1,0 0 1,0 0 0,1 0-1,-1 0 1,0 0 0,1 0 0,0 0-1,-1 0 1,1-1 0,0 1-1,0 0 1,0-1 0,0 0-1,0 1 1,0-1 0,0 0 0,3 1-1,30 12 30,12 7-102,-46-20 61,0 0 0,0 0 0,-1 0 0,1 0 0,0 0 0,0 1 0,-1-1 0,1 0 0,-1 0 0,1 0 0,-1 0 0,1 1 0,-1-1 0,0 0 0,0 0 0,0 1 0,0-1 0,0 0 0,0 1 0,0-1 0,0 0 0,0 0 0,0 1 0,-1-1 0,1 1 0,-1 2 8,0-1 1,0 0-1,0 0 0,0 0 1,-1 0-1,1 0 0,-1-1 1,0 1-1,0 0 1,-2 2-1,-12 9 35,-2 0 0,-37 22 0,36-24-274,-1 1 0,1 1 0,-17 16 0,36-29 146,0-1 0,0 0 0,0 0 0,0 0 0,0 0 0,0 1 0,0-1 0,0 0 0,0 0 0,1 0 1,-1 0-1,0 0 0,0 1 0,0-1 0,0 0 0,0 0 0,0 0 0,0 0 0,1 0 0,-1 0 0,0 0 0,0 1 1,0-1-1,0 0 0,0 0 0,1 0 0,-1 0 0,0 0 0,0 0 0,0 0 0,0 0 0,1 0 0,-1 0 0,0 0 0,0 0 1,0 0-1,0 0 0,1 0 0,-1 0 0,0 0 0,0 0 0,0 0 0,0 0 0,0 0 0,1-1 0,-1 1 0,0 0 0,0 0 1,0 0-1,0 0 0,0 0 0,1 0 0,2-1-951,32 1-5050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1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1 3625,'0'0'21244,"-143"160"-21164,131-136-80,0-18-504,0 0-1688,6-6-3585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1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8370,'0'0'15523,"59"107"-16923,-11-101-3305,0-6-4273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2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1 13259,'0'0'11996,"-19"58"-11276,-63 186-173,48-132-127,28-90-304,-2 0 0,-16 36 0,12-36-77,9-17-40,0 0-1,0 0 1,1 0 0,0 1 0,0-1 0,0 1 0,0-1 0,1 1 0,0-1 0,-1 9 0,8-13-104,23-1-35,0-1 0,-1-2 0,1 0-1,-1-2 1,35-11 0,-50 11 9,-1 2 1,1-1 0,0 1-1,0 1 1,25-1-1,-39 23 7,-1-15 128,0 1 0,-1-1 1,0 0-1,0 0 0,0 0 0,0-1 0,-1 1 0,0-1 1,0 0-1,0 0 0,0 0 0,-1-1 0,0 1 0,1-1 0,-8 3 1,-13 8 87,-46 18 1,62-28-70,-374 143 500,439-172-5550,94-57 1,-44 13-6662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2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0 12099,'0'0'13084,"-17"51"-11735,-59 165-132,65-187-903,-1-1 0,-2-1 1,0-1-1,-30 41 0,18-30-12,-29 42 201,27-41-339,1 1 1,2 2 0,-40 86 0,63-122-306,1 0 0,-1 1 0,1-1 0,0 0 0,1 1 0,-1-1 0,1 8 0,6-12-1253,1-2 589,1 0 0,-1 0 0,0 0 0,1-1 0,-1 0 0,0-1 0,-1 1 0,1-1 0,12-8 0,35-28-7933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2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9458,'0'0'11008,"33"13"-10640,106 38-47,-131-48-290,0 0 0,0-1-1,1 0 1,-1 0 0,1-1 0,0 0-1,-1-1 1,13 0 0,-2-1 34,-14 1-56,0 0 1,-1 0 0,1 0-1,-1-1 1,1 0-1,-1 0 1,1 0 0,-1 0-1,0-1 1,1 0 0,-1 0-1,6-4 1,-7 4 0,-1 0 0,0 0 0,0-1 0,0 1-1,0-1 1,0 1 0,-1-1 0,1 0 0,-1 1 0,0-1 0,1 0 0,-1 0 0,-1 0 0,1 0 0,0 0-1,-1 0 1,1-1 0,-1 1 0,0 0 0,0-3 0,-1 4-9,1-1 0,-1 1 1,1 0-1,-1 0 0,0 0 0,0 0 1,1 0-1,-2 0 0,1 0 0,0 1 1,0-1-1,0 0 0,-1 0 0,1 1 0,-1-1 1,0 1-1,1-1 0,-1 1 0,0 0 1,0 0-1,0 0 0,0 0 0,1 0 0,-2 0 1,1 0-1,0 1 0,0-1 0,-3 0 1,-5-1 115,-1-1 1,-1 2 0,1-1-1,-16 1 1,-5 1 372,15-1-103,0 1-1,0 0 1,0 1-1,0 1 1,-21 6-1,34-7-300,-1 1-1,1-1 1,-1 1-1,1 1 0,0-1 1,0 0-1,0 1 1,0 0-1,1 0 1,-1 0-1,1 1 1,-1-1-1,1 1 0,0 0 1,0-1-1,1 1 1,-1 1-1,1-1 1,0 0-1,0 0 1,1 1-1,-1 0 0,-1 7 1,1-2-35,0-1 0,1 1 0,0-1-1,1 1 1,0 12 0,0-20-68,0 1-1,0-1 0,1 0 1,-1 0-1,0 0 1,1 1-1,0-1 0,-1 0 1,1 0-1,0 0 1,0 0-1,0 0 0,1-1 1,-1 1-1,0 0 1,1 0-1,-1-1 0,1 1 1,-1-1-1,1 1 1,0-1-1,0 0 0,-1 1 1,1-1-1,0 0 1,0 0-1,0 0 0,0-1 1,5 2-1,22 1-1914,42-3 0,-38 0-1048,28 0-5793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3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517 37 5553,'0'0'19940,"-4"-7"-19021,4 6-903,-1-1 58,-1-1 1,1 1-1,0 0 1,-1 0-1,1 0 0,-1 0 1,0 0-1,0 0 1,0 0-1,0 0 0,-4-2 1,4 4-43,1-1-1,-1 1 1,0 0-1,0 0 1,0 0 0,0 0-1,0 0 1,0 0 0,1 0-1,-1 1 1,0-1-1,0 1 1,0-1 0,1 1-1,-1 0 1,0 0 0,1 0-1,-1 0 1,0 0 0,1 0-1,-1 0 1,1 0-1,0 1 1,-1-1 0,-1 3-1,-29 30 444,-49 68-1,44-55-294,-141 208-248,174-248-376,-1 0 0,0 0 0,0 0 0,0 0 0,-1-1 0,-9 8 0,-26 10-5170,12-12 175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3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1 464 8690,'0'0'11082,"64"-28"-9300,210-90-402,-246 106-1101,0 2-1,1 1 1,0 1 0,55-7-1,-33 7 39,267-62 1073,-234 46-957,137-60-1,-73 8-183,-146 75-289,-7 2-135,1 1-1,-1-1 0,1 1 0,-1 0 1,1 0-1,-1 1 0,1-1 0,0 1 0,0 0 1,1 0-1,-1 0 0,0 1 0,-2 3 0,-6 4-586,-11 9-667,-45 41-7133,36-31-1587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4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1176,'0'0'21858,"-13"2"-19364,3 3-2298,1 1 0,1 1 0,-1 0 0,1 0 0,0 1 0,1 0 0,0 0 0,-9 12 0,-7 9-5,21-28-259,-3 4 74,1 0 1,-1 0 0,1 1 0,0-1 0,0 1 0,1 0-1,-4 9 1,2 14-2965,8-29-148,12 0-2256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4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1 369 10066,'213'-369'8250,"-213"375"-8018,0 6-56,0 6-176,0 6-296,0-7-1889,0-5-4512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5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1 226 9602,'0'0'10560,"16"-6"-9791,54-17-6,-68 22-618,0 0-1,0 0 1,0 0-1,0 0 1,0 1 0,0-1-1,0 1 1,0 0 0,0-1-1,0 1 1,1 0-1,-1 0 1,0 1 0,0-1-1,0 0 1,0 1-1,1-1 1,-1 1 0,0 0-1,2 1 1,-3-1-100,0 0 0,0 1 0,0-1 0,0 1 0,-1 0 0,1-1-1,-1 1 1,1-1 0,-1 1 0,1 0 0,-1 0 0,0-1 0,0 1 0,0 0 0,0 2 0,1 15 28,0-17-66,-1-1 1,0 0-1,1 0 0,-1 1 1,0-1-1,0 0 0,0 1 1,0-1-1,0 0 1,0 1-1,0-1 0,0 1 1,-1-1-1,1 0 1,0 0-1,-1 1 0,1-1 1,-1 0-1,0 0 0,1 1 1,-1-1-1,0 0 1,0 0-1,1 0 0,-1 0 1,-2 1-1,0 0 0,1-1 0,-1 0-1,0 0 1,0 0 0,0-1 0,0 1-1,0 0 1,0-1 0,0 0-1,0 0 1,-3 0 0,12-1-7,0 0 1,1 0-1,-1-1 0,0 0 1,0 0-1,0-1 0,0 1 1,9-7-1,51-33-8,-48 30 0,86-50-76,-36 24-22,-65 36 104,-1 1-1,0 0 0,1 1 1,-1-1-1,0 0 0,1 1 1,-1-1-1,1 1 1,-1 0-1,1-1 0,3 2 1,-3-1 10,-2 8 253,-1 78 1021,0-85-1262,7-2-23,1 0-1,-1-1 1,0 1-1,0-2 0,0 1 1,0-1-1,0 0 1,0 0-1,-1-1 0,0 1 1,11-9-1,16-10-75,35-17-99,94-58 24,-173 111 469,0 0 1,2 1-1,-13 25 1,-1 0-162,21-36-291,1-1 1,-1 1-1,0-1 0,1 1 0,0-1 0,0 1 1,0 0-1,0 0 0,1-1 0,-1 8 1,10-9-6184,12-2-515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5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78 10298,'0'0'11656,"8"0"-11077,-4 1-522,31-1 382,-34-1-425,0 1-1,0 0 1,0 0-1,0 0 1,1-1 0,-1 1-1,0-1 1,0 1-1,0-1 1,0 1 0,0-1-1,-1 1 1,1-1 0,0 0-1,0 0 1,0 1-1,0-1 1,-1 0 0,1 0-1,0 0 1,-1 0 0,1 0-1,-1 0 1,1 0-1,-1 0 1,1 0 0,-1 0-1,0 0 1,1 0-1,-1 0 1,0 0 0,0-3-1,0-3 36,0 5-42,1-1 0,-1 0-1,-1 0 1,1 0 0,0 0 0,-1 0 0,1 0 0,-1 1 0,-1-5 0,1 5-7,0 1 0,0 0-1,0 0 1,-1 0 0,1 1-1,0-1 1,0 0 0,-1 0-1,1 1 1,0-1 0,-1 0 0,1 1-1,0 0 1,-1-1 0,1 1-1,-1 0 1,1 0 0,-1-1-1,1 1 1,-1 0 0,1 0-1,-3 1 1,-13-1 41,-74 3 785,81-1-639,0-1-1,0 2 1,1-1-1,-1 1 1,1 0-1,-18 10 0,8-3 188,6-3-36,0 0 1,0 1-1,-17 14 1,27-19-278,0-1 1,0 1 0,1 0 0,-1 0 0,1 0 0,0 0 0,0 1 0,0-1 0,0 1 0,1-1 0,-1 1-1,1 0 1,0-1 0,0 1 0,0 0 0,0 0 0,1 0 0,0 3 0,-1-5-52,1 0 0,0 0 0,0 0 0,0 0 0,0-1 0,0 1 0,1 0 0,-1 0 0,0 0 0,1-1-1,-1 1 1,1 0 0,1 2 0,0-3-19,-1 0-1,1-1 0,-1 1 0,0-1 1,1 1-1,0-1 0,-1 0 0,1 1 1,-1-1-1,1 0 0,-1 0 0,1 0 1,2-1-1,0 1-12,15 0-223,47-2-2912,-29-8-2115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2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453 251 3289,'0'0'12305,"18"-16"-11636,56-51 128,-67 60-580,0 1 1,0-2-1,-1 1 0,0-1 1,0 0-1,8-17 1,1-1 329,-12 23-352,-1-1 0,0 1 0,0-1-1,0 1 1,-1-1 0,0 0-1,1 0 1,-1 0 0,0 0 0,-1 0-1,1 0 1,-1 0 0,0-6-1,0 9-136,-1 0 0,1 0 0,-1 0-1,1 1 1,-1-1 0,0 0 0,0 1-1,1-1 1,-1 0 0,0 1 0,0-1-1,0 1 1,1-1 0,-1 1 0,0 0-1,0-1 1,0 1 0,0 0 0,0-1 0,0 1-1,0 0 1,0 0 0,0 0 0,0 0-1,0 0 1,-1 0 0,-36 0 225,32 0-145,-60-2 245,-67 3 43,118 0-400,0 1 0,0 1 0,1 0 0,-1 1 0,1 0 0,-24 11 0,15-3-6,1 1 1,1 0 0,0 2 0,-38 34 0,50-41-15,0 1 0,1 1 1,0 0-1,0 0 0,1 0 1,1 1-1,0 0 1,0 0-1,1 1 0,1-1 1,0 1-1,-3 15 0,4-3-1,1 0-1,1 0 0,3 26 0,-1-41-3,-1-2 2,1 0 0,0 0 0,0 0 1,1-1-1,0 1 0,0 0 0,1 0 1,0-1-1,0 0 0,0 1 0,1-1 0,8 11 1,-4-9 8,0 1 1,1-1-1,0-1 0,0 1 1,0-2-1,1 1 1,14 6-1,2-1 43,0-2 0,1 0 1,0-2-1,1-1 0,52 6 0,144-5 503,-177-8-427,-33 0-58,0 0 0,0-2 0,23-4 0,-32 5-46,0 0 0,-1-1 0,1 1 0,0-1 0,-1 0 0,0-1 0,1 1 1,-1-1-1,0 0 0,0 0 0,-1 0 0,1 0 0,5-7 0,-7 8 4,-1 1-25,0 0 1,-1 1-1,1-1 1,-1 0-1,0 0 1,1 1-1,-1-1 1,1 0-1,-1 0 1,0 0-1,0 1 1,1-1-1,-1 0 1,0 0-1,0 0 1,0 0-1,0 0 1,0 1-1,0-1 1,0 0-1,0 0 1,-1-1-1,1 0-65,-3 2-297,-5 1-191,0 0 0,0 0 0,0 1 0,1 0 0,-1 1 1,0 0-1,1 0 0,0 0 0,0 1 0,0 0 0,0 1 0,1-1 0,-8 7 0,-33 25-5405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31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90 655 2601,'0'0'438,"0"5"-254,0 19 9773,-19-24-9037,12 1-879,0-2-1,0 1 1,0-1-1,-11-2 0,17 2 10,0 1-1,-1 0 0,1-1 1,0 1-1,0-1 0,0 0 0,-1 1 1,1-1-1,0 0 0,0 1 0,0-1 1,0 0-1,0 0 0,0 0 1,0 0-1,1 0 0,-1 0 0,0 0 1,0 0-1,1-1 0,-1 1 1,1 0-1,-1 0 0,1-1 0,-1 1 1,1 0-1,0 0 0,0-1 0,-1-1 1,1-70 2538,2 72-2573,-1 0 0,0 0 0,1 0-1,-1 0 1,0 1 0,1-1 0,-1 0 0,1 1 0,-1-1-1,1 0 1,0 1 0,-1 0 0,1-1 0,-1 1-1,1 0 1,3 0 0,3-1 11,18-3 27,0 1 1,0 1 0,47 3-1,9 0 70,757-84 473,-635 59-204,235 1-1,1000 23-212,-1092-9-168,1 0-1,829 3 49,-999 6-55,892 17 22,-912-9-24,646 21 23,913-29 422,-261-46-268,-1147 32-119,80-4 58,444-17 358,1415-66 54,359-6 715,-630 30-1190,-963 44 6,-637 24-1,1841-9 312,-1755 18-183,656 55 284,-497-15-338,1562 2 167,-1875-42-279,656-6 1,294-1 41,-783 8-58,666 32 3,5-1 20,-1050-32-28,630 19 21,334 109 179,-1011-121-185,128 17 448,215 0 0,58 11-240,-437-34-140,-12-1 402,-6 0-240,-56-1-147,29-1-274,1 1-1,0 2 1,0 1 0,0 2 0,-35 8-1,18 1-688,-83 22-3269,46-21-1009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34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114 382 2601,'0'0'9755,"-5"-6"-8603,-15-19-581,19 24-435,-1-1 1,1 1-1,0 0 0,-1 0 1,1 0-1,-1 0 0,1 0 1,-1 1-1,0-1 0,1 0 1,-1 1-1,0-1 0,0 1 1,1-1-1,-1 1 0,0 0 1,-2 0-1,-36 1 357,24 0-434,15-1-46,1-1-13,-1 0 0,1 0 1,0 0-1,0 0 0,0 0 0,0 0 0,0 0 0,0 0 0,1 0 0,-1 0 0,0 0 0,0 0 0,1 0 0,-1 0 0,0 0 1,2-2-1,4-1 21,1 0 1,0 0-1,0 0 1,0 1-1,0 0 0,0 0 1,1 1-1,12-3 1,10-3 141,28-9 234,1 2 0,71-8 0,126-3-131,-153 18-232,270-15 154,-115 10-32,1312-58 1678,-830 55-1761,-22 2-25,735-17-30,-506 14-15,491 10 21,-910 8-16,689 16-13,750 32-10,-1546-41 26,471 15 3,518 5 7,-1149-28-20,1728 12 50,1 77-6,554 37 282,-1117-55-228,-919-42-101,-168-10-7,1405 67 629,-245-71-60,-1079-16-501,44 13-65,743 43 34,-263-49-25,-558-8 6,92 0 23,301 2-2,-319 29-29,-285-14-1,524 30 0,-564-38 0,420 11 16,18 1 16,-145 16 908,-361-22 1217,-106-3-2470,-1 0-791,0-1-1,-1-2 1,-43 2-1,-21-7-4159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36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1 253 1816,'0'0'9120,"0"4"-7921,0 12 3351,0-27-575,12 8-3562,400-12 535,852-68-662,-158 24-154,-6 46-109,1040-3 62,-1304 14-82,253-4 13,1602-32 8,-2298 38-26,1083-6 11,520-15 535,-1692 21-537,79 0-6,1403 54 63,685 55 403,-1428-71-342,-801-28-121,2178 91 144,-1463-69-166,-125-6 4,-457-15 14,248 14 1,-53 8 7,219 17 14,218-3-21,922 85-10,-1167-57 9,1-42 57,-415-34-71,945 11-107,370 13 1634,-1662-23-105,-15 0-1487,-91 0-3908,35 0-3507,16 0-5513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38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66 256 2881,'0'0'760,"-11"14"-216,-32 39 1988,32-40 7699,32-13-8491,59 1-945,601-22 805,-390-3-964,101-11 99,627-42-65,-357 71 207,135-3-467,-772 9-401,2456-33 263,4098 33-183,1426 0-34,-7363-15-53,-258 3 4,691-21 3,761-1-6,-1331 27 16,480-11 1,161 5 190,-886 14-75,549 33 92,-230-3-22,1032 3 990,-382 48-1045,-10 77-3,-886-112-137,243 24 137,-84-61 1124,-304-12-1002,234 23-40,-286-2-174,128 14-8,-463-33-54,77 1-745,-323 4-9310,320-4 3630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39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1064,'0'0'2273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40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772 60 2761,'-292'-50'1041,"234"40"2572,63 10 358,13 0-2168,24 0 6067,-42 22-6575,-17 295 1907,12-265-2988,-27 181 658,-40 174-438,-74 326-226,46-273 621,98-404-604,2-35-82,0-20 142,-5-3-1640,-3-3 16,0-1 0,0 0-1,1-1 1,-1 0 0,1 0-1,-9-13 1,-30-32-14681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41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 1072,'0'0'7787,"4"5"-6564,12 19-157,-12-18 2932,-4-9-2753,0 2-1211,0 1-1,0 0 0,0 0 1,1-1-1,-1 1 0,0 0 0,0-1 1,0 1-1,0 0 0,0 0 1,0-1-1,0 1 0,0 0 1,0-1-1,0 1 0,0 0 1,0-1-1,0 1 0,0 0 1,0 0-1,0-1 0,0 1 1,-1 0-1,1-1 0,0 1 0,0 0 1,0 0-1,0-1 0,-1 1 1,1 0-1,0 0 0,0 0 1,0-1-1,-1 1 0,1 0 1,0 0-1,0 0 0,-1 0 1,1-1-1,0 1 0,-1 0 1,1 0-1,0 0 0,-1 0 0,-72-1-4712,20 1-2123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41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0 1 5401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42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1010 1 5401,'-297'7'2601,"238"-6"11116,59 29-12672,-2-12-819,-1 0 0,0 0 0,-1-1 0,-1 1 0,0-1 0,-13 25 0,-1 6 37,-1 10-67,-216 622 1180,53 13-965,145-539-285,34-148-156,3-5-196,0-6-380,-2-6 45,0 0 0,0 1-1,-1-1 1,-1 1 0,0 0 0,-8-12-1,-23-32-5727,-4 8-4620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2:43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803 19 1672,'0'0'10026,"0"-3"-8716,0 1-1482,0 1 302,0 1 0,1 0 0,-1-1 0,0 1 0,0-1-1,0 1 1,0 0 0,0-1 0,0 1 0,0-1 0,0 1-1,0 0 1,0-1 0,0 1 0,0-1 0,-1 1 0,1-1 0,0 1-1,0 0 1,0-1 0,0 1 0,-1 0 0,1-1 0,0 1 0,0 0-1,-1-1 1,1 1 0,0 0 0,-1-1 0,1 1 0,0 0-1,-1 0 1,1 0 0,-1-1 0,0 1 581,1 0-661,0 0-1,0 0 1,-1 0 0,1 0 0,0 0 0,0 0-1,0 0 1,-1-1 0,1 1 0,0 0 0,0 0-1,0 0 1,0 0 0,-1 0 0,1 0 0,0 0-1,0 0 1,0 1 0,-1-1 0,1 0 0,0 0-1,0 0 1,0 0 0,-1 0 0,1 0 0,0 0-1,0 0 1,0 0 0,0 1 0,0-1 0,-1 0-1,1 0 1,0 0 0,0 0 0,0 0 0,0 1-1,0-1 1,0 0 0,-1 0 0,1 0 0,0 0-1,0 1 1,0-1 0,-5 18 626,1 1 0,-2 24 0,-4 20 77,-34 113-331,-129 330 1,57-173-351,74-199 105,-114 245 0,131-332-75,9-20 26,1 0 0,2 1 0,1 1 0,-9 34 0,-36 114 919,36-122-750,-20 90 1,29-83 1802,12-76-2083,1-1 0,0 1 0,1 0 0,0-1 0,1 1-1,1 0 1,7-19 0,18-22-2413,-11 29-1687,0-3-2613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3:26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137 923 2657,'0'0'10220,"5"-3"-9022,-2 0-932,1 1 227,0 0 0,-1-1 0,1 2 1,0-1-1,0 0 0,0 1 0,0-1 0,0 1 0,1 0 0,5 0 1,-9 1 374,1 0-589,0-1-1,0 1 1,0 0 0,0 0 0,0 1 0,0-1 0,0 0 0,0 1-1,3 0 1,-4 1-235,-1 0-1,1 1 1,0-1-1,-1 0 1,0 1-1,0-1 1,1 0-1,-1 1 1,-1-1-1,1 0 1,-1 5-1,0 8 98,1 22 94,-3 88 174,2-108-384,-2 0 1,0 0 0,-1 0-1,0 0 1,-9 19 0,-12 25 18,-3-2 0,-3 0 1,-49 70-1,80-129-36,-1 1 1,1 0-1,-1-1 0,1 1 1,-1 0-1,1-1 0,-1 1 1,1-1-1,-1 1 0,1-1 1,-1 1-1,0-1 0,1 1 1,-1-1-1,0 0 0,0 1 1,1-1-1,-1 0 0,0 1 1,0-1-1,-1 0 0,2 0 0,-1 0 0,1-1 0,-1 1 0,1 0 0,0-1 0,-1 1 0,1-1 0,-1 1 0,1 0 0,0-1 0,-1 1-1,1-1 1,0 1 0,-1-1 0,1 1 0,0-1 0,0 1 0,0-1 0,-1 1 0,1-1 0,0 0 0,0 0 0,-3-38 99,3 37-129,0-12 24,5-99 3,-3 98-5,1 0-1,0 0 1,1 0 0,1 0-1,11-22 1,204-407-7,50-91 17,-186 395-4,-70 120-3,0 1 1,2 1 0,0 0-1,29-24 1,-42 39-2,-1 1 1,1 0-1,0 0 1,0 0-1,0 1 1,0-1-1,0 1 0,0-1 1,1 1-1,-1 0 1,0 0-1,1 1 1,-1-1-1,1 1 1,-1-1-1,1 1 0,-1 0 1,1 0-1,-1 1 1,1-1-1,-1 1 1,7 2-1,-6-1 2,1 0 0,-1 0 0,0 1 0,0 0 1,-1-1-1,1 2 0,0-1 0,-1 0 0,0 1 0,0-1 0,0 1 0,0 0 0,-1 0 0,1 0 0,2 6 0,9 21 71,0 1 1,-2 0-1,-2 0 0,0 1 1,-3 1-1,0-1 0,-3 1 0,2 50 1,-5-26 62,0-27-79,0 0-1,-3-1 0,0 1 0,-12 55 0,-62 117 67,48-139-94,-25 89 0,49-136-30,-6 18 2,1 1 1,2 0-1,2 0 0,-2 50 0,7 36 22,0-121-38,-4-1-5064,3 0 4863,0 0 0,0 0 0,0-1-1,0 1 1,-1-1 0,1 1 0,0 0 0,0-1 0,0 0-1,0 1 1,0-1 0,0 0 0,0 1 0,0-1-1,1 0 1,-1 0 0,0 0 0,0 0 0,1 0-1,-1 0 1,0 0 0,1 0 0,-1 0 0,1 0 0,-1 0-1,1 0 1,0 0 0,0 0 0,-1-1 0,1 0-1,-2-3-520,-10-30-4390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3:27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1 179 5881,'0'0'9442,"29"0"-4011,110 2-83,163-6-3411,-80-34-1572,-161 25-322,-43 12 17,-1-26-1908,33-36-4200,-21 29 32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07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60 134 1792,'0'0'10828,"-1"0"-10547,0 0 0,0 0-1,0 0 1,0 0 0,0-1 0,0 1 0,0 0 0,0-1-1,0 1 1,0-1 0,0 1 0,0-1 0,-1-1 0,1-24 1835,0 19-1767,1 0 0,0 0 1,0 0-1,0 0 0,1 0 1,0 0-1,0 0 0,0 0 1,1 0-1,0 1 0,1-1 1,6-12-1,-6 29 1979,-1 20-1706,-1 35-221,-3-39-28,-1 0 0,-1 0 1,-14 50-1,11-51-91,0 1 1,2 0 0,-3 52 0,-3 46 434,7-92-514,5-34-367,-1 1 0,0-1 0,1 1 0,-1-1 0,1 0 0,-1 1 0,1-1 0,0 1 1,-1-1-1,1 1 0,0 0 0,0-1 0,0 1 0,0 0 0,1 0 0,1-3 0,25-15-4253,1 4-1991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08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215 516 880,'0'0'9853,"0"-4"-7922,1-3-1649,2-34 6476,-3 39-6544,0 1 0,0-1 0,0 1 0,0-1 0,-1 0 0,1 1 0,-1-1 0,1 0 0,-1 1 0,1-1 0,-1 1-1,0-1 1,0 1 0,0 0 0,0-1 0,0 1 0,0 0 0,0-1 0,0 1 0,0 0 0,-1 0 0,0-1 0,-8-1 21,-1 0-1,1 0 1,0 1 0,-1 0-1,1 1 1,-1 0-1,0 1 1,1 0 0,-1 1-1,-14 2 1,22-2-219,0 0 0,0-1 1,-1 1-1,1 1 0,0-1 0,0 0 1,1 1-1,-1-1 0,0 1 1,0 0-1,1 0 0,-1 0 0,1 0 1,0 1-1,0-1 0,-1 1 0,2-1 1,-1 1-1,0 0 0,0 0 1,1-1-1,0 1 0,-1 0 0,0 7 1,-2 2 4,2 0 0,0 0 1,0 1-1,1-1 0,1 14 1,0-24-22,0-1 0,0 1 1,0-1-1,0 1 0,1-1 1,-1 1-1,0-1 0,1 0 1,0 1-1,-1-1 0,1 0 1,0 1-1,-1-1 0,1 0 1,0 0-1,0 1 0,0-1 1,0 0-1,0 0 0,0 0 1,3 1-1,-1 0-1,0-1 0,0 1-1,1-1 1,-1 0 0,0 0 0,1 0 0,-1 0 0,1 0-1,4-1 1,-1 1 2,1-1-1,0 0 0,0-1 1,0 0-1,0 0 0,-1 0 1,1-1-1,10-5 0,-6 1-13,-1 0-1,0-2 1,0 1 0,-1-1-1,17-17 1,45-56-267,-45 50 136,22-25-313,54-82 0,-89 117 435,-1-1-1,-1-1 1,-1 0-1,-1-1 1,-1 0 0,-1 0-1,8-40 1,-46 207 2649,-9 38-1960,31-136-527,-3 91 0,11-135-162,0-1 0,0 1-1,0 0 1,0 0 0,0 0 0,1-1 0,-1 1 0,0 0 0,0 0 0,1-1 0,-1 1 0,0 0 0,1 0 0,-1-1 0,1 1 0,-1-1 0,1 1 0,-1 0-1,1-1 1,-1 1 0,1-1 0,0 1 0,-1-1 0,1 1 0,0-1 0,-1 0 0,1 1 0,0-1 0,0 0 0,-1 1 0,1-1 0,1 0 0,32 1-1176,-18-2 410,-7 1 400,8 0-1762,0 0 0,23-4 0,-2-7-4347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08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10 3321,'0'0'17765,"0"0"-17610,0-1 0,-1 1 0,1-1 0,0 1 0,0 0 0,0-1 0,-1 1 0,1-1 0,0 1-1,-1-1 1,1 1 0,0 0 0,-1-1 0,1 1 0,-1 0 0,1-1 0,0 1 0,-1 0 0,1 0 0,-1-1 0,1 1 0,-1 0 0,1 0 0,-2 0 0,-13-1 116,0 1 1,1 1-1,-1 0 1,0 1-1,0 1 1,0 0-1,1 1 0,0 1 1,0 0-1,0 1 1,0 0-1,1 1 1,0 1-1,-22 16 1,31-21-254,1 1 1,0-1-1,0 1 1,1 0-1,-1 0 1,1 0 0,0 0-1,0 0 1,0 0-1,0 0 1,1 1 0,0-1-1,-1 7 1,1-10-29,1 1 1,0-1-1,-1 1 1,1-1 0,0 1-1,0-1 1,0 1-1,0-1 1,1 1-1,-1-1 1,0 1-1,1-1 1,-1 1 0,1-1-1,-1 0 1,1 1-1,0-1 1,-1 0-1,1 1 1,0-1 0,0 0-1,0 0 1,0 1-1,0-1 1,0 0-1,0 0 1,1 0 0,-1-1-1,0 1 1,0 0-1,1 0 1,-1-1-1,1 1 1,-1-1 0,0 1-1,1-1 1,-1 1-1,1-1 1,-1 0-1,1 0 1,1 0 0,11 1-36,0 0 1,0-1 0,0-1 0,16-3-1,-23 3 32,-1-1 0,0 0 0,0 0 0,0-1 0,0 0 0,-1 0 0,1 0 0,-1 0 0,0-1 0,1 0 0,6-7 0,20-27-153,-29 35 334,-1 0 0,0 1 0,0-2 0,0 1 0,-1 0 0,1 0 0,-1-1 0,0 1 0,0 0 0,1-8 0,-2 23 39,3 82 700,-1-82-897,-1-1 0,1 1 0,1-1 0,0 1 0,1-1 0,5 12 0,-8-21-129,0-1 0,0 1-1,0-1 1,0 1 0,0-1 0,1 1-1,-1-1 1,0 0 0,1 0 0,-1 0-1,1 1 1,-1-1 0,1-1 0,-1 1-1,1 0 1,0 0 0,0-1-1,-1 1 1,1 0 0,0-1 0,0 0-1,0 1 1,-1-1 0,1 0 0,0 0-1,0 0 1,0 0 0,0-1 0,-1 1-1,1 0 1,0-1 0,2 0 0,0 0-718,1-1-1,0 0 1,-1 0 0,1 0 0,-1-1 0,0 1 0,0-1-1,0 0 1,0 0 0,5-6 0,10-15-6033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09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1872,'0'0'19621,"-4"0"-17800,4 0-1771,-1 0 0,1 0 0,0 0 0,-1 0-1,1 0 1,0-1 0,-1 1 0,1 0-1,-1 0 1,1 0 0,-1 0 0,1 0 0,0 0-1,-1 1 1,1-1 0,-1 0 0,1 0 0,0 0-1,-1 0 1,1 0 0,0 0 0,-1 1 0,1-1-1,0 0 1,-1 0 0,1 1 0,0-1 0,-1 0-1,1 0 1,0 1 0,0-1 0,-1 0 0,1 1-1,0-1 1,0 0 0,-1 1 0,1-1 0,0 1-1,0-1 1,0 0 0,0 1 0,0-1 0,0 1-1,11 20 2106,-1-8-1529,-1 5-119,0-1 0,12 36 0,-14-32-396,-6-20-212,-1 0-1,1 0 0,0 0 0,-1 0 0,1 0 0,0 0 1,0 0-1,0 0 0,0 0 0,-1-1 0,1 1 0,0 0 1,1-1-1,-1 1 0,0-1 0,0 1 0,0-1 0,0 1 1,0-1-1,0 0 0,1 1 0,-1-1 0,0 0 0,0 0 1,1 0-1,-1 0 0,0 0 0,0 0 0,0 0 0,1-1 1,-1 1-1,0 0 0,0-1 0,0 1 0,0 0 0,2-2 1,2 0-810,0 0 0,0 0 1,0-1-1,-1 1 0,1-1 1,6-6-1,10-11-5245,-2 1-2455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09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806 27 1800,'0'0'14829,"0"-6"-12826,-1-14 1278,-2 33 2463,-6 28-4312,-71 202-324,70-209-1102,-84 230 21,89-253 13,0-1 0,-1 1-1,0-1 1,0-1 0,-1 1-1,-1-1 1,0 0-1,0-1 1,0 0 0,-1 0-1,-20 12 1,17-13 63,-1 0-1,0-2 1,-1 1 0,0-2 0,1 0-1,-1 0 1,-1-2 0,1 0 0,-21 1-1,-1-1 179,-1-2-1,-59-8 0,75 5-253,0-2 1,1 0 0,0-1-1,0-1 1,1 0-1,-21-12 1,24 7-75,16 12-251,14 2-1303,98 40-6839,-72-30 1718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3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0 5753,'0'0'4376,"0"3"-3051,0-2-1006,0 0-1,0-1 1,0 1-1,0 0 1,1-1-1,-1 1 1,0 0-1,0-1 1,1 1-1,-1 0 1,0-1-1,1 1 1,-1-1-1,1 1 0,-1-1 1,1 1-1,-1-1 1,1 1-1,-1-1 1,1 1-1,-1-1 1,1 0-1,0 1 1,1-1-1,24 7 1990,41-6-3892,-48-2 2375,105-1-780,-31 0-12,124 12-1,-215-10 96,0 0-1,0 0 1,-1 0 0,1 0-1,0 1 1,0-1 0,-1 1-1,1-1 1,0 1-1,0 0 1,-1-1 0,3 3-1,-4-2-34,1 0 0,0 1 1,-1-1-1,0 0 0,1 1 0,-1-1 0,0 0 0,0 1 0,1-1 0,-1 1 0,0-1 0,0 0 0,-1 3 0,1 4-158,0-6 131,-1 0-1,0-1 1,1 1 0,-1 0 0,0-1 0,0 1 0,0 0 0,0-1 0,0 1 0,0-1 0,0 0 0,0 1 0,-1-1 0,1 0 0,0 0 0,-1 0 0,-1 1 0,-34 22 424,28-19-309,-92 49 817,70-39-726,0 2 1,1 0-1,0 2 1,2 2-1,-29 25 0,57-46-232,-1 1-1,1-1 0,0 0 0,0 0 0,0 0 0,0 0 1,0 1-1,0-1 0,-1 0 0,1 0 0,0 0 1,0 1-1,0-1 0,0 0 0,0 0 0,0 1 1,0-1-1,0 0 0,0 0 0,0 0 0,0 1 1,0-1-1,0 0 0,0 0 0,0 1 0,0-1 1,0 0-1,0 0 0,1 0 0,-1 1 0,0-1 1,0 0-1,0 0 0,0 0 0,0 0 0,0 1 1,1-1-1,-1 0 0,0 0 0,0 0 0,0 0 1,1 0-1,-1 1 0,0-1 0,0 0 0,0 0 1,1 0-1,17 7 65,26 1-75,-42-7 16,30 4-165,-1 1 1,1 2-1,35 15 1,-54-19 73,0 2 1,-1 0 0,0 0-1,-1 1 1,1 1 0,-1 0-1,-1 0 1,1 1-1,-1 0 1,11 15 0,-17-17 67,0 0-1,0 0 1,-1 1 0,0 0 0,0 0-1,-1 0 1,0 0 0,0 0 0,-1 0-1,0 0 1,-1 0 0,0 1 0,-1 13 0,1-7 16,0-13 9,0 1 0,0 0 0,-1 0 0,1-1 0,-1 1 0,1-1-1,-1 1 1,0 0 0,0-1 0,0 1 0,0-1 0,-1 0 0,1 1 0,-1-1 0,1 0 0,-1 0 0,-2 3-1,0-2 47,0-1-1,0 1 0,0 0 1,0-1-1,0 0 0,0 0 1,-1 0-1,1 0 0,-6 1 1,-9 0 207,0 0 1,0-1-1,-35-1 1,49-1-246,-190 17 1781,73-4-675,80-10-356,-64 7-554,154-9-9496,-5-9 1701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4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289 606 7938,'0'0'12237,"2"-7"-10994,8-24-104,-10 30-1094,0 0-1,1 0 1,-1 0 0,0 1-1,0-1 1,0 0 0,0 0-1,0 0 1,0 1 0,0-1 0,0 0-1,-1 0 1,1 0 0,0 0-1,0 1 1,-1-1 0,1 0 0,-1 0-1,1 1 1,0-1 0,-1 0-1,1 1 1,-1-1 0,0 1 0,1-1-1,-1 0 1,1 1 0,-1-1-1,0 1 1,1-1 0,-1 1-1,0 0 1,0-1 0,1 1 0,-1 0-1,0 0 1,0-1 0,0 1-1,1 0 1,-2 0 0,-36-2 169,33 2-95,-25-1 10,10 0 8,0 1 0,0 1 0,0 1 0,-38 7 0,54-8-121,0 0 0,0 1 1,1-1-1,-1 1 0,0-1 0,1 1 0,-1 0 0,1 1 0,0-1 0,0 0 0,0 1 0,0 0 1,0 0-1,0 0 0,1 0 0,-1 0 0,1 1 0,0-1 0,0 0 0,0 1 0,1 0 0,-1 0 0,1-1 1,0 1-1,0 0 0,0 0 0,0 0 0,1 0 0,-1 0 0,1 6 0,1-7-22,-1 0-1,1 0 0,-1 0 1,1 0-1,0 0 0,0 0 1,0 0-1,0 0 0,1 0 1,-1 0-1,1 0 1,0-1-1,0 1 0,0-1 1,0 0-1,0 1 0,0-1 1,0 0-1,1 0 0,-1 0 1,1 0-1,0-1 0,0 1 1,-1-1-1,1 0 1,0 0-1,0 0 0,0 0 1,0 0-1,0 0 0,4-1 1,0 2-24,1-1 0,0 0 1,-1-1-1,1 0 1,0 0-1,-1-1 0,1 0 1,0 0-1,-1 0 1,1-1-1,-1-1 0,12-4 1,5-9-65,-1 0 0,0-1 0,-2-2 0,0 0 0,23-27 0,-32 33 22,43-47-499,85-119 1,-115 141 533,-1-1 0,-2-1 1,-2-1-1,26-74 0,-43 104 93,4-21 579,-7 32-614,0 0-1,-1 0 0,1 0 1,0 0-1,0 0 0,0 0 1,0-1-1,0 1 0,0 0 1,0 0-1,0 0 1,0 0-1,-1 0 0,1 0 1,0 0-1,0 0 0,0 0 1,0 0-1,0 0 0,0 0 1,-1 0-1,1-1 1,0 1-1,0 0 0,0 0 1,0 0-1,0 0 0,0 0 1,-1 0-1,1 1 0,0-1 1,0 0-1,0 0 1,0 0-1,0 0 0,-1 0 1,1 0-1,0 0 0,0 0 1,0 0-1,0 0 0,0 0 1,0 0-1,0 0 0,0 0 1,-1 1-1,1-1 1,0 0-1,0 0 0,0 0 1,0 0-1,0 0 0,0 0 1,0 1-1,0-1 0,0 0 1,0 0-1,0 0 1,0 0-1,0 0 0,0 0 1,0 1-1,0-1 0,0 0 1,0 0-1,0 0-5,-13 14 260,2 0 0,0 1 0,0 0 0,1 1-1,-8 17 1,-37 94 421,26-59-466,-5 5-96,13-29-114,-21 60 0,40-98 46,1-5-107,1 1 0,-1 0 1,0-1-1,1 1 1,0 0-1,-1-1 0,1 1 1,0 0-1,0-1 0,0 1 1,0 0-1,0 2 1,1-3-32,0-1 1,0 1 0,0 0 0,-1 0-1,1-1 1,0 1 0,0-1-1,0 1 1,0-1 0,0 1 0,0-1-1,0 1 1,1-1 0,-1 0 0,0 0-1,0 0 1,0 0 0,0 1 0,0-1-1,0-1 1,1 1 0,-1 0 0,1 0-1,0 0-19,18 0-1632,0-1 0,-1 0-1,21-5 1,11-10-5755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4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1 11779,'0'0'12466,"-28"6"-11542,-86 20-225,107-24-639,-1-1 1,1 1-1,0 1 0,-1-1 0,1 1 1,0 1-1,1-1 0,-1 1 0,1 1 0,-1-1 1,1 1-1,0 0 0,1 0 0,-1 1 1,1-1-1,0 1 0,1 0 0,-5 8 0,7-12-52,-3 7-16,0-1 0,1 1 0,0 0 0,1 1 0,0-1 0,0 1 0,1-1 0,0 1 0,1 0-1,0 0 1,0 0 0,2 12 0,1-21-27,0 0 1,0 0-1,0 0 0,0-1 1,0 1-1,0-1 0,1 0 1,-1 0-1,0 0 0,0 0 1,1 0-1,-1 0 0,4-1 1,-4 1-1,3-1 9,0 0 0,0 0 1,0 0-1,-1-1 0,1 0 0,0 0 1,-1 0-1,0 0 0,7-5 1,38-31-219,-31 23 173,4-6 1159,-22 23-843,-1 34 362,0-13-293,3 43-1,-1-60-325,-1 0-1,1-1 0,1 1 1,-1-1-1,1 0 0,0 1 1,0-1-1,1 0 0,-1 0 0,1 0 1,0-1-1,1 1 0,3 4 1,-5-7-173,1-1 0,-1 1 1,0 0-1,1-1 1,0 0-1,-1 1 0,1-1 1,0 0-1,-1 0 1,1-1-1,0 1 0,0-1 1,0 1-1,0-1 0,0 0 1,0 0-1,0 0 1,-1 0-1,6-2 0,-2 1-663,0 0-1,0-1 1,0 0-1,0 0 1,-1 0-1,1-1 0,9-6 1,15-11-5057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5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2865,'0'0'20852,"54"50"-20228,-42-41-192,2 0-304,-5-3-80,3 3-48,0-6-112,0 0-560,0-3-1216,6 0-969,-4-9-2744,1-9-2553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5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597 0 7698,'0'0'14161,"-10"26"-12082,-35 85-694,1 11 29,34-87-1369,-2-1 0,-2 0 0,-1-1 0,-2 0 0,-21 31 0,33-58-47,1-1 0,-1 1 0,-1-1 0,1 0 0,-1 0 0,0 0 0,0-1 0,0 0 0,0 0 0,-1-1-1,0 0 1,0 0 0,1 0 0,-2-1 0,-13 3 0,-4-2 77,0-1 0,1-1 0,-36-2 0,42 0 22,9 0-71,1 1-1,-1-2 1,1 1-1,0-1 1,-1-1-1,1 1 1,0-1 0,0-1-1,0 0 1,1 0-1,-1 0 1,-7-7-1,14 10-92,0 1 0,-1-1 0,1 0 0,0 0 0,0 0 0,0-1 0,0 1 0,0 0 0,1 0 0,-1 0 0,0-1 0,0 1 0,1-1 0,-1 1 0,1 0 0,-1-3 0,0-14-3728,1 11 1082,0-6-6885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5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62 8002,'0'0'12921,"2"-8"-11457,1-1-990,-1 6-232,-1 0 1,0-1 0,0 1 0,0 0-1,-1-1 1,1 1 0,-1 0 0,0-5-1,0 7-158,0 1-1,0-1 1,-1 1-1,1-1 1,0 0-1,-1 1 1,1 0-1,0-1 1,-1 1-1,1-1 1,-1 1-1,1-1 1,-1 1-1,1 0 1,-1-1-1,1 1 1,-1 0-1,1 0 1,-1-1-1,1 1 1,-1 0-1,1 0 1,-1 0-1,0 0 1,1 0-1,-1-1 1,1 1-1,-1 0 1,1 0-1,-2 1 1,-25-1 71,18 0 91,-12-1-77,13 1-123,-1-1 0,0 1 0,0 1 0,-14 2 0,21-3-46,1 0 1,-1 1-1,1-1 1,-1 1-1,1-1 0,0 1 1,-1 0-1,1-1 1,0 1-1,-1 0 1,1 0-1,0 0 0,0 0 1,0 0-1,0 0 1,0 0-1,0 1 1,0-1-1,0 0 0,0 1 1,0-1-1,1 0 1,-1 1-1,1-1 0,-1 1 1,1-1-1,-1 1 1,1-1-1,0 1 1,0-1-1,0 4 0,0 0-53,1-1 0,0 1 0,0-1 0,0 1 0,1-1 0,-1 1 0,1-1 0,0 0 0,1 0 0,-1 0 0,1 0 0,-1 0 0,1-1 0,0 1 1,7 5-1,-6-5-28,0 0 1,-1 0 0,1 0-1,-1 0 1,0 0 0,0 1-1,-1-1 1,1 1 0,-1 0-1,0 0 1,0 0 0,-1 0-1,3 9 1,-4-12 85,0-1 0,0 1 0,0 0 0,0-1 0,0 1 0,0-1 0,0 1 0,0-1 0,0 1 0,-1-1 0,1 1 0,-1-1 0,1 1 0,-1-1 0,1 0 0,-1 1 0,0-1 0,0 0 0,0 1 0,0-1 0,0 0 0,0 0 0,0 0 0,0 0 0,0 0 0,0 0 0,-2 1 0,-2 0 100,-1 0 0,1-1 0,0 0 1,0 0-1,0 0 0,-10 0 0,10-1-15,-8 1-286,-15 0 780,15 4-7280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7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24 3209,'0'0'16670,"3"-4"-15452,7-12-330,-8 12 309,-2 8-795,-2 2-270,1 1 1,-2 0 0,1-1 0,-1 0 0,0 1-1,0-1 1,-1 0 0,1 0 0,-1-1-1,-1 1 1,-5 5 0,-2 5 115,-46 55 411,35-45-476,2 1 0,-34 55-1,53-79-178,0 0 0,1 0-1,-1 1 1,1-1 0,0 1-1,-1 6 1,2-9-4,0 0 1,0-1-1,0 1 1,0 0-1,0-1 1,0 1-1,0 0 1,0-1-1,0 1 1,1 0-1,-1-1 1,0 1-1,0 0 1,1-1-1,-1 1 1,0-1-1,1 1 1,-1 0-1,1-1 1,-1 1-1,1-1 1,-1 1-1,1-1 1,-1 0-1,1 1 1,-1-1-1,1 0 0,0 1 1,-1-1-1,1 0 1,0 1-1,-1-1 1,1 0-1,0 0 1,-1 0-1,1 0 1,0 0-1,-1 0 1,1 0-1,1 0 1,84 0 9,-57-2-244,-1 2-1,44 5 1,-64-3 177,0-1 1,0 1-1,0 0 1,0 1-1,0 0 1,-1 0 0,1 1-1,-1 0 1,0 0-1,0 1 1,-1 0 0,1 0-1,6 7 1,-6-4 28,0 0 1,0 1 0,-1-1-1,-1 1 1,1 1 0,-1-1-1,-1 1 1,0 0 0,0 0-1,2 13 1,-1 1-27,-2 0 0,0 0-1,-2 35 1,-1-57 71,-1 0 0,0 0 0,0 0 0,0 0 0,0 0 0,0 0 0,0 0 0,0 0 0,0 0 0,-1-1 0,1 1 0,-1 0 0,0-1 0,1 1 0,-1-1 1,0 0-1,0 0 0,0 1 0,0-1 0,0 0 0,0 0 0,0-1 0,0 1 0,0 0 0,0-1 0,-4 1 0,-9 3 180,0-1 0,-23 1 0,-79-2 341,65-3-464,50 1-84,-1 1-1,1-1 0,-1-1 1,0 1-1,1 0 0,-1 0 1,1-1-1,-1 0 1,1 1-1,-1-1 0,1 0 1,-1 0-1,1-1 0,0 1 1,0 0-1,0-1 1,-3-2-1,3 2-221,0-1 0,1 0 0,-1 0 0,1 0-1,0 0 1,0 0 0,0 0 0,0 0 0,0 0 0,1 0 0,-1 0 0,1-1 0,0 1 0,0-5 0,2-55-6817,5 34 160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7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10282,'0'0'13139,"202"0"-12427,-143 9-408,-2-6-160,-7 3-128,-11-3-16,-12 0-320,-9 6-928,-7-3-1689,-11-1-3248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8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286 520 10018,'0'0'14721,"-13"-8"-13884,2 0-660,6 4-121,0 1 0,0-1 0,-1 1 0,1 0 0,-1 1 0,0-1 0,0 1 0,0 0 0,0 1 0,0-1 0,0 1 1,0 0-1,-10 0 0,4 1 32,-1 0 1,0 1 0,1 1-1,-1 0 1,1 0 0,-25 9 0,34-9-85,-1-1 0,0 1 1,1 0-1,0 0 1,-1 0-1,1 1 1,0-1-1,0 1 0,0-1 1,1 1-1,-1 0 1,1 0-1,-1 1 0,1-1 1,0 0-1,0 1 1,0-1-1,1 1 1,-1-1-1,1 1 0,0 0 1,0 0-1,0 0 1,1 0-1,-1 0 0,1 7 1,0-7-13,0 0 1,0 0-1,0 0 1,1 0-1,-1 0 1,1 0-1,0 1 1,3 5-1,-3-9 2,0 1 0,0-1-1,0 1 1,0-1-1,1 1 1,-1-1-1,1 0 1,-1 1-1,1-1 1,0 0 0,-1 0-1,1 0 1,0-1-1,0 1 1,-1 0-1,1-1 1,0 1-1,0-1 1,0 1 0,3-1-1,6 1-55,0 0 0,1-1 0,-1 0 0,1-1 0,-1 0 0,0 0 0,1-2 0,-1 1 1,0-2-1,-1 1 0,1-1 0,0-1 0,-1 0 0,11-7 0,14-11-284,0-2-1,46-43 1,-49 39 82,70-59-306,162-182-1,-256 261 615,25-35-109,-31 41 146,0-1 0,0 1 0,0 0-1,0-1 1,-1 0 0,1 1 0,-1-1 0,0 0 0,0 0 0,0-6 0,-2 10-23,1 0 0,-1 0 1,0-1-1,0 1 0,1 0 0,-1 0 1,0 0-1,1-1 0,-1 1 1,0 0-1,0 0 0,1 0 1,-1 0-1,0 0 0,0 1 0,1-1 1,-1 0-1,0 0 0,0 0 1,1 1-1,-1-1 0,0 0 1,1 1-1,-1-1 0,-9 6 86,0 0 0,0 0 0,1 1 0,0 0 0,0 0 0,1 1 0,0 0 0,1 1 0,0 0 0,0 0 0,-10 18 0,-1 5 153,1 1 0,-18 49 0,18-27-553,1 1 0,4 0 0,1 1 0,4 1 0,1-1 0,4 71 0,1-127 167,1 0 0,0 0-1,0 0 1,0 0 0,0 0 0,1 0 0,-1 0-1,0 0 1,0-1 0,0 1 0,1 0 0,-1 0-1,1 0 1,-1 0 0,0 0 0,1-1 0,0 1-1,-1 0 1,1 0 0,-1-1 0,1 1 0,0 0-1,-1-1 1,1 1 0,0-1 0,0 1 0,1 0-1,26 2-3837,-20-3 2760,24 0-4717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8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13 7482,'0'0'16516,"-13"-3"-15657,-12-1-420,1 1 0,-37 0 0,50 3-342,0 1 0,-1 0 0,1 0 0,0 1 0,0 1 0,0 0 0,0 0-1,1 1 1,-13 6 0,18-8-97,1 1 0,0 0 0,-1-1 0,1 1 0,0 1 0,0-1 0,1 1 0,-1-1 0,1 1 0,-1 0 0,1 0 0,1 1 0,-1-1-1,0 0 1,1 1 0,0 0 0,0-1 0,1 1 0,-1 0 0,1 0 0,0 0 0,0 0 0,0 0 0,1 1 0,0-1 0,0 0 0,0 0 0,2 7 0,-1-10-32,-1 0 0,1 0 0,0 0 0,0 0 0,0-1 0,0 1 0,0 0 0,0-1 1,0 1-1,1-1 0,-1 1 0,0-1 0,1 0 0,-1 1 0,1-1 0,0 0 0,-1 0 0,1 0 0,0 0 1,0 0-1,0-1 0,-1 1 0,1-1 0,0 1 0,0-1 0,4 1 0,6 1-150,0-1-1,1 0 1,13-2 0,-13 1 83,-7 0 61,1 0-1,-1-1 1,0 1-1,0-1 1,1-1-1,-1 1 1,0-1-1,0 0 1,0-1 0,-1 1-1,1-1 1,9-7-1,-6 3 108,0-1 0,-1 0-1,0 0 1,-1-1 0,0 0 0,8-12-1,-11 13 2699,-4 19-2594,0 7-127,1 0 1,7 36 0,-7-47-217,1 0-1,0 0 1,0-1-1,1 1 1,0 0 0,0-1-1,1 0 1,-1 1 0,1-1-1,8 8 1,-10-13-242,0 1 0,0-1 0,0 0 0,0 0 0,0 0 0,1 0 0,-1 0 0,0 0 0,1-1 0,-1 1 0,0-1 0,1 0 0,-1 0 0,1 0 0,-1 0 0,1 0 0,3-1 0,4 1-2885,11 0-5331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9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9842,'0'0'15163,"51"86"-14683,-39-68-296,-3-3-103,0-3-81,-3-3 0,0-6-289,-3-3-967,5 0-1328,1 0-2121,0-6-1345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29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526 0 8306,'0'0'13233,"-24"19"-12601,-76 62-153,95-76-453,1 0-1,-1-1 0,1 1 1,0 1-1,0-1 0,1 1 1,0 0-1,0-1 0,0 1 1,0 0-1,1 1 0,0-1 1,1 0-1,-1 1 1,0 7-1,-2 9 33,-7 35 107,-7 112-1,14 62 8,4-174-182,0-56 13,1 5-1,-1 1 1,-1-1-1,1 1 0,-1-1 0,-4 13 1,5-18 20,-1-1 0,0 1 0,0 0 0,0-1 0,0 1 0,0-1 0,0 1 0,0-1 0,0 0-1,0 0 1,-1 1 0,1-1 0,0 0 0,-1 0 0,1 0 0,-1 0 0,0-1 0,1 1 0,-1 0 0,1-1 0,-1 1 0,0-1 0,0 1 0,1-1 0,-1 0 0,0 0 0,0 0 0,-3 0 0,-3-1 125,-1 0 1,1 0-1,-1-1 1,1 0-1,0-1 1,0 1-1,0-2 1,0 1-1,0-1 1,1 0-1,0-1 1,0 0-1,0 0 1,-8-8-1,-10-11 97,0-2-1,-23-31 0,43 50-246,0 2-141,1 0-1,1 0 1,-1-1 0,1 0 0,0 0 0,0 0-1,1 0 1,-1 0 0,1 0 0,1-1 0,-1 1-1,1-1 1,0 1 0,1-1 0,0-7 0,0 11-28,0 1 0,0 0 1,1-1-1,-1 1 0,1 0 1,0-1-1,0 1 0,-1 0 1,2 0-1,-1 0 0,0 0 0,0 0 1,1 0-1,-1 0 0,1 0 1,-1 0-1,1 1 0,2-2 1,38-25-4555,-34 24 3321,30-15-6121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4:30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90 9882,'0'0'13446,"2"-9"-12453,6-30-157,-7 38-800,-1 0-1,0 0 0,0 0 0,0 0 0,0 0 1,0 0-1,0 0 0,0 1 0,0-1 1,0 0-1,-1 0 0,1 0 0,0 0 1,-1 0-1,1 0 0,0 0 0,-1 0 0,1 1 1,-1-1-1,1 0 0,-1 0 0,0 0 1,1 1-1,-1-1 0,0 0 0,1 1 0,-1-1 1,0 1-1,0-1 0,0 1 0,0-1 1,1 1-1,-1 0 0,0-1 0,0 1 0,0 0 1,0 0-1,0 0 0,0-1 0,0 1 1,0 0-1,-1 0 0,-3-1 55,-18-3-20,0 0 0,0 1 0,-1 2 0,-29 1 0,32 0-31,19 0-39,0 0 1,0 0-1,0 0 0,0 0 1,0 0-1,0 0 0,0 1 1,0-1-1,0 1 0,0 0 0,0-1 1,0 1-1,0 0 0,1 0 1,-1 0-1,0 0 0,1 0 0,-1 1 1,1-1-1,-1 0 0,1 1 1,-1-1-1,1 1 0,0 0 1,0-1-1,0 1 0,0 0 0,0 0 1,0-1-1,0 1 0,1 0 1,-1 0-1,0 4 0,1-3-7,0 1-1,0 0 1,0-1 0,0 1-1,1-1 1,0 1-1,-1 0 1,1-1 0,0 1-1,1-1 1,-1 0-1,1 0 1,0 1-1,-1-1 1,1 0 0,0 0-1,1 0 1,3 3-1,32 27-415,-21-19-53,-1 0 1,17 19-1,-30-30 369,-1 0 0,1 0 0,0 1 0,-1-1 0,0 1 0,0 0-1,0 0 1,0 0 0,-1 0 0,1 0 0,-1 0 0,0 0 0,-1 0-1,1 0 1,0 1 0,-1 5 0,-1-8 117,1-1-1,-1 0 1,1 0 0,-1 1-1,1-1 1,-1 0 0,0 0-1,0 0 1,0 0 0,1 0-1,-1 0 1,0 0 0,0 0-1,0 0 1,-1 0 0,1 0-1,0-1 1,0 1 0,0 0-1,-1-1 1,0 1 0,-34 11 597,27-10-365,-18 6 691,0-2 1,0-1-1,-1-1 1,-40 1-1,68-4-1575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34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5209,'0'0'7948,"13"-8"-6790,7-4-631,-11 6-13,0 1 1,0 0-1,0 0 1,1 1 0,15-5-1,-25 9-361,1-1 0,0 1 0,-1 0 1,1-1-1,0 1 0,0 0 0,0-1 0,-1 1 0,1 0 0,0 0 0,0 0 0,0 0 0,0 0 0,-1 0 0,1 0 1,0 0-1,0 0 0,0 0 0,0 0 0,-1 1 0,1-1 0,0 0 0,0 0 0,0 1 0,-1-1 0,1 1 1,0-1-1,-1 1 0,1-1 0,0 1 0,-1-1 0,1 1 0,0-1 0,-1 1 0,1 0 0,-1 0 0,0-1 1,1 2-1,0 2-81,0 1 1,0-1 0,-1 0 0,0 1 0,0-1 0,-1 8 0,0 6 154,1 4-122,1 4-17,-2 0-1,0 0 1,-7 31 0,-60 300 71,66-331 84,1-13-522,1-18-3307,0-52-3481,0 25 1242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35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49 7738,'0'0'9303,"0"-19"-4686,32 14-4533,-31 5-72,17-6 1960,24-2-2030,-1 3 0,1 1 0,79 3 0,-69 1-194,-51 0 250,0 0-1,0 1 1,0-1 0,0 0-1,0 1 1,0-1-1,0 0 1,0 1 0,0 0-1,0-1 1,0 1-1,0-1 1,0 1-1,0 0 1,-1 0 0,1-1-1,0 1 1,0 0-1,-1 0 1,1 0-1,-1 0 1,1 0 0,-1 0-1,1 0 1,-1 0-1,1 0 1,-1 0-1,0 0 1,0 0 0,1 0-1,-1 0 1,0 2-1,0 45 11,-1-32-6,1-9-3,0 0 0,0 0 1,-1 0-1,0 0 0,-3 12 0,2-16 19,1 0 0,0 0-1,-1 0 1,0 0 0,1-1-1,-1 1 1,0-1-1,0 1 1,-1-1 0,1 0-1,0 0 1,-1 1-1,0-2 1,-5 4 0,-43 21 305,-70 26 0,42-20-77,216-20-997,-125-10 588,-1 1 1,1 0-1,-1 1 0,1 1 0,-1-1 0,0 2 1,-1-1-1,1 1 0,-1 1 0,14 12 1,-19-14 114,1 0 0,-1 1 0,0-1 0,-1 1 1,1 1-1,-1-1 0,0 1 0,-1-1 0,1 1 0,-1 0 1,-1 0-1,1 1 0,-1-1 0,-1 0 0,1 1 0,-1-1 1,0 14-1,-1-16 51,0 1 0,0-1 0,0 1 0,-1-1 0,0 0 0,0 1 0,0-1 1,-4 8-1,3-9 40,-1 0 0,1-1 0,-1 1 0,0-1 0,0 0 0,0 0 1,0 0-1,-1-1 0,1 1 0,-1-1 0,-5 3 0,0 0 65,-1 0 0,0 0 0,0-2-1,0 1 1,-1-1 0,1-1 0,-1 0 0,-11 1-1,-14-1 542,-39-2 0,25-1 39,-164-11 2117,211 10-2745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36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521 101 6209,'0'0'14924,"3"-7"-14376,0 0-448,0 2 36,-1 0 0,0 0-1,0 0 1,-1-1 0,1 1-1,-1 0 1,0-1-1,-1 1 1,1-1 0,-1 1-1,-1-11 1,1 15-116,-1 0 0,0 0 0,0 0-1,1 1 1,-1-1 0,0 0 0,0 0 0,0 1 0,0-1-1,0 0 1,0 1 0,0-1 0,0 1 0,0-1 0,0 1 0,-1 0-1,1-1 1,0 1 0,0 0 0,0 0 0,0 0 0,-2 0-1,-31-1 33,27 1-28,-10 0-18,1 1-1,-1 1 0,1 0 1,0 1-1,-1 0 1,1 2-1,1 0 1,-1 0-1,1 2 1,0 0-1,-22 14 0,12-6 1,0 2 0,1 1-1,1 1 1,0 1 0,2 1-1,-31 37 1,44-48-3,0 1 0,1 0 0,0 0 0,1 0 0,0 1 0,1 0-1,0 0 1,1 1 0,0-1 0,1 1 0,1 0 0,0 0 0,0 0 0,2 0 0,-1 0 0,2 0 0,2 21-1,-1-29 11,0 0-1,0 0 0,0 0 0,1-1 0,-1 1 0,1-1 0,0 0 0,0 0 0,1 0 0,-1 0 0,1 0 0,0-1 0,0 1 1,0-1-1,1 0 0,-1-1 0,1 1 0,0-1 0,6 3 0,9 3 47,0-1 0,1 0 0,29 5 0,26-3 241,0-2 1,144-7-1,-201 0-228,-2 0 131,-1-2 0,1 1 0,0-2 0,-1 0 0,22-7 0,-37 10-84,-1 0-99,0 0-1,1 0 0,-1 0 1,0 0-1,0 0 1,0 0-1,1 0 1,-1 0-1,0 0 0,0 0 1,0-1-1,1 1 1,-1 0-1,0 0 1,0 0-1,0 0 0,1 0 1,-1 0-1,0 0 1,0 0-1,0-1 1,0 1-1,1 0 0,-1 0 1,0 0-1,0 0 1,0 0-1,0-1 1,0 1-1,0 0 0,0 0 1,1 0-1,-1 0 1,0-1-1,0 1 1,0 0-1,0 0 0,0 0 1,0-1-1,0 1 1,0 0-1,0 0 1,0 0-1,0-1 0,0 1 1,0 0-1,-17-1-427,8 1-24,0 0 0,0 1 0,1 0 0,-1 1 0,0 0 0,0 0 0,1 1 0,0 0 0,-1 1 0,-9 5 1,-21 14-4669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37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9338,'0'0'13778,"1"19"-12854,7 152 479,-11-67-2065,-21 133 1,24-236 540,0-1-1,0 0 1,1 1 0,-1-1 0,0 1 0,-1-1 0,1 0-1,0 1 1,0-1 0,0 0 0,0 1 0,0-1 0,0 0-1,0 1 1,0-1 0,-1 0 0,1 1 0,0-1 0,0 0-1,0 1 1,-1-1 0,1 0 0,0 0 0,0 1 0,-1-1-1,1 0 1,0 0 0,-1 0 0,1 1 0,0-1 0,0 0-1,-1 0 1,1 0 0,-1 0 0,1 0 0,0 0 0,-1 0-1,1 1 1,0-1 0,-1 0 0,1 0 0,0 0 0,-1 0-1,1-1 1,0 1 0,-1 0 0,1 0 0,0 0-1,-1 0 1,-1 0-522,-6 0-5052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38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3 7154,'0'0'10306,"26"-1"-9283,-6 1-805,2-2 5,-1 2-1,1 1 0,-1 1 1,0 1-1,0 0 0,23 8 1,-39-10-174,274 91 1162,-247-78-1205,0 1 1,0 1-1,-2 1 1,0 2-1,-1 1 1,33 31-1,-53-43-5,-1 2 0,0-1 0,-1 1 0,1 0 1,-2 1-1,0 0 0,0 0 0,-1 0 0,0 1 0,4 16 0,-7-21 32,-1 0 0,1 1-1,-1-1 1,0 0 0,-1 1 0,1-1 0,-1 0 0,-1 1 0,0-1 0,0 1-1,0-1 1,-1 0 0,0 0 0,0 0 0,-1 0 0,0 0 0,0-1 0,-7 11-1,0-5 160,0-1 0,-1 0 1,0-1-1,-1 0 0,0-1 0,-1 0 0,0-1 0,-24 11 0,-6 0 444,-68 21 0,35-19-199,-2-4 1,0-2-1,-1-5 1,-1-2-1,-86-4 1,165-4-538,2 5-6843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47.3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7 267 4233,'0'0'7892,"0"3"-7017,1 0-600,-1 1-1,1-1 0,0 0 1,0 0-1,0-1 1,0 1-1,1 0 1,-1 0-1,3 3 0,-1-2 170,-1 0 0,0 0-1,0 0 1,0 1 0,-1-1-1,1 0 1,0 9-1,1 162 3771,-5-92-3704,1-83-720,0 0-1,1 0 1,-1 0 0,0 0-1,0 0 1,0 0-1,0 0 1,1 0-1,-1 0 1,0 0 0,0 0-1,0-1 1,1 1-1,-1 0 1,0-1 0,0 1-1,1 0 1,-1-1-1,0 1 1,1-1 0,-1 1-1,0-1 1,1 1-1,-1-1 1,0 0 0,0-9-1302,-1 0 1,2 1 0,-1-1-1,1 0 1,2-10 0,-1-12-1208,5-53-1274,6-2 5243,2-15 3384,-13 93-4183,0-8 642,1 0 1,1 0-1,1 0 1,6-22 0,-8 34-896,1 0 0,-1 1 1,1-1-1,-1 0 1,1 1-1,1 0 1,-1 0-1,0 0 1,1 0-1,0 0 0,0 1 1,0-1-1,1 1 1,-1 0-1,1 1 1,-1-1-1,1 1 0,6-3 1,8-2 241,0 1 1,0 1-1,1 0 0,0 2 1,36-3-1,-55 6-412,0 0 0,-1 0 1,1 1-1,0-1 0,-1 0 1,1 0-1,0 1 0,-1-1 0,1 0 1,-1 1-1,1-1 0,-1 0 1,1 1-1,-1-1 0,1 1 0,-1-1 1,1 1-1,-1-1 0,1 1 1,-1 0-1,0-1 0,1 1 0,-1-1 1,0 1-1,0 0 0,1-1 1,-1 1-1,0 0 0,0-1 1,0 1-1,0 0 0,0-1 0,0 2 1,0 30 125,-1-20-39,1-1-101,-1-1 0,-1 1 0,0-1 1,-1 1-1,1-1 0,-2 0 0,0 0 1,0 0-1,-1-1 0,0 1 0,0-1 1,-1 0-1,-9 10 0,6-8 17,-1 0 1,0-1-1,0 0 0,-1-1 0,-1 0 1,1-1-1,-1 0 0,-1-1 1,-19 9-1,25-8-18,6-7-46,8 2-90,-1 1 0,0 0 0,0 0 0,0 0 0,0 1 0,-1 0-1,0 0 1,0 0 0,0 1 0,6 9 0,1 1-580,-1 1 1,0 0-1,11 25 0,-19-36 594,0 1 0,-1-1 0,0 0-1,0 1 1,-1-1 0,0 1 0,0-1 0,-1 1-1,1 0 1,-1-1 0,-1 1 0,1 0 0,-1-1-1,-2 9 1,1-12 183,0 1-1,0-1 1,0 0-1,0 0 1,0 0 0,-1 0-1,0 0 1,1-1-1,-1 1 1,0-1-1,0 0 1,0 0-1,-1 0 1,1 0-1,0 0 1,-1-1-1,1 1 1,-1-1 0,0 0-1,-5 1 1,-5 1 630,-1 0 0,0-1 0,-27 1 0,23-3-134,15 1-414,0-1 0,0 1 1,0-1-1,0 0 0,1 0 1,-1-1-1,0 1 0,0-1 1,0 0-1,0 0 0,1 0 1,-1 0-1,1-1 0,-1 1 1,1-1-1,-1 0 0,-5-5 1,9 7-178,-1 0 0,1 0-1,0 0 1,0 0 0,-1 0 0,1 0 0,0 0 0,0 0 0,0 0 0,-1 0 0,1-1 0,0 1 0,0 0 0,0 0 0,0 0 0,-1 0 0,1-1 0,0 1 0,0 0 0,0 0 0,0 0 0,0-1 0,0 1-1,0 0 1,0 0 0,-1 0 0,1-1 0,0 1 0,0 0 0,0 0 0,0-1 0,0 1 0,0 0 0,0 0 0,0 0 0,0-1 0,0 1 0,0 0 0,1 0 0,-1-1 0,0 1 0,0 0 0,0 0-1,0 0 1,0-1 0,0 1 0,0 0 0,1 0 0,-1 0 0,0 0 0,0-1 0,0 1 0,0 0 0,1 0 0,-1 0 0,0 0 0,0 0 0,0 0 0,1-1 0,-1 1 0,0 0 0,0 0 0,0 0 0,1 0-1,-1 0 1,0 0 0,0 0 0,1 0 0,51-11-5681,-20 5-196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47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0 3937,'0'0'18052,"-12"170"-17492,-3-147-272,-3-5-152,-2-6-136,2-6-280,0-6-1176,3 0-3490,9-12-6696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48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294 46 6585,'0'0'13951,"1"14"-12898,2 5-705,2 47 1175,-5-64-164,0-5-1150,-1-118-209,1 120-11,0 0 1,-1 0-1,1 0 1,0-1-1,-1 1 0,1 0 1,-1 0-1,0 0 1,1 0-1,-1 0 1,0 0-1,1 1 0,-1-1 1,0 0-1,0 0 1,0 0-1,0 1 0,0-1 1,0 0-1,0 1 1,0-1-1,0 1 1,0-1-1,0 1 0,0 0 1,0-1-1,0 1 1,-1 0-1,1 0 0,0 0 1,-1 0-1,-44 1-201,38-1 188,0 2 20,1 0 0,-1 0 0,0 1 0,0-1 0,1 2-1,0-1 1,0 1 0,0 0 0,0 1 0,0 0 0,1 0 0,0 0-1,0 1 1,-9 10 0,2 0 50,0 1-1,0 0 1,2 1-1,-15 29 1,20-34-10,1-1 0,1 0 0,0 1 0,1 0 0,0 0 0,1 0 0,0 0 0,1 0 0,1 0 0,0 1 0,1-1 0,2 16 0,-2-26-26,0 1 0,1-1-1,0 1 1,-1-1 0,1 0 0,0 0 0,0 0 0,1 0 0,-1 0 0,1 0 0,-1 0 0,1-1 0,0 1 0,0-1 0,0 0 0,0 0 0,1 0-1,-1 0 1,0-1 0,1 1 0,-1-1 0,1 0 0,0 0 0,5 1 0,10 1 106,1 0 0,-1-2 0,29 0 0,-36-1-47,1 0 14,-1-1-1,0 0 1,0-1-1,24-6 0,-30 6-48,-1 1 0,0-2 0,1 1 0,-1-1 0,0 1 0,0-2 0,0 1 0,-1 0 0,1-1 0,-1 0 0,0 0 0,7-8 0,-11 12-71,0-1 0,1 1 1,-1 0-1,0 0 0,0-1 0,1 1 1,-1 0-1,0-1 0,0 1 0,0-1 1,1 1-1,-1 0 0,0-1 1,0 1-1,0 0 0,0-1 0,0 1 1,0-1-1,0 1 0,0-1 0,0 1 1,0 0-1,0-1 0,0 1 1,0-1-1,0 1 0,0 0 0,0-1 1,-1 1-1,1 0 0,0-1 1,-1 0-1,-13-3-1254,-23 8-3525,10 6-1960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2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8 7938,'0'0'13689,"4"-7"-12131,-4 7-1527,0 0 0,0 0 0,0 0 0,0 0 0,0 0 0,1 0 0,-1 0 0,0 0 0,0 0 0,0 1 0,0-1 0,0 0 0,0 0 0,0 0 0,0 0 0,0 0 0,0 0 0,1 0 0,-1 0 0,0 0 0,0 0 0,0 0 0,0 0 0,0 0 0,0 0 0,0 0 0,0 0 0,1 0 1,-1 0-1,0 0 0,0 0 0,0 0 0,0 0 0,0 0 0,0 0 0,0 0 0,0 0 0,0 0 0,1 0 0,-1 0 0,0 0 0,0 0 0,0 0 0,0-1 0,0 1 0,0 0 0,0 0 0,0 0 0,0 0 0,0 0 0,0 0 0,0 0 0,1 0 0,-1 0 0,0 0 0,0-1 0,0 1 0,0 21 266,0 59 226,-12 97 0,-22 108-464,29-198-7522,5-204-1230,0 58 1744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2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116 109 7818,'0'0'8600,"32"-17"-6426,99-53-506,-125 67-1534,-1 0 0,1 0-1,-1 1 1,1 0-1,0 0 1,0 0-1,0 1 1,0 0 0,0 0-1,0 0 1,0 1-1,9 0 1,1 1 204,-12-1-297,-1 0-1,0 1 0,0-1 1,0 1-1,0 0 0,0 0 1,0 0-1,0 0 0,0 0 1,0 1-1,-1-1 0,1 1 0,-1 0 1,1 0-1,-1 0 0,1 0 1,-1 0-1,0 0 0,0 1 1,0-1-1,0 1 0,0-1 1,-1 1-1,1 0 0,-1 0 0,0 0 1,0-1-1,0 1 0,0 1 1,0-1-1,0 5 0,1 6-13,0 1 0,-1 0 1,0 0-1,-1 0 0,-3 22 0,1-30-21,1-1 1,-1 1 0,0-1 0,0 1-1,-1-1 1,0 0 0,0 0 0,-1 0-1,1-1 1,-1 1 0,0-1-1,-1 0 1,1 0 0,-1 0 0,0-1-1,0 1 1,-1-1 0,1 0-1,-1-1 1,-12 6 0,-10 4 13,-1-1 0,0-2-1,-40 9 1,29-8-18,30-8-62,-1 0-1,1 1 0,0 1 0,0 0 0,0 0 0,1 1 0,-16 11 0,15-8-818,1 0-1,0 1 1,-12 16 0,-1 9-4820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3.1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88 312 9514,'0'0'10530,"-3"30"-9372,-9 99-334,10-15 141,3-100-919,0 1-1,-1-1 1,0 0-1,-2 1 1,1-1-1,-2 0 1,0 0-1,0-1 1,-2 1-1,-5 13 1,-13 1 21,9-22 37,14-6-97,-1 0 1,1 0-1,0 0 0,-1-1 1,1 1-1,-1 0 0,1 0 1,0-1-1,-1 1 0,1 0 1,-1-1-1,1 1 0,0-1 1,0 1-1,-1 0 0,1-1 0,0 1 1,0-1-1,-1 1 0,1-1 1,0 1-1,0-1 0,0 1 1,0 0-1,0-1 0,0 1 1,0-1-1,0 1 0,0-1 0,0 1 1,0-2-1,-1-22 80,1 0 1,1-1-1,1 1 0,1 0 0,1 0 1,2 0-1,0 1 0,13-33 0,0 15-94,1 0 0,2 1 0,43-61-1,56-51-467,-101 130 312,0 1-1,2 1 1,1 1-1,37-24 1,-55 40 150,0-1-1,0 2 1,0-1 0,0 0-1,1 1 1,-1 0 0,1 0-1,-1 1 1,1 0 0,0 0-1,-1 0 1,12 0 0,-16 2 12,0-1 1,-1 0-1,1 1 1,0 0-1,0-1 1,0 1-1,-1-1 1,1 1-1,0 0 1,-1 0-1,1-1 1,-1 1-1,1 0 1,-1 0-1,1 0 1,-1 0 0,1-1-1,-1 1 1,0 0-1,1 0 1,-1 0-1,0 0 1,0 0-1,0 0 1,0 0-1,0 0 1,0 2-1,0 37 0,-1-26 1,1-2 11,0-1 0,-1 1 0,0-1 0,-1 1 0,0-1 0,-1 1 0,0-1 0,-1 0-1,0 0 1,-1-1 0,0 1 0,-1-1 0,0 0 0,0 0 0,-1-1 0,0 0 0,-1 0 0,0-1 0,-1 0 0,1 0 0,-1-1 0,-1 0 0,0 0 0,0-1 0,0-1 0,0 0-1,-1 0 1,-20 6 0,-49 4 33,57-12 140,-45 12-1,65-13-138,0-1 0,0 1-1,1-1 1,-1 1 0,0 0 0,1 0-1,-1 0 1,1 0 0,0 1 0,-1-1-1,1 1 1,0-1 0,1 1 0,-1 0-1,0 0 1,1 0 0,-1 0 0,1 0-1,0 0 1,0 0 0,0 0 0,1 0-1,-1 0 1,1 1 0,0-1 0,0 5-1,-1 6 114,2 0 0,0 0-1,0 0 1,7 26 0,-3-22-125,1 1 0,0-1 1,1-1-1,1 1 1,1-1-1,0 0 0,1-1 1,1 0-1,1-1 1,0 0-1,1-1 0,0 0 1,1-1-1,1-1 1,0 0-1,1-1 0,0 0 1,0-2-1,28 13 1,-32-17-273,-5-3 50,-1 1 1,1 0-1,-1 0 1,0 0 0,7 6-1,-13-8-19,1-1-1,0 1 1,0 0-1,0-1 1,-1 1-1,1 0 1,0 0 0,-1 0-1,1 0 1,-1 0-1,1 0 1,-1 0-1,0-1 1,1 1-1,-1 1 1,0-1-1,0 0 1,1 0-1,-1 0 1,0 0 0,0 0-1,0 0 1,0 0-1,0 0 1,-1 0-1,1 0 1,0 0-1,0 0 1,-1 0-1,1 0 1,-1 0-1,1 0 1,-1 0 0,1 0-1,-1 0 1,1-1-1,-1 1 1,0 0-1,1 0 1,-1 0-1,-1 0 1,-19 16-8167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3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0 5553,'0'0'16277,"-4"27"-14514,0-4-1403,0 5 29,-2 0 0,0 0 1,-2-1-1,-13 33 0,-27 43 625,-12 33-265,56-126-717,1 0 0,0 1 0,1-1 0,-2 17 0,3-25-31,1 1 0,0-1 0,0 1 0,0 0 0,0-1 0,0 1 0,0-1 0,1 1 0,-1-1 0,1 1 0,0-1 0,0 1 0,0-1 0,0 0 0,0 1 0,0-1 0,1 0 0,-1 0 0,1 0 0,-1 0 0,1 0 0,0 0 0,0-1 0,3 3 0,3 0 0,0 0 0,1-1 0,0 0 0,0-1 0,0 0 0,0 0 0,13 0 0,70-1-45,-55-2-17,13 3-92,-30-1-34,1 0 0,-1-2 1,0 0-1,1-1 0,27-7 0,-46 9 60,1-1 0,-1 0-1,1 0 1,-1 0 0,1 0-1,-1-1 1,0 1-1,0-1 1,0 1 0,2-3-1,-3-6-1771,-15 1-359,-16 1-3523,-8 0-5371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3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56,'0'0'23445,"175"15"-22213,-142 8-320,2-5-359,-2-3-329,0-6-152,-1-6-72,-5-3-176,0 0-577,-6 0-983,-15 0-1153,-3-12-13026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4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11138,'0'0'8330,"182"0"-7178,-117 0-840,3-3-312,-2-6-336,11 0-1256,-18 3-2473,-14 3-4569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4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4585,'0'0'20174,"9"27"-18649,29 89-323,-35-103-1012,-1-1 0,1 0 1,-2 1-1,0-1 0,0 1 1,-2 15-1,0-1 106,-1 6 118,-9 59-1,5-59-698,-2 58 1,8-84-1134,-6-21-7463,0-11 2971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5:54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60 161 9538,'0'0'11276,"12"-26"-10416,-2 4-640,1 1 0,25-39 0,-33 57-190,-1 0 1,1 1-1,0-1 0,0 1 1,0 0-1,0 0 0,0 0 1,0 0-1,0 0 0,1 1 1,-1 0-1,1-1 0,-1 1 1,1 0-1,4 0 0,2 0 68,0 0-1,1 1 0,16 3 0,-3-2 80,-2 1-36,-1 1 1,1 1-1,-1 0 1,1 2-1,-1 0 1,-1 2-1,0 0 0,0 1 1,0 2-1,-1-1 1,-1 2-1,0 1 0,27 23 1,-16-9-24,0 1 1,-1 2-1,-2 1 0,-1 0 1,-2 2-1,30 55 1,-41-64-87,-2-1 0,0 2 1,12 45-1,-19-56 2,0 1 1,-1 0-1,-1 0 0,0 0 1,-1-1-1,0 1 1,-1 0-1,-4 15 0,3-22 39,-1-1 0,0 0-1,0 0 1,-1 0 0,1 0-1,-2 0 1,1-1 0,-1 0-1,0 0 1,0 0 0,0-1-1,-1 1 1,0-1 0,0-1-1,-1 1 1,-6 3 0,-12 7 287,-1-2 0,-52 19 0,-5-5-14,-1-4 0,-1-4 0,0-4 0,-165 9 1,206-24-725,44 0-199,1-2 22,1-1 0,0 1 1,0 0-1,1 0 1,-1 0-1,0 0 1,1 1-1,-1-1 0,3-1 1,0 0-988,16-14-4258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02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30 4673,'0'0'9291,"10"-5"-8565,3-1-480,-6 2 4,-1 1 0,1 0-1,0 0 1,13-2 0,-35 18 6833,-35 48-7033,48-59 232,-2 4-270,-1-1 0,1 1 0,0-1 0,1 1 0,-1 0 0,1 1 0,0-1 0,1 0 1,0 1-1,0 0 0,0-1 0,0 1 0,1 0 0,0 10 0,1-16-12,0 0 0,1 0 0,-1 0 0,0-1 0,1 1 0,-1 0 0,1 0 0,-1 0 0,1-1 0,0 1 0,-1 0 0,1 0 0,0-1 0,-1 1 0,1 0 0,0-1 0,0 1 0,-1-1 0,1 1 0,0-1 0,0 0 0,0 1 0,0-1 0,0 0 0,0 1 0,1-1 0,31 6 0,-25-5-1,77 6-84,-61-6-49,1 1 1,44 10-1,-65-11 131,-1 0 0,1 0 0,-1 0 0,0 1 0,1-1 0,-1 1 0,0 0 0,0 0 0,0 0 0,0 1 0,-1-1 0,1 0 0,-1 1 0,1 0 0,-1 0 0,0 0 1,0 0-1,0 0 0,0 0 0,-1 0 0,1 0 0,-1 1 0,2 5 0,-1 4 11,0 1 0,-1 0 1,0-1-1,-2 28 1,0-7 19,1-29-5,0-1 0,-1 1 0,1 0 0,-1-1-1,0 1 1,0 0 0,0-1 0,-1 1 0,1-1 0,-1 0 0,0 0 0,-1 1 0,1-1-1,-1 0 1,0-1 0,0 1 0,0 0 0,0-1 0,0 0 0,-1 0 0,1 0 0,-1 0-1,0 0 1,0-1 0,0 0 0,-1 0 0,1 0 0,0 0 0,-1 0 0,-6 1-1,-13 1 146,0 0-1,0-1 1,0-1-1,-43-3 1,34 1-196,-114 0-1291,147 0 1184,-1-1-1,1 1 1,-1 0 0,1 0-1,-1-1 1,1 1 0,0 0-1,-1-1 1,1 1 0,-1 0-1,1-1 1,0 1 0,-1 0-1,1-1 1,0 1 0,-1-1-1,1 1 1,0-1 0,0 1-1,0-1 1,-1 1 0,1-1-1,0 1 1,0-1 0,0 1-1,0-1 1,0 1 0,0-1-1,0 1 1,0-1 0,0 0-1,0 0 1,2-21-4901,-2 20 4124,5-22-8878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02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10066,'0'0'14563,"175"62"-13891,-139-62-240,-1 0-151,-2 0-161,-3 0-48,-10 0-72,-5 3-40,0 0-216,-3-3-929,0 0-2520,-3 0-3584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05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48 5737,'0'0'10813,"16"-4"-9542,117-25 2994,-65 14-843,-92 18-3365,8 4-30,1 0-1,-1 1 0,1 1 0,-26 19 0,10-6-21,-14 10 8,1 1-1,-70 70 0,90-79-26,2 1 0,2 1-1,0 0 1,1 2 0,-28 57-1,42-71-3,1 0-1,0 0 1,1 0 0,0 0-1,1 1 1,1 0 0,0-1-1,2 18 1,-1-30 15,0 0 0,0 1 0,1-1 0,-1 1 0,1-1 0,-1 0 1,1 1-1,0-1 0,0 0 0,0 0 0,0 1 0,0-1 0,0 0 0,1 0 0,-1 0 0,1 0 1,0-1-1,-1 1 0,5 3 0,-2-3-4,0 1 0,0-1 0,0 0 0,0 0 0,0 0-1,1-1 1,-1 0 0,1 0 0,-1 0 0,7 1 0,-5-2 2,0 1-1,0-1 1,0 0-1,0 0 1,0-1 0,0 0-1,0 0 1,0 0-1,0-1 1,0 0-1,-1 0 1,1 0 0,-1-1-1,1 0 1,-1 0-1,0 0 1,5-4-1,-6 2 24,-1 0-1,1 0 0,-1 0 0,0 0 0,0-1 0,0 1 0,-1-1 0,0 0 1,0 1-1,0-1 0,-1 0 0,0 0 0,0-10 0,0 12 0,-1-1 1,0 1-1,0 0 0,-1-1 1,1 1-1,-1 0 0,0 0 0,0-1 1,-1 1-1,1 0 0,-1 0 1,0 0-1,0 0 0,0 1 0,0-1 1,-1 1-1,1-1 0,-1 1 1,-5-5-1,-2 0 89,0 1 0,0 0 1,0 1-1,-1 0 0,1 1 0,-2 0 1,1 0-1,0 1 0,-1 1 0,0 0 1,0 0-1,0 2 0,0-1 0,-15 1 1,29 13-345,0-10 132,-1-1 0,1 1-1,0 0 1,0-1 0,0 1-1,0-1 1,0 0 0,0 0 0,0 0-1,0 0 1,1 0 0,-1 0-1,0 0 1,1-1 0,3 1 0,41 1-5390,-33-2 1808,10 0-6046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08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3873,'0'0'8994,"5"0"-7322,74 5 4437,45 14-4697,13 1-1490,19-10 742,-156-10-631,1 0 0,-1 1 1,1-1-1,-1 0 0,0 0 0,1 1 0,-1-1 0,1 0 0,-1 1 0,1-1 1,-1 0-1,0 1 0,1-1 0,-1 1 0,0-1 0,1 0 0,-1 1 0,0-1 1,0 1-1,0-1 0,1 1 0,-1-1 0,0 1 0,0-1 0,0 1 0,0-1 1,0 1-1,0-1 0,0 1 0,0-1 0,0 1 0,0 0 0,-3 19 186,-5-3-96,0 0 0,-1 0-1,-1-1 1,-11 15-1,-10 16 27,-6 15-71,-157 278 240,179-306-280,2 1 0,1 1-1,-7 38 1,18-71-37,4-62-11811,3 29 5297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08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7522,'0'0'12388,"27"0"-11060,16-1-840,110 3 1198,-38 8-423,215 9-1171,-344-28-6288,-13 0-324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10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74 158 5497,'0'0'8781,"8"-3"684,-4-1-10174,5-7 742,-1 0-1,2 1 0,-1 0 0,2 0 0,-1 1 1,1 1-1,1-1 0,-1 2 0,1 0 1,1 0-1,-1 1 0,16-5 0,-5 3-55,0 1-1,1 1 0,-1 2 1,1 0-1,0 1 0,28 1 1,-49 2 12,0 0-1,0 0 1,0 0 0,1 0 0,-1 1 0,0 0 0,0-1 0,-1 1 0,1 0 0,0 1 0,0-1 0,0 0-1,-1 1 1,1 0 0,-1-1 0,1 1 0,-1 0 0,0 0 0,1 0 0,-1 1 0,0-1 0,0 0 0,-1 1-1,1 0 1,-1-1 0,1 1 0,-1 0 0,0 0 0,0-1 0,1 5 0,1 8 18,0 0-1,-1 0 1,-1 0 0,-1 30 0,0-24 17,-2 9-17,0 0-1,-3 0 1,0-1-1,-2 1 1,-1-1-1,-1-1 1,-2 0-1,0 0 1,-2-1-1,-1 0 1,-1-1-1,-2-1 1,0 0-1,-32 33 1,43-51-3,0 0 0,-1-1 0,0 0 0,0 0 0,-1 0 0,0-1 1,0 0-1,0-1 0,0 0 0,-1 0 0,0 0 0,1-1 1,-1-1-1,-1 1 0,1-2 0,0 1 0,-17 0 0,18-2 0,3 0-6,1 1-1,-1-1 1,1 0-1,-1 0 1,1 0 0,-1-1-1,1 1 1,-1-1 0,1 0-1,-1-1 1,1 1-1,0-1 1,0 0 0,0 0-1,0 0 1,0 0-1,0-1 1,0 0 0,-4-4-1,1 0-24,0-1 0,0 0 0,1-1 0,0 1 0,0-1 1,1-1-1,0 1 0,0-1 0,1 0 0,1 0 0,0 0 0,0 0 0,-2-18 0,19 26-17,109 6 445,220 35 1,-328-36-361,0 1 0,-1 0 1,1 1-1,-1 1 0,0 0 1,0 1-1,17 11 1,3 6 629,42 38 0,-40-31 192,-13-12-52,1-2-1,0 0 1,34 16-1,-54-32-714,-3-1-89,-1 0-1,0 0 1,1 0-1,-1 0 0,0 0 1,1 0-1,-1 0 1,1 0-1,-1 0 0,0 0 1,0 0-1,1 1 1,-1-1-1,0 0 1,1 0-1,-1 0 0,0 1 1,1-1-1,-1 0 1,0 0-1,0 0 0,0 1 1,1-1-1,-1 0 1,0 1-1,0-1 1,0 0-1,1 0 0,-1 1 1,0-1-1,0 1 1,0-1-133,-7-6-1570,-12-32-4891,12 20 319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13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8474,'0'0'10463,"23"-1"-7531,178-25-1977,131 17-910,-284 9-38,-45 0-9,-1 0-1,0 0 1,1 0 0,-1 0 0,1 0 0,-1 0 0,1 1 0,-1 0 0,0-1 0,1 1 0,-1 0 0,0 0 0,0 0 0,3 2 0,-4-2 7,0 1-1,0-1 1,0 1 0,0 0-1,0-1 1,-1 1 0,1 0-1,0 0 1,-1 0 0,1 0 0,-1 0-1,0-1 1,0 1 0,0 0-1,0 0 1,0 0 0,0 0 0,-1 3-1,0-1 11,0-1 0,0 1-1,0-1 1,0 1-1,-1-1 1,0 0 0,0 1-1,0-1 1,0 0 0,0 0-1,0-1 1,-1 1 0,0 0-1,1-1 1,-1 1-1,-6 3 1,-7 5 46,-34 17 0,42-23-50,-85 37 68,55-27-39,-36 22 1,73-36-45,0-1 0,0 0 0,0 1 1,0-1-1,0 1 0,0-1 0,1 1 1,-1-1-1,0 1 0,0 0 0,1 0 1,-1-1-1,0 1 0,1 0 0,-1 0 1,1 0-1,-1-1 0,1 1 1,-1 0-1,1 0 0,-1 0 0,1 0 1,0 0-1,0 0 0,0 0 0,-1 0 1,1 0-1,0 0 0,0 0 0,0 0 1,1 0-1,-1 0 0,0 0 0,0 0 1,0 0-1,1 0 0,-1 0 0,0 0 1,1 0-1,-1 0 0,1 0 0,0 1 1,2 1-16,0 0 0,0 0 1,0 0-1,0 0 0,0-1 0,0 1 1,1-1-1,6 3 0,14 7 0,137 74-120,-136-70 39,0 0 1,-1 2-1,-1 1 1,22 23-1,-41-38 78,-1 0 0,1 1 0,-1-1 0,0 1 0,0 0 0,0 0 0,-1 0 0,0 0 0,0 1 0,3 10 1,-5-14 23,1 0 0,-1 0 0,0 1 0,0-1 0,0 0 0,0 0 0,0 0 0,-1 1 0,1-1 0,-1 0 0,1 0 0,-1 0 0,0 0 0,0 0 0,1 0 0,-2 0 0,1 0 0,0 0 0,0 0 0,-1-1 0,1 1 0,-1 0 0,1-1 0,-1 1 0,1-1 0,-1 0 0,0 1 0,0-1 0,0 0 0,-2 1 0,-15 6 228,0-1 0,0-1 0,0-1 0,-1 0 0,0-2-1,-27 2 1,-128-3 1822,96-4-1193,-4 2-239,83 1-628,-1-1 1,1 0-1,0 0 0,0 0 0,0 0 0,-1 0 1,1 0-1,0 0 0,0 0 0,0 0 1,-1 0-1,1 0 0,0 0 0,0 0 0,-1 0 1,1 0-1,0 0 0,0 0 0,0 0 0,-1 0 1,1 0-1,0 0 0,0 0 0,0 0 1,-1 0-1,1 0 0,0 0 0,0-1 0,0 1 1,-1 0-1,1 0 0,0 0 0,0 0 1,0 0-1,0-1 0,0 1 0,0 0 0,-1 0 1,1 0-1,0-1 0,0 1 0,0 0 0,0 0 1,0 0-1,0-1 0,0 1 0,0 0 1,0-1-1,8-5-680,77-20-4068,-35 12-747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23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355 3 4929,'0'0'9269,"5"-3"-6722,-3 3-1000,-3 4 2747,-34 51-3983,-3-1-1,-2-2 1,-53 52-1,-38 51-300,128-153-5,-16 29 40,19-30-33,0-1 0,-1 1 0,1 0 0,0-1 0,0 1 0,0 0 0,-1-1 0,1 1 0,0 0 0,0 0 0,0-1 0,0 1 0,0 0 0,0-1 0,0 1 0,1 0 0,-1-1 0,0 1 0,0 0 0,0-1 0,1 1-1,-1 0 1,0-1 0,1 1 0,-1-1 0,1 1 0,-1 0 0,1-1 0,-1 1 0,1-1 0,-1 1 0,1-1 0,-1 0 0,1 1 0,-1-1 0,1 0 0,0 1 0,-1-1 0,1 0 0,0 1 0,-1-1 0,1 0 0,0 0 0,1 0 0,59 11 252,123 4 1,-102-10-248,217 1 175,-218-7 489,-81 1-665,-18-5-5642,15 3 4603,0-1-1,0 1 0,0-1 0,0 0 1,1 0-1,-1 0 0,-2-6 1,-2-8-6095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23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0 7210,'0'0'15275,"-170"128"-13275,120-69-559,5 1-305,12-4-488,7-5-288,11-7-192,9-11-120,3-7-48,3-11 0,0-3-496,0-6-696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26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12 3745,'0'0'7637,"5"-1"-7220,0-1 106,18-6-4,-9 7 6167,-13 15-3284,-1 33-2957,-1-21 3,1 578 1708,0-585-2028,-2 1 1,0 0 0,-1-1-1,-1 1 1,-1-1 0,0 0-1,-9 19 1,14-38-134,0 1 0,0-1 0,0 0 0,0 1 0,0-1 0,0 0 0,0 1 0,0-1 0,0 0 0,0 1-1,-1-1 1,1 0 0,0 1 0,0-1 0,0 0 0,0 1 0,0-1 0,-1 0 0,1 0 0,0 1 0,0-1 0,0 0 0,-1 0 0,1 1 0,0-1 0,0 0 0,-1 0-1,1 0 1,0 1 0,-1-1 0,1 0 0,0 0 0,-1 0 0,1 0 0,0 0 0,-1 0 0,1 0 0,0 0 0,-1 0 0,1 0 0,0 0 0,-1 0 0,1 0 0,0 0-1,-1 0 1,1 0 0,0 0 0,-1 0 0,1 0 0,0 0 0,-1 0 0,1-1 0,0 1 0,0 0 0,-1 0 0,1 0 0,0-1 0,0 1 0,-1 0 0,1 0 0,0-1-1,0 1 1,0 0 0,-1 0 0,1-1 0,0 1 0,0-1 0,-1-1-140,0 0 1,0 0-1,1 0 0,-1 0 1,1 0-1,0 0 0,-1 0 0,1 0 1,0 0-1,0 0 0,0 0 1,0 0-1,1-3 0,2-2-699,-1 0 0,1 1 0,0-1 0,0 1-1,1 0 1,0 0 0,0 0 0,0 1 0,10-10-1,23-18-8405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29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3793,'4'0'17430,"6"0"-13022,70-3-4626,-23 1 226,5 2-2,1-4 0,122-22 0,-170 23 491,-20 6 430,1-2-852,0 1-1,1 0 0,0 0 0,-1 0 0,1 0 0,-4 4 0,-72 107-34,-6 6 80,48-73 27,2 1 0,-59 102 0,83-128-116,10-20-23,0-1-361,0-1 111,0 0-1,0 1 1,0-1-1,0 0 1,0 0 0,0 0-1,0 0 1,0 0 0,0 0-1,1 0 1,-1 0-1,0 0 1,1 0 0,-1-1-1,1 1 1,-1 0 0,1 0-1,-1-2 1,-9-31-6601,9 31 4878,-5-13-6210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30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4033,'0'0'13877,"2"-1"-12484,3 0-1115,0 1 1,0-1-1,1 1 0,-1 0 1,0 0-1,0 0 0,0 1 1,1 0-1,-1 0 1,0 0-1,0 0 0,0 1 1,7 3-1,22 6 278,39 0 47,0-4 1,136-3 0,-145-4 3145,-68 0-5252,0 1 573,-1-1 0,1 1 0,0 0 0,0 0 0,-1 0 0,-3 2 0,-14 4-4539,-7-1-5140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32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1 4369,'0'0'14375,"-1"13"-13373,0-8-879,-1-1 1,0 1 0,0 0-1,0-1 1,-1 1 0,1-1-1,-1 0 1,0 0 0,-7 8-1,-38 35 961,34-35-960,3-1 13,0-2-52,1 1 1,0 0-1,-9 13 0,17-20-85,0 0-1,0 0 0,1-1 0,-1 1 1,1 0-1,-1 0 0,1 1 0,0-1 1,0 0-1,1 0 0,-1 0 0,1 1 1,-1-1-1,1 0 0,0 1 0,0-1 1,1 0-1,0 7 0,1-8 2,-1 0-1,1 0 0,-1 1 1,1-1-1,0 0 1,0-1-1,0 1 1,0 0-1,0-1 1,0 1-1,0-1 0,0 1 1,1-1-1,-1 0 1,1 0-1,-1 0 1,6 1-1,48 11 46,-55-13-45,80 9 9,-50-7-23,38 7 1,-61-7 13,1 0 0,-1 1 1,0-1-1,0 2 1,0-1-1,0 1 0,-1 0 1,0 1-1,9 5 1,-14-7-2,0 0 1,1 0 0,-1 0 0,0 0-1,-1 0 1,1 0 0,0 1 0,-1-1 0,0 1-1,0-1 1,0 1 0,0-1 0,0 1-1,-1 0 1,0-1 0,1 1 0,-1 0 0,-1-1-1,0 6 1,1-2 3,-1-1 1,0 1-1,-1 0 0,0-1 1,0 1-1,0-1 0,-1 1 1,0-1-1,-5 9 0,-1-4 63,-1 0 0,-1-1 1,1 0-1,-2 0 0,1-2 0,-1 1 0,-1-1 0,1-1 0,-1 0 0,-1-1 0,1 0 0,-1-1 1,-19 4-1,-15 2 604,0-2 0,-79 4 0,39-12-7,88-1-749,0-6-6383,10-7 3235,-8 12 2057,12-11-5443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33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3185,'1'0'18854,"13"-3"-18618,522 15 2942,-437-12-1339,-98 0-1406,-5 0-85,3 0-344,-11 0 19,0-1 0,0 2 0,0 0 0,0 0 0,0 1 0,1 0 0,-1 1 0,0 1 0,-15 6 0,26-9-272,9-1-7646,-6 0 6695,9 0-4504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47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117 244 2761,'0'0'8475,"5"5"-7032,-4-2 3797,-3 27-4990,-2 0 1,-1-1 0,-1 1-1,-17 45 1,2-1-158,13-39-68,6-23-13,0 0 0,-1-1 0,-1 1 0,0-1 0,0 0 1,-9 16-1,13-27-3,0 0 0,0 1 0,0-1 0,0 0 0,0 0 0,0 1 0,0-1 0,-1 0 0,1 1 0,0-1 0,0 0 0,0 0 0,-1 1 0,1-1 0,0 0 0,0 0 0,-1 1 0,1-1 0,0 0 0,0 0 0,-1 0 0,1 0 0,0 0 0,-1 1 0,1-1 0,0 0 0,-1 0 0,1 0 0,0 0 0,-1 0 0,1 0 0,0 0 0,0 0 0,-1 0 0,1 0 0,0 0 0,-1 0 0,1 0 0,0 0 0,-1-1 0,1 1 0,0 0 0,-1 0 0,1 0 0,0 0 0,0 0 0,-1-1 0,1 1 0,0 0 0,0 0 0,-1-1 0,1 1 0,0 0 0,0 0 0,0-1 0,-1 1 0,1 0 0,0-1 0,-6-18 165,5-6-143,1 1-1,1 0 1,1-1-1,1 1 1,1 0-1,2 0 1,0 1-1,11-28 1,4 2-50,1 0 0,48-74 0,-54 97 16,1 0 0,2 1 0,0 1 0,31-30 0,-48 53-5,-1 0-1,0 0 1,1 0-1,-1 0 1,1 0-1,-1 0 1,1 0 0,0 0-1,-1 1 1,1-1-1,0 0 1,-1 1-1,1 0 1,0-1-1,0 1 1,0 0 0,-1 0-1,1 0 1,0 0-1,0 0 1,2 1-1,-1 0 6,0 0 0,-1 0-1,1 0 1,0 1 0,0 0-1,-1-1 1,1 1-1,-1 0 1,1 0 0,-1 0-1,3 3 1,4 7 31,-1-1 1,0 1-1,-1 0 0,7 14 1,-14-24-25,5 12 114,0 0 0,-2 1 0,0-1 0,0 1-1,-1 0 1,-1 0 0,-1 0 0,0 0 0,-2 16 0,1 14 218,-2-15-159,0 1 1,-2 0-1,-1-1 0,-16 49 1,11-43-59,9-30 90,2-5-270,0 1 1,0-1-1,-1 0 1,1 0-1,0 0 0,-1 0 1,1 0-1,-1 0 1,1 0-1,-1 0 1,1 0-1,-1 0 0,0 0 1,-1 1-1,1-2-478,-1 1-1,0-1 1,0 1-1,1-1 1,-1 0-1,0 0 1,0 0 0,1 0-1,-1 0 1,0 0-1,0-1 1,-1 0-1,-8-1-4973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48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5657,'0'0'10380,"15"-9"-9619,49-27-9,-61 35-662,1-1-1,-1 1 1,0 0-1,0 0 0,0 0 1,1 0-1,-1 0 0,0 1 1,1 0-1,-1 0 1,1 0-1,-1 0 0,0 0 1,1 0-1,-1 1 0,0 0 1,1 0-1,-1 0 1,0 0-1,0 0 0,0 1 1,0-1-1,0 1 0,0 0 1,0 0-1,4 3 1,13 8 210,-8-8-218,0-1 1,-1 0-1,2-1 0,-1 0 0,0-1 0,0-1 0,1 1 0,-1-2 0,1 0 0,21-3 0,-12 0-46,-1-1-1,1-2 0,-1 0 1,0-1-1,23-11 0,-16 7-700,-24 15-1531,-11 11-648,-4 0-1548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49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62 276 2897,'0'0'9451,"9"7"-4250,-5 22-4464,-1 1 0,-2 0 0,-2 31-1,0-6-505,-2-28-208,0 1 1,-2-1-1,-1 0 0,-2 0 1,0 0-1,-2-1 0,-12 24 1,20-45-41,-2 2 140,3-15 53,1-1-162,-5-69 46,8-109 0,0 157-62,1 0 0,2 1 0,0 0 0,2 0 0,2 1 0,24-53 1,-24 61 16,0 1 0,1 1 0,1 0 0,1 0 1,1 1-1,0 1 0,1 0 0,1 1 0,26-19 1,-41 33-16,0 0 0,0 0 0,0 0 0,1 0 0,-1 1 0,0-1 0,1 0 0,-1 1 0,0-1 0,1 1 0,-1 0 0,1-1 0,-1 1 0,0 0 0,1 0 0,-1 0 0,1 0 0,-1 0 0,1 0 0,-1 0 0,1 0 0,-1 1 0,0-1 0,1 1 0,-1-1 0,1 1 0,-1-1 0,0 1 0,0 0 0,1 0 0,-1 0 0,0 0 0,0-1 0,0 2 0,0-1 0,0 0 0,0 0 0,1 2 0,3 5 20,-1 0-1,-1 0 1,0 0-1,0 0 1,3 13-1,-1-4 13,8 28-16,-3 1 0,-1 0 0,4 63 0,-7 141 475,-6-226-378,0-24-37,-11-20-3426,3 4 377,-3-1-1696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6:56:49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 9098,'0'0'11977,"18"-16"-11242,57-48-163,-73 62-536,1 0 0,0 0 0,-1 0 0,1 0 0,0 0 0,0 1 0,0-1 0,0 1 0,1 0-1,-1 0 1,0 0 0,0 0 0,1 1 0,-1-1 0,0 1 0,1 0 0,-1 0 0,0 0 0,1 0 0,3 1 0,9 1 49,90-1 450,-53 0-2186,-1 0-5725,-31-1-3153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09:28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1 399 3977,'1'0'11748,"5"7"-10856,6 97 1380,-4 0 1,-8 144-1,-1-108-1249,-9-26-564,5-144-10564,4 16 2744</inkml:trace>
  <inkml:trace contextRef="#ctx0" brushRef="#br0" timeOffset="2151.14">46 376 4857,'0'0'4356,"-6"-5"-4044,0 1-235,4 3-48,0 0-1,0 0 1,0-1-1,0 1 1,0-1-1,0 0 1,0 1 0,1-1-1,-1 0 1,0 0-1,-1-3 1,3 5 51,0 0 0,0-1 0,0 1 0,-1 0 0,1 0 0,0-1 0,0 1 0,0 0 0,0-1 0,0 1 0,0 0 0,0-1 0,0 1 0,0 0 0,0 0 0,0-1 0,0 1 0,0 0 1,0-1-1,0 1 0,0 0 0,0-1 0,0 1 0,1 0 0,-1 0 0,0-1 0,0 1 0,0 0 0,0 0 0,1-1 0,-1 1 0,0 0 0,0 0 0,0-1 0,1 1 0,-1 0 0,0 0 0,1-1 0,17-4 986,31 4-1087,-39 1 469,298-2 323,92-3-259,-113 11-42,-188-2-457,109-5 21,-75-1-330,-132 3 351,0 0-1,0 0 0,0-1 1,0 1-1,0 0 0,0 0 1,0 1-1,0-1 0,0 0 1,0 0-1,-1 0 0,1 1 0,0-1 1,-1 0-1,2 3 0,7 21 834,-7-16-710,-1-1 0,0 1 0,0-1 0,-1 1-1,0-1 1,0 1 0,-1-1 0,-3 15 0,-4 8 297,-12 31 0,3-9 25,6-11-298,3 1 0,2 0-1,1 0 1,3 0 0,1 1 0,7 60-1,-5-66-194,-5 53 1,0-3 247,-26-96-1101,-7 4 214,-71 1 0,20 2 619,-432-14 282,442 12 176,-119-8 170,150 6-250,-89-5 68,-58 15-98,194-9-5407</inkml:trace>
  <inkml:trace contextRef="#ctx0" brushRef="#br0" timeOffset="3110.39">364 335 4505,'0'0'7570,"10"28"-3056,-2 125-183,-8 76-2395,7 136-1002,-5-247-376,14-139-7065,-10 9 1061</inkml:trace>
  <inkml:trace contextRef="#ctx0" brushRef="#br0" timeOffset="3849.41">930 380 6065,'0'0'4752,"-1"-6"-4549,0-19 178,-2 57 4459,-11 25-1903,-1 4-1397,3 45-394,4 0 0,9 131 1,-1-199-973,0-23-83,0 0 1,1-1-1,1 1 1,0 0-1,1 0 1,1-1-1,6 18 1,-9-31-116,-2-26-5886,-3 10-1641</inkml:trace>
  <inkml:trace contextRef="#ctx0" brushRef="#br0" timeOffset="4856.74">106 671 992,'0'0'1897,"-9"-3"-1685,-2-1 268,-29-11 7743,150 16-1176,58 6-6402,27-3-631,237-24 0,-382 17-14,196 5 465,-160 2-331,41-1 2685,-165 11-6881,23-10-559</inkml:trace>
  <inkml:trace contextRef="#ctx0" brushRef="#br0" timeOffset="5768.58">40 843 3137,'0'0'8667,"9"0"-6760,119 11 3781,61 2-4257,183-34-1317,-34 1-71,96 29 2115,-412-7-1234,-15-1-694,-12 0-765,-4-1-60,-33 0-6199,13-2-3516</inkml:trace>
  <inkml:trace contextRef="#ctx0" brushRef="#br0" timeOffset="6875.41">602 717 7938,'0'0'8736,"9"-8"-4920,-10 13-3544,1 0 0,-1 0 0,0 1 1,-1-1-1,0 0 0,-2 5 0,2-5-224,0 1-1,0-1 0,1 0 0,-1 1 1,1-1-1,0 8 0,1-13 13,-8-26 599,8 22-662,-1-1-1,1 1 1,-1-1 0,2 0 0,-1 1-1,0-1 1,1 1 0,0-1-1,0 1 1,0 0 0,0-1-1,1 1 1,0 0 0,0 0 0,3-5-1,-3 6-1,-1 1 0,1 0 0,0-1 0,0 1-1,0 0 1,1 0 0,-1 0 0,1 0 0,-1 1-1,1-1 1,-1 1 0,1-1 0,0 1 0,0 0-1,-1 0 1,1 0 0,0 0 0,0 1 0,0-1-1,0 1 1,0 0 0,0 0 0,0 0-1,5 0 1,-6 2 7,-1-1 1,0 0-1,1 0 0,-1 1 0,0-1 0,0 0 1,0 1-1,0-1 0,0 1 0,0-1 0,0 1 0,-1 0 1,1-1-1,0 4 0,10 26 197,-11-30-187,1 3 66,-1 0-1,0 0 0,0 0 0,0 0 0,0 0 0,0 0 0,-1 0 1,0 0-1,-1 5 0,-2 10-877,4-19 678,0 0-1,0 1 0,0-1 1,0 1-1,0-1 0,0 0 1,0 1-1,0-1 1,-1 0-1,1 1 0,0-1 1,0 0-1,0 1 0,-1-1 1,1 0-1,0 1 0,0-1 1,-1 0-1,1 1 0,0-1 1,-1 0-1,1 0 1,0 0-1,-1 1 0,1-1 1,0 0-1,-1 0 0,0 0 1,-7 1-5725</inkml:trace>
  <inkml:trace contextRef="#ctx0" brushRef="#br0" timeOffset="7334.42">578 742 6481,'0'0'7217,"33"-3"-1838,-19 3-5317,28 0 728,-13 0-4434</inkml:trace>
  <inkml:trace contextRef="#ctx0" brushRef="#br0" timeOffset="8327.5">582 997 4657,'0'0'12567,"1"-3"-11436,1 0-1012,1 1 0,-1-1 0,0 1 1,1-1-1,0 1 0,-1 0 1,1 0-1,0 0 0,0 0 0,0 1 1,0-1-1,0 1 0,1 0 1,-1 0-1,0 0 0,1 0 0,-1 0 1,7 0-1,12-1-143,35-1 1,-56 3 23,-1 1 0,0-1 0,1 0 1,-1 0-1,0 0 0,1 0 0,-1 0 0,0 0 1,1 1-1,-1-1 0,0 0 0,0 0 1,1 0-1,-1 1 0,0-1 0,0 0 0,1 0 1,-1 1-1,0-1 0,0 0 0,0 1 1,1-1-1,-1 0 0,0 1 0,0-1 0,0 0 1,0 1-1,0-1 0,0 0 0,0 1 0,0-1 1,0 0-1,0 1 0,0-1 0,0 1 1,0-1-1,0 0 0,0 1 0,0-1 0,0 0 1,0 1-1,0-1 0,-1 0 0,1 1 0,0-1 1,0 0-1,0 0 0,-1 1 0,1-1 1,0 0-1,0 0 0,-1 1 0,-12 17 314,12-18-311,0 0 1,1 1-1,-1-1 1,0 0-1,0 1 0,0-1 1,1 1-1,-1-1 0,0 1 1,1 0-1,-1-1 1,1 1-1,-1 0 0,0-1 1,1 1-1,-1 0 0,1 0 1,0-1-1,-1 1 1,1 0-1,-1 1 0,13 8-1080,7 4 196,-18-13 847,0 0 0,0-1 0,0 1 0,0 0 0,-1 0 0,1 0 0,0 0 0,0 0 0,-1 0 0,1 0 0,0 0 0,-1 0 0,1 0 0,-1 0 0,0 0 0,1 1 0,-1-1 0,0 0 0,0 0 0,1 0 0,-1 1 0,0-1 0,0 0 0,0 0 0,-1 0 0,1 3 0,-1-3 86,0 0 1,-1 0-1,1 0 0,0 0 0,0 0 0,-1 0 1,1 0-1,0-1 0,-1 1 0,1 0 1,-1-1-1,1 1 0,-1-1 0,1 0 0,-1 1 1,1-1-1,-3 0 0,-7 1 335,1-1-1,0 0 1,-1-1-1,1 0 1,-12-3 0,9 0-313,-21-6 390,16 11-3204</inkml:trace>
  <inkml:trace contextRef="#ctx0" brushRef="#br0" timeOffset="9323.42">235 436 4537,'0'0'8737,"-7"3"-8032,4-3-598,1 1 0,-1 0 0,0 0 0,0 0 0,1 0 0,-1 0 0,1 1 0,-1-1 0,1 1 0,0 0 0,-1 0 0,1 0 0,0 0 0,0 0-1,0 0 1,1 0 0,-1 1 0,0-1 0,1 1 0,-1-1 0,1 1 0,0-1 0,0 1 0,0 0 0,0 0 0,1 0 0,-1-1 0,1 6 0,-1 5 172,1-4-237,-1 0-1,2 0 1,-1 0-1,3 13 1,-2-21-24,-1 1 0,0-1 0,1 0 0,-1 1 0,0-1 0,1 0 0,-1 0 0,1 1 0,0-1 0,0 0 0,-1 0 0,1 0 0,0 0 0,0 0 0,0 0 0,0 0 0,0 0-1,0 0 1,0-1 0,0 1 0,0 0 0,1-1 0,-1 1 0,0-1 0,0 1 0,1-1 0,-1 1 0,0-1 0,1 0 0,-1 0 0,0 0 0,1 1 0,-1-1 0,0-1 0,1 1 0,1 0 0,-1-1 14,1 0 0,-1 0 0,0-1 0,1 1 0,-1 0 0,0-1 0,0 1 1,0-1-1,0 0 0,0 0 0,0 0 0,0 0 0,-1 0 0,1 0 0,-1 0 0,0-1 0,1 1 0,-1-1 0,0 1 0,0 0 0,-1-1 0,2-3 0,1-4-2,-1-1 1,0 1-1,0-1 0,0-12 0,-2 20-4,1 1 0,-1-1-1,0 0 1,0 1 0,-1-1-1,1 0 1,0 1 0,-1-1-1,0 0 1,1 1 0,-1-1-1,0 1 1,0-1 0,-1 1-1,1 0 1,0 0 0,-1-1-1,-2-1 1,2 2 5,-1 0 0,0 1 0,0-1 1,0 1-1,0 0 0,-1 0 0,1 0 0,0 0 0,0 0 0,-1 1 1,1-1-1,0 1 0,0 0 0,-5 1 0,-5 2-761,13-3 652,0 1 0,0-1 0,0 0 0,0 1 0,0-1 0,0 0 0,0 1 0,0-1 0,0 1 0,0-1 0,1 0 0,-1 1 0,0-1 0,0 0-1,0 1 1,1-1 0,-1 0 0,0 0 0,1 1 0,-1-1 0,0 0 0,0 0 0,1 1 0,-1-1 0,0 0 0,1 0 0,-1 0 0,0 0 0,1 1-1,-1-1 1,1 0 0,0 0 0,7 4-4801</inkml:trace>
  <inkml:trace contextRef="#ctx0" brushRef="#br0" timeOffset="11094.3">1054 435 5065,'0'0'7766,"22"-14"-3827,-13 11-3481,-1 0-1,1 0 1,-1 1-1,1 0 1,16 0-1,-22 1-449,1 1 0,-1 0 0,0 0 0,0 0 0,1 0 0,-1 0 0,0 1 0,0-1 0,0 1 0,1 0 0,-1 0 0,0 0 0,0 1 0,0-1 0,0 1 0,-1-1 0,1 1 0,4 4 0,-6-5 15,-1-1 0,1 1 0,-1 0 0,1 0 0,-1 0 0,1 0 0,-1 0 0,1 0 0,-1 0 0,0 0 0,0 0 0,0 0 0,1 0 0,-1 0 0,0 0 0,0 0 0,0 0 0,0 0 1,-1 0-1,1 0 0,0 0 0,0 0 0,-1 0 0,0 1 0,0 0 52,0 1 0,-1-1 0,1 0 0,-1 0 0,0 0 0,0 0 0,0 0 0,0 0 0,-3 1 0,-6 4 182,0 0 1,0-1 0,-13 4 0,21-8-248,3-2-9,0 0 0,0 0-1,0 0 1,0-1 0,-1 1 0,1 1 0,0-1 0,0 0-1,0 0 1,0 0 0,0 0 0,0 0 0,0 0-1,0 0 1,0 0 0,-1 0 0,1 0 0,0 0-1,0 0 1,0 0 0,0 0 0,0 0 0,0 0-1,0 0 1,0 0 0,0 0 0,0 0 0,0 0-1,0 1 1,0-1 0,0 0 0,0 0 0,0 0 0,-1 0-1,1 0 1,0 0 0,0 0 0,0 0 0,0 0-1,0 1 1,0-1 0,0 0 0,0 0 0,0 0-1,0 0 1,0 0 0,0 0 0,1 0 0,-1 0-1,0 0 1,0 0 0,0 1 0,0-1 0,0 0 0,0 0-1,0 0 1,0 0 0,0 0 0,0 0 0,0 0-1,0 0 1,0 0 0,0 0 0,0 0 0,0 0-1,1 0 1,-1 1 0,11 2 92,23 2 50,-24-3-159,-6-1-20,1 0-1,0 0 1,0 1 0,-1-1 0,1 1-1,-1 1 1,0-1 0,1 1 0,-1-1-1,5 5 1,-8-6 29,0 0-1,0 0 0,0 0 0,0 0 1,-1 0-1,1 0 0,0 0 1,0 0-1,-1 0 0,1 0 0,-1 1 1,1-1-1,-1 0 0,1 0 1,-1 1-1,0-1 0,0 0 1,1 1-1,-1-1 0,0 0 0,0 0 1,0 1-1,0-1 0,-1 0 1,1 1-1,0-1 0,-1 0 1,1 0-1,0 1 0,-1-1 0,0 0 1,1 0-1,-1 0 0,0 0 1,1 0-1,-1 0 0,0 0 1,0 0-1,0 0 0,0 0 0,0 0 1,0 0-1,-1 0 0,-5 5 249,-1-2 1,1 1-1,-1-1 0,1 0 0,-1-1 1,0 0-1,0 0 0,-1-1 0,1 0 0,-1 0 1,1-1-1,-1 0 0,1 0 0,-10-1 0,13-5-677</inkml:trace>
  <inkml:trace contextRef="#ctx0" brushRef="#br0" timeOffset="12403.65">1559 589 1672,'0'0'3787,"-8"0"-3734,-40 3-30,47 0-147,8 2 2070,11 1 5819,-8-7-7229,1-1 0,0 0 0,-1 0-1,0-1 1,11-4 0,13-4-301,441-70 0,-171 37 469,-279 37 109,15-1 3544,-73 8-5309,17 5-5171,9-3 103</inkml:trace>
  <inkml:trace contextRef="#ctx0" brushRef="#br0" timeOffset="12748.8">2411 321 9858,'0'0'9143,"9"0"-8113,71 5 255,-70-4-1187,0 1 0,0 0 0,0 0-1,0 1 1,0 0 0,-1 1-1,10 5 1,-18-9-88,-1 1 0,1-1 0,0 0 0,-1 1 0,1-1 1,-1 1-1,1-1 0,-1 1 0,1-1 0,-1 1 0,0-1 0,1 1 0,-1 0 0,0-1 0,1 1 0,-1 0 0,0-1 1,0 1-1,1 0 0,-1-1 0,0 1 0,0 0 0,0-1 0,0 1 0,0 0 0,0-1 0,0 1 0,0 0 0,0-1 1,-1 1-1,1 0 0,0-1 0,0 1 0,-1 0 0,1-1 0,0 1 0,0 0 0,-1-1 0,1 1 0,-1-1 0,1 1 0,-1-1 1,1 1-1,-1-1 0,1 1 0,-1-1 0,1 1 0,-1-1 0,0 0 0,0 1 0,-39 24 1273,30-20-846,8-4-500,-34 26 1243,35-26-1308,0-1 1,0 1-1,1 0 1,-1 0 0,0 0-1,0 0 1,0 0-1,1 0 1,-1 0 0,0 0-1,1 0 1,-1 0-1,1 0 1,-1 0 0,1 0-1,-1 1 1,1-1-1,0 0 1,0 0 0,0 0-1,0 1 1,0-1-1,0 0 1,0 0 0,0 1-1,0-1 1,0 0-1,1 0 1,-1 0 0,0 1-1,1-1 1,0 1 0,5 2-6811</inkml:trace>
  <inkml:trace contextRef="#ctx0" brushRef="#br0" timeOffset="13348.14">2659 152 7274,'0'0'13093,"0"5"-11990,-3 50 535,-3-1 1,-20 87-1,12-75-1259,-6 78 0,17 25-256,3-117-635,-11-97-11065,6 22 1865</inkml:trace>
  <inkml:trace contextRef="#ctx0" brushRef="#br0" timeOffset="14962.83">2648 62 5209,'0'0'5177,"9"0"-3973,78-5 1165,113-20-1,55-5-2405,-143 29 58,160 19 1,-176-13 91,177-12 1,-51-3-2335,-67 18-6192,-86-3 8295,-49-4 1189,72 1 5530,-83-2-6463,-1-1-1,1 0 1,-1-1 0,14-4 4872,-49 25-4155,20-10-629,0 0 0,1 0 0,0 1 0,0 0 0,1 1 0,1-1 0,0 1 0,-4 13 0,-17 96 940,17-77-965,-4 18 182,-9 53 167,-48 146 0,60-231-406,1 2 1,2-1-1,1 1 1,1 0-1,2 59 1,2-90-121,-41-6 38,-23-11-269,-104-13-1,89 18 145,-22-5 11,-352-55-58,-3 29 96,347 36 28,-47-1 1852,154 11-1778,0 0-1,1 0 1,-1 0-1,0 0 1,-1 0-1,1 0 1,0 0-1,-1-1 1,1 1-1,-1-1 1,0 1-1,0-1 1,-4 2-1,-2 3 20,-33 28-768,52-42-9939,-1-1-685</inkml:trace>
  <inkml:trace contextRef="#ctx0" brushRef="#br0" timeOffset="15595.54">3179 240 784,'0'0'5123,"8"-8"-4909,6-9-56,0 0 0,-2-1 0,13-21 0,-9 11 3877,0-1 3293,-25 72-4216,4-12-2478,-12 78 784,5 0 1,3 145-1,-3 27-1091,7-244-162,1-6-971,3-11-3195</inkml:trace>
  <inkml:trace contextRef="#ctx0" brushRef="#br0" timeOffset="15957.34">3739 65 10122,'0'0'5135,"-3"11"-3032,-79 383 6042,65-280-6987,-1 187 0,18-290-1292,-1 22-7,1-32-31,0 0 1,0 0-1,0 0 0,-1 0 1,1 0-1,0 0 1,-1 0-1,1-1 0,-1 1 1,1 0-1,-1 0 0,1 0 1,-1 0-1,1 0 1,-1-1-1,0 1 0,0 0 1,1-1-1,-1 1 0,0 0 1,0-1-1,0 1 0,0-1 1,0 1-1,-1 0 1,-12 0-5421</inkml:trace>
  <inkml:trace contextRef="#ctx0" brushRef="#br0" timeOffset="16651.88">2720 297 5657,'0'0'8221,"-4"-1"-7580,-5-1 135,10 2-115,24 3 350,42 4-23,139 5 9,831 68-1982,-981-73 1376,93 10-1122,-46-12 6436,-123-13-2454,3 1-3304,10 6-27,0 0 0,0 0 0,0 1 0,0-1 0,0 1 0,0 1 0,-13 2 0,-24 8-7623,36-9 5421,-11 2-6517</inkml:trace>
  <inkml:trace contextRef="#ctx0" brushRef="#br0" timeOffset="17251.06">2482 598 2216,'0'0'7099,"0"-8"-6357,-3-26-51,2 33-611,0 0 1,1-1 0,-1 1 0,0-1 0,0 1 0,0 0 0,0 0-1,0 0 1,0-1 0,0 1 0,0 0 0,0 0 0,0 0-1,-1 1 1,1-1 0,0 0 0,-1 0 0,1 1 0,-2-4 3878,3 4-3816,271 10 4924,134 31-3385,32 3-1595,-56-25-81,-251-16 3220,-184-2-5389,20 1-2426,15-2-414</inkml:trace>
  <inkml:trace contextRef="#ctx0" brushRef="#br0" timeOffset="18685.88">3213 391 4297,'0'0'10121,"3"0"-9170,4-1-969,21-2 4290,-27 3-4163,0 0 0,0 0 1,0 1-1,0-1 0,-1 0 0,1 0 1,0 1-1,0-1 0,0 0 0,0 1 0,0-1 1,-1 1-1,1-1 0,0 1 0,0-1 0,-1 1 1,1 0-1,0-1 0,-1 1 0,1 0 0,-1 0 1,1-1-1,-1 1 0,1 0 0,-1 0 0,0 0 1,1 1-1,2 7 30,10 48 105,-13-53-235,1 0-1,-1 0 1,0 0-1,0 0 1,0 0-1,0 0 1,-1 0-1,0 0 1,0 1-1,0-2 1,-2 7-1,-14-45 334,15 31-354,1-1 0,-1 1 0,1 0 0,1 0 0,-1-1 0,1 1 0,-1 0 0,1-1 0,0 1 0,1 0 0,-1-1 0,1 1 0,0 0 0,0 0 1,3-8-1,-2 9-21,0-1 0,1 1 1,-1 0-1,1 1 1,-1-1-1,1 0 1,0 1-1,0-1 0,0 1 1,1 0-1,-1 0 1,0 0-1,1 1 0,-1-1 1,1 1-1,0 0 1,7-2-1,1 0-102,-1-1 1,1 2-1,1 0 0,-1 0 1,0 1-1,0 1 0,1 0 1,17 3-1,-29-3 132,1 1 0,-1-1 0,0 1 0,0 0 0,0-1 0,0 1-1,0 0 1,0 0 0,0 0 0,0 0 0,0 0 0,0 0 0,0 0 0,0 0 0,-1 0 0,1 1 0,0-1 0,-1 0 0,1 0 0,-1 1 0,0-1 0,1 0-1,-1 1 1,0-1 0,0 0 0,0 1 0,0-1 0,0 0 0,0 1 0,0 1 0,0-1 28,-1-1 0,1 1 1,0 0-1,-1 0 0,1 0 0,-1 0 1,1 0-1,-1-1 0,0 1 0,0 0 0,0 0 1,0-1-1,0 1 0,0-1 0,0 1 1,-1-1-1,1 1 0,0-1 0,-1 0 0,-2 2 1,-1-1 49,0 0 0,0 0 0,0-1 0,0 0 0,0 0 0,0 0 0,-1 0 0,1-1 0,0 0 0,0 0 0,-1-1 0,1 1 0,0-1 0,0 0 0,0 0 0,0-1 0,0 0 0,0 1 0,-9-6 0,50 3-251,-20 4-15,1 1 0,24 5 1,-35-5 46,0 0 0,0 1 0,0 0 1,0 0-1,0 0 0,0 1 0,-1 0 1,1 0-1,8 7 0,-12-9 135,-1 0 1,0 0-1,0 0 0,0 0 0,0 0 0,0 1 0,0-1 1,0 0-1,0 1 0,0-1 0,-1 0 0,1 1 1,-1-1-1,1 1 0,-1-1 0,1 1 0,-1-1 0,0 1 1,0-1-1,1 1 0,-1-1 0,0 1 0,-1-1 0,1 1 1,0 0-1,0-1 0,-1 1 0,1-1 0,-1 1 0,1-1 1,-1 0-1,0 1 0,1-1 0,-1 0 0,0 1 1,0-1-1,0 0 0,0 0 0,0 0 0,0 1 0,0-1 1,0 0-1,-1-1 0,-1 2 0,-1 2 196,-1-1-1,0 0 0,0 0 1,0 0-1,0-1 1,-1 0-1,1 0 1,0 0-1,-1 0 0,-9 1 1,6-3-86,1 1-1,-1-1 1,1 0 0,-1-1 0,1 0-1,-1 0 1,1-1 0,0 0 0,-1-1-1,1 1 1,0-2 0,-11-5 0,19 9-251,0 0 0,0 0 0,0 1 0,0-1 1,-1 0-1,1 0 0,0 0 0,0 0 1,0 1-1,0-1 0,0 0 0,0 0 1,0 0-1,-1 0 0,1 1 0,0-1 1,0 0-1,0 0 0,0 0 0,0 1 1,0-1-1,0 0 0,0 0 0,0 0 1,0 1-1,0-1 0,0 0 0,0 0 1,0 0-1,0 1 0,0-1 0,0 0 1,1 0-1,-1 0 0,0 1 0,0-1 1,0 0-1,0 0 0,0 0 0,0 0 1,1 1-1,-1-1 0,0 0 0,0 0 1,0 0-1,0 0 0,1 0 0,-1 1 1</inkml:trace>
  <inkml:trace contextRef="#ctx0" brushRef="#br0" timeOffset="20901.72">2801 107 4081,'0'0'5902,"2"-3"-5060,-1 1-625,-1 1-1,1 0 1,0 0 0,0 0 0,0-1-1,0 1 1,0 0 0,0 0-1,0 1 1,0-1 0,1 0-1,-1 0 1,0 0 0,1 1 0,-1-1-1,0 1 1,3-1 0,32-3 2191,-32 4-2325,134 0 664,-138 0-718,1 0 0,0 0 0,-1 0 1,1-1-1,0 1 0,-1 0 0,1 0 0,0 0 0,-1 1 1,1-1-1,0 0 0,-1 0 0,1 0 0,0 0 1,-1 1-1,1-1 0,-1 0 0,1 1 0,0-1 0,-1 0 1,1 1-1,-1-1 0,1 1 0,-1-1 0,1 1 1,-1-1-1,1 1 0,-1-1 0,0 1 0,1-1 0,-1 2 1,0-1 64,-1 0 0,1 0 0,-1 0 1,1 0-1,-1 0 0,0 0 0,0 0 1,1 0-1,-1 0 0,0 0 0,0 0 1,0 0-1,0 0 0,-2 1 0,-47 26 1535,47-27-1719,3 0 90,-1-1 1,1 0-1,-1 1 1,1-1-1,-1 0 1,1 1-1,-1-1 1,1 1-1,0-1 0,-1 1 1,1-1-1,0 1 1,-1 0-1,1-1 1,0 1-1,0-1 1,0 1-1,-1-1 0,1 1 1,0 0-1,0-1 1,0 1-1,0 0 1,0-1-1,0 1 1,0-1-1,0 1 0,0 0 1,0-1-1,1 1 1,-1-1-1,0 1 1,0 0-1,1-1 1,-1 1-1,0-1 0,1 1 1,-1-1-1,0 1 1,1-1-1,-1 1 1,1-1-1,0 1 1,23 24-122,-20-22 70,3 3-91,-5-5 50,0 1 0,0-1 0,1 1 0,-1 0 0,0 0 0,-1 0 0,1 0 0,0 0 0,0 1 0,-1-1 0,0 0 0,2 4 0,-35-6 67,-118-7 1663,166 10-1986,-6-2-1446,0 0-3519</inkml:trace>
  <inkml:trace contextRef="#ctx0" brushRef="#br0" timeOffset="22934.81">3553 650 4001,'0'0'6957,"-20"8"-1486,6-2-4867,-2 2-418,1 0 1,0 1-1,0 1 1,1 1-1,0 0 0,1 1 1,1 0-1,-17 21 1,28-32-175,0-1 1,0 1-1,0 0 1,1 0 0,-1 0-1,1 0 1,-1 0-1,0 0 1,1 0 0,0 0-1,-1 0 1,1 0-1,0 0 1,-1 0-1,1 0 1,0 0 0,0 0-1,0 1 1,0-1-1,0 0 1,0 0 0,0 0-1,0 0 1,1 0-1,-1 0 1,0 0-1,1 0 1,-1 0 0,1 0-1,-1 0 1,1 0-1,-1 0 1,1 0 0,0 0-1,-1 0 1,1 0-1,0 0 1,0-1 0,0 1-1,-1 0 1,1-1-1,0 1 1,0 0-1,0-1 1,0 1 0,0-1-1,0 0 1,0 1-1,1-1 1,-1 0 0,0 0-1,0 1 1,2-1-1,4 1 37,1 0 0,-1-1 0,1 0-1,-1 0 1,1 0 0,-1-1 0,9-2-1,-16 3-35,1 0 0,0 0 0,0 0 0,0 0 0,0 0 0,-1 0 0,1-1 0,0 1 0,0 0 0,-1-1 0,1 1 0,0-1 0,0 1 0,-1-1 0,1 1-1,0-1 1,-1 1 0,1-1 0,-1 1 0,1-1 0,-1 0 0,1 1 0,-1-1 0,1 0 0,-1 0 0,0 1 0,1-1 0,-1 0 0,0 0 0,0 0 0,1 0 0,-1 1 0,0-1 0,0 0 0,0 0-1,0 0 1,0 0 0,0-1 0,-1 1 4,0-1 1,1 1-1,-1-1 0,0 1 0,0 0 0,0-1 0,1 1 0,-1 0 0,-1 0 0,1 0 0,0-1 0,0 1 0,0 0 1,-1 1-1,1-1 0,0 0 0,-1 0 0,1 1 0,-3-2 0,3 2-12,-8-3 326,-1 0 1,0 0-1,0 1 0,-16-1 1,25 3-247,22 0-32,17 3-2174,-19-2-2470</inkml:trace>
  <inkml:trace contextRef="#ctx0" brushRef="#br0" timeOffset="24141.97">4148 142 4793,'0'0'8179,"6"-3"-7032,-1 2-866,-2 1-194,-1 0-1,0-1 0,0 1 0,0-1 1,0 1-1,0-1 0,0 0 0,0 0 1,0 0-1,0 0 0,0 0 0,0-1 1,-1 1-1,3-2 0,-4 3-15,0-1 0,0 1 0,0-1-1,0 1 1,1-1 0,-1 1 0,0-1 0,0 1 0,0-1 0,0 1-1,0-1 1,0 1 0,0-1 0,0 1 0,0-1 0,0 1-1,0-1 1,-1 1 0,1-1 0,0 1 0,0-1 0,0 1 0,-1-1-1,1 1 1,0-1 0,-1 1 0,1 0 0,0-1 0,-1 1 0,1 0-1,0-1 1,-1 1 0,1 0 0,-1-1 0,1 1 0,-1 0-1,1 0 1,0-1 0,-1 1 0,1 0 0,-1 0 0,1 0 0,-1 0-1,1 0 1,-1 0 0,1 0 0,-1 0 0,0 0 0,-28-7-105,28 7 95,-5-1-55,-7-1 1,1 0-1,-1 1 1,1 1 0,-16 1-1,26-1-1,0 0 0,0 0 0,0 0 0,0 1 0,0-1 0,0 1 0,0-1 0,1 1 0,-1 0 1,0-1-1,0 1 0,1 0 0,-1 0 0,0 1 0,1-1 0,-1 0 0,1 0 0,0 1 0,-1-1 0,1 1 0,0-1 0,0 1 0,0-1 0,0 1 0,0 0 0,0-1 0,0 1 0,1 0 0,-1 0 0,1 0 0,-1 0 0,1 0 0,0-1 0,0 5 0,-1-4 11,1-1 0,0 1 0,0 0-1,0-1 1,0 1 0,1 0 0,-1-1-1,0 1 1,1-1 0,-1 1 0,1-1 0,-1 1-1,1-1 1,0 1 0,0-1 0,-1 0-1,1 1 1,0-1 0,0 0 0,0 1 0,1-1-1,-1 0 1,0 0 0,0 0 0,1 0 0,-1 0-1,0-1 1,1 1 0,1 1 0,2-1 14,0-1 0,0 1 1,-1-1-1,1 1 1,0-2-1,0 1 0,0 0 1,-1-1-1,7-1 1,-7 1-27,1-1 0,0 1 1,-1-1-1,0 0 0,1 0 1,4-4-1,-9 6 66,1-1-1,-1 1 1,0 0-1,0-1 1,1 1-1,-1 0 1,0-1-1,1 1 1,-1 0-1,1 0 1,-1 0-1,0-1 1,1 1-1,-1 0 1,1 0-1,-1 0 1,0 0-1,1 0 1,-1 0-1,1-1 1,-1 1-1,1 0 1,-1 0-1,0 1 1,1-1-1,-1 0 1,1 0-1,0 0 1,-9 28 2055,1-10-1635,1 0-1,1 1 1,0 0-1,1 0 0,-1 33 1,5-52-313</inkml:trace>
  <inkml:trace contextRef="#ctx0" brushRef="#br0" timeOffset="25649.38">1507 1137 856,'0'0'10189,"10"1"-8793,17 3-466,0 1 0,-1 1-1,1 2 1,45 19-1,107 59 736,-154-73-1506,148 90 579,-26-14 1333,-111-72-1395,0-2-1,1-1 1,42 10 0,-76-24-632,-8 2 241,-11 3 558,9-6-3970,4-6-4703,2-2-1945</inkml:trace>
  <inkml:trace contextRef="#ctx0" brushRef="#br0" timeOffset="25986.3">2340 1392 12515,'0'0'8564,"9"0"-7084,-4 1-1296,0-1-1,0 1 0,0-1 0,0 2 0,0-1 0,0 0 0,0 1 0,0 0 0,0 0 0,-1 0 1,1 1-1,-1 0 0,1 0 0,-1 0 0,0 0 0,5 6 0,21 31 584,-28-38-736,-1 1-1,0 0 1,1-1 0,-1 1-1,0 0 1,0 0 0,-1 0-1,1 0 1,-1 0 0,1 0-1,-1 0 1,0 0 0,0 0-1,-1 3 1,-1-3 25,0 0 0,-1-1-1,1 1 1,-1-1 0,0 0 0,1 0-1,-1 0 1,0 0 0,0 0 0,0-1-1,-1 1 1,1-1 0,-5 1 0,-6 4-26,10-3-52,0-1-1,-1 1 1,1 0 0,0 0-1,0 1 1,1-1-1,-7 8 1,-6 18-4216,11-17-1299</inkml:trace>
  <inkml:trace contextRef="#ctx0" brushRef="#br0" timeOffset="26427.35">2630 1335 8250,'0'0'10350,"-1"15"-8627,-7 60-22,-18 294 2278,32 44-3706,-18-436-8908,6 4-636</inkml:trace>
  <inkml:trace contextRef="#ctx0" brushRef="#br0" timeOffset="27338.67">2691 1311 7138,'0'0'3748,"11"-1"-2098,152 2 2676,94 11-2497,-27-1-1056,677 42-185,-805-42-287,78 7-497,-59-14 6339,-151-9-5270,28 4-874,1 1-1,-1-1 1,0 0 0,0 1-1,0-1 1,0 1-1,0 0 1,0 0 0,0 0-1,0 0 1,0 0-1,0 0 1,0 0 0,0 1-1,0-1 1,0 1-1,0-1 1,0 1-1,0 0 1,0 0 0,0 0-1,1 0 1,-1 0-1,0 0 1,1 0 0,-1 0-1,-1 3 1,-7 7 14,1 0 1,0 1-1,1 1 1,0-1 0,1 1-1,0 0 1,1 1-1,-7 23 1,-1 14 114,-7 54 0,17-83-98,-8 50 123,-2 105 0,14 74-19,2-107 177,-2-144-302,0 1 0,0-1 0,0 0 0,0 1 0,0-1 1,0 0-1,0 1 0,0-1 0,0 0 0,0 1 0,0-1 1,0 0-1,0 0 0,0 1 0,-1-1 0,1 0 0,0 1 1,0-1-1,0 0 0,0 0 0,-1 1 0,1-1 0,0 0 0,0 0 1,0 1-1,-1-1 0,1 0 0,0 0 0,0 0 0,-1 1 1,1-1-1,0 0 0,-1 0 0,1 0 0,0 0 0,-1 0 0,1 0 1,0 0-1,0 0 0,-1 0 0,1 0 0,0 0 0,-1 0 1,1 0-1,0 0 0,-1 0 0,1 0 0,0 0 0,-1 0 1,1 0-1,0 0 0,0 0 0,-1-1 0,1 1 0,0 0 0,-1 0 1,1 0-1,0 0 0,0-1 0,-1 1 0,-24-19 18,10 8-12,1 3-42,-1 0-1,-1 2 1,1 0 0,-1 1 0,-21-5 0,-87-9-221,96 15 209,-779-38-839,141 16 1043,626 23-154,22 3-11,1-2 0,-1 0 0,1 0 1,0-2-1,-28-9 0,44 13-17,1 0 0,-1 0-1,1 0 1,-1-1 0,1 1 0,0 0 0,-1 0 0,1 0 0,-1-1-1,1 1 1,0 0 0,-1-1 0,1 1 0,0 0 0,-1-1 0,1 1-1,0 0 1,0-1 0,-1 1 0,1-1 0,0 1 0,0 0-1,0-1 1,0 1 0,-1-1 0,1 1 0,0-1 0,0 1 0,0-1-1,0 1 1,0-1 0,0 1 0,0 0 0,0-1 0,0 1-1,0-1 1,1 1 0,-1-1 0,0 1 0,0-1 0,0 1 0,0 0-1,1-1 1,-1 1 0,0-1 0,1 1 0,-1 0 0,0-1-1,0 1 1,1 0 0,-1-1 0,1 1 0,-1 0 0,24-18-2187,-20 16 1721,16-13-2868,0 2-2184</inkml:trace>
  <inkml:trace contextRef="#ctx0" brushRef="#br0" timeOffset="27748.67">3116 1398 7666,'0'0'8896,"6"2"-7844,-5-1-959,1-1-1,0 0 1,-1 1-1,0 0 1,1-1-1,-1 1 1,1 0-1,-1 0 1,0 0-1,1-1 1,-1 2-1,0-1 1,0 0-1,0 0 1,0 0-1,0 0 1,2 3-1,-2 1 209,1-1 0,-1 1 0,0-1 0,-1 1 0,1 0-1,-1-1 1,0 8 0,-3 100 2506,-30 189 0,0-15-1846,32-186-2148,1-78-5139,0-33 1125</inkml:trace>
  <inkml:trace contextRef="#ctx0" brushRef="#br0" timeOffset="28095.72">3843 1325 8690,'0'0'6384,"-3"13"-4160,-47 201 4457,33-124-4662,-9 165 0,23 71-902,3-323-1133,0 0 0,0 1 0,-1-1 0,1 1-1,-1-1 1,0 0 0,0 0 0,0 1 0,0-1-1,-1 0 1,0 0 0,1 0 0,-1 0 0,0-1 0,-4 6-1,4-7-119,0 1-1,0-1 1,-1 1-1,1-1 1,0 0-1,-1 1 1,1-1 0,-1 0-1,1-1 1,-1 1-1,0 0 1,1-1-1,-1 0 1,0 1-1,1-1 1,-1 0-1,0 0 1,1-1-1,-5 0 1,-28-9-4759,0-6-3529</inkml:trace>
  <inkml:trace contextRef="#ctx0" brushRef="#br0" timeOffset="28585.73">2535 1649 6481,'0'0'3545,"9"0"-2207,152-8 5207,897-63-6808,-1019 71 304,310 5-3061,-115 13 8181,-227-15-1409,-15 2-2378,-17 3-1159,23-7 7,-38 13-685,-1-1-3036,-4-4-4235,13-6-3160</inkml:trace>
  <inkml:trace contextRef="#ctx0" brushRef="#br0" timeOffset="29058.62">2263 1932 3329,'0'0'2838,"8"0"-107,27-1 1185,39-7-1,57-4 671,913 54-3398,-623-18-1205,-218-20 2309,-203-4-2238,0 0 0,0 0 1,0 0-1,0 0 0,0 0 1,0 0-1,0 0 0,0 0 1,0 0-1,0 0 1,0 0-1,0 0 0,0 0 1,0 0-1,0 0 0,0 0 1,0 0-1,0-1 0,0 1 1,0 0 488,0 0-488,-11-4 413,-15-3-736,-3 5-1396,-15-2-5693,25 0 765</inkml:trace>
  <inkml:trace contextRef="#ctx0" brushRef="#br0" timeOffset="29705.38">3446 1706 3305,'0'0'7796,"3"1"-6610,18 3 7722,-49-7-6697,24 3-2185,-11-1 205,0 1 1,0 0-1,-21 3 1,33-2-178,0-1 1,0 1-1,0 0 1,0 0-1,-1 0 0,1 1 1,1-1-1,-1 1 1,-5 3-1,7-4-40,0 0-1,0 0 1,0 0-1,0 0 1,0 0-1,1 1 1,-1-1-1,0 0 1,1 0-1,-1 1 1,1-1-1,-1 0 1,1 1-1,-1-1 1,1 1 0,0-1-1,0 0 1,0 1-1,0-1 1,0 1-1,0-1 1,0 0-1,1 2 1,0 0-1,0-1 0,0 0 1,0 0-1,0 1 0,1-1 1,-1 0-1,1 0 0,-1-1 1,1 1-1,0 0 0,0 0 1,0-1-1,0 1 0,0-1 1,0 0-1,0 1 0,2 0 1,46 19 64,-39-17-75,0 1-20,-6-3-21,0 0 0,-1 0-1,1 0 1,0-1 0,0 1-1,9 0 1,-14-2-36,0 0 1,0 0-1,1 0 1,-1 0-1,0 0 1,0 0-1,0 0 1,0 0-1,1-1 1,-1 1-1,0 0 1,0 0-1,0 0 1,0 0-1,0 0 1,1 0-1,-1 0 1,0 0-1,0-1 1,0 1-1,0 0 1,0 0-1,0 0 1,0 0-1,1 0 1,-1-1-1,0 1 1,0 0-1,0 0 1,0 0-1,0 0 1,0-1-1,0 1 1,0 0 0,0 0-1,0 0 1,0 0-1,0-1 1,0 1-1,0 0 1,0 0-1,0-1-412,0-7-5417</inkml:trace>
  <inkml:trace contextRef="#ctx0" brushRef="#br0" timeOffset="31898.83">3282 2047 3121,'0'0'6165,"15"3"2431,0-5-8156,0 0 0,0 1 0,0 1 0,22 2 0,4 0-326,-41-2-106,0 0 0,0-1 0,0 1-1,0 0 1,1 0 0,-1 0 0,0 0-1,0 0 1,0 0 0,0 0-1,1 0 1,-1 0 0,0 0 0,0 0-1,0 0 1,0 0 0,1 0 0,-1 1-1,0-1 1,0 0 0,0 0 0,0 0-1,0 0 1,1 0 0,-1 0 0,0 0-1,0 0 1,0 0 0,0 1 0,0-1-1,0 0 1,1 0 0,-1 0 0,0 0-1,0 0 1,0 1 0,0-1 0,0 0-1,0 0 1,0 0 0,0 0-1,0 1 1,0-1 0,0 0 0,0 0-1,0 0 1,0 0 0,0 1 0,0-1-1,0 0 1,-8 10 605,-12 7 294,-25 5 200,47-20-1094,0-1 0,0 0 0,0 0 0,0 0 0,0 0 0,0 0 0,0 0 0,0 0 0,4 0 0,3 1-25,20 5-206,-28-7 193,0 1-1,0-1 0,0 0 0,0 0 0,-1 1 1,1-1-1,0 0 0,0 1 0,0-1 0,-1 1 1,1-1-1,0 1 0,-1-1 0,1 1 1,0 0-1,-1-1 0,1 1 0,-1 0 0,1-1 1,-1 1-1,1 0 0,-1 0 0,1 0 0,-4 1 18,1-1-1,-1 0 0,1 0 0,-1 0 0,1-1 0,-1 1 1,0 0-1,0-1 0,1 0 0,-5 1 0,3-1 25,-89 8 2479,73-7-5435,0-1-4036</inkml:trace>
  <inkml:trace contextRef="#ctx0" brushRef="#br0" timeOffset="34569.01">2675 1444 3369,'0'0'9683,"2"-4"-8741,-2 3-849,1 0 1,-1-1 0,1 1 0,0 0 0,-1 0 0,1-1-1,0 1 1,0 0 0,0 0 0,0 0 0,0 0-1,0 0 1,0 0 0,1 0 0,-1 0 0,0 0-1,0 1 1,2-2 0,2 1 82,-1 0 0,0 0-1,0 0 1,1 1 0,-1 0 0,7 0-1,-4 0 70,50 3 649,-53-3-881,0 1 0,0-1 0,0 1 0,-1 1 0,1-1-1,0 0 1,-1 1 0,1 0 0,-1-1 0,0 2 0,0-1 0,4 3 0,-6-4 7,-1-1 0,0 0 0,0 1 0,0-1 0,1 0 0,-1 1 0,0-1 0,0 1 0,0-1-1,0 1 1,0-1 0,0 0 0,0 1 0,0-1 0,0 1 0,0-1 0,0 1 0,0-1 0,0 0 0,0 1 0,-1-1-1,1 1 1,0-1 0,0 0 0,0 1 0,-1-1 0,1 0 0,0 1 0,0-1 0,-1 0 0,1 1 0,0-1 0,-1 0 0,1 1-1,0-1 1,-1 0 0,1 0 0,0 0 0,-1 1 0,1-1 0,-1 0 0,1 0 0,0 0 0,-1 0 0,1 0 0,-1 0-1,0 1 1,-25 8 715,22-8-664,-5 2 161,-13 6 130,23-3-285,14 1-11,-1-3-10,28 11-35,-40-14-46,0-1 0,0 1 0,0 0 0,0 0 1,-1 0-1,1 0 0,0 1 0,-1-1 0,1 0 0,-1 1 0,1-1 0,-1 0 0,0 1 0,0 0 1,1-1-1,0 4 0,-2-4 18,0-1 1,0 1 0,0-1-1,0 1 1,0-1-1,-1 1 1,1 0 0,0-1-1,0 1 1,-1-1-1,1 1 1,0-1-1,-1 1 1,1-1 0,0 1-1,-1-1 1,1 0-1,-1 1 1,1-1 0,0 1-1,-1-1 1,1 0-1,-1 1 1,1-1 0,-1 0-1,0 0 1,1 0-1,-1 1 1,1-1 0,-1 0-1,1 0 1,-1 0-1,0 0 1,1 0 0,-1 0-1,1 0 1,-2 0-1,-27 2 121,26-2-74,-27-1 414,23 0-193,0 0-1,0 1 1,-1 0 0,1 0-1,0 1 1,-8 2-1,52 4-3263,-16-6-1797</inkml:trace>
  <inkml:trace contextRef="#ctx0" brushRef="#br0" timeOffset="36145.75">4159 1399 3729,'0'0'2792,"7"0"73,20-3-2026,-17-3 1980,-24 7 2584,-2 0-4981,5-1-142,-1 0 0,1 2 1,-1-1-1,1 1 0,0 1 0,0 0 0,0 0 0,0 1 0,-11 6 0,17-7-232,1-1-1,0 1 1,0-1 0,0 1 0,0 0 0,1 1-1,-1-1 1,1 1 0,-1 0 0,1-1 0,1 1-1,-1 1 1,0-1 0,1 0 0,0 1 0,0-1-1,0 1 1,1-1 0,0 1 0,-1 0-1,2 0 1,-1 0 0,0 8 0,2-11-30,-1-1-1,1 0 1,0 0 0,0 0-1,-1 0 1,1 0 0,0 0-1,0 0 1,0 0 0,0-1-1,0 1 1,0 0 0,0 0-1,1-1 1,-1 1 0,0-1-1,0 1 1,0-1 0,1 1-1,-1-1 1,0 0 0,0 0-1,1 0 1,-1 0 0,0 1-1,1-2 1,1 1 0,39 0 35,-41-1-50,0 1 1,-1-1-1,1 1 1,0-1-1,0 0 1,-1 1-1,1-1 0,-1 0 1,1 1-1,-1-1 1,1 0-1,-1 0 1,1 1-1,-1-1 1,1 0-1,-1 0 0,0 0 1,0 0-1,1 1 1,-1-1-1,0 0 1,0 0-1,0 0 0,0 0 1,0 0-1,0 0 1,0 0-1,0 0 1,0 1-1,-1-1 1,1 0-1,0 0 0,-1-1 1,1 0-4,-1-1 1,0 0-1,1 1 0,-1-1 1,0 1-1,0 0 1,0-1-1,-1 1 1,1 0-1,-3-4 0,-1 2 68,0 0 0,1 1 0,-1 0 0,0 0 0,-1 0 0,1 0 0,0 1 0,-1 0-1,1 0 1,-1 1 0,-7-2 438,45 8-1831,-22-2-1599,-2-1-2419</inkml:trace>
  <inkml:trace contextRef="#ctx0" brushRef="#br0" timeOffset="37328.21">5694 738 8042,'0'0'6405,"0"10"-4767,-29 239 3812,3-38-3520,20-77-1040,21 240 0,-13-337-1435,-2-37 499,0 0-1,0 0 1,0 0 0,0 0 0,0 0 0,0 0 0,0 0 0,0 0 0,0 0 0,0 0-1,0 0 1,0 0 0,0 0 0,0 0 0,0 0 0,0 0 0,0 0 0,0 0 0,-1 0-1,1 0 1,0 0 0,0 0 0,0 0 0,0 0 0,0 0 0,0 0 0,0 0 0,0 0-1,0 0 1,0 0 0,0 0 0,0 0 0,0 0 0,0 0 0,0 0 0,0 0 0,-1 0-1,1 0 1,-5-21-2872,-1-5-2534</inkml:trace>
  <inkml:trace contextRef="#ctx0" brushRef="#br0" timeOffset="38448.92">5726 740 7738,'0'0'3323,"9"-1"-2535,337-8 2698,-222 10-3210,455-8-157,202 1 600,-650 16 4490,-131-9-5201,-1 1 0,1-1 0,0 0 0,0 0 0,0 1 0,0-1 0,-1 0 0,1 0 0,-1 1 0,1-1 0,-1 0 0,-1 2 0,-22 33 442,1 1 0,1 1-1,-16 42 1,-157 412 501,148-318-580,0-4-217,46-167-151,0 0 1,0 0-1,-1 0 0,1 0 0,-1-1 0,1 1 0,-1-1 0,0 1 0,0-1 0,0 1 0,0-1 0,-1 0 0,1 0 1,-1 0-1,1 0 0,-1-1 0,0 1 0,1-1 0,-5 2 0,0-1 9,1 0 1,-1-1-1,0 0 0,0-1 1,0 0-1,0 0 0,-12-1 0,-191-31-101,-404-33 58,-6 45 30,435 27 116,183-10-47,9-3 42,10-3 38,6 2-1507,46-7-1,-8 3-2853,-30 3-3546</inkml:trace>
  <inkml:trace contextRef="#ctx0" brushRef="#br0" timeOffset="38905.36">6351 787 8194,'0'0'9424,"-1"7"-8371,-4 31 15,1 0 1,2 0 0,4 40 0,-1 19-207,-15 85 480,-40 195 0,24-183-1094,9-89-218,17-89-3035,4-36-426,1-7-3788</inkml:trace>
  <inkml:trace contextRef="#ctx0" brushRef="#br0" timeOffset="39363.11">6977 787 3201,'0'0'11569,"0"0"-11519,0 0-1,1 1 1,-1-1 0,0 0-1,1 0 1,-1 0 0,0 0 0,1 0-1,-1 0 1,0 1 0,1-1-1,-1 0 1,0 0 0,0 0 0,1 1-1,-1-1 1,0 0 0,0 0-1,0 1 1,1-1 0,-1 0 0,0 1-1,0-1 1,0 0 0,0 0-1,1 1 1,-1-1 0,0 0 0,0 1-1,0-1 1,0 0 0,0 1-1,0-1 1,0 0 0,0 1 0,-1 3 178,1 0 1,-1 0 0,0 0 0,-1-1 0,1 1-1,0 0 1,-4 5 0,-6 16 580,-6 28 109,3 0 0,1 1 0,-5 67 1,-1 169 1370,0 0-1062,18-281-1193,0 1 0,-1-1-1,0 0 1,0 0 0,-5 10-1,7-17-82,-1 0-1,0-1 1,0 1-1,0 0 1,0-1-1,0 1 1,0-1-1,0 1 1,-1-1-1,1 0 1,0 1-1,-1-1 1,1 0-1,-1 0 1,0 0-1,1 0 0,-1 0 1,0-1-1,1 1 1,-1 0-1,0-1 1,0 1-1,0-1 1,1 0-1,-1 1 1,0-1-1,0 0 1,0 0-1,0 0 1,0-1-1,0 1 1,-2-1-1,-5-2-1385,1 1-1,-1-2 1,1 1-1,0-1 1,-10-7-1,-10-9-7705</inkml:trace>
  <inkml:trace contextRef="#ctx0" brushRef="#br0" timeOffset="39945.74">5498 1073 4001,'0'0'4043,"10"1"-2868,375 2 1932,-80-5-1991,285 59-314,-237-16 153,-291-34 390,76 3 6447,-168-11-8616,0 10-5976,15-5-142</inkml:trace>
  <inkml:trace contextRef="#ctx0" brushRef="#br0" timeOffset="40561.18">5502 1423 3569,'0'0'7429,"-7"1"-5990,3-1-1135,-15 1 467,16 0-261,14-1 248,21 0-220,413 2 4239,223 22-3171,-290-1-1595,-214-16 4273,-168 0-12442,-1-6 3203</inkml:trace>
  <inkml:trace contextRef="#ctx0" brushRef="#br0" timeOffset="41916.14">4475 534 4121,'0'0'8186,"13"19"-2306,-3-6-5319,7 8-338,0-1 0,2-1 0,0-1 0,1 0 1,1-1-1,25 14 0,143 76 229,-150-87-447,456 212 48,-383-177 1495,-55-25-1130,-59-30-494,0-1-1,-1 1 0,1 0 1,-1-1-1,1 1 1,0 1-1,-1-1 0,1 0 1,0 1-1,-1-1 1,-1 1-1,-9 2-2175,-5-2-2880</inkml:trace>
  <inkml:trace contextRef="#ctx0" brushRef="#br0" timeOffset="42671.61">5470 945 7522,'0'0'8571,"3"7"-4058,11 23-2467,0-10-1603,0-2 0,2 1 0,0-2 0,1 0 0,0-1 0,32 22 1,-49-38-426,0 0 0,0 0 1,1 1-1,-1-1 1,0 0-1,0 0 1,1 0-1,-1 1 0,0-1 1,0 0-1,1 0 1,-1 0-1,0 1 1,0-1-1,0 0 0,0 1 1,0-1-1,1 0 1,-1 0-1,0 1 1,0-1-1,0 0 0,0 1 1,0-1-1,0 0 1,0 1-1,0-1 1,0 0-1,0 0 0,0 1 1,0-1-1,0 0 1,0 1-1,0-1 1,0 0-1,-1 1 0,1-1 1,0 0-1,0 0 1,0 1-1,0-1 1,-1 0-1,1 1 0,-19 9 491,-39 7-71,43-14-366,-18 7-445,-42 17 0,33-5-7131,27-14-1547</inkml:trace>
  <inkml:trace contextRef="#ctx0" brushRef="#br0" timeOffset="43508.09">4393 1983 3065,'0'0'3652,"5"2"-1732,0-1-1608,0 0 0,-1-1 1,1 1-1,0-1 1,-1 0-1,1 0 0,0-1 1,-1 1-1,1-1 1,-1 0-1,1 0 0,-1-1 1,1 1-1,5-4 1,18-8 906,28-18 1,-21 11-601,197-110 2086,45-25-2155,-206 120-435,1 4 0,77-24-1,-100 42 625,-25 7 715,40-15-1,-99 22 1173,19-1-4924,5 0-3816,5 0 341</inkml:trace>
  <inkml:trace contextRef="#ctx0" brushRef="#br0" timeOffset="43933.9">5413 1325 3145,'0'0'14676,"9"2"-13428,0 1-887,1 0 0,-1 0 1,1 1-1,-1 0 0,0 1 0,11 8 0,-16-11-267,-1 0 0,0 1 1,0-1-1,0 1 0,-1 0 1,1-1-1,-1 1 0,1 1 1,-1-1-1,0 0 1,0 0-1,0 1 0,-1-1 1,1 1-1,-1 0 0,0-1 1,0 1-1,0 0 0,0 0 1,-1 0-1,0 0 0,1-1 1,-2 6-1,1-6-62,-1-1 1,0 0-1,0 1 0,0-1 0,0 0 1,-1 0-1,1 0 0,-1 0 1,1 0-1,-1 0 0,1 0 0,-1 0 1,0-1-1,0 1 0,-2 1 0,-37 22 272,31-19-228,-42 28-119,31-18-8225</inkml:trace>
  <inkml:trace contextRef="#ctx0" brushRef="#br0" timeOffset="48533.78">6547 1227 3121,'0'0'8175,"14"-5"911,-17 131-10569,9-140-13695</inkml:trace>
  <inkml:trace contextRef="#ctx0" brushRef="#br0" timeOffset="49226.91">6494 1162 2761,'0'0'9662,"26"9"-7643,-11-4-1838,-1 0 0,1 1 1,-1 0-1,-1 1 0,25 17 0,-30-18-173,-1 0-1,0 0 0,0 1 1,-1-1-1,1 2 0,-1-1 1,-1 1-1,0-1 0,0 2 1,7 15-1,-11-23-3,-1 1 1,1-1-1,-1 0 1,1 1-1,-1-1 0,0 1 1,0-1-1,0 0 0,0 1 1,0-1-1,0 1 1,0-1-1,0 1 0,-1-1 1,1 0-1,0 1 1,-1-1-1,1 1 0,-1-1 1,-1 3-1,0-2 72,0 0 0,0 0-1,0 0 1,0 0 0,0 0-1,-1 0 1,1 0 0,-1-1 0,-4 3-1,-8 2 371,1-1 0,-1 0 0,-20 3 1,18-5-251,3 1-608,-47 9 2051,19-9-8201,34-4 2</inkml:trace>
  <inkml:trace contextRef="#ctx0" brushRef="#br0" timeOffset="50959.81">6045 850 5097,'0'0'5789,"10"-6"-1785,-10 4-3998,0 1 1,0-1-1,-1 0 0,1 0 0,-1 0 1,1 0-1,-1 1 0,0-1 1,1 0-1,-1 1 0,0-1 1,0 0-1,0 1 0,-1-1 1,1 1-1,0 0 0,0-1 1,-1 1-1,1 0 0,-1 0 1,1 0-1,-1 0 0,0 0 1,1 0-1,-1 0 0,0 0 1,0 1-1,1-1 0,-4 0 1,0 0-5,-1 0 0,1 0 1,0 1-1,0-1 1,0 1-1,-1 0 0,1 1 1,0-1-1,0 1 1,-7 2-1,11-3-1,0 1 0,0-1 0,0 0 0,1 0 0,-1 1 0,0-1 0,0 0 0,1 1-1,-1-1 1,0 1 0,1-1 0,-1 1 0,0-1 0,1 1 0,-1 0 0,1-1 0,-1 1 0,1 0 0,-1-1 0,1 1 0,0 0 0,-1-1 0,1 1 0,0 0 0,-1 0 0,1 0 0,0-1 0,0 1 0,0 1 0,0 0 7,0 0 0,1 1 0,-1-1 1,1 0-1,-1 0 0,1 0 1,0 0-1,0 0 0,0 0 0,0 0 1,2 1-1,2 5 24,1-1 1,0 0-1,0-1 0,11 9 0,-15-13-21,0-1 0,0 0 0,1 0-1,-1 1 1,0-1 0,0-1 0,1 1 0,-1 0-1,0 0 1,1-1 0,-1 0 0,1 1 0,-1-1-1,0 0 1,1 0 0,-1 0 0,1 0-1,-1-1 1,5 0 0,-2-1 2,0 0 0,0 0 0,1-1 0,-1 0-1,-1 1 1,1-2 0,6-4 0,-11 18 3349,-9 41-1871,6-32-1061,2-13-255,0-1 0,0 0 0,0 1 0,0-1 0,-1 0 0,0 1 0,0-1 0,0 0 0,-5 8 1,17-6-6247,-5-3 564</inkml:trace>
  <inkml:trace contextRef="#ctx0" brushRef="#br0" timeOffset="52771.25">6592 1562 5601,'0'0'6515,"1"-4"-5722,1 1-425,3-5-164,-4 0 5922,-1 12-5907,0 1 1,0-1 0,-1 0-1,0 1 1,-2 7-1,3-11-202,0 0-1,0 0 1,0 0-1,0-1 1,0 1-1,0 0 1,0 0-1,0 0 1,0-1-1,0 1 0,1 0 1,-1 0-1,0 0 1,1-1-1,-1 1 1,1 0-1,-1 0 1,0-1-1,1 1 1,0-1-1,-1 1 0,1 0 1,-1-1-1,1 1 1,0-1-1,-1 1 1,1-1-1,0 1 1,1-1-1,33 18 5,-1 0-47,-33-17 25,0 0 0,0 0 0,0 0 0,0 0 0,0 0 0,0 1 0,0-1 0,-1 0 0,1 1 0,0-1 0,-1 1 0,1-1 0,-1 1 1,0-1-1,1 1 0,-1-1 0,0 1 0,0-1 0,0 1 0,0-1 0,0 1 0,0-1 0,0 1 0,-1-1 0,1 1 0,0-1 0,-1 1 0,1-1 1,-1 0-1,0 1 0,0-1 0,-1 3 0,0-2 21,0 0 0,1 0 1,-1 0-1,-1 0 0,1 0 1,0 0-1,0-1 0,-1 1 1,1-1-1,-1 0 0,1 1 0,-1-1 1,1 0-1,-1 0 0,0-1 1,0 1-1,-3 0 0,-8 0 96,0 1-78,0-1 1,0-1-1,0 0 1,-14-2-1,11-11-3354,8 2-1899,6 6 1461</inkml:trace>
  <inkml:trace contextRef="#ctx0" brushRef="#br0" timeOffset="53354.54">6610 1574 1256,'0'0'10756,"5"-4"-6652,8-5-3873,16 6-195,0 1-1,34 2 0,-23 1 93,-39-1-103</inkml:trace>
  <inkml:trace contextRef="#ctx0" brushRef="#br0" timeOffset="54317.39">7256 850 3345,'0'0'5830,"0"-2"-4812,-2-9 1935,-3 26 1589,-1 3-4413,-3 4 467,1-2-302,0 1-1,2-1 1,-7 34-1,14-52-1462,1-7-1324,-1 4 2086,3-7-4813</inkml:trace>
  <inkml:trace contextRef="#ctx0" brushRef="#br0" timeOffset="54916.92">7385 882 1568,'0'0'12546,"-2"-8"-9408,-8 18-2615,1 0 0,0 0 1,-12 20-1,-5 5-392,25-35-124,1 1 0,-1 0 0,0 0 0,0 0 0,1 0 0,-1 0 0,1 0-1,-1 0 1,1 0 0,-1 0 0,1 0 0,-1 0 0,1 0 0,0 1 0,0-1 0,0 0 0,-1 0 0,1 0-1,0 0 1,1 2 0,-1-2 1,0 0 0,1-1 0,-1 1 0,1 0 0,0 0 0,-1 0-1,1-1 1,0 1 0,-1 0 0,1-1 0,0 1 0,0-1 0,-1 1 0,1 0-1,0-1 1,0 0 0,0 1 0,0-1 0,1 1 0,7 1 43,0 0-1,0-1 1,1 0 0,10 0-1,-5 0-11,43 1 1402,-43-2-3210,-26 1-7137</inkml:trace>
  <inkml:trace contextRef="#ctx0" brushRef="#br0" timeOffset="55184.37">7423 951 5513,'0'0'10316,"-6"5"-9013,-2 3-895,2 0 1,-1 0-1,1 1 1,0 0 0,1 0-1,0 0 1,1 0-1,0 1 1,0 0-1,-4 19 1,5-11-376,3-13-160,0 0 1,-1-1-1,0 1 0,1-1 0,-2 0 0,1 1 1,0-1-1,-1 0 0,0 1 0,-3 4 0,2-7-3113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0:39.0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0 2905,'0'0'15179,"-7"1"-14544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0:42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1119 6 1672,'0'0'19122,"-7"-1"-14405,-27-4-3998,29 5-1167,0 0-1,-1 1 1,1-1 0,-1 1 0,-8 3 0,-11 7-7335,13-4 363</inkml:trace>
  <inkml:trace contextRef="#ctx0" brushRef="#br0" timeOffset="191.2">858 65 128,'0'0'22149,"-54"0"-21037,47 0-632,0 0-328,0 0-152,1 0-128,-5 0-1144,3 3-1785</inkml:trace>
  <inkml:trace contextRef="#ctx0" brushRef="#br0" timeOffset="366.6">614 97 464,'0'0'19700,"-16"0"-19748,11 2-624,2 1-1544</inkml:trace>
  <inkml:trace contextRef="#ctx0" brushRef="#br0" timeOffset="573.82">453 143 1672,'0'0'18812,"-30"6"-18812,29-3-408,-5 0-1488,0 0-2561</inkml:trace>
  <inkml:trace contextRef="#ctx0" brushRef="#br0" timeOffset="749.7">325 165 10122,'0'0'11331,"-7"0"-11331,5 0-360,-5 4-1401,1-1-1344</inkml:trace>
  <inkml:trace contextRef="#ctx0" brushRef="#br0" timeOffset="940.93">245 182 8890,'0'0'13179,"-17"0"-13179,13 0-168,0 0-1257,-4 0-1239,2 1-2001</inkml:trace>
  <inkml:trace contextRef="#ctx0" brushRef="#br0" timeOffset="1099.52">245 182 5473,'-55'11'18740,"54"-11"-19444</inkml:trace>
  <inkml:trace contextRef="#ctx0" brushRef="#br0" timeOffset="3298.88">232 77 1640,'1'-10'22545,"-12"11"-22363,0 1-1,0 1 1,1-1-1,-1 2 1,1-1-1,-1 2 1,1-1-1,-12 8 1,-16 6 278,37-17-344,-1 1 0,0-1-1,1 0 1,-1 0 0,1 1 0,-1-1 0,1 1 0,0-1-1,-1 1 1,1-1 0,0 1 0,0 0 0,0 0-1,0 0 1,0 2 0,-14 19 311,3-8-381,10-12-27,0 0-1,0 0 0,0-1 1,0 1-1,-1-1 1,1 1-1,-1-1 1,1 0-1,-1 0 1,0 0-1,0 0 1,0-1-1,-4 3 0,63 10-79,-48-11 48,0 0 0,0 0 0,0 2-1,0-1 1,-1 1 0,1 0 0,-1 0 0,7 8 0,-7-6 2,0-1-1,1 0 1,0-1 0,0 0 0,0 0 0,15 6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0:50.3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1 767 2697,'0'0'9078,"11"-8"-3616,12-10-4392,73-61-841,-3-4 1,137-160 0,-205 217-234,0 1 0,33-25 0,-36 32 2,-1 0-1,-1-2 1,0 0 0,26-35-1,35-48 2071,-152 222-31,66-111-1971,0 0 1,0 0-1,1 1 1,-3 11-1,5-16-51,1 1-1,0-1 1,0 0-1,0 0 1,1 1-1,0-1 0,-1 1 1,2-1-1,-1 0 1,0 1-1,3 7 0,-3-11-7,1 0 0,0 1 0,0-1 0,0 0-1,0 0 1,0 0 0,0 0 0,1 0-1,-1 0 1,0 0 0,1 0 0,-1 0 0,0-1-1,1 1 1,-1 0 0,1-1 0,-1 1 0,1-1-1,-1 0 1,1 0 0,-1 1 0,1-1-1,-1 0 1,1 0 0,0 0 0,-1 0 0,1-1-1,-1 1 1,1 0 0,2-2 0,4 1 15,0-1 0,-1 0 0,1-1 0,11-4-1,-9 0-31,0 1 0,0-1-1,0-1 1,12-12-1,26-19-33,-48 39 45,62-43-196,-56 38 167,0 0 0,0-1 0,0 0 0,-1 0 1,0 0-1,0-1 0,5-8 0,-10 14 29,0 1-1,1 0 1,-1 0-1,0 0 1,0-1-1,1 1 1,-1 0 0,0 0-1,0-1 1,0 1-1,0 0 1,1-1 0,-1 1-1,0 0 1,0 0-1,0-1 1,0 1-1,0 0 1,0-1 0,0 1-1,0 0 1,0-1-1,0 1 1,0 0 0,0-1-1,0 1 1,0 0-1,0 0 1,0-1-1,0 1 1,0 0 0,0-1-1,-1 1 1,1 0-1,0-1 1,0 1 0,0 0-1,0 0 1,-1-1-1,1 1 1,-14 5 110,-16 18 59,24-15-64,0-1-1,0 1 1,1 0-1,0 1 1,0 0 0,1-1-1,0 1 1,1 1-1,-1-2 1,2 1-1,0 1 1,0 0-1,0-1 1,2 1-1,-1 17 1,2-25-96,-1-1 0,1 1 0,0-1-1,-1 1 1,1-1 0,0 1 0,0-1 0,0 0 0,0 1 0,0-1 0,1 0 0,-1 0 0,0 0 0,0 0 0,1 0-1,-1 0 1,1 0 0,-1-1 0,1 1 0,-1 0 0,1-1 0,-1 1 0,1-1 0,-1 1 0,1-1 0,3 0 0,48 4 201,-48-4-178,103-16 1833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1:13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66 5401,'0'0'14814,"0"5"-12048,-1 20-1833,0-15-870,-1 0 0,0 1-1,-1-1 1,0 0-1,-1 0 1,0-1-1,0 1 1,-1-1 0,-7 10-1,-8 17 1624,22-57-84,-3 19-1606,1 0 1,0 0-1,0 0 0,0 0 0,0 0 1,0 0-1,0 0 0,1 0 1,-1 0-1,1 0 0,0-3 0,11-12-91,0 0-1,1 1 1,1 0-1,0 0 1,1 2 0,29-23-1,-39 34 39,0-1 0,0 1 0,0 1 0,0-1 0,0 1-1,0-1 1,1 1 0,-1 1 0,1-1 0,9 0 0,-13 2 56,-1 0 0,1 0 0,0 0 0,-1 0 0,1 0 1,0 1-1,-1-1 0,1 1 0,0-1 0,-1 1 0,1 0 0,-1-1 1,1 1-1,-1 0 0,1 0 0,-1 0 0,0 0 0,1 0 0,-1 1 1,0-1-1,0 0 0,0 1 0,0-1 0,0 0 0,0 1 0,0-1 0,-1 1 1,1 0-1,0-1 0,-1 1 0,1-1 0,-1 1 0,0 0 0,0 0 1,1-1-1,-1 1 0,0 0 0,0-1 0,-1 3 0,1 3 89,0 0-1,0 0 1,-1 0-1,0 0 1,0 0-1,-1 1 1,0-1-1,0-1 1,-1 1-1,1-1 1,-1 1-1,-1-1 1,1 0-1,-1 0 1,0-1-1,-1 1 1,1-1 0,-1 0-1,0 0 1,-9 6-1,6-5 714,6-8-341,11-18-245,21-29-417,-16 29-117,1-1 1,0 2 0,32-29-1,-43 44 269,1 0-1,0 0 1,1 0-1,-1 1 1,1-1-1,-1 1 1,1 1-1,0-1 0,0 1 1,0 0-1,1 0 1,-1 1-1,0 0 1,1 0-1,-1 0 0,0 1 1,1 0-1,-1 0 1,12 2-1,-17-2 50,0 1 0,0-1 0,0 0-1,0 1 1,1-1 0,-1 1 0,0-1 0,0 1 0,0-1-1,0 1 1,0 0 0,0 0 0,0-1 0,-1 1 0,1 0-1,0 0 1,0 0 0,0 0 0,-1 0 0,1 0 0,-1 0-1,1 0 1,-1 0 0,1 2 0,0 0 3,-1 0 1,1 0 0,-1 0-1,0 0 1,0 0-1,-1 0 1,1-1-1,0 1 1,-1 0-1,-1 3 1,0 2 110,-1 0-1,0-1 1,-1 1 0,0-1 0,0 0 0,-9 11-1,-23 15 976,-3 2-568,37-32-456,0 0-1,0 0 1,1-1 0,-1 1-1,1 0 1,-1 0-1,1 0 1,0 1 0,0-1-1,0 0 1,1 0-1,-1 1 1,1-1 0,0 4-1,0-5-43,0-1 1,0 1-1,0 0 0,0 0 0,1-1 1,-1 1-1,1 0 0,0-1 0,-1 1 0,1 0 1,0-1-1,2 3 0,4 11 9,-7-15-585,1 1 1,0-1-1,0 1 0,0-1 0,0 0 1,0 1-1,0-1 0,-1 0 0,1 0 0,0 0 1,0 1-1,0-1 0,0 0 0,0 0 0,0 0 1,0 0-1,0-1 0,2 1 0</inkml:trace>
  <inkml:trace contextRef="#ctx0" brushRef="#br0" timeOffset="1636.2">585 81 6009,'0'0'10392,"23"-19"-1389,-31 34-8170,1 0 0,0 1-1,-4 17 1,6-13-843,1-1 1,0 1-1,2 0 0,-1 28 0,6-47 6,1 0 0,-1 0 0,0-1 0,1 1 0,-1-1 1,1 0-1,-1 0 0,6-1 0,-5 1-28,0 0-119,-1 0-1,1-1 1,-1 0-1,1 1 1,-1-1-1,1 0 1,-1-1-1,0 1 1,1-1-1,-1 1 1,0-1-1,0 0 1,0 0-1,0 0 1,2-3 0,6-5-634,-1-1 0,13-19 0,-18 22 616,1 0 1,1 0-1,-1 1 1,1 0-1,1 0 0,13-10 1,-13 12 4,-1-2 0,1 0 1,-1 1-1,0-1 0,0-1 1,-1 1-1,0-1 0,-1 0 1,1-1-1,-1 1 0,5-14 0,-16 40 4493,-9 20-2991,-14 12-397,17-32-122,-17 37 1,26-49-755,1 0 0,0 0-1,0 0 1,1 1 0,0-1 0,0 1 0,0-1 0,1 1 0,0-1 0,1 11 0,0-15-49,-1 0-1,1-1 1,0 1-1,0-1 1,0 1 0,0-1-1,1 0 1,-1 1-1,0-1 1,0 0 0,1 0-1,-1 1 1,1-1-1,-1-1 1,1 1 0,0 0-1,-1 0 1,1 0-1,0-1 1,-1 1 0,4 0-1,38 6 90,-42-7-261,24 0 756,-14-2-784,-11 2 151,0 0 0,0 0 1,1 0-1,-1 0 0,0 0 0,0 0 1,0 0-1,0 0 0,0 0 0,0 0 1,0 0-1,0-1 0,0 1 0,1 0 1,-1 0-1,0 0 0,0 0 0,0 0 1,0 0-1,0 0 0,0 0 0,0 0 1,0 0-1,0 0 0,0 0 0,0-1 1,0 1-1,0 0 0,1 0 0,-1 0 1,0 0-1,0 0 0,0 0 0,0 0 1,0 0-1,0 0 0,0-1 0,0 1 1,0 0-1,0 0 0,0 0 0,0 0 1,0 0-1,0 0 0,0 0 0,-1 0 1,1-1-1,0 1 0,0 0 0,0 0 1,0 0-1,0 0 0,0 0 0,0 0 1,0 0-1,0 0 0,-10-4-6820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9:53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14 264,'0'0'2630,"-9"-4"-3458</inkml:trace>
  <inkml:trace contextRef="#ctx0" brushRef="#br0" timeOffset="2079.47">55 77 3169,'0'0'9508,"6"-35"-5221,-2 67-3831,1-12-549,0 1 1,-2-1 0,0 0 0,-1 34-1,-18-52-7436</inkml:trace>
  <inkml:trace contextRef="#ctx0" brushRef="#br0" timeOffset="2965.66">115 9 1408,'7'-9'17336,"3"35"-16974,-2-1 1,-2 2-1,0 0 0,-2 0 1,3 37-1,-7-63-1161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19:59.4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13 1088,'1'-1'12778,"8"-10"-7605,-25 23-5012,-1 1 1,2 1 0,1 1 0,0 0-1,-1 1 1,3 0 0,-20 32-1,24-40 195,1 1-1389</inkml:trace>
  <inkml:trace contextRef="#ctx0" brushRef="#br0" timeOffset="618.21">181 17 3729,'0'0'8720,"-25"20"-4201,10-3-3901,0-1 1,1 1 0,1 1 0,0 1 0,-13 26-1,9-16 268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0:03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52 10506,'0'0'10855,"-1"-3"-10039,1 2-730,0-1 1,-1 1-1,1 0 0,-1 0 1,0 0-1,1 0 1,-1 0-1,0 0 0,1 1 1,-1-1-1,0 0 0,0 0 1,0 0-1,0 1 1,0-1-1,0 0 0,0 1 1,0-1-1,0 1 1,0-1-1,0 1 0,0 0 1,0-1-1,0 1 1,-2 0-1,0-1-11,-1 1-1,0 0 1,0 1-1,1-1 1,-1 1 0,0-1-1,1 1 1,-5 2-1,-6 2-71,0 1-1,0 1 1,-16 10-1,17-9 20,0 2 1,0 0-1,1 0 0,0 1 1,1 1-1,0 0 0,1 0 1,-17 28-1,22-31-12,0 0 0,1-1 1,0 1-1,1 1 0,0-1 1,0 1-1,1-1 0,0 1 0,1-1 1,0 1-1,0 0 0,1 0 1,1 0-1,-1 0 0,5 19 0,-4-27 4,-1 0 0,1 1 0,0-1 0,0 0-1,0 0 1,0 0 0,0 1 0,0-1 0,1 0-1,-1 0 1,1-1 0,-1 1 0,1 0 0,0 0 0,-1-1-1,1 1 1,0-1 0,0 1 0,0-1 0,0 0-1,1 0 1,-1 0 0,0 0 0,0 0 0,1-1-1,-1 1 1,0-1 0,1 1 0,-1-1 0,1 0-1,-1 0 1,4 0 0,-1-1-137,-1 1-1,1-1 1,-1 0 0,0 0 0,1-1-1,-1 1 1,5-3 0,-5 2-633,0-1 0,0 1 0,-1 0 1,1-1-1,-1 0 0,7-6 0,1-4-6041</inkml:trace>
  <inkml:trace contextRef="#ctx0" brushRef="#br0" timeOffset="794">458 195 12139,'0'0'10809,"-1"9"-10588,-7 31-13,-2 0 1,-25 64-1,31-124-1142,3-16 616,2 17 98,2-1 1,1 1-1,0-1 0,1 1 0,1 0 0,17-36 0,-16 40 117,0 1 0,2 1 0,-1-1 0,2 1 1,0 0-1,0 1 0,1 1 0,1-1 0,12-9 0,-21 19 106,1-1-1,-1 1 1,0 0 0,0 0 0,1 1 0,-1-1 0,1 1 0,0-1 0,-1 1 0,8-1-1,-10 2 7,0 0 0,0 0 0,-1 0 0,1 0 0,0 1 0,0-1 0,0 0 0,0 0 0,-1 1 0,1-1 0,0 0 0,0 1 0,-1-1 0,1 1 0,0-1 0,-1 1 0,1-1 0,0 1 0,0 1 0,0-1 21,0 1 0,0 0-1,0 0 1,0 0-1,0 0 1,-1 0-1,1 0 1,-1 0 0,1 0-1,-1 0 1,0 3-1,1 3 33,0 2 14,-1 1-1,1 0 1,-2 0 0,-2 17 0,3-25-28,-1 0 0,0 0 0,0 0 0,0-1 0,0 1 0,-1 0 0,1-1 0,-1 1 0,1-1 0,-1 1 0,0-1 1,0 0-1,0 0 0,0 0 0,0 0 0,-1 0 0,1 0 0,-1-1 0,1 1 0,-1-1 0,-5 3 0,-24 5-21,26-8-52,0 1 1,1-1-1,-1 1 0,0 0 0,1 0 1,-1 0-1,1 2 0,0-1 0,0 0 1,0 0-1,0 1 0,-8 8 0,12-12 35,0 1 0,1 0 0,-1 0 0,1 0 0,-1 0-1,1 0 1,0 1 0,-1-1 0,1 0 0,0 0 0,0 0 0,0 0-1,0 0 1,0 0 0,0 0 0,0 1 0,0-1 0,0 0 0,0 0-1,0 0 1,1 0 0,-1 0 0,1 0 0,-1 0 0,1 0-1,-1 0 1,1 0 0,-1 0 0,1 0 0,0 0 0,-1 0 0,1 0-1,0-1 1,0 1 0,0 0 0,0-1 0,0 1 0,1 0 0,5 4 346,1 0 1,0-1 0,17 6 0,-6-2 412,-18-7-808,7 3 137,0 0 1,0-1 0,16 6-1,-1-7-3811,-16-2-2178</inkml:trace>
  <inkml:trace contextRef="#ctx0" brushRef="#br0" timeOffset="1031.48">937 140 5129,'0'0'17980,"-25"72"-16124,20-51-583,1 0-665,0-2-368,2-2-136,0-3-64,0-2-40,-1-1-168,-1-3-1273,-1-1-1631</inkml:trace>
  <inkml:trace contextRef="#ctx0" brushRef="#br0" timeOffset="1317.36">1271 104 13123,'0'0'11298,"0"52"-9449,-1-31-561,-2 2-520,0-2-288,-1-2-200,1 0-200,0-5-72,-1-2-8,-1-3-56,0-2-432,0-2-800,0-5-913,-5-7-791,4-6-3298,-1-4-5968</inkml:trace>
  <inkml:trace contextRef="#ctx0" brushRef="#br0" timeOffset="1553.98">1175 20 10402,'0'0'14107,"63"-15"-12570,-43 12-689,0 2-296,1 1-184,-1 0-128,-3 0-144,-3 0-80,-2 4-8,-4 0-8,-1-2-72,-3 4-408,-4 3-2017</inkml:trace>
  <inkml:trace contextRef="#ctx0" brushRef="#br0" timeOffset="1759.34">1604 172 12619,'0'0'13074,"-21"55"-12417,18-45-425,1-4-176,-1 1-56,1-3-512,-1 1-1321</inkml:trace>
  <inkml:trace contextRef="#ctx0" brushRef="#br0" timeOffset="2155.38">1896 113 15595,'0'0'13362,"-52"1"-17798,45 1 4365,0 1 0,1 0-1,-1 0 1,1 1 0,0-1-1,0 1 1,0 1 0,0-1-1,1 1 1,-1 0 0,1 0-1,1 1 1,-1 0 0,1 0-1,0 0 1,0 1 0,1-1-1,-1 1 1,1 0 0,1-1-1,0 1 1,0 0 0,0 0 0,-1 10-1,3-14 92,0-1 0,1 1-1,-1 0 1,0 0 0,1-1 0,0 1-1,0-1 1,0 1 0,0 0 0,0-1-1,0 0 1,0 1 0,1-1 0,0 0-1,-1 0 1,1 1 0,0-1 0,0-1-1,0 1 1,0 0 0,0 0-1,0-1 1,1 1 0,-1-1 0,1 0-1,-1 0 1,1 0 0,-1 0 0,6 1-1,37 6-1120,-2-6-3567,-17-2-1603</inkml:trace>
  <inkml:trace contextRef="#ctx0" brushRef="#br0" timeOffset="2615.77">2076 290 13019,'0'0'7360,"-3"10"-5089,-13 88 853,16-97-3147,0-14-380,2-13 9,1-1 0,1 1 0,2 1 0,1-1 0,0 1 0,2 0 0,1 0 0,1 1 1,21-33-1,-32 56 473,1 0 0,-1-1 0,0 1 0,1 0 0,0 0 0,-1 0 0,1 0 0,0 0 0,-1 0 0,1 0 0,0 0 0,0 1 0,0-1 0,0 0 0,0 0 0,0 1 0,0-1 0,0 1 0,0-1 0,0 1 0,0-1 0,0 1 0,0-1 0,1 1 0,1 0 0,-2 0 57,0 1-1,0 0 0,0 0 0,0 0 0,0 0 0,-1 0 0,1 0 0,0 0 0,0 0 0,-1 0 1,1 0-1,-1 0 0,1 0 0,-1 1 0,1-1 0,-1 0 0,0 0 0,1 3 0,2 11 664,-1 1 0,0 23 0,-2 148 260,-16-200-10914,7 2 1666</inkml:trace>
  <inkml:trace contextRef="#ctx0" brushRef="#br0" timeOffset="2805.17">2095 242 13035,'0'0'12715,"57"10"-11875,-41-10-400,-1 0-248,0 0-192,-1 0-24,8-9-1112,-3-1-4250,1-1-7760</inkml:trace>
  <inkml:trace contextRef="#ctx0" brushRef="#br0" timeOffset="3092.02">2475 125 12499,'0'0'8943,"-7"11"-5454,6-10-3401,-10 18 1032,0 0-1,2 1 1,-10 26-1,13-28-508,0 0-429,0 0 1,2 0 0,0 0 0,-2 31-1,6-49-183,1 1 0,-1-1 1,0 1-1,1-1 0,-1 1 0,0-1 0,1 0 0,-1 1 0,1-1 0,-1 1 0,1-1 0,-1 0 0,1 1 0,-1-1 0,1 0 0,-1 0 0,1 1 1,0-1-1,-1 0 0,1 0 0,-1 0 0,1 0 0,-1 0 0,1 0 0,0 0 0,-1 0 0,1 0 0,0 0 0,25 0-1,-20 0 1,3 0-136,0-1 1,1 0 0,-1 0-1,0-1 1,15-4 0,19-14-7747,-26 10-1052</inkml:trace>
  <inkml:trace contextRef="#ctx0" brushRef="#br0" timeOffset="3408.75">3109 159 7938,'0'0'17984,"1"10"-15860,0 10-1375,-1 1 0,0 0 1,-2-1-1,-5 28 0,2-26-825,-16 59 336,2-30-3136,22-68-8979,4-3 2116</inkml:trace>
  <inkml:trace contextRef="#ctx0" brushRef="#br0" timeOffset="3643.93">3125 109 12779,'0'0'6086,"11"-8"-3349,39-27-491,-46 33-1986,-1 0 1,1 0-1,0 0 0,0 0 1,0 1-1,0 0 0,0 0 1,7-2-1,-10 3-167,0 0 0,1 0 1,-1 0-1,1 0 0,-1 1 0,1-1 0,-1 0 0,0 0 0,1 1 1,-1-1-1,1 1 0,-1-1 0,0 1 0,0 0 0,1 0 0,-1-1 1,2 3-1,-1-1-34,0 1 1,0 0 0,-1 0-1,1 0 1,-1 0 0,1 0-1,-1 0 1,0 0 0,0 1-1,0-1 1,-1 0 0,1 1-1,-1-1 1,0 1 0,0 6-1,0-6-37,0 1 1,-1 0-1,0-1 1,1 1-1,-2-1 0,1 1 1,0-1-1,-1 1 0,0-1 1,0 0-1,0 0 0,-5 6 1,6-8-137,-1 0 1,0 0 0,0 0 0,0 0 0,0 1 0,0-2 0,0 1 0,0-1 0,0 1 0,-1-1 0,1 0 0,0 0 0,-1 0 0,1 0 0,-1 0-1,1-1 1,-1 1 0,0-1 0,1 1 0,-1-1 0,0 0 0,1 0 0,-5-1 0</inkml:trace>
  <inkml:trace contextRef="#ctx0" brushRef="#br0" timeOffset="4118.57">3451 282 544,'0'0'18000,"-4"11"-15090,-36 117 4948,40-127-7724,11-45-232,2 0 0,20-43 0,-26 72-118,0 0 1,1 1-1,0-1 1,1 1-1,1 1 1,0 0-1,1 0 0,0 1 1,15-12-1,-25 24 232,-1-1-1,0 1 0,1-1 1,-1 1-1,0-1 0,1 1 1,-1-1-1,1 1 0,-1 0 1,1-1-1,-1 1 0,1 0 1,-1-1-1,1 1 0,-1 0 1,1 0-1,0-1 0,-1 1 1,1 0-1,-1 0 0,1 0 1,0 0-1,-1 0 0,1 0 1,0 0-1,-1 0 0,1 0 1,-1 0-1,1 0 0,0 0 1,-1 1-1,1-1 0,-1 0 1,1 0-1,-1 1 0,1-1 1,0 0-1,-1 0 0,1 1 1,-1-1-1,0 1 0,1-1 1,-1 1-1,1-1 0,-1 1 1,0-1-1,1 1 0,-1-1 1,0 1-1,1-1 0,-1 1 1,0-1-1,0 1 0,0 0 1,1-1-1,-1 1 0,0-1 1,0 1-1,0 0 0,0 0 0,0 49 1466,-1-34-1285,-2 47 628,-18 104 0,11-188-11536,5 7 1538</inkml:trace>
  <inkml:trace contextRef="#ctx0" brushRef="#br0" timeOffset="4260.92">3456 276 6409,'0'0'14203,"58"-7"-11834,-34 5-1089,0 0-768,1 1-384,-1 0-128,11-3-392,-6-1-2624,-3-1-5338</inkml:trace>
  <inkml:trace contextRef="#ctx0" brushRef="#br0" timeOffset="4515.02">3987 233 14667,'0'0'11867,"-36"60"-9963,30-41-760,2 2-464,2-4-151,-1 1-265,1-4-152,0-2-104,-1-3-8,1-2-72,-1-5-592,-1-1-681,-4-2-551,0-8-2441,1-3-3161</inkml:trace>
  <inkml:trace contextRef="#ctx0" brushRef="#br0" timeOffset="4737.72">3827 152 12803,'0'0'7849,"68"-16"-6304,-42 10-561,5-1-72,1 1 32,1-2-103,-3 1-241,-2-1-312,-6 4-232,-5 0-56,-4 3-8,-3-1-1008,-4 2-1809</inkml:trace>
  <inkml:trace contextRef="#ctx0" brushRef="#br0" timeOffset="5070.28">4381 188 9618,'0'0'15950,"-4"8"-14548,-9 18-668,2 0 0,-15 48 1,24-64-1886,0 1 1,0-1 0,0 18 0,19-38-11451</inkml:trace>
  <inkml:trace contextRef="#ctx0" brushRef="#br0" timeOffset="5339.19">4537 102 11106,'0'0'11220,"-1"11"-8957,-15 65 664,-12 70-750,23-74-2964,5-72 659,0 0 1,0 0-1,-1 0 0,1 0 1,0 0-1,0 0 0,-1 0 0,1 0 1,0 0-1,-1 0 0,1 0 0,0 0 1,0 0-1,-1-1 0,1 1 0,0 0 1,0 0-1,0 0 0,-1 0 0,1 0 1,0-1-1,0 1 0,0 0 1,-1 0-1,1 0 0,0-1 0,0 1 1,0 0-1,0 0 0,0 0 0,-1-1 1,1 1-1,0 0 0,0 0 0,0-1 1,0 1-1,0 0 0,0-1 1,0 1-1,0 0 0,0-1 0,-8-12-5915,2-3-4189</inkml:trace>
  <inkml:trace contextRef="#ctx0" brushRef="#br0" timeOffset="5529.69">4366 318 10610,'0'0'11163,"55"9"-9531,-41-9-400,-1 0-304,-2 0-399,-2 0-313,-5 0-144,-1 0-72,-2-2-1561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5T17:20:10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56 202 11266,'0'-3'11032,"-1"9"-10572,0 0 0,-1-1 0,1 1 1,-1-1-1,-1 0 0,-3 7 0,-5 16-478,7-13 26,4-11-6,-1-1-1,1 1 1,-1-1 0,0 1 0,0-1 0,-1 0-1,1 1 1,-1-1 0,-2 4 0,4-7 24,0 0-1,0 0 1,0 0 0,0 0 0,0 1 0,0-1 0,-1 0-1,1 0 1,0 0 0,0 0 0,0 0 0,0 0 0,0 0-1,-1 1 1,1-1 0,0 0 0,0 0 0,0 0-1,0 0 1,-1 0 0,1 0 0,0 0 0,0 0 0,0 0-1,-1 0 1,1 0 0,0 0 0,0 0 0,0 0 0,0 0-1,-1 0 1,1 0 0,0 0 0,0 0 0,0 0 0,0 0-1,-1-1 1,1 1 0,0 0 0,0 0 0,0 0-1,0 0 1,-1 0 0,-2-11 366,2-14-379,1 23 37,0-7-49,1 0 0,1 0 0,0 0 0,0 0 0,0 0 0,7-13 1,27-54-224,-22 48 73,-8 16 133,1 1 0,0 0 1,0 0-1,9-10 0,-14 19 17,0 0-1,0-1 0,0 1 1,0 0-1,0 0 1,1 0-1,-1 1 0,1-1 1,-1 0-1,1 1 1,-1 0-1,1-1 0,0 1 1,0 0-1,0 1 1,-1-1-1,1 0 0,0 1 1,0-1-1,0 1 0,0 0 1,0 0-1,5 1 1,-7 0-2,0-1 1,-1 1 0,1-1-1,0 1 1,-1 0-1,1-1 1,-1 1 0,1 0-1,-1-1 1,0 1 0,1 0-1,-1 0 1,1 0-1,-1-1 1,0 1 0,0 0-1,0 0 1,1 0-1,-1 0 1,0-1 0,0 3-1,0 23 2,0-22-1,-1 26 3,0-1 1,-3 1 0,-9 41-1,9-22 862,4-48-792,-16-18-9676,12 11 4807</inkml:trace>
  <inkml:trace contextRef="#ctx0" brushRef="#br0" timeOffset="254.58">74 191 6809,'0'0'15396,"47"-4"-14132,-33 2-192,0 2-216,-2 0-399,0 0-257,-1 0-128,2 0-72,1 0-136,10 0-1249,-3 0-2920,0 0-3576</inkml:trace>
  <inkml:trace contextRef="#ctx0" brushRef="#br0" timeOffset="507.77">434 327 11210,'0'0'14459,"-14"34"-14338,9-25-121,0-1-681,0 0-1735</inkml:trace>
  <inkml:trace contextRef="#ctx0" brushRef="#br0" timeOffset="1649.26">832 71 7274,'0'0'14180,"-3"7"-10206,-8 27-2626,4-7-547,-7 51 0,8-33-4518,3-15-3348</inkml:trace>
  <inkml:trace contextRef="#ctx0" brushRef="#br0" timeOffset="2190.71">812 52 11779,'0'0'5621,"9"-3"-3578,13-4-1365,1 1 0,0 0 0,1 2 0,-1 1 1,25 0-1,-40 3-643,-4 0-27,-1 0 1,1 0-1,-1 0 0,1 0 1,-1 1-1,1 0 0,3 0 1,-6 0-9,-1-1 1,1 1 0,0-1-1,-1 0 1,1 1 0,-1 0-1,1-1 1,-1 1-1,1-1 1,-1 1 0,1 0-1,-1-1 1,0 1 0,1 0-1,-1-1 1,0 1 0,1 0-1,-1-1 1,0 1-1,0 0 1,0 0 0,0-1-1,1 1 1,-1 0 0,0 0-1,-1 0 1,1-1-1,0 1 1,0 0 0,0 0-1,0-1 1,0 1 0,-1 0-1,1 0 1,0-1-1,-1 1 1,1 0 0,-1 0-1,-1 3 9,-1 0 0,1-1 0,-1 1 0,1-1 0,-1 1 0,-1-1 0,1 0-1,0 0 1,-1-1 0,1 1 0,-1 0 0,0-1 0,-1 0 0,2 0 0,-8 2 0,6-2-5,0 1 0,0-1 1,0 1-1,0 0 0,0 1 1,1-1-1,-1 1 0,-4 5 1,8-8-17,1 0 1,-1 1 0,1-1-1,-1 0 1,1 0-1,-1 0 1,1 1 0,0-1-1,-1 0 1,1 1-1,0 0 1,0-1-1,0 0 1,0 1 0,0-1-1,1 0 1,-1 0-1,0 1 1,1-1 0,-1 0-1,0 0 1,1 0-1,-1 1 1,1-1 0,0 0-1,-1 0 1,1 0-1,1 1 1,30 33-1116,-16-18 238,-13-14 807,-1-1 0,0 1 0,0 0 0,0 0 1,1 0-1,-2 0 0,1 0 0,-1 1 1,0-1-1,0 0 0,0 0 0,0 1 1,-1-1-1,1 1 0,-1-1 0,0 1 0,0 3 1,-1-5 156,0 1 0,0-1 0,0 1 1,0-1-1,-1 0 0,1 0 0,-2 0 0,2 0 1,-1 0-1,0 0 0,0 0 0,0 0 1,0-1-1,0 1 0,0-1 0,0 1 0,-1-1 1,1 0-1,0 0 0,-1 0 0,1 0 1,-1-1-1,-2 2 0,-13 2 756,-1 0 1,0 0-1,0-2 1,-38 0-1,56-2-1106,21 0-5515,-7-1 63</inkml:trace>
  <inkml:trace contextRef="#ctx0" brushRef="#br0" timeOffset="2395.82">1209 363 7738,'0'0'15579,"-32"57"-13939,22-40-960,-2-3-447,0-2-233,-5 0-361,2-6-2679</inkml:trace>
  <inkml:trace contextRef="#ctx0" brushRef="#br0" timeOffset="3315.38">1699 30 5905,'0'0'13813,"-4"9"-7411,-12 39-4221,10-25-1947,1 1 1,1 0-1,-2 37 1,0 2-389,2-55-1342,-5-8-4456</inkml:trace>
  <inkml:trace contextRef="#ctx0" brushRef="#br0" timeOffset="4154.61">1443 1 8618,'0'0'10038,"4"0"-9195,4-1-373,1 1 1,-1 0-1,1 1 0,-1 0 1,0 0-1,16 5 1,132 36-288,-102-30-111,0 2-1,84 36 0,-132-48-57,0 2-1,1-1 1,-2 1 0,1 0-1,0 1 1,-1-1 0,0 1 0,0-1-1,0 2 1,8 10 0,-12-14-4,0 0 0,1 1 0,-1-1 1,0 1-1,0-1 0,-1 1 1,1-1-1,-1 1 0,1 0 0,-1-1 1,0 1-1,0 0 0,0-1 1,0 1-1,0 0 0,-1 0 0,1-1 1,-1 1-1,1-1 0,-1 1 1,0-1-1,0 1 0,-1-1 0,1 1 1,0-1-1,-1 0 0,1 0 1,-1 1-1,0-1 0,-3 3 0,-2 1 82,0 1 1,-1-1-1,0-1 0,0 1 0,0-1 0,0-1 0,-1 0 0,0 0 0,0 0 0,0-1 0,0-1 0,-15 3 0,-12 0-17,-1-1 0,-37-2-1,-29 3 307,71 0 70,-31 2 3906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568AA-FEAD-86A7-E146-F259F0F38A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F6F4D-5E4C-0B44-03F1-C32A5449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70E8-3830-3EE8-0262-7094C6D8A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BAA6-A6E0-43E2-90A8-372ADF0A5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1946E-2713-2E7E-6D2A-7F43624E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7177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3F755-6E17-C75F-57B3-003E8681C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1C9E7-0AF8-D7B1-10D6-B71ECB139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199A2-A51D-1D7C-5826-D512C61E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2C6AF-A83A-005D-B52A-74035FD3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103F7-D7AE-0FF5-A15B-E78EA25D5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9774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5C6AB-0DE3-B837-0C95-321DB4772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A7A35-5092-88C7-EF2C-D37B6BEA1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F2CDF-4357-1551-408F-7C325C9B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0B44E-956F-143B-B491-737D0864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81B05-5CDB-FEC7-AC87-878A8349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1749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F22D-F7DA-909A-01AC-9FEBAACDA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87633-C144-3A7F-B559-2413AF8282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D0414-1846-773A-F525-BEDE1B26D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59FCA-DE56-35C2-69D7-2574D13A5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1932D-1B54-76B2-08BB-E6EE739D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B7FC1F-221C-015D-6656-18E30A57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9851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F2FB9-4ADD-9B66-68D0-F1339C65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BC756-B233-B017-DE00-986E1499F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41E4B-ADD6-100D-828C-7C4D907E2F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63B5E6-84B0-399D-D3C1-5A72F0093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911155-BDAA-73E7-2B8D-8185B092F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E53FB-8720-F81D-80B6-4CE9CEFC8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8D3CEF-BC25-658A-34CC-1922043BB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AE0B4-6C82-BEDD-B95D-627CEA33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77805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DC43-6DE6-1B50-2585-E8ECAB88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F85548-0F83-B3EB-94B4-68F47505C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A6FDEF-6246-E68E-C94E-469618544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E96C4-B5C9-C16F-270D-7F8449B4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673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9F742F-7BDC-B9B7-4CA5-0D5ACE5EC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DF1B9A-5A27-F102-4BDB-C1C8A6E75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C96FF-F107-2F59-12BC-F6B0ADEE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23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55F1E-F2C0-E1D2-1E9F-085591B8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A66EB-02A9-F6A1-3DC9-0B476B148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CE3CE-442C-556D-C861-BCB32CCBB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139A4-F0F5-1378-E949-F7023CCC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19176-A080-7E83-300F-A7B5146B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F5E4E-920A-FAEE-DFEC-5A80AAA6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880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9451-24E1-9A1A-B441-75BCC40C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3A0AB6-0745-05CF-D023-45FE42BB0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5F9E7-ED8B-A5AA-B5EF-78AFFD189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32649-216A-1C8E-B26F-56728D57A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D2136-E4CE-C4D2-990D-5705C191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BA550-6A8E-A9C8-F029-48550C3C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4939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C31C-EC60-1E5B-E83D-A7D0B4DD3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7ECCA2-3EB0-681C-5AFD-A3B5C62B9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734B-BF61-25AA-2B27-997ACA08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F5C57-F819-F050-9455-7B7319845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0C8CF-8741-F94E-81EB-45D18EA8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070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5F6E64-E1B2-80D2-AA8E-FF64FB9E7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AAA40-F1C1-655A-6FF3-1F561A44F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8FAA-3115-1544-FB17-8A39C21E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25A36-16F6-22E3-A4A9-B661A339A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CBC4E-9CEC-F7A4-DBE4-A9F980EF4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889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9D82E8-D3FB-05B8-C49E-65671677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FA606-1CF3-9250-502F-8ED061E87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886D2-6C8B-6EEA-B6F7-49C1C1EFF6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43F45B-CA5D-4CF1-AB24-A93DBF6A019E}" type="datetimeFigureOut">
              <a:rPr lang="en-ZA" smtClean="0"/>
              <a:t>2025/03/06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A649-FA08-7850-AB39-C515769B8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19CEA-3571-72CA-A9F4-251E9119C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643F5-6C25-47D7-9387-A4932BCFA8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359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image" Target="../media/image55.png"/><Relationship Id="rId16" Type="http://schemas.openxmlformats.org/officeDocument/2006/relationships/customXml" Target="../ink/ink8.xml"/><Relationship Id="rId107" Type="http://schemas.openxmlformats.org/officeDocument/2006/relationships/customXml" Target="../ink/ink54.xml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customXml" Target="../ink/ink57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image" Target="../media/image53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image" Target="../media/image52.png"/><Relationship Id="rId114" Type="http://schemas.openxmlformats.org/officeDocument/2006/relationships/image" Target="../media/image56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customXml" Target="../ink/ink55.xml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image" Target="../media/image54.png"/><Relationship Id="rId115" Type="http://schemas.openxmlformats.org/officeDocument/2006/relationships/customXml" Target="../ink/ink5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customXml" Target="../ink/ink5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image" Target="../media/image57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customXml" Target="../ink/ink5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customXml" Target="../ink/ink67.xml"/><Relationship Id="rId26" Type="http://schemas.openxmlformats.org/officeDocument/2006/relationships/customXml" Target="../ink/ink71.xml"/><Relationship Id="rId39" Type="http://schemas.openxmlformats.org/officeDocument/2006/relationships/image" Target="../media/image76.png"/><Relationship Id="rId21" Type="http://schemas.openxmlformats.org/officeDocument/2006/relationships/image" Target="../media/image67.png"/><Relationship Id="rId34" Type="http://schemas.openxmlformats.org/officeDocument/2006/relationships/customXml" Target="../ink/ink75.xml"/><Relationship Id="rId7" Type="http://schemas.openxmlformats.org/officeDocument/2006/relationships/image" Target="../media/image60.png"/><Relationship Id="rId2" Type="http://schemas.openxmlformats.org/officeDocument/2006/relationships/customXml" Target="../ink/ink59.xml"/><Relationship Id="rId16" Type="http://schemas.openxmlformats.org/officeDocument/2006/relationships/customXml" Target="../ink/ink66.xml"/><Relationship Id="rId20" Type="http://schemas.openxmlformats.org/officeDocument/2006/relationships/customXml" Target="../ink/ink68.xml"/><Relationship Id="rId29" Type="http://schemas.openxmlformats.org/officeDocument/2006/relationships/image" Target="../media/image71.png"/><Relationship Id="rId41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1.xml"/><Relationship Id="rId11" Type="http://schemas.openxmlformats.org/officeDocument/2006/relationships/image" Target="../media/image62.png"/><Relationship Id="rId24" Type="http://schemas.openxmlformats.org/officeDocument/2006/relationships/customXml" Target="../ink/ink70.xml"/><Relationship Id="rId32" Type="http://schemas.openxmlformats.org/officeDocument/2006/relationships/customXml" Target="../ink/ink74.xml"/><Relationship Id="rId37" Type="http://schemas.openxmlformats.org/officeDocument/2006/relationships/image" Target="../media/image75.png"/><Relationship Id="rId40" Type="http://schemas.openxmlformats.org/officeDocument/2006/relationships/customXml" Target="../ink/ink78.xml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72.xml"/><Relationship Id="rId36" Type="http://schemas.openxmlformats.org/officeDocument/2006/relationships/customXml" Target="../ink/ink76.xml"/><Relationship Id="rId10" Type="http://schemas.openxmlformats.org/officeDocument/2006/relationships/customXml" Target="../ink/ink63.xml"/><Relationship Id="rId19" Type="http://schemas.openxmlformats.org/officeDocument/2006/relationships/image" Target="../media/image66.png"/><Relationship Id="rId31" Type="http://schemas.openxmlformats.org/officeDocument/2006/relationships/image" Target="../media/image72.png"/><Relationship Id="rId4" Type="http://schemas.openxmlformats.org/officeDocument/2006/relationships/customXml" Target="../ink/ink60.xml"/><Relationship Id="rId9" Type="http://schemas.openxmlformats.org/officeDocument/2006/relationships/image" Target="../media/image61.png"/><Relationship Id="rId14" Type="http://schemas.openxmlformats.org/officeDocument/2006/relationships/customXml" Target="../ink/ink65.xml"/><Relationship Id="rId22" Type="http://schemas.openxmlformats.org/officeDocument/2006/relationships/customXml" Target="../ink/ink69.xml"/><Relationship Id="rId27" Type="http://schemas.openxmlformats.org/officeDocument/2006/relationships/image" Target="../media/image70.png"/><Relationship Id="rId30" Type="http://schemas.openxmlformats.org/officeDocument/2006/relationships/customXml" Target="../ink/ink73.xml"/><Relationship Id="rId35" Type="http://schemas.openxmlformats.org/officeDocument/2006/relationships/image" Target="../media/image74.png"/><Relationship Id="rId8" Type="http://schemas.openxmlformats.org/officeDocument/2006/relationships/customXml" Target="../ink/ink62.xml"/><Relationship Id="rId3" Type="http://schemas.openxmlformats.org/officeDocument/2006/relationships/image" Target="../media/image58.png"/><Relationship Id="rId12" Type="http://schemas.openxmlformats.org/officeDocument/2006/relationships/customXml" Target="../ink/ink64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38" Type="http://schemas.openxmlformats.org/officeDocument/2006/relationships/customXml" Target="../ink/ink77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customXml" Target="../ink/ink87.xml"/><Relationship Id="rId26" Type="http://schemas.openxmlformats.org/officeDocument/2006/relationships/customXml" Target="../ink/ink91.xml"/><Relationship Id="rId39" Type="http://schemas.openxmlformats.org/officeDocument/2006/relationships/image" Target="../media/image96.png"/><Relationship Id="rId21" Type="http://schemas.openxmlformats.org/officeDocument/2006/relationships/image" Target="../media/image87.png"/><Relationship Id="rId34" Type="http://schemas.openxmlformats.org/officeDocument/2006/relationships/customXml" Target="../ink/ink95.xml"/><Relationship Id="rId42" Type="http://schemas.openxmlformats.org/officeDocument/2006/relationships/customXml" Target="../ink/ink99.xml"/><Relationship Id="rId47" Type="http://schemas.openxmlformats.org/officeDocument/2006/relationships/image" Target="../media/image100.png"/><Relationship Id="rId50" Type="http://schemas.openxmlformats.org/officeDocument/2006/relationships/customXml" Target="../ink/ink103.xml"/><Relationship Id="rId7" Type="http://schemas.openxmlformats.org/officeDocument/2006/relationships/image" Target="../media/image80.png"/><Relationship Id="rId2" Type="http://schemas.openxmlformats.org/officeDocument/2006/relationships/customXml" Target="../ink/ink79.xml"/><Relationship Id="rId16" Type="http://schemas.openxmlformats.org/officeDocument/2006/relationships/customXml" Target="../ink/ink86.xml"/><Relationship Id="rId29" Type="http://schemas.openxmlformats.org/officeDocument/2006/relationships/image" Target="../media/image91.png"/><Relationship Id="rId11" Type="http://schemas.openxmlformats.org/officeDocument/2006/relationships/image" Target="../media/image82.png"/><Relationship Id="rId24" Type="http://schemas.openxmlformats.org/officeDocument/2006/relationships/customXml" Target="../ink/ink90.xml"/><Relationship Id="rId32" Type="http://schemas.openxmlformats.org/officeDocument/2006/relationships/customXml" Target="../ink/ink94.xml"/><Relationship Id="rId37" Type="http://schemas.openxmlformats.org/officeDocument/2006/relationships/image" Target="../media/image95.png"/><Relationship Id="rId40" Type="http://schemas.openxmlformats.org/officeDocument/2006/relationships/customXml" Target="../ink/ink98.xml"/><Relationship Id="rId45" Type="http://schemas.openxmlformats.org/officeDocument/2006/relationships/image" Target="../media/image99.png"/><Relationship Id="rId53" Type="http://schemas.openxmlformats.org/officeDocument/2006/relationships/image" Target="../media/image103.png"/><Relationship Id="rId5" Type="http://schemas.openxmlformats.org/officeDocument/2006/relationships/image" Target="../media/image79.png"/><Relationship Id="rId10" Type="http://schemas.openxmlformats.org/officeDocument/2006/relationships/customXml" Target="../ink/ink83.xml"/><Relationship Id="rId19" Type="http://schemas.openxmlformats.org/officeDocument/2006/relationships/image" Target="../media/image86.png"/><Relationship Id="rId31" Type="http://schemas.openxmlformats.org/officeDocument/2006/relationships/image" Target="../media/image92.png"/><Relationship Id="rId44" Type="http://schemas.openxmlformats.org/officeDocument/2006/relationships/customXml" Target="../ink/ink100.xml"/><Relationship Id="rId52" Type="http://schemas.openxmlformats.org/officeDocument/2006/relationships/customXml" Target="../ink/ink104.xml"/><Relationship Id="rId4" Type="http://schemas.openxmlformats.org/officeDocument/2006/relationships/customXml" Target="../ink/ink80.xml"/><Relationship Id="rId9" Type="http://schemas.openxmlformats.org/officeDocument/2006/relationships/image" Target="../media/image81.png"/><Relationship Id="rId14" Type="http://schemas.openxmlformats.org/officeDocument/2006/relationships/customXml" Target="../ink/ink85.xml"/><Relationship Id="rId22" Type="http://schemas.openxmlformats.org/officeDocument/2006/relationships/customXml" Target="../ink/ink89.xml"/><Relationship Id="rId27" Type="http://schemas.openxmlformats.org/officeDocument/2006/relationships/image" Target="../media/image90.png"/><Relationship Id="rId30" Type="http://schemas.openxmlformats.org/officeDocument/2006/relationships/customXml" Target="../ink/ink93.xml"/><Relationship Id="rId35" Type="http://schemas.openxmlformats.org/officeDocument/2006/relationships/image" Target="../media/image94.png"/><Relationship Id="rId43" Type="http://schemas.openxmlformats.org/officeDocument/2006/relationships/image" Target="../media/image98.png"/><Relationship Id="rId48" Type="http://schemas.openxmlformats.org/officeDocument/2006/relationships/customXml" Target="../ink/ink102.xml"/><Relationship Id="rId8" Type="http://schemas.openxmlformats.org/officeDocument/2006/relationships/customXml" Target="../ink/ink82.xml"/><Relationship Id="rId51" Type="http://schemas.openxmlformats.org/officeDocument/2006/relationships/image" Target="../media/image102.png"/><Relationship Id="rId3" Type="http://schemas.openxmlformats.org/officeDocument/2006/relationships/image" Target="../media/image78.png"/><Relationship Id="rId12" Type="http://schemas.openxmlformats.org/officeDocument/2006/relationships/customXml" Target="../ink/ink84.xml"/><Relationship Id="rId17" Type="http://schemas.openxmlformats.org/officeDocument/2006/relationships/image" Target="../media/image85.png"/><Relationship Id="rId25" Type="http://schemas.openxmlformats.org/officeDocument/2006/relationships/image" Target="../media/image89.png"/><Relationship Id="rId33" Type="http://schemas.openxmlformats.org/officeDocument/2006/relationships/image" Target="../media/image93.png"/><Relationship Id="rId38" Type="http://schemas.openxmlformats.org/officeDocument/2006/relationships/customXml" Target="../ink/ink97.xml"/><Relationship Id="rId46" Type="http://schemas.openxmlformats.org/officeDocument/2006/relationships/customXml" Target="../ink/ink101.xml"/><Relationship Id="rId20" Type="http://schemas.openxmlformats.org/officeDocument/2006/relationships/customXml" Target="../ink/ink88.xml"/><Relationship Id="rId41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1.xml"/><Relationship Id="rId15" Type="http://schemas.openxmlformats.org/officeDocument/2006/relationships/image" Target="../media/image84.png"/><Relationship Id="rId23" Type="http://schemas.openxmlformats.org/officeDocument/2006/relationships/image" Target="../media/image88.png"/><Relationship Id="rId28" Type="http://schemas.openxmlformats.org/officeDocument/2006/relationships/customXml" Target="../ink/ink92.xml"/><Relationship Id="rId36" Type="http://schemas.openxmlformats.org/officeDocument/2006/relationships/customXml" Target="../ink/ink96.xml"/><Relationship Id="rId49" Type="http://schemas.openxmlformats.org/officeDocument/2006/relationships/image" Target="../media/image10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1.png"/><Relationship Id="rId299" Type="http://schemas.openxmlformats.org/officeDocument/2006/relationships/image" Target="../media/image252.png"/><Relationship Id="rId21" Type="http://schemas.openxmlformats.org/officeDocument/2006/relationships/image" Target="../media/image113.png"/><Relationship Id="rId63" Type="http://schemas.openxmlformats.org/officeDocument/2006/relationships/image" Target="../media/image134.png"/><Relationship Id="rId159" Type="http://schemas.openxmlformats.org/officeDocument/2006/relationships/image" Target="../media/image182.png"/><Relationship Id="rId170" Type="http://schemas.openxmlformats.org/officeDocument/2006/relationships/customXml" Target="../ink/ink189.xml"/><Relationship Id="rId226" Type="http://schemas.openxmlformats.org/officeDocument/2006/relationships/customXml" Target="../ink/ink217.xml"/><Relationship Id="rId268" Type="http://schemas.openxmlformats.org/officeDocument/2006/relationships/customXml" Target="../ink/ink238.xml"/><Relationship Id="rId32" Type="http://schemas.openxmlformats.org/officeDocument/2006/relationships/customXml" Target="../ink/ink120.xml"/><Relationship Id="rId74" Type="http://schemas.openxmlformats.org/officeDocument/2006/relationships/customXml" Target="../ink/ink141.xml"/><Relationship Id="rId128" Type="http://schemas.openxmlformats.org/officeDocument/2006/relationships/customXml" Target="../ink/ink168.xml"/><Relationship Id="rId5" Type="http://schemas.openxmlformats.org/officeDocument/2006/relationships/image" Target="../media/image105.png"/><Relationship Id="rId181" Type="http://schemas.openxmlformats.org/officeDocument/2006/relationships/image" Target="../media/image193.png"/><Relationship Id="rId237" Type="http://schemas.openxmlformats.org/officeDocument/2006/relationships/image" Target="../media/image221.png"/><Relationship Id="rId279" Type="http://schemas.openxmlformats.org/officeDocument/2006/relationships/image" Target="../media/image242.png"/><Relationship Id="rId43" Type="http://schemas.openxmlformats.org/officeDocument/2006/relationships/image" Target="../media/image124.png"/><Relationship Id="rId139" Type="http://schemas.openxmlformats.org/officeDocument/2006/relationships/image" Target="../media/image172.png"/><Relationship Id="rId290" Type="http://schemas.openxmlformats.org/officeDocument/2006/relationships/customXml" Target="../ink/ink249.xml"/><Relationship Id="rId304" Type="http://schemas.openxmlformats.org/officeDocument/2006/relationships/customXml" Target="../ink/ink256.xml"/><Relationship Id="rId85" Type="http://schemas.openxmlformats.org/officeDocument/2006/relationships/image" Target="../media/image145.png"/><Relationship Id="rId150" Type="http://schemas.openxmlformats.org/officeDocument/2006/relationships/customXml" Target="../ink/ink179.xml"/><Relationship Id="rId192" Type="http://schemas.openxmlformats.org/officeDocument/2006/relationships/customXml" Target="../ink/ink200.xml"/><Relationship Id="rId206" Type="http://schemas.openxmlformats.org/officeDocument/2006/relationships/customXml" Target="../ink/ink207.xml"/><Relationship Id="rId248" Type="http://schemas.openxmlformats.org/officeDocument/2006/relationships/customXml" Target="../ink/ink228.xml"/><Relationship Id="rId12" Type="http://schemas.openxmlformats.org/officeDocument/2006/relationships/customXml" Target="../ink/ink110.xml"/><Relationship Id="rId108" Type="http://schemas.openxmlformats.org/officeDocument/2006/relationships/customXml" Target="../ink/ink158.xml"/><Relationship Id="rId315" Type="http://schemas.openxmlformats.org/officeDocument/2006/relationships/image" Target="../media/image258.png"/><Relationship Id="rId54" Type="http://schemas.openxmlformats.org/officeDocument/2006/relationships/customXml" Target="../ink/ink131.xml"/><Relationship Id="rId96" Type="http://schemas.openxmlformats.org/officeDocument/2006/relationships/customXml" Target="../ink/ink152.xml"/><Relationship Id="rId161" Type="http://schemas.openxmlformats.org/officeDocument/2006/relationships/image" Target="../media/image183.png"/><Relationship Id="rId217" Type="http://schemas.openxmlformats.org/officeDocument/2006/relationships/image" Target="../media/image211.png"/><Relationship Id="rId259" Type="http://schemas.openxmlformats.org/officeDocument/2006/relationships/image" Target="../media/image232.png"/><Relationship Id="rId23" Type="http://schemas.openxmlformats.org/officeDocument/2006/relationships/image" Target="../media/image114.png"/><Relationship Id="rId119" Type="http://schemas.openxmlformats.org/officeDocument/2006/relationships/image" Target="../media/image162.png"/><Relationship Id="rId270" Type="http://schemas.openxmlformats.org/officeDocument/2006/relationships/customXml" Target="../ink/ink239.xml"/><Relationship Id="rId65" Type="http://schemas.openxmlformats.org/officeDocument/2006/relationships/image" Target="../media/image135.png"/><Relationship Id="rId130" Type="http://schemas.openxmlformats.org/officeDocument/2006/relationships/customXml" Target="../ink/ink169.xml"/><Relationship Id="rId172" Type="http://schemas.openxmlformats.org/officeDocument/2006/relationships/customXml" Target="../ink/ink190.xml"/><Relationship Id="rId228" Type="http://schemas.openxmlformats.org/officeDocument/2006/relationships/customXml" Target="../ink/ink218.xml"/><Relationship Id="rId13" Type="http://schemas.openxmlformats.org/officeDocument/2006/relationships/image" Target="../media/image109.png"/><Relationship Id="rId109" Type="http://schemas.openxmlformats.org/officeDocument/2006/relationships/image" Target="../media/image157.png"/><Relationship Id="rId260" Type="http://schemas.openxmlformats.org/officeDocument/2006/relationships/customXml" Target="../ink/ink234.xml"/><Relationship Id="rId281" Type="http://schemas.openxmlformats.org/officeDocument/2006/relationships/image" Target="../media/image243.png"/><Relationship Id="rId316" Type="http://schemas.openxmlformats.org/officeDocument/2006/relationships/customXml" Target="../ink/ink262.xml"/><Relationship Id="rId34" Type="http://schemas.openxmlformats.org/officeDocument/2006/relationships/customXml" Target="../ink/ink121.xml"/><Relationship Id="rId55" Type="http://schemas.openxmlformats.org/officeDocument/2006/relationships/image" Target="../media/image130.png"/><Relationship Id="rId76" Type="http://schemas.openxmlformats.org/officeDocument/2006/relationships/customXml" Target="../ink/ink142.xml"/><Relationship Id="rId97" Type="http://schemas.openxmlformats.org/officeDocument/2006/relationships/image" Target="../media/image151.png"/><Relationship Id="rId120" Type="http://schemas.openxmlformats.org/officeDocument/2006/relationships/customXml" Target="../ink/ink164.xml"/><Relationship Id="rId141" Type="http://schemas.openxmlformats.org/officeDocument/2006/relationships/image" Target="../media/image173.png"/><Relationship Id="rId7" Type="http://schemas.openxmlformats.org/officeDocument/2006/relationships/image" Target="../media/image106.png"/><Relationship Id="rId162" Type="http://schemas.openxmlformats.org/officeDocument/2006/relationships/customXml" Target="../ink/ink185.xml"/><Relationship Id="rId183" Type="http://schemas.openxmlformats.org/officeDocument/2006/relationships/image" Target="../media/image194.png"/><Relationship Id="rId218" Type="http://schemas.openxmlformats.org/officeDocument/2006/relationships/customXml" Target="../ink/ink213.xml"/><Relationship Id="rId239" Type="http://schemas.openxmlformats.org/officeDocument/2006/relationships/image" Target="../media/image222.png"/><Relationship Id="rId250" Type="http://schemas.openxmlformats.org/officeDocument/2006/relationships/customXml" Target="../ink/ink229.xml"/><Relationship Id="rId271" Type="http://schemas.openxmlformats.org/officeDocument/2006/relationships/image" Target="../media/image238.png"/><Relationship Id="rId292" Type="http://schemas.openxmlformats.org/officeDocument/2006/relationships/customXml" Target="../ink/ink250.xml"/><Relationship Id="rId306" Type="http://schemas.openxmlformats.org/officeDocument/2006/relationships/customXml" Target="../ink/ink257.xml"/><Relationship Id="rId24" Type="http://schemas.openxmlformats.org/officeDocument/2006/relationships/customXml" Target="../ink/ink116.xml"/><Relationship Id="rId45" Type="http://schemas.openxmlformats.org/officeDocument/2006/relationships/image" Target="../media/image125.png"/><Relationship Id="rId66" Type="http://schemas.openxmlformats.org/officeDocument/2006/relationships/customXml" Target="../ink/ink137.xml"/><Relationship Id="rId87" Type="http://schemas.openxmlformats.org/officeDocument/2006/relationships/image" Target="../media/image146.png"/><Relationship Id="rId110" Type="http://schemas.openxmlformats.org/officeDocument/2006/relationships/customXml" Target="../ink/ink159.xml"/><Relationship Id="rId131" Type="http://schemas.openxmlformats.org/officeDocument/2006/relationships/image" Target="../media/image168.png"/><Relationship Id="rId152" Type="http://schemas.openxmlformats.org/officeDocument/2006/relationships/customXml" Target="../ink/ink180.xml"/><Relationship Id="rId173" Type="http://schemas.openxmlformats.org/officeDocument/2006/relationships/image" Target="../media/image189.png"/><Relationship Id="rId194" Type="http://schemas.openxmlformats.org/officeDocument/2006/relationships/customXml" Target="../ink/ink201.xml"/><Relationship Id="rId208" Type="http://schemas.openxmlformats.org/officeDocument/2006/relationships/customXml" Target="../ink/ink208.xml"/><Relationship Id="rId229" Type="http://schemas.openxmlformats.org/officeDocument/2006/relationships/image" Target="../media/image217.png"/><Relationship Id="rId240" Type="http://schemas.openxmlformats.org/officeDocument/2006/relationships/customXml" Target="../ink/ink224.xml"/><Relationship Id="rId261" Type="http://schemas.openxmlformats.org/officeDocument/2006/relationships/image" Target="../media/image233.png"/><Relationship Id="rId14" Type="http://schemas.openxmlformats.org/officeDocument/2006/relationships/customXml" Target="../ink/ink111.xml"/><Relationship Id="rId35" Type="http://schemas.openxmlformats.org/officeDocument/2006/relationships/image" Target="../media/image120.png"/><Relationship Id="rId56" Type="http://schemas.openxmlformats.org/officeDocument/2006/relationships/customXml" Target="../ink/ink132.xml"/><Relationship Id="rId77" Type="http://schemas.openxmlformats.org/officeDocument/2006/relationships/image" Target="../media/image141.png"/><Relationship Id="rId100" Type="http://schemas.openxmlformats.org/officeDocument/2006/relationships/customXml" Target="../ink/ink154.xml"/><Relationship Id="rId282" Type="http://schemas.openxmlformats.org/officeDocument/2006/relationships/customXml" Target="../ink/ink245.xml"/><Relationship Id="rId317" Type="http://schemas.openxmlformats.org/officeDocument/2006/relationships/image" Target="../media/image259.png"/><Relationship Id="rId8" Type="http://schemas.openxmlformats.org/officeDocument/2006/relationships/customXml" Target="../ink/ink108.xml"/><Relationship Id="rId98" Type="http://schemas.openxmlformats.org/officeDocument/2006/relationships/customXml" Target="../ink/ink153.xml"/><Relationship Id="rId121" Type="http://schemas.openxmlformats.org/officeDocument/2006/relationships/image" Target="../media/image163.png"/><Relationship Id="rId142" Type="http://schemas.openxmlformats.org/officeDocument/2006/relationships/customXml" Target="../ink/ink175.xml"/><Relationship Id="rId163" Type="http://schemas.openxmlformats.org/officeDocument/2006/relationships/image" Target="../media/image184.png"/><Relationship Id="rId184" Type="http://schemas.openxmlformats.org/officeDocument/2006/relationships/customXml" Target="../ink/ink196.xml"/><Relationship Id="rId219" Type="http://schemas.openxmlformats.org/officeDocument/2006/relationships/image" Target="../media/image212.png"/><Relationship Id="rId230" Type="http://schemas.openxmlformats.org/officeDocument/2006/relationships/customXml" Target="../ink/ink219.xml"/><Relationship Id="rId251" Type="http://schemas.openxmlformats.org/officeDocument/2006/relationships/image" Target="../media/image228.png"/><Relationship Id="rId25" Type="http://schemas.openxmlformats.org/officeDocument/2006/relationships/image" Target="../media/image115.png"/><Relationship Id="rId46" Type="http://schemas.openxmlformats.org/officeDocument/2006/relationships/customXml" Target="../ink/ink127.xml"/><Relationship Id="rId67" Type="http://schemas.openxmlformats.org/officeDocument/2006/relationships/image" Target="../media/image136.png"/><Relationship Id="rId272" Type="http://schemas.openxmlformats.org/officeDocument/2006/relationships/customXml" Target="../ink/ink240.xml"/><Relationship Id="rId293" Type="http://schemas.openxmlformats.org/officeDocument/2006/relationships/image" Target="../media/image249.png"/><Relationship Id="rId307" Type="http://schemas.openxmlformats.org/officeDocument/2006/relationships/image" Target="../media/image254.png"/><Relationship Id="rId88" Type="http://schemas.openxmlformats.org/officeDocument/2006/relationships/customXml" Target="../ink/ink148.xml"/><Relationship Id="rId111" Type="http://schemas.openxmlformats.org/officeDocument/2006/relationships/image" Target="../media/image158.png"/><Relationship Id="rId132" Type="http://schemas.openxmlformats.org/officeDocument/2006/relationships/customXml" Target="../ink/ink170.xml"/><Relationship Id="rId153" Type="http://schemas.openxmlformats.org/officeDocument/2006/relationships/image" Target="../media/image179.png"/><Relationship Id="rId174" Type="http://schemas.openxmlformats.org/officeDocument/2006/relationships/customXml" Target="../ink/ink191.xml"/><Relationship Id="rId195" Type="http://schemas.openxmlformats.org/officeDocument/2006/relationships/image" Target="../media/image200.png"/><Relationship Id="rId209" Type="http://schemas.openxmlformats.org/officeDocument/2006/relationships/image" Target="../media/image207.png"/><Relationship Id="rId220" Type="http://schemas.openxmlformats.org/officeDocument/2006/relationships/customXml" Target="../ink/ink214.xml"/><Relationship Id="rId241" Type="http://schemas.openxmlformats.org/officeDocument/2006/relationships/image" Target="../media/image223.png"/><Relationship Id="rId15" Type="http://schemas.openxmlformats.org/officeDocument/2006/relationships/image" Target="../media/image110.png"/><Relationship Id="rId36" Type="http://schemas.openxmlformats.org/officeDocument/2006/relationships/customXml" Target="../ink/ink122.xml"/><Relationship Id="rId57" Type="http://schemas.openxmlformats.org/officeDocument/2006/relationships/image" Target="../media/image131.png"/><Relationship Id="rId262" Type="http://schemas.openxmlformats.org/officeDocument/2006/relationships/customXml" Target="../ink/ink235.xml"/><Relationship Id="rId283" Type="http://schemas.openxmlformats.org/officeDocument/2006/relationships/image" Target="../media/image244.png"/><Relationship Id="rId318" Type="http://schemas.openxmlformats.org/officeDocument/2006/relationships/customXml" Target="../ink/ink263.xml"/><Relationship Id="rId78" Type="http://schemas.openxmlformats.org/officeDocument/2006/relationships/customXml" Target="../ink/ink143.xml"/><Relationship Id="rId99" Type="http://schemas.openxmlformats.org/officeDocument/2006/relationships/image" Target="../media/image152.png"/><Relationship Id="rId101" Type="http://schemas.openxmlformats.org/officeDocument/2006/relationships/image" Target="../media/image153.png"/><Relationship Id="rId122" Type="http://schemas.openxmlformats.org/officeDocument/2006/relationships/customXml" Target="../ink/ink165.xml"/><Relationship Id="rId143" Type="http://schemas.openxmlformats.org/officeDocument/2006/relationships/image" Target="../media/image174.png"/><Relationship Id="rId164" Type="http://schemas.openxmlformats.org/officeDocument/2006/relationships/customXml" Target="../ink/ink186.xml"/><Relationship Id="rId185" Type="http://schemas.openxmlformats.org/officeDocument/2006/relationships/image" Target="../media/image195.png"/><Relationship Id="rId9" Type="http://schemas.openxmlformats.org/officeDocument/2006/relationships/image" Target="../media/image107.png"/><Relationship Id="rId210" Type="http://schemas.openxmlformats.org/officeDocument/2006/relationships/customXml" Target="../ink/ink209.xml"/><Relationship Id="rId26" Type="http://schemas.openxmlformats.org/officeDocument/2006/relationships/customXml" Target="../ink/ink117.xml"/><Relationship Id="rId231" Type="http://schemas.openxmlformats.org/officeDocument/2006/relationships/image" Target="../media/image218.png"/><Relationship Id="rId252" Type="http://schemas.openxmlformats.org/officeDocument/2006/relationships/customXml" Target="../ink/ink230.xml"/><Relationship Id="rId273" Type="http://schemas.openxmlformats.org/officeDocument/2006/relationships/image" Target="../media/image239.png"/><Relationship Id="rId294" Type="http://schemas.openxmlformats.org/officeDocument/2006/relationships/customXml" Target="../ink/ink251.xml"/><Relationship Id="rId308" Type="http://schemas.openxmlformats.org/officeDocument/2006/relationships/customXml" Target="../ink/ink258.xml"/><Relationship Id="rId47" Type="http://schemas.openxmlformats.org/officeDocument/2006/relationships/image" Target="../media/image126.png"/><Relationship Id="rId68" Type="http://schemas.openxmlformats.org/officeDocument/2006/relationships/customXml" Target="../ink/ink138.xml"/><Relationship Id="rId89" Type="http://schemas.openxmlformats.org/officeDocument/2006/relationships/image" Target="../media/image147.png"/><Relationship Id="rId112" Type="http://schemas.openxmlformats.org/officeDocument/2006/relationships/customXml" Target="../ink/ink160.xml"/><Relationship Id="rId133" Type="http://schemas.openxmlformats.org/officeDocument/2006/relationships/image" Target="../media/image169.png"/><Relationship Id="rId154" Type="http://schemas.openxmlformats.org/officeDocument/2006/relationships/customXml" Target="../ink/ink181.xml"/><Relationship Id="rId175" Type="http://schemas.openxmlformats.org/officeDocument/2006/relationships/image" Target="../media/image190.png"/><Relationship Id="rId196" Type="http://schemas.openxmlformats.org/officeDocument/2006/relationships/customXml" Target="../ink/ink202.xml"/><Relationship Id="rId200" Type="http://schemas.openxmlformats.org/officeDocument/2006/relationships/customXml" Target="../ink/ink204.xml"/><Relationship Id="rId16" Type="http://schemas.openxmlformats.org/officeDocument/2006/relationships/customXml" Target="../ink/ink112.xml"/><Relationship Id="rId221" Type="http://schemas.openxmlformats.org/officeDocument/2006/relationships/image" Target="../media/image213.png"/><Relationship Id="rId242" Type="http://schemas.openxmlformats.org/officeDocument/2006/relationships/customXml" Target="../ink/ink225.xml"/><Relationship Id="rId263" Type="http://schemas.openxmlformats.org/officeDocument/2006/relationships/image" Target="../media/image234.png"/><Relationship Id="rId284" Type="http://schemas.openxmlformats.org/officeDocument/2006/relationships/customXml" Target="../ink/ink246.xml"/><Relationship Id="rId319" Type="http://schemas.openxmlformats.org/officeDocument/2006/relationships/image" Target="../media/image260.png"/><Relationship Id="rId37" Type="http://schemas.openxmlformats.org/officeDocument/2006/relationships/image" Target="../media/image121.png"/><Relationship Id="rId58" Type="http://schemas.openxmlformats.org/officeDocument/2006/relationships/customXml" Target="../ink/ink133.xml"/><Relationship Id="rId79" Type="http://schemas.openxmlformats.org/officeDocument/2006/relationships/image" Target="../media/image142.png"/><Relationship Id="rId102" Type="http://schemas.openxmlformats.org/officeDocument/2006/relationships/customXml" Target="../ink/ink155.xml"/><Relationship Id="rId123" Type="http://schemas.openxmlformats.org/officeDocument/2006/relationships/image" Target="../media/image164.png"/><Relationship Id="rId144" Type="http://schemas.openxmlformats.org/officeDocument/2006/relationships/customXml" Target="../ink/ink176.xml"/><Relationship Id="rId90" Type="http://schemas.openxmlformats.org/officeDocument/2006/relationships/customXml" Target="../ink/ink149.xml"/><Relationship Id="rId165" Type="http://schemas.openxmlformats.org/officeDocument/2006/relationships/image" Target="../media/image185.png"/><Relationship Id="rId186" Type="http://schemas.openxmlformats.org/officeDocument/2006/relationships/customXml" Target="../ink/ink197.xml"/><Relationship Id="rId211" Type="http://schemas.openxmlformats.org/officeDocument/2006/relationships/image" Target="../media/image208.png"/><Relationship Id="rId232" Type="http://schemas.openxmlformats.org/officeDocument/2006/relationships/customXml" Target="../ink/ink220.xml"/><Relationship Id="rId253" Type="http://schemas.openxmlformats.org/officeDocument/2006/relationships/image" Target="../media/image229.png"/><Relationship Id="rId274" Type="http://schemas.openxmlformats.org/officeDocument/2006/relationships/customXml" Target="../ink/ink241.xml"/><Relationship Id="rId295" Type="http://schemas.openxmlformats.org/officeDocument/2006/relationships/image" Target="../media/image250.png"/><Relationship Id="rId309" Type="http://schemas.openxmlformats.org/officeDocument/2006/relationships/image" Target="../media/image255.png"/><Relationship Id="rId27" Type="http://schemas.openxmlformats.org/officeDocument/2006/relationships/image" Target="../media/image116.png"/><Relationship Id="rId48" Type="http://schemas.openxmlformats.org/officeDocument/2006/relationships/customXml" Target="../ink/ink128.xml"/><Relationship Id="rId69" Type="http://schemas.openxmlformats.org/officeDocument/2006/relationships/image" Target="../media/image137.png"/><Relationship Id="rId113" Type="http://schemas.openxmlformats.org/officeDocument/2006/relationships/image" Target="../media/image159.png"/><Relationship Id="rId134" Type="http://schemas.openxmlformats.org/officeDocument/2006/relationships/customXml" Target="../ink/ink171.xml"/><Relationship Id="rId80" Type="http://schemas.openxmlformats.org/officeDocument/2006/relationships/customXml" Target="../ink/ink144.xml"/><Relationship Id="rId155" Type="http://schemas.openxmlformats.org/officeDocument/2006/relationships/image" Target="../media/image180.png"/><Relationship Id="rId176" Type="http://schemas.openxmlformats.org/officeDocument/2006/relationships/customXml" Target="../ink/ink192.xml"/><Relationship Id="rId197" Type="http://schemas.openxmlformats.org/officeDocument/2006/relationships/image" Target="../media/image201.png"/><Relationship Id="rId201" Type="http://schemas.openxmlformats.org/officeDocument/2006/relationships/image" Target="../media/image203.png"/><Relationship Id="rId222" Type="http://schemas.openxmlformats.org/officeDocument/2006/relationships/customXml" Target="../ink/ink215.xml"/><Relationship Id="rId243" Type="http://schemas.openxmlformats.org/officeDocument/2006/relationships/image" Target="../media/image224.png"/><Relationship Id="rId264" Type="http://schemas.openxmlformats.org/officeDocument/2006/relationships/customXml" Target="../ink/ink236.xml"/><Relationship Id="rId285" Type="http://schemas.openxmlformats.org/officeDocument/2006/relationships/image" Target="../media/image245.png"/><Relationship Id="rId17" Type="http://schemas.openxmlformats.org/officeDocument/2006/relationships/image" Target="../media/image111.png"/><Relationship Id="rId38" Type="http://schemas.openxmlformats.org/officeDocument/2006/relationships/customXml" Target="../ink/ink123.xml"/><Relationship Id="rId59" Type="http://schemas.openxmlformats.org/officeDocument/2006/relationships/image" Target="../media/image132.png"/><Relationship Id="rId103" Type="http://schemas.openxmlformats.org/officeDocument/2006/relationships/image" Target="../media/image154.png"/><Relationship Id="rId124" Type="http://schemas.openxmlformats.org/officeDocument/2006/relationships/customXml" Target="../ink/ink166.xml"/><Relationship Id="rId310" Type="http://schemas.openxmlformats.org/officeDocument/2006/relationships/customXml" Target="../ink/ink259.xml"/><Relationship Id="rId70" Type="http://schemas.openxmlformats.org/officeDocument/2006/relationships/customXml" Target="../ink/ink139.xml"/><Relationship Id="rId91" Type="http://schemas.openxmlformats.org/officeDocument/2006/relationships/image" Target="../media/image148.png"/><Relationship Id="rId145" Type="http://schemas.openxmlformats.org/officeDocument/2006/relationships/image" Target="../media/image175.png"/><Relationship Id="rId166" Type="http://schemas.openxmlformats.org/officeDocument/2006/relationships/customXml" Target="../ink/ink187.xml"/><Relationship Id="rId187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10.xml"/><Relationship Id="rId233" Type="http://schemas.openxmlformats.org/officeDocument/2006/relationships/image" Target="../media/image219.png"/><Relationship Id="rId254" Type="http://schemas.openxmlformats.org/officeDocument/2006/relationships/customXml" Target="../ink/ink231.xml"/><Relationship Id="rId28" Type="http://schemas.openxmlformats.org/officeDocument/2006/relationships/customXml" Target="../ink/ink118.xml"/><Relationship Id="rId49" Type="http://schemas.openxmlformats.org/officeDocument/2006/relationships/image" Target="../media/image127.png"/><Relationship Id="rId114" Type="http://schemas.openxmlformats.org/officeDocument/2006/relationships/customXml" Target="../ink/ink161.xml"/><Relationship Id="rId275" Type="http://schemas.openxmlformats.org/officeDocument/2006/relationships/image" Target="../media/image240.png"/><Relationship Id="rId296" Type="http://schemas.openxmlformats.org/officeDocument/2006/relationships/customXml" Target="../ink/ink252.xml"/><Relationship Id="rId300" Type="http://schemas.openxmlformats.org/officeDocument/2006/relationships/customXml" Target="../ink/ink254.xml"/><Relationship Id="rId60" Type="http://schemas.openxmlformats.org/officeDocument/2006/relationships/customXml" Target="../ink/ink134.xml"/><Relationship Id="rId81" Type="http://schemas.openxmlformats.org/officeDocument/2006/relationships/image" Target="../media/image143.png"/><Relationship Id="rId135" Type="http://schemas.openxmlformats.org/officeDocument/2006/relationships/image" Target="../media/image170.png"/><Relationship Id="rId156" Type="http://schemas.openxmlformats.org/officeDocument/2006/relationships/customXml" Target="../ink/ink182.xml"/><Relationship Id="rId177" Type="http://schemas.openxmlformats.org/officeDocument/2006/relationships/image" Target="../media/image191.png"/><Relationship Id="rId198" Type="http://schemas.openxmlformats.org/officeDocument/2006/relationships/customXml" Target="../ink/ink203.xml"/><Relationship Id="rId202" Type="http://schemas.openxmlformats.org/officeDocument/2006/relationships/customXml" Target="../ink/ink205.xml"/><Relationship Id="rId223" Type="http://schemas.openxmlformats.org/officeDocument/2006/relationships/image" Target="../media/image214.png"/><Relationship Id="rId244" Type="http://schemas.openxmlformats.org/officeDocument/2006/relationships/customXml" Target="../ink/ink226.xml"/><Relationship Id="rId18" Type="http://schemas.openxmlformats.org/officeDocument/2006/relationships/customXml" Target="../ink/ink113.xml"/><Relationship Id="rId39" Type="http://schemas.openxmlformats.org/officeDocument/2006/relationships/image" Target="../media/image122.png"/><Relationship Id="rId265" Type="http://schemas.openxmlformats.org/officeDocument/2006/relationships/image" Target="../media/image235.png"/><Relationship Id="rId286" Type="http://schemas.openxmlformats.org/officeDocument/2006/relationships/customXml" Target="../ink/ink247.xml"/><Relationship Id="rId50" Type="http://schemas.openxmlformats.org/officeDocument/2006/relationships/customXml" Target="../ink/ink129.xml"/><Relationship Id="rId104" Type="http://schemas.openxmlformats.org/officeDocument/2006/relationships/customXml" Target="../ink/ink156.xml"/><Relationship Id="rId125" Type="http://schemas.openxmlformats.org/officeDocument/2006/relationships/image" Target="../media/image165.png"/><Relationship Id="rId146" Type="http://schemas.openxmlformats.org/officeDocument/2006/relationships/customXml" Target="../ink/ink177.xml"/><Relationship Id="rId167" Type="http://schemas.openxmlformats.org/officeDocument/2006/relationships/image" Target="../media/image186.png"/><Relationship Id="rId188" Type="http://schemas.openxmlformats.org/officeDocument/2006/relationships/customXml" Target="../ink/ink198.xml"/><Relationship Id="rId311" Type="http://schemas.openxmlformats.org/officeDocument/2006/relationships/image" Target="../media/image256.png"/><Relationship Id="rId71" Type="http://schemas.openxmlformats.org/officeDocument/2006/relationships/image" Target="../media/image138.png"/><Relationship Id="rId92" Type="http://schemas.openxmlformats.org/officeDocument/2006/relationships/customXml" Target="../ink/ink150.xml"/><Relationship Id="rId213" Type="http://schemas.openxmlformats.org/officeDocument/2006/relationships/image" Target="../media/image209.png"/><Relationship Id="rId234" Type="http://schemas.openxmlformats.org/officeDocument/2006/relationships/customXml" Target="../ink/ink221.xml"/><Relationship Id="rId2" Type="http://schemas.openxmlformats.org/officeDocument/2006/relationships/customXml" Target="../ink/ink105.xml"/><Relationship Id="rId29" Type="http://schemas.openxmlformats.org/officeDocument/2006/relationships/image" Target="../media/image117.png"/><Relationship Id="rId255" Type="http://schemas.openxmlformats.org/officeDocument/2006/relationships/image" Target="../media/image230.png"/><Relationship Id="rId276" Type="http://schemas.openxmlformats.org/officeDocument/2006/relationships/customXml" Target="../ink/ink242.xml"/><Relationship Id="rId297" Type="http://schemas.openxmlformats.org/officeDocument/2006/relationships/image" Target="../media/image251.png"/><Relationship Id="rId40" Type="http://schemas.openxmlformats.org/officeDocument/2006/relationships/customXml" Target="../ink/ink124.xml"/><Relationship Id="rId115" Type="http://schemas.openxmlformats.org/officeDocument/2006/relationships/image" Target="../media/image160.png"/><Relationship Id="rId136" Type="http://schemas.openxmlformats.org/officeDocument/2006/relationships/customXml" Target="../ink/ink172.xml"/><Relationship Id="rId157" Type="http://schemas.openxmlformats.org/officeDocument/2006/relationships/image" Target="../media/image181.png"/><Relationship Id="rId178" Type="http://schemas.openxmlformats.org/officeDocument/2006/relationships/customXml" Target="../ink/ink193.xml"/><Relationship Id="rId301" Type="http://schemas.openxmlformats.org/officeDocument/2006/relationships/image" Target="../media/image253.png"/><Relationship Id="rId61" Type="http://schemas.openxmlformats.org/officeDocument/2006/relationships/image" Target="../media/image133.png"/><Relationship Id="rId82" Type="http://schemas.openxmlformats.org/officeDocument/2006/relationships/customXml" Target="../ink/ink145.xml"/><Relationship Id="rId199" Type="http://schemas.openxmlformats.org/officeDocument/2006/relationships/image" Target="../media/image202.png"/><Relationship Id="rId203" Type="http://schemas.openxmlformats.org/officeDocument/2006/relationships/image" Target="../media/image204.png"/><Relationship Id="rId19" Type="http://schemas.openxmlformats.org/officeDocument/2006/relationships/image" Target="../media/image112.png"/><Relationship Id="rId224" Type="http://schemas.openxmlformats.org/officeDocument/2006/relationships/customXml" Target="../ink/ink216.xml"/><Relationship Id="rId245" Type="http://schemas.openxmlformats.org/officeDocument/2006/relationships/image" Target="../media/image225.png"/><Relationship Id="rId266" Type="http://schemas.openxmlformats.org/officeDocument/2006/relationships/customXml" Target="../ink/ink237.xml"/><Relationship Id="rId287" Type="http://schemas.openxmlformats.org/officeDocument/2006/relationships/image" Target="../media/image246.png"/><Relationship Id="rId30" Type="http://schemas.openxmlformats.org/officeDocument/2006/relationships/customXml" Target="../ink/ink119.xml"/><Relationship Id="rId105" Type="http://schemas.openxmlformats.org/officeDocument/2006/relationships/image" Target="../media/image155.png"/><Relationship Id="rId126" Type="http://schemas.openxmlformats.org/officeDocument/2006/relationships/customXml" Target="../ink/ink167.xml"/><Relationship Id="rId147" Type="http://schemas.openxmlformats.org/officeDocument/2006/relationships/image" Target="../media/image176.png"/><Relationship Id="rId168" Type="http://schemas.openxmlformats.org/officeDocument/2006/relationships/customXml" Target="../ink/ink188.xml"/><Relationship Id="rId312" Type="http://schemas.openxmlformats.org/officeDocument/2006/relationships/customXml" Target="../ink/ink260.xml"/><Relationship Id="rId51" Type="http://schemas.openxmlformats.org/officeDocument/2006/relationships/image" Target="../media/image128.png"/><Relationship Id="rId72" Type="http://schemas.openxmlformats.org/officeDocument/2006/relationships/customXml" Target="../ink/ink140.xml"/><Relationship Id="rId93" Type="http://schemas.openxmlformats.org/officeDocument/2006/relationships/image" Target="../media/image149.png"/><Relationship Id="rId189" Type="http://schemas.openxmlformats.org/officeDocument/2006/relationships/image" Target="../media/image197.png"/><Relationship Id="rId3" Type="http://schemas.openxmlformats.org/officeDocument/2006/relationships/image" Target="../media/image104.png"/><Relationship Id="rId214" Type="http://schemas.openxmlformats.org/officeDocument/2006/relationships/customXml" Target="../ink/ink211.xml"/><Relationship Id="rId235" Type="http://schemas.openxmlformats.org/officeDocument/2006/relationships/image" Target="../media/image220.png"/><Relationship Id="rId256" Type="http://schemas.openxmlformats.org/officeDocument/2006/relationships/customXml" Target="../ink/ink232.xml"/><Relationship Id="rId277" Type="http://schemas.openxmlformats.org/officeDocument/2006/relationships/image" Target="../media/image241.png"/><Relationship Id="rId298" Type="http://schemas.openxmlformats.org/officeDocument/2006/relationships/customXml" Target="../ink/ink253.xml"/><Relationship Id="rId116" Type="http://schemas.openxmlformats.org/officeDocument/2006/relationships/customXml" Target="../ink/ink162.xml"/><Relationship Id="rId137" Type="http://schemas.openxmlformats.org/officeDocument/2006/relationships/image" Target="../media/image171.png"/><Relationship Id="rId158" Type="http://schemas.openxmlformats.org/officeDocument/2006/relationships/customXml" Target="../ink/ink183.xml"/><Relationship Id="rId302" Type="http://schemas.openxmlformats.org/officeDocument/2006/relationships/customXml" Target="../ink/ink255.xml"/><Relationship Id="rId20" Type="http://schemas.openxmlformats.org/officeDocument/2006/relationships/customXml" Target="../ink/ink114.xml"/><Relationship Id="rId41" Type="http://schemas.openxmlformats.org/officeDocument/2006/relationships/image" Target="../media/image123.png"/><Relationship Id="rId62" Type="http://schemas.openxmlformats.org/officeDocument/2006/relationships/customXml" Target="../ink/ink135.xml"/><Relationship Id="rId83" Type="http://schemas.openxmlformats.org/officeDocument/2006/relationships/image" Target="../media/image144.png"/><Relationship Id="rId179" Type="http://schemas.openxmlformats.org/officeDocument/2006/relationships/image" Target="../media/image192.png"/><Relationship Id="rId190" Type="http://schemas.openxmlformats.org/officeDocument/2006/relationships/customXml" Target="../ink/ink199.xml"/><Relationship Id="rId204" Type="http://schemas.openxmlformats.org/officeDocument/2006/relationships/customXml" Target="../ink/ink206.xml"/><Relationship Id="rId225" Type="http://schemas.openxmlformats.org/officeDocument/2006/relationships/image" Target="../media/image215.png"/><Relationship Id="rId246" Type="http://schemas.openxmlformats.org/officeDocument/2006/relationships/customXml" Target="../ink/ink227.xml"/><Relationship Id="rId267" Type="http://schemas.openxmlformats.org/officeDocument/2006/relationships/image" Target="../media/image236.png"/><Relationship Id="rId288" Type="http://schemas.openxmlformats.org/officeDocument/2006/relationships/customXml" Target="../ink/ink248.xml"/><Relationship Id="rId106" Type="http://schemas.openxmlformats.org/officeDocument/2006/relationships/customXml" Target="../ink/ink157.xml"/><Relationship Id="rId127" Type="http://schemas.openxmlformats.org/officeDocument/2006/relationships/image" Target="../media/image166.png"/><Relationship Id="rId313" Type="http://schemas.openxmlformats.org/officeDocument/2006/relationships/image" Target="../media/image257.png"/><Relationship Id="rId10" Type="http://schemas.openxmlformats.org/officeDocument/2006/relationships/customXml" Target="../ink/ink109.xml"/><Relationship Id="rId31" Type="http://schemas.openxmlformats.org/officeDocument/2006/relationships/image" Target="../media/image118.png"/><Relationship Id="rId52" Type="http://schemas.openxmlformats.org/officeDocument/2006/relationships/customXml" Target="../ink/ink130.xml"/><Relationship Id="rId73" Type="http://schemas.openxmlformats.org/officeDocument/2006/relationships/image" Target="../media/image139.png"/><Relationship Id="rId94" Type="http://schemas.openxmlformats.org/officeDocument/2006/relationships/customXml" Target="../ink/ink151.xml"/><Relationship Id="rId148" Type="http://schemas.openxmlformats.org/officeDocument/2006/relationships/customXml" Target="../ink/ink178.xml"/><Relationship Id="rId169" Type="http://schemas.openxmlformats.org/officeDocument/2006/relationships/image" Target="../media/image187.png"/><Relationship Id="rId4" Type="http://schemas.openxmlformats.org/officeDocument/2006/relationships/customXml" Target="../ink/ink106.xml"/><Relationship Id="rId180" Type="http://schemas.openxmlformats.org/officeDocument/2006/relationships/customXml" Target="../ink/ink194.xml"/><Relationship Id="rId215" Type="http://schemas.openxmlformats.org/officeDocument/2006/relationships/image" Target="../media/image210.png"/><Relationship Id="rId236" Type="http://schemas.openxmlformats.org/officeDocument/2006/relationships/customXml" Target="../ink/ink222.xml"/><Relationship Id="rId257" Type="http://schemas.openxmlformats.org/officeDocument/2006/relationships/image" Target="../media/image231.png"/><Relationship Id="rId278" Type="http://schemas.openxmlformats.org/officeDocument/2006/relationships/customXml" Target="../ink/ink243.xml"/><Relationship Id="rId303" Type="http://schemas.openxmlformats.org/officeDocument/2006/relationships/image" Target="../media/image51.png"/><Relationship Id="rId42" Type="http://schemas.openxmlformats.org/officeDocument/2006/relationships/customXml" Target="../ink/ink125.xml"/><Relationship Id="rId84" Type="http://schemas.openxmlformats.org/officeDocument/2006/relationships/customXml" Target="../ink/ink146.xml"/><Relationship Id="rId138" Type="http://schemas.openxmlformats.org/officeDocument/2006/relationships/customXml" Target="../ink/ink173.xml"/><Relationship Id="rId191" Type="http://schemas.openxmlformats.org/officeDocument/2006/relationships/image" Target="../media/image198.png"/><Relationship Id="rId205" Type="http://schemas.openxmlformats.org/officeDocument/2006/relationships/image" Target="../media/image205.png"/><Relationship Id="rId247" Type="http://schemas.openxmlformats.org/officeDocument/2006/relationships/image" Target="../media/image226.png"/><Relationship Id="rId107" Type="http://schemas.openxmlformats.org/officeDocument/2006/relationships/image" Target="../media/image156.png"/><Relationship Id="rId289" Type="http://schemas.openxmlformats.org/officeDocument/2006/relationships/image" Target="../media/image247.png"/><Relationship Id="rId11" Type="http://schemas.openxmlformats.org/officeDocument/2006/relationships/image" Target="../media/image108.png"/><Relationship Id="rId53" Type="http://schemas.openxmlformats.org/officeDocument/2006/relationships/image" Target="../media/image129.png"/><Relationship Id="rId149" Type="http://schemas.openxmlformats.org/officeDocument/2006/relationships/image" Target="../media/image177.png"/><Relationship Id="rId314" Type="http://schemas.openxmlformats.org/officeDocument/2006/relationships/customXml" Target="../ink/ink261.xml"/><Relationship Id="rId95" Type="http://schemas.openxmlformats.org/officeDocument/2006/relationships/image" Target="../media/image150.png"/><Relationship Id="rId160" Type="http://schemas.openxmlformats.org/officeDocument/2006/relationships/customXml" Target="../ink/ink184.xml"/><Relationship Id="rId216" Type="http://schemas.openxmlformats.org/officeDocument/2006/relationships/customXml" Target="../ink/ink212.xml"/><Relationship Id="rId258" Type="http://schemas.openxmlformats.org/officeDocument/2006/relationships/customXml" Target="../ink/ink233.xml"/><Relationship Id="rId22" Type="http://schemas.openxmlformats.org/officeDocument/2006/relationships/customXml" Target="../ink/ink115.xml"/><Relationship Id="rId64" Type="http://schemas.openxmlformats.org/officeDocument/2006/relationships/customXml" Target="../ink/ink136.xml"/><Relationship Id="rId118" Type="http://schemas.openxmlformats.org/officeDocument/2006/relationships/customXml" Target="../ink/ink163.xml"/><Relationship Id="rId171" Type="http://schemas.openxmlformats.org/officeDocument/2006/relationships/image" Target="../media/image188.png"/><Relationship Id="rId227" Type="http://schemas.openxmlformats.org/officeDocument/2006/relationships/image" Target="../media/image216.png"/><Relationship Id="rId269" Type="http://schemas.openxmlformats.org/officeDocument/2006/relationships/image" Target="../media/image237.png"/><Relationship Id="rId33" Type="http://schemas.openxmlformats.org/officeDocument/2006/relationships/image" Target="../media/image119.png"/><Relationship Id="rId129" Type="http://schemas.openxmlformats.org/officeDocument/2006/relationships/image" Target="../media/image167.png"/><Relationship Id="rId280" Type="http://schemas.openxmlformats.org/officeDocument/2006/relationships/customXml" Target="../ink/ink244.xml"/><Relationship Id="rId75" Type="http://schemas.openxmlformats.org/officeDocument/2006/relationships/image" Target="../media/image140.png"/><Relationship Id="rId140" Type="http://schemas.openxmlformats.org/officeDocument/2006/relationships/customXml" Target="../ink/ink174.xml"/><Relationship Id="rId182" Type="http://schemas.openxmlformats.org/officeDocument/2006/relationships/customXml" Target="../ink/ink195.xml"/><Relationship Id="rId6" Type="http://schemas.openxmlformats.org/officeDocument/2006/relationships/customXml" Target="../ink/ink107.xml"/><Relationship Id="rId238" Type="http://schemas.openxmlformats.org/officeDocument/2006/relationships/customXml" Target="../ink/ink223.xml"/><Relationship Id="rId291" Type="http://schemas.openxmlformats.org/officeDocument/2006/relationships/image" Target="../media/image248.png"/><Relationship Id="rId305" Type="http://schemas.openxmlformats.org/officeDocument/2006/relationships/image" Target="../media/image35.png"/><Relationship Id="rId44" Type="http://schemas.openxmlformats.org/officeDocument/2006/relationships/customXml" Target="../ink/ink126.xml"/><Relationship Id="rId86" Type="http://schemas.openxmlformats.org/officeDocument/2006/relationships/customXml" Target="../ink/ink147.xml"/><Relationship Id="rId151" Type="http://schemas.openxmlformats.org/officeDocument/2006/relationships/image" Target="../media/image178.png"/><Relationship Id="rId193" Type="http://schemas.openxmlformats.org/officeDocument/2006/relationships/image" Target="../media/image199.png"/><Relationship Id="rId207" Type="http://schemas.openxmlformats.org/officeDocument/2006/relationships/image" Target="../media/image206.png"/><Relationship Id="rId249" Type="http://schemas.openxmlformats.org/officeDocument/2006/relationships/image" Target="../media/image227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76.xml"/><Relationship Id="rId117" Type="http://schemas.openxmlformats.org/officeDocument/2006/relationships/image" Target="../media/image316.png"/><Relationship Id="rId21" Type="http://schemas.openxmlformats.org/officeDocument/2006/relationships/image" Target="../media/image269.png"/><Relationship Id="rId42" Type="http://schemas.openxmlformats.org/officeDocument/2006/relationships/customXml" Target="../ink/ink284.xml"/><Relationship Id="rId47" Type="http://schemas.openxmlformats.org/officeDocument/2006/relationships/customXml" Target="../ink/ink287.xml"/><Relationship Id="rId63" Type="http://schemas.openxmlformats.org/officeDocument/2006/relationships/customXml" Target="../ink/ink295.xml"/><Relationship Id="rId68" Type="http://schemas.openxmlformats.org/officeDocument/2006/relationships/image" Target="../media/image292.png"/><Relationship Id="rId84" Type="http://schemas.openxmlformats.org/officeDocument/2006/relationships/customXml" Target="../ink/ink306.xml"/><Relationship Id="rId89" Type="http://schemas.openxmlformats.org/officeDocument/2006/relationships/image" Target="../media/image302.png"/><Relationship Id="rId112" Type="http://schemas.openxmlformats.org/officeDocument/2006/relationships/customXml" Target="../ink/ink320.xml"/><Relationship Id="rId16" Type="http://schemas.openxmlformats.org/officeDocument/2006/relationships/customXml" Target="../ink/ink271.xml"/><Relationship Id="rId107" Type="http://schemas.openxmlformats.org/officeDocument/2006/relationships/image" Target="../media/image311.png"/><Relationship Id="rId11" Type="http://schemas.openxmlformats.org/officeDocument/2006/relationships/image" Target="../media/image264.png"/><Relationship Id="rId32" Type="http://schemas.openxmlformats.org/officeDocument/2006/relationships/customXml" Target="../ink/ink279.xml"/><Relationship Id="rId37" Type="http://schemas.openxmlformats.org/officeDocument/2006/relationships/image" Target="../media/image277.png"/><Relationship Id="rId53" Type="http://schemas.openxmlformats.org/officeDocument/2006/relationships/customXml" Target="../ink/ink290.xml"/><Relationship Id="rId58" Type="http://schemas.openxmlformats.org/officeDocument/2006/relationships/image" Target="../media/image287.png"/><Relationship Id="rId74" Type="http://schemas.openxmlformats.org/officeDocument/2006/relationships/image" Target="../media/image295.png"/><Relationship Id="rId79" Type="http://schemas.openxmlformats.org/officeDocument/2006/relationships/customXml" Target="../ink/ink303.xml"/><Relationship Id="rId102" Type="http://schemas.openxmlformats.org/officeDocument/2006/relationships/customXml" Target="../ink/ink315.xml"/><Relationship Id="rId5" Type="http://schemas.openxmlformats.org/officeDocument/2006/relationships/image" Target="../media/image261.png"/><Relationship Id="rId90" Type="http://schemas.openxmlformats.org/officeDocument/2006/relationships/customXml" Target="../ink/ink309.xml"/><Relationship Id="rId95" Type="http://schemas.openxmlformats.org/officeDocument/2006/relationships/image" Target="../media/image305.png"/><Relationship Id="rId22" Type="http://schemas.openxmlformats.org/officeDocument/2006/relationships/customXml" Target="../ink/ink274.xml"/><Relationship Id="rId27" Type="http://schemas.openxmlformats.org/officeDocument/2006/relationships/image" Target="../media/image272.png"/><Relationship Id="rId43" Type="http://schemas.openxmlformats.org/officeDocument/2006/relationships/image" Target="../media/image280.png"/><Relationship Id="rId48" Type="http://schemas.openxmlformats.org/officeDocument/2006/relationships/image" Target="../media/image282.png"/><Relationship Id="rId64" Type="http://schemas.openxmlformats.org/officeDocument/2006/relationships/image" Target="../media/image290.png"/><Relationship Id="rId69" Type="http://schemas.openxmlformats.org/officeDocument/2006/relationships/customXml" Target="../ink/ink298.xml"/><Relationship Id="rId113" Type="http://schemas.openxmlformats.org/officeDocument/2006/relationships/image" Target="../media/image314.png"/><Relationship Id="rId118" Type="http://schemas.openxmlformats.org/officeDocument/2006/relationships/customXml" Target="../ink/ink323.xml"/><Relationship Id="rId80" Type="http://schemas.openxmlformats.org/officeDocument/2006/relationships/customXml" Target="../ink/ink304.xml"/><Relationship Id="rId85" Type="http://schemas.openxmlformats.org/officeDocument/2006/relationships/image" Target="../media/image300.png"/><Relationship Id="rId12" Type="http://schemas.openxmlformats.org/officeDocument/2006/relationships/customXml" Target="../ink/ink269.xml"/><Relationship Id="rId17" Type="http://schemas.openxmlformats.org/officeDocument/2006/relationships/image" Target="../media/image267.png"/><Relationship Id="rId33" Type="http://schemas.openxmlformats.org/officeDocument/2006/relationships/image" Target="../media/image275.png"/><Relationship Id="rId38" Type="http://schemas.openxmlformats.org/officeDocument/2006/relationships/customXml" Target="../ink/ink282.xml"/><Relationship Id="rId59" Type="http://schemas.openxmlformats.org/officeDocument/2006/relationships/customXml" Target="../ink/ink293.xml"/><Relationship Id="rId103" Type="http://schemas.openxmlformats.org/officeDocument/2006/relationships/image" Target="../media/image309.png"/><Relationship Id="rId108" Type="http://schemas.openxmlformats.org/officeDocument/2006/relationships/customXml" Target="../ink/ink318.xml"/><Relationship Id="rId54" Type="http://schemas.openxmlformats.org/officeDocument/2006/relationships/image" Target="../media/image285.png"/><Relationship Id="rId70" Type="http://schemas.openxmlformats.org/officeDocument/2006/relationships/image" Target="../media/image293.png"/><Relationship Id="rId75" Type="http://schemas.openxmlformats.org/officeDocument/2006/relationships/customXml" Target="../ink/ink301.xml"/><Relationship Id="rId91" Type="http://schemas.openxmlformats.org/officeDocument/2006/relationships/image" Target="../media/image303.png"/><Relationship Id="rId96" Type="http://schemas.openxmlformats.org/officeDocument/2006/relationships/customXml" Target="../ink/ink3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6.xml"/><Relationship Id="rId23" Type="http://schemas.openxmlformats.org/officeDocument/2006/relationships/image" Target="../media/image270.png"/><Relationship Id="rId28" Type="http://schemas.openxmlformats.org/officeDocument/2006/relationships/customXml" Target="../ink/ink277.xml"/><Relationship Id="rId49" Type="http://schemas.openxmlformats.org/officeDocument/2006/relationships/customXml" Target="../ink/ink288.xml"/><Relationship Id="rId114" Type="http://schemas.openxmlformats.org/officeDocument/2006/relationships/customXml" Target="../ink/ink321.xml"/><Relationship Id="rId119" Type="http://schemas.openxmlformats.org/officeDocument/2006/relationships/image" Target="../media/image317.png"/><Relationship Id="rId44" Type="http://schemas.openxmlformats.org/officeDocument/2006/relationships/customXml" Target="../ink/ink285.xml"/><Relationship Id="rId60" Type="http://schemas.openxmlformats.org/officeDocument/2006/relationships/image" Target="../media/image288.png"/><Relationship Id="rId65" Type="http://schemas.openxmlformats.org/officeDocument/2006/relationships/customXml" Target="../ink/ink296.xml"/><Relationship Id="rId81" Type="http://schemas.openxmlformats.org/officeDocument/2006/relationships/image" Target="../media/image298.png"/><Relationship Id="rId86" Type="http://schemas.openxmlformats.org/officeDocument/2006/relationships/customXml" Target="../ink/ink307.xml"/><Relationship Id="rId4" Type="http://schemas.openxmlformats.org/officeDocument/2006/relationships/customXml" Target="../ink/ink265.xml"/><Relationship Id="rId9" Type="http://schemas.openxmlformats.org/officeDocument/2006/relationships/image" Target="../media/image263.png"/><Relationship Id="rId13" Type="http://schemas.openxmlformats.org/officeDocument/2006/relationships/image" Target="../media/image265.png"/><Relationship Id="rId18" Type="http://schemas.openxmlformats.org/officeDocument/2006/relationships/customXml" Target="../ink/ink272.xml"/><Relationship Id="rId39" Type="http://schemas.openxmlformats.org/officeDocument/2006/relationships/image" Target="../media/image278.png"/><Relationship Id="rId109" Type="http://schemas.openxmlformats.org/officeDocument/2006/relationships/image" Target="../media/image312.png"/><Relationship Id="rId34" Type="http://schemas.openxmlformats.org/officeDocument/2006/relationships/customXml" Target="../ink/ink280.xml"/><Relationship Id="rId50" Type="http://schemas.openxmlformats.org/officeDocument/2006/relationships/image" Target="../media/image283.png"/><Relationship Id="rId55" Type="http://schemas.openxmlformats.org/officeDocument/2006/relationships/customXml" Target="../ink/ink291.xml"/><Relationship Id="rId76" Type="http://schemas.openxmlformats.org/officeDocument/2006/relationships/image" Target="../media/image296.png"/><Relationship Id="rId97" Type="http://schemas.openxmlformats.org/officeDocument/2006/relationships/image" Target="../media/image306.png"/><Relationship Id="rId104" Type="http://schemas.openxmlformats.org/officeDocument/2006/relationships/customXml" Target="../ink/ink316.xml"/><Relationship Id="rId120" Type="http://schemas.openxmlformats.org/officeDocument/2006/relationships/customXml" Target="../ink/ink324.xml"/><Relationship Id="rId7" Type="http://schemas.openxmlformats.org/officeDocument/2006/relationships/image" Target="../media/image262.png"/><Relationship Id="rId71" Type="http://schemas.openxmlformats.org/officeDocument/2006/relationships/customXml" Target="../ink/ink299.xml"/><Relationship Id="rId92" Type="http://schemas.openxmlformats.org/officeDocument/2006/relationships/customXml" Target="../ink/ink310.xml"/><Relationship Id="rId2" Type="http://schemas.openxmlformats.org/officeDocument/2006/relationships/customXml" Target="../ink/ink264.xml"/><Relationship Id="rId29" Type="http://schemas.openxmlformats.org/officeDocument/2006/relationships/image" Target="../media/image273.png"/><Relationship Id="rId24" Type="http://schemas.openxmlformats.org/officeDocument/2006/relationships/customXml" Target="../ink/ink275.xml"/><Relationship Id="rId40" Type="http://schemas.openxmlformats.org/officeDocument/2006/relationships/customXml" Target="../ink/ink283.xml"/><Relationship Id="rId45" Type="http://schemas.openxmlformats.org/officeDocument/2006/relationships/image" Target="../media/image281.png"/><Relationship Id="rId66" Type="http://schemas.openxmlformats.org/officeDocument/2006/relationships/image" Target="../media/image291.png"/><Relationship Id="rId87" Type="http://schemas.openxmlformats.org/officeDocument/2006/relationships/image" Target="../media/image301.png"/><Relationship Id="rId110" Type="http://schemas.openxmlformats.org/officeDocument/2006/relationships/customXml" Target="../ink/ink319.xml"/><Relationship Id="rId115" Type="http://schemas.openxmlformats.org/officeDocument/2006/relationships/image" Target="../media/image315.png"/><Relationship Id="rId61" Type="http://schemas.openxmlformats.org/officeDocument/2006/relationships/customXml" Target="../ink/ink294.xml"/><Relationship Id="rId82" Type="http://schemas.openxmlformats.org/officeDocument/2006/relationships/customXml" Target="../ink/ink305.xml"/><Relationship Id="rId19" Type="http://schemas.openxmlformats.org/officeDocument/2006/relationships/image" Target="../media/image268.png"/><Relationship Id="rId14" Type="http://schemas.openxmlformats.org/officeDocument/2006/relationships/customXml" Target="../ink/ink270.xml"/><Relationship Id="rId30" Type="http://schemas.openxmlformats.org/officeDocument/2006/relationships/customXml" Target="../ink/ink278.xml"/><Relationship Id="rId35" Type="http://schemas.openxmlformats.org/officeDocument/2006/relationships/image" Target="../media/image276.png"/><Relationship Id="rId56" Type="http://schemas.openxmlformats.org/officeDocument/2006/relationships/image" Target="../media/image286.png"/><Relationship Id="rId77" Type="http://schemas.openxmlformats.org/officeDocument/2006/relationships/customXml" Target="../ink/ink302.xml"/><Relationship Id="rId100" Type="http://schemas.openxmlformats.org/officeDocument/2006/relationships/customXml" Target="../ink/ink314.xml"/><Relationship Id="rId105" Type="http://schemas.openxmlformats.org/officeDocument/2006/relationships/image" Target="../media/image310.png"/><Relationship Id="rId8" Type="http://schemas.openxmlformats.org/officeDocument/2006/relationships/customXml" Target="../ink/ink267.xml"/><Relationship Id="rId51" Type="http://schemas.openxmlformats.org/officeDocument/2006/relationships/customXml" Target="../ink/ink289.xml"/><Relationship Id="rId72" Type="http://schemas.openxmlformats.org/officeDocument/2006/relationships/image" Target="../media/image294.png"/><Relationship Id="rId93" Type="http://schemas.openxmlformats.org/officeDocument/2006/relationships/image" Target="../media/image304.png"/><Relationship Id="rId98" Type="http://schemas.openxmlformats.org/officeDocument/2006/relationships/customXml" Target="../ink/ink313.xml"/><Relationship Id="rId121" Type="http://schemas.openxmlformats.org/officeDocument/2006/relationships/image" Target="../media/image318.png"/><Relationship Id="rId3" Type="http://schemas.openxmlformats.org/officeDocument/2006/relationships/image" Target="../media/image35.png"/><Relationship Id="rId25" Type="http://schemas.openxmlformats.org/officeDocument/2006/relationships/image" Target="../media/image271.png"/><Relationship Id="rId46" Type="http://schemas.openxmlformats.org/officeDocument/2006/relationships/customXml" Target="../ink/ink286.xml"/><Relationship Id="rId67" Type="http://schemas.openxmlformats.org/officeDocument/2006/relationships/customXml" Target="../ink/ink297.xml"/><Relationship Id="rId116" Type="http://schemas.openxmlformats.org/officeDocument/2006/relationships/customXml" Target="../ink/ink322.xml"/><Relationship Id="rId20" Type="http://schemas.openxmlformats.org/officeDocument/2006/relationships/customXml" Target="../ink/ink273.xml"/><Relationship Id="rId41" Type="http://schemas.openxmlformats.org/officeDocument/2006/relationships/image" Target="../media/image279.png"/><Relationship Id="rId62" Type="http://schemas.openxmlformats.org/officeDocument/2006/relationships/image" Target="../media/image289.png"/><Relationship Id="rId83" Type="http://schemas.openxmlformats.org/officeDocument/2006/relationships/image" Target="../media/image299.png"/><Relationship Id="rId88" Type="http://schemas.openxmlformats.org/officeDocument/2006/relationships/customXml" Target="../ink/ink308.xml"/><Relationship Id="rId111" Type="http://schemas.openxmlformats.org/officeDocument/2006/relationships/image" Target="../media/image313.png"/><Relationship Id="rId15" Type="http://schemas.openxmlformats.org/officeDocument/2006/relationships/image" Target="../media/image266.png"/><Relationship Id="rId36" Type="http://schemas.openxmlformats.org/officeDocument/2006/relationships/customXml" Target="../ink/ink281.xml"/><Relationship Id="rId57" Type="http://schemas.openxmlformats.org/officeDocument/2006/relationships/customXml" Target="../ink/ink292.xml"/><Relationship Id="rId106" Type="http://schemas.openxmlformats.org/officeDocument/2006/relationships/customXml" Target="../ink/ink317.xml"/><Relationship Id="rId10" Type="http://schemas.openxmlformats.org/officeDocument/2006/relationships/customXml" Target="../ink/ink268.xml"/><Relationship Id="rId31" Type="http://schemas.openxmlformats.org/officeDocument/2006/relationships/image" Target="../media/image274.png"/><Relationship Id="rId52" Type="http://schemas.openxmlformats.org/officeDocument/2006/relationships/image" Target="../media/image284.png"/><Relationship Id="rId73" Type="http://schemas.openxmlformats.org/officeDocument/2006/relationships/customXml" Target="../ink/ink300.xml"/><Relationship Id="rId78" Type="http://schemas.openxmlformats.org/officeDocument/2006/relationships/image" Target="../media/image297.png"/><Relationship Id="rId94" Type="http://schemas.openxmlformats.org/officeDocument/2006/relationships/customXml" Target="../ink/ink311.xml"/><Relationship Id="rId99" Type="http://schemas.openxmlformats.org/officeDocument/2006/relationships/image" Target="../media/image307.png"/><Relationship Id="rId101" Type="http://schemas.openxmlformats.org/officeDocument/2006/relationships/image" Target="../media/image30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5.png"/><Relationship Id="rId299" Type="http://schemas.openxmlformats.org/officeDocument/2006/relationships/image" Target="../media/image465.png"/><Relationship Id="rId21" Type="http://schemas.openxmlformats.org/officeDocument/2006/relationships/image" Target="../media/image327.png"/><Relationship Id="rId63" Type="http://schemas.openxmlformats.org/officeDocument/2006/relationships/image" Target="../media/image348.png"/><Relationship Id="rId159" Type="http://schemas.openxmlformats.org/officeDocument/2006/relationships/image" Target="../media/image396.png"/><Relationship Id="rId324" Type="http://schemas.openxmlformats.org/officeDocument/2006/relationships/customXml" Target="../ink/ink487.xml"/><Relationship Id="rId366" Type="http://schemas.openxmlformats.org/officeDocument/2006/relationships/customXml" Target="../ink/ink508.xml"/><Relationship Id="rId170" Type="http://schemas.openxmlformats.org/officeDocument/2006/relationships/customXml" Target="../ink/ink409.xml"/><Relationship Id="rId226" Type="http://schemas.openxmlformats.org/officeDocument/2006/relationships/customXml" Target="../ink/ink437.xml"/><Relationship Id="rId268" Type="http://schemas.openxmlformats.org/officeDocument/2006/relationships/customXml" Target="../ink/ink458.xml"/><Relationship Id="rId32" Type="http://schemas.openxmlformats.org/officeDocument/2006/relationships/customXml" Target="../ink/ink340.xml"/><Relationship Id="rId74" Type="http://schemas.openxmlformats.org/officeDocument/2006/relationships/customXml" Target="../ink/ink361.xml"/><Relationship Id="rId128" Type="http://schemas.openxmlformats.org/officeDocument/2006/relationships/customXml" Target="../ink/ink388.xml"/><Relationship Id="rId335" Type="http://schemas.openxmlformats.org/officeDocument/2006/relationships/image" Target="../media/image482.png"/><Relationship Id="rId377" Type="http://schemas.openxmlformats.org/officeDocument/2006/relationships/image" Target="../media/image503.png"/><Relationship Id="rId5" Type="http://schemas.openxmlformats.org/officeDocument/2006/relationships/image" Target="../media/image319.png"/><Relationship Id="rId181" Type="http://schemas.openxmlformats.org/officeDocument/2006/relationships/image" Target="../media/image407.png"/><Relationship Id="rId237" Type="http://schemas.openxmlformats.org/officeDocument/2006/relationships/image" Target="../media/image434.png"/><Relationship Id="rId402" Type="http://schemas.openxmlformats.org/officeDocument/2006/relationships/customXml" Target="../ink/ink526.xml"/><Relationship Id="rId279" Type="http://schemas.openxmlformats.org/officeDocument/2006/relationships/image" Target="../media/image455.png"/><Relationship Id="rId43" Type="http://schemas.openxmlformats.org/officeDocument/2006/relationships/image" Target="../media/image338.png"/><Relationship Id="rId139" Type="http://schemas.openxmlformats.org/officeDocument/2006/relationships/image" Target="../media/image386.png"/><Relationship Id="rId290" Type="http://schemas.openxmlformats.org/officeDocument/2006/relationships/customXml" Target="../ink/ink469.xml"/><Relationship Id="rId304" Type="http://schemas.openxmlformats.org/officeDocument/2006/relationships/customXml" Target="../ink/ink476.xml"/><Relationship Id="rId346" Type="http://schemas.openxmlformats.org/officeDocument/2006/relationships/customXml" Target="../ink/ink498.xml"/><Relationship Id="rId388" Type="http://schemas.openxmlformats.org/officeDocument/2006/relationships/customXml" Target="../ink/ink519.xml"/><Relationship Id="rId85" Type="http://schemas.openxmlformats.org/officeDocument/2006/relationships/image" Target="../media/image359.png"/><Relationship Id="rId150" Type="http://schemas.openxmlformats.org/officeDocument/2006/relationships/customXml" Target="../ink/ink399.xml"/><Relationship Id="rId192" Type="http://schemas.openxmlformats.org/officeDocument/2006/relationships/customXml" Target="../ink/ink420.xml"/><Relationship Id="rId206" Type="http://schemas.openxmlformats.org/officeDocument/2006/relationships/customXml" Target="../ink/ink427.xml"/><Relationship Id="rId413" Type="http://schemas.openxmlformats.org/officeDocument/2006/relationships/image" Target="../media/image521.png"/><Relationship Id="rId248" Type="http://schemas.openxmlformats.org/officeDocument/2006/relationships/customXml" Target="../ink/ink448.xml"/><Relationship Id="rId12" Type="http://schemas.openxmlformats.org/officeDocument/2006/relationships/customXml" Target="../ink/ink330.xml"/><Relationship Id="rId108" Type="http://schemas.openxmlformats.org/officeDocument/2006/relationships/customXml" Target="../ink/ink378.xml"/><Relationship Id="rId315" Type="http://schemas.openxmlformats.org/officeDocument/2006/relationships/image" Target="../media/image472.png"/><Relationship Id="rId357" Type="http://schemas.openxmlformats.org/officeDocument/2006/relationships/image" Target="../media/image493.png"/><Relationship Id="rId54" Type="http://schemas.openxmlformats.org/officeDocument/2006/relationships/customXml" Target="../ink/ink351.xml"/><Relationship Id="rId96" Type="http://schemas.openxmlformats.org/officeDocument/2006/relationships/customXml" Target="../ink/ink372.xml"/><Relationship Id="rId161" Type="http://schemas.openxmlformats.org/officeDocument/2006/relationships/image" Target="../media/image397.png"/><Relationship Id="rId217" Type="http://schemas.openxmlformats.org/officeDocument/2006/relationships/image" Target="../media/image424.png"/><Relationship Id="rId399" Type="http://schemas.openxmlformats.org/officeDocument/2006/relationships/image" Target="../media/image514.png"/><Relationship Id="rId259" Type="http://schemas.openxmlformats.org/officeDocument/2006/relationships/image" Target="../media/image445.png"/><Relationship Id="rId424" Type="http://schemas.openxmlformats.org/officeDocument/2006/relationships/customXml" Target="../ink/ink537.xml"/><Relationship Id="rId23" Type="http://schemas.openxmlformats.org/officeDocument/2006/relationships/image" Target="../media/image328.png"/><Relationship Id="rId119" Type="http://schemas.openxmlformats.org/officeDocument/2006/relationships/image" Target="../media/image376.png"/><Relationship Id="rId270" Type="http://schemas.openxmlformats.org/officeDocument/2006/relationships/customXml" Target="../ink/ink459.xml"/><Relationship Id="rId326" Type="http://schemas.openxmlformats.org/officeDocument/2006/relationships/customXml" Target="../ink/ink488.xml"/><Relationship Id="rId65" Type="http://schemas.openxmlformats.org/officeDocument/2006/relationships/image" Target="../media/image349.png"/><Relationship Id="rId130" Type="http://schemas.openxmlformats.org/officeDocument/2006/relationships/customXml" Target="../ink/ink389.xml"/><Relationship Id="rId368" Type="http://schemas.openxmlformats.org/officeDocument/2006/relationships/customXml" Target="../ink/ink509.xml"/><Relationship Id="rId172" Type="http://schemas.openxmlformats.org/officeDocument/2006/relationships/customXml" Target="../ink/ink410.xml"/><Relationship Id="rId228" Type="http://schemas.openxmlformats.org/officeDocument/2006/relationships/customXml" Target="../ink/ink438.xml"/><Relationship Id="rId281" Type="http://schemas.openxmlformats.org/officeDocument/2006/relationships/image" Target="../media/image456.png"/><Relationship Id="rId337" Type="http://schemas.openxmlformats.org/officeDocument/2006/relationships/image" Target="../media/image483.png"/><Relationship Id="rId34" Type="http://schemas.openxmlformats.org/officeDocument/2006/relationships/customXml" Target="../ink/ink341.xml"/><Relationship Id="rId76" Type="http://schemas.openxmlformats.org/officeDocument/2006/relationships/customXml" Target="../ink/ink362.xml"/><Relationship Id="rId141" Type="http://schemas.openxmlformats.org/officeDocument/2006/relationships/image" Target="../media/image387.png"/><Relationship Id="rId379" Type="http://schemas.openxmlformats.org/officeDocument/2006/relationships/image" Target="../media/image504.png"/><Relationship Id="rId7" Type="http://schemas.openxmlformats.org/officeDocument/2006/relationships/image" Target="../media/image320.png"/><Relationship Id="rId183" Type="http://schemas.openxmlformats.org/officeDocument/2006/relationships/image" Target="../media/image408.png"/><Relationship Id="rId239" Type="http://schemas.openxmlformats.org/officeDocument/2006/relationships/image" Target="../media/image435.png"/><Relationship Id="rId390" Type="http://schemas.openxmlformats.org/officeDocument/2006/relationships/customXml" Target="../ink/ink520.xml"/><Relationship Id="rId404" Type="http://schemas.openxmlformats.org/officeDocument/2006/relationships/customXml" Target="../ink/ink527.xml"/><Relationship Id="rId250" Type="http://schemas.openxmlformats.org/officeDocument/2006/relationships/customXml" Target="../ink/ink449.xml"/><Relationship Id="rId292" Type="http://schemas.openxmlformats.org/officeDocument/2006/relationships/customXml" Target="../ink/ink470.xml"/><Relationship Id="rId306" Type="http://schemas.openxmlformats.org/officeDocument/2006/relationships/customXml" Target="../ink/ink477.xml"/><Relationship Id="rId45" Type="http://schemas.openxmlformats.org/officeDocument/2006/relationships/image" Target="../media/image339.png"/><Relationship Id="rId87" Type="http://schemas.openxmlformats.org/officeDocument/2006/relationships/image" Target="../media/image360.png"/><Relationship Id="rId110" Type="http://schemas.openxmlformats.org/officeDocument/2006/relationships/customXml" Target="../ink/ink379.xml"/><Relationship Id="rId348" Type="http://schemas.openxmlformats.org/officeDocument/2006/relationships/customXml" Target="../ink/ink499.xml"/><Relationship Id="rId152" Type="http://schemas.openxmlformats.org/officeDocument/2006/relationships/customXml" Target="../ink/ink400.xml"/><Relationship Id="rId194" Type="http://schemas.openxmlformats.org/officeDocument/2006/relationships/customXml" Target="../ink/ink421.xml"/><Relationship Id="rId208" Type="http://schemas.openxmlformats.org/officeDocument/2006/relationships/customXml" Target="../ink/ink428.xml"/><Relationship Id="rId415" Type="http://schemas.openxmlformats.org/officeDocument/2006/relationships/image" Target="../media/image522.png"/><Relationship Id="rId261" Type="http://schemas.openxmlformats.org/officeDocument/2006/relationships/image" Target="../media/image446.png"/><Relationship Id="rId14" Type="http://schemas.openxmlformats.org/officeDocument/2006/relationships/customXml" Target="../ink/ink331.xml"/><Relationship Id="rId56" Type="http://schemas.openxmlformats.org/officeDocument/2006/relationships/customXml" Target="../ink/ink352.xml"/><Relationship Id="rId317" Type="http://schemas.openxmlformats.org/officeDocument/2006/relationships/image" Target="../media/image473.png"/><Relationship Id="rId359" Type="http://schemas.openxmlformats.org/officeDocument/2006/relationships/image" Target="../media/image494.png"/><Relationship Id="rId98" Type="http://schemas.openxmlformats.org/officeDocument/2006/relationships/customXml" Target="../ink/ink373.xml"/><Relationship Id="rId121" Type="http://schemas.openxmlformats.org/officeDocument/2006/relationships/image" Target="../media/image377.png"/><Relationship Id="rId163" Type="http://schemas.openxmlformats.org/officeDocument/2006/relationships/image" Target="../media/image398.png"/><Relationship Id="rId219" Type="http://schemas.openxmlformats.org/officeDocument/2006/relationships/image" Target="../media/image425.png"/><Relationship Id="rId370" Type="http://schemas.openxmlformats.org/officeDocument/2006/relationships/customXml" Target="../ink/ink510.xml"/><Relationship Id="rId230" Type="http://schemas.openxmlformats.org/officeDocument/2006/relationships/customXml" Target="../ink/ink439.xml"/><Relationship Id="rId25" Type="http://schemas.openxmlformats.org/officeDocument/2006/relationships/image" Target="../media/image329.png"/><Relationship Id="rId67" Type="http://schemas.openxmlformats.org/officeDocument/2006/relationships/image" Target="../media/image350.png"/><Relationship Id="rId272" Type="http://schemas.openxmlformats.org/officeDocument/2006/relationships/customXml" Target="../ink/ink460.xml"/><Relationship Id="rId328" Type="http://schemas.openxmlformats.org/officeDocument/2006/relationships/customXml" Target="../ink/ink489.xml"/><Relationship Id="rId132" Type="http://schemas.openxmlformats.org/officeDocument/2006/relationships/customXml" Target="../ink/ink390.xml"/><Relationship Id="rId174" Type="http://schemas.openxmlformats.org/officeDocument/2006/relationships/customXml" Target="../ink/ink411.xml"/><Relationship Id="rId381" Type="http://schemas.openxmlformats.org/officeDocument/2006/relationships/image" Target="../media/image505.png"/><Relationship Id="rId241" Type="http://schemas.openxmlformats.org/officeDocument/2006/relationships/image" Target="../media/image436.png"/><Relationship Id="rId36" Type="http://schemas.openxmlformats.org/officeDocument/2006/relationships/customXml" Target="../ink/ink342.xml"/><Relationship Id="rId283" Type="http://schemas.openxmlformats.org/officeDocument/2006/relationships/image" Target="../media/image457.png"/><Relationship Id="rId339" Type="http://schemas.openxmlformats.org/officeDocument/2006/relationships/image" Target="../media/image484.png"/><Relationship Id="rId78" Type="http://schemas.openxmlformats.org/officeDocument/2006/relationships/customXml" Target="../ink/ink363.xml"/><Relationship Id="rId101" Type="http://schemas.openxmlformats.org/officeDocument/2006/relationships/image" Target="../media/image367.png"/><Relationship Id="rId143" Type="http://schemas.openxmlformats.org/officeDocument/2006/relationships/image" Target="../media/image388.png"/><Relationship Id="rId185" Type="http://schemas.openxmlformats.org/officeDocument/2006/relationships/image" Target="../media/image409.png"/><Relationship Id="rId350" Type="http://schemas.openxmlformats.org/officeDocument/2006/relationships/customXml" Target="../ink/ink500.xml"/><Relationship Id="rId406" Type="http://schemas.openxmlformats.org/officeDocument/2006/relationships/customXml" Target="../ink/ink528.xml"/><Relationship Id="rId9" Type="http://schemas.openxmlformats.org/officeDocument/2006/relationships/image" Target="../media/image321.png"/><Relationship Id="rId210" Type="http://schemas.openxmlformats.org/officeDocument/2006/relationships/customXml" Target="../ink/ink429.xml"/><Relationship Id="rId392" Type="http://schemas.openxmlformats.org/officeDocument/2006/relationships/customXml" Target="../ink/ink521.xml"/><Relationship Id="rId252" Type="http://schemas.openxmlformats.org/officeDocument/2006/relationships/customXml" Target="../ink/ink450.xml"/><Relationship Id="rId294" Type="http://schemas.openxmlformats.org/officeDocument/2006/relationships/customXml" Target="../ink/ink471.xml"/><Relationship Id="rId308" Type="http://schemas.openxmlformats.org/officeDocument/2006/relationships/customXml" Target="../ink/ink478.xml"/><Relationship Id="rId47" Type="http://schemas.openxmlformats.org/officeDocument/2006/relationships/image" Target="../media/image340.png"/><Relationship Id="rId89" Type="http://schemas.openxmlformats.org/officeDocument/2006/relationships/image" Target="../media/image361.png"/><Relationship Id="rId112" Type="http://schemas.openxmlformats.org/officeDocument/2006/relationships/customXml" Target="../ink/ink380.xml"/><Relationship Id="rId154" Type="http://schemas.openxmlformats.org/officeDocument/2006/relationships/customXml" Target="../ink/ink401.xml"/><Relationship Id="rId361" Type="http://schemas.openxmlformats.org/officeDocument/2006/relationships/image" Target="../media/image495.png"/><Relationship Id="rId196" Type="http://schemas.openxmlformats.org/officeDocument/2006/relationships/customXml" Target="../ink/ink422.xml"/><Relationship Id="rId417" Type="http://schemas.openxmlformats.org/officeDocument/2006/relationships/image" Target="../media/image523.png"/><Relationship Id="rId16" Type="http://schemas.openxmlformats.org/officeDocument/2006/relationships/customXml" Target="../ink/ink332.xml"/><Relationship Id="rId221" Type="http://schemas.openxmlformats.org/officeDocument/2006/relationships/image" Target="../media/image426.png"/><Relationship Id="rId263" Type="http://schemas.openxmlformats.org/officeDocument/2006/relationships/image" Target="../media/image447.png"/><Relationship Id="rId319" Type="http://schemas.openxmlformats.org/officeDocument/2006/relationships/image" Target="../media/image474.png"/><Relationship Id="rId58" Type="http://schemas.openxmlformats.org/officeDocument/2006/relationships/customXml" Target="../ink/ink353.xml"/><Relationship Id="rId123" Type="http://schemas.openxmlformats.org/officeDocument/2006/relationships/image" Target="../media/image378.png"/><Relationship Id="rId330" Type="http://schemas.openxmlformats.org/officeDocument/2006/relationships/customXml" Target="../ink/ink490.xml"/><Relationship Id="rId165" Type="http://schemas.openxmlformats.org/officeDocument/2006/relationships/image" Target="../media/image399.png"/><Relationship Id="rId372" Type="http://schemas.openxmlformats.org/officeDocument/2006/relationships/customXml" Target="../ink/ink511.xml"/><Relationship Id="rId232" Type="http://schemas.openxmlformats.org/officeDocument/2006/relationships/customXml" Target="../ink/ink440.xml"/><Relationship Id="rId274" Type="http://schemas.openxmlformats.org/officeDocument/2006/relationships/customXml" Target="../ink/ink461.xml"/><Relationship Id="rId27" Type="http://schemas.openxmlformats.org/officeDocument/2006/relationships/image" Target="../media/image330.png"/><Relationship Id="rId69" Type="http://schemas.openxmlformats.org/officeDocument/2006/relationships/image" Target="../media/image351.png"/><Relationship Id="rId134" Type="http://schemas.openxmlformats.org/officeDocument/2006/relationships/customXml" Target="../ink/ink391.xml"/><Relationship Id="rId80" Type="http://schemas.openxmlformats.org/officeDocument/2006/relationships/customXml" Target="../ink/ink364.xml"/><Relationship Id="rId176" Type="http://schemas.openxmlformats.org/officeDocument/2006/relationships/customXml" Target="../ink/ink412.xml"/><Relationship Id="rId341" Type="http://schemas.openxmlformats.org/officeDocument/2006/relationships/image" Target="../media/image485.png"/><Relationship Id="rId383" Type="http://schemas.openxmlformats.org/officeDocument/2006/relationships/image" Target="../media/image506.png"/><Relationship Id="rId201" Type="http://schemas.openxmlformats.org/officeDocument/2006/relationships/image" Target="../media/image416.png"/><Relationship Id="rId243" Type="http://schemas.openxmlformats.org/officeDocument/2006/relationships/image" Target="../media/image437.png"/><Relationship Id="rId285" Type="http://schemas.openxmlformats.org/officeDocument/2006/relationships/image" Target="../media/image458.png"/><Relationship Id="rId38" Type="http://schemas.openxmlformats.org/officeDocument/2006/relationships/customXml" Target="../ink/ink343.xml"/><Relationship Id="rId103" Type="http://schemas.openxmlformats.org/officeDocument/2006/relationships/image" Target="../media/image368.png"/><Relationship Id="rId310" Type="http://schemas.openxmlformats.org/officeDocument/2006/relationships/image" Target="../media/image470.png"/><Relationship Id="rId70" Type="http://schemas.openxmlformats.org/officeDocument/2006/relationships/customXml" Target="../ink/ink359.xml"/><Relationship Id="rId91" Type="http://schemas.openxmlformats.org/officeDocument/2006/relationships/image" Target="../media/image362.png"/><Relationship Id="rId145" Type="http://schemas.openxmlformats.org/officeDocument/2006/relationships/image" Target="../media/image389.png"/><Relationship Id="rId166" Type="http://schemas.openxmlformats.org/officeDocument/2006/relationships/customXml" Target="../ink/ink407.xml"/><Relationship Id="rId187" Type="http://schemas.openxmlformats.org/officeDocument/2006/relationships/image" Target="../media/image410.png"/><Relationship Id="rId331" Type="http://schemas.openxmlformats.org/officeDocument/2006/relationships/image" Target="../media/image480.png"/><Relationship Id="rId352" Type="http://schemas.openxmlformats.org/officeDocument/2006/relationships/customXml" Target="../ink/ink501.xml"/><Relationship Id="rId373" Type="http://schemas.openxmlformats.org/officeDocument/2006/relationships/image" Target="../media/image501.png"/><Relationship Id="rId394" Type="http://schemas.openxmlformats.org/officeDocument/2006/relationships/customXml" Target="../ink/ink522.xml"/><Relationship Id="rId408" Type="http://schemas.openxmlformats.org/officeDocument/2006/relationships/customXml" Target="../ink/ink529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30.xml"/><Relationship Id="rId233" Type="http://schemas.openxmlformats.org/officeDocument/2006/relationships/image" Target="../media/image432.png"/><Relationship Id="rId254" Type="http://schemas.openxmlformats.org/officeDocument/2006/relationships/customXml" Target="../ink/ink451.xml"/><Relationship Id="rId28" Type="http://schemas.openxmlformats.org/officeDocument/2006/relationships/customXml" Target="../ink/ink338.xml"/><Relationship Id="rId49" Type="http://schemas.openxmlformats.org/officeDocument/2006/relationships/image" Target="../media/image341.png"/><Relationship Id="rId114" Type="http://schemas.openxmlformats.org/officeDocument/2006/relationships/customXml" Target="../ink/ink381.xml"/><Relationship Id="rId275" Type="http://schemas.openxmlformats.org/officeDocument/2006/relationships/image" Target="../media/image453.png"/><Relationship Id="rId296" Type="http://schemas.openxmlformats.org/officeDocument/2006/relationships/customXml" Target="../ink/ink472.xml"/><Relationship Id="rId300" Type="http://schemas.openxmlformats.org/officeDocument/2006/relationships/customXml" Target="../ink/ink474.xml"/><Relationship Id="rId60" Type="http://schemas.openxmlformats.org/officeDocument/2006/relationships/customXml" Target="../ink/ink354.xml"/><Relationship Id="rId81" Type="http://schemas.openxmlformats.org/officeDocument/2006/relationships/image" Target="../media/image357.png"/><Relationship Id="rId135" Type="http://schemas.openxmlformats.org/officeDocument/2006/relationships/image" Target="../media/image384.png"/><Relationship Id="rId156" Type="http://schemas.openxmlformats.org/officeDocument/2006/relationships/customXml" Target="../ink/ink402.xml"/><Relationship Id="rId177" Type="http://schemas.openxmlformats.org/officeDocument/2006/relationships/image" Target="../media/image405.png"/><Relationship Id="rId198" Type="http://schemas.openxmlformats.org/officeDocument/2006/relationships/customXml" Target="../ink/ink423.xml"/><Relationship Id="rId321" Type="http://schemas.openxmlformats.org/officeDocument/2006/relationships/image" Target="../media/image475.png"/><Relationship Id="rId342" Type="http://schemas.openxmlformats.org/officeDocument/2006/relationships/customXml" Target="../ink/ink496.xml"/><Relationship Id="rId363" Type="http://schemas.openxmlformats.org/officeDocument/2006/relationships/image" Target="../media/image496.png"/><Relationship Id="rId384" Type="http://schemas.openxmlformats.org/officeDocument/2006/relationships/customXml" Target="../ink/ink517.xml"/><Relationship Id="rId419" Type="http://schemas.openxmlformats.org/officeDocument/2006/relationships/image" Target="../media/image524.png"/><Relationship Id="rId202" Type="http://schemas.openxmlformats.org/officeDocument/2006/relationships/customXml" Target="../ink/ink425.xml"/><Relationship Id="rId223" Type="http://schemas.openxmlformats.org/officeDocument/2006/relationships/image" Target="../media/image427.png"/><Relationship Id="rId244" Type="http://schemas.openxmlformats.org/officeDocument/2006/relationships/customXml" Target="../ink/ink446.xml"/><Relationship Id="rId18" Type="http://schemas.openxmlformats.org/officeDocument/2006/relationships/customXml" Target="../ink/ink333.xml"/><Relationship Id="rId39" Type="http://schemas.openxmlformats.org/officeDocument/2006/relationships/image" Target="../media/image336.png"/><Relationship Id="rId265" Type="http://schemas.openxmlformats.org/officeDocument/2006/relationships/image" Target="../media/image448.png"/><Relationship Id="rId286" Type="http://schemas.openxmlformats.org/officeDocument/2006/relationships/customXml" Target="../ink/ink467.xml"/><Relationship Id="rId50" Type="http://schemas.openxmlformats.org/officeDocument/2006/relationships/customXml" Target="../ink/ink349.xml"/><Relationship Id="rId104" Type="http://schemas.openxmlformats.org/officeDocument/2006/relationships/customXml" Target="../ink/ink376.xml"/><Relationship Id="rId125" Type="http://schemas.openxmlformats.org/officeDocument/2006/relationships/image" Target="../media/image379.png"/><Relationship Id="rId146" Type="http://schemas.openxmlformats.org/officeDocument/2006/relationships/customXml" Target="../ink/ink397.xml"/><Relationship Id="rId167" Type="http://schemas.openxmlformats.org/officeDocument/2006/relationships/image" Target="../media/image400.png"/><Relationship Id="rId188" Type="http://schemas.openxmlformats.org/officeDocument/2006/relationships/customXml" Target="../ink/ink418.xml"/><Relationship Id="rId311" Type="http://schemas.openxmlformats.org/officeDocument/2006/relationships/customXml" Target="../ink/ink480.xml"/><Relationship Id="rId332" Type="http://schemas.openxmlformats.org/officeDocument/2006/relationships/customXml" Target="../ink/ink491.xml"/><Relationship Id="rId353" Type="http://schemas.openxmlformats.org/officeDocument/2006/relationships/image" Target="../media/image491.png"/><Relationship Id="rId374" Type="http://schemas.openxmlformats.org/officeDocument/2006/relationships/customXml" Target="../ink/ink512.xml"/><Relationship Id="rId395" Type="http://schemas.openxmlformats.org/officeDocument/2006/relationships/image" Target="../media/image512.png"/><Relationship Id="rId409" Type="http://schemas.openxmlformats.org/officeDocument/2006/relationships/image" Target="../media/image519.png"/><Relationship Id="rId71" Type="http://schemas.openxmlformats.org/officeDocument/2006/relationships/image" Target="../media/image352.png"/><Relationship Id="rId92" Type="http://schemas.openxmlformats.org/officeDocument/2006/relationships/customXml" Target="../ink/ink370.xml"/><Relationship Id="rId213" Type="http://schemas.openxmlformats.org/officeDocument/2006/relationships/image" Target="../media/image422.png"/><Relationship Id="rId234" Type="http://schemas.openxmlformats.org/officeDocument/2006/relationships/customXml" Target="../ink/ink441.xml"/><Relationship Id="rId420" Type="http://schemas.openxmlformats.org/officeDocument/2006/relationships/customXml" Target="../ink/ink535.xml"/><Relationship Id="rId2" Type="http://schemas.openxmlformats.org/officeDocument/2006/relationships/customXml" Target="../ink/ink325.xml"/><Relationship Id="rId29" Type="http://schemas.openxmlformats.org/officeDocument/2006/relationships/image" Target="../media/image331.png"/><Relationship Id="rId255" Type="http://schemas.openxmlformats.org/officeDocument/2006/relationships/image" Target="../media/image443.png"/><Relationship Id="rId276" Type="http://schemas.openxmlformats.org/officeDocument/2006/relationships/customXml" Target="../ink/ink462.xml"/><Relationship Id="rId297" Type="http://schemas.openxmlformats.org/officeDocument/2006/relationships/image" Target="../media/image464.png"/><Relationship Id="rId40" Type="http://schemas.openxmlformats.org/officeDocument/2006/relationships/customXml" Target="../ink/ink344.xml"/><Relationship Id="rId115" Type="http://schemas.openxmlformats.org/officeDocument/2006/relationships/image" Target="../media/image374.png"/><Relationship Id="rId136" Type="http://schemas.openxmlformats.org/officeDocument/2006/relationships/customXml" Target="../ink/ink392.xml"/><Relationship Id="rId157" Type="http://schemas.openxmlformats.org/officeDocument/2006/relationships/image" Target="../media/image395.png"/><Relationship Id="rId178" Type="http://schemas.openxmlformats.org/officeDocument/2006/relationships/customXml" Target="../ink/ink413.xml"/><Relationship Id="rId301" Type="http://schemas.openxmlformats.org/officeDocument/2006/relationships/image" Target="../media/image466.png"/><Relationship Id="rId322" Type="http://schemas.openxmlformats.org/officeDocument/2006/relationships/customXml" Target="../ink/ink486.xml"/><Relationship Id="rId343" Type="http://schemas.openxmlformats.org/officeDocument/2006/relationships/image" Target="../media/image486.png"/><Relationship Id="rId364" Type="http://schemas.openxmlformats.org/officeDocument/2006/relationships/customXml" Target="../ink/ink507.xml"/><Relationship Id="rId61" Type="http://schemas.openxmlformats.org/officeDocument/2006/relationships/image" Target="../media/image347.png"/><Relationship Id="rId82" Type="http://schemas.openxmlformats.org/officeDocument/2006/relationships/customXml" Target="../ink/ink365.xml"/><Relationship Id="rId199" Type="http://schemas.openxmlformats.org/officeDocument/2006/relationships/image" Target="../media/image415.png"/><Relationship Id="rId203" Type="http://schemas.openxmlformats.org/officeDocument/2006/relationships/image" Target="../media/image417.png"/><Relationship Id="rId385" Type="http://schemas.openxmlformats.org/officeDocument/2006/relationships/image" Target="../media/image507.png"/><Relationship Id="rId19" Type="http://schemas.openxmlformats.org/officeDocument/2006/relationships/image" Target="../media/image326.png"/><Relationship Id="rId224" Type="http://schemas.openxmlformats.org/officeDocument/2006/relationships/customXml" Target="../ink/ink436.xml"/><Relationship Id="rId245" Type="http://schemas.openxmlformats.org/officeDocument/2006/relationships/image" Target="../media/image438.png"/><Relationship Id="rId266" Type="http://schemas.openxmlformats.org/officeDocument/2006/relationships/customXml" Target="../ink/ink457.xml"/><Relationship Id="rId287" Type="http://schemas.openxmlformats.org/officeDocument/2006/relationships/image" Target="../media/image459.png"/><Relationship Id="rId410" Type="http://schemas.openxmlformats.org/officeDocument/2006/relationships/customXml" Target="../ink/ink530.xml"/><Relationship Id="rId30" Type="http://schemas.openxmlformats.org/officeDocument/2006/relationships/customXml" Target="../ink/ink339.xml"/><Relationship Id="rId105" Type="http://schemas.openxmlformats.org/officeDocument/2006/relationships/image" Target="../media/image369.png"/><Relationship Id="rId126" Type="http://schemas.openxmlformats.org/officeDocument/2006/relationships/customXml" Target="../ink/ink387.xml"/><Relationship Id="rId147" Type="http://schemas.openxmlformats.org/officeDocument/2006/relationships/image" Target="../media/image390.png"/><Relationship Id="rId168" Type="http://schemas.openxmlformats.org/officeDocument/2006/relationships/customXml" Target="../ink/ink408.xml"/><Relationship Id="rId312" Type="http://schemas.openxmlformats.org/officeDocument/2006/relationships/image" Target="../media/image471.png"/><Relationship Id="rId333" Type="http://schemas.openxmlformats.org/officeDocument/2006/relationships/image" Target="../media/image481.png"/><Relationship Id="rId354" Type="http://schemas.openxmlformats.org/officeDocument/2006/relationships/customXml" Target="../ink/ink502.xml"/><Relationship Id="rId51" Type="http://schemas.openxmlformats.org/officeDocument/2006/relationships/image" Target="../media/image342.png"/><Relationship Id="rId72" Type="http://schemas.openxmlformats.org/officeDocument/2006/relationships/customXml" Target="../ink/ink360.xml"/><Relationship Id="rId93" Type="http://schemas.openxmlformats.org/officeDocument/2006/relationships/image" Target="../media/image363.png"/><Relationship Id="rId189" Type="http://schemas.openxmlformats.org/officeDocument/2006/relationships/image" Target="../media/image411.png"/><Relationship Id="rId375" Type="http://schemas.openxmlformats.org/officeDocument/2006/relationships/image" Target="../media/image502.png"/><Relationship Id="rId396" Type="http://schemas.openxmlformats.org/officeDocument/2006/relationships/customXml" Target="../ink/ink523.xml"/><Relationship Id="rId3" Type="http://schemas.openxmlformats.org/officeDocument/2006/relationships/image" Target="../media/image253.png"/><Relationship Id="rId214" Type="http://schemas.openxmlformats.org/officeDocument/2006/relationships/customXml" Target="../ink/ink431.xml"/><Relationship Id="rId235" Type="http://schemas.openxmlformats.org/officeDocument/2006/relationships/image" Target="../media/image433.png"/><Relationship Id="rId256" Type="http://schemas.openxmlformats.org/officeDocument/2006/relationships/customXml" Target="../ink/ink452.xml"/><Relationship Id="rId277" Type="http://schemas.openxmlformats.org/officeDocument/2006/relationships/image" Target="../media/image454.png"/><Relationship Id="rId298" Type="http://schemas.openxmlformats.org/officeDocument/2006/relationships/customXml" Target="../ink/ink473.xml"/><Relationship Id="rId400" Type="http://schemas.openxmlformats.org/officeDocument/2006/relationships/customXml" Target="../ink/ink525.xml"/><Relationship Id="rId421" Type="http://schemas.openxmlformats.org/officeDocument/2006/relationships/image" Target="../media/image525.png"/><Relationship Id="rId116" Type="http://schemas.openxmlformats.org/officeDocument/2006/relationships/customXml" Target="../ink/ink382.xml"/><Relationship Id="rId137" Type="http://schemas.openxmlformats.org/officeDocument/2006/relationships/image" Target="../media/image385.png"/><Relationship Id="rId158" Type="http://schemas.openxmlformats.org/officeDocument/2006/relationships/customXml" Target="../ink/ink403.xml"/><Relationship Id="rId302" Type="http://schemas.openxmlformats.org/officeDocument/2006/relationships/customXml" Target="../ink/ink475.xml"/><Relationship Id="rId323" Type="http://schemas.openxmlformats.org/officeDocument/2006/relationships/image" Target="../media/image476.png"/><Relationship Id="rId344" Type="http://schemas.openxmlformats.org/officeDocument/2006/relationships/customXml" Target="../ink/ink497.xml"/><Relationship Id="rId20" Type="http://schemas.openxmlformats.org/officeDocument/2006/relationships/customXml" Target="../ink/ink334.xml"/><Relationship Id="rId41" Type="http://schemas.openxmlformats.org/officeDocument/2006/relationships/image" Target="../media/image337.png"/><Relationship Id="rId62" Type="http://schemas.openxmlformats.org/officeDocument/2006/relationships/customXml" Target="../ink/ink355.xml"/><Relationship Id="rId83" Type="http://schemas.openxmlformats.org/officeDocument/2006/relationships/image" Target="../media/image358.png"/><Relationship Id="rId179" Type="http://schemas.openxmlformats.org/officeDocument/2006/relationships/image" Target="../media/image406.png"/><Relationship Id="rId365" Type="http://schemas.openxmlformats.org/officeDocument/2006/relationships/image" Target="../media/image497.png"/><Relationship Id="rId386" Type="http://schemas.openxmlformats.org/officeDocument/2006/relationships/customXml" Target="../ink/ink518.xml"/><Relationship Id="rId190" Type="http://schemas.openxmlformats.org/officeDocument/2006/relationships/customXml" Target="../ink/ink419.xml"/><Relationship Id="rId204" Type="http://schemas.openxmlformats.org/officeDocument/2006/relationships/customXml" Target="../ink/ink426.xml"/><Relationship Id="rId225" Type="http://schemas.openxmlformats.org/officeDocument/2006/relationships/image" Target="../media/image428.png"/><Relationship Id="rId246" Type="http://schemas.openxmlformats.org/officeDocument/2006/relationships/customXml" Target="../ink/ink447.xml"/><Relationship Id="rId267" Type="http://schemas.openxmlformats.org/officeDocument/2006/relationships/image" Target="../media/image449.png"/><Relationship Id="rId288" Type="http://schemas.openxmlformats.org/officeDocument/2006/relationships/customXml" Target="../ink/ink468.xml"/><Relationship Id="rId411" Type="http://schemas.openxmlformats.org/officeDocument/2006/relationships/image" Target="../media/image520.png"/><Relationship Id="rId106" Type="http://schemas.openxmlformats.org/officeDocument/2006/relationships/customXml" Target="../ink/ink377.xml"/><Relationship Id="rId127" Type="http://schemas.openxmlformats.org/officeDocument/2006/relationships/image" Target="../media/image380.png"/><Relationship Id="rId313" Type="http://schemas.openxmlformats.org/officeDocument/2006/relationships/customXml" Target="../ink/ink481.xml"/><Relationship Id="rId10" Type="http://schemas.openxmlformats.org/officeDocument/2006/relationships/customXml" Target="../ink/ink329.xml"/><Relationship Id="rId31" Type="http://schemas.openxmlformats.org/officeDocument/2006/relationships/image" Target="../media/image332.png"/><Relationship Id="rId52" Type="http://schemas.openxmlformats.org/officeDocument/2006/relationships/customXml" Target="../ink/ink350.xml"/><Relationship Id="rId73" Type="http://schemas.openxmlformats.org/officeDocument/2006/relationships/image" Target="../media/image353.png"/><Relationship Id="rId94" Type="http://schemas.openxmlformats.org/officeDocument/2006/relationships/customXml" Target="../ink/ink371.xml"/><Relationship Id="rId148" Type="http://schemas.openxmlformats.org/officeDocument/2006/relationships/customXml" Target="../ink/ink398.xml"/><Relationship Id="rId169" Type="http://schemas.openxmlformats.org/officeDocument/2006/relationships/image" Target="../media/image401.png"/><Relationship Id="rId334" Type="http://schemas.openxmlformats.org/officeDocument/2006/relationships/customXml" Target="../ink/ink492.xml"/><Relationship Id="rId355" Type="http://schemas.openxmlformats.org/officeDocument/2006/relationships/image" Target="../media/image492.png"/><Relationship Id="rId376" Type="http://schemas.openxmlformats.org/officeDocument/2006/relationships/customXml" Target="../ink/ink513.xml"/><Relationship Id="rId397" Type="http://schemas.openxmlformats.org/officeDocument/2006/relationships/image" Target="../media/image513.png"/><Relationship Id="rId4" Type="http://schemas.openxmlformats.org/officeDocument/2006/relationships/customXml" Target="../ink/ink326.xml"/><Relationship Id="rId180" Type="http://schemas.openxmlformats.org/officeDocument/2006/relationships/customXml" Target="../ink/ink414.xml"/><Relationship Id="rId215" Type="http://schemas.openxmlformats.org/officeDocument/2006/relationships/image" Target="../media/image423.png"/><Relationship Id="rId236" Type="http://schemas.openxmlformats.org/officeDocument/2006/relationships/customXml" Target="../ink/ink442.xml"/><Relationship Id="rId257" Type="http://schemas.openxmlformats.org/officeDocument/2006/relationships/image" Target="../media/image444.png"/><Relationship Id="rId278" Type="http://schemas.openxmlformats.org/officeDocument/2006/relationships/customXml" Target="../ink/ink463.xml"/><Relationship Id="rId401" Type="http://schemas.openxmlformats.org/officeDocument/2006/relationships/image" Target="../media/image515.png"/><Relationship Id="rId422" Type="http://schemas.openxmlformats.org/officeDocument/2006/relationships/customXml" Target="../ink/ink536.xml"/><Relationship Id="rId303" Type="http://schemas.openxmlformats.org/officeDocument/2006/relationships/image" Target="../media/image467.png"/><Relationship Id="rId42" Type="http://schemas.openxmlformats.org/officeDocument/2006/relationships/customXml" Target="../ink/ink345.xml"/><Relationship Id="rId84" Type="http://schemas.openxmlformats.org/officeDocument/2006/relationships/customXml" Target="../ink/ink366.xml"/><Relationship Id="rId138" Type="http://schemas.openxmlformats.org/officeDocument/2006/relationships/customXml" Target="../ink/ink393.xml"/><Relationship Id="rId345" Type="http://schemas.openxmlformats.org/officeDocument/2006/relationships/image" Target="../media/image487.png"/><Relationship Id="rId387" Type="http://schemas.openxmlformats.org/officeDocument/2006/relationships/image" Target="../media/image508.png"/><Relationship Id="rId191" Type="http://schemas.openxmlformats.org/officeDocument/2006/relationships/image" Target="../media/image35.png"/><Relationship Id="rId205" Type="http://schemas.openxmlformats.org/officeDocument/2006/relationships/image" Target="../media/image418.png"/><Relationship Id="rId247" Type="http://schemas.openxmlformats.org/officeDocument/2006/relationships/image" Target="../media/image439.png"/><Relationship Id="rId412" Type="http://schemas.openxmlformats.org/officeDocument/2006/relationships/customXml" Target="../ink/ink531.xml"/><Relationship Id="rId107" Type="http://schemas.openxmlformats.org/officeDocument/2006/relationships/image" Target="../media/image370.png"/><Relationship Id="rId289" Type="http://schemas.openxmlformats.org/officeDocument/2006/relationships/image" Target="../media/image460.png"/><Relationship Id="rId11" Type="http://schemas.openxmlformats.org/officeDocument/2006/relationships/image" Target="../media/image322.png"/><Relationship Id="rId53" Type="http://schemas.openxmlformats.org/officeDocument/2006/relationships/image" Target="../media/image343.png"/><Relationship Id="rId149" Type="http://schemas.openxmlformats.org/officeDocument/2006/relationships/image" Target="../media/image391.png"/><Relationship Id="rId314" Type="http://schemas.openxmlformats.org/officeDocument/2006/relationships/customXml" Target="../ink/ink482.xml"/><Relationship Id="rId356" Type="http://schemas.openxmlformats.org/officeDocument/2006/relationships/customXml" Target="../ink/ink503.xml"/><Relationship Id="rId398" Type="http://schemas.openxmlformats.org/officeDocument/2006/relationships/customXml" Target="../ink/ink524.xml"/><Relationship Id="rId95" Type="http://schemas.openxmlformats.org/officeDocument/2006/relationships/image" Target="../media/image364.png"/><Relationship Id="rId160" Type="http://schemas.openxmlformats.org/officeDocument/2006/relationships/customXml" Target="../ink/ink404.xml"/><Relationship Id="rId216" Type="http://schemas.openxmlformats.org/officeDocument/2006/relationships/customXml" Target="../ink/ink432.xml"/><Relationship Id="rId423" Type="http://schemas.openxmlformats.org/officeDocument/2006/relationships/image" Target="../media/image526.png"/><Relationship Id="rId258" Type="http://schemas.openxmlformats.org/officeDocument/2006/relationships/customXml" Target="../ink/ink453.xml"/><Relationship Id="rId22" Type="http://schemas.openxmlformats.org/officeDocument/2006/relationships/customXml" Target="../ink/ink335.xml"/><Relationship Id="rId64" Type="http://schemas.openxmlformats.org/officeDocument/2006/relationships/customXml" Target="../ink/ink356.xml"/><Relationship Id="rId118" Type="http://schemas.openxmlformats.org/officeDocument/2006/relationships/customXml" Target="../ink/ink383.xml"/><Relationship Id="rId325" Type="http://schemas.openxmlformats.org/officeDocument/2006/relationships/image" Target="../media/image477.png"/><Relationship Id="rId367" Type="http://schemas.openxmlformats.org/officeDocument/2006/relationships/image" Target="../media/image498.png"/><Relationship Id="rId171" Type="http://schemas.openxmlformats.org/officeDocument/2006/relationships/image" Target="../media/image402.png"/><Relationship Id="rId227" Type="http://schemas.openxmlformats.org/officeDocument/2006/relationships/image" Target="../media/image429.png"/><Relationship Id="rId269" Type="http://schemas.openxmlformats.org/officeDocument/2006/relationships/image" Target="../media/image450.png"/><Relationship Id="rId33" Type="http://schemas.openxmlformats.org/officeDocument/2006/relationships/image" Target="../media/image333.png"/><Relationship Id="rId129" Type="http://schemas.openxmlformats.org/officeDocument/2006/relationships/image" Target="../media/image381.png"/><Relationship Id="rId280" Type="http://schemas.openxmlformats.org/officeDocument/2006/relationships/customXml" Target="../ink/ink464.xml"/><Relationship Id="rId336" Type="http://schemas.openxmlformats.org/officeDocument/2006/relationships/customXml" Target="../ink/ink493.xml"/><Relationship Id="rId75" Type="http://schemas.openxmlformats.org/officeDocument/2006/relationships/image" Target="../media/image354.png"/><Relationship Id="rId140" Type="http://schemas.openxmlformats.org/officeDocument/2006/relationships/customXml" Target="../ink/ink394.xml"/><Relationship Id="rId182" Type="http://schemas.openxmlformats.org/officeDocument/2006/relationships/customXml" Target="../ink/ink415.xml"/><Relationship Id="rId378" Type="http://schemas.openxmlformats.org/officeDocument/2006/relationships/customXml" Target="../ink/ink514.xml"/><Relationship Id="rId403" Type="http://schemas.openxmlformats.org/officeDocument/2006/relationships/image" Target="../media/image516.png"/><Relationship Id="rId6" Type="http://schemas.openxmlformats.org/officeDocument/2006/relationships/customXml" Target="../ink/ink327.xml"/><Relationship Id="rId238" Type="http://schemas.openxmlformats.org/officeDocument/2006/relationships/customXml" Target="../ink/ink443.xml"/><Relationship Id="rId291" Type="http://schemas.openxmlformats.org/officeDocument/2006/relationships/image" Target="../media/image461.png"/><Relationship Id="rId305" Type="http://schemas.openxmlformats.org/officeDocument/2006/relationships/image" Target="../media/image468.png"/><Relationship Id="rId347" Type="http://schemas.openxmlformats.org/officeDocument/2006/relationships/image" Target="../media/image488.png"/><Relationship Id="rId44" Type="http://schemas.openxmlformats.org/officeDocument/2006/relationships/customXml" Target="../ink/ink346.xml"/><Relationship Id="rId86" Type="http://schemas.openxmlformats.org/officeDocument/2006/relationships/customXml" Target="../ink/ink367.xml"/><Relationship Id="rId151" Type="http://schemas.openxmlformats.org/officeDocument/2006/relationships/image" Target="../media/image392.png"/><Relationship Id="rId389" Type="http://schemas.openxmlformats.org/officeDocument/2006/relationships/image" Target="../media/image509.png"/><Relationship Id="rId193" Type="http://schemas.openxmlformats.org/officeDocument/2006/relationships/image" Target="../media/image412.png"/><Relationship Id="rId207" Type="http://schemas.openxmlformats.org/officeDocument/2006/relationships/image" Target="../media/image419.png"/><Relationship Id="rId249" Type="http://schemas.openxmlformats.org/officeDocument/2006/relationships/image" Target="../media/image440.png"/><Relationship Id="rId414" Type="http://schemas.openxmlformats.org/officeDocument/2006/relationships/customXml" Target="../ink/ink532.xml"/><Relationship Id="rId13" Type="http://schemas.openxmlformats.org/officeDocument/2006/relationships/image" Target="../media/image323.png"/><Relationship Id="rId109" Type="http://schemas.openxmlformats.org/officeDocument/2006/relationships/image" Target="../media/image371.png"/><Relationship Id="rId260" Type="http://schemas.openxmlformats.org/officeDocument/2006/relationships/customXml" Target="../ink/ink454.xml"/><Relationship Id="rId316" Type="http://schemas.openxmlformats.org/officeDocument/2006/relationships/customXml" Target="../ink/ink483.xml"/><Relationship Id="rId55" Type="http://schemas.openxmlformats.org/officeDocument/2006/relationships/image" Target="../media/image344.png"/><Relationship Id="rId97" Type="http://schemas.openxmlformats.org/officeDocument/2006/relationships/image" Target="../media/image365.png"/><Relationship Id="rId120" Type="http://schemas.openxmlformats.org/officeDocument/2006/relationships/customXml" Target="../ink/ink384.xml"/><Relationship Id="rId358" Type="http://schemas.openxmlformats.org/officeDocument/2006/relationships/customXml" Target="../ink/ink504.xml"/><Relationship Id="rId162" Type="http://schemas.openxmlformats.org/officeDocument/2006/relationships/customXml" Target="../ink/ink405.xml"/><Relationship Id="rId218" Type="http://schemas.openxmlformats.org/officeDocument/2006/relationships/customXml" Target="../ink/ink433.xml"/><Relationship Id="rId425" Type="http://schemas.openxmlformats.org/officeDocument/2006/relationships/image" Target="../media/image527.png"/><Relationship Id="rId271" Type="http://schemas.openxmlformats.org/officeDocument/2006/relationships/image" Target="../media/image451.png"/><Relationship Id="rId24" Type="http://schemas.openxmlformats.org/officeDocument/2006/relationships/customXml" Target="../ink/ink336.xml"/><Relationship Id="rId66" Type="http://schemas.openxmlformats.org/officeDocument/2006/relationships/customXml" Target="../ink/ink357.xml"/><Relationship Id="rId131" Type="http://schemas.openxmlformats.org/officeDocument/2006/relationships/image" Target="../media/image382.png"/><Relationship Id="rId327" Type="http://schemas.openxmlformats.org/officeDocument/2006/relationships/image" Target="../media/image478.png"/><Relationship Id="rId369" Type="http://schemas.openxmlformats.org/officeDocument/2006/relationships/image" Target="../media/image499.png"/><Relationship Id="rId173" Type="http://schemas.openxmlformats.org/officeDocument/2006/relationships/image" Target="../media/image403.png"/><Relationship Id="rId229" Type="http://schemas.openxmlformats.org/officeDocument/2006/relationships/image" Target="../media/image430.png"/><Relationship Id="rId380" Type="http://schemas.openxmlformats.org/officeDocument/2006/relationships/customXml" Target="../ink/ink515.xml"/><Relationship Id="rId240" Type="http://schemas.openxmlformats.org/officeDocument/2006/relationships/customXml" Target="../ink/ink444.xml"/><Relationship Id="rId35" Type="http://schemas.openxmlformats.org/officeDocument/2006/relationships/image" Target="../media/image334.png"/><Relationship Id="rId77" Type="http://schemas.openxmlformats.org/officeDocument/2006/relationships/image" Target="../media/image355.png"/><Relationship Id="rId100" Type="http://schemas.openxmlformats.org/officeDocument/2006/relationships/customXml" Target="../ink/ink374.xml"/><Relationship Id="rId282" Type="http://schemas.openxmlformats.org/officeDocument/2006/relationships/customXml" Target="../ink/ink465.xml"/><Relationship Id="rId338" Type="http://schemas.openxmlformats.org/officeDocument/2006/relationships/customXml" Target="../ink/ink494.xml"/><Relationship Id="rId8" Type="http://schemas.openxmlformats.org/officeDocument/2006/relationships/customXml" Target="../ink/ink328.xml"/><Relationship Id="rId142" Type="http://schemas.openxmlformats.org/officeDocument/2006/relationships/customXml" Target="../ink/ink395.xml"/><Relationship Id="rId184" Type="http://schemas.openxmlformats.org/officeDocument/2006/relationships/customXml" Target="../ink/ink416.xml"/><Relationship Id="rId391" Type="http://schemas.openxmlformats.org/officeDocument/2006/relationships/image" Target="../media/image510.png"/><Relationship Id="rId405" Type="http://schemas.openxmlformats.org/officeDocument/2006/relationships/image" Target="../media/image517.png"/><Relationship Id="rId251" Type="http://schemas.openxmlformats.org/officeDocument/2006/relationships/image" Target="../media/image441.png"/><Relationship Id="rId46" Type="http://schemas.openxmlformats.org/officeDocument/2006/relationships/customXml" Target="../ink/ink347.xml"/><Relationship Id="rId293" Type="http://schemas.openxmlformats.org/officeDocument/2006/relationships/image" Target="../media/image462.png"/><Relationship Id="rId307" Type="http://schemas.openxmlformats.org/officeDocument/2006/relationships/image" Target="../media/image469.png"/><Relationship Id="rId349" Type="http://schemas.openxmlformats.org/officeDocument/2006/relationships/image" Target="../media/image489.png"/><Relationship Id="rId88" Type="http://schemas.openxmlformats.org/officeDocument/2006/relationships/customXml" Target="../ink/ink368.xml"/><Relationship Id="rId111" Type="http://schemas.openxmlformats.org/officeDocument/2006/relationships/image" Target="../media/image372.png"/><Relationship Id="rId153" Type="http://schemas.openxmlformats.org/officeDocument/2006/relationships/image" Target="../media/image393.png"/><Relationship Id="rId195" Type="http://schemas.openxmlformats.org/officeDocument/2006/relationships/image" Target="../media/image413.png"/><Relationship Id="rId209" Type="http://schemas.openxmlformats.org/officeDocument/2006/relationships/image" Target="../media/image420.png"/><Relationship Id="rId360" Type="http://schemas.openxmlformats.org/officeDocument/2006/relationships/customXml" Target="../ink/ink505.xml"/><Relationship Id="rId416" Type="http://schemas.openxmlformats.org/officeDocument/2006/relationships/customXml" Target="../ink/ink533.xml"/><Relationship Id="rId220" Type="http://schemas.openxmlformats.org/officeDocument/2006/relationships/customXml" Target="../ink/ink434.xml"/><Relationship Id="rId15" Type="http://schemas.openxmlformats.org/officeDocument/2006/relationships/image" Target="../media/image324.png"/><Relationship Id="rId57" Type="http://schemas.openxmlformats.org/officeDocument/2006/relationships/image" Target="../media/image345.png"/><Relationship Id="rId262" Type="http://schemas.openxmlformats.org/officeDocument/2006/relationships/customXml" Target="../ink/ink455.xml"/><Relationship Id="rId318" Type="http://schemas.openxmlformats.org/officeDocument/2006/relationships/customXml" Target="../ink/ink484.xml"/><Relationship Id="rId99" Type="http://schemas.openxmlformats.org/officeDocument/2006/relationships/image" Target="../media/image366.png"/><Relationship Id="rId122" Type="http://schemas.openxmlformats.org/officeDocument/2006/relationships/customXml" Target="../ink/ink385.xml"/><Relationship Id="rId164" Type="http://schemas.openxmlformats.org/officeDocument/2006/relationships/customXml" Target="../ink/ink406.xml"/><Relationship Id="rId371" Type="http://schemas.openxmlformats.org/officeDocument/2006/relationships/image" Target="../media/image500.png"/><Relationship Id="rId26" Type="http://schemas.openxmlformats.org/officeDocument/2006/relationships/customXml" Target="../ink/ink337.xml"/><Relationship Id="rId231" Type="http://schemas.openxmlformats.org/officeDocument/2006/relationships/image" Target="../media/image431.png"/><Relationship Id="rId273" Type="http://schemas.openxmlformats.org/officeDocument/2006/relationships/image" Target="../media/image452.png"/><Relationship Id="rId329" Type="http://schemas.openxmlformats.org/officeDocument/2006/relationships/image" Target="../media/image479.png"/><Relationship Id="rId68" Type="http://schemas.openxmlformats.org/officeDocument/2006/relationships/customXml" Target="../ink/ink358.xml"/><Relationship Id="rId133" Type="http://schemas.openxmlformats.org/officeDocument/2006/relationships/image" Target="../media/image383.png"/><Relationship Id="rId175" Type="http://schemas.openxmlformats.org/officeDocument/2006/relationships/image" Target="../media/image404.png"/><Relationship Id="rId340" Type="http://schemas.openxmlformats.org/officeDocument/2006/relationships/customXml" Target="../ink/ink495.xml"/><Relationship Id="rId200" Type="http://schemas.openxmlformats.org/officeDocument/2006/relationships/customXml" Target="../ink/ink424.xml"/><Relationship Id="rId382" Type="http://schemas.openxmlformats.org/officeDocument/2006/relationships/customXml" Target="../ink/ink516.xml"/><Relationship Id="rId242" Type="http://schemas.openxmlformats.org/officeDocument/2006/relationships/customXml" Target="../ink/ink445.xml"/><Relationship Id="rId284" Type="http://schemas.openxmlformats.org/officeDocument/2006/relationships/customXml" Target="../ink/ink466.xml"/><Relationship Id="rId37" Type="http://schemas.openxmlformats.org/officeDocument/2006/relationships/image" Target="../media/image335.png"/><Relationship Id="rId79" Type="http://schemas.openxmlformats.org/officeDocument/2006/relationships/image" Target="../media/image356.png"/><Relationship Id="rId102" Type="http://schemas.openxmlformats.org/officeDocument/2006/relationships/customXml" Target="../ink/ink375.xml"/><Relationship Id="rId144" Type="http://schemas.openxmlformats.org/officeDocument/2006/relationships/customXml" Target="../ink/ink396.xml"/><Relationship Id="rId90" Type="http://schemas.openxmlformats.org/officeDocument/2006/relationships/customXml" Target="../ink/ink369.xml"/><Relationship Id="rId186" Type="http://schemas.openxmlformats.org/officeDocument/2006/relationships/customXml" Target="../ink/ink417.xml"/><Relationship Id="rId351" Type="http://schemas.openxmlformats.org/officeDocument/2006/relationships/image" Target="../media/image490.png"/><Relationship Id="rId393" Type="http://schemas.openxmlformats.org/officeDocument/2006/relationships/image" Target="../media/image511.png"/><Relationship Id="rId407" Type="http://schemas.openxmlformats.org/officeDocument/2006/relationships/image" Target="../media/image518.png"/><Relationship Id="rId211" Type="http://schemas.openxmlformats.org/officeDocument/2006/relationships/image" Target="../media/image421.png"/><Relationship Id="rId253" Type="http://schemas.openxmlformats.org/officeDocument/2006/relationships/image" Target="../media/image442.png"/><Relationship Id="rId295" Type="http://schemas.openxmlformats.org/officeDocument/2006/relationships/image" Target="../media/image463.png"/><Relationship Id="rId309" Type="http://schemas.openxmlformats.org/officeDocument/2006/relationships/customXml" Target="../ink/ink479.xml"/><Relationship Id="rId48" Type="http://schemas.openxmlformats.org/officeDocument/2006/relationships/customXml" Target="../ink/ink348.xml"/><Relationship Id="rId113" Type="http://schemas.openxmlformats.org/officeDocument/2006/relationships/image" Target="../media/image373.png"/><Relationship Id="rId320" Type="http://schemas.openxmlformats.org/officeDocument/2006/relationships/customXml" Target="../ink/ink485.xml"/><Relationship Id="rId155" Type="http://schemas.openxmlformats.org/officeDocument/2006/relationships/image" Target="../media/image394.png"/><Relationship Id="rId197" Type="http://schemas.openxmlformats.org/officeDocument/2006/relationships/image" Target="../media/image414.png"/><Relationship Id="rId362" Type="http://schemas.openxmlformats.org/officeDocument/2006/relationships/customXml" Target="../ink/ink506.xml"/><Relationship Id="rId418" Type="http://schemas.openxmlformats.org/officeDocument/2006/relationships/customXml" Target="../ink/ink534.xml"/><Relationship Id="rId222" Type="http://schemas.openxmlformats.org/officeDocument/2006/relationships/customXml" Target="../ink/ink435.xml"/><Relationship Id="rId264" Type="http://schemas.openxmlformats.org/officeDocument/2006/relationships/customXml" Target="../ink/ink456.xml"/><Relationship Id="rId17" Type="http://schemas.openxmlformats.org/officeDocument/2006/relationships/image" Target="../media/image325.png"/><Relationship Id="rId59" Type="http://schemas.openxmlformats.org/officeDocument/2006/relationships/image" Target="../media/image346.png"/><Relationship Id="rId124" Type="http://schemas.openxmlformats.org/officeDocument/2006/relationships/customXml" Target="../ink/ink38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41.xml"/><Relationship Id="rId13" Type="http://schemas.openxmlformats.org/officeDocument/2006/relationships/image" Target="../media/image533.png"/><Relationship Id="rId18" Type="http://schemas.openxmlformats.org/officeDocument/2006/relationships/customXml" Target="../ink/ink546.xml"/><Relationship Id="rId3" Type="http://schemas.openxmlformats.org/officeDocument/2006/relationships/image" Target="../media/image528.png"/><Relationship Id="rId7" Type="http://schemas.openxmlformats.org/officeDocument/2006/relationships/image" Target="../media/image530.png"/><Relationship Id="rId12" Type="http://schemas.openxmlformats.org/officeDocument/2006/relationships/customXml" Target="../ink/ink543.xml"/><Relationship Id="rId17" Type="http://schemas.openxmlformats.org/officeDocument/2006/relationships/image" Target="../media/image535.png"/><Relationship Id="rId2" Type="http://schemas.openxmlformats.org/officeDocument/2006/relationships/customXml" Target="../ink/ink538.xml"/><Relationship Id="rId16" Type="http://schemas.openxmlformats.org/officeDocument/2006/relationships/customXml" Target="../ink/ink5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40.xml"/><Relationship Id="rId11" Type="http://schemas.openxmlformats.org/officeDocument/2006/relationships/image" Target="../media/image532.png"/><Relationship Id="rId5" Type="http://schemas.openxmlformats.org/officeDocument/2006/relationships/image" Target="../media/image529.png"/><Relationship Id="rId15" Type="http://schemas.openxmlformats.org/officeDocument/2006/relationships/image" Target="../media/image534.png"/><Relationship Id="rId10" Type="http://schemas.openxmlformats.org/officeDocument/2006/relationships/customXml" Target="../ink/ink542.xml"/><Relationship Id="rId19" Type="http://schemas.openxmlformats.org/officeDocument/2006/relationships/image" Target="../media/image536.png"/><Relationship Id="rId4" Type="http://schemas.openxmlformats.org/officeDocument/2006/relationships/customXml" Target="../ink/ink539.xml"/><Relationship Id="rId9" Type="http://schemas.openxmlformats.org/officeDocument/2006/relationships/image" Target="../media/image531.png"/><Relationship Id="rId14" Type="http://schemas.openxmlformats.org/officeDocument/2006/relationships/customXml" Target="../ink/ink5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24E52-3B7B-F8F6-42F6-87599E4596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PERT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8EFDA-97BB-7588-EC7E-FFED6AD1B0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4068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F250-3245-D870-C219-CE4726DE8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20FD-28B0-B0D0-B0BD-C7DDCBCA1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CPM – Critical Path Method. This this the longest path through the network where all activities have ES = LS and EF = LF. All such activities are called CRITICAL.</a:t>
            </a:r>
            <a:endParaRPr lang="en-ZA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C25E5F9-C986-C4C4-5865-6FAB35111AC4}"/>
              </a:ext>
            </a:extLst>
          </p:cNvPr>
          <p:cNvGrpSpPr/>
          <p:nvPr/>
        </p:nvGrpSpPr>
        <p:grpSpPr>
          <a:xfrm>
            <a:off x="2316587" y="2899347"/>
            <a:ext cx="6310800" cy="2635920"/>
            <a:chOff x="2316587" y="2899347"/>
            <a:chExt cx="6310800" cy="263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D3E407C-9DAC-3D25-9DDF-EE62BA4904EA}"/>
                    </a:ext>
                  </a:extLst>
                </p14:cNvPr>
                <p14:cNvContentPartPr/>
                <p14:nvPr/>
              </p14:nvContentPartPr>
              <p14:xfrm>
                <a:off x="3658307" y="3224427"/>
                <a:ext cx="30600" cy="2187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D3E407C-9DAC-3D25-9DDF-EE62BA4904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53987" y="3220107"/>
                  <a:ext cx="39240" cy="21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C0EC7F0-11FA-A807-4480-7FF1CF6FB3D6}"/>
                    </a:ext>
                  </a:extLst>
                </p14:cNvPr>
                <p14:cNvContentPartPr/>
                <p14:nvPr/>
              </p14:nvContentPartPr>
              <p14:xfrm>
                <a:off x="3553547" y="2954787"/>
                <a:ext cx="4248000" cy="2451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C0EC7F0-11FA-A807-4480-7FF1CF6FB3D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49227" y="2950467"/>
                  <a:ext cx="4256640" cy="24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C2338B0-54F1-936C-D3A8-7AB813C12586}"/>
                    </a:ext>
                  </a:extLst>
                </p14:cNvPr>
                <p14:cNvContentPartPr/>
                <p14:nvPr/>
              </p14:nvContentPartPr>
              <p14:xfrm>
                <a:off x="2648867" y="5447787"/>
                <a:ext cx="132840" cy="72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C2338B0-54F1-936C-D3A8-7AB813C125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44547" y="5443467"/>
                  <a:ext cx="1414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91C13EA-A71C-677A-8459-087E24122333}"/>
                    </a:ext>
                  </a:extLst>
                </p14:cNvPr>
                <p14:cNvContentPartPr/>
                <p14:nvPr/>
              </p14:nvContentPartPr>
              <p14:xfrm>
                <a:off x="3620147" y="5166267"/>
                <a:ext cx="4486680" cy="315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91C13EA-A71C-677A-8459-087E241223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15827" y="5161947"/>
                  <a:ext cx="44953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AEA43A-1BC8-266F-FB6A-CBBA20F23190}"/>
                    </a:ext>
                  </a:extLst>
                </p14:cNvPr>
                <p14:cNvContentPartPr/>
                <p14:nvPr/>
              </p14:nvContentPartPr>
              <p14:xfrm>
                <a:off x="4996787" y="3076467"/>
                <a:ext cx="174240" cy="245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AEA43A-1BC8-266F-FB6A-CBBA20F231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992467" y="3072147"/>
                  <a:ext cx="182880" cy="24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1BD9B57-D33F-AE4C-7AD9-3A2002542998}"/>
                    </a:ext>
                  </a:extLst>
                </p14:cNvPr>
                <p14:cNvContentPartPr/>
                <p14:nvPr/>
              </p14:nvContentPartPr>
              <p14:xfrm>
                <a:off x="6383147" y="2899347"/>
                <a:ext cx="139320" cy="2635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1BD9B57-D33F-AE4C-7AD9-3A200254299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378827" y="2895027"/>
                  <a:ext cx="147960" cy="264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FF03B9A-0163-FD83-1DB6-7343CDED24AA}"/>
                    </a:ext>
                  </a:extLst>
                </p14:cNvPr>
                <p14:cNvContentPartPr/>
                <p14:nvPr/>
              </p14:nvContentPartPr>
              <p14:xfrm>
                <a:off x="3369587" y="3928227"/>
                <a:ext cx="5037120" cy="29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FF03B9A-0163-FD83-1DB6-7343CDED24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65267" y="3923907"/>
                  <a:ext cx="50457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89A5BA-C4D9-24EB-9FE4-82004A8F915E}"/>
                    </a:ext>
                  </a:extLst>
                </p14:cNvPr>
                <p14:cNvContentPartPr/>
                <p14:nvPr/>
              </p14:nvContentPartPr>
              <p14:xfrm>
                <a:off x="2916347" y="4383627"/>
                <a:ext cx="5711040" cy="451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89A5BA-C4D9-24EB-9FE4-82004A8F91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12027" y="4379307"/>
                  <a:ext cx="57196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92877A-969D-8A5F-3FF3-CBD276505D7C}"/>
                    </a:ext>
                  </a:extLst>
                </p14:cNvPr>
                <p14:cNvContentPartPr/>
                <p14:nvPr/>
              </p14:nvContentPartPr>
              <p14:xfrm>
                <a:off x="5529227" y="4093827"/>
                <a:ext cx="284040" cy="431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92877A-969D-8A5F-3FF3-CBD276505D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24907" y="4089507"/>
                  <a:ext cx="2926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5836BB7-52A6-EA86-A03C-6E106CD07148}"/>
                    </a:ext>
                  </a:extLst>
                </p14:cNvPr>
                <p14:cNvContentPartPr/>
                <p14:nvPr/>
              </p14:nvContentPartPr>
              <p14:xfrm>
                <a:off x="5564867" y="4285347"/>
                <a:ext cx="286200" cy="51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5836BB7-52A6-EA86-A03C-6E106CD071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60547" y="4281027"/>
                  <a:ext cx="2948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A801D8-580A-0B03-4A2E-164AED4B0903}"/>
                    </a:ext>
                  </a:extLst>
                </p14:cNvPr>
                <p14:cNvContentPartPr/>
                <p14:nvPr/>
              </p14:nvContentPartPr>
              <p14:xfrm>
                <a:off x="4145747" y="3585147"/>
                <a:ext cx="356400" cy="439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A801D8-580A-0B03-4A2E-164AED4B09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41427" y="3580827"/>
                  <a:ext cx="365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250578C-3CFF-5B6B-93F7-D106901604F5}"/>
                    </a:ext>
                  </a:extLst>
                </p14:cNvPr>
                <p14:cNvContentPartPr/>
                <p14:nvPr/>
              </p14:nvContentPartPr>
              <p14:xfrm>
                <a:off x="5489267" y="4782867"/>
                <a:ext cx="257040" cy="347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250578C-3CFF-5B6B-93F7-D106901604F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84947" y="4778547"/>
                  <a:ext cx="26568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7C73D61-0FAC-6882-1F53-9C52651281FB}"/>
                    </a:ext>
                  </a:extLst>
                </p14:cNvPr>
                <p14:cNvContentPartPr/>
                <p14:nvPr/>
              </p14:nvContentPartPr>
              <p14:xfrm>
                <a:off x="5671067" y="4706547"/>
                <a:ext cx="276120" cy="37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7C73D61-0FAC-6882-1F53-9C52651281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666747" y="4702227"/>
                  <a:ext cx="284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A933D20-77EC-9EFE-C043-71F0DB0BA48B}"/>
                    </a:ext>
                  </a:extLst>
                </p14:cNvPr>
                <p14:cNvContentPartPr/>
                <p14:nvPr/>
              </p14:nvContentPartPr>
              <p14:xfrm>
                <a:off x="6812267" y="3412707"/>
                <a:ext cx="313920" cy="417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A933D20-77EC-9EFE-C043-71F0DB0BA4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807947" y="3408387"/>
                  <a:ext cx="32256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2913203-6893-DFA2-B031-9FCC707CDB93}"/>
                    </a:ext>
                  </a:extLst>
                </p14:cNvPr>
                <p14:cNvContentPartPr/>
                <p14:nvPr/>
              </p14:nvContentPartPr>
              <p14:xfrm>
                <a:off x="7016387" y="3401907"/>
                <a:ext cx="259200" cy="54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2913203-6893-DFA2-B031-9FCC707CDB9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12067" y="3397587"/>
                  <a:ext cx="267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578698-E8CD-63C1-A03F-3682F8F9B008}"/>
                    </a:ext>
                  </a:extLst>
                </p14:cNvPr>
                <p14:cNvContentPartPr/>
                <p14:nvPr/>
              </p14:nvContentPartPr>
              <p14:xfrm>
                <a:off x="6801827" y="4742547"/>
                <a:ext cx="360360" cy="468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578698-E8CD-63C1-A03F-3682F8F9B00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97507" y="4738227"/>
                  <a:ext cx="3690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FFD16CE-EF91-EDB8-BD52-1C22BAAB9D4D}"/>
                    </a:ext>
                  </a:extLst>
                </p14:cNvPr>
                <p14:cNvContentPartPr/>
                <p14:nvPr/>
              </p14:nvContentPartPr>
              <p14:xfrm>
                <a:off x="6960947" y="4627347"/>
                <a:ext cx="261360" cy="28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FFD16CE-EF91-EDB8-BD52-1C22BAAB9D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56627" y="4623027"/>
                  <a:ext cx="270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13D4E0-5E63-4367-5E5F-C35E6F085123}"/>
                    </a:ext>
                  </a:extLst>
                </p14:cNvPr>
                <p14:cNvContentPartPr/>
                <p14:nvPr/>
              </p14:nvContentPartPr>
              <p14:xfrm>
                <a:off x="4170947" y="4913907"/>
                <a:ext cx="561600" cy="482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13D4E0-5E63-4367-5E5F-C35E6F08512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6627" y="4909587"/>
                  <a:ext cx="570240" cy="49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C97DFFB-F9F1-F196-A20A-9CE986F80BFF}"/>
                    </a:ext>
                  </a:extLst>
                </p14:cNvPr>
                <p14:cNvContentPartPr/>
                <p14:nvPr/>
              </p14:nvContentPartPr>
              <p14:xfrm>
                <a:off x="2316587" y="3354747"/>
                <a:ext cx="144720" cy="86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C97DFFB-F9F1-F196-A20A-9CE986F80BF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312267" y="3350427"/>
                  <a:ext cx="1533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AEDB033-4A38-B345-996F-F342E72EE833}"/>
                    </a:ext>
                  </a:extLst>
                </p14:cNvPr>
                <p14:cNvContentPartPr/>
                <p14:nvPr/>
              </p14:nvContentPartPr>
              <p14:xfrm>
                <a:off x="2715107" y="3496227"/>
                <a:ext cx="137160" cy="30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AEDB033-4A38-B345-996F-F342E72EE83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10787" y="3491907"/>
                  <a:ext cx="1458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7F630E-4FE1-C9CC-BF9A-4A765EA72D82}"/>
                    </a:ext>
                  </a:extLst>
                </p14:cNvPr>
                <p14:cNvContentPartPr/>
                <p14:nvPr/>
              </p14:nvContentPartPr>
              <p14:xfrm>
                <a:off x="3023267" y="3592347"/>
                <a:ext cx="139320" cy="6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7F630E-4FE1-C9CC-BF9A-4A765EA72D8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018947" y="3588027"/>
                  <a:ext cx="1479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AD471B-B33C-049C-EB8A-E7F5AA55F5B6}"/>
                    </a:ext>
                  </a:extLst>
                </p14:cNvPr>
                <p14:cNvContentPartPr/>
                <p14:nvPr/>
              </p14:nvContentPartPr>
              <p14:xfrm>
                <a:off x="3286427" y="3594507"/>
                <a:ext cx="83880" cy="23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AD471B-B33C-049C-EB8A-E7F5AA55F5B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82107" y="3590187"/>
                  <a:ext cx="92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6E4B27D-595F-1D6B-BC5F-EDCFB260012D}"/>
                    </a:ext>
                  </a:extLst>
                </p14:cNvPr>
                <p14:cNvContentPartPr/>
                <p14:nvPr/>
              </p14:nvContentPartPr>
              <p14:xfrm>
                <a:off x="3286427" y="3572907"/>
                <a:ext cx="73080" cy="38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6E4B27D-595F-1D6B-BC5F-EDCFB260012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82107" y="3568587"/>
                  <a:ext cx="81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FCABBFD-80D7-269A-EDC8-5B2D2398695C}"/>
                    </a:ext>
                  </a:extLst>
                </p14:cNvPr>
                <p14:cNvContentPartPr/>
                <p14:nvPr/>
              </p14:nvContentPartPr>
              <p14:xfrm>
                <a:off x="3209387" y="3502347"/>
                <a:ext cx="320040" cy="24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FCABBFD-80D7-269A-EDC8-5B2D239869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05067" y="3498027"/>
                  <a:ext cx="328680" cy="24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0D8CA4A-0201-B064-A110-11507C368D3F}"/>
              </a:ext>
            </a:extLst>
          </p:cNvPr>
          <p:cNvGrpSpPr/>
          <p:nvPr/>
        </p:nvGrpSpPr>
        <p:grpSpPr>
          <a:xfrm>
            <a:off x="1014827" y="3048747"/>
            <a:ext cx="868680" cy="347040"/>
            <a:chOff x="1014827" y="3048747"/>
            <a:chExt cx="86868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0696BA2-DF57-A6AE-727C-948DC11985E5}"/>
                    </a:ext>
                  </a:extLst>
                </p14:cNvPr>
                <p14:cNvContentPartPr/>
                <p14:nvPr/>
              </p14:nvContentPartPr>
              <p14:xfrm>
                <a:off x="1014827" y="3108867"/>
                <a:ext cx="336600" cy="286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0696BA2-DF57-A6AE-727C-948DC11985E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0507" y="3104547"/>
                  <a:ext cx="34524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1043387-6F2E-38F7-7490-E7FC4F3041A3}"/>
                    </a:ext>
                  </a:extLst>
                </p14:cNvPr>
                <p14:cNvContentPartPr/>
                <p14:nvPr/>
              </p14:nvContentPartPr>
              <p14:xfrm>
                <a:off x="1145147" y="3072507"/>
                <a:ext cx="298080" cy="24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1043387-6F2E-38F7-7490-E7FC4F3041A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40827" y="3068187"/>
                  <a:ext cx="3067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4A61F96-5528-ADFF-D94B-A2305D6E630B}"/>
                    </a:ext>
                  </a:extLst>
                </p14:cNvPr>
                <p14:cNvContentPartPr/>
                <p14:nvPr/>
              </p14:nvContentPartPr>
              <p14:xfrm>
                <a:off x="1173227" y="3249987"/>
                <a:ext cx="250560" cy="28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4A61F96-5528-ADFF-D94B-A2305D6E630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68907" y="3245667"/>
                  <a:ext cx="259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DB89CEE-7B99-F4B0-9E0B-337156FE9B54}"/>
                    </a:ext>
                  </a:extLst>
                </p14:cNvPr>
                <p14:cNvContentPartPr/>
                <p14:nvPr/>
              </p14:nvContentPartPr>
              <p14:xfrm>
                <a:off x="1500467" y="3048747"/>
                <a:ext cx="383040" cy="293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DB89CEE-7B99-F4B0-9E0B-337156FE9B5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96147" y="3044427"/>
                  <a:ext cx="391680" cy="30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75517D8-9417-0E9A-61A8-A98B8BC808C3}"/>
                  </a:ext>
                </a:extLst>
              </p14:cNvPr>
              <p14:cNvContentPartPr/>
              <p14:nvPr/>
            </p14:nvContentPartPr>
            <p14:xfrm>
              <a:off x="8926547" y="3136587"/>
              <a:ext cx="239760" cy="1285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75517D8-9417-0E9A-61A8-A98B8BC808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921867" y="3132267"/>
                <a:ext cx="24840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F9DA74C-55ED-843A-C3BD-0D8E77009F6C}"/>
                  </a:ext>
                </a:extLst>
              </p14:cNvPr>
              <p14:cNvContentPartPr/>
              <p14:nvPr/>
            </p14:nvContentPartPr>
            <p14:xfrm>
              <a:off x="8395907" y="3339987"/>
              <a:ext cx="167040" cy="921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F9DA74C-55ED-843A-C3BD-0D8E77009F6C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391587" y="3335667"/>
                <a:ext cx="17568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3674DF10-64A0-8E62-1ACC-6FF166D38332}"/>
              </a:ext>
            </a:extLst>
          </p:cNvPr>
          <p:cNvGrpSpPr/>
          <p:nvPr/>
        </p:nvGrpSpPr>
        <p:grpSpPr>
          <a:xfrm>
            <a:off x="7880387" y="3361227"/>
            <a:ext cx="278640" cy="205560"/>
            <a:chOff x="7880387" y="3361227"/>
            <a:chExt cx="278640" cy="20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47CCCB-76AA-01FE-56A5-B3709A3A7B80}"/>
                    </a:ext>
                  </a:extLst>
                </p14:cNvPr>
                <p14:cNvContentPartPr/>
                <p14:nvPr/>
              </p14:nvContentPartPr>
              <p14:xfrm>
                <a:off x="8124467" y="3465987"/>
                <a:ext cx="34560" cy="1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47CCCB-76AA-01FE-56A5-B3709A3A7B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0147" y="3461667"/>
                  <a:ext cx="43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91FD2C-3203-CA96-BF2F-7C4BEB92E017}"/>
                    </a:ext>
                  </a:extLst>
                </p14:cNvPr>
                <p14:cNvContentPartPr/>
                <p14:nvPr/>
              </p14:nvContentPartPr>
              <p14:xfrm>
                <a:off x="8030147" y="3425667"/>
                <a:ext cx="128520" cy="41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91FD2C-3203-CA96-BF2F-7C4BEB92E01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025827" y="3420987"/>
                  <a:ext cx="137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236420-E230-F388-3E47-6F82FCA7B4B9}"/>
                    </a:ext>
                  </a:extLst>
                </p14:cNvPr>
                <p14:cNvContentPartPr/>
                <p14:nvPr/>
              </p14:nvContentPartPr>
              <p14:xfrm>
                <a:off x="7880387" y="3361227"/>
                <a:ext cx="246240" cy="20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236420-E230-F388-3E47-6F82FCA7B4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76067" y="3356907"/>
                  <a:ext cx="25488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DD7BE57-3FF5-4158-4211-A72B9607FF2E}"/>
              </a:ext>
            </a:extLst>
          </p:cNvPr>
          <p:cNvGrpSpPr/>
          <p:nvPr/>
        </p:nvGrpSpPr>
        <p:grpSpPr>
          <a:xfrm>
            <a:off x="9478067" y="2766867"/>
            <a:ext cx="978120" cy="398160"/>
            <a:chOff x="9478067" y="2766867"/>
            <a:chExt cx="978120" cy="39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58ED4D-14D0-7D21-9A02-2634626B7A41}"/>
                    </a:ext>
                  </a:extLst>
                </p14:cNvPr>
                <p14:cNvContentPartPr/>
                <p14:nvPr/>
              </p14:nvContentPartPr>
              <p14:xfrm>
                <a:off x="9478067" y="2928147"/>
                <a:ext cx="122400" cy="87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58ED4D-14D0-7D21-9A02-2634626B7A4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73747" y="2923827"/>
                  <a:ext cx="1310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7A8A13C-A84A-7B72-E17A-DE4EA5D23293}"/>
                    </a:ext>
                  </a:extLst>
                </p14:cNvPr>
                <p14:cNvContentPartPr/>
                <p14:nvPr/>
              </p14:nvContentPartPr>
              <p14:xfrm>
                <a:off x="9762467" y="2766867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7A8A13C-A84A-7B72-E17A-DE4EA5D2329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58147" y="276254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9D2A62-D47B-DEC8-D86A-85906E4D125F}"/>
                    </a:ext>
                  </a:extLst>
                </p14:cNvPr>
                <p14:cNvContentPartPr/>
                <p14:nvPr/>
              </p14:nvContentPartPr>
              <p14:xfrm>
                <a:off x="9661307" y="2766867"/>
                <a:ext cx="191880" cy="354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9D2A62-D47B-DEC8-D86A-85906E4D125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56987" y="2762547"/>
                  <a:ext cx="20052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E41CE4C-2EBB-DB40-A711-A23594EBCC8C}"/>
                    </a:ext>
                  </a:extLst>
                </p14:cNvPr>
                <p14:cNvContentPartPr/>
                <p14:nvPr/>
              </p14:nvContentPartPr>
              <p14:xfrm>
                <a:off x="9747707" y="2820147"/>
                <a:ext cx="222840" cy="68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E41CE4C-2EBB-DB40-A711-A23594EBCC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743387" y="2815827"/>
                  <a:ext cx="231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1BCC34-CEC7-F8BC-38DB-11B4C5D07460}"/>
                    </a:ext>
                  </a:extLst>
                </p14:cNvPr>
                <p14:cNvContentPartPr/>
                <p14:nvPr/>
              </p14:nvContentPartPr>
              <p14:xfrm>
                <a:off x="9728267" y="2929227"/>
                <a:ext cx="334080" cy="55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1BCC34-CEC7-F8BC-38DB-11B4C5D0746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723947" y="2924907"/>
                  <a:ext cx="342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1F6A643-07E7-62E3-E8A9-0ED8139750F4}"/>
                    </a:ext>
                  </a:extLst>
                </p14:cNvPr>
                <p14:cNvContentPartPr/>
                <p14:nvPr/>
              </p14:nvContentPartPr>
              <p14:xfrm>
                <a:off x="10042907" y="2860467"/>
                <a:ext cx="77400" cy="30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1F6A643-07E7-62E3-E8A9-0ED8139750F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38587" y="2856147"/>
                  <a:ext cx="860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6F9D348-C971-A670-4E5C-4A3F87625981}"/>
                    </a:ext>
                  </a:extLst>
                </p14:cNvPr>
                <p14:cNvContentPartPr/>
                <p14:nvPr/>
              </p14:nvContentPartPr>
              <p14:xfrm>
                <a:off x="10141187" y="2792427"/>
                <a:ext cx="315000" cy="56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6F9D348-C971-A670-4E5C-4A3F8762598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136867" y="2788107"/>
                  <a:ext cx="323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34FF4AA-EB21-D812-41B6-A6876D17D48A}"/>
                    </a:ext>
                  </a:extLst>
                </p14:cNvPr>
                <p14:cNvContentPartPr/>
                <p14:nvPr/>
              </p14:nvContentPartPr>
              <p14:xfrm>
                <a:off x="10141187" y="2959107"/>
                <a:ext cx="229320" cy="9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34FF4AA-EB21-D812-41B6-A6876D17D48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36867" y="2954787"/>
                  <a:ext cx="237960" cy="1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18CBA35-BA8E-0E14-8B75-B0E4F1842356}"/>
              </a:ext>
            </a:extLst>
          </p:cNvPr>
          <p:cNvGrpSpPr/>
          <p:nvPr/>
        </p:nvGrpSpPr>
        <p:grpSpPr>
          <a:xfrm>
            <a:off x="8915747" y="5256267"/>
            <a:ext cx="616320" cy="406800"/>
            <a:chOff x="8915747" y="5256267"/>
            <a:chExt cx="61632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BCCA9CE-D95A-8AA9-CA22-5677A31924C6}"/>
                    </a:ext>
                  </a:extLst>
                </p14:cNvPr>
                <p14:cNvContentPartPr/>
                <p14:nvPr/>
              </p14:nvContentPartPr>
              <p14:xfrm>
                <a:off x="8915747" y="5256267"/>
                <a:ext cx="575640" cy="282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BCCA9CE-D95A-8AA9-CA22-5677A31924C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11427" y="5251947"/>
                  <a:ext cx="5842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ED53F4-DF95-33F2-A299-74E9DFBBDCC4}"/>
                    </a:ext>
                  </a:extLst>
                </p14:cNvPr>
                <p14:cNvContentPartPr/>
                <p14:nvPr/>
              </p14:nvContentPartPr>
              <p14:xfrm>
                <a:off x="9377627" y="5626347"/>
                <a:ext cx="154440" cy="36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ED53F4-DF95-33F2-A299-74E9DFBBDCC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73307" y="5622027"/>
                  <a:ext cx="1630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D8C6E8-49F1-3EA3-9E66-EE576BDD236A}"/>
              </a:ext>
            </a:extLst>
          </p:cNvPr>
          <p:cNvGrpSpPr/>
          <p:nvPr/>
        </p:nvGrpSpPr>
        <p:grpSpPr>
          <a:xfrm>
            <a:off x="8088107" y="5018307"/>
            <a:ext cx="372240" cy="268200"/>
            <a:chOff x="8088107" y="5018307"/>
            <a:chExt cx="37224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EFCD2BD-AC66-DFD8-0BBF-4DF98F986F0D}"/>
                    </a:ext>
                  </a:extLst>
                </p14:cNvPr>
                <p14:cNvContentPartPr/>
                <p14:nvPr/>
              </p14:nvContentPartPr>
              <p14:xfrm>
                <a:off x="8216267" y="5091387"/>
                <a:ext cx="156600" cy="176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EFCD2BD-AC66-DFD8-0BBF-4DF98F986F0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11947" y="5087067"/>
                  <a:ext cx="165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1BD4F20-51B7-8CD6-8DFA-646F99957011}"/>
                    </a:ext>
                  </a:extLst>
                </p14:cNvPr>
                <p14:cNvContentPartPr/>
                <p14:nvPr/>
              </p14:nvContentPartPr>
              <p14:xfrm>
                <a:off x="8387267" y="5025147"/>
                <a:ext cx="6840" cy="32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1BD4F20-51B7-8CD6-8DFA-646F99957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382947" y="5020827"/>
                  <a:ext cx="15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3CF77BD-A7FA-BDCC-23D5-63D7B3A60279}"/>
                    </a:ext>
                  </a:extLst>
                </p14:cNvPr>
                <p14:cNvContentPartPr/>
                <p14:nvPr/>
              </p14:nvContentPartPr>
              <p14:xfrm>
                <a:off x="8088107" y="5018307"/>
                <a:ext cx="372240" cy="2682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3CF77BD-A7FA-BDCC-23D5-63D7B3A602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83787" y="5013987"/>
                  <a:ext cx="380880" cy="27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3AD507F-BF5D-730F-BF9D-7D50DF659900}"/>
                  </a:ext>
                </a:extLst>
              </p14:cNvPr>
              <p14:cNvContentPartPr/>
              <p14:nvPr/>
            </p14:nvContentPartPr>
            <p14:xfrm>
              <a:off x="9920147" y="5685387"/>
              <a:ext cx="415800" cy="434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3AD507F-BF5D-730F-BF9D-7D50DF65990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915827" y="5681067"/>
                <a:ext cx="424440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C52D636-823E-0229-90A8-D13F8EDFE19C}"/>
                  </a:ext>
                </a:extLst>
              </p14:cNvPr>
              <p14:cNvContentPartPr/>
              <p14:nvPr/>
            </p14:nvContentPartPr>
            <p14:xfrm>
              <a:off x="1448987" y="6133227"/>
              <a:ext cx="267840" cy="17244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C52D636-823E-0229-90A8-D13F8EDFE19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444667" y="6128907"/>
                <a:ext cx="2764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0B6761F2-8847-8A21-E66A-290BF9A8FCDD}"/>
                  </a:ext>
                </a:extLst>
              </p14:cNvPr>
              <p14:cNvContentPartPr/>
              <p14:nvPr/>
            </p14:nvContentPartPr>
            <p14:xfrm>
              <a:off x="2208227" y="5675307"/>
              <a:ext cx="235800" cy="14580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0B6761F2-8847-8A21-E66A-290BF9A8FCDD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203907" y="5670987"/>
                <a:ext cx="244440" cy="15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9A6F98AF-90E5-3E55-A458-CC497472AD24}"/>
              </a:ext>
            </a:extLst>
          </p:cNvPr>
          <p:cNvGrpSpPr/>
          <p:nvPr/>
        </p:nvGrpSpPr>
        <p:grpSpPr>
          <a:xfrm>
            <a:off x="2794307" y="5223867"/>
            <a:ext cx="468720" cy="383400"/>
            <a:chOff x="2794307" y="5223867"/>
            <a:chExt cx="46872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38C1932-4E8E-8173-9091-98914DD798FD}"/>
                    </a:ext>
                  </a:extLst>
                </p14:cNvPr>
                <p14:cNvContentPartPr/>
                <p14:nvPr/>
              </p14:nvContentPartPr>
              <p14:xfrm>
                <a:off x="2794307" y="5410347"/>
                <a:ext cx="167040" cy="86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38C1932-4E8E-8173-9091-98914DD798F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89987" y="5406027"/>
                  <a:ext cx="175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9B630B6-9F83-42E1-5027-4984320FF26D}"/>
                    </a:ext>
                  </a:extLst>
                </p14:cNvPr>
                <p14:cNvContentPartPr/>
                <p14:nvPr/>
              </p14:nvContentPartPr>
              <p14:xfrm>
                <a:off x="3164387" y="5316027"/>
                <a:ext cx="15480" cy="9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9B630B6-9F83-42E1-5027-4984320FF26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60067" y="5311707"/>
                  <a:ext cx="24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9F7F232-5962-9171-1952-F6B945C79A69}"/>
                    </a:ext>
                  </a:extLst>
                </p14:cNvPr>
                <p14:cNvContentPartPr/>
                <p14:nvPr/>
              </p14:nvContentPartPr>
              <p14:xfrm>
                <a:off x="3166547" y="5324667"/>
                <a:ext cx="360" cy="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9F7F232-5962-9171-1952-F6B945C79A6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62227" y="532034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8B8044-71FC-A6FA-5A49-B6789019C660}"/>
                    </a:ext>
                  </a:extLst>
                </p14:cNvPr>
                <p14:cNvContentPartPr/>
                <p14:nvPr/>
              </p14:nvContentPartPr>
              <p14:xfrm>
                <a:off x="3076547" y="5223867"/>
                <a:ext cx="186480" cy="383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8B8044-71FC-A6FA-5A49-B6789019C66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072227" y="5219547"/>
                  <a:ext cx="195120" cy="39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F5DD193-F761-0A84-9908-457FFF27048E}"/>
              </a:ext>
            </a:extLst>
          </p:cNvPr>
          <p:cNvGrpSpPr/>
          <p:nvPr/>
        </p:nvGrpSpPr>
        <p:grpSpPr>
          <a:xfrm>
            <a:off x="803147" y="5879787"/>
            <a:ext cx="640080" cy="449280"/>
            <a:chOff x="803147" y="5879787"/>
            <a:chExt cx="640080" cy="44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9628374-AF6F-93C4-C02F-1D7DBD714E9B}"/>
                    </a:ext>
                  </a:extLst>
                </p14:cNvPr>
                <p14:cNvContentPartPr/>
                <p14:nvPr/>
              </p14:nvContentPartPr>
              <p14:xfrm>
                <a:off x="803147" y="5964027"/>
                <a:ext cx="261360" cy="365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9628374-AF6F-93C4-C02F-1D7DBD714E9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8827" y="5959707"/>
                  <a:ext cx="2700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B98D0D-42F0-D686-7D8F-0246D699D9DD}"/>
                    </a:ext>
                  </a:extLst>
                </p14:cNvPr>
                <p14:cNvContentPartPr/>
                <p14:nvPr/>
              </p14:nvContentPartPr>
              <p14:xfrm>
                <a:off x="1209587" y="5879787"/>
                <a:ext cx="233640" cy="334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B98D0D-42F0-D686-7D8F-0246D699D9DD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205267" y="5875467"/>
                  <a:ext cx="242280" cy="34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680B085-F375-FD4E-57DA-53379EFB685B}"/>
              </a:ext>
            </a:extLst>
          </p:cNvPr>
          <p:cNvGrpSpPr/>
          <p:nvPr/>
        </p:nvGrpSpPr>
        <p:grpSpPr>
          <a:xfrm>
            <a:off x="10382747" y="5711667"/>
            <a:ext cx="376920" cy="489240"/>
            <a:chOff x="10382747" y="5711667"/>
            <a:chExt cx="37692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9FC921-6CFD-C2CD-381D-F39F81E51E74}"/>
                    </a:ext>
                  </a:extLst>
                </p14:cNvPr>
                <p14:cNvContentPartPr/>
                <p14:nvPr/>
              </p14:nvContentPartPr>
              <p14:xfrm>
                <a:off x="10382747" y="5825427"/>
                <a:ext cx="152280" cy="375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9FC921-6CFD-C2CD-381D-F39F81E51E7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378427" y="5821107"/>
                  <a:ext cx="1609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A25965F-2716-A1DF-3B7B-CBF28BAEC682}"/>
                    </a:ext>
                  </a:extLst>
                </p14:cNvPr>
                <p14:cNvContentPartPr/>
                <p14:nvPr/>
              </p14:nvContentPartPr>
              <p14:xfrm>
                <a:off x="10497227" y="5711667"/>
                <a:ext cx="262440" cy="6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A25965F-2716-A1DF-3B7B-CBF28BAEC68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492907" y="5707347"/>
                  <a:ext cx="2710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504F7B7-5CDF-4DB4-A6B2-CB42D269EE04}"/>
                    </a:ext>
                  </a:extLst>
                </p14:cNvPr>
                <p14:cNvContentPartPr/>
                <p14:nvPr/>
              </p14:nvContentPartPr>
              <p14:xfrm>
                <a:off x="10498307" y="6010467"/>
                <a:ext cx="177840" cy="4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504F7B7-5CDF-4DB4-A6B2-CB42D269EE04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493987" y="6006147"/>
                  <a:ext cx="186480" cy="13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0760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C7F69-2B97-DC24-D4D3-DFD9BF10D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PERT – </a:t>
            </a:r>
            <a:r>
              <a:rPr lang="en-US" dirty="0" err="1"/>
              <a:t>Programme</a:t>
            </a:r>
            <a:r>
              <a:rPr lang="en-US" dirty="0"/>
              <a:t> Evaluation and Review Technique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267B9-DEB5-6E95-9A14-00F995D91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duration is probabilistic.</a:t>
            </a:r>
          </a:p>
          <a:p>
            <a:r>
              <a:rPr lang="en-US" dirty="0"/>
              <a:t>It is difficult to estimate exactly how long an activity will take. So, the inventors of PERT decided to make use of 3 guesses at the duration. </a:t>
            </a:r>
          </a:p>
          <a:p>
            <a:r>
              <a:rPr lang="en-US" dirty="0"/>
              <a:t>From those 3 guesses they decided to calculate an average duration, which they decided to call the Expected Duration.</a:t>
            </a:r>
            <a:endParaRPr lang="en-ZA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7F055A-E8BF-2E1F-B834-75139401480F}"/>
              </a:ext>
            </a:extLst>
          </p:cNvPr>
          <p:cNvGrpSpPr/>
          <p:nvPr/>
        </p:nvGrpSpPr>
        <p:grpSpPr>
          <a:xfrm>
            <a:off x="2050547" y="5085080"/>
            <a:ext cx="705960" cy="299160"/>
            <a:chOff x="2050547" y="5085080"/>
            <a:chExt cx="705960" cy="29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80611B-9EB1-1B5A-4E1F-938F120D067C}"/>
                    </a:ext>
                  </a:extLst>
                </p14:cNvPr>
                <p14:cNvContentPartPr/>
                <p14:nvPr/>
              </p14:nvContentPartPr>
              <p14:xfrm>
                <a:off x="2050547" y="5095880"/>
                <a:ext cx="241920" cy="2883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80611B-9EB1-1B5A-4E1F-938F120D067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6227" y="5091560"/>
                  <a:ext cx="250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416C650-88CA-FAA2-1D21-EDA217F1FD8C}"/>
                    </a:ext>
                  </a:extLst>
                </p14:cNvPr>
                <p14:cNvContentPartPr/>
                <p14:nvPr/>
              </p14:nvContentPartPr>
              <p14:xfrm>
                <a:off x="2257547" y="5085080"/>
                <a:ext cx="234360" cy="17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416C650-88CA-FAA2-1D21-EDA217F1FD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53227" y="5080760"/>
                  <a:ext cx="243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B91E27E-4D94-16C7-4166-A9C0EE301698}"/>
                    </a:ext>
                  </a:extLst>
                </p14:cNvPr>
                <p14:cNvContentPartPr/>
                <p14:nvPr/>
              </p14:nvContentPartPr>
              <p14:xfrm>
                <a:off x="2189147" y="5209280"/>
                <a:ext cx="157680" cy="14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B91E27E-4D94-16C7-4166-A9C0EE30169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84827" y="5204960"/>
                  <a:ext cx="16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615363F-8820-5962-A3E2-B6F9FE14EECA}"/>
                    </a:ext>
                  </a:extLst>
                </p14:cNvPr>
                <p14:cNvContentPartPr/>
                <p14:nvPr/>
              </p14:nvContentPartPr>
              <p14:xfrm>
                <a:off x="2561387" y="5102360"/>
                <a:ext cx="48600" cy="236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615363F-8820-5962-A3E2-B6F9FE14EEC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57067" y="5098040"/>
                  <a:ext cx="572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EF8267-1537-561B-89C8-9B6F65325623}"/>
                    </a:ext>
                  </a:extLst>
                </p14:cNvPr>
                <p14:cNvContentPartPr/>
                <p14:nvPr/>
              </p14:nvContentPartPr>
              <p14:xfrm>
                <a:off x="2417747" y="5100920"/>
                <a:ext cx="338760" cy="237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EF8267-1537-561B-89C8-9B6F6532562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13427" y="5096600"/>
                  <a:ext cx="34740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377D321-4F78-CC13-0EDB-70784F3FCCBF}"/>
              </a:ext>
            </a:extLst>
          </p:cNvPr>
          <p:cNvGrpSpPr/>
          <p:nvPr/>
        </p:nvGrpSpPr>
        <p:grpSpPr>
          <a:xfrm>
            <a:off x="3079787" y="5171840"/>
            <a:ext cx="297720" cy="119880"/>
            <a:chOff x="3079787" y="5171840"/>
            <a:chExt cx="29772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0FE6F9C-9819-6F60-3701-B0EA4872F840}"/>
                    </a:ext>
                  </a:extLst>
                </p14:cNvPr>
                <p14:cNvContentPartPr/>
                <p14:nvPr/>
              </p14:nvContentPartPr>
              <p14:xfrm>
                <a:off x="3084107" y="5171840"/>
                <a:ext cx="293400" cy="25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0FE6F9C-9819-6F60-3701-B0EA4872F8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9787" y="5167520"/>
                  <a:ext cx="302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A0C7CD7-4C8C-5C06-938B-1351E9AE540E}"/>
                    </a:ext>
                  </a:extLst>
                </p14:cNvPr>
                <p14:cNvContentPartPr/>
                <p14:nvPr/>
              </p14:nvContentPartPr>
              <p14:xfrm>
                <a:off x="3079787" y="5262560"/>
                <a:ext cx="275040" cy="29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A0C7CD7-4C8C-5C06-938B-1351E9AE540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75467" y="5258240"/>
                  <a:ext cx="2836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0ADD130-D786-4F93-FD3D-C7975D473535}"/>
              </a:ext>
            </a:extLst>
          </p:cNvPr>
          <p:cNvGrpSpPr/>
          <p:nvPr/>
        </p:nvGrpSpPr>
        <p:grpSpPr>
          <a:xfrm>
            <a:off x="3957827" y="4741640"/>
            <a:ext cx="2634480" cy="284040"/>
            <a:chOff x="3957827" y="4741640"/>
            <a:chExt cx="2634480" cy="28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685B6E2-1322-4440-7CBC-635026797E20}"/>
                    </a:ext>
                  </a:extLst>
                </p14:cNvPr>
                <p14:cNvContentPartPr/>
                <p14:nvPr/>
              </p14:nvContentPartPr>
              <p14:xfrm>
                <a:off x="3957827" y="4781600"/>
                <a:ext cx="176040" cy="24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685B6E2-1322-4440-7CBC-635026797E2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53507" y="4777280"/>
                  <a:ext cx="184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ADA0CE7-986D-D813-5E02-DDD3D21D0265}"/>
                    </a:ext>
                  </a:extLst>
                </p14:cNvPr>
                <p14:cNvContentPartPr/>
                <p14:nvPr/>
              </p14:nvContentPartPr>
              <p14:xfrm>
                <a:off x="4003907" y="4897880"/>
                <a:ext cx="123120" cy="11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ADA0CE7-986D-D813-5E02-DDD3D21D026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99587" y="4893560"/>
                  <a:ext cx="1317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80517F3-585B-24AA-D772-789EB770FE75}"/>
                    </a:ext>
                  </a:extLst>
                </p14:cNvPr>
                <p14:cNvContentPartPr/>
                <p14:nvPr/>
              </p14:nvContentPartPr>
              <p14:xfrm>
                <a:off x="4499987" y="4834880"/>
                <a:ext cx="44280" cy="174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80517F3-585B-24AA-D772-789EB770FE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95667" y="4830560"/>
                  <a:ext cx="52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C3A41D4-0678-6FFC-6143-0FA29999CBC2}"/>
                    </a:ext>
                  </a:extLst>
                </p14:cNvPr>
                <p14:cNvContentPartPr/>
                <p14:nvPr/>
              </p14:nvContentPartPr>
              <p14:xfrm>
                <a:off x="4446707" y="4907600"/>
                <a:ext cx="162720" cy="5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C3A41D4-0678-6FFC-6143-0FA29999CB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42387" y="4903280"/>
                  <a:ext cx="1713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F3ABDA4-C36D-0EE9-5423-519A0CCEB42F}"/>
                    </a:ext>
                  </a:extLst>
                </p14:cNvPr>
                <p14:cNvContentPartPr/>
                <p14:nvPr/>
              </p14:nvContentPartPr>
              <p14:xfrm>
                <a:off x="4852067" y="4744160"/>
                <a:ext cx="286920" cy="14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F3ABDA4-C36D-0EE9-5423-519A0CCEB4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47747" y="4739840"/>
                  <a:ext cx="295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81AF951-F382-BF25-3772-C312196393AE}"/>
                    </a:ext>
                  </a:extLst>
                </p14:cNvPr>
                <p14:cNvContentPartPr/>
                <p14:nvPr/>
              </p14:nvContentPartPr>
              <p14:xfrm>
                <a:off x="4994987" y="4834880"/>
                <a:ext cx="62640" cy="155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81AF951-F382-BF25-3772-C312196393A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90667" y="4830560"/>
                  <a:ext cx="712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46CD489-6D5E-1CC3-F53F-7BB230CBD88A}"/>
                    </a:ext>
                  </a:extLst>
                </p14:cNvPr>
                <p14:cNvContentPartPr/>
                <p14:nvPr/>
              </p14:nvContentPartPr>
              <p14:xfrm>
                <a:off x="5194067" y="4743800"/>
                <a:ext cx="229320" cy="239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46CD489-6D5E-1CC3-F53F-7BB230CBD88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189747" y="4739480"/>
                  <a:ext cx="2379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4F22410-51F0-6539-9EED-4E7A84CC91EC}"/>
                    </a:ext>
                  </a:extLst>
                </p14:cNvPr>
                <p14:cNvContentPartPr/>
                <p14:nvPr/>
              </p14:nvContentPartPr>
              <p14:xfrm>
                <a:off x="5842067" y="4792040"/>
                <a:ext cx="46800" cy="183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4F22410-51F0-6539-9EED-4E7A84CC91E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37747" y="4787720"/>
                  <a:ext cx="55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B1ABB97-4531-F6DB-E21E-3A45515D9887}"/>
                    </a:ext>
                  </a:extLst>
                </p14:cNvPr>
                <p14:cNvContentPartPr/>
                <p14:nvPr/>
              </p14:nvContentPartPr>
              <p14:xfrm>
                <a:off x="5790947" y="4886360"/>
                <a:ext cx="192960" cy="4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B1ABB97-4531-F6DB-E21E-3A45515D98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86627" y="4882040"/>
                  <a:ext cx="2016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FDB6D44-6FE9-D9DF-56AC-73DCE29111F0}"/>
                    </a:ext>
                  </a:extLst>
                </p14:cNvPr>
                <p14:cNvContentPartPr/>
                <p14:nvPr/>
              </p14:nvContentPartPr>
              <p14:xfrm>
                <a:off x="6269387" y="4741640"/>
                <a:ext cx="322920" cy="227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FDB6D44-6FE9-D9DF-56AC-73DCE29111F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65067" y="4737320"/>
                  <a:ext cx="331560" cy="23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4F079FB-2DC6-A667-2DC3-3944CEC021B4}"/>
                  </a:ext>
                </a:extLst>
              </p14:cNvPr>
              <p14:cNvContentPartPr/>
              <p14:nvPr/>
            </p14:nvContentPartPr>
            <p14:xfrm>
              <a:off x="3812387" y="5235920"/>
              <a:ext cx="2785680" cy="644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4F079FB-2DC6-A667-2DC3-3944CEC021B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08067" y="5231600"/>
                <a:ext cx="279432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A4FAA4A-7C3A-3C80-4228-D662FB6FD338}"/>
                  </a:ext>
                </a:extLst>
              </p14:cNvPr>
              <p14:cNvContentPartPr/>
              <p14:nvPr/>
            </p14:nvContentPartPr>
            <p14:xfrm>
              <a:off x="5009027" y="5426000"/>
              <a:ext cx="255960" cy="2710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A4FAA4A-7C3A-3C80-4228-D662FB6FD33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004707" y="5421680"/>
                <a:ext cx="26460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437DD67-06DE-B365-6259-95D82109B39A}"/>
                  </a:ext>
                </a:extLst>
              </p14:cNvPr>
              <p14:cNvContentPartPr/>
              <p14:nvPr/>
            </p14:nvContentPartPr>
            <p14:xfrm>
              <a:off x="176387" y="5532200"/>
              <a:ext cx="3600" cy="28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437DD67-06DE-B365-6259-95D82109B39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2067" y="5527880"/>
                <a:ext cx="12240" cy="1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83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AB6EE-34BB-C372-C58B-A72A11A31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18946-A132-670F-00EC-A3D200E26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3902"/>
            <a:ext cx="10515600" cy="4351338"/>
          </a:xfrm>
        </p:spPr>
        <p:txBody>
          <a:bodyPr/>
          <a:lstStyle/>
          <a:p>
            <a:r>
              <a:rPr lang="en-US" dirty="0"/>
              <a:t>We use the ED figures on our network to calculate the Earliest Finish Time For the project. This figure is called </a:t>
            </a:r>
          </a:p>
          <a:p>
            <a:endParaRPr lang="en-US" dirty="0"/>
          </a:p>
          <a:p>
            <a:r>
              <a:rPr lang="en-US" dirty="0"/>
              <a:t>We need to calculate another figure for our network which is to be called       .            But first, we calculate s squared        .</a:t>
            </a:r>
          </a:p>
          <a:p>
            <a:endParaRPr lang="en-US" dirty="0"/>
          </a:p>
          <a:p>
            <a:r>
              <a:rPr lang="en-US" dirty="0"/>
              <a:t>To calculate    , we add up all the variances along the Critical Path.</a:t>
            </a:r>
          </a:p>
          <a:p>
            <a:endParaRPr lang="en-US" dirty="0"/>
          </a:p>
          <a:p>
            <a:r>
              <a:rPr lang="en-US" dirty="0"/>
              <a:t>A Variance is calculated for each activity using the formula</a:t>
            </a:r>
          </a:p>
          <a:p>
            <a:endParaRPr lang="en-Z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DF8A826-E2E2-9F4B-39AA-97D641125AF8}"/>
                  </a:ext>
                </a:extLst>
              </p14:cNvPr>
              <p14:cNvContentPartPr/>
              <p14:nvPr/>
            </p14:nvContentPartPr>
            <p14:xfrm>
              <a:off x="8741507" y="2349800"/>
              <a:ext cx="791280" cy="580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DF8A826-E2E2-9F4B-39AA-97D641125A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37187" y="2345480"/>
                <a:ext cx="79992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D98764-1163-E057-F9A4-13B5DD5C1AB4}"/>
                  </a:ext>
                </a:extLst>
              </p14:cNvPr>
              <p14:cNvContentPartPr/>
              <p14:nvPr/>
            </p14:nvContentPartPr>
            <p14:xfrm>
              <a:off x="2178347" y="3764240"/>
              <a:ext cx="253800" cy="191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D98764-1163-E057-F9A4-13B5DD5C1A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74027" y="3759920"/>
                <a:ext cx="262440" cy="19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4CD1FB31-FA0A-FA1D-D7A0-845E2D8901BD}"/>
              </a:ext>
            </a:extLst>
          </p:cNvPr>
          <p:cNvGrpSpPr/>
          <p:nvPr/>
        </p:nvGrpSpPr>
        <p:grpSpPr>
          <a:xfrm>
            <a:off x="8660147" y="3647960"/>
            <a:ext cx="452880" cy="275040"/>
            <a:chOff x="8660147" y="3647960"/>
            <a:chExt cx="45288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C25B41-7241-1D4E-74DF-C49BBA82E7B8}"/>
                    </a:ext>
                  </a:extLst>
                </p14:cNvPr>
                <p14:cNvContentPartPr/>
                <p14:nvPr/>
              </p14:nvContentPartPr>
              <p14:xfrm>
                <a:off x="8660147" y="3713120"/>
                <a:ext cx="200880" cy="209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C25B41-7241-1D4E-74DF-C49BBA82E7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655827" y="3708800"/>
                  <a:ext cx="20952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7F68AA-4D8E-F941-E045-8D4DE1C4A4CC}"/>
                    </a:ext>
                  </a:extLst>
                </p14:cNvPr>
                <p14:cNvContentPartPr/>
                <p14:nvPr/>
              </p14:nvContentPartPr>
              <p14:xfrm>
                <a:off x="8921147" y="3647960"/>
                <a:ext cx="191880" cy="132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7F68AA-4D8E-F941-E045-8D4DE1C4A4C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16827" y="3643640"/>
                  <a:ext cx="20052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51218F-5C7F-1E01-C1A8-43EBE67DE7D8}"/>
              </a:ext>
            </a:extLst>
          </p:cNvPr>
          <p:cNvGrpSpPr/>
          <p:nvPr/>
        </p:nvGrpSpPr>
        <p:grpSpPr>
          <a:xfrm>
            <a:off x="3091307" y="4598720"/>
            <a:ext cx="332280" cy="347760"/>
            <a:chOff x="3091307" y="4598720"/>
            <a:chExt cx="3322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3B3931-D21F-F627-3C69-624BAB5DC4EA}"/>
                    </a:ext>
                  </a:extLst>
                </p14:cNvPr>
                <p14:cNvContentPartPr/>
                <p14:nvPr/>
              </p14:nvContentPartPr>
              <p14:xfrm>
                <a:off x="3091307" y="4751360"/>
                <a:ext cx="162000" cy="195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3B3931-D21F-F627-3C69-624BAB5DC4E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86987" y="4747040"/>
                  <a:ext cx="170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00353FF-7F88-4B18-17C4-DB04408DC375}"/>
                    </a:ext>
                  </a:extLst>
                </p14:cNvPr>
                <p14:cNvContentPartPr/>
                <p14:nvPr/>
              </p14:nvContentPartPr>
              <p14:xfrm>
                <a:off x="3266987" y="4598720"/>
                <a:ext cx="156600" cy="111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00353FF-7F88-4B18-17C4-DB04408DC37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62667" y="4594400"/>
                  <a:ext cx="16524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D0C6516-8760-4F5F-6A8C-36F8B7EAB80F}"/>
              </a:ext>
            </a:extLst>
          </p:cNvPr>
          <p:cNvGrpSpPr/>
          <p:nvPr/>
        </p:nvGrpSpPr>
        <p:grpSpPr>
          <a:xfrm>
            <a:off x="1085387" y="540440"/>
            <a:ext cx="1850400" cy="596160"/>
            <a:chOff x="1085387" y="540440"/>
            <a:chExt cx="1850400" cy="59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F10C42-F46A-FDC2-A39E-3BA02851E7AC}"/>
                    </a:ext>
                  </a:extLst>
                </p14:cNvPr>
                <p14:cNvContentPartPr/>
                <p14:nvPr/>
              </p14:nvContentPartPr>
              <p14:xfrm>
                <a:off x="1085387" y="540440"/>
                <a:ext cx="425880" cy="596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F10C42-F46A-FDC2-A39E-3BA02851E7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81067" y="536120"/>
                  <a:ext cx="43452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D10B75-1F18-1057-EBCB-5EBB6F2635A2}"/>
                    </a:ext>
                  </a:extLst>
                </p14:cNvPr>
                <p14:cNvContentPartPr/>
                <p14:nvPr/>
              </p14:nvContentPartPr>
              <p14:xfrm>
                <a:off x="1394267" y="902240"/>
                <a:ext cx="267840" cy="158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D10B75-1F18-1057-EBCB-5EBB6F2635A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89947" y="897920"/>
                  <a:ext cx="276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EE2541-A67B-7F04-BD4C-B67700EADAD4}"/>
                    </a:ext>
                  </a:extLst>
                </p14:cNvPr>
                <p14:cNvContentPartPr/>
                <p14:nvPr/>
              </p14:nvContentPartPr>
              <p14:xfrm>
                <a:off x="1730507" y="865160"/>
                <a:ext cx="107280" cy="186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EE2541-A67B-7F04-BD4C-B67700EADA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26187" y="860840"/>
                  <a:ext cx="115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2D9D6A-7DEC-C49F-6B57-26F70982A419}"/>
                    </a:ext>
                  </a:extLst>
                </p14:cNvPr>
                <p14:cNvContentPartPr/>
                <p14:nvPr/>
              </p14:nvContentPartPr>
              <p14:xfrm>
                <a:off x="1930307" y="928520"/>
                <a:ext cx="44280" cy="113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2D9D6A-7DEC-C49F-6B57-26F70982A4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25987" y="924200"/>
                  <a:ext cx="52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943401-1C84-585B-DA3E-5150EE1596AF}"/>
                    </a:ext>
                  </a:extLst>
                </p14:cNvPr>
                <p14:cNvContentPartPr/>
                <p14:nvPr/>
              </p14:nvContentPartPr>
              <p14:xfrm>
                <a:off x="2052347" y="740240"/>
                <a:ext cx="50760" cy="90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943401-1C84-585B-DA3E-5150EE1596A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48027" y="735920"/>
                  <a:ext cx="594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8190152-9124-CEF5-DDD2-EF1712912395}"/>
                    </a:ext>
                  </a:extLst>
                </p14:cNvPr>
                <p14:cNvContentPartPr/>
                <p14:nvPr/>
              </p14:nvContentPartPr>
              <p14:xfrm>
                <a:off x="2087267" y="893600"/>
                <a:ext cx="215280" cy="1342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8190152-9124-CEF5-DDD2-EF171291239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82947" y="889280"/>
                  <a:ext cx="223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3F100AF-CAFC-2D53-8F62-E0A7FA6AE128}"/>
                    </a:ext>
                  </a:extLst>
                </p14:cNvPr>
                <p14:cNvContentPartPr/>
                <p14:nvPr/>
              </p14:nvContentPartPr>
              <p14:xfrm>
                <a:off x="2339627" y="924200"/>
                <a:ext cx="207000" cy="88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3F100AF-CAFC-2D53-8F62-E0A7FA6AE12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35307" y="919880"/>
                  <a:ext cx="215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0828B1C-8604-D0DB-4F7A-7FEB4AFAA660}"/>
                    </a:ext>
                  </a:extLst>
                </p14:cNvPr>
                <p14:cNvContentPartPr/>
                <p14:nvPr/>
              </p14:nvContentPartPr>
              <p14:xfrm>
                <a:off x="2564987" y="893960"/>
                <a:ext cx="155160" cy="123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0828B1C-8604-D0DB-4F7A-7FEB4AFAA66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560667" y="889640"/>
                  <a:ext cx="1638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7155DC6-1456-34A8-A4B7-FA7C37FCBC48}"/>
                    </a:ext>
                  </a:extLst>
                </p14:cNvPr>
                <p14:cNvContentPartPr/>
                <p14:nvPr/>
              </p14:nvContentPartPr>
              <p14:xfrm>
                <a:off x="2769827" y="880640"/>
                <a:ext cx="165960" cy="120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7155DC6-1456-34A8-A4B7-FA7C37FCBC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765507" y="876320"/>
                  <a:ext cx="1746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DCB2586-0AC1-B135-04E6-D169DDB1E5C0}"/>
              </a:ext>
            </a:extLst>
          </p:cNvPr>
          <p:cNvGrpSpPr/>
          <p:nvPr/>
        </p:nvGrpSpPr>
        <p:grpSpPr>
          <a:xfrm>
            <a:off x="3350507" y="362960"/>
            <a:ext cx="2722680" cy="1217520"/>
            <a:chOff x="3350507" y="362960"/>
            <a:chExt cx="2722680" cy="12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805B18-249D-67BE-AF56-C57E84B2451C}"/>
                    </a:ext>
                  </a:extLst>
                </p14:cNvPr>
                <p14:cNvContentPartPr/>
                <p14:nvPr/>
              </p14:nvContentPartPr>
              <p14:xfrm>
                <a:off x="4685027" y="684800"/>
                <a:ext cx="366120" cy="1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805B18-249D-67BE-AF56-C57E84B245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80707" y="680480"/>
                  <a:ext cx="374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7F60CBD-3FCB-31FE-4BC8-68DBD23E6E2D}"/>
                    </a:ext>
                  </a:extLst>
                </p14:cNvPr>
                <p14:cNvContentPartPr/>
                <p14:nvPr/>
              </p14:nvContentPartPr>
              <p14:xfrm>
                <a:off x="5355707" y="554480"/>
                <a:ext cx="239400" cy="259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7F60CBD-3FCB-31FE-4BC8-68DBD23E6E2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51387" y="550160"/>
                  <a:ext cx="2480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384C8C6-3E88-88FF-8FAA-A9FAA4EABCA2}"/>
                    </a:ext>
                  </a:extLst>
                </p14:cNvPr>
                <p14:cNvContentPartPr/>
                <p14:nvPr/>
              </p14:nvContentPartPr>
              <p14:xfrm>
                <a:off x="5454347" y="707120"/>
                <a:ext cx="167040" cy="11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384C8C6-3E88-88FF-8FAA-A9FAA4EABC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50027" y="702800"/>
                  <a:ext cx="175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96193FA-F1A7-290B-739A-9BBE2A7B58F1}"/>
                    </a:ext>
                  </a:extLst>
                </p14:cNvPr>
                <p14:cNvContentPartPr/>
                <p14:nvPr/>
              </p14:nvContentPartPr>
              <p14:xfrm>
                <a:off x="3959987" y="972440"/>
                <a:ext cx="1590480" cy="36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96193FA-F1A7-290B-739A-9BBE2A7B58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55667" y="968120"/>
                  <a:ext cx="1599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BBF0F5C-17B2-880D-F24C-6C853A8BEC94}"/>
                    </a:ext>
                  </a:extLst>
                </p14:cNvPr>
                <p14:cNvContentPartPr/>
                <p14:nvPr/>
              </p14:nvContentPartPr>
              <p14:xfrm>
                <a:off x="4688267" y="1109240"/>
                <a:ext cx="285840" cy="295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BBF0F5C-17B2-880D-F24C-6C853A8BEC9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83947" y="1104920"/>
                  <a:ext cx="29448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8A4E1AD-40FC-E172-C9F9-B2BD4330ADE2}"/>
                    </a:ext>
                  </a:extLst>
                </p14:cNvPr>
                <p14:cNvContentPartPr/>
                <p14:nvPr/>
              </p14:nvContentPartPr>
              <p14:xfrm>
                <a:off x="5646587" y="458000"/>
                <a:ext cx="365040" cy="1068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8A4E1AD-40FC-E172-C9F9-B2BD4330ADE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42267" y="453680"/>
                  <a:ext cx="373680" cy="10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7C0CB41-9D7D-D0FE-D17E-B7C4B1FBAD00}"/>
                    </a:ext>
                  </a:extLst>
                </p14:cNvPr>
                <p14:cNvContentPartPr/>
                <p14:nvPr/>
              </p14:nvContentPartPr>
              <p14:xfrm>
                <a:off x="3350507" y="897560"/>
                <a:ext cx="211680" cy="9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7C0CB41-9D7D-D0FE-D17E-B7C4B1FBAD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46187" y="893240"/>
                  <a:ext cx="2203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3E218C-06EF-58CB-FE1C-5575D968D67B}"/>
                    </a:ext>
                  </a:extLst>
                </p14:cNvPr>
                <p14:cNvContentPartPr/>
                <p14:nvPr/>
              </p14:nvContentPartPr>
              <p14:xfrm>
                <a:off x="3363467" y="1004480"/>
                <a:ext cx="192240" cy="2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3E218C-06EF-58CB-FE1C-5575D968D6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359147" y="1000160"/>
                  <a:ext cx="2008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81C338-FAAE-B432-F5E3-23573C900726}"/>
                    </a:ext>
                  </a:extLst>
                </p14:cNvPr>
                <p14:cNvContentPartPr/>
                <p14:nvPr/>
              </p14:nvContentPartPr>
              <p14:xfrm>
                <a:off x="3970427" y="578240"/>
                <a:ext cx="361080" cy="224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81C338-FAAE-B432-F5E3-23573C90072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966107" y="573920"/>
                  <a:ext cx="3697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223D412-A9F8-6C7A-47FC-F896A0198624}"/>
                    </a:ext>
                  </a:extLst>
                </p14:cNvPr>
                <p14:cNvContentPartPr/>
                <p14:nvPr/>
              </p14:nvContentPartPr>
              <p14:xfrm>
                <a:off x="3735347" y="366200"/>
                <a:ext cx="474120" cy="1214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223D412-A9F8-6C7A-47FC-F896A019862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31027" y="361880"/>
                  <a:ext cx="482760" cy="12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15B593B-F7A6-7079-16C4-F694BEC31D88}"/>
                    </a:ext>
                  </a:extLst>
                </p14:cNvPr>
                <p14:cNvContentPartPr/>
                <p14:nvPr/>
              </p14:nvContentPartPr>
              <p14:xfrm>
                <a:off x="5857547" y="362960"/>
                <a:ext cx="215640" cy="140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15B593B-F7A6-7079-16C4-F694BEC31D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853227" y="358640"/>
                  <a:ext cx="224280" cy="149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9311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1798844-9A83-20A4-B780-7B0CD3BEEA01}"/>
              </a:ext>
            </a:extLst>
          </p:cNvPr>
          <p:cNvGrpSpPr/>
          <p:nvPr/>
        </p:nvGrpSpPr>
        <p:grpSpPr>
          <a:xfrm>
            <a:off x="1423427" y="909267"/>
            <a:ext cx="3264480" cy="542520"/>
            <a:chOff x="1423427" y="909267"/>
            <a:chExt cx="3264480" cy="54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78DFEFD-0B2D-8CCE-1969-374E4EC665CD}"/>
                    </a:ext>
                  </a:extLst>
                </p14:cNvPr>
                <p14:cNvContentPartPr/>
                <p14:nvPr/>
              </p14:nvContentPartPr>
              <p14:xfrm>
                <a:off x="1458707" y="1114467"/>
                <a:ext cx="295920" cy="252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78DFEFD-0B2D-8CCE-1969-374E4EC665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54387" y="1110147"/>
                  <a:ext cx="3045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9A39A45-667A-8475-DFCE-07E1245053F6}"/>
                    </a:ext>
                  </a:extLst>
                </p14:cNvPr>
                <p14:cNvContentPartPr/>
                <p14:nvPr/>
              </p14:nvContentPartPr>
              <p14:xfrm>
                <a:off x="1423427" y="1224627"/>
                <a:ext cx="288000" cy="15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9A39A45-667A-8475-DFCE-07E1245053F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19107" y="1220307"/>
                  <a:ext cx="296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7BF9E63-6269-5E5B-D784-A6595A1FACB8}"/>
                    </a:ext>
                  </a:extLst>
                </p14:cNvPr>
                <p14:cNvContentPartPr/>
                <p14:nvPr/>
              </p14:nvContentPartPr>
              <p14:xfrm>
                <a:off x="2174027" y="1179987"/>
                <a:ext cx="280440" cy="9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7BF9E63-6269-5E5B-D784-A6595A1FACB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69707" y="1175667"/>
                  <a:ext cx="28908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566D62B-BF5E-2372-159A-941CCF0D36D0}"/>
                    </a:ext>
                  </a:extLst>
                </p14:cNvPr>
                <p14:cNvContentPartPr/>
                <p14:nvPr/>
              </p14:nvContentPartPr>
              <p14:xfrm>
                <a:off x="2188427" y="1267467"/>
                <a:ext cx="289800" cy="10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566D62B-BF5E-2372-159A-941CCF0D36D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84107" y="1263147"/>
                  <a:ext cx="298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23FC67-44ED-11F3-2038-882F6E3683F9}"/>
                    </a:ext>
                  </a:extLst>
                </p14:cNvPr>
                <p14:cNvContentPartPr/>
                <p14:nvPr/>
              </p14:nvContentPartPr>
              <p14:xfrm>
                <a:off x="2806187" y="982347"/>
                <a:ext cx="234720" cy="187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23FC67-44ED-11F3-2038-882F6E3683F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01867" y="978027"/>
                  <a:ext cx="243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896C39-F27A-60D5-2A17-251DB0859458}"/>
                    </a:ext>
                  </a:extLst>
                </p14:cNvPr>
                <p14:cNvContentPartPr/>
                <p14:nvPr/>
              </p14:nvContentPartPr>
              <p14:xfrm>
                <a:off x="3003827" y="986307"/>
                <a:ext cx="213480" cy="182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0896C39-F27A-60D5-2A17-251DB085945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99507" y="981987"/>
                  <a:ext cx="222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6175160-933B-9E98-03BD-A41791EB19B0}"/>
                    </a:ext>
                  </a:extLst>
                </p14:cNvPr>
                <p14:cNvContentPartPr/>
                <p14:nvPr/>
              </p14:nvContentPartPr>
              <p14:xfrm>
                <a:off x="3456347" y="1069827"/>
                <a:ext cx="446400" cy="35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6175160-933B-9E98-03BD-A41791EB19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52027" y="1065507"/>
                  <a:ext cx="455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F63C40C-0C07-DEE7-1DA4-C6E5FBC84A55}"/>
                    </a:ext>
                  </a:extLst>
                </p14:cNvPr>
                <p14:cNvContentPartPr/>
                <p14:nvPr/>
              </p14:nvContentPartPr>
              <p14:xfrm>
                <a:off x="3858467" y="909267"/>
                <a:ext cx="697680" cy="491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F63C40C-0C07-DEE7-1DA4-C6E5FBC84A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854147" y="904947"/>
                  <a:ext cx="70632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643035-5C29-C080-CFF5-B4B048D4FABD}"/>
                    </a:ext>
                  </a:extLst>
                </p14:cNvPr>
                <p14:cNvContentPartPr/>
                <p14:nvPr/>
              </p14:nvContentPartPr>
              <p14:xfrm>
                <a:off x="2708987" y="1334787"/>
                <a:ext cx="1978920" cy="117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643035-5C29-C080-CFF5-B4B048D4FA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04667" y="1330467"/>
                  <a:ext cx="198756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274EA3-B15C-6925-3783-B6326052ADF1}"/>
                  </a:ext>
                </a:extLst>
              </p14:cNvPr>
              <p14:cNvContentPartPr/>
              <p14:nvPr/>
            </p14:nvContentPartPr>
            <p14:xfrm>
              <a:off x="3549227" y="1575627"/>
              <a:ext cx="169920" cy="2156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274EA3-B15C-6925-3783-B6326052AD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44907" y="1571307"/>
                <a:ext cx="1785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8C3309-39D4-DF21-15A3-B3DA55F937DD}"/>
                  </a:ext>
                </a:extLst>
              </p14:cNvPr>
              <p14:cNvContentPartPr/>
              <p14:nvPr/>
            </p14:nvContentPartPr>
            <p14:xfrm>
              <a:off x="2272667" y="3446907"/>
              <a:ext cx="678240" cy="236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8C3309-39D4-DF21-15A3-B3DA55F937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68347" y="3442587"/>
                <a:ext cx="686880" cy="24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286064B2-2FFA-914D-EADF-938C0970388A}"/>
              </a:ext>
            </a:extLst>
          </p:cNvPr>
          <p:cNvGrpSpPr/>
          <p:nvPr/>
        </p:nvGrpSpPr>
        <p:grpSpPr>
          <a:xfrm>
            <a:off x="1210667" y="2307867"/>
            <a:ext cx="1898640" cy="536400"/>
            <a:chOff x="1210667" y="2307867"/>
            <a:chExt cx="1898640" cy="53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4BCF490-AE7D-5ACE-9423-CF089861222C}"/>
                    </a:ext>
                  </a:extLst>
                </p14:cNvPr>
                <p14:cNvContentPartPr/>
                <p14:nvPr/>
              </p14:nvContentPartPr>
              <p14:xfrm>
                <a:off x="1227587" y="2686587"/>
                <a:ext cx="99720" cy="127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4BCF490-AE7D-5ACE-9423-CF089861222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23267" y="2682267"/>
                  <a:ext cx="1083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F6C4A2E-4700-2397-F20A-27D70CF83B67}"/>
                    </a:ext>
                  </a:extLst>
                </p14:cNvPr>
                <p14:cNvContentPartPr/>
                <p14:nvPr/>
              </p14:nvContentPartPr>
              <p14:xfrm>
                <a:off x="1210667" y="2436387"/>
                <a:ext cx="435600" cy="4078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F6C4A2E-4700-2397-F20A-27D70CF83B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6347" y="2432067"/>
                  <a:ext cx="44424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38B649-968F-523F-34C7-8A1064B145CE}"/>
                    </a:ext>
                  </a:extLst>
                </p14:cNvPr>
                <p14:cNvContentPartPr/>
                <p14:nvPr/>
              </p14:nvContentPartPr>
              <p14:xfrm>
                <a:off x="1933547" y="2408667"/>
                <a:ext cx="164880" cy="13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38B649-968F-523F-34C7-8A1064B145C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9227" y="2404347"/>
                  <a:ext cx="173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61FA38-7031-76BB-FF2C-69429F8A5086}"/>
                    </a:ext>
                  </a:extLst>
                </p14:cNvPr>
                <p14:cNvContentPartPr/>
                <p14:nvPr/>
              </p14:nvContentPartPr>
              <p14:xfrm>
                <a:off x="1966667" y="2467347"/>
                <a:ext cx="155520" cy="133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61FA38-7031-76BB-FF2C-69429F8A50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962347" y="2463027"/>
                  <a:ext cx="164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4144466-0A6F-B74C-C10A-1D5165405A56}"/>
                    </a:ext>
                  </a:extLst>
                </p14:cNvPr>
                <p14:cNvContentPartPr/>
                <p14:nvPr/>
              </p14:nvContentPartPr>
              <p14:xfrm>
                <a:off x="2345387" y="2321907"/>
                <a:ext cx="75240" cy="1886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4144466-0A6F-B74C-C10A-1D5165405A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341067" y="2317587"/>
                  <a:ext cx="838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083D25D-1652-CEEA-CD0E-6A9C2CF86C6A}"/>
                    </a:ext>
                  </a:extLst>
                </p14:cNvPr>
                <p14:cNvContentPartPr/>
                <p14:nvPr/>
              </p14:nvContentPartPr>
              <p14:xfrm>
                <a:off x="2577227" y="2307867"/>
                <a:ext cx="235440" cy="158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083D25D-1652-CEEA-CD0E-6A9C2CF86C6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572907" y="2303547"/>
                  <a:ext cx="244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476703-CB54-A33E-5C3D-97B70A55F224}"/>
                    </a:ext>
                  </a:extLst>
                </p14:cNvPr>
                <p14:cNvContentPartPr/>
                <p14:nvPr/>
              </p14:nvContentPartPr>
              <p14:xfrm>
                <a:off x="2719427" y="2392467"/>
                <a:ext cx="63360" cy="150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476703-CB54-A33E-5C3D-97B70A55F22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15107" y="2388147"/>
                  <a:ext cx="72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2D2487-AA44-934B-49CB-3C4A13FD3B0D}"/>
                    </a:ext>
                  </a:extLst>
                </p14:cNvPr>
                <p14:cNvContentPartPr/>
                <p14:nvPr/>
              </p14:nvContentPartPr>
              <p14:xfrm>
                <a:off x="2996627" y="2521707"/>
                <a:ext cx="112680" cy="133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2D2487-AA44-934B-49CB-3C4A13FD3B0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2307" y="2517387"/>
                  <a:ext cx="12132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C3AD42A-2F6B-0D21-38E5-5C761CC9C8CC}"/>
              </a:ext>
            </a:extLst>
          </p:cNvPr>
          <p:cNvGrpSpPr/>
          <p:nvPr/>
        </p:nvGrpSpPr>
        <p:grpSpPr>
          <a:xfrm>
            <a:off x="3704387" y="2324787"/>
            <a:ext cx="708480" cy="211320"/>
            <a:chOff x="3704387" y="2324787"/>
            <a:chExt cx="708480" cy="21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D92738-C847-BF21-4672-571F1884581D}"/>
                    </a:ext>
                  </a:extLst>
                </p14:cNvPr>
                <p14:cNvContentPartPr/>
                <p14:nvPr/>
              </p14:nvContentPartPr>
              <p14:xfrm>
                <a:off x="3704387" y="2324787"/>
                <a:ext cx="202320" cy="211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D92738-C847-BF21-4672-571F1884581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00067" y="2320467"/>
                  <a:ext cx="2109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C4907A3-B79E-03CA-249D-0DA834125074}"/>
                    </a:ext>
                  </a:extLst>
                </p14:cNvPr>
                <p14:cNvContentPartPr/>
                <p14:nvPr/>
              </p14:nvContentPartPr>
              <p14:xfrm>
                <a:off x="4196507" y="2347467"/>
                <a:ext cx="216360" cy="27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C4907A3-B79E-03CA-249D-0DA83412507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92187" y="2343147"/>
                  <a:ext cx="2250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E553495-0C02-C189-08EE-2FECA7E3ED26}"/>
                    </a:ext>
                  </a:extLst>
                </p14:cNvPr>
                <p14:cNvContentPartPr/>
                <p14:nvPr/>
              </p14:nvContentPartPr>
              <p14:xfrm>
                <a:off x="4178147" y="2434227"/>
                <a:ext cx="201600" cy="11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E553495-0C02-C189-08EE-2FECA7E3ED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73827" y="2429907"/>
                  <a:ext cx="2102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122A857-4F3D-A3DC-69F0-5CF8EE31AB29}"/>
              </a:ext>
            </a:extLst>
          </p:cNvPr>
          <p:cNvGrpSpPr/>
          <p:nvPr/>
        </p:nvGrpSpPr>
        <p:grpSpPr>
          <a:xfrm>
            <a:off x="4802747" y="2109147"/>
            <a:ext cx="1310400" cy="348840"/>
            <a:chOff x="4802747" y="2109147"/>
            <a:chExt cx="131040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AE9D66-01DB-C078-78E3-1CDE75471397}"/>
                    </a:ext>
                  </a:extLst>
                </p14:cNvPr>
                <p14:cNvContentPartPr/>
                <p14:nvPr/>
              </p14:nvContentPartPr>
              <p14:xfrm>
                <a:off x="4802747" y="2200947"/>
                <a:ext cx="42120" cy="2282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AE9D66-01DB-C078-78E3-1CDE754713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798427" y="2196627"/>
                  <a:ext cx="507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798ABF4-9527-7328-E69E-50FDF86820D3}"/>
                    </a:ext>
                  </a:extLst>
                </p14:cNvPr>
                <p14:cNvContentPartPr/>
                <p14:nvPr/>
              </p14:nvContentPartPr>
              <p14:xfrm>
                <a:off x="4939547" y="2421267"/>
                <a:ext cx="1440" cy="36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798ABF4-9527-7328-E69E-50FDF86820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35227" y="2416947"/>
                  <a:ext cx="10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F068834-D977-C977-1D87-2E43645D9430}"/>
                    </a:ext>
                  </a:extLst>
                </p14:cNvPr>
                <p14:cNvContentPartPr/>
                <p14:nvPr/>
              </p14:nvContentPartPr>
              <p14:xfrm>
                <a:off x="5177507" y="2156307"/>
                <a:ext cx="187200" cy="218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F068834-D977-C977-1D87-2E43645D943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73187" y="2151987"/>
                  <a:ext cx="1958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2810861-819C-DBC0-64A5-59A6783CFDD0}"/>
                    </a:ext>
                  </a:extLst>
                </p14:cNvPr>
                <p14:cNvContentPartPr/>
                <p14:nvPr/>
              </p14:nvContentPartPr>
              <p14:xfrm>
                <a:off x="5496827" y="2178987"/>
                <a:ext cx="223920" cy="143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2810861-819C-DBC0-64A5-59A6783CFD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92507" y="2174667"/>
                  <a:ext cx="2325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96EA120-3D93-5D33-A544-6AE559C989C9}"/>
                    </a:ext>
                  </a:extLst>
                </p14:cNvPr>
                <p14:cNvContentPartPr/>
                <p14:nvPr/>
              </p14:nvContentPartPr>
              <p14:xfrm>
                <a:off x="5641187" y="2254587"/>
                <a:ext cx="37800" cy="168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96EA120-3D93-5D33-A544-6AE559C989C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636867" y="2250267"/>
                  <a:ext cx="464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F90180-14D4-2714-0D15-57F078D327D5}"/>
                    </a:ext>
                  </a:extLst>
                </p14:cNvPr>
                <p14:cNvContentPartPr/>
                <p14:nvPr/>
              </p14:nvContentPartPr>
              <p14:xfrm>
                <a:off x="5839907" y="2109147"/>
                <a:ext cx="194760" cy="322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F90180-14D4-2714-0D15-57F078D327D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35587" y="2104827"/>
                  <a:ext cx="2034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A9DDE6E-6BBB-99D8-0B9E-18B8AA220C3F}"/>
                    </a:ext>
                  </a:extLst>
                </p14:cNvPr>
                <p14:cNvContentPartPr/>
                <p14:nvPr/>
              </p14:nvContentPartPr>
              <p14:xfrm>
                <a:off x="5858267" y="2274747"/>
                <a:ext cx="254880" cy="19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A9DDE6E-6BBB-99D8-0B9E-18B8AA220C3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53947" y="2270427"/>
                  <a:ext cx="2635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D9AE2481-E607-585A-A18D-3A1BB52D3E32}"/>
              </a:ext>
            </a:extLst>
          </p:cNvPr>
          <p:cNvGrpSpPr/>
          <p:nvPr/>
        </p:nvGrpSpPr>
        <p:grpSpPr>
          <a:xfrm>
            <a:off x="486707" y="3127227"/>
            <a:ext cx="1313640" cy="470880"/>
            <a:chOff x="486707" y="3127227"/>
            <a:chExt cx="131364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D7C57A5-31CF-6457-71E4-822FD761B48B}"/>
                    </a:ext>
                  </a:extLst>
                </p14:cNvPr>
                <p14:cNvContentPartPr/>
                <p14:nvPr/>
              </p14:nvContentPartPr>
              <p14:xfrm>
                <a:off x="486707" y="3353667"/>
                <a:ext cx="567360" cy="244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D7C57A5-31CF-6457-71E4-822FD761B4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82387" y="3349347"/>
                  <a:ext cx="5760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63749F-B52B-9594-850C-F38535FC6EC4}"/>
                    </a:ext>
                  </a:extLst>
                </p14:cNvPr>
                <p14:cNvContentPartPr/>
                <p14:nvPr/>
              </p14:nvContentPartPr>
              <p14:xfrm>
                <a:off x="1140107" y="3129387"/>
                <a:ext cx="176760" cy="353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63749F-B52B-9594-850C-F38535FC6EC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35787" y="3125067"/>
                  <a:ext cx="1854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E05BEA6-6B25-E2A4-D526-90D2FF66411D}"/>
                    </a:ext>
                  </a:extLst>
                </p14:cNvPr>
                <p14:cNvContentPartPr/>
                <p14:nvPr/>
              </p14:nvContentPartPr>
              <p14:xfrm>
                <a:off x="1353947" y="3344307"/>
                <a:ext cx="181080" cy="14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E05BEA6-6B25-E2A4-D526-90D2FF66411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349627" y="3339987"/>
                  <a:ext cx="1897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B7F674-8066-40A3-F496-91BD919C53ED}"/>
                    </a:ext>
                  </a:extLst>
                </p14:cNvPr>
                <p14:cNvContentPartPr/>
                <p14:nvPr/>
              </p14:nvContentPartPr>
              <p14:xfrm>
                <a:off x="1630787" y="3127227"/>
                <a:ext cx="159840" cy="300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B7F674-8066-40A3-F496-91BD919C53E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26467" y="3122907"/>
                  <a:ext cx="1684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C448F4-562B-F23C-DC9E-D207D7460284}"/>
                    </a:ext>
                  </a:extLst>
                </p14:cNvPr>
                <p14:cNvContentPartPr/>
                <p14:nvPr/>
              </p14:nvContentPartPr>
              <p14:xfrm>
                <a:off x="1503707" y="3316587"/>
                <a:ext cx="296640" cy="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C448F4-562B-F23C-DC9E-D207D746028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99387" y="3312267"/>
                  <a:ext cx="305280" cy="1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9C65B5A-80BF-BDC4-89E0-4A5A2CA86449}"/>
              </a:ext>
            </a:extLst>
          </p:cNvPr>
          <p:cNvGrpSpPr/>
          <p:nvPr/>
        </p:nvGrpSpPr>
        <p:grpSpPr>
          <a:xfrm>
            <a:off x="2106707" y="3227667"/>
            <a:ext cx="225000" cy="247320"/>
            <a:chOff x="2106707" y="3227667"/>
            <a:chExt cx="225000" cy="24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BEFF1D1-87C4-DB2F-11B3-C887676AB0D3}"/>
                    </a:ext>
                  </a:extLst>
                </p14:cNvPr>
                <p14:cNvContentPartPr/>
                <p14:nvPr/>
              </p14:nvContentPartPr>
              <p14:xfrm>
                <a:off x="2106707" y="3334587"/>
                <a:ext cx="18360" cy="140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BEFF1D1-87C4-DB2F-11B3-C887676AB0D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02387" y="3330267"/>
                  <a:ext cx="27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E2BC07-B746-1B4B-EE84-C7E91300FA59}"/>
                    </a:ext>
                  </a:extLst>
                </p14:cNvPr>
                <p14:cNvContentPartPr/>
                <p14:nvPr/>
              </p14:nvContentPartPr>
              <p14:xfrm>
                <a:off x="2229827" y="3227667"/>
                <a:ext cx="2520" cy="39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E2BC07-B746-1B4B-EE84-C7E91300FA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25507" y="3223347"/>
                  <a:ext cx="11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960DACC-021E-77EE-5D0D-7A5D3A1984CB}"/>
                    </a:ext>
                  </a:extLst>
                </p14:cNvPr>
                <p14:cNvContentPartPr/>
                <p14:nvPr/>
              </p14:nvContentPartPr>
              <p14:xfrm>
                <a:off x="2215787" y="3300387"/>
                <a:ext cx="115920" cy="1670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960DACC-021E-77EE-5D0D-7A5D3A1984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211467" y="3296067"/>
                  <a:ext cx="1245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5CAB197-3DA6-EF1F-B82F-31FC80E75434}"/>
              </a:ext>
            </a:extLst>
          </p:cNvPr>
          <p:cNvGrpSpPr/>
          <p:nvPr/>
        </p:nvGrpSpPr>
        <p:grpSpPr>
          <a:xfrm>
            <a:off x="2750387" y="2996907"/>
            <a:ext cx="678600" cy="430200"/>
            <a:chOff x="2750387" y="2996907"/>
            <a:chExt cx="678600" cy="43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5986904-EEFB-D604-737B-606B6FD35425}"/>
                    </a:ext>
                  </a:extLst>
                </p14:cNvPr>
                <p14:cNvContentPartPr/>
                <p14:nvPr/>
              </p14:nvContentPartPr>
              <p14:xfrm>
                <a:off x="2780627" y="3058827"/>
                <a:ext cx="180000" cy="368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5986904-EEFB-D604-737B-606B6FD3542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776307" y="3054507"/>
                  <a:ext cx="1886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83C51A-68F2-15BC-0BA8-23BB5423D444}"/>
                    </a:ext>
                  </a:extLst>
                </p14:cNvPr>
                <p14:cNvContentPartPr/>
                <p14:nvPr/>
              </p14:nvContentPartPr>
              <p14:xfrm>
                <a:off x="2750387" y="2996907"/>
                <a:ext cx="638280" cy="388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83C51A-68F2-15BC-0BA8-23BB5423D44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746067" y="2992587"/>
                  <a:ext cx="6469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DDB9263-E654-B822-3DEA-96687EE19FCE}"/>
                    </a:ext>
                  </a:extLst>
                </p14:cNvPr>
                <p14:cNvContentPartPr/>
                <p14:nvPr/>
              </p14:nvContentPartPr>
              <p14:xfrm>
                <a:off x="3243587" y="3261867"/>
                <a:ext cx="185400" cy="125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DDB9263-E654-B822-3DEA-96687EE19FC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39267" y="3257547"/>
                  <a:ext cx="19404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B8C9E35-7B43-E222-717C-F1FBDD3C2A99}"/>
              </a:ext>
            </a:extLst>
          </p:cNvPr>
          <p:cNvGrpSpPr/>
          <p:nvPr/>
        </p:nvGrpSpPr>
        <p:grpSpPr>
          <a:xfrm>
            <a:off x="3880787" y="2772267"/>
            <a:ext cx="2419560" cy="929160"/>
            <a:chOff x="3880787" y="2772267"/>
            <a:chExt cx="2419560" cy="9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5DD69CD-4D95-60D4-F69D-D53814133F81}"/>
                    </a:ext>
                  </a:extLst>
                </p14:cNvPr>
                <p14:cNvContentPartPr/>
                <p14:nvPr/>
              </p14:nvContentPartPr>
              <p14:xfrm>
                <a:off x="3880787" y="3193467"/>
                <a:ext cx="188640" cy="34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5DD69CD-4D95-60D4-F69D-D53814133F8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76467" y="3189147"/>
                  <a:ext cx="1972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13CA96-EDF6-362C-64AE-658EE1FF583F}"/>
                    </a:ext>
                  </a:extLst>
                </p14:cNvPr>
                <p14:cNvContentPartPr/>
                <p14:nvPr/>
              </p14:nvContentPartPr>
              <p14:xfrm>
                <a:off x="4028387" y="3162147"/>
                <a:ext cx="132840" cy="99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13CA96-EDF6-362C-64AE-658EE1FF583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024067" y="3157827"/>
                  <a:ext cx="141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0C8AD2-21EB-9B78-6772-BCCA208CBB79}"/>
                    </a:ext>
                  </a:extLst>
                </p14:cNvPr>
                <p14:cNvContentPartPr/>
                <p14:nvPr/>
              </p14:nvContentPartPr>
              <p14:xfrm>
                <a:off x="4263827" y="3126147"/>
                <a:ext cx="164880" cy="119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0C8AD2-21EB-9B78-6772-BCCA208CBB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259507" y="3121827"/>
                  <a:ext cx="173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605BA5-D71A-ABA3-0824-2896AFCF360B}"/>
                    </a:ext>
                  </a:extLst>
                </p14:cNvPr>
                <p14:cNvContentPartPr/>
                <p14:nvPr/>
              </p14:nvContentPartPr>
              <p14:xfrm>
                <a:off x="4456427" y="2910147"/>
                <a:ext cx="448560" cy="33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605BA5-D71A-ABA3-0824-2896AFCF36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452107" y="2905827"/>
                  <a:ext cx="4572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C69621-BA4E-5CA7-BEFD-3070656EA67C}"/>
                    </a:ext>
                  </a:extLst>
                </p14:cNvPr>
                <p14:cNvContentPartPr/>
                <p14:nvPr/>
              </p14:nvContentPartPr>
              <p14:xfrm>
                <a:off x="4912907" y="3119667"/>
                <a:ext cx="178920" cy="88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C69621-BA4E-5CA7-BEFD-3070656EA67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908587" y="3115347"/>
                  <a:ext cx="187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08654D2-CF96-0770-759F-00E83E339377}"/>
                    </a:ext>
                  </a:extLst>
                </p14:cNvPr>
                <p14:cNvContentPartPr/>
                <p14:nvPr/>
              </p14:nvContentPartPr>
              <p14:xfrm>
                <a:off x="5154827" y="2864067"/>
                <a:ext cx="177480" cy="357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08654D2-CF96-0770-759F-00E83E3393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50507" y="2859747"/>
                  <a:ext cx="1861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ABC2A42-F516-7511-9037-2E4F5590B767}"/>
                    </a:ext>
                  </a:extLst>
                </p14:cNvPr>
                <p14:cNvContentPartPr/>
                <p14:nvPr/>
              </p14:nvContentPartPr>
              <p14:xfrm>
                <a:off x="5395307" y="3106707"/>
                <a:ext cx="32400" cy="795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ABC2A42-F516-7511-9037-2E4F5590B76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90987" y="3102387"/>
                  <a:ext cx="410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57D012A-7B1D-CE10-451E-E6118DDA306D}"/>
                    </a:ext>
                  </a:extLst>
                </p14:cNvPr>
                <p14:cNvContentPartPr/>
                <p14:nvPr/>
              </p14:nvContentPartPr>
              <p14:xfrm>
                <a:off x="5546147" y="2889627"/>
                <a:ext cx="57960" cy="259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57D012A-7B1D-CE10-451E-E6118DDA306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41827" y="2885307"/>
                  <a:ext cx="66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484917F-D330-9831-39AE-52FAB5699739}"/>
                    </a:ext>
                  </a:extLst>
                </p14:cNvPr>
                <p14:cNvContentPartPr/>
                <p14:nvPr/>
              </p14:nvContentPartPr>
              <p14:xfrm>
                <a:off x="5572787" y="2772267"/>
                <a:ext cx="238680" cy="420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484917F-D330-9831-39AE-52FAB56997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68467" y="2767947"/>
                  <a:ext cx="24732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85A96E0-59D4-95C2-CB69-F3419C23886E}"/>
                    </a:ext>
                  </a:extLst>
                </p14:cNvPr>
                <p14:cNvContentPartPr/>
                <p14:nvPr/>
              </p14:nvContentPartPr>
              <p14:xfrm>
                <a:off x="5773667" y="2980707"/>
                <a:ext cx="52920" cy="7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85A96E0-59D4-95C2-CB69-F3419C23886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69347" y="2976387"/>
                  <a:ext cx="615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2F5B53D-05B4-82C1-067D-4A43561C2C16}"/>
                    </a:ext>
                  </a:extLst>
                </p14:cNvPr>
                <p14:cNvContentPartPr/>
                <p14:nvPr/>
              </p14:nvContentPartPr>
              <p14:xfrm>
                <a:off x="5913707" y="2873787"/>
                <a:ext cx="141480" cy="341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2F5B53D-05B4-82C1-067D-4A43561C2C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09387" y="2869467"/>
                  <a:ext cx="1501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26F0907-21D4-C9D8-F882-051F6A1E5B13}"/>
                    </a:ext>
                  </a:extLst>
                </p14:cNvPr>
                <p14:cNvContentPartPr/>
                <p14:nvPr/>
              </p14:nvContentPartPr>
              <p14:xfrm>
                <a:off x="5948987" y="3037227"/>
                <a:ext cx="117000" cy="590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26F0907-21D4-C9D8-F882-051F6A1E5B1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944667" y="3032907"/>
                  <a:ext cx="125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923E635-6AD3-EB38-B194-00FD402BB0F8}"/>
                    </a:ext>
                  </a:extLst>
                </p14:cNvPr>
                <p14:cNvContentPartPr/>
                <p14:nvPr/>
              </p14:nvContentPartPr>
              <p14:xfrm>
                <a:off x="6139427" y="3076827"/>
                <a:ext cx="96480" cy="61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923E635-6AD3-EB38-B194-00FD402BB0F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135107" y="3072507"/>
                  <a:ext cx="1051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C2C95C4-B2C7-5DAA-7C94-4BE4D0EE0654}"/>
                    </a:ext>
                  </a:extLst>
                </p14:cNvPr>
                <p14:cNvContentPartPr/>
                <p14:nvPr/>
              </p14:nvContentPartPr>
              <p14:xfrm>
                <a:off x="5780147" y="3057747"/>
                <a:ext cx="520200" cy="643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C2C95C4-B2C7-5DAA-7C94-4BE4D0EE065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75827" y="3053427"/>
                  <a:ext cx="528840" cy="65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9C1AAA4-2C88-4A6D-1AF2-C4C92D8108DA}"/>
              </a:ext>
            </a:extLst>
          </p:cNvPr>
          <p:cNvGrpSpPr/>
          <p:nvPr/>
        </p:nvGrpSpPr>
        <p:grpSpPr>
          <a:xfrm>
            <a:off x="6897587" y="2433867"/>
            <a:ext cx="2741400" cy="870120"/>
            <a:chOff x="6897587" y="2433867"/>
            <a:chExt cx="2741400" cy="87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7505D8-D4DD-F4FD-46EF-592BA7E58FA1}"/>
                    </a:ext>
                  </a:extLst>
                </p14:cNvPr>
                <p14:cNvContentPartPr/>
                <p14:nvPr/>
              </p14:nvContentPartPr>
              <p14:xfrm>
                <a:off x="6897587" y="2837427"/>
                <a:ext cx="56160" cy="101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7505D8-D4DD-F4FD-46EF-592BA7E58FA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893267" y="2833107"/>
                  <a:ext cx="64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4A7E401-B142-1D82-44BB-57F8BA3682A5}"/>
                    </a:ext>
                  </a:extLst>
                </p14:cNvPr>
                <p14:cNvContentPartPr/>
                <p14:nvPr/>
              </p14:nvContentPartPr>
              <p14:xfrm>
                <a:off x="6963107" y="2433867"/>
                <a:ext cx="537120" cy="753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4A7E401-B142-1D82-44BB-57F8BA3682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958787" y="2429547"/>
                  <a:ext cx="545760" cy="76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355CD02-593F-9CA6-FF72-C044BEB2BFD1}"/>
                    </a:ext>
                  </a:extLst>
                </p14:cNvPr>
                <p14:cNvContentPartPr/>
                <p14:nvPr/>
              </p14:nvContentPartPr>
              <p14:xfrm>
                <a:off x="7045187" y="2917707"/>
                <a:ext cx="222840" cy="4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355CD02-593F-9CA6-FF72-C044BEB2BFD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40867" y="2913387"/>
                  <a:ext cx="23148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4D07D12-44DA-028A-15E8-FD2BECE1A542}"/>
                    </a:ext>
                  </a:extLst>
                </p14:cNvPr>
                <p14:cNvContentPartPr/>
                <p14:nvPr/>
              </p14:nvContentPartPr>
              <p14:xfrm>
                <a:off x="7650707" y="2497947"/>
                <a:ext cx="475200" cy="626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4D07D12-44DA-028A-15E8-FD2BECE1A54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646387" y="2493627"/>
                  <a:ext cx="4838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36FE80C-71FE-F5E9-D6B3-AE28E01FE1B0}"/>
                    </a:ext>
                  </a:extLst>
                </p14:cNvPr>
                <p14:cNvContentPartPr/>
                <p14:nvPr/>
              </p14:nvContentPartPr>
              <p14:xfrm>
                <a:off x="7647467" y="2884227"/>
                <a:ext cx="248400" cy="125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36FE80C-71FE-F5E9-D6B3-AE28E01FE1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43147" y="2879907"/>
                  <a:ext cx="2570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658A56-F1C4-C41B-818B-2B9C8B808D43}"/>
                    </a:ext>
                  </a:extLst>
                </p14:cNvPr>
                <p14:cNvContentPartPr/>
                <p14:nvPr/>
              </p14:nvContentPartPr>
              <p14:xfrm>
                <a:off x="7964987" y="2807547"/>
                <a:ext cx="38880" cy="70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658A56-F1C4-C41B-818B-2B9C8B808D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960667" y="2803227"/>
                  <a:ext cx="47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C57AEDE-7335-FF26-B5FD-34CC06FDBA98}"/>
                    </a:ext>
                  </a:extLst>
                </p14:cNvPr>
                <p14:cNvContentPartPr/>
                <p14:nvPr/>
              </p14:nvContentPartPr>
              <p14:xfrm>
                <a:off x="8015387" y="2913387"/>
                <a:ext cx="205560" cy="65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C57AEDE-7335-FF26-B5FD-34CC06FDBA9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011067" y="2909067"/>
                  <a:ext cx="214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8320929-04C1-9A8E-86C6-1DC121CF5FDB}"/>
                    </a:ext>
                  </a:extLst>
                </p14:cNvPr>
                <p14:cNvContentPartPr/>
                <p14:nvPr/>
              </p14:nvContentPartPr>
              <p14:xfrm>
                <a:off x="8350907" y="2919507"/>
                <a:ext cx="16560" cy="5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8320929-04C1-9A8E-86C6-1DC121CF5FD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46587" y="2915187"/>
                  <a:ext cx="252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D84B714-464C-7724-BAC4-26B7FDDF5CE5}"/>
                    </a:ext>
                  </a:extLst>
                </p14:cNvPr>
                <p14:cNvContentPartPr/>
                <p14:nvPr/>
              </p14:nvContentPartPr>
              <p14:xfrm>
                <a:off x="8459987" y="2790267"/>
                <a:ext cx="43200" cy="13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D84B714-464C-7724-BAC4-26B7FDDF5CE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55667" y="2785947"/>
                  <a:ext cx="51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B218312-19AD-389F-D5F7-E5B284269F9E}"/>
                    </a:ext>
                  </a:extLst>
                </p14:cNvPr>
                <p14:cNvContentPartPr/>
                <p14:nvPr/>
              </p14:nvContentPartPr>
              <p14:xfrm>
                <a:off x="8480147" y="2549427"/>
                <a:ext cx="502200" cy="42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B218312-19AD-389F-D5F7-E5B284269F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475827" y="2545107"/>
                  <a:ext cx="51084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730769F-538C-5B85-CE59-AFA75BF459E1}"/>
                    </a:ext>
                  </a:extLst>
                </p14:cNvPr>
                <p14:cNvContentPartPr/>
                <p14:nvPr/>
              </p14:nvContentPartPr>
              <p14:xfrm>
                <a:off x="9068747" y="2885307"/>
                <a:ext cx="14400" cy="18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730769F-538C-5B85-CE59-AFA75BF459E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064427" y="2880987"/>
                  <a:ext cx="23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9872279-0420-FB98-CB0A-41BFA6FCB311}"/>
                    </a:ext>
                  </a:extLst>
                </p14:cNvPr>
                <p14:cNvContentPartPr/>
                <p14:nvPr/>
              </p14:nvContentPartPr>
              <p14:xfrm>
                <a:off x="9160547" y="2709987"/>
                <a:ext cx="9000" cy="37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9872279-0420-FB98-CB0A-41BFA6FCB31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156227" y="2705667"/>
                  <a:ext cx="17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BEBAEAC-0091-C8B7-9FB6-9708AFEA345E}"/>
                    </a:ext>
                  </a:extLst>
                </p14:cNvPr>
                <p14:cNvContentPartPr/>
                <p14:nvPr/>
              </p14:nvContentPartPr>
              <p14:xfrm>
                <a:off x="9213107" y="2829867"/>
                <a:ext cx="222840" cy="65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BEBAEAC-0091-C8B7-9FB6-9708AFEA345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208787" y="2825547"/>
                  <a:ext cx="2314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692E010-6D83-2752-F1CC-C30A809ADB31}"/>
                    </a:ext>
                  </a:extLst>
                </p14:cNvPr>
                <p14:cNvContentPartPr/>
                <p14:nvPr/>
              </p14:nvContentPartPr>
              <p14:xfrm>
                <a:off x="9265307" y="2770827"/>
                <a:ext cx="373680" cy="5331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692E010-6D83-2752-F1CC-C30A809ADB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60987" y="2766507"/>
                  <a:ext cx="382320" cy="54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E7C12F4-7439-AA57-D385-DF93E8468CF1}"/>
              </a:ext>
            </a:extLst>
          </p:cNvPr>
          <p:cNvGrpSpPr/>
          <p:nvPr/>
        </p:nvGrpSpPr>
        <p:grpSpPr>
          <a:xfrm>
            <a:off x="10360787" y="2376267"/>
            <a:ext cx="385920" cy="871920"/>
            <a:chOff x="10360787" y="2376267"/>
            <a:chExt cx="385920" cy="87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3FDECB3-905E-48C4-00B3-77C9805ED625}"/>
                    </a:ext>
                  </a:extLst>
                </p14:cNvPr>
                <p14:cNvContentPartPr/>
                <p14:nvPr/>
              </p14:nvContentPartPr>
              <p14:xfrm>
                <a:off x="10385267" y="2376267"/>
                <a:ext cx="153360" cy="43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3FDECB3-905E-48C4-00B3-77C9805ED62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380947" y="2371947"/>
                  <a:ext cx="1620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2ED7AC-5CC5-149F-EACB-C46943191DB5}"/>
                    </a:ext>
                  </a:extLst>
                </p14:cNvPr>
                <p14:cNvContentPartPr/>
                <p14:nvPr/>
              </p14:nvContentPartPr>
              <p14:xfrm>
                <a:off x="10618547" y="2740587"/>
                <a:ext cx="78120" cy="68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2ED7AC-5CC5-149F-EACB-C46943191DB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614227" y="2736267"/>
                  <a:ext cx="86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7C7D601-255D-26C6-594D-5A72D7C021C5}"/>
                    </a:ext>
                  </a:extLst>
                </p14:cNvPr>
                <p14:cNvContentPartPr/>
                <p14:nvPr/>
              </p14:nvContentPartPr>
              <p14:xfrm>
                <a:off x="10360787" y="2744187"/>
                <a:ext cx="385920" cy="5040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7C7D601-255D-26C6-594D-5A72D7C021C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56467" y="2739867"/>
                  <a:ext cx="394560" cy="51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D37926C-0C9F-2515-6CC6-09D484B05ED1}"/>
              </a:ext>
            </a:extLst>
          </p:cNvPr>
          <p:cNvGrpSpPr/>
          <p:nvPr/>
        </p:nvGrpSpPr>
        <p:grpSpPr>
          <a:xfrm>
            <a:off x="542147" y="3869187"/>
            <a:ext cx="992880" cy="340560"/>
            <a:chOff x="542147" y="3869187"/>
            <a:chExt cx="99288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23085B9-D81C-020E-13D4-10984E88D17B}"/>
                    </a:ext>
                  </a:extLst>
                </p14:cNvPr>
                <p14:cNvContentPartPr/>
                <p14:nvPr/>
              </p14:nvContentPartPr>
              <p14:xfrm>
                <a:off x="566987" y="3945147"/>
                <a:ext cx="137160" cy="26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23085B9-D81C-020E-13D4-10984E88D17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2667" y="3940827"/>
                  <a:ext cx="14580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18EF8E8-E8A6-D9B8-9B04-DC0D0BB8F7F4}"/>
                    </a:ext>
                  </a:extLst>
                </p14:cNvPr>
                <p14:cNvContentPartPr/>
                <p14:nvPr/>
              </p14:nvContentPartPr>
              <p14:xfrm>
                <a:off x="542147" y="4022187"/>
                <a:ext cx="280440" cy="118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18EF8E8-E8A6-D9B8-9B04-DC0D0BB8F7F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7827" y="4017867"/>
                  <a:ext cx="2890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4A9630D-3081-9E88-25BF-6368E997DF40}"/>
                    </a:ext>
                  </a:extLst>
                </p14:cNvPr>
                <p14:cNvContentPartPr/>
                <p14:nvPr/>
              </p14:nvContentPartPr>
              <p14:xfrm>
                <a:off x="820427" y="3869187"/>
                <a:ext cx="67680" cy="51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4A9630D-3081-9E88-25BF-6368E997DF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6107" y="3864867"/>
                  <a:ext cx="763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CF4B31A-7EE7-3A30-05E8-E75916E9C601}"/>
                    </a:ext>
                  </a:extLst>
                </p14:cNvPr>
                <p14:cNvContentPartPr/>
                <p14:nvPr/>
              </p14:nvContentPartPr>
              <p14:xfrm>
                <a:off x="870827" y="4003107"/>
                <a:ext cx="348840" cy="1202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CF4B31A-7EE7-3A30-05E8-E75916E9C60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66507" y="3998787"/>
                  <a:ext cx="357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22DB1C0-680F-2BC1-75E7-1CCF69A351CB}"/>
                    </a:ext>
                  </a:extLst>
                </p14:cNvPr>
                <p14:cNvContentPartPr/>
                <p14:nvPr/>
              </p14:nvContentPartPr>
              <p14:xfrm>
                <a:off x="1280147" y="3982587"/>
                <a:ext cx="254880" cy="135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22DB1C0-680F-2BC1-75E7-1CCF69A351C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75827" y="3978267"/>
                  <a:ext cx="26352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9741C95-4263-67DB-39C1-5F5158645FC3}"/>
              </a:ext>
            </a:extLst>
          </p:cNvPr>
          <p:cNvGrpSpPr/>
          <p:nvPr/>
        </p:nvGrpSpPr>
        <p:grpSpPr>
          <a:xfrm>
            <a:off x="1985027" y="3746787"/>
            <a:ext cx="909000" cy="437040"/>
            <a:chOff x="1985027" y="3746787"/>
            <a:chExt cx="90900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95FC743-3C7E-728E-3024-B579D83FE1D2}"/>
                    </a:ext>
                  </a:extLst>
                </p14:cNvPr>
                <p14:cNvContentPartPr/>
                <p14:nvPr/>
              </p14:nvContentPartPr>
              <p14:xfrm>
                <a:off x="1985027" y="3854427"/>
                <a:ext cx="79920" cy="272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95FC743-3C7E-728E-3024-B579D83FE1D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980707" y="3850107"/>
                  <a:ext cx="88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A21961B-C65D-F110-7D85-AE27D4135952}"/>
                    </a:ext>
                  </a:extLst>
                </p14:cNvPr>
                <p14:cNvContentPartPr/>
                <p14:nvPr/>
              </p14:nvContentPartPr>
              <p14:xfrm>
                <a:off x="2184107" y="3844347"/>
                <a:ext cx="216360" cy="3394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A21961B-C65D-F110-7D85-AE27D413595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179787" y="3840027"/>
                  <a:ext cx="22500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673442D-CD30-885E-F62C-5C2ECFD7F657}"/>
                    </a:ext>
                  </a:extLst>
                </p14:cNvPr>
                <p14:cNvContentPartPr/>
                <p14:nvPr/>
              </p14:nvContentPartPr>
              <p14:xfrm>
                <a:off x="2239907" y="4005987"/>
                <a:ext cx="250920" cy="33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673442D-CD30-885E-F62C-5C2ECFD7F65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235587" y="4001667"/>
                  <a:ext cx="259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09C2FCC-EF7D-D2F9-107B-DA5C27B5A592}"/>
                    </a:ext>
                  </a:extLst>
                </p14:cNvPr>
                <p14:cNvContentPartPr/>
                <p14:nvPr/>
              </p14:nvContentPartPr>
              <p14:xfrm>
                <a:off x="2659307" y="3746787"/>
                <a:ext cx="234720" cy="293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09C2FCC-EF7D-D2F9-107B-DA5C27B5A59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654987" y="3742467"/>
                  <a:ext cx="2433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E26A4C4-B511-80B5-7DA0-CD4F853AB26E}"/>
                    </a:ext>
                  </a:extLst>
                </p14:cNvPr>
                <p14:cNvContentPartPr/>
                <p14:nvPr/>
              </p14:nvContentPartPr>
              <p14:xfrm>
                <a:off x="2679107" y="4121547"/>
                <a:ext cx="60840" cy="41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E26A4C4-B511-80B5-7DA0-CD4F853AB26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4787" y="4117227"/>
                  <a:ext cx="6948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6E584597-959A-5750-0BE4-1FE806A5C702}"/>
              </a:ext>
            </a:extLst>
          </p:cNvPr>
          <p:cNvGrpSpPr/>
          <p:nvPr/>
        </p:nvGrpSpPr>
        <p:grpSpPr>
          <a:xfrm>
            <a:off x="632147" y="4542027"/>
            <a:ext cx="640800" cy="293760"/>
            <a:chOff x="632147" y="4542027"/>
            <a:chExt cx="64080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C968286-6A09-C6B6-6C8C-F01BB49C44EC}"/>
                    </a:ext>
                  </a:extLst>
                </p14:cNvPr>
                <p14:cNvContentPartPr/>
                <p14:nvPr/>
              </p14:nvContentPartPr>
              <p14:xfrm>
                <a:off x="632147" y="4542027"/>
                <a:ext cx="425520" cy="2937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C968286-6A09-C6B6-6C8C-F01BB49C44E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7827" y="4537707"/>
                  <a:ext cx="4341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AFC1E5F-5184-2A33-ED10-F00AF7E8A266}"/>
                    </a:ext>
                  </a:extLst>
                </p14:cNvPr>
                <p14:cNvContentPartPr/>
                <p14:nvPr/>
              </p14:nvContentPartPr>
              <p14:xfrm>
                <a:off x="1127147" y="4608987"/>
                <a:ext cx="145800" cy="1072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AFC1E5F-5184-2A33-ED10-F00AF7E8A26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22827" y="4604667"/>
                  <a:ext cx="1544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FB8B148-033B-68ED-2D4F-DEF8D7F5385D}"/>
              </a:ext>
            </a:extLst>
          </p:cNvPr>
          <p:cNvGrpSpPr/>
          <p:nvPr/>
        </p:nvGrpSpPr>
        <p:grpSpPr>
          <a:xfrm>
            <a:off x="1585067" y="4383627"/>
            <a:ext cx="633240" cy="308520"/>
            <a:chOff x="1585067" y="4383627"/>
            <a:chExt cx="6332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67311A4-CC4D-4F01-086A-AF2D8745D3BD}"/>
                    </a:ext>
                  </a:extLst>
                </p14:cNvPr>
                <p14:cNvContentPartPr/>
                <p14:nvPr/>
              </p14:nvContentPartPr>
              <p14:xfrm>
                <a:off x="1585067" y="4551387"/>
                <a:ext cx="123480" cy="140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67311A4-CC4D-4F01-086A-AF2D8745D3B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80747" y="4547067"/>
                  <a:ext cx="132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6009250-A8D6-4745-72EE-8A11024009FE}"/>
                    </a:ext>
                  </a:extLst>
                </p14:cNvPr>
                <p14:cNvContentPartPr/>
                <p14:nvPr/>
              </p14:nvContentPartPr>
              <p14:xfrm>
                <a:off x="1801067" y="4527987"/>
                <a:ext cx="143640" cy="113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6009250-A8D6-4745-72EE-8A11024009F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96747" y="4523667"/>
                  <a:ext cx="152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6FCA72D-EA8D-D474-5ADB-A99C86ED1EA5}"/>
                    </a:ext>
                  </a:extLst>
                </p14:cNvPr>
                <p14:cNvContentPartPr/>
                <p14:nvPr/>
              </p14:nvContentPartPr>
              <p14:xfrm>
                <a:off x="2042627" y="4383627"/>
                <a:ext cx="109440" cy="250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6FCA72D-EA8D-D474-5ADB-A99C86ED1EA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038307" y="4379307"/>
                  <a:ext cx="1180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016861C-DDF9-D17C-A2E2-8BC343E7EA7B}"/>
                    </a:ext>
                  </a:extLst>
                </p14:cNvPr>
                <p14:cNvContentPartPr/>
                <p14:nvPr/>
              </p14:nvContentPartPr>
              <p14:xfrm>
                <a:off x="1954787" y="4487307"/>
                <a:ext cx="263520" cy="31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016861C-DDF9-D17C-A2E2-8BC343E7EA7B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50467" y="4482987"/>
                  <a:ext cx="27216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9F8B0A7-D545-00F7-1D6C-5C956EC9C5BC}"/>
              </a:ext>
            </a:extLst>
          </p:cNvPr>
          <p:cNvGrpSpPr/>
          <p:nvPr/>
        </p:nvGrpSpPr>
        <p:grpSpPr>
          <a:xfrm>
            <a:off x="2868827" y="4440147"/>
            <a:ext cx="372960" cy="183600"/>
            <a:chOff x="2868827" y="4440147"/>
            <a:chExt cx="372960" cy="18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540179C-4D64-758A-84CA-A616B2F8F83B}"/>
                    </a:ext>
                  </a:extLst>
                </p14:cNvPr>
                <p14:cNvContentPartPr/>
                <p14:nvPr/>
              </p14:nvContentPartPr>
              <p14:xfrm>
                <a:off x="2868827" y="4440147"/>
                <a:ext cx="150840" cy="1836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540179C-4D64-758A-84CA-A616B2F8F83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864507" y="4435827"/>
                  <a:ext cx="159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2554F10-4B3D-F3CF-1DAC-FA608BA01262}"/>
                    </a:ext>
                  </a:extLst>
                </p14:cNvPr>
                <p14:cNvContentPartPr/>
                <p14:nvPr/>
              </p14:nvContentPartPr>
              <p14:xfrm>
                <a:off x="3023987" y="4449867"/>
                <a:ext cx="217800" cy="125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2554F10-4B3D-F3CF-1DAC-FA608BA0126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019667" y="4445547"/>
                  <a:ext cx="22644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AB6F52B-97D4-9F02-7B70-0E6F5D7C3517}"/>
              </a:ext>
            </a:extLst>
          </p:cNvPr>
          <p:cNvGrpSpPr/>
          <p:nvPr/>
        </p:nvGrpSpPr>
        <p:grpSpPr>
          <a:xfrm>
            <a:off x="3557867" y="4408107"/>
            <a:ext cx="249840" cy="104400"/>
            <a:chOff x="3557867" y="4408107"/>
            <a:chExt cx="249840" cy="10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6EA060B-67D3-A411-1666-5B168211D94C}"/>
                    </a:ext>
                  </a:extLst>
                </p14:cNvPr>
                <p14:cNvContentPartPr/>
                <p14:nvPr/>
              </p14:nvContentPartPr>
              <p14:xfrm>
                <a:off x="3557867" y="4408107"/>
                <a:ext cx="249840" cy="57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6EA060B-67D3-A411-1666-5B168211D94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53547" y="4403787"/>
                  <a:ext cx="2584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F307466-676E-28B1-1EB3-3DBEA09C0E62}"/>
                    </a:ext>
                  </a:extLst>
                </p14:cNvPr>
                <p14:cNvContentPartPr/>
                <p14:nvPr/>
              </p14:nvContentPartPr>
              <p14:xfrm>
                <a:off x="3575147" y="4500267"/>
                <a:ext cx="206640" cy="12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F307466-676E-28B1-1EB3-3DBEA09C0E6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570827" y="4495947"/>
                  <a:ext cx="215280" cy="2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D4B5139-7EB7-1215-978A-357D9EAA814E}"/>
              </a:ext>
            </a:extLst>
          </p:cNvPr>
          <p:cNvGrpSpPr/>
          <p:nvPr/>
        </p:nvGrpSpPr>
        <p:grpSpPr>
          <a:xfrm>
            <a:off x="4095707" y="4174107"/>
            <a:ext cx="515880" cy="311040"/>
            <a:chOff x="4095707" y="4174107"/>
            <a:chExt cx="51588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F567CE5-03A6-F21B-E0C3-39F6A6EEE278}"/>
                    </a:ext>
                  </a:extLst>
                </p14:cNvPr>
                <p14:cNvContentPartPr/>
                <p14:nvPr/>
              </p14:nvContentPartPr>
              <p14:xfrm>
                <a:off x="4095707" y="4189587"/>
                <a:ext cx="43200" cy="2955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F567CE5-03A6-F21B-E0C3-39F6A6EEE27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091387" y="4185267"/>
                  <a:ext cx="518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A96BF3-0CCF-D239-FC73-796B720297A9}"/>
                    </a:ext>
                  </a:extLst>
                </p14:cNvPr>
                <p14:cNvContentPartPr/>
                <p14:nvPr/>
              </p14:nvContentPartPr>
              <p14:xfrm>
                <a:off x="4244387" y="4174107"/>
                <a:ext cx="242640" cy="28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A96BF3-0CCF-D239-FC73-796B720297A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240067" y="4169787"/>
                  <a:ext cx="2512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1D4FD15-877E-87EB-CC5A-8648B9C70290}"/>
                    </a:ext>
                  </a:extLst>
                </p14:cNvPr>
                <p14:cNvContentPartPr/>
                <p14:nvPr/>
              </p14:nvContentPartPr>
              <p14:xfrm>
                <a:off x="4299827" y="4327467"/>
                <a:ext cx="311760" cy="180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1D4FD15-877E-87EB-CC5A-8648B9C7029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95507" y="4323147"/>
                  <a:ext cx="3204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6A99D670-C6C9-59CE-6DE7-DCE1BB955E9B}"/>
              </a:ext>
            </a:extLst>
          </p:cNvPr>
          <p:cNvGrpSpPr/>
          <p:nvPr/>
        </p:nvGrpSpPr>
        <p:grpSpPr>
          <a:xfrm>
            <a:off x="662027" y="5113347"/>
            <a:ext cx="1751040" cy="570600"/>
            <a:chOff x="662027" y="5113347"/>
            <a:chExt cx="1751040" cy="5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D48D122-20B6-4AB6-32D4-BB7B5030AB3D}"/>
                    </a:ext>
                  </a:extLst>
                </p14:cNvPr>
                <p14:cNvContentPartPr/>
                <p14:nvPr/>
              </p14:nvContentPartPr>
              <p14:xfrm>
                <a:off x="662027" y="5308107"/>
                <a:ext cx="182880" cy="375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D48D122-20B6-4AB6-32D4-BB7B5030AB3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7707" y="5303787"/>
                  <a:ext cx="1915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0469F17-A6C1-9FB1-8092-254FAF178E0C}"/>
                    </a:ext>
                  </a:extLst>
                </p14:cNvPr>
                <p14:cNvContentPartPr/>
                <p14:nvPr/>
              </p14:nvContentPartPr>
              <p14:xfrm>
                <a:off x="677147" y="5129907"/>
                <a:ext cx="614160" cy="434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0469F17-A6C1-9FB1-8092-254FAF178E0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2827" y="5125587"/>
                  <a:ext cx="62280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872255-DC61-C1C5-3E0E-D634DA2E8F46}"/>
                    </a:ext>
                  </a:extLst>
                </p14:cNvPr>
                <p14:cNvContentPartPr/>
                <p14:nvPr/>
              </p14:nvContentPartPr>
              <p14:xfrm>
                <a:off x="1160267" y="5447427"/>
                <a:ext cx="140400" cy="84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872255-DC61-C1C5-3E0E-D634DA2E8F4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55947" y="5443107"/>
                  <a:ext cx="149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D6C24A6-0902-3A0D-38D4-7147D8D98324}"/>
                    </a:ext>
                  </a:extLst>
                </p14:cNvPr>
                <p14:cNvContentPartPr/>
                <p14:nvPr/>
              </p14:nvContentPartPr>
              <p14:xfrm>
                <a:off x="1319747" y="5440587"/>
                <a:ext cx="63360" cy="134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D6C24A6-0902-3A0D-38D4-7147D8D9832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15427" y="5436267"/>
                  <a:ext cx="720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7E91DCD-D17B-0211-5AFA-168BC06A239C}"/>
                    </a:ext>
                  </a:extLst>
                </p14:cNvPr>
                <p14:cNvContentPartPr/>
                <p14:nvPr/>
              </p14:nvContentPartPr>
              <p14:xfrm>
                <a:off x="1473107" y="5472267"/>
                <a:ext cx="137880" cy="45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7E91DCD-D17B-0211-5AFA-168BC06A239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68787" y="5467947"/>
                  <a:ext cx="146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95779E-A5F0-7B3C-782A-31F3972DC7BD}"/>
                    </a:ext>
                  </a:extLst>
                </p14:cNvPr>
                <p14:cNvContentPartPr/>
                <p14:nvPr/>
              </p14:nvContentPartPr>
              <p14:xfrm>
                <a:off x="1642667" y="5113347"/>
                <a:ext cx="355320" cy="544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95779E-A5F0-7B3C-782A-31F3972DC7B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638347" y="5109027"/>
                  <a:ext cx="36396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D246E93-523E-7156-E391-1EF0A5A962E9}"/>
                    </a:ext>
                  </a:extLst>
                </p14:cNvPr>
                <p14:cNvContentPartPr/>
                <p14:nvPr/>
              </p14:nvContentPartPr>
              <p14:xfrm>
                <a:off x="1716467" y="5408187"/>
                <a:ext cx="257040" cy="106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D246E93-523E-7156-E391-1EF0A5A962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12147" y="5403867"/>
                  <a:ext cx="2656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B116CC2-AF54-07E7-8D75-3B685B0C10C4}"/>
                    </a:ext>
                  </a:extLst>
                </p14:cNvPr>
                <p14:cNvContentPartPr/>
                <p14:nvPr/>
              </p14:nvContentPartPr>
              <p14:xfrm>
                <a:off x="2059907" y="5395227"/>
                <a:ext cx="63360" cy="129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B116CC2-AF54-07E7-8D75-3B685B0C10C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55227" y="5390907"/>
                  <a:ext cx="72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B0787C-3375-884A-2076-E692EFFE1A73}"/>
                    </a:ext>
                  </a:extLst>
                </p14:cNvPr>
                <p14:cNvContentPartPr/>
                <p14:nvPr/>
              </p14:nvContentPartPr>
              <p14:xfrm>
                <a:off x="2193467" y="5431227"/>
                <a:ext cx="219600" cy="8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B0787C-3375-884A-2076-E692EFFE1A7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89147" y="5426907"/>
                  <a:ext cx="22824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C0CDA1A-1491-1688-0822-28D838394FCF}"/>
              </a:ext>
            </a:extLst>
          </p:cNvPr>
          <p:cNvGrpSpPr/>
          <p:nvPr/>
        </p:nvGrpSpPr>
        <p:grpSpPr>
          <a:xfrm>
            <a:off x="3176267" y="5274267"/>
            <a:ext cx="281160" cy="289080"/>
            <a:chOff x="3176267" y="5274267"/>
            <a:chExt cx="28116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9EA3750-959F-2DA4-9966-D6BC26476DD4}"/>
                    </a:ext>
                  </a:extLst>
                </p14:cNvPr>
                <p14:cNvContentPartPr/>
                <p14:nvPr/>
              </p14:nvContentPartPr>
              <p14:xfrm>
                <a:off x="3176267" y="5274267"/>
                <a:ext cx="281160" cy="289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9EA3750-959F-2DA4-9966-D6BC26476DD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171947" y="5269947"/>
                  <a:ext cx="28980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7D66FA-B21E-BB15-567F-2CE451E78B70}"/>
                    </a:ext>
                  </a:extLst>
                </p14:cNvPr>
                <p14:cNvContentPartPr/>
                <p14:nvPr/>
              </p14:nvContentPartPr>
              <p14:xfrm>
                <a:off x="3192827" y="5420787"/>
                <a:ext cx="245520" cy="24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7D66FA-B21E-BB15-567F-2CE451E78B7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3188507" y="5416467"/>
                  <a:ext cx="25416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992A6816-89A4-B117-C7AA-2F1F24EDBB6B}"/>
              </a:ext>
            </a:extLst>
          </p:cNvPr>
          <p:cNvGrpSpPr/>
          <p:nvPr/>
        </p:nvGrpSpPr>
        <p:grpSpPr>
          <a:xfrm>
            <a:off x="3816707" y="4770627"/>
            <a:ext cx="2921040" cy="901080"/>
            <a:chOff x="3816707" y="4770627"/>
            <a:chExt cx="2921040" cy="90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9A03947-8479-B09B-A4CF-CCC19EF1738D}"/>
                    </a:ext>
                  </a:extLst>
                </p14:cNvPr>
                <p14:cNvContentPartPr/>
                <p14:nvPr/>
              </p14:nvContentPartPr>
              <p14:xfrm>
                <a:off x="3816707" y="5335467"/>
                <a:ext cx="230400" cy="9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9A03947-8479-B09B-A4CF-CCC19EF173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812387" y="5331147"/>
                  <a:ext cx="239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0DCC5CC-0F0F-8BFE-9F75-AFB4D36DE33A}"/>
                    </a:ext>
                  </a:extLst>
                </p14:cNvPr>
                <p14:cNvContentPartPr/>
                <p14:nvPr/>
              </p14:nvContentPartPr>
              <p14:xfrm>
                <a:off x="3854147" y="5406027"/>
                <a:ext cx="241200" cy="27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0DCC5CC-0F0F-8BFE-9F75-AFB4D36DE33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849827" y="5401707"/>
                  <a:ext cx="249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A1A5AB8-5323-41E2-7247-A65E5A9A2CC5}"/>
                    </a:ext>
                  </a:extLst>
                </p14:cNvPr>
                <p14:cNvContentPartPr/>
                <p14:nvPr/>
              </p14:nvContentPartPr>
              <p14:xfrm>
                <a:off x="4536347" y="4922547"/>
                <a:ext cx="32400" cy="303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A1A5AB8-5323-41E2-7247-A65E5A9A2CC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32027" y="4918227"/>
                  <a:ext cx="4104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90FAE8F-0BA1-50B0-91CE-949602E1C678}"/>
                    </a:ext>
                  </a:extLst>
                </p14:cNvPr>
                <p14:cNvContentPartPr/>
                <p14:nvPr/>
              </p14:nvContentPartPr>
              <p14:xfrm>
                <a:off x="4717067" y="4887627"/>
                <a:ext cx="192240" cy="340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90FAE8F-0BA1-50B0-91CE-949602E1C67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712747" y="4883307"/>
                  <a:ext cx="200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778B60A-35EC-DF4A-6B16-A0F7BBABD753}"/>
                    </a:ext>
                  </a:extLst>
                </p14:cNvPr>
                <p14:cNvContentPartPr/>
                <p14:nvPr/>
              </p14:nvContentPartPr>
              <p14:xfrm>
                <a:off x="4705547" y="5062587"/>
                <a:ext cx="322920" cy="154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778B60A-35EC-DF4A-6B16-A0F7BBABD75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701227" y="5058267"/>
                  <a:ext cx="3315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1C3F3EA-80CB-D85E-956F-5096B6B3A35F}"/>
                    </a:ext>
                  </a:extLst>
                </p14:cNvPr>
                <p14:cNvContentPartPr/>
                <p14:nvPr/>
              </p14:nvContentPartPr>
              <p14:xfrm>
                <a:off x="5355707" y="4980507"/>
                <a:ext cx="305280" cy="12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1C3F3EA-80CB-D85E-956F-5096B6B3A35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351387" y="4976187"/>
                  <a:ext cx="3139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25B9908C-81B1-24E3-74AA-90C83F4DB287}"/>
                    </a:ext>
                  </a:extLst>
                </p14:cNvPr>
                <p14:cNvContentPartPr/>
                <p14:nvPr/>
              </p14:nvContentPartPr>
              <p14:xfrm>
                <a:off x="5970587" y="4770627"/>
                <a:ext cx="37440" cy="256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5B9908C-81B1-24E3-74AA-90C83F4DB28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66267" y="4766307"/>
                  <a:ext cx="46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226FA5B-E559-73BD-587F-392D2FD87033}"/>
                    </a:ext>
                  </a:extLst>
                </p14:cNvPr>
                <p14:cNvContentPartPr/>
                <p14:nvPr/>
              </p14:nvContentPartPr>
              <p14:xfrm>
                <a:off x="6144827" y="4787907"/>
                <a:ext cx="274320" cy="205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226FA5B-E559-73BD-587F-392D2FD8703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40507" y="4783587"/>
                  <a:ext cx="282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2AEC4FB-D5E5-0D27-A908-7C3C3AF1ADF8}"/>
                    </a:ext>
                  </a:extLst>
                </p14:cNvPr>
                <p14:cNvContentPartPr/>
                <p14:nvPr/>
              </p14:nvContentPartPr>
              <p14:xfrm>
                <a:off x="6295667" y="4888347"/>
                <a:ext cx="67680" cy="239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2AEC4FB-D5E5-0D27-A908-7C3C3AF1ADF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91347" y="4884027"/>
                  <a:ext cx="7632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8EBCEFC-9526-C45F-875E-497D99C1F1D8}"/>
                    </a:ext>
                  </a:extLst>
                </p14:cNvPr>
                <p14:cNvContentPartPr/>
                <p14:nvPr/>
              </p14:nvContentPartPr>
              <p14:xfrm>
                <a:off x="4288307" y="5246907"/>
                <a:ext cx="2449440" cy="195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8EBCEFC-9526-C45F-875E-497D99C1F1D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283987" y="5242587"/>
                  <a:ext cx="24580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74A6483C-D9A5-87B0-F4B3-E7D7E86BE410}"/>
                    </a:ext>
                  </a:extLst>
                </p14:cNvPr>
                <p14:cNvContentPartPr/>
                <p14:nvPr/>
              </p14:nvContentPartPr>
              <p14:xfrm>
                <a:off x="5106587" y="5445627"/>
                <a:ext cx="57960" cy="221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4A6483C-D9A5-87B0-F4B3-E7D7E86BE41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102267" y="5441307"/>
                  <a:ext cx="66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8CE0D08-FB47-9DFA-811B-3280283E21BC}"/>
                    </a:ext>
                  </a:extLst>
                </p14:cNvPr>
                <p14:cNvContentPartPr/>
                <p14:nvPr/>
              </p14:nvContentPartPr>
              <p14:xfrm>
                <a:off x="5361107" y="5578107"/>
                <a:ext cx="14400" cy="817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8CE0D08-FB47-9DFA-811B-3280283E21B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356787" y="5573787"/>
                  <a:ext cx="230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8F8ADCF-15B0-7F9D-88E0-2A378AAD45BB}"/>
                    </a:ext>
                  </a:extLst>
                </p14:cNvPr>
                <p14:cNvContentPartPr/>
                <p14:nvPr/>
              </p14:nvContentPartPr>
              <p14:xfrm>
                <a:off x="5554427" y="5458227"/>
                <a:ext cx="225000" cy="1843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8F8ADCF-15B0-7F9D-88E0-2A378AAD45B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50107" y="5453907"/>
                  <a:ext cx="2336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D51CE3A-DC46-DFC7-04AB-E27E94A427B6}"/>
                    </a:ext>
                  </a:extLst>
                </p14:cNvPr>
                <p14:cNvContentPartPr/>
                <p14:nvPr/>
              </p14:nvContentPartPr>
              <p14:xfrm>
                <a:off x="5887787" y="5426187"/>
                <a:ext cx="260640" cy="159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D51CE3A-DC46-DFC7-04AB-E27E94A427B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83467" y="5421867"/>
                  <a:ext cx="2692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A6C67E4-2268-33F9-EE99-15873E24D9A7}"/>
                    </a:ext>
                  </a:extLst>
                </p14:cNvPr>
                <p14:cNvContentPartPr/>
                <p14:nvPr/>
              </p14:nvContentPartPr>
              <p14:xfrm>
                <a:off x="6078947" y="5521587"/>
                <a:ext cx="38520" cy="150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A6C67E4-2268-33F9-EE99-15873E24D9A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6074627" y="5517267"/>
                  <a:ext cx="47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52A71B4-E694-4E42-41A0-92CBBCBB7276}"/>
                    </a:ext>
                  </a:extLst>
                </p14:cNvPr>
                <p14:cNvContentPartPr/>
                <p14:nvPr/>
              </p14:nvContentPartPr>
              <p14:xfrm>
                <a:off x="6249947" y="5395227"/>
                <a:ext cx="146880" cy="259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52A71B4-E694-4E42-41A0-92CBBCBB72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245627" y="5390907"/>
                  <a:ext cx="155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C4BE386-86E4-6FB1-8D73-24755CA1EDBC}"/>
                    </a:ext>
                  </a:extLst>
                </p14:cNvPr>
                <p14:cNvContentPartPr/>
                <p14:nvPr/>
              </p14:nvContentPartPr>
              <p14:xfrm>
                <a:off x="6282707" y="5472267"/>
                <a:ext cx="157680" cy="30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C4BE386-86E4-6FB1-8D73-24755CA1EDB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278387" y="5467947"/>
                  <a:ext cx="16632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DD1B45DD-8154-58EA-10C1-3B2FDDA55B8C}"/>
              </a:ext>
            </a:extLst>
          </p:cNvPr>
          <p:cNvGrpSpPr/>
          <p:nvPr/>
        </p:nvGrpSpPr>
        <p:grpSpPr>
          <a:xfrm>
            <a:off x="7039787" y="5085267"/>
            <a:ext cx="359640" cy="128520"/>
            <a:chOff x="7039787" y="5085267"/>
            <a:chExt cx="359640" cy="12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0E86807-6B51-8F48-8BDE-F3FAD6CE84E0}"/>
                    </a:ext>
                  </a:extLst>
                </p14:cNvPr>
                <p14:cNvContentPartPr/>
                <p14:nvPr/>
              </p14:nvContentPartPr>
              <p14:xfrm>
                <a:off x="7039787" y="5085267"/>
                <a:ext cx="311400" cy="486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0E86807-6B51-8F48-8BDE-F3FAD6CE84E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035467" y="5080947"/>
                  <a:ext cx="320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B3F57ED-41A9-E67E-A4C7-30CBBFB87651}"/>
                    </a:ext>
                  </a:extLst>
                </p14:cNvPr>
                <p14:cNvContentPartPr/>
                <p14:nvPr/>
              </p14:nvContentPartPr>
              <p14:xfrm>
                <a:off x="7087667" y="5184627"/>
                <a:ext cx="311760" cy="2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B3F57ED-41A9-E67E-A4C7-30CBBFB8765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083347" y="5180307"/>
                  <a:ext cx="32040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3466A12C-BF3A-D5D8-D4F1-AC7FAA32D451}"/>
                  </a:ext>
                </a:extLst>
              </p14:cNvPr>
              <p14:cNvContentPartPr/>
              <p14:nvPr/>
            </p14:nvContentPartPr>
            <p14:xfrm>
              <a:off x="7833587" y="4669467"/>
              <a:ext cx="259920" cy="2462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3466A12C-BF3A-D5D8-D4F1-AC7FAA32D45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7829267" y="4665147"/>
                <a:ext cx="268560" cy="25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6094156C-1323-8B15-3762-FDA2A6BB8C57}"/>
              </a:ext>
            </a:extLst>
          </p:cNvPr>
          <p:cNvGrpSpPr/>
          <p:nvPr/>
        </p:nvGrpSpPr>
        <p:grpSpPr>
          <a:xfrm>
            <a:off x="7619387" y="5037027"/>
            <a:ext cx="1077120" cy="414360"/>
            <a:chOff x="7619387" y="5037027"/>
            <a:chExt cx="1077120" cy="41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8C70C15-58B8-A1A7-FEC4-B18F9631930B}"/>
                    </a:ext>
                  </a:extLst>
                </p14:cNvPr>
                <p14:cNvContentPartPr/>
                <p14:nvPr/>
              </p14:nvContentPartPr>
              <p14:xfrm>
                <a:off x="7619387" y="5037027"/>
                <a:ext cx="897840" cy="77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8C70C15-58B8-A1A7-FEC4-B18F9631930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615067" y="5032707"/>
                  <a:ext cx="9064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38C676-24A7-0779-5007-A0A1C1AEEA6D}"/>
                    </a:ext>
                  </a:extLst>
                </p14:cNvPr>
                <p14:cNvContentPartPr/>
                <p14:nvPr/>
              </p14:nvContentPartPr>
              <p14:xfrm>
                <a:off x="7836467" y="5204787"/>
                <a:ext cx="26280" cy="2466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38C676-24A7-0779-5007-A0A1C1AEEA6D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832147" y="5200467"/>
                  <a:ext cx="349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5A0B801-ABB7-6919-9863-46443EE7973B}"/>
                    </a:ext>
                  </a:extLst>
                </p14:cNvPr>
                <p14:cNvContentPartPr/>
                <p14:nvPr/>
              </p14:nvContentPartPr>
              <p14:xfrm>
                <a:off x="7972547" y="5325747"/>
                <a:ext cx="13320" cy="36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5A0B801-ABB7-6919-9863-46443EE7973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68227" y="5321427"/>
                  <a:ext cx="219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D7EDC65-CB19-5D2F-5ADC-B795AA8140E3}"/>
                    </a:ext>
                  </a:extLst>
                </p14:cNvPr>
                <p14:cNvContentPartPr/>
                <p14:nvPr/>
              </p14:nvContentPartPr>
              <p14:xfrm>
                <a:off x="8052827" y="5188587"/>
                <a:ext cx="171360" cy="1735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D7EDC65-CB19-5D2F-5ADC-B795AA8140E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048507" y="5184267"/>
                  <a:ext cx="180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C11109-1C3B-6B57-E7C2-504362BA2DFD}"/>
                    </a:ext>
                  </a:extLst>
                </p14:cNvPr>
                <p14:cNvContentPartPr/>
                <p14:nvPr/>
              </p14:nvContentPartPr>
              <p14:xfrm>
                <a:off x="8259107" y="5169147"/>
                <a:ext cx="192960" cy="147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C11109-1C3B-6B57-E7C2-504362BA2DF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254787" y="5164827"/>
                  <a:ext cx="201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FC52FFE-895C-6878-606E-D31A04E9CB77}"/>
                    </a:ext>
                  </a:extLst>
                </p14:cNvPr>
                <p14:cNvContentPartPr/>
                <p14:nvPr/>
              </p14:nvContentPartPr>
              <p14:xfrm>
                <a:off x="8376467" y="5222067"/>
                <a:ext cx="25200" cy="177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FC52FFE-895C-6878-606E-D31A04E9CB7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72147" y="5217747"/>
                  <a:ext cx="33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0C85036-EB18-7A19-5902-5673D5FE41C5}"/>
                    </a:ext>
                  </a:extLst>
                </p14:cNvPr>
                <p14:cNvContentPartPr/>
                <p14:nvPr/>
              </p14:nvContentPartPr>
              <p14:xfrm>
                <a:off x="8543507" y="5162667"/>
                <a:ext cx="121320" cy="216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C85036-EB18-7A19-5902-5673D5FE41C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8539187" y="5158347"/>
                  <a:ext cx="1299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D3DD6D9-7B04-AD3F-F529-D355202FA15A}"/>
                    </a:ext>
                  </a:extLst>
                </p14:cNvPr>
                <p14:cNvContentPartPr/>
                <p14:nvPr/>
              </p14:nvContentPartPr>
              <p14:xfrm>
                <a:off x="8545667" y="5263827"/>
                <a:ext cx="150840" cy="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D3DD6D9-7B04-AD3F-F529-D355202FA15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541347" y="5259507"/>
                  <a:ext cx="1594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7BDADD2-A7AF-96DD-73F2-4773F683A1BC}"/>
                    </a:ext>
                  </a:extLst>
                </p14:cNvPr>
                <p14:cNvContentPartPr/>
                <p14:nvPr/>
              </p14:nvContentPartPr>
              <p14:xfrm>
                <a:off x="7963907" y="5343747"/>
                <a:ext cx="51120" cy="82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7BDADD2-A7AF-96DD-73F2-4773F683A1BC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959587" y="5339427"/>
                  <a:ext cx="5976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968BFE19-EA6E-9F9D-F90A-154C33E89A4B}"/>
              </a:ext>
            </a:extLst>
          </p:cNvPr>
          <p:cNvGrpSpPr/>
          <p:nvPr/>
        </p:nvGrpSpPr>
        <p:grpSpPr>
          <a:xfrm>
            <a:off x="8924387" y="4903827"/>
            <a:ext cx="249120" cy="108000"/>
            <a:chOff x="8924387" y="4903827"/>
            <a:chExt cx="249120" cy="10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93B1895-19C5-BB5D-E5AE-98B51F7F4F06}"/>
                    </a:ext>
                  </a:extLst>
                </p14:cNvPr>
                <p14:cNvContentPartPr/>
                <p14:nvPr/>
              </p14:nvContentPartPr>
              <p14:xfrm>
                <a:off x="8924387" y="4903827"/>
                <a:ext cx="212040" cy="158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93B1895-19C5-BB5D-E5AE-98B51F7F4F0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8920067" y="4899507"/>
                  <a:ext cx="220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A473BA7-7D01-D899-EA5C-729F94E04CBC}"/>
                    </a:ext>
                  </a:extLst>
                </p14:cNvPr>
                <p14:cNvContentPartPr/>
                <p14:nvPr/>
              </p14:nvContentPartPr>
              <p14:xfrm>
                <a:off x="8944547" y="4988787"/>
                <a:ext cx="228960" cy="230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A473BA7-7D01-D899-EA5C-729F94E04CB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940227" y="4984467"/>
                  <a:ext cx="23760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A89DEC3-4F09-D52A-5726-ECCAE01E3BF2}"/>
              </a:ext>
            </a:extLst>
          </p:cNvPr>
          <p:cNvGrpSpPr/>
          <p:nvPr/>
        </p:nvGrpSpPr>
        <p:grpSpPr>
          <a:xfrm>
            <a:off x="9428027" y="4761267"/>
            <a:ext cx="406080" cy="296280"/>
            <a:chOff x="9428027" y="4761267"/>
            <a:chExt cx="40608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5A59880-571D-9183-09B8-39C003AA1A51}"/>
                    </a:ext>
                  </a:extLst>
                </p14:cNvPr>
                <p14:cNvContentPartPr/>
                <p14:nvPr/>
              </p14:nvContentPartPr>
              <p14:xfrm>
                <a:off x="9428027" y="4761267"/>
                <a:ext cx="225000" cy="296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5A59880-571D-9183-09B8-39C003AA1A51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423707" y="4756947"/>
                  <a:ext cx="233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F20769C-7C49-A43E-97B9-0E09BA3FF123}"/>
                    </a:ext>
                  </a:extLst>
                </p14:cNvPr>
                <p14:cNvContentPartPr/>
                <p14:nvPr/>
              </p14:nvContentPartPr>
              <p14:xfrm>
                <a:off x="9806747" y="4980867"/>
                <a:ext cx="27360" cy="363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F20769C-7C49-A43E-97B9-0E09BA3FF12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802427" y="4976547"/>
                  <a:ext cx="3600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981013DA-FC36-8E16-F205-A00D33B51990}"/>
                  </a:ext>
                </a:extLst>
              </p14:cNvPr>
              <p14:cNvContentPartPr/>
              <p14:nvPr/>
            </p14:nvContentPartPr>
            <p14:xfrm>
              <a:off x="11318387" y="4849827"/>
              <a:ext cx="225000" cy="10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981013DA-FC36-8E16-F205-A00D33B51990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1314067" y="4845507"/>
                <a:ext cx="233640" cy="9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012FBC2-1592-5067-D254-9F99B7650378}"/>
              </a:ext>
            </a:extLst>
          </p:cNvPr>
          <p:cNvGrpSpPr/>
          <p:nvPr/>
        </p:nvGrpSpPr>
        <p:grpSpPr>
          <a:xfrm>
            <a:off x="10091867" y="4691427"/>
            <a:ext cx="2051640" cy="334440"/>
            <a:chOff x="10091867" y="4691427"/>
            <a:chExt cx="205164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6A8F27B-BC8E-A97F-94CB-0616218B22F1}"/>
                    </a:ext>
                  </a:extLst>
                </p14:cNvPr>
                <p14:cNvContentPartPr/>
                <p14:nvPr/>
              </p14:nvContentPartPr>
              <p14:xfrm>
                <a:off x="10091867" y="4691427"/>
                <a:ext cx="206280" cy="2595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6A8F27B-BC8E-A97F-94CB-0616218B22F1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087547" y="4687107"/>
                  <a:ext cx="2149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6A77C44-A0FE-76F2-0DE4-E761D1FB3AB0}"/>
                    </a:ext>
                  </a:extLst>
                </p14:cNvPr>
                <p14:cNvContentPartPr/>
                <p14:nvPr/>
              </p14:nvContentPartPr>
              <p14:xfrm>
                <a:off x="10206347" y="4840107"/>
                <a:ext cx="60120" cy="1857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6A77C44-A0FE-76F2-0DE4-E761D1FB3AB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202027" y="4835787"/>
                  <a:ext cx="687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7053B2A-289C-1F89-118C-DE9A916117A9}"/>
                    </a:ext>
                  </a:extLst>
                </p14:cNvPr>
                <p14:cNvContentPartPr/>
                <p14:nvPr/>
              </p14:nvContentPartPr>
              <p14:xfrm>
                <a:off x="10397507" y="4774947"/>
                <a:ext cx="198000" cy="198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7053B2A-289C-1F89-118C-DE9A916117A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393187" y="4770627"/>
                  <a:ext cx="206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6888E0B-D2EE-7925-B2BD-3CF62151AA3E}"/>
                    </a:ext>
                  </a:extLst>
                </p14:cNvPr>
                <p14:cNvContentPartPr/>
                <p14:nvPr/>
              </p14:nvContentPartPr>
              <p14:xfrm>
                <a:off x="10724027" y="4700787"/>
                <a:ext cx="152280" cy="241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6888E0B-D2EE-7925-B2BD-3CF62151AA3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719707" y="4696467"/>
                  <a:ext cx="1609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DF81887-0F14-FB00-7291-68BF522679BB}"/>
                    </a:ext>
                  </a:extLst>
                </p14:cNvPr>
                <p14:cNvContentPartPr/>
                <p14:nvPr/>
              </p14:nvContentPartPr>
              <p14:xfrm>
                <a:off x="10820147" y="4709787"/>
                <a:ext cx="201240" cy="31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DF81887-0F14-FB00-7291-68BF522679B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815827" y="4705467"/>
                  <a:ext cx="209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BCB3B00-91F8-B8A7-4AC1-A7F5ABBE2B39}"/>
                    </a:ext>
                  </a:extLst>
                </p14:cNvPr>
                <p14:cNvContentPartPr/>
                <p14:nvPr/>
              </p14:nvContentPartPr>
              <p14:xfrm>
                <a:off x="11126147" y="4700787"/>
                <a:ext cx="133920" cy="239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BCB3B00-91F8-B8A7-4AC1-A7F5ABBE2B3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121827" y="4696467"/>
                  <a:ext cx="14256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F24FE3F-BAFB-A661-C858-D69938B7D0DD}"/>
                    </a:ext>
                  </a:extLst>
                </p14:cNvPr>
                <p14:cNvContentPartPr/>
                <p14:nvPr/>
              </p14:nvContentPartPr>
              <p14:xfrm>
                <a:off x="11080067" y="4785747"/>
                <a:ext cx="214200" cy="421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F24FE3F-BAFB-A661-C858-D69938B7D0DD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075747" y="4781427"/>
                  <a:ext cx="222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7321806-0C25-A70E-F80A-9109606B94C5}"/>
                    </a:ext>
                  </a:extLst>
                </p14:cNvPr>
                <p14:cNvContentPartPr/>
                <p14:nvPr/>
              </p14:nvContentPartPr>
              <p14:xfrm>
                <a:off x="11374187" y="4691787"/>
                <a:ext cx="174600" cy="2826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7321806-0C25-A70E-F80A-9109606B94C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369867" y="4687467"/>
                  <a:ext cx="1832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9A3CBD8-2F80-B41E-B809-ADB7E958D5FA}"/>
                    </a:ext>
                  </a:extLst>
                </p14:cNvPr>
                <p14:cNvContentPartPr/>
                <p14:nvPr/>
              </p14:nvContentPartPr>
              <p14:xfrm>
                <a:off x="11652467" y="4717347"/>
                <a:ext cx="127800" cy="1814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9A3CBD8-2F80-B41E-B809-ADB7E958D5F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648147" y="4713027"/>
                  <a:ext cx="1364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15D0A77-C410-1EF9-4222-C173DCED71F0}"/>
                    </a:ext>
                  </a:extLst>
                </p14:cNvPr>
                <p14:cNvContentPartPr/>
                <p14:nvPr/>
              </p14:nvContentPartPr>
              <p14:xfrm>
                <a:off x="11799707" y="4713747"/>
                <a:ext cx="101160" cy="2062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15D0A77-C410-1EF9-4222-C173DCED71F0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795387" y="4709427"/>
                  <a:ext cx="1098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89CAA14-9545-F060-0B92-711C11891385}"/>
                    </a:ext>
                  </a:extLst>
                </p14:cNvPr>
                <p14:cNvContentPartPr/>
                <p14:nvPr/>
              </p14:nvContentPartPr>
              <p14:xfrm>
                <a:off x="11910947" y="4930107"/>
                <a:ext cx="11160" cy="3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89CAA14-9545-F060-0B92-711C118913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906627" y="4925787"/>
                  <a:ext cx="198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188DED9-7D3F-17A9-1A67-751231D5F0E8}"/>
                    </a:ext>
                  </a:extLst>
                </p14:cNvPr>
                <p14:cNvContentPartPr/>
                <p14:nvPr/>
              </p14:nvContentPartPr>
              <p14:xfrm>
                <a:off x="12025427" y="4904547"/>
                <a:ext cx="19440" cy="6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188DED9-7D3F-17A9-1A67-751231D5F0E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2021107" y="4900227"/>
                  <a:ext cx="280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37CEBCC-AFD0-BCFB-0276-A37CDF2C8801}"/>
                    </a:ext>
                  </a:extLst>
                </p14:cNvPr>
                <p14:cNvContentPartPr/>
                <p14:nvPr/>
              </p14:nvContentPartPr>
              <p14:xfrm>
                <a:off x="12143147" y="4918227"/>
                <a:ext cx="360" cy="3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37CEBCC-AFD0-BCFB-0276-A37CDF2C880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2138827" y="49139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258D2C3-B958-01A7-9CF3-200A7A36EE0F}"/>
              </a:ext>
            </a:extLst>
          </p:cNvPr>
          <p:cNvGrpSpPr/>
          <p:nvPr/>
        </p:nvGrpSpPr>
        <p:grpSpPr>
          <a:xfrm>
            <a:off x="9019427" y="5570907"/>
            <a:ext cx="336960" cy="214200"/>
            <a:chOff x="9019427" y="5570907"/>
            <a:chExt cx="33696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246894D-B9DA-F183-F1C7-BC65128FF844}"/>
                    </a:ext>
                  </a:extLst>
                </p14:cNvPr>
                <p14:cNvContentPartPr/>
                <p14:nvPr/>
              </p14:nvContentPartPr>
              <p14:xfrm>
                <a:off x="9019427" y="5570907"/>
                <a:ext cx="270360" cy="85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246894D-B9DA-F183-F1C7-BC65128FF84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15107" y="5566587"/>
                  <a:ext cx="2790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454CCF4-E89C-EB72-BAB1-319AAE3D80F0}"/>
                    </a:ext>
                  </a:extLst>
                </p14:cNvPr>
                <p14:cNvContentPartPr/>
                <p14:nvPr/>
              </p14:nvContentPartPr>
              <p14:xfrm>
                <a:off x="9079187" y="5706627"/>
                <a:ext cx="277200" cy="78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454CCF4-E89C-EB72-BAB1-319AAE3D80F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074867" y="5702307"/>
                  <a:ext cx="285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90C394B-627D-47B9-A58D-EDDF0E953ABA}"/>
              </a:ext>
            </a:extLst>
          </p:cNvPr>
          <p:cNvGrpSpPr/>
          <p:nvPr/>
        </p:nvGrpSpPr>
        <p:grpSpPr>
          <a:xfrm>
            <a:off x="9645107" y="5350227"/>
            <a:ext cx="884520" cy="423720"/>
            <a:chOff x="9645107" y="5350227"/>
            <a:chExt cx="88452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BBA32FB-AFD1-31C1-4B21-40DBABA3F4D5}"/>
                    </a:ext>
                  </a:extLst>
                </p14:cNvPr>
                <p14:cNvContentPartPr/>
                <p14:nvPr/>
              </p14:nvContentPartPr>
              <p14:xfrm>
                <a:off x="9645107" y="5480907"/>
                <a:ext cx="182880" cy="245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BBA32FB-AFD1-31C1-4B21-40DBABA3F4D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640787" y="5476587"/>
                  <a:ext cx="1915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80E2938-0F6E-D7CE-05A5-66D93963B9E6}"/>
                    </a:ext>
                  </a:extLst>
                </p14:cNvPr>
                <p14:cNvContentPartPr/>
                <p14:nvPr/>
              </p14:nvContentPartPr>
              <p14:xfrm>
                <a:off x="9941387" y="5667027"/>
                <a:ext cx="13320" cy="16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80E2938-0F6E-D7CE-05A5-66D93963B9E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937067" y="5662707"/>
                  <a:ext cx="219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A8153FD-415C-7772-0F17-AB912C4EBC3C}"/>
                    </a:ext>
                  </a:extLst>
                </p14:cNvPr>
                <p14:cNvContentPartPr/>
                <p14:nvPr/>
              </p14:nvContentPartPr>
              <p14:xfrm>
                <a:off x="10095107" y="5417907"/>
                <a:ext cx="297720" cy="2041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A8153FD-415C-7772-0F17-AB912C4EBC3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090787" y="5413587"/>
                  <a:ext cx="3063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D885BAD5-0F33-C0EF-8C67-6785228E9260}"/>
                    </a:ext>
                  </a:extLst>
                </p14:cNvPr>
                <p14:cNvContentPartPr/>
                <p14:nvPr/>
              </p14:nvContentPartPr>
              <p14:xfrm>
                <a:off x="10278347" y="5530947"/>
                <a:ext cx="57960" cy="2098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D885BAD5-0F33-C0EF-8C67-6785228E926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274027" y="5526627"/>
                  <a:ext cx="66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723D778-6A70-F5F5-A795-693E33529BD0}"/>
                    </a:ext>
                  </a:extLst>
                </p14:cNvPr>
                <p14:cNvContentPartPr/>
                <p14:nvPr/>
              </p14:nvContentPartPr>
              <p14:xfrm>
                <a:off x="10449347" y="5350227"/>
                <a:ext cx="80280" cy="423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723D778-6A70-F5F5-A795-693E33529BD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445027" y="5345907"/>
                  <a:ext cx="88920" cy="432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1598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C6DA-9A03-A8F3-20C0-D4942CF9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Now, we know z, so what next?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77386-6683-D8D5-68B5-2BC55C331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find the probability associated with z. To do so, we need to look the probability on a table called the z-table.</a:t>
            </a:r>
          </a:p>
          <a:p>
            <a:endParaRPr lang="en-US" dirty="0"/>
          </a:p>
          <a:p>
            <a:r>
              <a:rPr lang="en-US" dirty="0"/>
              <a:t>Another name for the z-table is the standardized normal distribution.</a:t>
            </a:r>
            <a:endParaRPr lang="en-ZA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464F17-B178-3D4B-0815-7BD13C583D9B}"/>
                  </a:ext>
                </a:extLst>
              </p14:cNvPr>
              <p14:cNvContentPartPr/>
              <p14:nvPr/>
            </p14:nvContentPartPr>
            <p14:xfrm>
              <a:off x="1224347" y="4023267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464F17-B178-3D4B-0815-7BD13C583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0027" y="4018947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F22936D6-EA46-E166-AD1D-E1AA27F4E87B}"/>
              </a:ext>
            </a:extLst>
          </p:cNvPr>
          <p:cNvGrpSpPr/>
          <p:nvPr/>
        </p:nvGrpSpPr>
        <p:grpSpPr>
          <a:xfrm>
            <a:off x="1294187" y="4419987"/>
            <a:ext cx="881280" cy="605520"/>
            <a:chOff x="1294187" y="4419987"/>
            <a:chExt cx="881280" cy="60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0B85D4-CE96-6F2F-3C41-1B3188049608}"/>
                    </a:ext>
                  </a:extLst>
                </p14:cNvPr>
                <p14:cNvContentPartPr/>
                <p14:nvPr/>
              </p14:nvContentPartPr>
              <p14:xfrm>
                <a:off x="1294187" y="4657227"/>
                <a:ext cx="83880" cy="368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0B85D4-CE96-6F2F-3C41-1B318804960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9867" y="4652907"/>
                  <a:ext cx="925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CBBAE75-1CF5-53AF-8738-F9A867C20BFD}"/>
                    </a:ext>
                  </a:extLst>
                </p14:cNvPr>
                <p14:cNvContentPartPr/>
                <p14:nvPr/>
              </p14:nvContentPartPr>
              <p14:xfrm>
                <a:off x="1456547" y="4539867"/>
                <a:ext cx="140760" cy="182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CBBAE75-1CF5-53AF-8738-F9A867C20B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52227" y="4535547"/>
                  <a:ext cx="1494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5B872F9-DA95-0B0A-A4BC-BCAF0AC5F9AF}"/>
                    </a:ext>
                  </a:extLst>
                </p14:cNvPr>
                <p14:cNvContentPartPr/>
                <p14:nvPr/>
              </p14:nvContentPartPr>
              <p14:xfrm>
                <a:off x="1703147" y="4419987"/>
                <a:ext cx="211680" cy="40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B872F9-DA95-0B0A-A4BC-BCAF0AC5F9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98827" y="4415667"/>
                  <a:ext cx="2203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3CBE91B-8B08-26B4-58AA-803CDF1C9AB7}"/>
                    </a:ext>
                  </a:extLst>
                </p14:cNvPr>
                <p14:cNvContentPartPr/>
                <p14:nvPr/>
              </p14:nvContentPartPr>
              <p14:xfrm>
                <a:off x="1968827" y="4569747"/>
                <a:ext cx="176760" cy="200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3CBE91B-8B08-26B4-58AA-803CDF1C9AB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64507" y="4565427"/>
                  <a:ext cx="185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C14EDC9-3A0E-AD53-83E6-F910183AF748}"/>
                    </a:ext>
                  </a:extLst>
                </p14:cNvPr>
                <p14:cNvContentPartPr/>
                <p14:nvPr/>
              </p14:nvContentPartPr>
              <p14:xfrm>
                <a:off x="1963427" y="4657227"/>
                <a:ext cx="212040" cy="2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C14EDC9-3A0E-AD53-83E6-F910183AF7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59107" y="4652907"/>
                  <a:ext cx="22068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C4444D1-CFD7-6D43-EFD4-9442D98DB71F}"/>
              </a:ext>
            </a:extLst>
          </p:cNvPr>
          <p:cNvGrpSpPr/>
          <p:nvPr/>
        </p:nvGrpSpPr>
        <p:grpSpPr>
          <a:xfrm>
            <a:off x="2348627" y="4586667"/>
            <a:ext cx="135000" cy="97920"/>
            <a:chOff x="2348627" y="4586667"/>
            <a:chExt cx="135000" cy="9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827BA1E-C0E2-6760-4C33-32B721B7EB20}"/>
                    </a:ext>
                  </a:extLst>
                </p14:cNvPr>
                <p14:cNvContentPartPr/>
                <p14:nvPr/>
              </p14:nvContentPartPr>
              <p14:xfrm>
                <a:off x="2348627" y="4586667"/>
                <a:ext cx="133920" cy="144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827BA1E-C0E2-6760-4C33-32B721B7EB2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44307" y="4582347"/>
                  <a:ext cx="142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5F7F420-662F-2D59-FC19-847C9A2F1860}"/>
                    </a:ext>
                  </a:extLst>
                </p14:cNvPr>
                <p14:cNvContentPartPr/>
                <p14:nvPr/>
              </p14:nvContentPartPr>
              <p14:xfrm>
                <a:off x="2349707" y="4671267"/>
                <a:ext cx="133920" cy="1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5F7F420-662F-2D59-FC19-847C9A2F186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45387" y="4666947"/>
                  <a:ext cx="1425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664908-A2E2-CB11-2C2F-D4DC8D8F3560}"/>
              </a:ext>
            </a:extLst>
          </p:cNvPr>
          <p:cNvGrpSpPr/>
          <p:nvPr/>
        </p:nvGrpSpPr>
        <p:grpSpPr>
          <a:xfrm>
            <a:off x="2724467" y="4310907"/>
            <a:ext cx="1042200" cy="453960"/>
            <a:chOff x="2724467" y="4310907"/>
            <a:chExt cx="104220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A5D734-4C2E-6C5B-7926-1DDBB600D252}"/>
                    </a:ext>
                  </a:extLst>
                </p14:cNvPr>
                <p14:cNvContentPartPr/>
                <p14:nvPr/>
              </p14:nvContentPartPr>
              <p14:xfrm>
                <a:off x="2724467" y="4425387"/>
                <a:ext cx="206280" cy="228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A5D734-4C2E-6C5B-7926-1DDBB600D25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20147" y="4421067"/>
                  <a:ext cx="214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C4F482-AAD2-0191-9158-010C1DA3D717}"/>
                    </a:ext>
                  </a:extLst>
                </p14:cNvPr>
                <p14:cNvContentPartPr/>
                <p14:nvPr/>
              </p14:nvContentPartPr>
              <p14:xfrm>
                <a:off x="3041267" y="4597467"/>
                <a:ext cx="28080" cy="17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C4F482-AAD2-0191-9158-010C1DA3D7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36947" y="4593147"/>
                  <a:ext cx="36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E5FCD11-D01E-5A69-9F5C-ED4B239191C6}"/>
                    </a:ext>
                  </a:extLst>
                </p14:cNvPr>
                <p14:cNvContentPartPr/>
                <p14:nvPr/>
              </p14:nvContentPartPr>
              <p14:xfrm>
                <a:off x="3168707" y="4424307"/>
                <a:ext cx="212040" cy="20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E5FCD11-D01E-5A69-9F5C-ED4B239191C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64387" y="4419987"/>
                  <a:ext cx="220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96EEAC-6C70-2597-66B2-95602EDFBEB1}"/>
                    </a:ext>
                  </a:extLst>
                </p14:cNvPr>
                <p14:cNvContentPartPr/>
                <p14:nvPr/>
              </p14:nvContentPartPr>
              <p14:xfrm>
                <a:off x="3293987" y="4560027"/>
                <a:ext cx="67680" cy="145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96EEAC-6C70-2597-66B2-95602EDFBE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89667" y="4555707"/>
                  <a:ext cx="76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5D6C40-B844-8B81-E150-5DB1D13F9CFD}"/>
                    </a:ext>
                  </a:extLst>
                </p14:cNvPr>
                <p14:cNvContentPartPr/>
                <p14:nvPr/>
              </p14:nvContentPartPr>
              <p14:xfrm>
                <a:off x="3481907" y="4497027"/>
                <a:ext cx="50760" cy="155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5D6C40-B844-8B81-E150-5DB1D13F9CF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7587" y="4492707"/>
                  <a:ext cx="594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F0FF938-CDC6-01EF-B1CB-121AF87056ED}"/>
                    </a:ext>
                  </a:extLst>
                </p14:cNvPr>
                <p14:cNvContentPartPr/>
                <p14:nvPr/>
              </p14:nvContentPartPr>
              <p14:xfrm>
                <a:off x="3652187" y="4310907"/>
                <a:ext cx="114480" cy="453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F0FF938-CDC6-01EF-B1CB-121AF87056E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647867" y="4306587"/>
                  <a:ext cx="123120" cy="46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A972C59-4071-B8F7-E477-64543DCDCAC4}"/>
              </a:ext>
            </a:extLst>
          </p:cNvPr>
          <p:cNvGrpSpPr/>
          <p:nvPr/>
        </p:nvGrpSpPr>
        <p:grpSpPr>
          <a:xfrm>
            <a:off x="4043507" y="4546347"/>
            <a:ext cx="152280" cy="99360"/>
            <a:chOff x="4043507" y="4546347"/>
            <a:chExt cx="152280" cy="9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E87FB13-1773-4E6B-224D-AA6070D461CE}"/>
                    </a:ext>
                  </a:extLst>
                </p14:cNvPr>
                <p14:cNvContentPartPr/>
                <p14:nvPr/>
              </p14:nvContentPartPr>
              <p14:xfrm>
                <a:off x="4047827" y="4546347"/>
                <a:ext cx="147960" cy="1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E87FB13-1773-4E6B-224D-AA6070D461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43507" y="4542027"/>
                  <a:ext cx="1566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65C00FE-6343-2D45-C905-7BCD624FD9F8}"/>
                    </a:ext>
                  </a:extLst>
                </p14:cNvPr>
                <p14:cNvContentPartPr/>
                <p14:nvPr/>
              </p14:nvContentPartPr>
              <p14:xfrm>
                <a:off x="4043507" y="4625187"/>
                <a:ext cx="143640" cy="20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65C00FE-6343-2D45-C905-7BCD624FD9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9187" y="4620867"/>
                  <a:ext cx="15228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7F409FB-8614-67BA-8E21-034451D9DE99}"/>
                  </a:ext>
                </a:extLst>
              </p14:cNvPr>
              <p14:cNvContentPartPr/>
              <p14:nvPr/>
            </p14:nvContentPartPr>
            <p14:xfrm>
              <a:off x="4452107" y="4382907"/>
              <a:ext cx="231840" cy="2322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7F409FB-8614-67BA-8E21-034451D9DE9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447787" y="4378587"/>
                <a:ext cx="24048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58E35DE-726E-2AE7-D575-5D838C5788FC}"/>
              </a:ext>
            </a:extLst>
          </p:cNvPr>
          <p:cNvGrpSpPr/>
          <p:nvPr/>
        </p:nvGrpSpPr>
        <p:grpSpPr>
          <a:xfrm>
            <a:off x="4856027" y="4321347"/>
            <a:ext cx="644040" cy="387720"/>
            <a:chOff x="4856027" y="4321347"/>
            <a:chExt cx="644040" cy="38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57C1D93-2459-029E-9341-7C7B200F445A}"/>
                    </a:ext>
                  </a:extLst>
                </p14:cNvPr>
                <p14:cNvContentPartPr/>
                <p14:nvPr/>
              </p14:nvContentPartPr>
              <p14:xfrm>
                <a:off x="4856027" y="4539867"/>
                <a:ext cx="52920" cy="4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57C1D93-2459-029E-9341-7C7B200F44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51707" y="4535547"/>
                  <a:ext cx="6156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C1EB96-E5AD-BA97-7514-4F796417D3A8}"/>
                    </a:ext>
                  </a:extLst>
                </p14:cNvPr>
                <p14:cNvContentPartPr/>
                <p14:nvPr/>
              </p14:nvContentPartPr>
              <p14:xfrm>
                <a:off x="5016947" y="4351947"/>
                <a:ext cx="228600" cy="316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C1EB96-E5AD-BA97-7514-4F796417D3A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12627" y="4347627"/>
                  <a:ext cx="237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684DB1-2DF3-665D-2463-96DE3A9B6B27}"/>
                    </a:ext>
                  </a:extLst>
                </p14:cNvPr>
                <p14:cNvContentPartPr/>
                <p14:nvPr/>
              </p14:nvContentPartPr>
              <p14:xfrm>
                <a:off x="5336267" y="4321347"/>
                <a:ext cx="163800" cy="3877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684DB1-2DF3-665D-2463-96DE3A9B6B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31947" y="4317027"/>
                  <a:ext cx="17244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71D502B-8AF3-2533-FDD0-E68EAF9E2D55}"/>
              </a:ext>
            </a:extLst>
          </p:cNvPr>
          <p:cNvGrpSpPr/>
          <p:nvPr/>
        </p:nvGrpSpPr>
        <p:grpSpPr>
          <a:xfrm>
            <a:off x="5566307" y="4391187"/>
            <a:ext cx="682920" cy="260280"/>
            <a:chOff x="5566307" y="4391187"/>
            <a:chExt cx="68292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CC47C63-75DE-A8B4-36DB-637F7F9C6041}"/>
                    </a:ext>
                  </a:extLst>
                </p14:cNvPr>
                <p14:cNvContentPartPr/>
                <p14:nvPr/>
              </p14:nvContentPartPr>
              <p14:xfrm>
                <a:off x="5566307" y="4436187"/>
                <a:ext cx="306360" cy="215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CC47C63-75DE-A8B4-36DB-637F7F9C604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61987" y="4431867"/>
                  <a:ext cx="3150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F0BB49E-D6A4-B82F-045B-4C0366609471}"/>
                    </a:ext>
                  </a:extLst>
                </p14:cNvPr>
                <p14:cNvContentPartPr/>
                <p14:nvPr/>
              </p14:nvContentPartPr>
              <p14:xfrm>
                <a:off x="5970227" y="4391187"/>
                <a:ext cx="279000" cy="243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F0BB49E-D6A4-B82F-045B-4C036660947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65907" y="4386867"/>
                  <a:ext cx="28764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CDB980D-BC3D-5708-2023-F56ED46E12AE}"/>
              </a:ext>
            </a:extLst>
          </p:cNvPr>
          <p:cNvGrpSpPr/>
          <p:nvPr/>
        </p:nvGrpSpPr>
        <p:grpSpPr>
          <a:xfrm>
            <a:off x="3746867" y="5630667"/>
            <a:ext cx="1181520" cy="534600"/>
            <a:chOff x="3746867" y="5630667"/>
            <a:chExt cx="1181520" cy="5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D50704E-3D97-DDDA-C862-4B2E9408E4EB}"/>
                    </a:ext>
                  </a:extLst>
                </p14:cNvPr>
                <p14:cNvContentPartPr/>
                <p14:nvPr/>
              </p14:nvContentPartPr>
              <p14:xfrm>
                <a:off x="3972947" y="5862507"/>
                <a:ext cx="3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D50704E-3D97-DDDA-C862-4B2E9408E4E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68627" y="585818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DD3167B-1037-1E45-E26E-3EBAAB73DE78}"/>
                    </a:ext>
                  </a:extLst>
                </p14:cNvPr>
                <p14:cNvContentPartPr/>
                <p14:nvPr/>
              </p14:nvContentPartPr>
              <p14:xfrm>
                <a:off x="3746867" y="5740827"/>
                <a:ext cx="298080" cy="424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DD3167B-1037-1E45-E26E-3EBAAB73DE7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742547" y="5736147"/>
                  <a:ext cx="30672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EF6D3DF-7366-CE5C-9BF1-139B8A9F7C6C}"/>
                    </a:ext>
                  </a:extLst>
                </p14:cNvPr>
                <p14:cNvContentPartPr/>
                <p14:nvPr/>
              </p14:nvContentPartPr>
              <p14:xfrm>
                <a:off x="4173467" y="5745867"/>
                <a:ext cx="241560" cy="384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EF6D3DF-7366-CE5C-9BF1-139B8A9F7C6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169147" y="5741547"/>
                  <a:ext cx="25020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9B660AA-4025-7AF7-B973-70EE68BAC59F}"/>
                    </a:ext>
                  </a:extLst>
                </p14:cNvPr>
                <p14:cNvContentPartPr/>
                <p14:nvPr/>
              </p14:nvContentPartPr>
              <p14:xfrm>
                <a:off x="4562267" y="5630667"/>
                <a:ext cx="366120" cy="438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9B660AA-4025-7AF7-B973-70EE68BAC59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557947" y="5626347"/>
                  <a:ext cx="37476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3DB9EB8-427B-BCAA-6B36-110E85B70666}"/>
                    </a:ext>
                  </a:extLst>
                </p14:cNvPr>
                <p14:cNvContentPartPr/>
                <p14:nvPr/>
              </p14:nvContentPartPr>
              <p14:xfrm>
                <a:off x="4713827" y="5965107"/>
                <a:ext cx="86760" cy="133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3DB9EB8-427B-BCAA-6B36-110E85B7066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709507" y="5960787"/>
                  <a:ext cx="954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3EA72AA-3E2A-A138-643C-64E8EDBE431E}"/>
              </a:ext>
            </a:extLst>
          </p:cNvPr>
          <p:cNvGrpSpPr/>
          <p:nvPr/>
        </p:nvGrpSpPr>
        <p:grpSpPr>
          <a:xfrm>
            <a:off x="5404667" y="5553627"/>
            <a:ext cx="1399320" cy="439560"/>
            <a:chOff x="5404667" y="5553627"/>
            <a:chExt cx="139932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A523993-9234-46D6-CE44-024DE628EE28}"/>
                    </a:ext>
                  </a:extLst>
                </p14:cNvPr>
                <p14:cNvContentPartPr/>
                <p14:nvPr/>
              </p14:nvContentPartPr>
              <p14:xfrm>
                <a:off x="5404667" y="5553627"/>
                <a:ext cx="503280" cy="439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A523993-9234-46D6-CE44-024DE628EE2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400347" y="5549307"/>
                  <a:ext cx="51192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A50948D-55F6-C58E-316F-47874CF7AB7D}"/>
                    </a:ext>
                  </a:extLst>
                </p14:cNvPr>
                <p14:cNvContentPartPr/>
                <p14:nvPr/>
              </p14:nvContentPartPr>
              <p14:xfrm>
                <a:off x="5883467" y="5833347"/>
                <a:ext cx="457200" cy="110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A50948D-55F6-C58E-316F-47874CF7AB7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79147" y="5829027"/>
                  <a:ext cx="465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732CD65-9AB0-A7BF-D0A7-390B32C7515D}"/>
                    </a:ext>
                  </a:extLst>
                </p14:cNvPr>
                <p14:cNvContentPartPr/>
                <p14:nvPr/>
              </p14:nvContentPartPr>
              <p14:xfrm>
                <a:off x="6401507" y="5797347"/>
                <a:ext cx="144720" cy="116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732CD65-9AB0-A7BF-D0A7-390B32C7515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397187" y="5793027"/>
                  <a:ext cx="15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791682C-C1DA-5771-36F6-D0B52401824F}"/>
                    </a:ext>
                  </a:extLst>
                </p14:cNvPr>
                <p14:cNvContentPartPr/>
                <p14:nvPr/>
              </p14:nvContentPartPr>
              <p14:xfrm>
                <a:off x="6624347" y="5809947"/>
                <a:ext cx="179640" cy="105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791682C-C1DA-5771-36F6-D0B52401824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20027" y="5805627"/>
                  <a:ext cx="18828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99C4574-787C-ED97-2E5E-6984B0FDF490}"/>
              </a:ext>
            </a:extLst>
          </p:cNvPr>
          <p:cNvGrpSpPr/>
          <p:nvPr/>
        </p:nvGrpSpPr>
        <p:grpSpPr>
          <a:xfrm>
            <a:off x="7158587" y="5704107"/>
            <a:ext cx="484920" cy="151200"/>
            <a:chOff x="7158587" y="5704107"/>
            <a:chExt cx="484920" cy="15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1F17728-898B-B977-0C48-1C1BBEEF5AF0}"/>
                    </a:ext>
                  </a:extLst>
                </p14:cNvPr>
                <p14:cNvContentPartPr/>
                <p14:nvPr/>
              </p14:nvContentPartPr>
              <p14:xfrm>
                <a:off x="7158587" y="5744067"/>
                <a:ext cx="270000" cy="111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1F17728-898B-B977-0C48-1C1BBEEF5AF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54267" y="5739747"/>
                  <a:ext cx="278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CA12B5-0A1D-73D1-A8B5-EB4C5FAEF7BD}"/>
                    </a:ext>
                  </a:extLst>
                </p14:cNvPr>
                <p14:cNvContentPartPr/>
                <p14:nvPr/>
              </p14:nvContentPartPr>
              <p14:xfrm>
                <a:off x="7505267" y="5704107"/>
                <a:ext cx="138240" cy="129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CA12B5-0A1D-73D1-A8B5-EB4C5FAEF7B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500947" y="5699787"/>
                  <a:ext cx="1468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369D8EB-F349-F54A-0BE6-6DEA3BACEC5A}"/>
              </a:ext>
            </a:extLst>
          </p:cNvPr>
          <p:cNvGrpSpPr/>
          <p:nvPr/>
        </p:nvGrpSpPr>
        <p:grpSpPr>
          <a:xfrm>
            <a:off x="8148947" y="5524467"/>
            <a:ext cx="885600" cy="324720"/>
            <a:chOff x="8148947" y="5524467"/>
            <a:chExt cx="8856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9AA43F-7728-FDE3-D283-828582BF05B5}"/>
                    </a:ext>
                  </a:extLst>
                </p14:cNvPr>
                <p14:cNvContentPartPr/>
                <p14:nvPr/>
              </p14:nvContentPartPr>
              <p14:xfrm>
                <a:off x="8148947" y="5694747"/>
                <a:ext cx="329760" cy="13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9AA43F-7728-FDE3-D283-828582BF05B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144627" y="5690427"/>
                  <a:ext cx="3384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6DD3C4F-0884-0E19-8B8D-AD51D713EA97}"/>
                    </a:ext>
                  </a:extLst>
                </p14:cNvPr>
                <p14:cNvContentPartPr/>
                <p14:nvPr/>
              </p14:nvContentPartPr>
              <p14:xfrm>
                <a:off x="8525507" y="5773947"/>
                <a:ext cx="59040" cy="62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6DD3C4F-0884-0E19-8B8D-AD51D713EA9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521187" y="5769627"/>
                  <a:ext cx="67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813E8D-C138-C91C-4FC9-42482EA5297D}"/>
                    </a:ext>
                  </a:extLst>
                </p14:cNvPr>
                <p14:cNvContentPartPr/>
                <p14:nvPr/>
              </p14:nvContentPartPr>
              <p14:xfrm>
                <a:off x="8630267" y="5524467"/>
                <a:ext cx="16560" cy="46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E813E8D-C138-C91C-4FC9-42482EA5297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625947" y="5520147"/>
                  <a:ext cx="252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39655E-4353-8DD7-1031-783DC8DE6B3B}"/>
                    </a:ext>
                  </a:extLst>
                </p14:cNvPr>
                <p14:cNvContentPartPr/>
                <p14:nvPr/>
              </p14:nvContentPartPr>
              <p14:xfrm>
                <a:off x="8705867" y="5547507"/>
                <a:ext cx="328680" cy="301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39655E-4353-8DD7-1031-783DC8DE6B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701547" y="5543187"/>
                  <a:ext cx="33732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8700B4A-62EA-420B-9464-121E33434FC0}"/>
              </a:ext>
            </a:extLst>
          </p:cNvPr>
          <p:cNvGrpSpPr/>
          <p:nvPr/>
        </p:nvGrpSpPr>
        <p:grpSpPr>
          <a:xfrm>
            <a:off x="9419747" y="5379387"/>
            <a:ext cx="385200" cy="450360"/>
            <a:chOff x="9419747" y="5379387"/>
            <a:chExt cx="38520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0052810-9345-D2A5-80FF-9372EE9FA79A}"/>
                    </a:ext>
                  </a:extLst>
                </p14:cNvPr>
                <p14:cNvContentPartPr/>
                <p14:nvPr/>
              </p14:nvContentPartPr>
              <p14:xfrm>
                <a:off x="9419747" y="5379387"/>
                <a:ext cx="209520" cy="405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0052810-9345-D2A5-80FF-9372EE9FA79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415427" y="5375067"/>
                  <a:ext cx="2181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7B04868-137E-0B95-AC7F-D4AD9FCCC2A5}"/>
                    </a:ext>
                  </a:extLst>
                </p14:cNvPr>
                <p14:cNvContentPartPr/>
                <p14:nvPr/>
              </p14:nvContentPartPr>
              <p14:xfrm>
                <a:off x="9670307" y="5668827"/>
                <a:ext cx="134640" cy="160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7B04868-137E-0B95-AC7F-D4AD9FCCC2A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665987" y="5664507"/>
                  <a:ext cx="14328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00D6DA4-1205-0716-55D4-68CEEC1578D8}"/>
                  </a:ext>
                </a:extLst>
              </p14:cNvPr>
              <p14:cNvContentPartPr/>
              <p14:nvPr/>
            </p14:nvContentPartPr>
            <p14:xfrm>
              <a:off x="9997907" y="5546067"/>
              <a:ext cx="3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00D6DA4-1205-0716-55D4-68CEEC1578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93587" y="5541747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B3DCE8D-6F84-87A4-2D8B-F321E1C69B42}"/>
              </a:ext>
            </a:extLst>
          </p:cNvPr>
          <p:cNvGrpSpPr/>
          <p:nvPr/>
        </p:nvGrpSpPr>
        <p:grpSpPr>
          <a:xfrm>
            <a:off x="5416547" y="6193707"/>
            <a:ext cx="2553120" cy="525600"/>
            <a:chOff x="5416547" y="6193707"/>
            <a:chExt cx="2553120" cy="52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7EAB8F-F1B9-FE07-7B51-A8E5CD04A689}"/>
                    </a:ext>
                  </a:extLst>
                </p14:cNvPr>
                <p14:cNvContentPartPr/>
                <p14:nvPr/>
              </p14:nvContentPartPr>
              <p14:xfrm>
                <a:off x="5416547" y="6314667"/>
                <a:ext cx="354600" cy="404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7EAB8F-F1B9-FE07-7B51-A8E5CD04A68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12227" y="6310347"/>
                  <a:ext cx="36324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B4B9723-5CA1-3B16-FC9B-C556DFC528E7}"/>
                    </a:ext>
                  </a:extLst>
                </p14:cNvPr>
                <p14:cNvContentPartPr/>
                <p14:nvPr/>
              </p14:nvContentPartPr>
              <p14:xfrm>
                <a:off x="5438147" y="6497907"/>
                <a:ext cx="371520" cy="65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B4B9723-5CA1-3B16-FC9B-C556DFC528E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33827" y="6493587"/>
                  <a:ext cx="380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C333613-48B9-EF12-283D-B9F1868A2888}"/>
                    </a:ext>
                  </a:extLst>
                </p14:cNvPr>
                <p14:cNvContentPartPr/>
                <p14:nvPr/>
              </p14:nvContentPartPr>
              <p14:xfrm>
                <a:off x="5858267" y="6362907"/>
                <a:ext cx="61200" cy="65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C333613-48B9-EF12-283D-B9F1868A288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53947" y="6358587"/>
                  <a:ext cx="69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990288-F59F-77F6-0BF0-AC300A82593C}"/>
                    </a:ext>
                  </a:extLst>
                </p14:cNvPr>
                <p14:cNvContentPartPr/>
                <p14:nvPr/>
              </p14:nvContentPartPr>
              <p14:xfrm>
                <a:off x="5937467" y="6480627"/>
                <a:ext cx="268920" cy="77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990288-F59F-77F6-0BF0-AC300A82593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33147" y="6476307"/>
                  <a:ext cx="277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98620C0-DA7E-FC0B-1BC8-0AE91A4F2761}"/>
                    </a:ext>
                  </a:extLst>
                </p14:cNvPr>
                <p14:cNvContentPartPr/>
                <p14:nvPr/>
              </p14:nvContentPartPr>
              <p14:xfrm>
                <a:off x="6242027" y="6490347"/>
                <a:ext cx="76320" cy="57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98620C0-DA7E-FC0B-1BC8-0AE91A4F276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37707" y="6486027"/>
                  <a:ext cx="84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3F110DC-294A-405F-04F2-017107C1F266}"/>
                    </a:ext>
                  </a:extLst>
                </p14:cNvPr>
                <p14:cNvContentPartPr/>
                <p14:nvPr/>
              </p14:nvContentPartPr>
              <p14:xfrm>
                <a:off x="6291347" y="6330867"/>
                <a:ext cx="74160" cy="48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3F110DC-294A-405F-04F2-017107C1F2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87027" y="6326547"/>
                  <a:ext cx="82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0B1F380-E351-03D0-FB1E-ECD93A77DF79}"/>
                    </a:ext>
                  </a:extLst>
                </p14:cNvPr>
                <p14:cNvContentPartPr/>
                <p14:nvPr/>
              </p14:nvContentPartPr>
              <p14:xfrm>
                <a:off x="6362987" y="6193707"/>
                <a:ext cx="420840" cy="358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0B1F380-E351-03D0-FB1E-ECD93A77DF7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358667" y="6189387"/>
                  <a:ext cx="4294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76B6B33-B206-E7FF-4013-0B8128C60743}"/>
                    </a:ext>
                  </a:extLst>
                </p14:cNvPr>
                <p14:cNvContentPartPr/>
                <p14:nvPr/>
              </p14:nvContentPartPr>
              <p14:xfrm>
                <a:off x="6796067" y="6447507"/>
                <a:ext cx="252720" cy="68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76B6B33-B206-E7FF-4013-0B8128C6074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91747" y="6443187"/>
                  <a:ext cx="2613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DBFD290-630C-0A01-57C0-8833CA71DECB}"/>
                    </a:ext>
                  </a:extLst>
                </p14:cNvPr>
                <p14:cNvContentPartPr/>
                <p14:nvPr/>
              </p14:nvContentPartPr>
              <p14:xfrm>
                <a:off x="6980747" y="6225747"/>
                <a:ext cx="358920" cy="328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DBFD290-630C-0A01-57C0-8833CA71DEC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76427" y="6221427"/>
                  <a:ext cx="3675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10A7AB-EF40-1186-AF63-700722EE7DE1}"/>
                    </a:ext>
                  </a:extLst>
                </p14:cNvPr>
                <p14:cNvContentPartPr/>
                <p14:nvPr/>
              </p14:nvContentPartPr>
              <p14:xfrm>
                <a:off x="7527947" y="6202707"/>
                <a:ext cx="280080" cy="315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10A7AB-EF40-1186-AF63-700722EE7D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23627" y="6198387"/>
                  <a:ext cx="2887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063BBBD-2D3D-0B79-92D5-98303270E383}"/>
                    </a:ext>
                  </a:extLst>
                </p14:cNvPr>
                <p14:cNvContentPartPr/>
                <p14:nvPr/>
              </p14:nvContentPartPr>
              <p14:xfrm>
                <a:off x="7818827" y="6405747"/>
                <a:ext cx="92880" cy="53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063BBBD-2D3D-0B79-92D5-98303270E3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814507" y="6401427"/>
                  <a:ext cx="101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9930AD4-996A-B8CC-3A12-3C00128D90EE}"/>
                    </a:ext>
                  </a:extLst>
                </p14:cNvPr>
                <p14:cNvContentPartPr/>
                <p14:nvPr/>
              </p14:nvContentPartPr>
              <p14:xfrm>
                <a:off x="7747907" y="6404667"/>
                <a:ext cx="221760" cy="276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9930AD4-996A-B8CC-3A12-3C00128D90E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743587" y="6400347"/>
                  <a:ext cx="230400" cy="28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4C61FE6-7380-0E25-41D4-A7F13D207AAD}"/>
              </a:ext>
            </a:extLst>
          </p:cNvPr>
          <p:cNvGrpSpPr/>
          <p:nvPr/>
        </p:nvGrpSpPr>
        <p:grpSpPr>
          <a:xfrm>
            <a:off x="8434427" y="6150147"/>
            <a:ext cx="875160" cy="287280"/>
            <a:chOff x="8434427" y="6150147"/>
            <a:chExt cx="87516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6DC3DB7-EFB6-8C92-4CA5-438E56878F6B}"/>
                    </a:ext>
                  </a:extLst>
                </p14:cNvPr>
                <p14:cNvContentPartPr/>
                <p14:nvPr/>
              </p14:nvContentPartPr>
              <p14:xfrm>
                <a:off x="8434427" y="6150147"/>
                <a:ext cx="198360" cy="286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6DC3DB7-EFB6-8C92-4CA5-438E56878F6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430107" y="6145827"/>
                  <a:ext cx="2070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CE913D-795E-B8C3-5F8E-FEFD00A9AF3F}"/>
                    </a:ext>
                  </a:extLst>
                </p14:cNvPr>
                <p14:cNvContentPartPr/>
                <p14:nvPr/>
              </p14:nvContentPartPr>
              <p14:xfrm>
                <a:off x="8435507" y="6328707"/>
                <a:ext cx="212760" cy="91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CE913D-795E-B8C3-5F8E-FEFD00A9AF3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431187" y="6324387"/>
                  <a:ext cx="221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D1DD717-B43D-D2FB-DFA3-46D842895D1A}"/>
                    </a:ext>
                  </a:extLst>
                </p14:cNvPr>
                <p14:cNvContentPartPr/>
                <p14:nvPr/>
              </p14:nvContentPartPr>
              <p14:xfrm>
                <a:off x="8692187" y="6217467"/>
                <a:ext cx="37800" cy="80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D1DD717-B43D-D2FB-DFA3-46D842895D1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687867" y="6213147"/>
                  <a:ext cx="464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334E35-9997-9CA4-CABE-A4CFC5899A4A}"/>
                    </a:ext>
                  </a:extLst>
                </p14:cNvPr>
                <p14:cNvContentPartPr/>
                <p14:nvPr/>
              </p14:nvContentPartPr>
              <p14:xfrm>
                <a:off x="8738267" y="6332307"/>
                <a:ext cx="305280" cy="83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334E35-9997-9CA4-CABE-A4CFC5899A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733947" y="6327987"/>
                  <a:ext cx="3139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8C3D6EC-3200-C5B0-C377-D0A371104E49}"/>
                    </a:ext>
                  </a:extLst>
                </p14:cNvPr>
                <p14:cNvContentPartPr/>
                <p14:nvPr/>
              </p14:nvContentPartPr>
              <p14:xfrm>
                <a:off x="9138947" y="6309627"/>
                <a:ext cx="170640" cy="127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8C3D6EC-3200-C5B0-C377-D0A371104E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134627" y="6305307"/>
                  <a:ext cx="1792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8877870-2FC7-BC94-2A6D-DB56F92F2FBA}"/>
              </a:ext>
            </a:extLst>
          </p:cNvPr>
          <p:cNvGrpSpPr/>
          <p:nvPr/>
        </p:nvGrpSpPr>
        <p:grpSpPr>
          <a:xfrm>
            <a:off x="9766787" y="6174987"/>
            <a:ext cx="526680" cy="304560"/>
            <a:chOff x="9766787" y="6174987"/>
            <a:chExt cx="52668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894FBE0-1C1C-D1A6-BFDA-FFCBE4E6373D}"/>
                    </a:ext>
                  </a:extLst>
                </p14:cNvPr>
                <p14:cNvContentPartPr/>
                <p14:nvPr/>
              </p14:nvContentPartPr>
              <p14:xfrm>
                <a:off x="9766787" y="6197667"/>
                <a:ext cx="128880" cy="248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894FBE0-1C1C-D1A6-BFDA-FFCBE4E637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762467" y="6193347"/>
                  <a:ext cx="1375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B393176-81B5-766F-906D-8C85172E766D}"/>
                    </a:ext>
                  </a:extLst>
                </p14:cNvPr>
                <p14:cNvContentPartPr/>
                <p14:nvPr/>
              </p14:nvContentPartPr>
              <p14:xfrm>
                <a:off x="9997907" y="6174987"/>
                <a:ext cx="190800" cy="304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B393176-81B5-766F-906D-8C85172E766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993587" y="6170667"/>
                  <a:ext cx="1994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DF8BD71-9FE1-EAFE-A773-FD2294B6D462}"/>
                    </a:ext>
                  </a:extLst>
                </p14:cNvPr>
                <p14:cNvContentPartPr/>
                <p14:nvPr/>
              </p14:nvContentPartPr>
              <p14:xfrm>
                <a:off x="10035347" y="6303147"/>
                <a:ext cx="203400" cy="27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DF8BD71-9FE1-EAFE-A773-FD2294B6D4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031027" y="6298827"/>
                  <a:ext cx="212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B02FD54-1DEF-ADB8-0F0C-101347FD9EC8}"/>
                    </a:ext>
                  </a:extLst>
                </p14:cNvPr>
                <p14:cNvContentPartPr/>
                <p14:nvPr/>
              </p14:nvContentPartPr>
              <p14:xfrm>
                <a:off x="10282307" y="6383067"/>
                <a:ext cx="11160" cy="25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B02FD54-1DEF-ADB8-0F0C-101347FD9EC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77987" y="6378747"/>
                  <a:ext cx="19800" cy="33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6816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E227B27-5495-1913-4C22-770DB964A013}"/>
                  </a:ext>
                </a:extLst>
              </p14:cNvPr>
              <p14:cNvContentPartPr/>
              <p14:nvPr/>
            </p14:nvContentPartPr>
            <p14:xfrm>
              <a:off x="4721387" y="1293027"/>
              <a:ext cx="11160" cy="2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E227B27-5495-1913-4C22-770DB964A01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17067" y="1288707"/>
                <a:ext cx="19800" cy="1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B374BFE1-5A78-2945-76DA-E32FACB6EBD6}"/>
              </a:ext>
            </a:extLst>
          </p:cNvPr>
          <p:cNvGrpSpPr/>
          <p:nvPr/>
        </p:nvGrpSpPr>
        <p:grpSpPr>
          <a:xfrm>
            <a:off x="137867" y="105227"/>
            <a:ext cx="12945480" cy="7084440"/>
            <a:chOff x="137867" y="105227"/>
            <a:chExt cx="12945480" cy="708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6C616AA-F205-BD0E-124B-F35BF491FCF4}"/>
                    </a:ext>
                  </a:extLst>
                </p14:cNvPr>
                <p14:cNvContentPartPr/>
                <p14:nvPr/>
              </p14:nvContentPartPr>
              <p14:xfrm>
                <a:off x="4436987" y="2097440"/>
                <a:ext cx="261360" cy="274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6C616AA-F205-BD0E-124B-F35BF491FCF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32667" y="2093120"/>
                  <a:ext cx="270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2EB2313-9CAC-6582-0D8D-6AF2AA329B8B}"/>
                    </a:ext>
                  </a:extLst>
                </p14:cNvPr>
                <p14:cNvContentPartPr/>
                <p14:nvPr/>
              </p14:nvContentPartPr>
              <p14:xfrm>
                <a:off x="4762067" y="1887920"/>
                <a:ext cx="306360" cy="430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2EB2313-9CAC-6582-0D8D-6AF2AA329B8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57747" y="1883600"/>
                  <a:ext cx="31500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F36E417-7233-693D-CA7E-1C6BF347682F}"/>
                    </a:ext>
                  </a:extLst>
                </p14:cNvPr>
                <p14:cNvContentPartPr/>
                <p14:nvPr/>
              </p14:nvContentPartPr>
              <p14:xfrm>
                <a:off x="5037467" y="2157200"/>
                <a:ext cx="304560" cy="172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F36E417-7233-693D-CA7E-1C6BF34768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33147" y="2152880"/>
                  <a:ext cx="313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03F202C-6954-AFA5-7A08-B17CE1F5D488}"/>
                    </a:ext>
                  </a:extLst>
                </p14:cNvPr>
                <p14:cNvContentPartPr/>
                <p14:nvPr/>
              </p14:nvContentPartPr>
              <p14:xfrm>
                <a:off x="5455067" y="1930400"/>
                <a:ext cx="158760" cy="415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03F202C-6954-AFA5-7A08-B17CE1F5D48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450747" y="1926080"/>
                  <a:ext cx="1674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9D5D19-70AA-85C2-544F-F88235C8A0A4}"/>
                    </a:ext>
                  </a:extLst>
                </p14:cNvPr>
                <p14:cNvContentPartPr/>
                <p14:nvPr/>
              </p14:nvContentPartPr>
              <p14:xfrm>
                <a:off x="5482787" y="2174120"/>
                <a:ext cx="220680" cy="178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9D5D19-70AA-85C2-544F-F88235C8A0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78467" y="2169800"/>
                  <a:ext cx="2293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935652-7C9F-CD10-B9FB-1A6017AB0924}"/>
                    </a:ext>
                  </a:extLst>
                </p14:cNvPr>
                <p14:cNvContentPartPr/>
                <p14:nvPr/>
              </p14:nvContentPartPr>
              <p14:xfrm>
                <a:off x="5783387" y="2131640"/>
                <a:ext cx="123480" cy="242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935652-7C9F-CD10-B9FB-1A6017AB092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79067" y="2127320"/>
                  <a:ext cx="132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35A147-3154-23A5-EA13-584B6B556AFB}"/>
                    </a:ext>
                  </a:extLst>
                </p14:cNvPr>
                <p14:cNvContentPartPr/>
                <p14:nvPr/>
              </p14:nvContentPartPr>
              <p14:xfrm>
                <a:off x="6058427" y="1992680"/>
                <a:ext cx="177840" cy="343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35A147-3154-23A5-EA13-584B6B556AF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54107" y="1988360"/>
                  <a:ext cx="1864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7EBF42-01CC-3C5A-839A-9FC728A914E2}"/>
                    </a:ext>
                  </a:extLst>
                </p14:cNvPr>
                <p14:cNvContentPartPr/>
                <p14:nvPr/>
              </p14:nvContentPartPr>
              <p14:xfrm>
                <a:off x="5996147" y="2225600"/>
                <a:ext cx="325440" cy="9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7EBF42-01CC-3C5A-839A-9FC728A914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91827" y="2221280"/>
                  <a:ext cx="3340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732D690-AEE1-07EF-2D45-BF448BB84F12}"/>
                    </a:ext>
                  </a:extLst>
                </p14:cNvPr>
                <p14:cNvContentPartPr/>
                <p14:nvPr/>
              </p14:nvContentPartPr>
              <p14:xfrm>
                <a:off x="4255187" y="2623400"/>
                <a:ext cx="16560" cy="326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732D690-AEE1-07EF-2D45-BF448BB84F1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50867" y="2619080"/>
                  <a:ext cx="2520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7F680DA-A26B-4D32-9660-1DC18464F41D}"/>
                    </a:ext>
                  </a:extLst>
                </p14:cNvPr>
                <p14:cNvContentPartPr/>
                <p14:nvPr/>
              </p14:nvContentPartPr>
              <p14:xfrm>
                <a:off x="4345187" y="2503520"/>
                <a:ext cx="177120" cy="160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7F680DA-A26B-4D32-9660-1DC18464F41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40867" y="2499200"/>
                  <a:ext cx="185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836BA7-49EC-E61B-2DDC-36EC6EA6E3EE}"/>
                    </a:ext>
                  </a:extLst>
                </p14:cNvPr>
                <p14:cNvContentPartPr/>
                <p14:nvPr/>
              </p14:nvContentPartPr>
              <p14:xfrm>
                <a:off x="4470467" y="2806280"/>
                <a:ext cx="127440" cy="117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836BA7-49EC-E61B-2DDC-36EC6EA6E3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66147" y="2801960"/>
                  <a:ext cx="1360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C636858-A4D1-DC98-A2A1-02B481ECAF81}"/>
                    </a:ext>
                  </a:extLst>
                </p14:cNvPr>
                <p14:cNvContentPartPr/>
                <p14:nvPr/>
              </p14:nvContentPartPr>
              <p14:xfrm>
                <a:off x="4830467" y="2737520"/>
                <a:ext cx="141480" cy="207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C636858-A4D1-DC98-A2A1-02B481ECAF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26147" y="2733200"/>
                  <a:ext cx="1501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81E8026-D64A-29B7-F201-7EEA7882F9AD}"/>
                    </a:ext>
                  </a:extLst>
                </p14:cNvPr>
                <p14:cNvContentPartPr/>
                <p14:nvPr/>
              </p14:nvContentPartPr>
              <p14:xfrm>
                <a:off x="5023067" y="2756240"/>
                <a:ext cx="164880" cy="233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81E8026-D64A-29B7-F201-7EEA7882F9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18747" y="2751920"/>
                  <a:ext cx="17352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0FB45A9-4DB3-61F8-758B-AD5FD181DC51}"/>
                    </a:ext>
                  </a:extLst>
                </p14:cNvPr>
                <p14:cNvContentPartPr/>
                <p14:nvPr/>
              </p14:nvContentPartPr>
              <p14:xfrm>
                <a:off x="5309627" y="2839400"/>
                <a:ext cx="34560" cy="70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0FB45A9-4DB3-61F8-758B-AD5FD181DC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05307" y="2835080"/>
                  <a:ext cx="43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3B379D-49E4-4180-4BF8-FEBEBC0E3565}"/>
                    </a:ext>
                  </a:extLst>
                </p14:cNvPr>
                <p14:cNvContentPartPr/>
                <p14:nvPr/>
              </p14:nvContentPartPr>
              <p14:xfrm>
                <a:off x="5452907" y="2616920"/>
                <a:ext cx="32400" cy="21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3B379D-49E4-4180-4BF8-FEBEBC0E356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48587" y="2612600"/>
                  <a:ext cx="41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DFB3F6C-01CD-C3F8-1337-33E3C75EE667}"/>
                    </a:ext>
                  </a:extLst>
                </p14:cNvPr>
                <p14:cNvContentPartPr/>
                <p14:nvPr/>
              </p14:nvContentPartPr>
              <p14:xfrm>
                <a:off x="5531747" y="2597840"/>
                <a:ext cx="129960" cy="379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DFB3F6C-01CD-C3F8-1337-33E3C75EE66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27427" y="2593520"/>
                  <a:ext cx="1386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61C2315-A58C-658F-D2B8-69250AD388FF}"/>
                    </a:ext>
                  </a:extLst>
                </p14:cNvPr>
                <p14:cNvContentPartPr/>
                <p14:nvPr/>
              </p14:nvContentPartPr>
              <p14:xfrm>
                <a:off x="5709587" y="2608640"/>
                <a:ext cx="122400" cy="346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61C2315-A58C-658F-D2B8-69250AD388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705267" y="2604320"/>
                  <a:ext cx="1310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91383C6-2EA1-BCAC-4DB5-7931F4807350}"/>
                    </a:ext>
                  </a:extLst>
                </p14:cNvPr>
                <p14:cNvContentPartPr/>
                <p14:nvPr/>
              </p14:nvContentPartPr>
              <p14:xfrm>
                <a:off x="5878427" y="2818160"/>
                <a:ext cx="77400" cy="190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91383C6-2EA1-BCAC-4DB5-7931F480735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74107" y="2813840"/>
                  <a:ext cx="860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DFB4621-9C1E-F6A0-936B-31341A77AB98}"/>
                    </a:ext>
                  </a:extLst>
                </p14:cNvPr>
                <p14:cNvContentPartPr/>
                <p14:nvPr/>
              </p14:nvContentPartPr>
              <p14:xfrm>
                <a:off x="4693667" y="3224600"/>
                <a:ext cx="36720" cy="176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DFB4621-9C1E-F6A0-936B-31341A77AB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89347" y="3220280"/>
                  <a:ext cx="453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BE89F7C-6643-3808-0B4F-4ECC24D955AB}"/>
                    </a:ext>
                  </a:extLst>
                </p14:cNvPr>
                <p14:cNvContentPartPr/>
                <p14:nvPr/>
              </p14:nvContentPartPr>
              <p14:xfrm>
                <a:off x="4479827" y="3130280"/>
                <a:ext cx="450000" cy="411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BE89F7C-6643-3808-0B4F-4ECC24D955A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75507" y="3125960"/>
                  <a:ext cx="45864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9BC6F45-BE5C-E2F4-9CC4-50E629D992C2}"/>
                    </a:ext>
                  </a:extLst>
                </p14:cNvPr>
                <p14:cNvContentPartPr/>
                <p14:nvPr/>
              </p14:nvContentPartPr>
              <p14:xfrm>
                <a:off x="5045387" y="3323960"/>
                <a:ext cx="238680" cy="128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9BC6F45-BE5C-E2F4-9CC4-50E629D992C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041067" y="3319640"/>
                  <a:ext cx="247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B54C8EC-A78B-C7CA-46FF-CC873E83F255}"/>
                    </a:ext>
                  </a:extLst>
                </p14:cNvPr>
                <p14:cNvContentPartPr/>
                <p14:nvPr/>
              </p14:nvContentPartPr>
              <p14:xfrm>
                <a:off x="5298827" y="3190400"/>
                <a:ext cx="145800" cy="227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B54C8EC-A78B-C7CA-46FF-CC873E83F25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94507" y="3186080"/>
                  <a:ext cx="154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8CAEAC8-0BE6-1406-31E0-2AA889EB4080}"/>
                    </a:ext>
                  </a:extLst>
                </p14:cNvPr>
                <p14:cNvContentPartPr/>
                <p14:nvPr/>
              </p14:nvContentPartPr>
              <p14:xfrm>
                <a:off x="5448227" y="3295160"/>
                <a:ext cx="182880" cy="124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8CAEAC8-0BE6-1406-31E0-2AA889EB40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43907" y="3290840"/>
                  <a:ext cx="191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D639A9F-E874-FEAF-63CF-5CF670F03E9E}"/>
                    </a:ext>
                  </a:extLst>
                </p14:cNvPr>
                <p14:cNvContentPartPr/>
                <p14:nvPr/>
              </p14:nvContentPartPr>
              <p14:xfrm>
                <a:off x="5705267" y="3138920"/>
                <a:ext cx="94320" cy="274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D639A9F-E874-FEAF-63CF-5CF670F03E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00947" y="3134600"/>
                  <a:ext cx="1029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C9DE505-699A-3814-5E73-EE31F584F2C1}"/>
                    </a:ext>
                  </a:extLst>
                </p14:cNvPr>
                <p14:cNvContentPartPr/>
                <p14:nvPr/>
              </p14:nvContentPartPr>
              <p14:xfrm>
                <a:off x="5656307" y="3300560"/>
                <a:ext cx="182160" cy="86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C9DE505-699A-3814-5E73-EE31F584F2C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651987" y="3296240"/>
                  <a:ext cx="190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8156557-465B-49C4-184E-EFBB65242EBF}"/>
                    </a:ext>
                  </a:extLst>
                </p14:cNvPr>
                <p14:cNvContentPartPr/>
                <p14:nvPr/>
              </p14:nvContentPartPr>
              <p14:xfrm>
                <a:off x="5934227" y="3207320"/>
                <a:ext cx="17640" cy="43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8156557-465B-49C4-184E-EFBB65242EB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9907" y="3203000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B662F8A-8748-8B74-7026-0A18C41E5B4B}"/>
                    </a:ext>
                  </a:extLst>
                </p14:cNvPr>
                <p14:cNvContentPartPr/>
                <p14:nvPr/>
              </p14:nvContentPartPr>
              <p14:xfrm>
                <a:off x="5895347" y="3207320"/>
                <a:ext cx="408960" cy="206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B662F8A-8748-8B74-7026-0A18C41E5B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891027" y="3203000"/>
                  <a:ext cx="4176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F870AD-2324-CD3E-3CC6-A3F08851707F}"/>
                    </a:ext>
                  </a:extLst>
                </p14:cNvPr>
                <p14:cNvContentPartPr/>
                <p14:nvPr/>
              </p14:nvContentPartPr>
              <p14:xfrm>
                <a:off x="4408547" y="700640"/>
                <a:ext cx="191880" cy="328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F870AD-2324-CD3E-3CC6-A3F0885170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04227" y="696320"/>
                  <a:ext cx="2005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B2193F-41F9-05C5-0EBB-6E5C0034D4AD}"/>
                    </a:ext>
                  </a:extLst>
                </p14:cNvPr>
                <p14:cNvContentPartPr/>
                <p14:nvPr/>
              </p14:nvContentPartPr>
              <p14:xfrm>
                <a:off x="4586747" y="995840"/>
                <a:ext cx="163080" cy="348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B2193F-41F9-05C5-0EBB-6E5C0034D4A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82427" y="991520"/>
                  <a:ext cx="1717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BFE608E-BDA8-F598-E1E7-DCD8A3E75D0B}"/>
                    </a:ext>
                  </a:extLst>
                </p14:cNvPr>
                <p14:cNvContentPartPr/>
                <p14:nvPr/>
              </p14:nvContentPartPr>
              <p14:xfrm>
                <a:off x="4725707" y="856880"/>
                <a:ext cx="131400" cy="135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BFE608E-BDA8-F598-E1E7-DCD8A3E75D0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1387" y="852560"/>
                  <a:ext cx="140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7D574E0-3D43-3B53-242F-6D5BE5B1DA9D}"/>
                    </a:ext>
                  </a:extLst>
                </p14:cNvPr>
                <p14:cNvContentPartPr/>
                <p14:nvPr/>
              </p14:nvContentPartPr>
              <p14:xfrm>
                <a:off x="5012267" y="611000"/>
                <a:ext cx="207720" cy="366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7D574E0-3D43-3B53-242F-6D5BE5B1DA9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07947" y="606680"/>
                  <a:ext cx="2163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7968124-F499-19FE-6DD1-E07742B364DB}"/>
                    </a:ext>
                  </a:extLst>
                </p14:cNvPr>
                <p14:cNvContentPartPr/>
                <p14:nvPr/>
              </p14:nvContentPartPr>
              <p14:xfrm>
                <a:off x="5044307" y="790280"/>
                <a:ext cx="185760" cy="167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7968124-F499-19FE-6DD1-E07742B364D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39987" y="785960"/>
                  <a:ext cx="194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C545B64-5D84-49CD-91F1-99316AF5175E}"/>
                    </a:ext>
                  </a:extLst>
                </p14:cNvPr>
                <p14:cNvContentPartPr/>
                <p14:nvPr/>
              </p14:nvContentPartPr>
              <p14:xfrm>
                <a:off x="5273267" y="681560"/>
                <a:ext cx="38880" cy="4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C545B64-5D84-49CD-91F1-99316AF517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68947" y="677240"/>
                  <a:ext cx="47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90888B2-CBB3-5872-3E96-5F9A543953A7}"/>
                    </a:ext>
                  </a:extLst>
                </p14:cNvPr>
                <p14:cNvContentPartPr/>
                <p14:nvPr/>
              </p14:nvContentPartPr>
              <p14:xfrm>
                <a:off x="5273267" y="681560"/>
                <a:ext cx="370440" cy="282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90888B2-CBB3-5872-3E96-5F9A543953A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68947" y="677240"/>
                  <a:ext cx="3790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7F5CDFB-69B2-8930-EA76-952C9992659E}"/>
                    </a:ext>
                  </a:extLst>
                </p14:cNvPr>
                <p14:cNvContentPartPr/>
                <p14:nvPr/>
              </p14:nvContentPartPr>
              <p14:xfrm>
                <a:off x="5801747" y="897560"/>
                <a:ext cx="25920" cy="45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7F5CDFB-69B2-8930-EA76-952C9992659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797427" y="893240"/>
                  <a:ext cx="345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5BB756D-053A-8FAD-8C5F-A1A725E02CC3}"/>
                    </a:ext>
                  </a:extLst>
                </p14:cNvPr>
                <p14:cNvContentPartPr/>
                <p14:nvPr/>
              </p14:nvContentPartPr>
              <p14:xfrm>
                <a:off x="5929907" y="713600"/>
                <a:ext cx="28080" cy="64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5BB756D-053A-8FAD-8C5F-A1A725E02CC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25587" y="709280"/>
                  <a:ext cx="367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2ADD2A-9F67-5E56-5FDD-EB7376CFCF8A}"/>
                    </a:ext>
                  </a:extLst>
                </p14:cNvPr>
                <p14:cNvContentPartPr/>
                <p14:nvPr/>
              </p14:nvContentPartPr>
              <p14:xfrm>
                <a:off x="5959787" y="863360"/>
                <a:ext cx="139680" cy="156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2ADD2A-9F67-5E56-5FDD-EB7376CFCF8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55467" y="859040"/>
                  <a:ext cx="148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0C507F-70C8-C042-AE66-539FD090B44B}"/>
                    </a:ext>
                  </a:extLst>
                </p14:cNvPr>
                <p14:cNvContentPartPr/>
                <p14:nvPr/>
              </p14:nvContentPartPr>
              <p14:xfrm>
                <a:off x="6158867" y="743480"/>
                <a:ext cx="141480" cy="288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0C507F-70C8-C042-AE66-539FD090B44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154547" y="739160"/>
                  <a:ext cx="150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3B4A14-52FB-4EB7-6D9E-862EE6A4C8FC}"/>
                    </a:ext>
                  </a:extLst>
                </p14:cNvPr>
                <p14:cNvContentPartPr/>
                <p14:nvPr/>
              </p14:nvContentPartPr>
              <p14:xfrm>
                <a:off x="6161027" y="877760"/>
                <a:ext cx="201960" cy="11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3B4A14-52FB-4EB7-6D9E-862EE6A4C8F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56707" y="873440"/>
                  <a:ext cx="21060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1FEE2F7-B2AA-2782-A47E-B50343B3E79F}"/>
                    </a:ext>
                  </a:extLst>
                </p14:cNvPr>
                <p14:cNvContentPartPr/>
                <p14:nvPr/>
              </p14:nvContentPartPr>
              <p14:xfrm>
                <a:off x="6503027" y="769040"/>
                <a:ext cx="252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1FEE2F7-B2AA-2782-A47E-B50343B3E7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498707" y="764720"/>
                  <a:ext cx="11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47EFEC-E11A-43A1-61BC-9895432AE653}"/>
                    </a:ext>
                  </a:extLst>
                </p14:cNvPr>
                <p14:cNvContentPartPr/>
                <p14:nvPr/>
              </p14:nvContentPartPr>
              <p14:xfrm>
                <a:off x="6440747" y="773360"/>
                <a:ext cx="161280" cy="297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47EFEC-E11A-43A1-61BC-9895432AE65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36427" y="769040"/>
                  <a:ext cx="169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973BE6-50F0-B595-6E0C-82732FB0B62A}"/>
                    </a:ext>
                  </a:extLst>
                </p14:cNvPr>
                <p14:cNvContentPartPr/>
                <p14:nvPr/>
              </p14:nvContentPartPr>
              <p14:xfrm>
                <a:off x="4674227" y="1430000"/>
                <a:ext cx="38880" cy="259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973BE6-50F0-B595-6E0C-82732FB0B62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69907" y="1425680"/>
                  <a:ext cx="475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973FA9-B257-14EE-9240-9F88945A1FEB}"/>
                    </a:ext>
                  </a:extLst>
                </p14:cNvPr>
                <p14:cNvContentPartPr/>
                <p14:nvPr/>
              </p14:nvContentPartPr>
              <p14:xfrm>
                <a:off x="4710947" y="1380680"/>
                <a:ext cx="270720" cy="37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973FA9-B257-14EE-9240-9F88945A1FE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06627" y="1376360"/>
                  <a:ext cx="2793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5D3E920-E32B-58AA-1EC2-4FDBF0AD09BF}"/>
                    </a:ext>
                  </a:extLst>
                </p14:cNvPr>
                <p14:cNvContentPartPr/>
                <p14:nvPr/>
              </p14:nvContentPartPr>
              <p14:xfrm>
                <a:off x="5041067" y="1547360"/>
                <a:ext cx="155880" cy="163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5D3E920-E32B-58AA-1EC2-4FDBF0AD09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36747" y="1543040"/>
                  <a:ext cx="164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B4F8249-C4EF-410B-38A2-9237CBD1A34C}"/>
                    </a:ext>
                  </a:extLst>
                </p14:cNvPr>
                <p14:cNvContentPartPr/>
                <p14:nvPr/>
              </p14:nvContentPartPr>
              <p14:xfrm>
                <a:off x="5250587" y="1579040"/>
                <a:ext cx="111960" cy="184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B4F8249-C4EF-410B-38A2-9237CBD1A3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46267" y="1574720"/>
                  <a:ext cx="1206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B6DF404-85F1-0DA1-2F05-FE4E73565774}"/>
                    </a:ext>
                  </a:extLst>
                </p14:cNvPr>
                <p14:cNvContentPartPr/>
                <p14:nvPr/>
              </p14:nvContentPartPr>
              <p14:xfrm>
                <a:off x="5488547" y="1393640"/>
                <a:ext cx="161640" cy="329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B6DF404-85F1-0DA1-2F05-FE4E7356577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484227" y="1389320"/>
                  <a:ext cx="170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1C3568-D1E8-F38C-EA10-87C1AA4F31DF}"/>
                    </a:ext>
                  </a:extLst>
                </p14:cNvPr>
                <p14:cNvContentPartPr/>
                <p14:nvPr/>
              </p14:nvContentPartPr>
              <p14:xfrm>
                <a:off x="5429507" y="1586240"/>
                <a:ext cx="261360" cy="2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1C3568-D1E8-F38C-EA10-87C1AA4F31D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25187" y="1581920"/>
                  <a:ext cx="2700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9831469-31EB-1068-A77B-8C885E87E8AD}"/>
                    </a:ext>
                  </a:extLst>
                </p14:cNvPr>
                <p14:cNvContentPartPr/>
                <p14:nvPr/>
              </p14:nvContentPartPr>
              <p14:xfrm>
                <a:off x="5899667" y="1579400"/>
                <a:ext cx="122760" cy="155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9831469-31EB-1068-A77B-8C885E87E8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95347" y="1575080"/>
                  <a:ext cx="131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4123244-7C8C-C243-516E-C612B956119D}"/>
                    </a:ext>
                  </a:extLst>
                </p14:cNvPr>
                <p14:cNvContentPartPr/>
                <p14:nvPr/>
              </p14:nvContentPartPr>
              <p14:xfrm>
                <a:off x="6175787" y="1507040"/>
                <a:ext cx="171720" cy="186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4123244-7C8C-C243-516E-C612B956119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171467" y="1502720"/>
                  <a:ext cx="180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79476FF-B11D-D62F-B2BA-3B05E4D71413}"/>
                    </a:ext>
                  </a:extLst>
                </p14:cNvPr>
                <p14:cNvContentPartPr/>
                <p14:nvPr/>
              </p14:nvContentPartPr>
              <p14:xfrm>
                <a:off x="5010107" y="1141280"/>
                <a:ext cx="41040" cy="176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79476FF-B11D-D62F-B2BA-3B05E4D7141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05787" y="1136960"/>
                  <a:ext cx="496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4EB58E0-D829-D8E9-ABF7-9E4AA43BB53E}"/>
                    </a:ext>
                  </a:extLst>
                </p14:cNvPr>
                <p14:cNvContentPartPr/>
                <p14:nvPr/>
              </p14:nvContentPartPr>
              <p14:xfrm>
                <a:off x="4858187" y="1047320"/>
                <a:ext cx="340560" cy="45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4EB58E0-D829-D8E9-ABF7-9E4AA43BB5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853867" y="1043000"/>
                  <a:ext cx="349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82CDEFD-E06F-DC0F-80A2-4F0F44F78A14}"/>
                    </a:ext>
                  </a:extLst>
                </p14:cNvPr>
                <p14:cNvContentPartPr/>
                <p14:nvPr/>
              </p14:nvContentPartPr>
              <p14:xfrm>
                <a:off x="5221787" y="1254680"/>
                <a:ext cx="19800" cy="101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82CDEFD-E06F-DC0F-80A2-4F0F44F78A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217467" y="1250360"/>
                  <a:ext cx="28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2C7DA8E-8C66-2763-EE4C-0513C34AFE01}"/>
                    </a:ext>
                  </a:extLst>
                </p14:cNvPr>
                <p14:cNvContentPartPr/>
                <p14:nvPr/>
              </p14:nvContentPartPr>
              <p14:xfrm>
                <a:off x="5266787" y="1072880"/>
                <a:ext cx="13320" cy="579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2C7DA8E-8C66-2763-EE4C-0513C34AFE0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62467" y="1068560"/>
                  <a:ext cx="21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E914D25-CC12-5FE3-6555-2B436A631FA3}"/>
                    </a:ext>
                  </a:extLst>
                </p14:cNvPr>
                <p14:cNvContentPartPr/>
                <p14:nvPr/>
              </p14:nvContentPartPr>
              <p14:xfrm>
                <a:off x="5311787" y="1220480"/>
                <a:ext cx="363960" cy="132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E914D25-CC12-5FE3-6555-2B436A631FA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07467" y="1216160"/>
                  <a:ext cx="372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DE2C021-AD93-4CC2-B550-D236F2E71D45}"/>
                    </a:ext>
                  </a:extLst>
                </p14:cNvPr>
                <p14:cNvContentPartPr/>
                <p14:nvPr/>
              </p14:nvContentPartPr>
              <p14:xfrm>
                <a:off x="5829467" y="1170080"/>
                <a:ext cx="239760" cy="149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DE2C021-AD93-4CC2-B550-D236F2E71D4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825147" y="1165760"/>
                  <a:ext cx="248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0544115-C43B-6D60-C804-24714AE99B1D}"/>
                    </a:ext>
                  </a:extLst>
                </p14:cNvPr>
                <p14:cNvContentPartPr/>
                <p14:nvPr/>
              </p14:nvContentPartPr>
              <p14:xfrm>
                <a:off x="1205267" y="429027"/>
                <a:ext cx="518400" cy="768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0544115-C43B-6D60-C804-24714AE99B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00947" y="424707"/>
                  <a:ext cx="52704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8A7B1B8-F660-BA14-4FDC-CC4442C78C73}"/>
                    </a:ext>
                  </a:extLst>
                </p14:cNvPr>
                <p14:cNvContentPartPr/>
                <p14:nvPr/>
              </p14:nvContentPartPr>
              <p14:xfrm>
                <a:off x="1346387" y="839787"/>
                <a:ext cx="370440" cy="9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8A7B1B8-F660-BA14-4FDC-CC4442C78C7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42067" y="835467"/>
                  <a:ext cx="3790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9BFBF14-05AC-DE3E-79BD-3E22AD75F231}"/>
                    </a:ext>
                  </a:extLst>
                </p14:cNvPr>
                <p14:cNvContentPartPr/>
                <p14:nvPr/>
              </p14:nvContentPartPr>
              <p14:xfrm>
                <a:off x="1772627" y="915747"/>
                <a:ext cx="275760" cy="19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9BFBF14-05AC-DE3E-79BD-3E22AD75F2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68307" y="911427"/>
                  <a:ext cx="2844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DFC22E3-49FB-53A7-9581-E2BD4495A154}"/>
                    </a:ext>
                  </a:extLst>
                </p14:cNvPr>
                <p14:cNvContentPartPr/>
                <p14:nvPr/>
              </p14:nvContentPartPr>
              <p14:xfrm>
                <a:off x="2180507" y="677067"/>
                <a:ext cx="235800" cy="417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DFC22E3-49FB-53A7-9581-E2BD4495A15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76187" y="672747"/>
                  <a:ext cx="24444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CC8BD8-0E25-BEC9-0408-8056DF308E09}"/>
                    </a:ext>
                  </a:extLst>
                </p14:cNvPr>
                <p14:cNvContentPartPr/>
                <p14:nvPr/>
              </p14:nvContentPartPr>
              <p14:xfrm>
                <a:off x="2182667" y="890547"/>
                <a:ext cx="261360" cy="16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CC8BD8-0E25-BEC9-0408-8056DF308E0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178347" y="886227"/>
                  <a:ext cx="270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9CDC15C-CF51-368C-9CB8-C9414CBCE72A}"/>
                    </a:ext>
                  </a:extLst>
                </p14:cNvPr>
                <p14:cNvContentPartPr/>
                <p14:nvPr/>
              </p14:nvContentPartPr>
              <p14:xfrm>
                <a:off x="2573987" y="702987"/>
                <a:ext cx="17640" cy="88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9CDC15C-CF51-368C-9CB8-C9414CBCE72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69667" y="698667"/>
                  <a:ext cx="26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64132DC-8FB9-1D3D-D528-9EF8172A0685}"/>
                    </a:ext>
                  </a:extLst>
                </p14:cNvPr>
                <p14:cNvContentPartPr/>
                <p14:nvPr/>
              </p14:nvContentPartPr>
              <p14:xfrm>
                <a:off x="2604227" y="854907"/>
                <a:ext cx="225000" cy="236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64132DC-8FB9-1D3D-D528-9EF8172A0685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599907" y="850587"/>
                  <a:ext cx="233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20A02A-C792-6262-4224-5BEBF88349A5}"/>
                    </a:ext>
                  </a:extLst>
                </p14:cNvPr>
                <p14:cNvContentPartPr/>
                <p14:nvPr/>
              </p14:nvContentPartPr>
              <p14:xfrm>
                <a:off x="2989067" y="1008627"/>
                <a:ext cx="55800" cy="54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20A02A-C792-6262-4224-5BEBF88349A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984747" y="1004307"/>
                  <a:ext cx="64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BE986FA-F41A-C35E-47F9-FA762E3B1EF5}"/>
                    </a:ext>
                  </a:extLst>
                </p14:cNvPr>
                <p14:cNvContentPartPr/>
                <p14:nvPr/>
              </p14:nvContentPartPr>
              <p14:xfrm>
                <a:off x="3151427" y="799107"/>
                <a:ext cx="49680" cy="111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BE986FA-F41A-C35E-47F9-FA762E3B1EF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47107" y="794787"/>
                  <a:ext cx="58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476E349-67B3-4943-F63C-D204666507AC}"/>
                    </a:ext>
                  </a:extLst>
                </p14:cNvPr>
                <p14:cNvContentPartPr/>
                <p14:nvPr/>
              </p14:nvContentPartPr>
              <p14:xfrm>
                <a:off x="3181307" y="660147"/>
                <a:ext cx="317160" cy="462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476E349-67B3-4943-F63C-D204666507A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76987" y="655827"/>
                  <a:ext cx="32580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10645C8-473F-572F-42BC-751EAC3559E5}"/>
                    </a:ext>
                  </a:extLst>
                </p14:cNvPr>
                <p14:cNvContentPartPr/>
                <p14:nvPr/>
              </p14:nvContentPartPr>
              <p14:xfrm>
                <a:off x="3080867" y="933747"/>
                <a:ext cx="229320" cy="55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10645C8-473F-572F-42BC-751EAC3559E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76547" y="929427"/>
                  <a:ext cx="2379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437ED13-2764-CEB2-4A7D-1C7A287C375A}"/>
                    </a:ext>
                  </a:extLst>
                </p14:cNvPr>
                <p14:cNvContentPartPr/>
                <p14:nvPr/>
              </p14:nvContentPartPr>
              <p14:xfrm>
                <a:off x="3480827" y="1010787"/>
                <a:ext cx="107280" cy="79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437ED13-2764-CEB2-4A7D-1C7A287C375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476507" y="1006467"/>
                  <a:ext cx="115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CCD8CAC-5182-0E04-781C-0B747B418333}"/>
                    </a:ext>
                  </a:extLst>
                </p14:cNvPr>
                <p14:cNvContentPartPr/>
                <p14:nvPr/>
              </p14:nvContentPartPr>
              <p14:xfrm>
                <a:off x="2946227" y="1008627"/>
                <a:ext cx="744840" cy="752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CCD8CAC-5182-0E04-781C-0B747B41833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41907" y="1004307"/>
                  <a:ext cx="75348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73F72D8-4281-F24A-8E8A-4EC17E92BE7A}"/>
                    </a:ext>
                  </a:extLst>
                </p14:cNvPr>
                <p14:cNvContentPartPr/>
                <p14:nvPr/>
              </p14:nvContentPartPr>
              <p14:xfrm>
                <a:off x="3621947" y="411920"/>
                <a:ext cx="404640" cy="66499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73F72D8-4281-F24A-8E8A-4EC17E92BE7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617627" y="407600"/>
                  <a:ext cx="413280" cy="66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4E7B560-764A-EB37-9EE9-523DC41E56C6}"/>
                    </a:ext>
                  </a:extLst>
                </p14:cNvPr>
                <p14:cNvContentPartPr/>
                <p14:nvPr/>
              </p14:nvContentPartPr>
              <p14:xfrm>
                <a:off x="653387" y="343547"/>
                <a:ext cx="374760" cy="5965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4E7B560-764A-EB37-9EE9-523DC41E56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9067" y="339227"/>
                  <a:ext cx="383400" cy="59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61E18FB-BF12-96E2-FE39-532F9CE7823C}"/>
                    </a:ext>
                  </a:extLst>
                </p14:cNvPr>
                <p14:cNvContentPartPr/>
                <p14:nvPr/>
              </p14:nvContentPartPr>
              <p14:xfrm>
                <a:off x="137867" y="3335147"/>
                <a:ext cx="12926160" cy="513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61E18FB-BF12-96E2-FE39-532F9CE7823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3547" y="3330827"/>
                  <a:ext cx="129348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BB65080-C15B-A7DC-0A52-5D6446007E75}"/>
                    </a:ext>
                  </a:extLst>
                </p14:cNvPr>
                <p14:cNvContentPartPr/>
                <p14:nvPr/>
              </p14:nvContentPartPr>
              <p14:xfrm>
                <a:off x="7124267" y="247067"/>
                <a:ext cx="43200" cy="109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BB65080-C15B-A7DC-0A52-5D6446007E7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19947" y="242747"/>
                  <a:ext cx="518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350F05DF-5292-C9BF-A5AF-B1F181EE14A2}"/>
                    </a:ext>
                  </a:extLst>
                </p14:cNvPr>
                <p14:cNvContentPartPr/>
                <p14:nvPr/>
              </p14:nvContentPartPr>
              <p14:xfrm>
                <a:off x="6353147" y="247067"/>
                <a:ext cx="803880" cy="6267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350F05DF-5292-C9BF-A5AF-B1F181EE14A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348827" y="242747"/>
                  <a:ext cx="812520" cy="627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250A0A5-9478-21C9-418F-9B3D69C42402}"/>
                    </a:ext>
                  </a:extLst>
                </p14:cNvPr>
                <p14:cNvContentPartPr/>
                <p14:nvPr/>
              </p14:nvContentPartPr>
              <p14:xfrm>
                <a:off x="5162267" y="105227"/>
                <a:ext cx="188640" cy="3178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250A0A5-9478-21C9-418F-9B3D69C4240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157947" y="100907"/>
                  <a:ext cx="1972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86FECF6-F4C4-2037-F5B1-B48F01A0886C}"/>
                    </a:ext>
                  </a:extLst>
                </p14:cNvPr>
                <p14:cNvContentPartPr/>
                <p14:nvPr/>
              </p14:nvContentPartPr>
              <p14:xfrm>
                <a:off x="5210147" y="199907"/>
                <a:ext cx="164880" cy="15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86FECF6-F4C4-2037-F5B1-B48F01A0886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05827" y="195587"/>
                  <a:ext cx="1735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602BC9-26B9-9695-2292-52708E0A6CA3}"/>
                    </a:ext>
                  </a:extLst>
                </p14:cNvPr>
                <p14:cNvContentPartPr/>
                <p14:nvPr/>
              </p14:nvContentPartPr>
              <p14:xfrm>
                <a:off x="7280507" y="666107"/>
                <a:ext cx="438840" cy="391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602BC9-26B9-9695-2292-52708E0A6C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276187" y="661787"/>
                  <a:ext cx="4474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06C03AF-F1B8-3984-386C-D7F80CA5B3EB}"/>
                    </a:ext>
                  </a:extLst>
                </p14:cNvPr>
                <p14:cNvContentPartPr/>
                <p14:nvPr/>
              </p14:nvContentPartPr>
              <p14:xfrm>
                <a:off x="7729427" y="850067"/>
                <a:ext cx="120600" cy="186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06C03AF-F1B8-3984-386C-D7F80CA5B3E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725107" y="845747"/>
                  <a:ext cx="129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E09F4C-02F3-0793-0034-C499A54FB3E0}"/>
                    </a:ext>
                  </a:extLst>
                </p14:cNvPr>
                <p14:cNvContentPartPr/>
                <p14:nvPr/>
              </p14:nvContentPartPr>
              <p14:xfrm>
                <a:off x="7903667" y="847907"/>
                <a:ext cx="145080" cy="1792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E09F4C-02F3-0793-0034-C499A54FB3E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899347" y="843587"/>
                  <a:ext cx="1537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77B482E-C0CC-D4F6-35BA-0408C52C01B9}"/>
                    </a:ext>
                  </a:extLst>
                </p14:cNvPr>
                <p14:cNvContentPartPr/>
                <p14:nvPr/>
              </p14:nvContentPartPr>
              <p14:xfrm>
                <a:off x="8140547" y="695987"/>
                <a:ext cx="124560" cy="295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77B482E-C0CC-D4F6-35BA-0408C52C01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136227" y="691667"/>
                  <a:ext cx="1332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66C1E3-C636-C4A4-23B0-AF4CF695FEDF}"/>
                    </a:ext>
                  </a:extLst>
                </p14:cNvPr>
                <p14:cNvContentPartPr/>
                <p14:nvPr/>
              </p14:nvContentPartPr>
              <p14:xfrm>
                <a:off x="8078267" y="837107"/>
                <a:ext cx="276120" cy="2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66C1E3-C636-C4A4-23B0-AF4CF695FED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73947" y="832787"/>
                  <a:ext cx="2847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55A79E-EBE2-7C03-C871-4E6D42FD1D1A}"/>
                    </a:ext>
                  </a:extLst>
                </p14:cNvPr>
                <p14:cNvContentPartPr/>
                <p14:nvPr/>
              </p14:nvContentPartPr>
              <p14:xfrm>
                <a:off x="8625827" y="561347"/>
                <a:ext cx="237600" cy="368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55A79E-EBE2-7C03-C871-4E6D42FD1D1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21507" y="557027"/>
                  <a:ext cx="2462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2D7ADA3-594C-C4AE-54C7-9C72AF356540}"/>
                    </a:ext>
                  </a:extLst>
                </p14:cNvPr>
                <p14:cNvContentPartPr/>
                <p14:nvPr/>
              </p14:nvContentPartPr>
              <p14:xfrm>
                <a:off x="8854787" y="809387"/>
                <a:ext cx="66600" cy="62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2D7ADA3-594C-C4AE-54C7-9C72AF35654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850467" y="805067"/>
                  <a:ext cx="75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EF1A7F3-861F-3C8A-C290-7AF8742A7DD5}"/>
                    </a:ext>
                  </a:extLst>
                </p14:cNvPr>
                <p14:cNvContentPartPr/>
                <p14:nvPr/>
              </p14:nvContentPartPr>
              <p14:xfrm>
                <a:off x="8895467" y="520307"/>
                <a:ext cx="173520" cy="424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EF1A7F3-861F-3C8A-C290-7AF8742A7DD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91147" y="515987"/>
                  <a:ext cx="1821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4994A86-0B62-F8A0-B97D-9FF09263C3E9}"/>
                    </a:ext>
                  </a:extLst>
                </p14:cNvPr>
                <p14:cNvContentPartPr/>
                <p14:nvPr/>
              </p14:nvContentPartPr>
              <p14:xfrm>
                <a:off x="9082667" y="783827"/>
                <a:ext cx="127440" cy="1404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4994A86-0B62-F8A0-B97D-9FF09263C3E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78347" y="779507"/>
                  <a:ext cx="1360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3AFFB46-2114-CDD1-2732-806828D2B49E}"/>
                    </a:ext>
                  </a:extLst>
                </p14:cNvPr>
                <p14:cNvContentPartPr/>
                <p14:nvPr/>
              </p14:nvContentPartPr>
              <p14:xfrm>
                <a:off x="9248267" y="576467"/>
                <a:ext cx="118080" cy="394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3AFFB46-2114-CDD1-2732-806828D2B49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43947" y="572147"/>
                  <a:ext cx="12672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70E9558-FECD-AA31-BB14-ED528C11C020}"/>
                    </a:ext>
                  </a:extLst>
                </p14:cNvPr>
                <p14:cNvContentPartPr/>
                <p14:nvPr/>
              </p14:nvContentPartPr>
              <p14:xfrm>
                <a:off x="9365987" y="875627"/>
                <a:ext cx="38880" cy="68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70E9558-FECD-AA31-BB14-ED528C11C02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61667" y="871307"/>
                  <a:ext cx="47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FB16C20-5A0B-DBBB-A1D1-E0B6197E2195}"/>
                    </a:ext>
                  </a:extLst>
                </p14:cNvPr>
                <p14:cNvContentPartPr/>
                <p14:nvPr/>
              </p14:nvContentPartPr>
              <p14:xfrm>
                <a:off x="9117947" y="903707"/>
                <a:ext cx="400320" cy="412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FB16C20-5A0B-DBBB-A1D1-E0B6197E21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13627" y="899387"/>
                  <a:ext cx="40896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F1C3998-467D-F10C-B432-7D415CB9D2D9}"/>
                    </a:ext>
                  </a:extLst>
                </p14:cNvPr>
                <p14:cNvContentPartPr/>
                <p14:nvPr/>
              </p14:nvContentPartPr>
              <p14:xfrm>
                <a:off x="7438907" y="1350467"/>
                <a:ext cx="188640" cy="220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F1C3998-467D-F10C-B432-7D415CB9D2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34587" y="1346147"/>
                  <a:ext cx="19728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EF4996-3190-9AF0-A8C1-776176A29565}"/>
                    </a:ext>
                  </a:extLst>
                </p14:cNvPr>
                <p14:cNvContentPartPr/>
                <p14:nvPr/>
              </p14:nvContentPartPr>
              <p14:xfrm>
                <a:off x="7432427" y="1157507"/>
                <a:ext cx="627840" cy="43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EF4996-3190-9AF0-A8C1-776176A29565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28107" y="1153187"/>
                  <a:ext cx="636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4A3CDE-07B0-F524-A3CE-61C66910634C}"/>
                    </a:ext>
                  </a:extLst>
                </p14:cNvPr>
                <p14:cNvContentPartPr/>
                <p14:nvPr/>
              </p14:nvContentPartPr>
              <p14:xfrm>
                <a:off x="7894307" y="1406267"/>
                <a:ext cx="11160" cy="113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4A3CDE-07B0-F524-A3CE-61C66910634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89987" y="1401947"/>
                  <a:ext cx="19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EDEFECB-4ED1-F3B8-73D1-BD3568358394}"/>
                    </a:ext>
                  </a:extLst>
                </p14:cNvPr>
                <p14:cNvContentPartPr/>
                <p14:nvPr/>
              </p14:nvContentPartPr>
              <p14:xfrm>
                <a:off x="7902947" y="1271267"/>
                <a:ext cx="130680" cy="135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EDEFECB-4ED1-F3B8-73D1-BD356835839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898627" y="1266947"/>
                  <a:ext cx="1393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A9B715F-A7D0-AE32-7C52-867540B443D4}"/>
                    </a:ext>
                  </a:extLst>
                </p14:cNvPr>
                <p14:cNvContentPartPr/>
                <p14:nvPr/>
              </p14:nvContentPartPr>
              <p14:xfrm>
                <a:off x="8073947" y="1369907"/>
                <a:ext cx="353520" cy="1386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A9B715F-A7D0-AE32-7C52-867540B443D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69627" y="1365587"/>
                  <a:ext cx="3621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A5BD3BF-B8D1-96FB-3711-EA6C1B5C0A5C}"/>
                    </a:ext>
                  </a:extLst>
                </p14:cNvPr>
                <p14:cNvContentPartPr/>
                <p14:nvPr/>
              </p14:nvContentPartPr>
              <p14:xfrm>
                <a:off x="8557427" y="1351907"/>
                <a:ext cx="220680" cy="1616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A5BD3BF-B8D1-96FB-3711-EA6C1B5C0A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553107" y="1347587"/>
                  <a:ext cx="229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754CBCE-4C02-D563-67B4-DD875CF4E308}"/>
                    </a:ext>
                  </a:extLst>
                </p14:cNvPr>
                <p14:cNvContentPartPr/>
                <p14:nvPr/>
              </p14:nvContentPartPr>
              <p14:xfrm>
                <a:off x="8187347" y="287747"/>
                <a:ext cx="36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754CBCE-4C02-D563-67B4-DD875CF4E30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83027" y="28342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5AEB402-4D08-B6FA-B30E-73DA77347F8C}"/>
                    </a:ext>
                  </a:extLst>
                </p14:cNvPr>
                <p14:cNvContentPartPr/>
                <p14:nvPr/>
              </p14:nvContentPartPr>
              <p14:xfrm>
                <a:off x="8153147" y="255707"/>
                <a:ext cx="34560" cy="32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5AEB402-4D08-B6FA-B30E-73DA77347F8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48827" y="251387"/>
                  <a:ext cx="43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8AA0E4F-5E4F-7B45-E245-059A12530F81}"/>
                    </a:ext>
                  </a:extLst>
                </p14:cNvPr>
                <p14:cNvContentPartPr/>
                <p14:nvPr/>
              </p14:nvContentPartPr>
              <p14:xfrm>
                <a:off x="8121107" y="216827"/>
                <a:ext cx="88200" cy="351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8AA0E4F-5E4F-7B45-E245-059A12530F8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116787" y="212507"/>
                  <a:ext cx="968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8B83458-1BA4-DBC9-0FD9-0EC68CCFB1DE}"/>
                    </a:ext>
                  </a:extLst>
                </p14:cNvPr>
                <p14:cNvContentPartPr/>
                <p14:nvPr/>
              </p14:nvContentPartPr>
              <p14:xfrm>
                <a:off x="8112467" y="164987"/>
                <a:ext cx="296640" cy="462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8B83458-1BA4-DBC9-0FD9-0EC68CCFB1D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08147" y="160667"/>
                  <a:ext cx="3052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48E0214-7318-6B30-217E-9E379CDB91D7}"/>
                    </a:ext>
                  </a:extLst>
                </p14:cNvPr>
                <p14:cNvContentPartPr/>
                <p14:nvPr/>
              </p14:nvContentPartPr>
              <p14:xfrm>
                <a:off x="8811947" y="175787"/>
                <a:ext cx="1006560" cy="6237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48E0214-7318-6B30-217E-9E379CDB91D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07627" y="171467"/>
                  <a:ext cx="1015200" cy="624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8EAF49C-1F08-A13B-9846-FD5E845FBDDA}"/>
                    </a:ext>
                  </a:extLst>
                </p14:cNvPr>
                <p14:cNvContentPartPr/>
                <p14:nvPr/>
              </p14:nvContentPartPr>
              <p14:xfrm>
                <a:off x="9949187" y="484307"/>
                <a:ext cx="84240" cy="411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8EAF49C-1F08-A13B-9846-FD5E845FBDD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44867" y="479987"/>
                  <a:ext cx="9288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5C23BBE-6DB2-EFC4-D42D-80B22D1001E1}"/>
                    </a:ext>
                  </a:extLst>
                </p14:cNvPr>
                <p14:cNvContentPartPr/>
                <p14:nvPr/>
              </p14:nvContentPartPr>
              <p14:xfrm>
                <a:off x="10013987" y="396107"/>
                <a:ext cx="195840" cy="274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5C23BBE-6DB2-EFC4-D42D-80B22D1001E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09667" y="391787"/>
                  <a:ext cx="20448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5C757D5-99CA-17A5-BBCF-BE10DDC427EA}"/>
                    </a:ext>
                  </a:extLst>
                </p14:cNvPr>
                <p14:cNvContentPartPr/>
                <p14:nvPr/>
              </p14:nvContentPartPr>
              <p14:xfrm>
                <a:off x="10112267" y="652787"/>
                <a:ext cx="167400" cy="193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5C757D5-99CA-17A5-BBCF-BE10DDC427E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107947" y="648467"/>
                  <a:ext cx="1760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DE8CC89-CF70-D224-E478-2C4C9DDF1A04}"/>
                    </a:ext>
                  </a:extLst>
                </p14:cNvPr>
                <p14:cNvContentPartPr/>
                <p14:nvPr/>
              </p14:nvContentPartPr>
              <p14:xfrm>
                <a:off x="10265987" y="683027"/>
                <a:ext cx="229320" cy="191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DE8CC89-CF70-D224-E478-2C4C9DDF1A0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61667" y="678707"/>
                  <a:ext cx="2379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675827C-DC43-E0CC-32EC-32A11AC2C25A}"/>
                    </a:ext>
                  </a:extLst>
                </p14:cNvPr>
                <p14:cNvContentPartPr/>
                <p14:nvPr/>
              </p14:nvContentPartPr>
              <p14:xfrm>
                <a:off x="10434827" y="674387"/>
                <a:ext cx="146880" cy="201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675827C-DC43-E0CC-32EC-32A11AC2C25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30507" y="670067"/>
                  <a:ext cx="1555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0DD9018-9596-89D1-EF21-21F5DC348EEC}"/>
                    </a:ext>
                  </a:extLst>
                </p14:cNvPr>
                <p14:cNvContentPartPr/>
                <p14:nvPr/>
              </p14:nvContentPartPr>
              <p14:xfrm>
                <a:off x="10702667" y="715427"/>
                <a:ext cx="73080" cy="1350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0DD9018-9596-89D1-EF21-21F5DC348EE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98347" y="711107"/>
                  <a:ext cx="81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E0A51AE-C109-D84C-EF1B-51C98B2C2BF4}"/>
                    </a:ext>
                  </a:extLst>
                </p14:cNvPr>
                <p14:cNvContentPartPr/>
                <p14:nvPr/>
              </p14:nvContentPartPr>
              <p14:xfrm>
                <a:off x="10822547" y="463067"/>
                <a:ext cx="11160" cy="105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E0A51AE-C109-D84C-EF1B-51C98B2C2BF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818227" y="458747"/>
                  <a:ext cx="198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03C8783-33D2-7EC3-50D0-0D894F556D41}"/>
                    </a:ext>
                  </a:extLst>
                </p14:cNvPr>
                <p14:cNvContentPartPr/>
                <p14:nvPr/>
              </p14:nvContentPartPr>
              <p14:xfrm>
                <a:off x="10854587" y="708947"/>
                <a:ext cx="451800" cy="116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03C8783-33D2-7EC3-50D0-0D894F556D4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850267" y="704627"/>
                  <a:ext cx="4604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745D0652-089C-B780-0A9C-CE362549A3ED}"/>
                    </a:ext>
                  </a:extLst>
                </p14:cNvPr>
                <p14:cNvContentPartPr/>
                <p14:nvPr/>
              </p14:nvContentPartPr>
              <p14:xfrm>
                <a:off x="11412587" y="726227"/>
                <a:ext cx="11160" cy="66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745D0652-089C-B780-0A9C-CE362549A3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408267" y="721907"/>
                  <a:ext cx="19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B87AFD4C-29C4-4CE5-D96D-234AF1D407C0}"/>
                    </a:ext>
                  </a:extLst>
                </p14:cNvPr>
                <p14:cNvContentPartPr/>
                <p14:nvPr/>
              </p14:nvContentPartPr>
              <p14:xfrm>
                <a:off x="11517707" y="479987"/>
                <a:ext cx="25920" cy="77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B87AFD4C-29C4-4CE5-D96D-234AF1D407C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513387" y="475667"/>
                  <a:ext cx="34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005BC6B-ADF0-89A6-34E1-37594A3C35FB}"/>
                    </a:ext>
                  </a:extLst>
                </p14:cNvPr>
                <p14:cNvContentPartPr/>
                <p14:nvPr/>
              </p14:nvContentPartPr>
              <p14:xfrm>
                <a:off x="11547947" y="631907"/>
                <a:ext cx="102960" cy="1778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005BC6B-ADF0-89A6-34E1-37594A3C35F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543627" y="627587"/>
                  <a:ext cx="1116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5041400-B4A6-1A1F-533D-9B00CB3A224E}"/>
                    </a:ext>
                  </a:extLst>
                </p14:cNvPr>
                <p14:cNvContentPartPr/>
                <p14:nvPr/>
              </p14:nvContentPartPr>
              <p14:xfrm>
                <a:off x="11738027" y="456587"/>
                <a:ext cx="126360" cy="41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5041400-B4A6-1A1F-533D-9B00CB3A224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733707" y="452267"/>
                  <a:ext cx="1350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3B43CC-681D-9673-E573-E6895F3606F0}"/>
                    </a:ext>
                  </a:extLst>
                </p14:cNvPr>
                <p14:cNvContentPartPr/>
                <p14:nvPr/>
              </p14:nvContentPartPr>
              <p14:xfrm>
                <a:off x="11780507" y="699947"/>
                <a:ext cx="153360" cy="1569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3B43CC-681D-9673-E573-E6895F3606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776187" y="695627"/>
                  <a:ext cx="1620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2F9E429-BE49-B2DC-9792-022CC7FE35D4}"/>
                    </a:ext>
                  </a:extLst>
                </p14:cNvPr>
                <p14:cNvContentPartPr/>
                <p14:nvPr/>
              </p14:nvContentPartPr>
              <p14:xfrm>
                <a:off x="11990387" y="488627"/>
                <a:ext cx="360" cy="83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2F9E429-BE49-B2DC-9792-022CC7FE35D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986067" y="484307"/>
                  <a:ext cx="9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DAA20F8-3171-9203-2C76-ABC8C26C6521}"/>
                    </a:ext>
                  </a:extLst>
                </p14:cNvPr>
                <p14:cNvContentPartPr/>
                <p14:nvPr/>
              </p14:nvContentPartPr>
              <p14:xfrm>
                <a:off x="12040427" y="674747"/>
                <a:ext cx="136080" cy="1821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DAA20F8-3171-9203-2C76-ABC8C26C652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2036107" y="670427"/>
                  <a:ext cx="1447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8073528-DB61-320D-0473-56E7AD5FBDCC}"/>
                    </a:ext>
                  </a:extLst>
                </p14:cNvPr>
                <p14:cNvContentPartPr/>
                <p14:nvPr/>
              </p14:nvContentPartPr>
              <p14:xfrm>
                <a:off x="10388387" y="1091627"/>
                <a:ext cx="75240" cy="230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8073528-DB61-320D-0473-56E7AD5FBDC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84067" y="1087307"/>
                  <a:ext cx="83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3B453DC-655C-C029-409F-8EBAB0AB6ABE}"/>
                    </a:ext>
                  </a:extLst>
                </p14:cNvPr>
                <p14:cNvContentPartPr/>
                <p14:nvPr/>
              </p14:nvContentPartPr>
              <p14:xfrm>
                <a:off x="10262027" y="1029707"/>
                <a:ext cx="530640" cy="15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3B453DC-655C-C029-409F-8EBAB0AB6AB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257707" y="1025387"/>
                  <a:ext cx="539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2BABD67-D56F-4404-91B4-E43CEDD72CA2}"/>
                    </a:ext>
                  </a:extLst>
                </p14:cNvPr>
                <p14:cNvContentPartPr/>
                <p14:nvPr/>
              </p14:nvContentPartPr>
              <p14:xfrm>
                <a:off x="10734707" y="1230947"/>
                <a:ext cx="25920" cy="88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2BABD67-D56F-4404-91B4-E43CEDD72CA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30387" y="1226627"/>
                  <a:ext cx="34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7CE9935-7B80-92F3-1078-BE74F4B7E668}"/>
                    </a:ext>
                  </a:extLst>
                </p14:cNvPr>
                <p14:cNvContentPartPr/>
                <p14:nvPr/>
              </p14:nvContentPartPr>
              <p14:xfrm>
                <a:off x="10739027" y="1087667"/>
                <a:ext cx="143640" cy="1436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7CE9935-7B80-92F3-1078-BE74F4B7E66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734707" y="1083347"/>
                  <a:ext cx="1522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484CF2D-2A3E-935C-6623-6587F984AC3D}"/>
                    </a:ext>
                  </a:extLst>
                </p14:cNvPr>
                <p14:cNvContentPartPr/>
                <p14:nvPr/>
              </p14:nvContentPartPr>
              <p14:xfrm>
                <a:off x="10925147" y="1191707"/>
                <a:ext cx="381240" cy="101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484CF2D-2A3E-935C-6623-6587F984AC3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20827" y="1187387"/>
                  <a:ext cx="389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5004F5-B470-0283-F124-F4CDEB92E19A}"/>
                    </a:ext>
                  </a:extLst>
                </p14:cNvPr>
                <p14:cNvContentPartPr/>
                <p14:nvPr/>
              </p14:nvContentPartPr>
              <p14:xfrm>
                <a:off x="11423387" y="1151387"/>
                <a:ext cx="122400" cy="225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5004F5-B470-0283-F124-F4CDEB92E19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19067" y="1147067"/>
                  <a:ext cx="1310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48A99F7-BC41-A58C-9C65-427E0CD88DE8}"/>
                    </a:ext>
                  </a:extLst>
                </p14:cNvPr>
                <p14:cNvContentPartPr/>
                <p14:nvPr/>
              </p14:nvContentPartPr>
              <p14:xfrm>
                <a:off x="9949907" y="1563947"/>
                <a:ext cx="555120" cy="307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48A99F7-BC41-A58C-9C65-427E0CD88DE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945587" y="1559627"/>
                  <a:ext cx="563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D8086C0-4AFA-1327-B3F4-085C9B17AFE0}"/>
                    </a:ext>
                  </a:extLst>
                </p14:cNvPr>
                <p14:cNvContentPartPr/>
                <p14:nvPr/>
              </p14:nvContentPartPr>
              <p14:xfrm>
                <a:off x="10661627" y="1666187"/>
                <a:ext cx="274320" cy="232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D8086C0-4AFA-1327-B3F4-085C9B17AFE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57307" y="1661867"/>
                  <a:ext cx="2829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14ECA50-B214-DE80-FA3E-7E405AF93FCC}"/>
                    </a:ext>
                  </a:extLst>
                </p14:cNvPr>
                <p14:cNvContentPartPr/>
                <p14:nvPr/>
              </p14:nvContentPartPr>
              <p14:xfrm>
                <a:off x="11019827" y="1682027"/>
                <a:ext cx="123840" cy="218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14ECA50-B214-DE80-FA3E-7E405AF93FC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015507" y="1677707"/>
                  <a:ext cx="1324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4FCFA19-AA8C-ED79-9B1F-4EF191A61DA2}"/>
                    </a:ext>
                  </a:extLst>
                </p14:cNvPr>
                <p14:cNvContentPartPr/>
                <p14:nvPr/>
              </p14:nvContentPartPr>
              <p14:xfrm>
                <a:off x="11345627" y="1583747"/>
                <a:ext cx="185040" cy="249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4FCFA19-AA8C-ED79-9B1F-4EF191A61DA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41307" y="1579427"/>
                  <a:ext cx="1936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35299D1-628E-4BBA-F529-EF0F96E544D3}"/>
                    </a:ext>
                  </a:extLst>
                </p14:cNvPr>
                <p14:cNvContentPartPr/>
                <p14:nvPr/>
              </p14:nvContentPartPr>
              <p14:xfrm>
                <a:off x="11209547" y="1688507"/>
                <a:ext cx="374760" cy="176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35299D1-628E-4BBA-F529-EF0F96E544D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205227" y="1684187"/>
                  <a:ext cx="383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AAA3E22-94B0-7276-B68F-C574E18260E6}"/>
                    </a:ext>
                  </a:extLst>
                </p14:cNvPr>
                <p14:cNvContentPartPr/>
                <p14:nvPr/>
              </p14:nvContentPartPr>
              <p14:xfrm>
                <a:off x="10092827" y="2214467"/>
                <a:ext cx="396360" cy="2210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AAA3E22-94B0-7276-B68F-C574E18260E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088507" y="2210147"/>
                  <a:ext cx="4050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C06FFCB-2C07-2CFD-CF76-0632F11B44E7}"/>
                    </a:ext>
                  </a:extLst>
                </p14:cNvPr>
                <p14:cNvContentPartPr/>
                <p14:nvPr/>
              </p14:nvContentPartPr>
              <p14:xfrm>
                <a:off x="10685387" y="2079827"/>
                <a:ext cx="229320" cy="351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C06FFCB-2C07-2CFD-CF76-0632F11B44E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681067" y="2075507"/>
                  <a:ext cx="2379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CF72C4F-DBB8-4518-9A47-A1619B25999D}"/>
                    </a:ext>
                  </a:extLst>
                </p14:cNvPr>
                <p14:cNvContentPartPr/>
                <p14:nvPr/>
              </p14:nvContentPartPr>
              <p14:xfrm>
                <a:off x="10969427" y="2235347"/>
                <a:ext cx="401760" cy="1832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CF72C4F-DBB8-4518-9A47-A1619B25999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965107" y="2231027"/>
                  <a:ext cx="410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DF5EE13-572F-9E4A-6BB3-135A19E739DE}"/>
                    </a:ext>
                  </a:extLst>
                </p14:cNvPr>
                <p14:cNvContentPartPr/>
                <p14:nvPr/>
              </p14:nvContentPartPr>
              <p14:xfrm>
                <a:off x="11197667" y="2226347"/>
                <a:ext cx="512640" cy="4849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DF5EE13-572F-9E4A-6BB3-135A19E739D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193347" y="2222027"/>
                  <a:ext cx="521280" cy="49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27D61CD-B40E-F132-1FFA-B2EBADA25E68}"/>
                    </a:ext>
                  </a:extLst>
                </p14:cNvPr>
                <p14:cNvContentPartPr/>
                <p14:nvPr/>
              </p14:nvContentPartPr>
              <p14:xfrm>
                <a:off x="11757107" y="2186747"/>
                <a:ext cx="111600" cy="1929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27D61CD-B40E-F132-1FFA-B2EBADA25E6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1752787" y="2182427"/>
                  <a:ext cx="1202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741166F-7243-94D0-700B-3B25F1B60202}"/>
                    </a:ext>
                  </a:extLst>
                </p14:cNvPr>
                <p14:cNvContentPartPr/>
                <p14:nvPr/>
              </p14:nvContentPartPr>
              <p14:xfrm>
                <a:off x="11975267" y="2045627"/>
                <a:ext cx="96480" cy="164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741166F-7243-94D0-700B-3B25F1B6020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970947" y="2041307"/>
                  <a:ext cx="1051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F6846E6-C59E-41E0-2464-F333CB169A4A}"/>
                    </a:ext>
                  </a:extLst>
                </p14:cNvPr>
                <p14:cNvContentPartPr/>
                <p14:nvPr/>
              </p14:nvContentPartPr>
              <p14:xfrm>
                <a:off x="11825507" y="2141747"/>
                <a:ext cx="186480" cy="19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F6846E6-C59E-41E0-2464-F333CB169A4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821187" y="2137427"/>
                  <a:ext cx="195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983449EE-44C2-3287-49BD-A687EE8383AA}"/>
                    </a:ext>
                  </a:extLst>
                </p14:cNvPr>
                <p14:cNvContentPartPr/>
                <p14:nvPr/>
              </p14:nvContentPartPr>
              <p14:xfrm>
                <a:off x="9755507" y="2713067"/>
                <a:ext cx="75600" cy="3164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983449EE-44C2-3287-49BD-A687EE8383A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51187" y="2708747"/>
                  <a:ext cx="8424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DD438F4-9263-433B-7996-F9B0264584DD}"/>
                    </a:ext>
                  </a:extLst>
                </p14:cNvPr>
                <p14:cNvContentPartPr/>
                <p14:nvPr/>
              </p14:nvContentPartPr>
              <p14:xfrm>
                <a:off x="9928667" y="2603987"/>
                <a:ext cx="113400" cy="143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DD438F4-9263-433B-7996-F9B0264584D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924347" y="2599667"/>
                  <a:ext cx="1220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A3C607F-9077-2462-7748-E6AC9C4E1443}"/>
                    </a:ext>
                  </a:extLst>
                </p14:cNvPr>
                <p14:cNvContentPartPr/>
                <p14:nvPr/>
              </p14:nvContentPartPr>
              <p14:xfrm>
                <a:off x="9907067" y="2846987"/>
                <a:ext cx="156600" cy="171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A3C607F-9077-2462-7748-E6AC9C4E144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902747" y="2842667"/>
                  <a:ext cx="1652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0132A54-2D84-D61F-C75E-D8F2DCD0079A}"/>
                    </a:ext>
                  </a:extLst>
                </p14:cNvPr>
                <p14:cNvContentPartPr/>
                <p14:nvPr/>
              </p14:nvContentPartPr>
              <p14:xfrm>
                <a:off x="10189307" y="2830427"/>
                <a:ext cx="169200" cy="152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0132A54-2D84-D61F-C75E-D8F2DCD0079A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184987" y="2826107"/>
                  <a:ext cx="1778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EFFA263-CA3C-AD2F-CDB6-8724AC7F0567}"/>
                    </a:ext>
                  </a:extLst>
                </p14:cNvPr>
                <p14:cNvContentPartPr/>
                <p14:nvPr/>
              </p14:nvContentPartPr>
              <p14:xfrm>
                <a:off x="10395227" y="2817827"/>
                <a:ext cx="127800" cy="1742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EFFA263-CA3C-AD2F-CDB6-8724AC7F056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390907" y="2813507"/>
                  <a:ext cx="1364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92C5DFBA-CE44-2961-9044-AA51A58F0C1D}"/>
                    </a:ext>
                  </a:extLst>
                </p14:cNvPr>
                <p14:cNvContentPartPr/>
                <p14:nvPr/>
              </p14:nvContentPartPr>
              <p14:xfrm>
                <a:off x="10597907" y="2911787"/>
                <a:ext cx="66600" cy="70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92C5DFBA-CE44-2961-9044-AA51A58F0C1D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593587" y="2907467"/>
                  <a:ext cx="752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72D6947-A1B7-E9B2-993A-3042F53403FC}"/>
                    </a:ext>
                  </a:extLst>
                </p14:cNvPr>
                <p14:cNvContentPartPr/>
                <p14:nvPr/>
              </p14:nvContentPartPr>
              <p14:xfrm>
                <a:off x="10754147" y="2710907"/>
                <a:ext cx="55800" cy="410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72D6947-A1B7-E9B2-993A-3042F53403F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749827" y="2706587"/>
                  <a:ext cx="64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A37A29E-C01B-324D-06B0-75CD64E00BEF}"/>
                    </a:ext>
                  </a:extLst>
                </p14:cNvPr>
                <p14:cNvContentPartPr/>
                <p14:nvPr/>
              </p14:nvContentPartPr>
              <p14:xfrm>
                <a:off x="10765667" y="2693627"/>
                <a:ext cx="200160" cy="305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A37A29E-C01B-324D-06B0-75CD64E00BE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761347" y="2689307"/>
                  <a:ext cx="20880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83C85779-37D3-C13D-DA79-F7FBFBC06628}"/>
                    </a:ext>
                  </a:extLst>
                </p14:cNvPr>
                <p14:cNvContentPartPr/>
                <p14:nvPr/>
              </p14:nvContentPartPr>
              <p14:xfrm>
                <a:off x="11004347" y="2640347"/>
                <a:ext cx="152280" cy="308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83C85779-37D3-C13D-DA79-F7FBFBC0662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000027" y="2636027"/>
                  <a:ext cx="16092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4C40D4E5-174D-2D8A-34F4-0163D4DA2C5E}"/>
                    </a:ext>
                  </a:extLst>
                </p14:cNvPr>
                <p14:cNvContentPartPr/>
                <p14:nvPr/>
              </p14:nvContentPartPr>
              <p14:xfrm>
                <a:off x="11147627" y="2855627"/>
                <a:ext cx="133200" cy="80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4C40D4E5-174D-2D8A-34F4-0163D4DA2C5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143307" y="2851307"/>
                  <a:ext cx="141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BDBA30C1-0AE8-90D0-FE31-0B6AF785E921}"/>
                    </a:ext>
                  </a:extLst>
                </p14:cNvPr>
                <p14:cNvContentPartPr/>
                <p14:nvPr/>
              </p14:nvContentPartPr>
              <p14:xfrm>
                <a:off x="11506907" y="2776787"/>
                <a:ext cx="186480" cy="1972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BDBA30C1-0AE8-90D0-FE31-0B6AF785E92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502587" y="2772467"/>
                  <a:ext cx="195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B5C45CA-6D51-C0EF-CBB8-295E6F1F4B6A}"/>
                    </a:ext>
                  </a:extLst>
                </p14:cNvPr>
                <p14:cNvContentPartPr/>
                <p14:nvPr/>
              </p14:nvContentPartPr>
              <p14:xfrm>
                <a:off x="11464067" y="2614427"/>
                <a:ext cx="490320" cy="167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B5C45CA-6D51-C0EF-CBB8-295E6F1F4B6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459747" y="2610107"/>
                  <a:ext cx="4989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E37FBF-5C88-2FE6-0429-F67A104AD6B8}"/>
                    </a:ext>
                  </a:extLst>
                </p14:cNvPr>
                <p14:cNvContentPartPr/>
                <p14:nvPr/>
              </p14:nvContentPartPr>
              <p14:xfrm>
                <a:off x="11731547" y="2877587"/>
                <a:ext cx="57960" cy="68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E37FBF-5C88-2FE6-0429-F67A104AD6B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727227" y="2873267"/>
                  <a:ext cx="666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1CAA3BC-9D27-F3E7-1CAA-97EFC4411744}"/>
                    </a:ext>
                  </a:extLst>
                </p14:cNvPr>
                <p14:cNvContentPartPr/>
                <p14:nvPr/>
              </p14:nvContentPartPr>
              <p14:xfrm>
                <a:off x="11789147" y="2745107"/>
                <a:ext cx="77400" cy="132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1CAA3BC-9D27-F3E7-1CAA-97EFC441174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4827" y="2740787"/>
                  <a:ext cx="860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E4DAC97-DF6C-B32E-B06F-1C94FA610FB8}"/>
                    </a:ext>
                  </a:extLst>
                </p14:cNvPr>
                <p14:cNvContentPartPr/>
                <p14:nvPr/>
              </p14:nvContentPartPr>
              <p14:xfrm>
                <a:off x="11900387" y="2766347"/>
                <a:ext cx="290880" cy="102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E4DAC97-DF6C-B32E-B06F-1C94FA610FB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1896067" y="2762027"/>
                  <a:ext cx="299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DC02C75-6A12-0B28-608F-8CEBC9BE7D7C}"/>
                    </a:ext>
                  </a:extLst>
                </p14:cNvPr>
                <p14:cNvContentPartPr/>
                <p14:nvPr/>
              </p14:nvContentPartPr>
              <p14:xfrm>
                <a:off x="12154547" y="2755547"/>
                <a:ext cx="127080" cy="66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DC02C75-6A12-0B28-608F-8CEBC9BE7D7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2150227" y="2751227"/>
                  <a:ext cx="135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6EC024F-A311-AEE4-A7A9-D693716326E7}"/>
                    </a:ext>
                  </a:extLst>
                </p14:cNvPr>
                <p14:cNvContentPartPr/>
                <p14:nvPr/>
              </p14:nvContentPartPr>
              <p14:xfrm>
                <a:off x="10881947" y="124667"/>
                <a:ext cx="275040" cy="238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6EC024F-A311-AEE4-A7A9-D693716326E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877627" y="120347"/>
                  <a:ext cx="283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13D5442-B305-6B53-C4EF-1375B3CB0C30}"/>
                    </a:ext>
                  </a:extLst>
                </p14:cNvPr>
                <p14:cNvContentPartPr/>
                <p14:nvPr/>
              </p14:nvContentPartPr>
              <p14:xfrm>
                <a:off x="275987" y="4338107"/>
                <a:ext cx="12627720" cy="246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13D5442-B305-6B53-C4EF-1375B3CB0C3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71667" y="4333787"/>
                  <a:ext cx="1263636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068D3C5-FB68-E179-BAA1-ACA60200C0D7}"/>
                    </a:ext>
                  </a:extLst>
                </p14:cNvPr>
                <p14:cNvContentPartPr/>
                <p14:nvPr/>
              </p14:nvContentPartPr>
              <p14:xfrm>
                <a:off x="297227" y="5125067"/>
                <a:ext cx="12505680" cy="3132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068D3C5-FB68-E179-BAA1-ACA60200C0D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2907" y="5120747"/>
                  <a:ext cx="125143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1B606FB-4CAE-2C35-8DAE-86FAC352BC03}"/>
                    </a:ext>
                  </a:extLst>
                </p14:cNvPr>
                <p14:cNvContentPartPr/>
                <p14:nvPr/>
              </p14:nvContentPartPr>
              <p14:xfrm>
                <a:off x="226667" y="5893307"/>
                <a:ext cx="12627720" cy="291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1B606FB-4CAE-2C35-8DAE-86FAC352BC0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2347" y="5888987"/>
                  <a:ext cx="126363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07ABF94-B9D7-6109-271F-C1A4CBBEBD81}"/>
                    </a:ext>
                  </a:extLst>
                </p14:cNvPr>
                <p14:cNvContentPartPr/>
                <p14:nvPr/>
              </p14:nvContentPartPr>
              <p14:xfrm>
                <a:off x="222347" y="6596747"/>
                <a:ext cx="12861000" cy="197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07ABF94-B9D7-6109-271F-C1A4CBBEBD8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18027" y="6592427"/>
                  <a:ext cx="128696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5DD71A88-E1A1-61C3-5DAB-6547E2BE5559}"/>
                    </a:ext>
                  </a:extLst>
                </p14:cNvPr>
                <p14:cNvContentPartPr/>
                <p14:nvPr/>
              </p14:nvContentPartPr>
              <p14:xfrm>
                <a:off x="8944440" y="6381827"/>
                <a:ext cx="360" cy="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DD71A88-E1A1-61C3-5DAB-6547E2BE555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940120" y="63775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9777CAE-10CF-2B87-3064-994B92A3A3B8}"/>
                    </a:ext>
                  </a:extLst>
                </p14:cNvPr>
                <p14:cNvContentPartPr/>
                <p14:nvPr/>
              </p14:nvContentPartPr>
              <p14:xfrm>
                <a:off x="8666520" y="6360587"/>
                <a:ext cx="278280" cy="829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9777CAE-10CF-2B87-3064-994B92A3A3B8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8662200" y="6356267"/>
                  <a:ext cx="286920" cy="83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C2DE9A3-2EDF-D182-9262-B6BE1B74DE98}"/>
                    </a:ext>
                  </a:extLst>
                </p14:cNvPr>
                <p14:cNvContentPartPr/>
                <p14:nvPr/>
              </p14:nvContentPartPr>
              <p14:xfrm>
                <a:off x="6476280" y="6462107"/>
                <a:ext cx="47880" cy="13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C2DE9A3-2EDF-D182-9262-B6BE1B74DE98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471960" y="6457787"/>
                  <a:ext cx="56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087D36D0-6E0D-5F41-7CC0-4757EF57E932}"/>
                    </a:ext>
                  </a:extLst>
                </p14:cNvPr>
                <p14:cNvContentPartPr/>
                <p14:nvPr/>
              </p14:nvContentPartPr>
              <p14:xfrm>
                <a:off x="6514800" y="6462107"/>
                <a:ext cx="360" cy="3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087D36D0-6E0D-5F41-7CC0-4757EF57E93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10480" y="645778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733327C-2E2E-2CB2-5B1E-A4716C9B64FA}"/>
                    </a:ext>
                  </a:extLst>
                </p14:cNvPr>
                <p14:cNvContentPartPr/>
                <p14:nvPr/>
              </p14:nvContentPartPr>
              <p14:xfrm>
                <a:off x="6151200" y="6462107"/>
                <a:ext cx="363960" cy="658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733327C-2E2E-2CB2-5B1E-A4716C9B64F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46880" y="6457787"/>
                  <a:ext cx="37260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E9752A9-FD3C-3664-583A-2D3BD25B5A71}"/>
                    </a:ext>
                  </a:extLst>
                </p14:cNvPr>
                <p14:cNvContentPartPr/>
                <p14:nvPr/>
              </p14:nvContentPartPr>
              <p14:xfrm>
                <a:off x="382560" y="6295067"/>
                <a:ext cx="289440" cy="840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E9752A9-FD3C-3664-583A-2D3BD25B5A7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8240" y="6290747"/>
                  <a:ext cx="298080" cy="84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632E1ABE-5FEA-0DBB-385B-9D6BA1E1C683}"/>
              </a:ext>
            </a:extLst>
          </p:cNvPr>
          <p:cNvGrpSpPr/>
          <p:nvPr/>
        </p:nvGrpSpPr>
        <p:grpSpPr>
          <a:xfrm>
            <a:off x="1905720" y="3736907"/>
            <a:ext cx="406440" cy="558000"/>
            <a:chOff x="1905720" y="3736907"/>
            <a:chExt cx="406440" cy="55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CF634AD-319C-3910-FF4F-A0C0AB5BF5D3}"/>
                    </a:ext>
                  </a:extLst>
                </p14:cNvPr>
                <p14:cNvContentPartPr/>
                <p14:nvPr/>
              </p14:nvContentPartPr>
              <p14:xfrm>
                <a:off x="1905720" y="3736907"/>
                <a:ext cx="339120" cy="558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CF634AD-319C-3910-FF4F-A0C0AB5BF5D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901400" y="3732587"/>
                  <a:ext cx="3477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9FE8CB3-22D6-E6BA-D62B-4F7EBD26B32B}"/>
                    </a:ext>
                  </a:extLst>
                </p14:cNvPr>
                <p14:cNvContentPartPr/>
                <p14:nvPr/>
              </p14:nvContentPartPr>
              <p14:xfrm>
                <a:off x="1999680" y="3998267"/>
                <a:ext cx="312480" cy="65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9FE8CB3-22D6-E6BA-D62B-4F7EBD26B32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995360" y="3993947"/>
                  <a:ext cx="321120" cy="7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279C9AC8-3B1B-091D-0CFB-CE6C23A7835F}"/>
                  </a:ext>
                </a:extLst>
              </p14:cNvPr>
              <p14:cNvContentPartPr/>
              <p14:nvPr/>
            </p14:nvContentPartPr>
            <p14:xfrm>
              <a:off x="4767360" y="3921227"/>
              <a:ext cx="25920" cy="2055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279C9AC8-3B1B-091D-0CFB-CE6C23A7835F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4763040" y="3916907"/>
                <a:ext cx="345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1E789AA-BB9D-A9B3-AF7E-A4A2DF0D8B07}"/>
              </a:ext>
            </a:extLst>
          </p:cNvPr>
          <p:cNvGrpSpPr/>
          <p:nvPr/>
        </p:nvGrpSpPr>
        <p:grpSpPr>
          <a:xfrm>
            <a:off x="5007840" y="3900347"/>
            <a:ext cx="544680" cy="373320"/>
            <a:chOff x="5007840" y="3900347"/>
            <a:chExt cx="54468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3054237-2956-0FC6-0302-8EE5C7E81665}"/>
                    </a:ext>
                  </a:extLst>
                </p14:cNvPr>
                <p14:cNvContentPartPr/>
                <p14:nvPr/>
              </p14:nvContentPartPr>
              <p14:xfrm>
                <a:off x="5007840" y="3900347"/>
                <a:ext cx="237600" cy="2178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3054237-2956-0FC6-0302-8EE5C7E81665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003520" y="3896027"/>
                  <a:ext cx="24624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BE8EA39-0734-A5DB-249D-74D3E09C5B9B}"/>
                    </a:ext>
                  </a:extLst>
                </p14:cNvPr>
                <p14:cNvContentPartPr/>
                <p14:nvPr/>
              </p14:nvContentPartPr>
              <p14:xfrm>
                <a:off x="5265960" y="4002227"/>
                <a:ext cx="144360" cy="1008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BE8EA39-0734-A5DB-249D-74D3E09C5B9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61640" y="3997907"/>
                  <a:ext cx="153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C5CB33A-DFEE-F9E1-C7B4-C666511B51B1}"/>
                    </a:ext>
                  </a:extLst>
                </p14:cNvPr>
                <p14:cNvContentPartPr/>
                <p14:nvPr/>
              </p14:nvContentPartPr>
              <p14:xfrm>
                <a:off x="5456040" y="4006547"/>
                <a:ext cx="67680" cy="608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C5CB33A-DFEE-F9E1-C7B4-C666511B51B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51720" y="4002227"/>
                  <a:ext cx="763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B2C64EA-2DD2-BF8C-6E0E-084431CFD7A3}"/>
                    </a:ext>
                  </a:extLst>
                </p14:cNvPr>
                <p14:cNvContentPartPr/>
                <p14:nvPr/>
              </p14:nvContentPartPr>
              <p14:xfrm>
                <a:off x="5262360" y="3998267"/>
                <a:ext cx="290160" cy="275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B2C64EA-2DD2-BF8C-6E0E-084431CFD7A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258040" y="3993947"/>
                  <a:ext cx="2988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1325A63-EA7B-002F-2D75-4A4FABC929F2}"/>
              </a:ext>
            </a:extLst>
          </p:cNvPr>
          <p:cNvGrpSpPr/>
          <p:nvPr/>
        </p:nvGrpSpPr>
        <p:grpSpPr>
          <a:xfrm>
            <a:off x="7460520" y="3828347"/>
            <a:ext cx="981720" cy="360360"/>
            <a:chOff x="7460520" y="3828347"/>
            <a:chExt cx="981720" cy="36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EE2EAA2-1DAB-DB2C-C494-273FB85E8A93}"/>
                    </a:ext>
                  </a:extLst>
                </p14:cNvPr>
                <p14:cNvContentPartPr/>
                <p14:nvPr/>
              </p14:nvContentPartPr>
              <p14:xfrm>
                <a:off x="7460520" y="3862547"/>
                <a:ext cx="233640" cy="264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EE2EAA2-1DAB-DB2C-C494-273FB85E8A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456200" y="3858227"/>
                  <a:ext cx="2422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5CC34456-8591-1DDB-C401-71C805877489}"/>
                    </a:ext>
                  </a:extLst>
                </p14:cNvPr>
                <p14:cNvContentPartPr/>
                <p14:nvPr/>
              </p14:nvContentPartPr>
              <p14:xfrm>
                <a:off x="7814040" y="3828347"/>
                <a:ext cx="247320" cy="2592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5CC34456-8591-1DDB-C401-71C80587748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809720" y="3824027"/>
                  <a:ext cx="255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157B767-00B5-6814-9ACC-4E30B664D586}"/>
                    </a:ext>
                  </a:extLst>
                </p14:cNvPr>
                <p14:cNvContentPartPr/>
                <p14:nvPr/>
              </p14:nvContentPartPr>
              <p14:xfrm>
                <a:off x="8066400" y="3951107"/>
                <a:ext cx="128880" cy="138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157B767-00B5-6814-9ACC-4E30B664D58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8062080" y="3946787"/>
                  <a:ext cx="137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C4FF0FF-CFEA-E09D-CFB2-0C85D17E5327}"/>
                    </a:ext>
                  </a:extLst>
                </p14:cNvPr>
                <p14:cNvContentPartPr/>
                <p14:nvPr/>
              </p14:nvContentPartPr>
              <p14:xfrm>
                <a:off x="8224800" y="4001507"/>
                <a:ext cx="66600" cy="32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C4FF0FF-CFEA-E09D-CFB2-0C85D17E532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220480" y="3997187"/>
                  <a:ext cx="752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ACE0E5A6-C3A5-7F2F-A123-EA9DFE6FFA5C}"/>
                    </a:ext>
                  </a:extLst>
                </p14:cNvPr>
                <p14:cNvContentPartPr/>
                <p14:nvPr/>
              </p14:nvContentPartPr>
              <p14:xfrm>
                <a:off x="8113560" y="3984587"/>
                <a:ext cx="215280" cy="204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ACE0E5A6-C3A5-7F2F-A123-EA9DFE6FFA5C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8109240" y="3980267"/>
                  <a:ext cx="2239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922C11C-7B02-B259-2752-5A6D668E31C8}"/>
                    </a:ext>
                  </a:extLst>
                </p14:cNvPr>
                <p14:cNvContentPartPr/>
                <p14:nvPr/>
              </p14:nvContentPartPr>
              <p14:xfrm>
                <a:off x="8368080" y="4011587"/>
                <a:ext cx="74160" cy="86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922C11C-7B02-B259-2752-5A6D668E31C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363760" y="4007267"/>
                  <a:ext cx="82800" cy="9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DE6143B2-C280-9682-5890-F5DB6BC65149}"/>
              </a:ext>
            </a:extLst>
          </p:cNvPr>
          <p:cNvGrpSpPr/>
          <p:nvPr/>
        </p:nvGrpSpPr>
        <p:grpSpPr>
          <a:xfrm>
            <a:off x="10258440" y="3803867"/>
            <a:ext cx="1228680" cy="502920"/>
            <a:chOff x="10258440" y="3803867"/>
            <a:chExt cx="122868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C351707-1585-884C-CFB1-80F27FC6F3B1}"/>
                    </a:ext>
                  </a:extLst>
                </p14:cNvPr>
                <p14:cNvContentPartPr/>
                <p14:nvPr/>
              </p14:nvContentPartPr>
              <p14:xfrm>
                <a:off x="10258440" y="3834827"/>
                <a:ext cx="150120" cy="2552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C351707-1585-884C-CFB1-80F27FC6F3B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254120" y="3830507"/>
                  <a:ext cx="158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F07E1D9-25EA-96D9-2D08-3E25B2CAAC69}"/>
                    </a:ext>
                  </a:extLst>
                </p14:cNvPr>
                <p14:cNvContentPartPr/>
                <p14:nvPr/>
              </p14:nvContentPartPr>
              <p14:xfrm>
                <a:off x="10374360" y="3843107"/>
                <a:ext cx="167040" cy="165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F07E1D9-25EA-96D9-2D08-3E25B2CAAC6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369680" y="3838787"/>
                  <a:ext cx="175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09E5F5B-AF2A-8005-D130-527E7752BA50}"/>
                    </a:ext>
                  </a:extLst>
                </p14:cNvPr>
                <p14:cNvContentPartPr/>
                <p14:nvPr/>
              </p14:nvContentPartPr>
              <p14:xfrm>
                <a:off x="10627440" y="3803867"/>
                <a:ext cx="297720" cy="2707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09E5F5B-AF2A-8005-D130-527E7752BA5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623120" y="3799547"/>
                  <a:ext cx="3063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4B875CF-7586-972E-51BF-78AC4BABB9AA}"/>
                    </a:ext>
                  </a:extLst>
                </p14:cNvPr>
                <p14:cNvContentPartPr/>
                <p14:nvPr/>
              </p14:nvContentPartPr>
              <p14:xfrm>
                <a:off x="10910760" y="3987467"/>
                <a:ext cx="144000" cy="101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4B875CF-7586-972E-51BF-78AC4BABB9A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906440" y="3983147"/>
                  <a:ext cx="152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C80F23F-C736-2F84-50AB-CFDB2514833C}"/>
                    </a:ext>
                  </a:extLst>
                </p14:cNvPr>
                <p14:cNvContentPartPr/>
                <p14:nvPr/>
              </p14:nvContentPartPr>
              <p14:xfrm>
                <a:off x="11119560" y="4014467"/>
                <a:ext cx="44280" cy="51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C80F23F-C736-2F84-50AB-CFDB2514833C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115240" y="4010147"/>
                  <a:ext cx="529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64431228-1DD0-28A2-CC60-0F3C40BA669B}"/>
                    </a:ext>
                  </a:extLst>
                </p14:cNvPr>
                <p14:cNvContentPartPr/>
                <p14:nvPr/>
              </p14:nvContentPartPr>
              <p14:xfrm>
                <a:off x="11045760" y="4009067"/>
                <a:ext cx="189720" cy="2977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64431228-1DD0-28A2-CC60-0F3C40BA669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041440" y="4004747"/>
                  <a:ext cx="1983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35ECADF-BD30-9B92-D5C8-60A7D8554D0A}"/>
                    </a:ext>
                  </a:extLst>
                </p14:cNvPr>
                <p14:cNvContentPartPr/>
                <p14:nvPr/>
              </p14:nvContentPartPr>
              <p14:xfrm>
                <a:off x="11366520" y="3983147"/>
                <a:ext cx="120600" cy="1220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35ECADF-BD30-9B92-D5C8-60A7D8554D0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362200" y="3978827"/>
                  <a:ext cx="12924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0F01805E-A519-B44D-4858-5DA7D982C34B}"/>
              </a:ext>
            </a:extLst>
          </p:cNvPr>
          <p:cNvGrpSpPr/>
          <p:nvPr/>
        </p:nvGrpSpPr>
        <p:grpSpPr>
          <a:xfrm>
            <a:off x="1851000" y="4735907"/>
            <a:ext cx="209160" cy="228960"/>
            <a:chOff x="1851000" y="4735907"/>
            <a:chExt cx="20916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A9DD32B7-8C99-8EE6-AA58-1BADD2883807}"/>
                    </a:ext>
                  </a:extLst>
                </p14:cNvPr>
                <p14:cNvContentPartPr/>
                <p14:nvPr/>
              </p14:nvContentPartPr>
              <p14:xfrm>
                <a:off x="1851000" y="4735907"/>
                <a:ext cx="49320" cy="223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A9DD32B7-8C99-8EE6-AA58-1BADD288380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846680" y="4731587"/>
                  <a:ext cx="579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8139AC0-6135-EE37-3637-3BC2094FB69C}"/>
                    </a:ext>
                  </a:extLst>
                </p14:cNvPr>
                <p14:cNvContentPartPr/>
                <p14:nvPr/>
              </p14:nvContentPartPr>
              <p14:xfrm>
                <a:off x="1868280" y="4736987"/>
                <a:ext cx="191880" cy="227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8139AC0-6135-EE37-3637-3BC2094FB69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863960" y="4732667"/>
                  <a:ext cx="20052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7DD078A6-B9DE-B074-5837-ACC40D7DE06B}"/>
                  </a:ext>
                </a:extLst>
              </p14:cNvPr>
              <p14:cNvContentPartPr/>
              <p14:nvPr/>
            </p14:nvContentPartPr>
            <p14:xfrm>
              <a:off x="1885920" y="5421707"/>
              <a:ext cx="255600" cy="2239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7DD078A6-B9DE-B074-5837-ACC40D7DE06B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881600" y="5417387"/>
                <a:ext cx="264240" cy="23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1B43FEF-4206-53A3-6511-5EE148868B5A}"/>
              </a:ext>
            </a:extLst>
          </p:cNvPr>
          <p:cNvGrpSpPr/>
          <p:nvPr/>
        </p:nvGrpSpPr>
        <p:grpSpPr>
          <a:xfrm>
            <a:off x="1821120" y="6093467"/>
            <a:ext cx="313200" cy="281160"/>
            <a:chOff x="1821120" y="6093467"/>
            <a:chExt cx="31320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7148E664-0D66-2EB3-5F42-669053A907DA}"/>
                    </a:ext>
                  </a:extLst>
                </p14:cNvPr>
                <p14:cNvContentPartPr/>
                <p14:nvPr/>
              </p14:nvContentPartPr>
              <p14:xfrm>
                <a:off x="1981680" y="6113627"/>
                <a:ext cx="17640" cy="195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7148E664-0D66-2EB3-5F42-669053A907D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77360" y="6109307"/>
                  <a:ext cx="262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A7E1F021-4C0F-DB0A-B72F-F41EF70F0B7E}"/>
                    </a:ext>
                  </a:extLst>
                </p14:cNvPr>
                <p14:cNvContentPartPr/>
                <p14:nvPr/>
              </p14:nvContentPartPr>
              <p14:xfrm>
                <a:off x="1821120" y="6093467"/>
                <a:ext cx="313200" cy="2811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A7E1F021-4C0F-DB0A-B72F-F41EF70F0B7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816800" y="6089147"/>
                  <a:ext cx="321840" cy="28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3FD78508-BE7F-AF0C-DE99-13B8293CC5EF}"/>
              </a:ext>
            </a:extLst>
          </p:cNvPr>
          <p:cNvGrpSpPr/>
          <p:nvPr/>
        </p:nvGrpSpPr>
        <p:grpSpPr>
          <a:xfrm>
            <a:off x="79800" y="6153227"/>
            <a:ext cx="372600" cy="288000"/>
            <a:chOff x="79800" y="6153227"/>
            <a:chExt cx="37260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D01C5F6-6D60-77BD-4ECF-9DCC1FB3E345}"/>
                    </a:ext>
                  </a:extLst>
                </p14:cNvPr>
                <p14:cNvContentPartPr/>
                <p14:nvPr/>
              </p14:nvContentPartPr>
              <p14:xfrm>
                <a:off x="79800" y="6153227"/>
                <a:ext cx="112320" cy="2300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D01C5F6-6D60-77BD-4ECF-9DCC1FB3E3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5480" y="6148907"/>
                  <a:ext cx="1209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B89843A-3E05-9165-8EAB-74E3B0B3AB30}"/>
                    </a:ext>
                  </a:extLst>
                </p14:cNvPr>
                <p14:cNvContentPartPr/>
                <p14:nvPr/>
              </p14:nvContentPartPr>
              <p14:xfrm>
                <a:off x="157200" y="6358427"/>
                <a:ext cx="44280" cy="828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B89843A-3E05-9165-8EAB-74E3B0B3AB3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52880" y="6354107"/>
                  <a:ext cx="52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49F6276-19DE-802B-EA88-E940E9D09D05}"/>
                    </a:ext>
                  </a:extLst>
                </p14:cNvPr>
                <p14:cNvContentPartPr/>
                <p14:nvPr/>
              </p14:nvContentPartPr>
              <p14:xfrm>
                <a:off x="325320" y="6181667"/>
                <a:ext cx="127080" cy="157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49F6276-19DE-802B-EA88-E940E9D09D0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21000" y="6177347"/>
                  <a:ext cx="13572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25D05C39-03D5-141D-F968-F3B1EA077D53}"/>
              </a:ext>
            </a:extLst>
          </p:cNvPr>
          <p:cNvGrpSpPr/>
          <p:nvPr/>
        </p:nvGrpSpPr>
        <p:grpSpPr>
          <a:xfrm>
            <a:off x="145320" y="1054907"/>
            <a:ext cx="325440" cy="1549440"/>
            <a:chOff x="145320" y="1054907"/>
            <a:chExt cx="325440" cy="15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C59BC7D2-6ED0-2619-A49E-46A1220E4F17}"/>
                    </a:ext>
                  </a:extLst>
                </p14:cNvPr>
                <p14:cNvContentPartPr/>
                <p14:nvPr/>
              </p14:nvContentPartPr>
              <p14:xfrm>
                <a:off x="268440" y="1207907"/>
                <a:ext cx="18720" cy="234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C59BC7D2-6ED0-2619-A49E-46A1220E4F1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64120" y="1203587"/>
                  <a:ext cx="27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D6EDC7D-FAB8-6454-0B76-ACDB36B0C755}"/>
                    </a:ext>
                  </a:extLst>
                </p14:cNvPr>
                <p14:cNvContentPartPr/>
                <p14:nvPr/>
              </p14:nvContentPartPr>
              <p14:xfrm>
                <a:off x="287520" y="1054907"/>
                <a:ext cx="164520" cy="1792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D6EDC7D-FAB8-6454-0B76-ACDB36B0C755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283200" y="1050587"/>
                  <a:ext cx="173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83E2FD6C-EA66-A05D-6E4A-029FA14C1106}"/>
                    </a:ext>
                  </a:extLst>
                </p14:cNvPr>
                <p14:cNvContentPartPr/>
                <p14:nvPr/>
              </p14:nvContentPartPr>
              <p14:xfrm>
                <a:off x="259440" y="1465307"/>
                <a:ext cx="190080" cy="338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83E2FD6C-EA66-A05D-6E4A-029FA14C110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255120" y="1460987"/>
                  <a:ext cx="19872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AB34B58-C5A5-AB73-C1A1-F8DA64EF6CE5}"/>
                    </a:ext>
                  </a:extLst>
                </p14:cNvPr>
                <p14:cNvContentPartPr/>
                <p14:nvPr/>
              </p14:nvContentPartPr>
              <p14:xfrm>
                <a:off x="245760" y="1906667"/>
                <a:ext cx="168120" cy="2206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AB34B58-C5A5-AB73-C1A1-F8DA64EF6CE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41440" y="1902347"/>
                  <a:ext cx="1767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9798ECA-E2AF-BB37-CC96-11732F4210A4}"/>
                    </a:ext>
                  </a:extLst>
                </p14:cNvPr>
                <p14:cNvContentPartPr/>
                <p14:nvPr/>
              </p14:nvContentPartPr>
              <p14:xfrm>
                <a:off x="317400" y="1898027"/>
                <a:ext cx="153360" cy="302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9798ECA-E2AF-BB37-CC96-11732F4210A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313080" y="1893707"/>
                  <a:ext cx="162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8ABDC6B-731A-C18A-2C8C-A1F575DEBCDB}"/>
                    </a:ext>
                  </a:extLst>
                </p14:cNvPr>
                <p14:cNvContentPartPr/>
                <p14:nvPr/>
              </p14:nvContentPartPr>
              <p14:xfrm>
                <a:off x="259800" y="2013587"/>
                <a:ext cx="202320" cy="111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8ABDC6B-731A-C18A-2C8C-A1F575DEBCD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55480" y="2009267"/>
                  <a:ext cx="2109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876DBA8F-6449-1923-C86D-DF78CF222E21}"/>
                    </a:ext>
                  </a:extLst>
                </p14:cNvPr>
                <p14:cNvContentPartPr/>
                <p14:nvPr/>
              </p14:nvContentPartPr>
              <p14:xfrm>
                <a:off x="327120" y="2309867"/>
                <a:ext cx="21240" cy="190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876DBA8F-6449-1923-C86D-DF78CF222E2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322800" y="2305547"/>
                  <a:ext cx="2988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3B30DA6-5340-5849-830C-53FD7CA8B6E1}"/>
                    </a:ext>
                  </a:extLst>
                </p14:cNvPr>
                <p14:cNvContentPartPr/>
                <p14:nvPr/>
              </p14:nvContentPartPr>
              <p14:xfrm>
                <a:off x="145320" y="2255147"/>
                <a:ext cx="307080" cy="349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3B30DA6-5340-5849-830C-53FD7CA8B6E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41000" y="2250827"/>
                  <a:ext cx="315720" cy="35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9A363564-8B51-A416-3DB3-CA717405D85F}"/>
              </a:ext>
            </a:extLst>
          </p:cNvPr>
          <p:cNvGrpSpPr/>
          <p:nvPr/>
        </p:nvGrpSpPr>
        <p:grpSpPr>
          <a:xfrm>
            <a:off x="4744320" y="4774787"/>
            <a:ext cx="261720" cy="195120"/>
            <a:chOff x="4744320" y="4774787"/>
            <a:chExt cx="26172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0835ACB-A20A-40E7-3A91-4CC8CC145710}"/>
                    </a:ext>
                  </a:extLst>
                </p14:cNvPr>
                <p14:cNvContentPartPr/>
                <p14:nvPr/>
              </p14:nvContentPartPr>
              <p14:xfrm>
                <a:off x="4744320" y="4774787"/>
                <a:ext cx="158760" cy="1951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0835ACB-A20A-40E7-3A91-4CC8CC14571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740000" y="4770467"/>
                  <a:ext cx="167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DFA07F1-1001-727D-B435-A7B6DF0D8E72}"/>
                    </a:ext>
                  </a:extLst>
                </p14:cNvPr>
                <p14:cNvContentPartPr/>
                <p14:nvPr/>
              </p14:nvContentPartPr>
              <p14:xfrm>
                <a:off x="4864560" y="4778027"/>
                <a:ext cx="141480" cy="24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DFA07F1-1001-727D-B435-A7B6DF0D8E72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860240" y="4773707"/>
                  <a:ext cx="150120" cy="33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933D0282-DAB3-AAA3-2045-752BE9FDF7DB}"/>
                  </a:ext>
                </a:extLst>
              </p14:cNvPr>
              <p14:cNvContentPartPr/>
              <p14:nvPr/>
            </p14:nvContentPartPr>
            <p14:xfrm>
              <a:off x="7719720" y="4740587"/>
              <a:ext cx="192960" cy="2444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933D0282-DAB3-AAA3-2045-752BE9FDF7DB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715400" y="4736267"/>
                <a:ext cx="20160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97732A01-5874-1853-9F02-19274C68F102}"/>
              </a:ext>
            </a:extLst>
          </p:cNvPr>
          <p:cNvGrpSpPr/>
          <p:nvPr/>
        </p:nvGrpSpPr>
        <p:grpSpPr>
          <a:xfrm>
            <a:off x="10409640" y="4847507"/>
            <a:ext cx="272520" cy="294480"/>
            <a:chOff x="10409640" y="4847507"/>
            <a:chExt cx="272520" cy="29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696F8A6-4F47-07B7-61A7-6FBD3F15A917}"/>
                    </a:ext>
                  </a:extLst>
                </p14:cNvPr>
                <p14:cNvContentPartPr/>
                <p14:nvPr/>
              </p14:nvContentPartPr>
              <p14:xfrm>
                <a:off x="10409640" y="4847507"/>
                <a:ext cx="183600" cy="294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696F8A6-4F47-07B7-61A7-6FBD3F15A917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405320" y="4843187"/>
                  <a:ext cx="192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441197E-A108-3DE3-738D-5E01414FA2F2}"/>
                    </a:ext>
                  </a:extLst>
                </p14:cNvPr>
                <p14:cNvContentPartPr/>
                <p14:nvPr/>
              </p14:nvContentPartPr>
              <p14:xfrm>
                <a:off x="10441680" y="4998707"/>
                <a:ext cx="240480" cy="11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441197E-A108-3DE3-738D-5E01414FA2F2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437360" y="4994387"/>
                  <a:ext cx="24912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1848B15D-9F39-6822-BD0D-B7282F750FB1}"/>
                  </a:ext>
                </a:extLst>
              </p14:cNvPr>
              <p14:cNvContentPartPr/>
              <p14:nvPr/>
            </p14:nvContentPartPr>
            <p14:xfrm>
              <a:off x="4706520" y="5444027"/>
              <a:ext cx="324360" cy="30204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1848B15D-9F39-6822-BD0D-B7282F750FB1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4702200" y="5439707"/>
                <a:ext cx="33300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35778A38-C68A-B6DF-9FC6-A0E0CF8355EA}"/>
                  </a:ext>
                </a:extLst>
              </p14:cNvPr>
              <p14:cNvContentPartPr/>
              <p14:nvPr/>
            </p14:nvContentPartPr>
            <p14:xfrm>
              <a:off x="7501920" y="5536907"/>
              <a:ext cx="258480" cy="2437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35778A38-C68A-B6DF-9FC6-A0E0CF8355EA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7497600" y="5532587"/>
                <a:ext cx="26712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DAF902AF-596E-C893-98A8-040512E69A0D}"/>
              </a:ext>
            </a:extLst>
          </p:cNvPr>
          <p:cNvGrpSpPr/>
          <p:nvPr/>
        </p:nvGrpSpPr>
        <p:grpSpPr>
          <a:xfrm>
            <a:off x="9929040" y="5597027"/>
            <a:ext cx="260640" cy="263520"/>
            <a:chOff x="9929040" y="5597027"/>
            <a:chExt cx="26064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9471C53-38B1-C58B-A492-1C2C4AA7F8A6}"/>
                    </a:ext>
                  </a:extLst>
                </p14:cNvPr>
                <p14:cNvContentPartPr/>
                <p14:nvPr/>
              </p14:nvContentPartPr>
              <p14:xfrm>
                <a:off x="9929040" y="5597027"/>
                <a:ext cx="260640" cy="1864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9471C53-38B1-C58B-A492-1C2C4AA7F8A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924720" y="5592707"/>
                  <a:ext cx="2692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ABF6B57B-29E5-BF46-ED37-2BFC62E29E93}"/>
                    </a:ext>
                  </a:extLst>
                </p14:cNvPr>
                <p14:cNvContentPartPr/>
                <p14:nvPr/>
              </p14:nvContentPartPr>
              <p14:xfrm>
                <a:off x="10048920" y="5683787"/>
                <a:ext cx="125640" cy="176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ABF6B57B-29E5-BF46-ED37-2BFC62E29E9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10044600" y="5679467"/>
                  <a:ext cx="134280" cy="18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10E2C237-12BF-5619-37EF-CD76C3D2CF26}"/>
                  </a:ext>
                </a:extLst>
              </p14:cNvPr>
              <p14:cNvContentPartPr/>
              <p14:nvPr/>
            </p14:nvContentPartPr>
            <p14:xfrm>
              <a:off x="4893000" y="6151067"/>
              <a:ext cx="29880" cy="3150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10E2C237-12BF-5619-37EF-CD76C3D2CF26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4888680" y="6146747"/>
                <a:ext cx="38520" cy="32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32E2DBE-FB5F-E767-A953-3EC159F59297}"/>
              </a:ext>
            </a:extLst>
          </p:cNvPr>
          <p:cNvGrpSpPr/>
          <p:nvPr/>
        </p:nvGrpSpPr>
        <p:grpSpPr>
          <a:xfrm>
            <a:off x="10209480" y="6207587"/>
            <a:ext cx="192960" cy="186480"/>
            <a:chOff x="10209480" y="6207587"/>
            <a:chExt cx="19296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1C412FD-1E25-C6E1-6A3C-B5C8D4F5F49E}"/>
                    </a:ext>
                  </a:extLst>
                </p14:cNvPr>
                <p14:cNvContentPartPr/>
                <p14:nvPr/>
              </p14:nvContentPartPr>
              <p14:xfrm>
                <a:off x="10226760" y="6207587"/>
                <a:ext cx="171720" cy="186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1C412FD-1E25-C6E1-6A3C-B5C8D4F5F49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0222440" y="6203267"/>
                  <a:ext cx="180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88248206-DC89-2542-3745-344FE3F2FBC1}"/>
                    </a:ext>
                  </a:extLst>
                </p14:cNvPr>
                <p14:cNvContentPartPr/>
                <p14:nvPr/>
              </p14:nvContentPartPr>
              <p14:xfrm>
                <a:off x="10209480" y="6282107"/>
                <a:ext cx="192960" cy="241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88248206-DC89-2542-3745-344FE3F2FBC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0205160" y="6277787"/>
                  <a:ext cx="2016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879A7A7B-C7B7-DC85-B707-1018C697DDF9}"/>
              </a:ext>
            </a:extLst>
          </p:cNvPr>
          <p:cNvGrpSpPr/>
          <p:nvPr/>
        </p:nvGrpSpPr>
        <p:grpSpPr>
          <a:xfrm>
            <a:off x="7447200" y="6160427"/>
            <a:ext cx="354600" cy="235440"/>
            <a:chOff x="7447200" y="6160427"/>
            <a:chExt cx="35460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0C3796C-66CE-DD73-4F26-A18B0BAED990}"/>
                    </a:ext>
                  </a:extLst>
                </p14:cNvPr>
                <p14:cNvContentPartPr/>
                <p14:nvPr/>
              </p14:nvContentPartPr>
              <p14:xfrm>
                <a:off x="7447200" y="6160427"/>
                <a:ext cx="189000" cy="235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0C3796C-66CE-DD73-4F26-A18B0BAED99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442880" y="6156107"/>
                  <a:ext cx="19764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8E915C7-9EBF-145B-B638-5F81B5D67963}"/>
                    </a:ext>
                  </a:extLst>
                </p14:cNvPr>
                <p14:cNvContentPartPr/>
                <p14:nvPr/>
              </p14:nvContentPartPr>
              <p14:xfrm>
                <a:off x="7567080" y="6217307"/>
                <a:ext cx="234720" cy="13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8E915C7-9EBF-145B-B638-5F81B5D67963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562760" y="6212987"/>
                  <a:ext cx="24336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798C8AFA-32BF-D292-C53F-F34F85AEE740}"/>
              </a:ext>
            </a:extLst>
          </p:cNvPr>
          <p:cNvGrpSpPr/>
          <p:nvPr/>
        </p:nvGrpSpPr>
        <p:grpSpPr>
          <a:xfrm>
            <a:off x="432600" y="4688027"/>
            <a:ext cx="259560" cy="236520"/>
            <a:chOff x="432600" y="4688027"/>
            <a:chExt cx="259560" cy="23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01620B6-C60C-BE25-207C-36801C205A82}"/>
                    </a:ext>
                  </a:extLst>
                </p14:cNvPr>
                <p14:cNvContentPartPr/>
                <p14:nvPr/>
              </p14:nvContentPartPr>
              <p14:xfrm>
                <a:off x="432600" y="4688027"/>
                <a:ext cx="149400" cy="2365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01620B6-C60C-BE25-207C-36801C205A8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28280" y="4683707"/>
                  <a:ext cx="1580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EFD0ACE-157E-A7E5-2109-FB52EB6B6231}"/>
                    </a:ext>
                  </a:extLst>
                </p14:cNvPr>
                <p14:cNvContentPartPr/>
                <p14:nvPr/>
              </p14:nvContentPartPr>
              <p14:xfrm>
                <a:off x="501360" y="4772267"/>
                <a:ext cx="190800" cy="212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EFD0ACE-157E-A7E5-2109-FB52EB6B6231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97040" y="4767947"/>
                  <a:ext cx="199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B535D5CE-35D8-D82A-34D7-DD6CB625D5C2}"/>
              </a:ext>
            </a:extLst>
          </p:cNvPr>
          <p:cNvGrpSpPr/>
          <p:nvPr/>
        </p:nvGrpSpPr>
        <p:grpSpPr>
          <a:xfrm>
            <a:off x="329640" y="5390747"/>
            <a:ext cx="205200" cy="266040"/>
            <a:chOff x="329640" y="5390747"/>
            <a:chExt cx="205200" cy="26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C9EDDE5-1009-CEFB-779E-EA12231602C1}"/>
                    </a:ext>
                  </a:extLst>
                </p14:cNvPr>
                <p14:cNvContentPartPr/>
                <p14:nvPr/>
              </p14:nvContentPartPr>
              <p14:xfrm>
                <a:off x="329640" y="5390747"/>
                <a:ext cx="130680" cy="266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C9EDDE5-1009-CEFB-779E-EA12231602C1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25320" y="5386427"/>
                  <a:ext cx="13932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3791EB9-EF5B-3957-065F-03FBCBA5B104}"/>
                    </a:ext>
                  </a:extLst>
                </p14:cNvPr>
                <p14:cNvContentPartPr/>
                <p14:nvPr/>
              </p14:nvContentPartPr>
              <p14:xfrm>
                <a:off x="386880" y="5468507"/>
                <a:ext cx="147960" cy="367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3791EB9-EF5B-3957-065F-03FBCBA5B10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382560" y="5464187"/>
                  <a:ext cx="156600" cy="45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0369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DDB2FC-999A-3B7C-A1BE-BB71837870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4479940"/>
              </p:ext>
            </p:extLst>
          </p:nvPr>
        </p:nvGraphicFramePr>
        <p:xfrm>
          <a:off x="195546" y="567267"/>
          <a:ext cx="11505386" cy="5989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5714">
                  <a:extLst>
                    <a:ext uri="{9D8B030D-6E8A-4147-A177-3AD203B41FA5}">
                      <a16:colId xmlns:a16="http://schemas.microsoft.com/office/drawing/2014/main" val="938337419"/>
                    </a:ext>
                  </a:extLst>
                </a:gridCol>
                <a:gridCol w="300141">
                  <a:extLst>
                    <a:ext uri="{9D8B030D-6E8A-4147-A177-3AD203B41FA5}">
                      <a16:colId xmlns:a16="http://schemas.microsoft.com/office/drawing/2014/main" val="3610403548"/>
                    </a:ext>
                  </a:extLst>
                </a:gridCol>
                <a:gridCol w="1625761">
                  <a:extLst>
                    <a:ext uri="{9D8B030D-6E8A-4147-A177-3AD203B41FA5}">
                      <a16:colId xmlns:a16="http://schemas.microsoft.com/office/drawing/2014/main" val="2428892046"/>
                    </a:ext>
                  </a:extLst>
                </a:gridCol>
                <a:gridCol w="1625761">
                  <a:extLst>
                    <a:ext uri="{9D8B030D-6E8A-4147-A177-3AD203B41FA5}">
                      <a16:colId xmlns:a16="http://schemas.microsoft.com/office/drawing/2014/main" val="2861967575"/>
                    </a:ext>
                  </a:extLst>
                </a:gridCol>
                <a:gridCol w="1625761">
                  <a:extLst>
                    <a:ext uri="{9D8B030D-6E8A-4147-A177-3AD203B41FA5}">
                      <a16:colId xmlns:a16="http://schemas.microsoft.com/office/drawing/2014/main" val="1750674013"/>
                    </a:ext>
                  </a:extLst>
                </a:gridCol>
                <a:gridCol w="1200562">
                  <a:extLst>
                    <a:ext uri="{9D8B030D-6E8A-4147-A177-3AD203B41FA5}">
                      <a16:colId xmlns:a16="http://schemas.microsoft.com/office/drawing/2014/main" val="3693127023"/>
                    </a:ext>
                  </a:extLst>
                </a:gridCol>
                <a:gridCol w="1200562">
                  <a:extLst>
                    <a:ext uri="{9D8B030D-6E8A-4147-A177-3AD203B41FA5}">
                      <a16:colId xmlns:a16="http://schemas.microsoft.com/office/drawing/2014/main" val="3938398253"/>
                    </a:ext>
                  </a:extLst>
                </a:gridCol>
                <a:gridCol w="1200562">
                  <a:extLst>
                    <a:ext uri="{9D8B030D-6E8A-4147-A177-3AD203B41FA5}">
                      <a16:colId xmlns:a16="http://schemas.microsoft.com/office/drawing/2014/main" val="967418931"/>
                    </a:ext>
                  </a:extLst>
                </a:gridCol>
                <a:gridCol w="1200562">
                  <a:extLst>
                    <a:ext uri="{9D8B030D-6E8A-4147-A177-3AD203B41FA5}">
                      <a16:colId xmlns:a16="http://schemas.microsoft.com/office/drawing/2014/main" val="39677626"/>
                    </a:ext>
                  </a:extLst>
                </a:gridCol>
              </a:tblGrid>
              <a:tr h="675810"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Predecessor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Optimistic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Most Likely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Pessimistic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ED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Ceiling(ED)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Variance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3315645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-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A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1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3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5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3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3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0,44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95030204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A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B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5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6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7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6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6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0,11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610789137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 dirty="0">
                          <a:effectLst/>
                        </a:rPr>
                        <a:t>A</a:t>
                      </a:r>
                      <a:endParaRPr lang="en-ZA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C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2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3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4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3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3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0,11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48597875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B, C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D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1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5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7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4,7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5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1,00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14419917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rowSpan="6" gridSpan="6"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261" marR="119261" marT="59630" marB="59630" anchor="b"/>
                </a:tc>
                <a:tc rowSpan="6"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73840256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6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s^2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1,556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68224639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6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ZA" sz="2200" u="none" strike="noStrike">
                          <a:effectLst/>
                        </a:rPr>
                        <a:t>s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ZA" sz="2200" u="none" strike="noStrike">
                          <a:effectLst/>
                        </a:rPr>
                        <a:t>1,247</a:t>
                      </a:r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3214648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6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236649095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6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466790824"/>
                  </a:ext>
                </a:extLst>
              </a:tr>
              <a:tr h="360169"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 gridSpan="6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03398626"/>
                  </a:ext>
                </a:extLst>
              </a:tr>
              <a:tr h="855893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This network tells us that on average, this project will finish at time 14.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261" marR="119261" marT="59630" marB="59630" anchor="b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27313106"/>
                  </a:ext>
                </a:extLst>
              </a:tr>
              <a:tr h="855893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US" sz="2200" u="none" strike="noStrike">
                          <a:effectLst/>
                        </a:rPr>
                        <a:t>Another way of saying that, is there is a 50% chance that the project will be finished by time 14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9261" marR="119261" marT="59630" marB="59630" anchor="b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ZA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368517947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9A70F4-B66E-7814-3C09-0FE0F0A59B1A}"/>
                  </a:ext>
                </a:extLst>
              </p14:cNvPr>
              <p14:cNvContentPartPr/>
              <p14:nvPr/>
            </p14:nvContentPartPr>
            <p14:xfrm>
              <a:off x="3963988" y="2921000"/>
              <a:ext cx="2770187" cy="862013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9A70F4-B66E-7814-3C09-0FE0F0A59B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7869" y="2914876"/>
                <a:ext cx="2782425" cy="874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F7C04E7-92B7-8417-4762-234BD4713997}"/>
                  </a:ext>
                </a:extLst>
              </p14:cNvPr>
              <p14:cNvContentPartPr/>
              <p14:nvPr/>
            </p14:nvContentPartPr>
            <p14:xfrm>
              <a:off x="7119938" y="3146425"/>
              <a:ext cx="3175" cy="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F7C04E7-92B7-8417-4762-234BD471399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13191" y="3146425"/>
                <a:ext cx="16669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A271F3A-65D6-271D-3346-84AB1D1929CF}"/>
                  </a:ext>
                </a:extLst>
              </p14:cNvPr>
              <p14:cNvContentPartPr/>
              <p14:nvPr/>
            </p14:nvContentPartPr>
            <p14:xfrm>
              <a:off x="6727825" y="3151188"/>
              <a:ext cx="403225" cy="117475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A271F3A-65D6-271D-3346-84AB1D1929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8816" y="3142179"/>
                <a:ext cx="420882" cy="1351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F681C91-C0C0-1F5B-7E48-E7AF478FD1DA}"/>
                  </a:ext>
                </a:extLst>
              </p14:cNvPr>
              <p14:cNvContentPartPr/>
              <p14:nvPr/>
            </p14:nvContentPartPr>
            <p14:xfrm>
              <a:off x="7135813" y="3117850"/>
              <a:ext cx="392112" cy="276225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F681C91-C0C0-1F5B-7E48-E7AF478FD1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26811" y="3108847"/>
                <a:ext cx="409755" cy="2938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B248DAC-5C7B-69B1-46E8-16835012C08A}"/>
                  </a:ext>
                </a:extLst>
              </p14:cNvPr>
              <p14:cNvContentPartPr/>
              <p14:nvPr/>
            </p14:nvContentPartPr>
            <p14:xfrm>
              <a:off x="7169150" y="3487738"/>
              <a:ext cx="306388" cy="11747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B248DAC-5C7B-69B1-46E8-16835012C08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60149" y="3478701"/>
                <a:ext cx="324030" cy="135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2EF1EA-D0BA-34DB-EE62-952EAA559761}"/>
                  </a:ext>
                </a:extLst>
              </p14:cNvPr>
              <p14:cNvContentPartPr/>
              <p14:nvPr/>
            </p14:nvContentPartPr>
            <p14:xfrm>
              <a:off x="4629150" y="3052763"/>
              <a:ext cx="58738" cy="762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32EF1EA-D0BA-34DB-EE62-952EAA5597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620196" y="3043777"/>
                <a:ext cx="76288" cy="93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69298BA-60F9-3E12-AE4A-78DCECC59E93}"/>
                  </a:ext>
                </a:extLst>
              </p14:cNvPr>
              <p14:cNvContentPartPr/>
              <p14:nvPr/>
            </p14:nvContentPartPr>
            <p14:xfrm>
              <a:off x="5676900" y="3170238"/>
              <a:ext cx="65088" cy="71437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69298BA-60F9-3E12-AE4A-78DCECC59E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67910" y="3161218"/>
                <a:ext cx="82709" cy="891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65813FC-1BA6-9FD1-299E-7DB9DD7D25C2}"/>
                  </a:ext>
                </a:extLst>
              </p14:cNvPr>
              <p14:cNvContentPartPr/>
              <p14:nvPr/>
            </p14:nvContentPartPr>
            <p14:xfrm>
              <a:off x="4030663" y="3805238"/>
              <a:ext cx="1633537" cy="163512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65813FC-1BA6-9FD1-299E-7DB9DD7D25C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21664" y="3796214"/>
                <a:ext cx="1651175" cy="1811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E15CBA-AE17-1AF5-02DB-71A74AF2A5BC}"/>
                  </a:ext>
                </a:extLst>
              </p14:cNvPr>
              <p14:cNvContentPartPr/>
              <p14:nvPr/>
            </p14:nvContentPartPr>
            <p14:xfrm>
              <a:off x="6084888" y="3771900"/>
              <a:ext cx="720725" cy="173038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E15CBA-AE17-1AF5-02DB-71A74AF2A5B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75883" y="3762925"/>
                <a:ext cx="738374" cy="19062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372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305</Words>
  <Application>Microsoft Office PowerPoint</Application>
  <PresentationFormat>Widescreen</PresentationFormat>
  <Paragraphs>64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Narrow</vt:lpstr>
      <vt:lpstr>Arial</vt:lpstr>
      <vt:lpstr>Office Theme</vt:lpstr>
      <vt:lpstr>PERT</vt:lpstr>
      <vt:lpstr>CPM</vt:lpstr>
      <vt:lpstr>PERT – Programme Evaluation and Review Technique</vt:lpstr>
      <vt:lpstr>    </vt:lpstr>
      <vt:lpstr>PowerPoint Presentation</vt:lpstr>
      <vt:lpstr>Now, we know z, so what next?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2</cp:revision>
  <dcterms:created xsi:type="dcterms:W3CDTF">2025-03-05T16:42:23Z</dcterms:created>
  <dcterms:modified xsi:type="dcterms:W3CDTF">2025-03-06T09:52:32Z</dcterms:modified>
</cp:coreProperties>
</file>