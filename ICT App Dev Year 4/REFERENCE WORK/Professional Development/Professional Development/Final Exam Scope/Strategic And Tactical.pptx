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3" autoAdjust="0"/>
    <p:restoredTop sz="94660"/>
  </p:normalViewPr>
  <p:slideViewPr>
    <p:cSldViewPr snapToGrid="0">
      <p:cViewPr varScale="1">
        <p:scale>
          <a:sx n="90" d="100"/>
          <a:sy n="90" d="100"/>
        </p:scale>
        <p:origin x="1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1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1531 11 1425,'0'0'6106,"5"-1"-5484,1-2-317,7-2-375,2 4 3642,-20 15-2187,-209 296 4679,111-162-5270,51-76-389,-59 106-1,-25 66-311,87-159-79,33-56 139,-1-2-1,-1 0 1,-2-1 0,0-1 0,-2 0-1,0-2 1,-45 36 0,-323 200 1700,247-170-1404,108-66-437,2 1-1,0 2 0,-30 31 1,62-57-63,32-2 49,0-1 1,-1-2-1,56-16 0,-38 8 6,56-13 12,209-24 0,236 41-16,-345 11-5,-97-2-42,689-24-504,-201-33 482,804-71 24,-700 96 63,2 25-245,-437 6 33,973-20-91,163-2-1447,360 48 2201,106 69 537,-1139-56 176,-717-37-1172,1112 38 716,-896-39-370,576-7 837,-3-55-802,-506 25-600,328 3-1,-301 40 111,160-3-469,-99-46-544,-173 14 746,-141 21 351,616-99 59,-569 82-234,185-17-1,-250 39 188,0 3 1,0 1-1,0 2 0,0 3 1,56 14-1,-74-13 477,1-2-1,-1 0 1,42-1 749,-91-8-850,-20 2-397,37 2 8,1 0-61,0 1 22,-1 0-1,1-1 1,-1 1 0,1-1-1,-1 1 1,1-1 0,-1 1-1,0-1 1,1 1 0,-1-1-1,0 1 1,1-1 0,-1 0-1,0 1 1,0-1 0,1 0-1,-1 0 1,0 0 0,0 1-1,0-1 1,1 0 0,-1 0-1,-1 0 1,-26 2-901,26-2 756,-43 2-1785,-83 2-8846,66-4 3126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25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2055 1 1425,'0'0'4735,"0"0"-4614,0 0 0,0 0 1,1 0-1,-1 0 0,0 0 0,0 0 0,1 0 0,-1 0 1,0 0-1,0 0 0,1 0 0,-1 1 0,0-1 0,0 0 1,0 0-1,1 0 0,-1 0 0,0 0 0,0 1 0,0-1 0,0 0 1,1 0-1,-1 0 0,0 1 0,0-1 0,0 0 0,0 0 1,0 1-1,0-1 0,0 0 0,0 0 0,0 1 0,0-1 0,0 0 1,0 0-1,0 1 0,0-1 0,0 0 0,0 0 0,0 1 1,0-1-1,0 0 0,0 0 0,0 1 0,0-1 0,-6 15 11,0-1 0,-1 0 0,-1 0 0,0 0 0,-18 22 0,5-6-22,-347 610 1496,112-175-288,223-412-1202,-368 562 294,36-64-424,283-415 12,0-5 6,-81 180 0,84-138 102,-45 109 900,123-278-954,-17 39-288,12-37-485,7-30-463,3 7 142,1 1-1,0-1 0,1 1 0,9-17 1,-12 28 690,31-71-5213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26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40 560,'0'0'5974,"3"-6"-4694,0-2-699,3-4 52,0-1 6109,-6 16-6674,-1 1 0,0-1 0,1 0 0,0 1 0,0-1-1,0 1 1,0-1 0,1 5 0,0 8 161,1 24 223,2 1-1,1-1 0,2 0 0,2-1 1,2 0-1,1 0 0,2-1 0,24 45 1,25 35 499,89 126 0,-109-178-723,80 104 746,-4-6-85,-95-127-758,-1 2 1,26 62-1,-7 4 14,-5-10 386,69 127-1,-5-57-8,23 41 56,25 88 101,-36-67-470,22 1-116,-8-14 54,-101-166-103,150 316 574,-173-356-600,19 50 263,41 74 1,-63-131-270,1 0 0,-1 0 0,1 1-1,0-1 1,-1 0 0,1 0 0,0 0 0,0 0-1,0 0 1,0 0 0,0 0 0,0 0-1,0-1 1,0 1 0,0 0 0,3 0 0,-3-1-112,-1 0 1,1 0-1,-1 0 1,1 0-1,-1 0 1,1 0-1,0 0 1,-1 0-1,1-1 1,-1 1-1,1 0 1,-1-1-1,1 1 1,-1 0-1,0 0 1,1-1-1,-1 1 1,1-1-1,-1 1 1,0-1 0,1 1-1,-1 0 1,0-1-1,1 1 1,-1-1-1,0 0 1,2-3-1532,0-1 1,-1 1-1,1 0 1,-1-1-1,0 1 1,-1-1-1,1-8 1,-1-11-10576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27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0 816,'0'0'8455,"-3"3"-7535,1-1-503,0 1-1,0-1 0,0 0 0,1 1 0,-1 0 1,1-1-1,0 1 0,0 0 0,0 0 1,0 0-1,0 0 0,1 0 0,-1 0 0,1 4 1,-1-3-298,1-1 0,0 1 0,0 0 1,0 0-1,0-1 0,1 1 1,-1 0-1,1 0 0,0-1 0,0 1 1,0-1-1,1 1 0,-1-1 0,1 1 1,0-1-1,0 0 0,0 0 1,0 0-1,1 0 0,2 2 0,3 0 47,-1 0-1,1-1 0,0 0 0,0-1 0,1 0 1,-1 0-1,1-1 0,0 0 0,-1 0 0,11 0 0,15 0 431,45-3-1,-27-1-132,419-12 175,734-34 685,-823 54-1474,172-2-442,-394-15 585,33-1 5,-88 17 139,104 18 0,-16-1 6,-116-20 1917,-77-2-1901,6 1-2901,-27 0-18904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29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2268 8 800,'0'0'9832,"0"-7"-4315,0 20-4936,-2 1-1,0-1 1,0 1 0,-1-1 0,-1 0 0,-8 19-1,-40 77 845,32-69-1179,-200 360 1001,35-69-988,27 14-111,148-318-147,-217 511 22,-86 86-74,4-39 70,91-111-50,74-143-221,49-114 120,50-107 12,-69 122 1,95-200 193,-81 148-28,91-168-469,5-19-1420,5-24-1427,7-6-897,9-11-1668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31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2577,'0'0'6523,"2"12"-2260,7-7-3874,1-1 0,0 0 0,1 0 0,-1-1 0,0 0 0,1-1 0,0 0 0,14 0 0,97 3 22,0-5-1,160-22 1,12 0-437,728 14 71,-637 9-42,157 42 73,-152-4-14,55-36 450,-126-4-517,-139 9 33,46 1 6,-179-9-26,-19 2 9,0-2 1,1-1-1,-1-1 1,0-1-1,0-2 1,38-11-1,-47 10 353,0 1-1,1 2 1,-1 0-1,1 1 1,22 0-1,-42 40 194,4-23-218,0 1 0,10 24 0,5 19 322,28 186 584,9 40-968,-22-157-139,5-2-1,6-1 1,6-3 0,83 148-1,104 174 852,-45-1 107,-135-323-666,6-3 0,93 130-1,40 97 105,-130-217-263,-30-64-109,3 0 0,79 91 0,113 99-51,-135-151-119,152 175 233,-191-204 386,96 158-1,-139-205-552,0 2 4,1-1 0,0-1 0,2-1-1,23 25 1,-47-48-6300,-30-1 139,4-12-1636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32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1056,'0'0'8228,"-2"0"-5891,0 0-2081,0 0-192,-2 0-64,2 0-256,-5 0-864,3 0-609,-4 0-1216,-1 0-1041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33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1023 1 2577,'-28'0'1253,"21"0"2181,-2 0 3388,9 26-4447,0-17-2181,-1-1 0,-1 1 1,1 0-1,-1-1 0,-1 1 0,0-1 1,0 1-1,-5 9 0,-42 66 1062,28-50-1037,-108 159 16,79-123-184,4 3 1,2 1-1,-38 88 0,82-158-49,-23 56 104,-3-1 0,-47 78 0,67-128-93,-1 0 0,1 0 0,-2-1-1,1 0 1,-1-1 0,0 0 0,-1 0 0,0 0-1,0-2 1,-18 9 0,-10 1 584,-64 18-1,81-27-440,3 0 85,-1-1 1,0-1-1,0 0 1,-31 1-1,50-5 93,22 0-305,35-3 26,-1-3 0,84-18-1,21-3-4,932-54 906,-1 65-162,176 27-400,-4-1 930,283-10-78,-1016 26-1273,-167-3-181,858-29-707,-558 1-650,-386 7 1038,321 0 90,-593-2 446,1-1 0,0 1 0,-1-1 0,1 0 0,0-1 0,-1 0 0,1 0 0,-1 0 0,0-1 0,0 1 0,0-2 0,9-5 0,-1-3-1256,-14 11 1018,0 1 1,0-1-1,0 0 0,0 1 0,-1-1 0,1 0 0,0 1 0,0-1 0,0 0 0,-1 1 0,1-1 0,0 0 0,0 1 1,-1-1-1,1 1 0,-1-1 0,1 1 0,-1-1 0,1 1 0,-1-1 0,1 1 0,-1-1 0,1 1 0,-1-1 0,1 1 1,-2-1-1,-8-8-4381,-1-7-1948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34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1 1121,'0'0'1798,"-14"6"-766,14 4 483,1 0-1,0 0 0,1 0 1,6 18-1,4 5 756,18 34-1,-25-56-1953,15 30 526,3-2 1,1 0-1,48 57 0,102 95 146,-12-14-572,-28-21 310,-132-155-712,0 1 0,0 0 0,0 0 0,0 0 0,0-1 0,1 1 0,-1-1 0,0 0 0,1 0 0,-1 0 0,3 1 0,16 10 44,-61-9-284,-31-3 355,-1 3 0,-82 13 0,124-10-39,-83 15 249,-1-4 0,-140 2 0,-88-36-1657,268 10-1153,-136 3 1,198 5 1311,1 0-1,0 1 1,-17 4 0,-22 16-6514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35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2070 50 1088,'0'0'8759,"0"-8"-7324,0-26-285,0 34-1115,0 0 0,0 0-1,0 0 1,0-1 0,1 1-1,-1 0 1,0 0 0,0 0-1,0-1 1,0 1 0,0 0-1,0 0 1,0 0 0,0-1-1,0 1 1,0 0 0,0 0-1,0-1 1,-1 1 0,1 0-1,0 0 1,0 0 0,0-1-1,0 1 1,0 0 0,0 0-1,0 0 1,0 0 0,-1-1-1,1 1 1,0 0 0,0 0-1,0 0 1,0 0 0,-1 0-1,1 0 1,0-1 0,0 1-1,0 0 1,-1 0 0,1 0-1,0 0 1,0 0 0,0 0-1,-1 0 1,1 0 0,0 0-1,0 0 1,0 0 0,-1 0-1,1 0 1,0 0 0,0 0-1,0 0 1,-1 0 0,1 0-1,0 0 1,0 0 0,0 0-1,-1 1 1,1-1 0,0 0-1,0 0 1,0 0 0,-1 0-1,1 0 1,0 0 0,0 1-1,0-1 1,-10 11 734,-22 32 679,-316 460 3886,0 144-4067,17-29-1088,207-410-156,-195 341 90,-35 42-38,291-491-172,-58 123-1,119-219-2,0 1 1,0-1-1,1 1 0,0 0 0,0-1 1,0 1-1,0 7 0,0 8-4296,8-21 133,7-8 250,3-17-1987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38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55 349 224,'0'0'5357,"-9"0"-4746,-27 0-91,27 0 1207,33 0 850,179 3 1455,100 6-2105,71 2-1614,2108 68 1522,-806-55-423,-1050-22-1095,559 31-174,-448-8-214,49-23-316,-653-9 254,145-26-1,130-44 168,78-12-129,-133 51 50,92-15-416,-349 37 333,-1-5 1,147-52 0,-175 47 151,135-45-87,-169 62 151,0 1 0,0 2-1,0 1 1,48 0 0,206 20 149,-217-13 1177,-76-9-862,6 7-544,0 0 1,0 0-1,0 0 1,-1 0-1,1-1 0,0 1 1,0 0-1,0 0 1,0 0-1,-1 0 0,1 0 1,0 0-1,0 0 1,0 0-1,0 0 0,-1 0 1,1 0-1,0 0 1,0 0-1,0 0 0,-1 0 1,1 0-1,0 0 1,0 0-1,0 0 0,0 0 1,-1 0-1,1 0 1,0 0-1,0 1 0,0-1 1,0 0-1,-1 0 1,1 0-1,0 0 0,0 0 1,0 0-1,0 0 1,0 1-1,0-1 0,-1 0 1,1 0-1,0 0 1,0 0-1,0 1 0,0-1 1,0 0-1,0 0 1,0 0-1,0 1 0,0-1 1,0 0-1,0 0 1,0 0-1,0 0 0,0 1 1,0-1-1,0 0 1,0 0-1,0 0 0,0 1 1,-2 21 15,0 0 1,1 0-1,1 0 1,1 0-1,1 0 1,2 0-1,0 0 1,1 0-1,0-1 1,14 30-1,11 9 265,4-2 0,1-1 0,3-1 0,76 83 0,208 182 4,-83-90-64,-100-79 1009,140 195-1,247 307 1826,-224-369-2053,23-25-262,-230-186-534,238 169 377,81 64-606,76 142 15,-234-206 0,-133-137 0,44 43 0,-139-120 0,-1 1 0,33 48 0,-66-82-160,1 0 0,-1 1 0,0 0-1,0 0 1,0 1 0,0 0 0,-1 0 0,-6-1 0,-84-21-4543,1 2-1343,-18-10-3326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6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13 659 2545,'0'0'12635,"-13"5"-10676,27-17-1119,-1-1 1,19-25 0,-11 14-629,10-12-225,399-426-1807,-423 455 1831,-3 2 59,1 0 0,0 1 0,0 0-1,0 0 1,10-5 0,-14 23 789,-3 15-683,-2 1 0,0 0 1,-16 51-1,11-51-636,2 0 1,1 0-1,-3 57 0,9-86 421,0-1-1,0 0 1,0 0-1,0 1 1,0-1-1,0 0 1,0 0-1,1 0 1,-1 1-1,0-1 1,0 0-1,0 0 1,0 0-1,0 0 1,0 1-1,1-1 1,-1 0-1,0 0 1,0 0-1,0 0 1,0 0-1,1 1 1,-1-1-1,0 0 1,0 0-1,1 0 1,-1 0-1,0 0 1,0 0-1,0 0 1,1 0-1,-1 0 1,0 0-1,0 0 1,0 0-1,1 0 1,-1 0-1,0 0 1,0 0-1,1 0 1,-1 0-1,0 0 1,0 0-1,0 0 1,1-1-1,3 1-328,3-1 198,1 0 1,-1-1-1,1 0 0,-1-1 1,0 1-1,0-1 0,0-1 1,0 1-1,-1-1 0,1 0 1,-1-1-1,9-8 1,10-5-112,103-67-964,-35 25 361,126-107 0,-212 158 1161,8-6 291,-7 11 3240,-8 12-2236,0 4-1405,-2-1 1,1 1 0,-2-1 0,1 0-1,-2 0 1,-6 17 0,-36 68 121,28-61-274,-36 66-49,22-43-2493,-39 97 0,71-153 2368,-1 0-322,0 0 1,0 0-1,0 1 0,0-1 1,1 0-1,-1 1 0,1-1 1,-1 1-1,1-1 0,0 1 1,0-1-1,0 1 0,1 4 1,8-5-4782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6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9316,'0'0'8804,"-46"109"-8500,36-88-159,6-5-145,2-3-65,-1-5-1039,3-4-1249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6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8868,'0'0'7988,"-8"69"-10982,-1-31-1248,3 0-2513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7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5330,'0'0'9461,"14"-5"-8893,43-16-224,-54 20-319,-1 0-1,0 1 1,1-1-1,0 1 1,-1-1 0,1 1-1,-1 0 1,1 0-1,-1 0 1,1 0-1,0 0 1,3 2-1,-5-2 0,1 1 0,-1-1-1,0 1 1,0-1-1,0 1 1,0 0-1,0 0 1,0 0 0,0-1-1,0 1 1,0 0-1,-1 0 1,1 0 0,0 0-1,0 0 1,-1 1-1,1-1 1,0 2-1,0 3 109,1 0 0,-1 1 0,-1-1-1,1 1 1,-1-1 0,0 1 0,-2 9-1,1 4 252,1-20-402,0 0 1,0 0-1,0 0 1,0 1 0,0-1-1,0 0 1,0 0-1,0 1 1,0-1-1,0 0 1,0 0-1,0 0 1,0 1-1,1-1 1,-1 0-1,0 0 1,0 0-1,0 0 1,0 1-1,0-1 1,1 0-1,-1 0 1,0 0-1,0 0 1,0 0 0,0 0-1,1 1 1,-1-1-1,0 0 1,0 0-1,0 0 1,1 0-1,-1 0 1,0 0-1,0 0 1,0 0-1,1 0 1,-1 0-1,0 0 1,0 0-1,0 0 1,1 0-1,-1 0 1,0 0 0,0 0-1,1 0 1,16-8-359,31-24 313,-22 14-102,-16 11 208,-5 4 31,-1 0 0,1 0 0,-1 0 0,1 1 1,0-1-1,0 1 0,0 1 0,1-1 0,9-1 0,-14 3-26,-1 1 0,1-1-1,0 1 1,-1-1-1,1 1 1,-1 0 0,1 0-1,-1-1 1,1 1 0,-1 0-1,1 0 1,-1-1 0,0 1-1,0 0 1,1 0 0,-1 0-1,0-1 1,0 1 0,0 0-1,0 0 1,0 0-1,0 0 1,0 1 0,1 27 480,-2-25-386,1 25 144,0 9-818,0-14-6943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7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0 12246,'0'0'3905,"-8"18"-1429,7-17-2423,-9 22 627,1 1 0,1 0 0,1 1 0,-5 32-1,-36 179 1644,12-77-1369,32-132-1448,2 1 1,0 40 0,2-60 385,0-6-23,1 0 1,-1 0-1,0 0 0,1 0 0,-1 0 0,1 0 1,0 0-1,0 0 0,0-1 0,0 1 1,0 0-1,0 0 0,0-1 0,0 1 0,1-1 1,-1 1-1,0-1 0,1 1 0,0-1 0,-1 0 1,1 0-1,0 0 0,-1 0 0,1 0 0,0 0 1,0 0-1,0-1 0,0 1 0,0-1 1,0 1-1,2-1 0,4 2-990,0-1 0,-1-1 0,1 1 0,0-1 0,-1-1 0,1 1 0,10-3 1,16-9-6423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7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11237,'0'0'5811,"144"0"-5811,-70 0-1377,5-8-2849,-2-2-2929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8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2113,'0'0'8599,"23"-8"-6583,71-25-87,-27 17 574,-62 15-2244,0 1 0,1 0-1,-1 0 1,0 0 0,0 1 0,0 0-1,7 2 1,-11-3-230,0 1 0,1 0 1,-1 0-1,0 0 0,1 0 0,-1 0 0,0 0 0,0 1 1,0-1-1,0 0 0,0 1 0,0-1 0,0 0 0,0 1 1,-1-1-1,1 1 0,-1-1 0,1 1 0,-1 0 0,1-1 1,-1 1-1,0-1 0,0 4 0,2 47 311,-3-38-214,0 1-85,0 1 1,-1-1-1,-1 1 0,0-1 1,-1 0-1,-1 0 0,0-1 1,-1 1-1,-10 17 1,9-19-55,1 1 0,0 1 1,-6 25-1,12-37-19,-1 1-1,1 0 0,-1 0 1,1 0-1,0 0 1,0 0-1,1 0 0,-1-1 1,2 6-1,-1-7-1,-1-1 0,1 1 1,0 0-1,0 0 0,0-1 0,0 1 0,0-1 0,0 1 0,0-1 0,1 1 1,-1-1-1,1 0 0,-1 1 0,1-1 0,-1 0 0,1 0 0,-1 0 0,1 0 1,3 1-1,9 2-452,-1 0 0,1-1 1,0-1-1,0 0 0,21 0 1,37-5-5032,-35-4 323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8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7812,'0'0'7235,"150"6"-6947,-91-6-288,1-9-464,5-9-1985,2-7-2898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8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1 10373,'0'0'6744,"-20"26"-4271,0-1-1865,5-7-210,1 1 0,1 0 0,0 0 0,2 1 0,0 1 0,1 0-1,-9 28 1,-79 335 4310,76-285-4576,20-91-138,-6 41-81,8-49-116,5-8-792,8-7 457,0 0 0,2 1 0,-1 0 0,2 2 0,0-1 0,0 2 0,1 0 0,0 1 0,1 1 0,19-7 0,-32 14 347,0 1 1,0-1-1,0 1 0,0 1 0,0-1 1,0 1-1,0-1 0,0 1 0,0 1 0,0-1 1,0 1-1,0 0 0,8 2 0,-10-1 176,-1-1 1,1 1-1,-1-1 0,0 1 1,0 0-1,0 0 0,0 0 1,0 0-1,0 1 0,0-1 0,0 0 1,-1 1-1,0-1 0,1 1 1,-1-1-1,0 1 0,0 0 1,0 0-1,-1-1 0,1 1 0,-1 0 1,1 0-1,-1 0 0,0 3 1,1 7 139,0 0 1,-1 0 0,0 0 0,-5 25-1,4-33-7,-1-1-1,1 0 1,-1 1-1,0-1 1,0 0-1,0 0 0,-1 0 1,1 0-1,-1-1 1,0 1-1,0-1 1,0 1-1,-1-1 0,1 0 1,-1-1-1,0 1 1,-5 3-1,-1-1 162,0 0 0,-1-1 0,1 0 0,-1-1-1,1 0 1,-1 0 0,-15 1 0,-8-2-224,-36-1-1,40-1-334,28 0 177,1 0-1,-1 0 1,0 0 0,1 0 0,-1 0 0,0-1 0,1 1-1,-1-1 1,1 1 0,-1-1 0,0 1 0,1-1 0,-1 0-1,1 0 1,0 0 0,-1 1 0,1-1 0,0-1 0,-1 1-1,1 0 1,0 0 0,0 0 0,-2-3 0,2 0-663,-1 1 0,1-1 0,0 1 0,0-1 0,0 0 0,1 0 0,-1 0 0,1 1 0,0-8 0,0-19-6800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9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30 146 656,'0'0'14236,"20"1"-13083,65 4-369,-81-5-741,0 0-1,0 0 1,0 0-1,1 0 1,-1-1-1,0 0 1,0 0-1,0 0 1,0 0-1,0 0 1,-1-1-1,1 0 1,0 0 0,-1 0-1,1 0 1,-1 0-1,1-1 1,-1 0-1,0 1 1,0-1-1,-1 0 1,1 0-1,0-1 1,1-3-1,-1 2-42,-1 0 0,0 1-1,0-1 1,0 0-1,-1-1 1,0 1-1,0 0 1,0 0 0,0 0-1,-1-1 1,0 1-1,0 0 1,-1 0-1,1-1 1,-3-7 0,3 12 1,-1 0 1,1 0 0,-1 0 0,0 1 0,1-1 0,-1 0 0,1 0 0,-1 1 0,0-1 0,0 0 0,0 1 0,1-1 0,-1 1 0,0-1 0,0 1 0,0-1 0,0 1 0,0 0 0,0 0 0,0-1 0,0 1 0,0 0 0,0 0 0,-1 0 0,-29-1 29,22 1-18,-16 0-42,13-1 171,1 1-1,-1 0 1,1 1-1,-15 3 1,22-3-49,1 0 1,-1 0 0,1 0-1,0 1 1,0-1-1,-1 1 1,1 0 0,0 0-1,0 0 1,1 0-1,-1 1 1,0-1-1,1 1 1,0 0 0,-1-1-1,1 1 1,0 0-1,-1 4 1,-1 1-14,0 0 1,1 0-1,0 0 0,0 0 1,1 1-1,0-1 1,1 1-1,0-1 0,0 1 1,1 0-1,0-1 0,0 1 1,1 0-1,0-1 0,1 1 1,0-1-1,5 16 1,-4-18-285,0 1 0,0-1 1,1 1-1,0-1 1,0 0-1,1 0 1,-1 0-1,1-1 1,7 6-1,-6-6-431,0-1-1,0 0 1,0 0 0,0-1 0,0 0-1,1 0 1,-1 0 0,1-1 0,0 0-1,10 2 1,21-1-5917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49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70 333 8420,'0'0'8238,"-9"19"-6149,-4 3-1662,6-9-185,0 0 1,1 0-1,1 0 0,-6 20 0,11-33-205,0 0-1,0 0 0,0 0 0,0 1 0,0-1 1,0 0-1,0 0 0,0 0 0,0 0 0,0 1 1,0-1-1,0 0 0,0 0 0,0 0 0,0 0 1,0 1-1,0-1 0,0 0 0,0 0 0,0 0 1,0 0-1,0 0 0,0 1 0,0-1 0,0 0 1,0 0-1,0 0 0,-1 0 0,1 0 0,0 1 1,0-1-1,0 0 0,0 0 0,0 0 0,0 0 1,0 0-1,-1 0 0,1 0 0,0 0 0,0 0 1,0 1-1,0-1 0,-1 0 0,1 0 0,0 0 1,0 0-1,0 0 0,0 0 0,0 0 0,-1 0 1,1 0-1,0 0 0,0 0 0,0 0 0,0 0 1,-1 0-1,1 0 0,0 0 0,0-1 0,0 1 1,-4-14 683,2-26-517,2 14-214,3-82-14,-1 96-31,0 0 0,1 0 1,0 0-1,0 1 0,1-1 0,11-20 1,-4 13-194,1 1 1,0 0-1,1 1 1,20-20-1,-24 29-490,-1 0 0,2 1 0,17-12 0,-21 16-293,0 0 0,0 0 0,0 0 0,1 1 0,-1 0 1,1 0-1,9-1 0,0 2-4771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50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679 45 8116,'0'0'13280,"-21"-5"-11569,-68-16-466,84 20-1160,-1 1-1,1-1 0,-1 1 0,1 0 0,0 0 0,-1 0 0,1 1 0,-1 0 0,1 0 1,0 1-1,-1-1 0,1 1 0,-6 3 0,3 0 0,-1 0 0,1 1 0,0 0 0,-12 13 1,8-8-5,7-6-96,1-1 1,0 0-1,0 1 1,1 0 0,-1-1-1,1 2 1,0-1 0,0 0-1,1 0 1,-1 1-1,1 0 1,0-1 0,1 1-1,0 0 1,0 0 0,0 0-1,0 0 1,1 0 0,0 0-1,1 8 1,-1-12-36,1 0-1,-1 0 1,1 0 0,0 0 0,0 0 0,0 0 0,0 0-1,0-1 1,0 1 0,0 0 0,1 0 0,-1-1 0,1 1-1,-1-1 1,1 0 0,-1 1 0,1-1 0,0 0 0,0 0-1,-1 0 1,1 0 0,0 0 0,0 0 0,0-1 0,0 1-1,0-1 1,0 1 0,4-1 0,7 2-356,1-1 0,-1 0 0,18-2 0,-23 1 192,0-1 144,-1 0 0,0-1 0,0 0 0,0 0 1,0 0-1,0-1 0,0 0 0,-1-1 0,1 0 0,-1 0 0,0 0 1,0 0-1,0-1 0,-1 0 0,9-10 0,7-9-248,0-2 0,19-33 0,-30 44 294,-2 3 45,-4 7 68,0-1 0,0 1 1,-1-1-1,0 1 0,0-1 1,2-7-1,-5 12 910,-1 9 277,-9 25-1208,-16 34 1,-12 38-43,26-50-252,1 1 0,-5 101 0,14 115-1162,-1-1-924,3-259 2264,-1 0 0,-1 0 0,0 0 0,-1 0 0,-7 22 0,8-30 64,1-1 1,-1 1-1,0-1 1,0 0 0,0 0-1,0 1 1,0-1-1,-1-1 1,0 1-1,1 0 1,-1-1 0,0 1-1,0-1 1,0 0-1,-1 0 1,1 0-1,0 0 1,-1-1-1,0 1 1,1-1 0,-1 0-1,-6 1 1,1-1 128,-1-1 0,0 1 0,1-2 0,-1 0 0,1 0-1,-1 0 1,1-1 0,-1-1 0,1 0 0,0 0 0,0 0 0,0-1 0,1-1 0,-1 0 0,-10-8 0,-10-8 124,2-2 1,-45-50-1,39 39-252,-146-160-1780,172 186 1392,-16-24-2580,22 30 2516,0 0 0,1 1 0,-1-1 0,1 1 0,-1-1 0,1 0 0,0 1 0,0-1 0,0 0 0,0 1 0,0-1 0,0 0 0,0-2 0,7-13-6735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0:52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0 818 1553,'0'0'8262,"24"-14"-5799,23 0-1975,84-15 1,-47 12-485,119-28-90,362-77-294,858-89 155,-639 129 524,395-47 168,-994 105-37,208-54-1,-377 74-79,-9 3 24,0-1 1,0 0 0,0 0-1,-1 0 1,1-1 0,0 0 0,-1 0-1,0-1 1,0 1 0,8-7 0,-12 6 3899,-1-1-4100,1 0-4849,-1 11-2048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1:22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2563 135 576,'0'0'4874,"3"-6"-4359,-1 0-368,-2 4-80,1 0 1,0 0-1,-1 0 1,1 0-1,0 0 1,0 0-1,0 0 0,0 1 1,1-1-1,1-2 1,1-4 70,0 1-1,0-1 1,-1 0 0,0 0 0,-1 0-1,0 0 1,0-1 0,-1 1 0,0 0-1,0-12 1,-3 55 6306,-1-24-6092,1 0-1,-1 0 1,-1 0-1,0-1 1,-7 15-1,-127 322 2584,123-307-2807,-171 407 6,113-303-291,-38 82-188,-90 273-621,98-276 972,18-44 2,84-175-8,-35 78-15,-27 95 0,44-124 4,-1-1 0,-3-1-1,-35 58 1,28-54-37,-36 101-375,14-29 117,31-76 451,-26 99 0,3-7 294,8-16-273,5-10-172,21-83 66,3 0 1,0 1 0,3 0-1,-2 58 1,-6 48-140,9-125 179,-2 1 0,0-1 0,-11 25 0,-4 10 236,10-25-289,-2-1-1,0 0 0,-2-1 0,-1-1 0,-32 40 0,-20 32-133,-57 80 392,52-79 606,-52 102-284,118-188-531,1 0 1,0 1-1,0-1 0,-4 17 0,5-15 92,0 0-1,-1-1 0,-8 15 0,-8 15-87,18-32 22,-2 0 0,1 0-1,-9 11 1,2-3-55,1 0 0,-11 23 0,14-26-90,0 0 1,0-1-1,-1 0 1,-20 23-1,-15 8-301,-31 35 272,36-44 249,32-31-155,1 0 0,0 1 0,0-1 1,0 1-1,0 0 0,1 0 0,0 1 0,-4 6 0,-63 116 46,70-127-138,-18 24-7730,-3 1 443,11-13 2682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1:24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92 704,'0'0'4117,"0"-11"-3784,-1-35 246,1 45-534,0 0-1,0 0 1,0-1-1,0 1 1,0 0-1,-1 0 1,1 0-1,0 0 1,-1 0-1,1 0 1,0 0-1,-1 0 1,0 0-1,1 0 1,-1 0-1,0 0 1,1 0-1,-1 0 1,0 0-1,0 0 1,0 1-1,0-1 1,0 0-1,0 1 1,0-1-1,0 0 1,0 1-1,0 0 1,0-1-1,0 1 1,0 0-1,0-1 1,0 1-1,0 0 1,-2 0 0,-14-7 7105,19 14-4330,11 19-3038,-5-10 1349,49 112 2239,57 106-1316,-60-144-1576,-8-16 105,-2 3 0,53 132 1,122 363 1150,-177-465-1676,118 271 601,-108-249-447,117 329 89,-21 116-16,-102-396-264,27 221 1,-70-374-21,14 107 17,51 197 0,-22-168 29,38 262-1,-79-384-43,1 1-1,2-1 1,2-1-1,2 0 0,1 0 1,2-1-1,1-1 0,35 58 1,72 121 194,-11 45-162,-12-93-62,-59-103 54,-38-58-30,1-1 0,0 1 0,0-1 0,0 0-1,1 0 1,0-1 0,0 1 0,0-1 0,0 0 0,1-1 0,-1 1 0,7 2 0,-9-2 14,1-1 0,-1 1-1,0 0 1,0 0 0,-1 1 0,1-1 0,-1 1 0,0-1 0,0 1-1,0 0 1,-1 0 0,0-1 0,1 10 0,-5-13-1382,0 0 1,0 0-1,-1-1 0,1 0 1,-1 1-1,1-1 0,-7-1 0,-7-2-6013,-2-11-3413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29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7949 1665,'0'0'5159,"3"0"-4604,-2 0-498,0 0 0,0 0 0,-1 0 0,1 0 0,0-1 0,0 1-1,0 0 1,-1 0 0,1-1 0,0 1 0,0 0 0,-1-1 0,1 1 0,0 0-1,-1-1 1,1 1 0,0-1 0,-1 0 0,1 1 0,-1-1 0,1 1-1,-1-1 1,1 0 0,-1 1 0,1-1 0,-1 0 0,0 0 0,1-1 0,3-32 1236,-6-119-1079,10-234-441,3 296 415,-4 36 66,1-62 0,-4-1137-697,-1 1201 257,2-1 1,15-63-1,-1 8 183,55-278 77,-2 17-79,-1-25 67,-17 180-118,-11 57 112,-14 24 145,19-194 0,-29 153-58,6-72 40,-15 143 183,36-158 0,-26 174 167,-5-2 1,8-154-1,-15-85 582,1-113-264,-7 11-1182,-11 321 460,-1 0-26,8 53-216,1 34 82,0-1 1,1 1 0,2 0 0,7-44 0,-1 32 107,-3 0 0,-1 0 1,0-42-1,-2 34-333,4-139 152,-5 48 1109,-2 69-668,12 11 285,-12 58-622,0-1 1,-1 0-1,1 1 0,-1-1 1,0 0-1,0 0 0,0 0 1,0 0-1,-1 0 0,-4 4 1,0 0-2,-25 28-177,21-24 61,0 0 0,1 0 1,0 1-1,1 0 1,0 1-1,1 0 1,1 0-1,-9 20 0,13-21-25,5-18 149,10-16 99,-1 6 40,0 0 0,-1-1 1,-1 0-1,0-1 0,-2 1 0,0-2 0,0 1 0,6-36 0,-9 40 76,3 11 19,10 19 64,-10-7-331,25 23 730,1-2-1,1-1 1,48 32 0,-70-51 253,-24-9-544,3-1-807,4 0 262,1-1-1,-1 0 1,1 0-1,-1 0 0,1 0 1,0-1-1,-1 0 1,1 0-1,0 0 1,0 0-1,-3-3 1,-46-37-2358,25 18 1218,12 7 1227,15 15 74,0 0-1,0 1 1,-1-1 0,1 0-1,-1 1 1,1-1-1,-1 1 1,1 0 0,-1 0-1,-3-2 1,4 3 18,1 0 1,-1-1-1,1 1 1,-1 0-1,1 0 0,-1 0 1,1 0-1,-1 0 1,1-1-1,-1 1 1,1 0-1,-1-1 0,1 1 1,-1 0-1,1-1 1,-1 1-1,1 0 1,0-1-1,-1 1 0,1-1 1,0 1-1,-1 0 1,1-1-1,0 1 1,0-1-1,-1 1 0,1-1 1,0 0-1,0 0 1,-4-10 975,4 11-1027,0 0 0,0-1 0,0 1 0,0-1 0,0 1 0,0 0 0,0-1 0,0 1 0,0 0 0,0-1 0,-1 1 0,1 0 0,0-1 0,0 1 0,0 0 0,-1-1 0,1 1 0,0 0 0,0 0 0,-1-1-1,1 1 1,0 0 0,-1 0 0,1-1 0,0 1 0,-1 0 0,1 0 0,0 0 0,-1 0 0,1 0 0,0-1 0,-1 1 0,1 0 0,0 0 0,-1 0 0,1 0 0,-1 0 0,1 0 0,0 0 0,-1 0 0,1 0 0,0 0 0,-1 1 0,1-1 0,-1 0 0,1 0 0,0 0 0,-1 0-1,1 0 1,0 1 0,-1-1 0,1 0 0,0 0 0,0 1 0,-1-1 0,1 0 0,0 1 0,0-1 0,-1 0 0,1 0 0,0 1 0,0-1 0,0 0 0,-1 1 0,-10 30-41,7-21 112,-4 8-44,-1-1 0,-1-1 0,-1 0 0,-1 0 0,0-1 0,0 0 0,-28 23 0,21-19-17,20-24 169,1 0 0,-1 0 1,1 0-1,0 0 1,0 1-1,0-1 0,3-3 1,126-134-478,-128 139 316,-3 2-5,1 0 0,0 0 0,-1 0 0,1 0 0,0 1 0,-1-1 0,1 0 0,0 1 1,0-1-1,-1 0 0,1 1 0,0-1 0,0 1 0,0 0 0,0-1 0,0 1 0,0-1 0,0 1 0,0 0 0,0 0 0,0 0 0,0 0 0,0 0 0,0 0 0,0 0 0,0 0 0,0 0 0,0 0 0,0 0 0,0 1 0,0-1 0,1 1 1,5 1-14,0 1 1,0 0 0,0 1 0,0 0 0,-1 0 0,12 9 0,21 13 139,33-2 256,-71-23-524,-1-1-1,0 1 0,1-1 0,-1 0 0,0 1 0,1-1 0,-1 1 1,0-1-1,1 1 0,-1-1 0,0 1 0,0-1 0,0 1 0,0 0 1,0-1-1,1 1 0,-1-1 0,0 1 0,0-1 0,0 1 0,-1-1 1,1 1-1,0 0 0,0-1 0,0 1 0,0-1 0,0 1 0,-1-1 1,1 1-1,0-1 0,0 1 0,-1-1 0,1 1 0,-1 0 0,-11 16-4381,-2-4-328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3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27 208,'0'0'1059,"-3"-3"-853,0 1-150,0-1 1,0 1 0,0 0 0,0 0 0,-1 0 0,1 0-1,-1 0 1,1 1 0,-1 0 0,1 0 0,-1 0-1,0 0 1,1 0 0,-1 1 0,0-1 0,-4 1-1,-5 2 166,3 4 5703,8 6 734,2-2-5131,0 2-4067,16 213 3051,-2-57-13,-8 610 262,-24-566-292,10-130-410,-72 408 206,36-259-143,28-100-49,2 254 1,8-93-59,-15-85 27,-1 61-110,31 524-866,2-647 656,2 64 465,1 178-72,-14-376-115,0 37-7,-1 1 0,-15 92 0,9-97 127,1 0 1,2 60 0,-4 39 32,-14 11 124,-13 123 161,4 28 197,15 4-150,-20-3-202,30-263-270,-8 39 376,2-18 15,3 1 0,0 66 0,7-104-305,-1 0-1,-1-1 1,-1 0 0,-10 26-1,0 8-65,10-40-149,-5 19 164,2 1 0,2-1 1,-2 58-1,8-97-323,-10-15-6480,7 1 2868,-1 0-1641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34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3249,'0'0'8922,"0"5"-8146,0-4-693,0 0-1,0 1 1,0-1-1,0 0 1,0 1-1,0-1 1,1 0-1,-1 1 0,0-1 1,1 0-1,-1 0 1,1 1-1,-1-1 1,1 0-1,0 0 1,-1 0-1,1 0 1,2 2-1,25 16 2121,-24-17-2059,113 57 893,-99-51-1007,-14-6-46,0 1 1,0 0-1,-1 0 0,1 0 0,-1 0 0,0 1 0,1-1 1,2 6-1,-4-6-12,-1-1 0,1 1 0,0 0 0,0-1 1,1 0-1,-1 1 0,0-1 0,1 0 0,0 0 0,-1 0 1,1 0-1,0-1 0,0 1 0,0-1 0,0 0 1,0 0-1,0 0 0,0 0 0,5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34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 2865,'0'0'12611,"-4"9"-11760,-7 12-226,0 0 0,-2-1 0,-1 0 0,-27 30 0,23-31-144,1 1 1,1 1-1,-15 25 1,26-36-402,0-1 1,0 2-1,1-1 1,0 0-1,1 1 1,1 0-1,-1 0 1,2 0-1,-1 0 1,1 13 0,1-24-258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38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41 560,'0'0'5723,"14"-7"-4429,43-22-160,-42 24 350,-15 10-1322,0-3 67,15 256 2978,-7-85-2479,17 470-1987,-25-610 1043,-5 132-855,3-140 277,-1-1 0,-2 1-1,0-1 1,-15 39 0,19-62 700,1 0-74,0 1-1,-1-1 0,0 0 0,1 1 1,-1-1-1,0 0 0,1 0 0,-1 0 1,0 1-1,0-1 0,0 0 0,0 0 1,0 0-1,0 0 0,-2 1 0,-6-1-2144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39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242 169 112,'0'0'5242,"0"-4"-4471,0 3-846,-3-26 2164,-5 18-536,7 9-1525,0 0 1,0 0-1,0 0 0,0 1 1,1-1-1,-1 0 0,0 0 0,0 1 1,0-1-1,1 1 0,-1-1 1,0 0-1,1 1 0,-1 0 1,0-1-1,1 1 0,-1-1 0,0 1 1,0 0-1,-10 14 102,1-1 0,0 2 0,1-1 0,0 2-1,1-1 1,-9 31 0,-2 0-113,-3 5 13,12-26-323,-1-1 0,-1 0 1,0 0-1,-3-2 0,-16 24 1,31-47 291,0 0-1,-1 0 1,1 0 0,0 1 0,0-1 0,0 0 0,0 0 0,0 0 0,0 0 0,0 0 0,0 0-1,-1 0 1,1 1 0,0-1 0,0 0 0,0 0 0,0 0 0,0 0 0,-1 0 0,1 0 0,0 0-1,0 0 1,0 0 0,0 0 0,-1 0 0,1 0 0,0 0 0,0 0 0,0 0 0,0 0-1,0 0 1,-1 0 0,1 0 0,0 0 0,0 0 0,0 0 0,0 0 0,-1 0 0,1 0 0,0 0-1,0-1 1,0 1 0,0 0 0,0 0 0,0 0 0,-1 0 0,1 0 0,0 0 0,0 0 0,0-1-1,0 1 1,0 0 0,0 0 0,0 0 0,0 0 0,0 0 0,0-1 0,0 1 0,0 0 0,0 0-1,0 0 1,-1 0 0,1-1 0,1 1 0,-1 0 0,0 0 0,0 0 0,0 0 0,0-1 0,-1-11 37,1 12-35,1-16 65,2 0 0,-1 0 0,2 0 0,0 0 0,9-20 1,2-8-51,47-133-69,-50 150 324,0 2 1,2 0 0,1 0-1,29-35 1,-42 57-163,1 0 1,0 0-1,0 0 1,0 1-1,0-1 1,1 1-1,-1-1 1,1 1-1,-1 0 1,6-1-1,-8 2-100,1 1-1,-1-1 1,1 1 0,-1 0-1,1 0 1,-1 0 0,1-1-1,-1 2 1,1-1 0,-1 0 0,1 0-1,-1 0 1,1 1 0,-1-1-1,0 0 1,1 1 0,-1 0-1,1-1 1,-1 1 0,0 0-1,1 0 1,-1-1 0,0 1-1,0 0 1,0 0 0,0 1-1,0-1 1,0 0 0,1 2-1,32 38 274,42 42 0,-43-49 902,55 72 0,-82-98-1021,-2 0 56,1 0 0,1 0 0,-1-1 0,1 0 0,0 0 0,1-1 0,0 0 0,0 0 0,0 0 0,8 4 0,-4-9-4021,-7-2-1136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0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67 345 2993,'0'0'3445,"1"19"-2253,5 155 300,-5-164-1450,-1 0 1,-1 0-1,1 0 1,-2 0-1,1-1 1,-1 1-1,-1-1 1,0 1-1,0-1 1,0 0-1,-2 0 1,1 0-1,-1 0 1,-9 12-1,2-14 10,7-14-144,5-25-156,0 22 253,-1-26-18,3 0-1,0 0 0,2 0 0,2 0 0,2 0 0,0 1 1,3 1-1,1-1 0,1 2 0,30-54 0,-31 68 71,2-1-1,0 2 0,1 0 1,1 1-1,26-22 1,-31 29 137,0 2 1,1-1 0,1 2 0,-1-1 0,1 2-1,1 0 1,-1 0 0,1 1 0,25-6 0,-37 11-150,0-1-1,-1 1 1,1 0 0,0-1 0,-1 1 0,1 0 0,0 0 0,-1 0 0,1 0 0,0 0 0,0 0 0,-1 1-1,1-1 1,-1 1 0,1-1 0,0 1 0,-1-1 0,1 1 0,-1 0 0,1 0 0,-1 0 0,1 0 0,-1 0-1,0 0 1,0 0 0,1 0 0,-1 0 0,0 1 0,0-1 0,1 3 0,0 2 15,0 0 1,-1-1-1,1 1 1,-2 0-1,1 0 0,-1 0 1,0 10-1,-1-10-53,1 0 1,-1-1-1,-1 1 0,1-1 1,-1 1-1,0-1 0,0 0 0,-1 1 1,1-1-1,-1 0 0,0 0 1,-1-1-1,1 1 0,-1-1 0,0 0 1,-6 6-1,-11 8-42,0-2 1,-29 19-1,22-17-25,-38 26 17,33-24 268,1 2 1,2 1-1,0 1 0,-33 35 0,61-57-153,0 1 0,0-1 0,0 1 0,1-1 0,-1 1 0,1 0 0,-1 0 0,1-1 1,0 1-1,0 0 0,0 0 0,1 0 0,-1 4 0,1-5-53,0-1 1,0 1 0,0-1 0,0 1 0,1-1 0,-1 1-1,1-1 1,-1 0 0,1 1 0,-1-1 0,1 0 0,0 1-1,0-1 1,-1 0 0,1 0 0,0 1 0,0-1-1,0 0 1,0 0 0,1 0 0,-1-1 0,0 1 0,0 0-1,1 0 1,-1 0 0,0-1 0,3 2 0,16 3 252,1 0 0,-1-2 0,1 0 1,0-1-1,0-1 0,-1-1 0,23-2 1,11 0 409,-33 2-383,0-1 1,28-4-1,-13-6-6771,-34 9 2247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1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77 5122,'0'0'6267,"14"2"-5728,94 6 1033,-108-9-1569,1 1 0,-1 0 0,0 0-1,0-1 1,1 1 0,-1 0 0,0 0 0,0-1 0,0 1 0,1 0 0,-1-1 0,0 1 0,0 0 0,0-1 0,0 1 0,0 0 0,0-1 0,0 1 0,1 0 0,-1-1 0,0 1 0,0 0 0,0-1 0,-1 1 0,1 0 0,0-1 0,0 1 0,0 0 0,0-1 0,0 1 0,0 0 0,0-1 0,0 1 0,-1 0 0,1-1 0,-7-14-468,-1 7 203,-1 1 0,0 0 0,0 0 0,-14-7 0,19 11 340,-1 1 1,1 0-1,0 0 1,-1 0-1,1 1 1,-1 0-1,0-1 1,0 2 0,1-1-1,-1 0 1,0 1-1,0 0 1,-5 1-1,9-1-15,0 1-1,0 0 1,0-1-1,0 1 1,0 0 0,0 0-1,0 0 1,0-1-1,0 1 1,0 0-1,1 0 1,-1 1-1,0-1 1,1 0-1,-1 0 1,1 0 0,-1 0-1,1 0 1,0 1-1,-1-1 1,1 0-1,0 0 1,0 1-1,0-1 1,0 0 0,0 2-1,0 44 773,1-36-654,0-4-138,0 0-1,0 0 0,1 0 0,0 1 0,1-1 0,-1-1 0,1 1 0,0 0 0,1-1 0,0 1 1,0-1-1,7 8 0,-6-8-282,0-1 1,0 0-1,0-1 1,0 1 0,11 6-1,-12-9-273,0 0 1,0 0-1,1 0 0,-1-1 1,0 1-1,1-1 0,-1 0 1,0 0-1,7 0 0,12-1-3440,0-2-369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1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 2609,'0'0'10373,"2"20"-8751,7 168 1203,-9-175-2966,1 6 217,-1 0 0,-1-1 0,-1 1 0,-6 25 0,7-39-359,-1-1-1,0 0 0,1 1 1,-1-1-1,-1 0 0,1 0 1,0 0-1,-1 0 0,0-1 1,-3 4-1,3-5-266,1 0 0,-1 0 0,0 0 0,1 0 0,-1-1 1,0 1-1,0-1 0,0 0 0,0 0 0,0 0 0,0 0 0,-1 0 0,1-1 0,0 1 0,-7-1 0,1-3-2350,4-9 131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1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91 400,'0'0'7862,"16"-15"-5658,49-47-128,-63 61-1950,-1 0-1,1-1 1,0 1 0,-1 0 0,1 0 0,0 0 0,0 0-1,0 0 1,0 0 0,0 1 0,0-1 0,0 0-1,0 1 1,3-1 0,-4 1-64,1 1-1,-1-1 1,0 0-1,0 0 1,0 1-1,0-1 1,0 1-1,0-1 1,0 1-1,0-1 1,0 1-1,0-1 1,0 1-1,0 0 1,-1 0-1,1-1 1,0 1-1,0 0 1,0 1-1,1 2 91,1 1-1,-1 0 0,0-1 1,0 1-1,-1 0 0,1 0 1,0 7-1,-2-9-72,3 11 122,-1 0-1,0 1 1,-1-1-1,-1 18 1,0-26-164,-1-1 0,0 0 0,0 0 1,0 1-1,0-1 0,-1 0 0,0 0 0,0 0 1,0 0-1,-1-1 0,0 1 0,0-1 0,0 1 1,-5 5-1,2-5 40,1 0 1,-1 0 0,-1 0-1,1-1 1,-12 6-1,15-8-363,0-1 0,0 0-1,-1 0 1,1 0-1,0 0 1,0 0 0,-1-1-1,1 1 1,0-1 0,-1 0-1,1 0 1,0 0-1,-1 0 1,1-1 0,-5 0-1,7-15-5691,1-2 1453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2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15 4818,'0'0'11995,"-4"20"-11504,-16 63-208,18-71-272,-1 0 0,2-1 0,0 1 0,0 0 0,1 0 0,2 20 1,-1-24-37,-1-7 4,0-1 1,0 1-1,0-1 1,0 1-1,0 0 1,0-1-1,1 1 0,-1-1 1,0 1-1,1-1 1,-1 1-1,0-1 1,1 1-1,-1-1 0,0 1 1,1-1-1,-1 1 1,1-1-1,-1 0 0,1 1 1,-1-1-1,1 0 1,-1 1-1,1-1 1,0 0-1,-1 0 0,1 1 1,-1-1-1,1 0 1,0 0-1,-1 0 1,1 0-1,-1 0 0,1 0 1,0 0-1,0 0 1,0 0 5,0 0 1,0 0 0,1-1-1,-1 1 1,0 0 0,0 0 0,0-1-1,0 1 1,0-1 0,0 1-1,0-1 1,0 0 0,0 1-1,-1-1 1,1 0 0,0 1-1,0-1 1,0 0 0,-1 0 0,2-1-1,2-10 36,0 0-1,-1 0 1,0-1 0,-1 1-1,-1-1 1,0 1-1,0-1 1,-3-20 0,2 6 55,0 24-33,0 3-30,0-1 1,0 0-1,0 1 0,1-1 1,-1 0-1,0 1 1,0-1-1,0 0 1,0 1-1,-1-1 1,1 0-1,0 0 1,0 1-1,0-1 1,0 0-1,-1 1 1,1-1-1,0 1 1,-1-1-1,1 0 1,0 1-1,-1-1 1,1 1-1,-1-1 0,1 1 1,-1-1-1,1 1 1,-1-1-1,1 1 1,-1-1-1,0 1 1,1 0-1,-1-1 1,0 1-1,1 0 1,-1 0-1,-1-1 1,2 1-28,2 9-357,20 24 398,-11-18 52,-1-1-1,-1 2 1,0-1 0,-1 1 0,6 18-1,-14-33-76,0-1 0,0 1 0,0 0 0,0-1 0,0 1 0,0 0 0,1-1 0,-1 1 0,0-1 0,1 1 0,-1 0 0,0-1 0,1 1 0,-1-1 0,1 1 0,-1-1 0,1 1 0,-1-1 0,1 1 0,0-1 145,-1-4 504,-10-183 1617,31 182-5318,7-3-4028,-13 1 1617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2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7475,'0'0'10949,"-32"126"-8900,28-81-656,-2-1-385,2-5-719,1-3-241,-1-8-48,2-5-401,-2-2-655,0-8-737,-1-10-992,-6 1-1441,-6-4-2497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3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4802,'0'0'6846,"18"-2"-4314,3 0-1928,0-1-6,-1 1 0,1 1 0,32 2 0,-47 1-563,1 0 1,-1 0 0,0 0-1,0 1 1,-1 0 0,1 0-1,0 1 1,-1-1-1,0 1 1,0 0 0,0 1-1,-1-1 1,1 1 0,-1 0-1,0 0 1,4 8-1,-7-12-147,0 1 0,-1-1 0,1 1 0,-1-1 0,0 1 0,1-1 0,-1 1-1,0-1 1,0 1 0,0 0 0,0-1 0,0 1 0,0-1 0,-1 1 0,1 0-1,-1-1 1,1 1 0,-1-1 0,1 1 0,-2 1 0,2-2-287,-1-1 1,0 1 0,1 0 0,-1-1-1,0 1 1,1 0 0,-1-1-1,0 1 1,0-1 0,1 1 0,-1-1-1,0 0 1,0 1 0,0-1-1,0 0 1,0 1 0,0-1 0,0 0-1,0 0 1,1 0 0,-3 0-1,-4 0-3896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3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10997,'0'0'10677,"25"0"-10949,-14 15-881,0 0-1280,-5 4-1937,-6-4-2961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3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4210,'0'0'14217,"3"9"-13491,-2-4-808,10 35 834,-10-38-838,0-1 0,0 1 0,0-1 0,0 1 0,0-1 0,0 1 0,0-1 0,0 1 0,1-1 0,-1 0 1,0 0-1,1 1 0,-1-1 0,1 0 0,0-1 0,-1 1 0,1 0 0,0 0 0,-1-1 0,1 1 0,0-1 0,0 1 1,0-1-1,2 1 0,0-2-8,0 0 0,-1 0 1,1 0-1,0 0 0,-1 0 0,1-1 1,-1 1-1,0-1 0,0 0 1,1 0-1,-1 0 0,-1 0 0,1-1 1,0 1-1,0-1 0,3-4 0,-3 3 135,1 0-1,0 0 0,0 1 0,0 0 0,1-1 0,-1 2 0,6-4 0,-8 12 3942,15 17-5320,-13-19 538,0-1 0,0 0 0,0 0 0,1-1 0,-1 1 0,1-1 0,0 0-1,8 2 1,11-1-4514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4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18 4338,'0'0'11237,"-16"-3"-9297,-52-10-1252,67 13-687,-1-1 1,0 1-1,0 0 1,1 0-1,-1 0 1,0 0-1,0 0 1,1 1-1,-1-1 0,0 0 1,1 1-1,-1 0 1,0-1-1,1 1 1,-1 0-1,1 0 1,-1 0-1,1 0 0,-1 0 1,1 0-1,0 0 1,-1 0-1,1 0 1,0 1-1,0-1 1,0 1-1,0-1 0,0 1 1,0-1-1,0 1 1,1-1-1,-1 1 1,0 0-1,1-1 1,0 1-1,-1 2 0,-2 3-35,1 0-151,-1 0 1,1 0-1,0 0 1,0 0-1,0 10 1,1-16 132,1 0 0,0 0 0,0 0 1,0 0-1,0 0 0,0 1 0,0-1 0,0 0 0,0 0 0,0 0 0,0 0 1,1 0-1,-1 0 0,0 0 0,1 0 0,-1 0 0,1 0 0,-1 0 0,1 0 1,-1 0-1,1 0 0,0 0 0,0 0 0,-1 0 0,1 0 0,0-1 0,0 1 1,0 0-1,0-1 0,0 1 0,0-1 0,0 1 0,0-1 0,0 1 0,0-1 1,0 0-1,0 1 0,0-1 0,0 0 0,2 0 0,7 0-161,-7 1 208,0-1 0,-1 0 0,1 1 0,0-1 0,-1 0 0,1-1 0,0 1 0,-1 0 0,1-1 0,0 0 0,-1 1 0,1-1 0,-1 0 0,1 0 0,-1-1-1,0 1 1,1 0 0,-1-1 0,0 1 0,0-1 0,0 0 0,0 0 0,0 0 0,0 0 0,2-4 0,1 0 139,-1 0 35,0 0 1,0 0-1,0-1 0,0 1 1,-1-1-1,0 0 0,-1 1 1,1-2-1,1-9 942,-4 20-932,-1 53-115,3-1 0,2 0 0,15 73 0,-11-99-44,-4-16-7,0 1-1,-1 0 0,-1-1 1,0 1-1,0 1 0,-2-1 0,0 0 1,-2 20-1,1-33 13,1 1-1,-1 0 1,0-1 0,0 1 0,0-1 0,0 1-1,-1-1 1,1 1 0,0-1 0,-1 0 0,1 0-1,-1 0 1,1 0 0,-1 0 0,1 0 0,-1 0-1,0 0 1,1 0 0,-1-1 0,0 1 0,0-1-1,1 1 1,-1-1 0,0 0 0,-2 0 0,-55 2 785,44-2-635,-1-2-17,1 0-1,0 0 1,0-1 0,0-1 0,1-1-1,-1 0 1,1-1 0,0 0 0,-20-14-1,28 17-136,-20-6-191,15 8-2565,6 14-14847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5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42 534 400,'0'0'915,"-5"-18"470,-2-14-359,-6-58 0,12 73-721,0 0 0,1 0-1,1 0 1,0-1 0,2 1 0,6-26 0,8-6 355,14-50 2590,-28 88-2488,-1 0-1,0 0 1,-1 0 0,-1 0-1,1 0 1,-4-23-1,-3 48 2245,-1 13-3085,0 53 1523,5 123 0,4-103-960,12 512-22,-6 9-369,-24-326-68,4-106-194,6-148-1053,6-41 267,-19 0-4762,5-1 1766,-3-7-1310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5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3089,'0'0'9631,"8"10"-8313,31 31-750,1-2 0,2-1 0,2-2 0,1-2 0,56 31-1,-65-50-763,-20-16-2072,-15 0 1976,-1 1 0,1-1 0,-1 1-1,1-1 1,-1 0 0,1 1 0,-1-1 0,1 1 0,-1-1 0,0 0 0,1 1 0,-1-1 0,0 0-1,0 0 1,1 1 0,-1-1 0,0 0 0,0 0 0,0 1 0,0-2 0,1-13-4697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6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425 1 4386,'0'0'9084,"-17"11"-7987,-123 102 1912,106-82-2072,-24 20-74,3 2-1,-62 78 0,117-131-917,-1 0-1,1 0 1,0 0-1,0 0 1,0 1 0,-1-1-1,1 0 1,0 0-1,0 0 1,0 0-1,-1 1 1,1-1-1,0 0 1,0 0-1,0 0 1,0 1-1,0-1 1,0 0-1,-1 0 1,1 1 0,0-1-1,0 0 1,0 0-1,0 1 1,0-1-1,0 0 1,0 0-1,0 1 1,0-1-1,0 0 1,0 1-1,0-1 1,0 0 0,1 0-1,-1 1 1,0-1-1,0 0 1,0 0-1,0 0 1,0 1-1,0-1 1,1 0-1,-1 0 1,0 0-1,0 1 1,0-1-1,0 0 1,1 0 0,11 0-5123,-10 0 4744,7-1-5278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8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141 406 2449,'0'0'4573,"5"-6"-4397,15-19-24,-16 24 3012,-5 7-2086,-7 10-139,2-10-787,0-1 0,0 1 0,-1-1 0,1 0 0,-1-1 0,0 1-1,0-1 1,-1-1 0,1 1 0,-1-1 0,0-1 0,0 1 0,0-1 0,0-1 0,0 0 0,-12 1 0,18-2-170,1-1 0,0 1 0,-1 0 0,1-1 0,0 1 0,0-1 0,0 0 0,-1 1 0,1-1 0,0 0 0,0 0 0,0 0 1,0 0-1,0 1 0,1-2 0,-1 1 0,0 0 0,0 0 0,0 0 0,1 0 0,-1 0 0,1 0 0,-1-1 0,1 1 0,-1 0 0,1-1 1,0 1-1,0 0 0,0-1 0,-1 1 0,1 0 0,0-1 0,1 0 0,0-55-862,0 48 734,1-7-92,1 0-1,0 0 0,2 1 1,-1 0-1,2-1 1,0 2-1,12-21 1,0 3 57,2 0 1,27-30 0,-46 60 191,45-50 70,-42 49 86,0-1-1,0 1 1,0-1-1,0 1 1,1 0-1,-1 1 1,1-1-1,0 1 1,0 0-1,7-2 1,-11 4-105,0 0 1,0 0 0,0 0 0,0 0-1,0 0 1,0 0 0,0 0 0,0 0-1,0 0 1,0 1 0,0-1 0,-1 0-1,1 1 1,0-1 0,0 1 0,0-1 0,0 1-1,-1-1 1,1 1 0,0 0 0,-1-1-1,1 1 1,0 0 0,-1-1 0,1 1-1,-1 0 1,1 0 0,-1 0 0,0-1-1,1 1 1,0 2 0,7 32 778,-7-29-697,8 71 963,-2 153-1,-7-173-1065,0-49-50,0 1-1,0 0 0,-1-1 0,0 1 0,-1-1 1,0 1-1,0-1 0,-1 0 0,0 0 1,0 0-1,-6 9 0,8-16-665,5-18-15068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9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80,'0'0'16538,"4"5"-15017,12 31 666,-13-27-1690,1 0 0,0 0 0,0 0 0,11 14-1,-14-22-495,0 0 0,1 0 0,-1 0 0,1-1 0,-1 1 0,1 0 0,0-1 0,-1 0 0,1 1 0,-1-1 0,1 0 0,0 0 0,-1 0 0,1 0 0,0 0 0,-1 0 0,4-1 0,28-7-229,59-53-90,-91 61 386,0 0 0,-1 1-1,1-1 1,0 1 0,0-1-1,0 1 1,-1-1 0,1 1-1,0 0 1,-1-1 0,1 1-1,-1 0 1,1-1 0,-1 1-1,1 0 1,-1 0 0,1 0 0,-1-1-1,0 1 1,1 0 0,-1 0-1,0 0 1,0 0 0,0 0-1,0 0 1,0 0 0,0 1-1,6 13-129,-5-12-139,1-1 1,0 1-1,0-1 1,0 0-1,0 1 0,1-1 1,-1 0-1,4 2 0,-3-2-466,0-1 0,0 1 0,0-1 0,0 0 0,0 0 0,0-1 0,0 1 0,5 0 0,12 0-5875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9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2353,'0'0'8545,"-16"0"-4567,-54 1-1241,67-1-2578,0 0 0,1 0 0,-1 0-1,0 1 1,1-1 0,-1 1 0,1 0 0,-1 0-1,0 0 1,1 0 0,0 0 0,-1 0-1,1 1 1,0-1 0,0 1 0,-1 0-1,1-1 1,1 1 0,-1 0 0,0 0-1,-2 4 1,2-4-258,1 1-1,0-1 1,0 0 0,0 0-1,1 0 1,-1 1-1,0-1 1,1 0-1,0 1 1,-1-1 0,1 0-1,0 1 1,0-1-1,0 1 1,1-1 0,-1 0-1,1 1 1,-1-1-1,1 0 1,0 1-1,-1-1 1,1 0 0,1 0-1,-1 0 1,0 0-1,0 0 1,1 0-1,-1 0 1,1 0 0,2 2-1,3 1-130,4 3-183,0 1 0,17 16 0,-26-22 377,1 0 0,-1 0 1,0 0-1,0 0 0,0 0 0,0 0 0,0 1 0,-1-1 0,1 1 0,-1-1 0,0 1 0,0-1 0,-1 1 0,1 0 1,-1 4-1,1-5 66,-1 0 1,-1 1 0,1-1-1,0 0 1,-1 1 0,0-1 0,1 0-1,-2 0 1,1 0 0,0 0-1,-3 6 1,2-7-173,1-1 0,-1 1 0,1-1 0,-1 0 0,1 1 1,-1-1-1,0 0 0,1 0 0,-1 0 0,0 0 0,0 0 0,0-1 0,0 1 0,0 0 0,0-1 0,0 1 0,0-1 1,0 0-1,0 0 0,-4 0 0,-1-3-4799,1-13-3039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49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0 1761,'0'0'16856,"0"130"-15672,-2-74-528,-1 5-335,-3-5-225,-2-7-96,3-11-337,-5-5-815,3-10-801,-3-10-1569,-3-5-2480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0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5378,'0'0'10515,"20"6"-8362,3 1-1401,34 15 0,-53-19-665,0-1 1,-1 1-1,1 0 0,-1 0 0,0 0 0,0 0 0,0 1 1,0-1-1,0 1 0,-1 0 0,0 0 0,0 0 1,0 0-1,0 0 0,0 0 0,-1 1 0,0-1 0,0 1 1,0-1-1,-1 0 0,1 8 0,1 3 140,6 39 456,-7-67-431,1-1 1,0 1-1,8-22 0,-4 10-212,0 2-75,1 0-1,2 0 1,11-24 0,-15 38-389,1-1 0,0 1-1,12-15 1,-14 19-138,0 1-1,0 0 0,0 1 0,1-1 1,0 1-1,-1 0 0,1 0 1,7-3-1,-9 5-603,0 0 0,1 0 0,0 0 0,-1 1 1,1-1-1,-1 1 0,5 0 0,3 0-5168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0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4578,'0'0'12216,"-2"13"-11426,-7 44-382,9-57-404,0 1 0,-1 0 0,1 0-1,0 0 1,0 0 0,0 0 0,0 0 0,1-1-1,-1 1 1,0 0 0,0 0 0,0 0 0,1 0-1,-1-1 1,1 1 0,-1 0 0,0 0-1,1 0 1,-1-1 0,1 1 0,-1 0 0,1-1-1,0 1 1,-1-1 0,1 1 0,0 0 0,-1-1-1,1 1 1,0-1 0,0 0 0,0 1 0,-1-1-1,1 0 1,0 1 0,1-1 0,28 0-155,-25 0 139,-2-1-30,1 1 0,0-1 0,0 1 0,0-1 0,-1 0 0,1-1 0,-1 1 0,1 0 0,-1-1 0,1 0 0,-1 0 0,4-3 1,34-31-4,-40 34 2302,15 17-2102,-14-13-405,1 1 0,-1-1 0,0 1 0,1-1 0,0 0 1,-1 0-1,1 0 0,0-1 0,0 1 0,0-1 0,6 3 0,23 0-6422,-7-4-244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0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6019,'0'0'12181,"-113"25"-10660,100-5-641,7 1-639,6 0-241,0-2-113,10-1-111,10-2-336,9-7-592,1-7-113,-2-2-736,6 0-768,-4-6-945,-4-11-208,-1-2-592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0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 10549,'0'0'10373,"-103"126"-8933,90-70-527,1 3-113,7-1-352,5-3-400,0-8-48,0-6-448,0-7-624,0-11-673,2-8-1201,-2-10-1199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1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8196,'0'0'5312,"19"-2"-2909,153-6 1204,-171 8-3587,0 1 0,0-1 0,-1 0-1,1 0 1,0 0 0,0 0 0,0 1-1,0-1 1,0 0 0,0 1 0,0-1 0,0 1-1,0-1 1,-1 1 0,1-1 0,0 1 0,0 0-1,-1-1 1,1 1 0,0 0 0,-1 0-1,2 1 1,6 26 741,-8-14-368,0 0-1,-3 22 0,2-31-373,-1 9-3285,-1 6-6738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1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8980,'0'0'7524,"12"91"-20010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1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42 139 10085,'0'0'8553,"-9"19"-8238,-1 4-281,-10 33 1,19-55-35,1 1 0,-1-1 0,1 1 0,0 0 1,0-1-1,0 1 0,0-1 0,0 1 0,0 0 0,0-1 0,0 1 0,1-1 0,-1 1 1,1 0-1,-1-1 0,1 1 0,-1-1 0,1 0 0,0 1 0,0-1 0,0 0 0,0 1 0,0-1 1,0 0-1,0 0 0,0 0 0,0 0 0,1 0 0,-1 0 0,2 1 0,1 0-13,1 0-1,-1 0 0,0-1 0,1 1 1,-1-1-1,1-1 0,5 2 0,0-1-36,-1-1 0,1 0 0,-1 0 0,16-2-1,-20 1 14,-1 0-1,0 0 0,0-1 0,-1 1 1,1-1-1,0 0 0,0 0 1,-1 0-1,1 0 0,-1-1 0,0 1 1,0-1-1,4-3 0,0-3-52,0 0-1,-1 0 1,0 0-1,0-1 1,-1 0-1,0 0 0,-1-1 1,0 1-1,-1-1 1,0 0-1,-1 0 1,0 0-1,0 0 1,-1-1-1,-1 1 0,-1-19 1,0 26 83,1 1 1,-1-1-1,0 1 0,0 0 1,-1 0-1,1-1 1,0 1-1,-1 0 0,0 0 1,0 1-1,0-1 1,0 0-1,0 0 0,-1 1 1,1 0-1,-1-1 0,0 1 1,1 0-1,-1 0 1,0 0-1,0 1 0,0-1 1,-1 1-1,-4-2 1,8 3 7,0 0 0,0 0 0,-1 0 0,1 0 0,0 0 0,0-1 0,0 1 0,0 0 0,0 0 1,0 0-1,-1 0 0,1 0 0,0 0 0,0 0 0,0 0 0,0 0 0,0 0 0,-1 0 0,1 0 1,0 0-1,0 0 0,0 0 0,0 0 0,0 0 0,0 0 0,-1 0 0,1 0 0,0 0 0,0 0 1,0 0-1,0 1 0,0-1 0,0 0 0,-1 0 0,1 0 0,0 0 0,0 0 0,0 0 0,0 0 1,0 0-1,0 1 0,0-1 0,0 0 0,0 0 0,-1 0 0,1 0 0,0 0 0,0 1 0,2 8 21,8 10 41,49 42 201,5 7-184,-57-59 131,-3-4-516,1-13-266,-2 3 399,2-3 508,0 1 0,0 0 0,1 0 0,0 0 0,0 1 1,0 0-1,1 0 0,8-6 0,-14 12-243,-1-1 1,1 1-1,0 0 0,-1 0 1,1 0-1,-1-1 0,1 1 1,0 0-1,-1 0 0,1 0 1,0 0-1,-1 0 0,1 0 1,-1 0-1,1 0 0,0 0 1,-1 0-1,1 0 0,0 0 1,-1 1-1,1-1 0,-1 0 1,1 0-1,-1 1 0,1-1 1,0 0-1,-1 1 0,1-1 1,-1 1-1,0-1 0,1 0 0,-1 1 1,1-1-1,-1 1 0,0 0 1,1-1-1,-1 1 0,0-1 1,1 1-1,-1-1 0,0 1 1,0 0-1,0-1 0,1 2 1,7 34 8,-6-26 145,-2-8-470,9 28 70,-2-16-2862,3-9-5536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4:52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0 9668,'0'0'14074,"-11"2"-13632,6-1-396,-42 8 347,44-8-381,1 0 0,-1 0 1,1 0-1,-1 0 1,1 0-1,-1 0 0,1 1 1,0-1-1,-1 1 1,1 0-1,0-1 1,0 1-1,0 0 0,0 0 1,1 0-1,-1 1 1,-2 2-1,4-3-71,-1 0 0,1 0 0,-1-1-1,1 1 1,0 0 0,-1 0 0,1 0 0,0-1 0,0 1 0,0 0 0,0 0-1,1 0 1,-1 0 0,0-1 0,1 1 0,0 0 0,-1-1 0,2 4-1,23 26-606,-22-28 636,0 0 0,-1 0 0,1 0 0,0 0 0,-1 0 0,0 0 0,0 0 0,0 1 0,0 0 0,0-1 0,-1 1 0,1 0 0,-1-1 0,0 1 0,0 5 0,-1-7 54,0 1 0,0-1 1,0 0-1,-1 1 0,1-1 1,-1 0-1,1 0 0,-1 1 1,0-1-1,0 0 0,0 0 1,0 0-1,0 0 0,-1 0 1,1 0-1,-1 0 0,1-1 1,-1 1-1,-1 1 0,-3 1-12,1-1 0,-1 1 0,1-1 0,-1 0-1,-12 4 1,4-3-2218,2-2-4728,4-2-2177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5:02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0 544,'0'0'14802,"-1"2"-14298,-178 212 862,124-150-1305,29-35 3,-35 50 0,59-76-75,0 0 0,0 0-1,1 0 1,-1 0 0,1 0-1,-1 0 1,1 1 0,0-1-1,0 0 1,1 1 0,-1 4-1,21-6 421,-19-2-364,19-2 140,0 0-1,0-2 1,0 0 0,-1-1 0,1-1-1,28-13 1,32-9 74,-57 23 7,-17 5-3795,0 0-3831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5:02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6003,'0'0'10597,"-66"124"-10277,64-94-288,2-7-32,0-10-128,0-11-529,15-2-1520,2-11-2801,8-23-144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5:03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10597,'0'0'6163,"17"105"-13223,0-94 49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5:56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2031 272 192,'0'0'3204,"-1"-5"-2838,1 2-324,-1 1 0,1-1 0,0 0 1,-1 0-1,1 0 0,1 0 0,-1 1 1,0-1-1,1 0 0,-1 0 0,1 1 1,0-1-1,0 0 0,0 1 0,0-1 1,0 0-1,3-2 0,-3 3 124,0-1 0,1 1-1,-1 0 1,-1 0 0,1-1 0,0 1 0,0-1-1,-1 1 1,0-1 0,1 1 0,-1-1-1,0 1 1,0-4 0,-4-32 506,3 34-634,-1 0-1,0 0 0,1 0 0,-1 1 0,-1-1 0,1 1 0,0-1 0,-1 1 0,0 0 0,1 0 0,-1 0 0,-1 1 1,1-1-1,-4-2 0,-51-30 137,36 25-127,-1 1 0,1 2 0,-2 0 0,1 1-1,-1 1 1,0 1 0,-27-1 0,-172 6 148,214 0-196,-30 2 12,1 2 0,0 2 1,0 1-1,0 2 0,-39 17 1,-177 85 186,181-73 132,1 3 0,2 3 0,2 3-1,-122 113 1,154-123-15,1 2-1,2 1 1,1 2 0,3 1-1,-35 69 1,-94 249 99,156-358-413,-80 237 110,71-200-54,3 1 0,1 0 0,-2 84-1,9-80 97,3 0-1,1 0 0,3 0 0,22 84 0,-6-57-31,3-2 1,40 80-1,-40-102-69,2-2 1,2-1-1,63 74 0,-34-55 48,3-2 0,116 91 0,-131-120-67,1-2-1,2-2 1,0-2 0,2-3 0,62 22 0,225 45 6,9-28 63,-175-34-30,-37-10 33,1-5 0,207-5 0,-284-13 14,-1-2 0,0-3 0,0-3 0,93-29 0,-84 16-16,0-2 0,-3-4-1,94-55 1,-126 63-93,-1-1 0,-1-2 1,-1-1-1,-2-1 1,0-2-1,-2-1 0,-1 0 1,-1-2-1,-2-1 0,23-45 1,-6-3 14,-4-2 1,-3-2-1,29-122 1,61-311 20,-100 395-33,-6 0 0,1-161 0,-17 247-11,1-29-16,-2 0-1,-4 0 1,-20-107-1,15 132 4,-3 1 0,-1 0 1,-2 1-1,-2 0 0,-1 1 0,-2 2 0,-35-49 0,38 63 6,-1 0 1,0 1-1,-2 1 0,0 1 0,-1 1 1,-1 1-1,-1 1 0,0 0 0,-1 2 1,-1 1-1,-50-17 0,35 18-7,0 2 0,-1 2 0,-61-5 0,-128 7-4,213 6 16,-66 3-8,0 3 0,-96 21 0,-166 50-5,11-2-25,4-23-218,-144 29-814,446-74 1034,1 0 0,0 2-1,-34 16 1,54-21-107,0 0-1,1 0 0,-1 1 1,1 0-1,0 1 0,1 0 1,-1 0-1,1 0 0,0 1 1,0-1-1,1 1 1,0 1-1,0-1 0,-6 16 1,6-9-783,1 1 0,1-1 0,0 1 1,1-1-1,-1 29 0,3 13-3006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5:58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1 737 1601,'0'0'5157,"17"-13"-4597,57-42-96,-71 53-384,0-1 0,1 1 0,-1 0-1,1 0 1,-1 0 0,1 1 0,0-1-1,0 1 1,0 0 0,0 0 0,0 0-1,0 0 1,0 1 0,6 0 0,9-2 233,223-31 1297,-68 10-1366,466-81-107,381-53-103,1266-80-397,-2090 219 238,439-31 69,-117 33 227,-490 12 608,-32 1 649,-14 2-933,10 1-192,6 0-566,-1 0 0,0 0 0,1 0 0,-1 0-1,1 0 1,-1 0 0,1 0 0,-1 1 0,0-1 0,1 0 0,-1 1 0,1-1 0,0 1 0,-1 0 0,1-1 0,-1 1 0,1 0 0,-2 2 0,-8 6-3069,-4-6-990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5:59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430 258 880,'0'0'11710,"-3"-4"-9851,2 3-1729,0-1 0,0 1 0,0-1 0,-1 1 0,1 0 0,0-1 0,-1 1 0,0 0 0,1 0 0,-1 0 0,1 0 0,-1 0 0,0 1 0,0-1 0,0 1 0,1-1 0,-4 0 0,0 0-61,-1 1 1,1 0-1,0 0 1,0 0-1,0 1 0,0-1 1,-7 3-1,-68 21-59,50-14-11,-40 8 0,37-13-98,1-1 1,-39-1-1,70-3 95,0 0 0,0 0-1,0 0 1,-1 0 0,1 0 0,0 0 0,0 0 0,-1-1-1,1 1 1,0 0 0,0-1 0,0 1 0,0 0 0,0-1 0,0 0-1,-1 1 1,1-1 0,0 0 0,0 1 0,1-1 0,-1 0 0,0 0-1,0 0 1,0 0 0,1 0 0,-1 0 0,0-1 0,0-1-67,0-1 0,0 0 1,1 1-1,0-1 0,-1 1 1,1-1-1,1-6 0,0 3-120,0-2-22,1 0 0,0 0-1,1 1 1,0-1 0,0 1-1,1-1 1,0 1 0,0 0-1,1 1 1,0-1 0,0 1-1,12-13 1,-1 4 229,0 0 1,1 1-1,1 0 0,19-11 1,-30 21-14,0 1 1,0-1 0,1 1 0,-1 1 0,1 0 0,0 0 0,0 0 0,0 1 0,0 0-1,0 1 1,1 0 0,11 0 0,-18 1 0,0 0 0,0 0 0,0 0 0,-1 0 0,1 1 0,0-1 0,0 1 0,-1-1 0,1 1 0,0 0-1,-1 0 1,1-1 0,-1 1 0,1 0 0,-1 1 0,1-1 0,-1 0 0,0 0 0,2 3 0,0-1 21,-1 1 1,0-1-1,0 1 0,-1 0 0,1 0 1,-1 0-1,1 0 0,0 6 1,1 11 213,-2-1 0,0 41 1,-2-38-11,0 25 224,-3 1 0,-15 72 0,-34 96 551,1-4-790,48-172-1460,6-43-1747,43-75-6233,-25 42 5318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0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1617,'0'0'10701,"5"5"-8951,-2-1-1481,0-1 1,0 1-1,-1 1 1,1-1-1,-1 0 1,0 1-1,0-1 0,-1 1 1,1-1-1,0 8 1,8 43 119,-10-54-420,0 0 0,1-1 0,-1 1 0,0-1-1,1 1 1,-1-1 0,1 1 0,-1-1 0,1 1-1,-1-1 1,1 1 0,-1-1 0,1 1 0,-1-1-1,1 0 1,-1 1 0,1-1 0,0 0 0,-1 1 0,1-1-1,0 0 1,-1 0 0,1 0 0,0 0 0,-1 0-1,1 0 1,0 0 0,-1 0 0,1 0 0,0 0-1,-1 0 1,1 0 0,0 0 0,-1 0 0,1-1 0,0 1-1,-1 0 1,1 0 0,0-1 0,0 0 0,30-11-273,23-28 14,-40 28 191,2 1 0,-1 0 0,32-16 1,-46 27 96,0 0 0,0-1 1,0 1-1,0 0 1,0 0-1,0 0 1,0 0-1,0 0 0,0 0 1,0 1-1,0-1 1,0 0-1,0 0 1,0 1-1,0-1 0,0 1 1,0-1-1,0 1 1,0-1-1,-1 1 1,1 0-1,0-1 0,0 1 1,0 0-1,-1-1 1,1 1-1,0 0 1,-1 0-1,1 0 0,-1 0 1,1 0-1,-1 0 1,0 0-1,1 1 1,16 44 3,-12-30-69,-4-14 34,0-1 1,0 0 0,0 0-1,0 0 1,0 0 0,0 0 0,0 0-1,1 0 1,-1 0 0,0 0-1,1-1 1,-1 1 0,0 0 0,1-1-1,-1 1 1,1-1 0,-1 1-1,1-1 1,-1 0 0,1 0 0,0 0-1,-1 0 1,1 0 0,-1 0-1,1 0 1,2-1 0,1 1-86,1-1-1,0 0 1,-1-1 0,1 1 0,-1-1-1,6-3 1,4-4 123,-1 0 1,0-2-1,0 0 0,-1 0 1,-1-1-1,0-1 0,0 0 1,12-20-1,-17 20 126,2-5 593,-3 13 2524,9 45-2767,-11-35-790,-1 0 0,1 0 1,0 0-1,0 0 0,1-1 1,-1 0-1,8 5 0,20 14-8165,-19-15 3597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0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0 5202,'0'0'7156,"-36"136"-5011,21-71-913,0 9-495,-154 242-10454,167-344 6468,2-14 623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0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79 140 768,'0'0'2284,"17"-20"160,53-62 24,-42 51-321,-28 31-1948,1-1 1,-1 1 0,0-1 0,0 1-1,1 0 1,-1-1 0,1 1 0,-1 0-1,0-1 1,1 1 0,-1 0 0,1-1-1,-1 1 1,1 0 0,-1 0 0,0-1-1,1 1 1,-1 0 0,1 0 0,-1 0 0,1 0-1,0 0 1,-1 0 0,1 0 0,-1 0-1,1 0 1,-1 0 0,1 0 0,0 0-1,0 3 38,-1 0 0,1 0-1,-1 1 1,0-1 0,0 0-1,0 0 1,0 0 0,-1 4-1,0 3 193,1-4-304,-1 1 1,-1-1-1,1 0 1,-1 0 0,0 1-1,-1-2 1,0 1-1,0 0 1,0 0-1,0-1 1,-1 0-1,0 1 1,0-1-1,0-1 1,-1 1-1,1-1 1,-8 6-1,-9 7-890,-2-1-1,-40 22 1,56-34 176,-13 8-1244,7-4-3426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0 4434,'0'0'7259,"-16"15"-5506,1-3-1343,4-3-139,0 0 0,0 1 0,1 0 0,1 1 0,0 0 0,0 0-1,-12 23 1,-3 19 198,3 1-1,2 0 0,-17 83 0,-5 12-2285,36-134 1016,-5 18-1904,7-12-1875,3-16 445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1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83 2545,'0'0'5315,"9"1"-4531,7 0-377,4 2 44,0-2 1,28-1 0,-44 0-439,-1 0 1,1 0 0,0-1 0,-1 1 0,1-1-1,0 0 1,-1 0 0,1 0 0,-1 0-1,0-1 1,1 1 0,-1-1 0,0 0 0,0 0-1,0 0 1,0 0 0,0-1 0,0 1 0,-1-1-1,1 0 1,1-3 0,-3 5-25,0 0 1,-1 0-1,1-1 1,-1 1-1,1 0 0,-1 0 1,1-1-1,-1 1 1,0 0-1,0 0 0,1-1 1,-1 1-1,0 0 1,0-1-1,-1 1 1,1 0-1,0-1 0,0 1 1,-1 0-1,1-1 1,0 1-1,-1 0 0,0-2 1,0 2-1,-1-1 1,1 1 0,-1 0-1,1-1 1,-1 1-1,0 0 1,1 0 0,-1 0-1,0 0 1,0 0-1,1 1 1,-1-1 0,0 0-1,-2 0 1,-9-1 29,0 0 1,0 1 0,-24 1 0,26 0 76,8 0-39,0 0 1,0 0-1,0 0 0,0 1 1,0-1-1,0 1 0,0-1 0,0 1 1,0 0-1,1 0 0,-1 1 1,0-1-1,0 0 0,1 1 0,-1 0 1,1 0-1,-1-1 0,1 1 1,0 1-1,0-1 0,0 0 1,0 0-1,0 1 0,0-1 0,1 1 1,-1 0-1,1-1 0,0 1 1,0 0-1,-1 4 0,-1 5-2,1 0-1,0 1 1,1-1 0,1 0-1,0 1 1,2 14-1,-1-24-258,-1 1 0,0-1 0,1 1 0,0-1-1,0 0 1,0 1 0,0-1 0,0 0 0,1 0-1,-1 0 1,1 0 0,0 0 0,0 0 0,0 0 0,0-1-1,1 1 1,-1-1 0,1 1 0,-1-1 0,1 0-1,0 0 1,0 0 0,0 0 0,0-1 0,6 3-1,14 1-3516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1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0 102 112,'0'0'11005,"3"0"-10671,-1 1-227,1 0 1,-1 1-1,1-1 1,-1 1-1,0-1 1,1 1-1,-1 0 1,0-1 0,0 1-1,0 0 1,0 1-1,-1-1 1,1 0-1,-1 0 1,1 1-1,-1-1 1,0 1-1,0-1 1,1 4 0,14 21 422,-15-26-646,-1-1 0,1 1 0,0-1 0,0 1 0,0-1 0,0 1-1,0-1 1,-1 0 0,1 1 0,0-1 0,0 0 0,0 0 0,0 0 0,0 0 0,0 0 0,0 0 0,0 0 0,0 0 0,0 0 0,0 0 0,0 0 0,0 0 0,1-1 0,0 0-167,9-3-14,0 0 0,0-1 1,0 0-1,-1-1 0,0 0 0,15-13 1,-7 7-175,3-3 113,-15 10 371,0 0 1,1 0-1,-1 1 1,1 0-1,0 0 0,0 1 1,13-4-1,-19 12 488,0 1 0,0 0 0,-1 0 0,0 0-1,0 6 1,0-9-219,0 48 409,0-50-690,0-1-1,1 1 1,-1-1-1,1 1 1,-1-1 0,0 0-1,1 1 1,-1-1 0,1 0-1,-1 0 1,1 1-1,-1-1 1,1 0 0,0 0-1,-1 0 1,1 0 0,-1 0-1,1 0 1,-1 1-1,1-1 1,0 0 0,-1-1-1,1 1 1,-1 0 0,1 0-1,-1 0 1,1 0 0,-1 0-1,1 0 1,-1-1-1,1 1 1,-1 0 0,1-1-1,0 0 1,23-8 126,104-86-29,-67 48 23,-61 46-38,1 1 0,-1-1 0,0 1 0,1-1 0,-1 1 0,1 0 0,-1-1 0,1 1-1,-1 0 1,1-1 0,-1 1 0,1 0 0,-1 0 0,1-1 0,-1 1 0,1 0 0,-1 0 0,1 0 0,-1 0 0,1 0 0,0 0 0,-1 0 0,1 0-1,-1 0 1,1 0 0,0 0 0,1 14 1963,-3-4-2521,0 16 571,0-18-194,0-1 0,0 0 0,1 0 0,0 0 0,1 1 0,0-1 0,0 0 1,0 0-1,4 10 0,-3-15-183,-1-1 1,1 1-1,0-1 1,-1 0-1,1 1 1,0-1-1,0 0 1,0 0-1,0 0 1,0 0-1,0-1 1,0 1-1,1 0 1,-1-1-1,0 0 1,0 1-1,0-1 1,1 0-1,-1 0 1,0 0-1,0-1 1,3 1-1,1 0-697,19 0-3672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2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0 112 1713,'0'0'8374,"4"0"-7982,49 5 1234,-41-3-1502,0 0-1,1-1 1,0 0-1,-1-1 0,20-3 1,-30 3-126,0-1 1,-1 1-1,1-1 0,0 0 1,0 0-1,0 0 0,-1 0 1,1 0-1,0-1 0,-1 1 1,1 0-1,-1-1 1,1 1-1,-1-1 0,0 1 1,0-1-1,0 0 0,0 0 1,0 1-1,0-1 0,0 0 1,0 0-1,-1 0 0,2-4 1,-1-3-92,1-1 0,-1 0 0,-1-17 0,0 25 76,0 1 14,0 0 0,0 1-1,0-1 1,0 0 0,0 0-1,0 0 1,-1 0 0,1 0-1,0 1 1,-1-1 0,1 0-1,0 0 1,-1 0 0,1 1-1,-1-1 1,1 0 0,-1 1-1,0-1 1,1 0 0,-1 1-1,0-1 1,1 1 0,-1-1-1,0 1 1,0-1 0,0 1-1,-1-1 1,-1 0 0,0 0 0,0 1 0,0-1 0,-1 1 0,1 0 0,0-1 0,0 2 0,-4-1 0,0 1 7,0 0 1,0 0-1,0 0 0,0 1 1,1 0-1,-1 1 1,-6 3-1,7-2 26,0 0 0,1 0 0,0 1 0,0-1 0,0 2 0,0-1 0,1 0 0,-1 1 0,1 0 0,1 0 0,-1 0 0,1 0-1,0 1 1,1-1 0,0 1 0,0-1 0,0 1 0,0 0 0,1 0 0,1 0 0,-1 0 0,1 0 0,0 0 0,1 0 0,1 11 0,-1-15-36,0 0 0,1-1 1,-1 1-1,1-1 0,-1 1 0,1-1 0,0 0 1,0 1-1,0-1 0,0 0 0,1 0 1,-1-1-1,0 1 0,1 0 0,-1-1 0,1 1 1,0-1-1,-1 0 0,1 0 0,0 0 0,0 0 1,0-1-1,-1 1 0,7 0 0,-1 0-109,0 0 0,0-1-1,1 0 1,-1 0 0,0-1-1,0 0 1,16-4 0,2-5-250,-1-2 0,-1 0-1,0-2 1,-1-1 0,0-1 0,35-32 0,-69 69 6273,8-12-5791,0 0 1,0 0-1,1 0 1,0 0-1,1 0 1,0 1 0,0-1-1,2 17 1,-1-26-127,1 1 0,-1 0 1,1-1-1,0 1 0,-1-1 0,1 1 0,-1-1 1,1 1-1,0-1 0,-1 0 0,1 1 0,0-1 1,0 0-1,-1 1 0,1-1 0,0 0 1,0 0-1,-1 0 0,1 0 0,0 0 0,0 0 1,0 0-1,-1 0 0,1 0 0,1 0 1,23-2-283,-25 2 284,13-3-94,0-1 1,-1 0-1,0-1 0,1 0 0,-2-1 0,22-14 1,-3 2-120,60-38 956,-90 69-269,-1-5-499,0-5-76,1-1 0,0 1 0,0-1 0,0 0 0,0 1 0,0-1 0,0 1 0,1-1 0,-1 1 1,1-1-1,0 0 0,0 0 0,0 1 0,0-1 0,0 0 0,0 0 0,0 0 0,1 0 0,2 3 0,71 88-11729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2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0 6211,'0'0'5378,"-128"92"-2256,91-43-945,5 6-625,5-1-607,12 5-305,6-5-416,-1-1-224,3-1-32,-4-6-368,-6-5-656,0-9-753,-6-9-784,-3-6-1345,-6-12-1249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3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5282,'0'0'4659,"120"-47"-2434,-73 38-753,-4 3-463,-3-3-321,-3 7-272,-5 2-192,-9 0-80,-10 0-64,-9 8-80,-4 7 16,0 3-16,0 11 48,-73 84-8932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3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7203,'0'0'9205,"23"19"-10262,-23 15-1280,0 2-1185,0-1-1440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3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79 2145,'0'0'10650,"-2"5"-10258,1-1-337,-3 19 174,4-22-235,1 0-1,-1-1 1,0 1 0,0 0-1,1-1 1,-1 1-1,0 0 1,1-1 0,-1 1-1,0-1 1,1 1-1,-1 0 1,1-1 0,-1 1-1,1-1 1,0 0-1,-1 1 1,1-1 0,-1 1-1,1-1 1,0 0-1,-1 1 1,1-1 0,0 0-1,-1 0 1,1 0-1,0 1 1,-1-1 0,1 0-1,0 0 1,0 0-1,-1 0 1,1 0 0,0 0-1,0-1 1,5 2-231,-1-2 1,1 1 0,0 0-1,-1-1 1,1 0 0,-1 0-1,1-1 1,-1 0 0,0 0-1,0 0 1,0 0 0,0-1-1,0 0 1,0 0-1,-1 0 1,1-1 0,-1 1-1,0-1 1,0 0 0,0 0-1,3-6 1,0 2 267,23-29-875,-29 36 1173,0-1 0,0 0 0,0 0-1,0 0 1,0 0 0,0 0 0,-1 0 0,1 0-1,-1-1 1,1-2 2574,-1 27-2075,0-16-918,0 0 0,0 0 1,1 0-1,0 0 1,0 0-1,0 0 0,1 0 1,3 7-1,-4-10-226,1-1 1,-1 1-1,1-1 0,0 0 0,-1 0 0,1 1 1,0-1-1,1-1 0,-1 1 0,0 0 0,0 0 1,1-1-1,-1 0 0,1 1 0,0-1 0,-1 0 1,1 0-1,0 0 0,-1-1 0,6 2 0,28 0-5035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4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537 0 6547,'0'0'1993,"-16"1"435,-53 4-67,66-4-2301,1-1 0,0 1 0,-1 0 0,1-1 1,0 1-1,-1 0 0,1 1 0,0-1 0,0 0 0,0 1 1,0-1-1,0 1 0,0-1 0,1 1 0,-1 0 0,0 0 1,1 0-1,-1 0 0,1 0 0,0 0 0,0 1 0,0-1 1,0 0-1,0 0 0,0 1 0,1-1 0,-1 1 0,1-1 1,-1 1-1,1 3 0,0-2-95,-1 1 1,2 0-1,-1 0 1,0 0-1,1 0 1,0-1-1,0 1 1,0 0-1,0 0 1,1-1-1,0 1 1,4 6-1,-4-8-81,0 0-1,0-1 1,0 1-1,0-1 1,1 0-1,-1 1 1,1-1-1,-1 0 1,1 0-1,0-1 0,0 1 1,0-1-1,0 1 1,0-1-1,0 0 1,0 0-1,0 0 1,1-1-1,-1 1 1,0-1-1,0 1 0,1-1 1,-1 0-1,0-1 1,1 1-1,5-2 1,-1 0-11,-1-1 1,1 0 0,-1-1-1,1 1 1,-1-2 0,0 1-1,0-1 1,-1 0 0,9-8-1,1-1 119,-1-2 0,20-27 0,-31 83 2025,-6 75-932,0-31-824,15 149-1,1-146-213,-4-32-94,-2 1 0,-3-1 0,-2 88 0,-3-139 48,-1 0 1,1 0-1,-1 0 1,0 0-1,0-1 1,0 1-1,0 0 0,-1-1 1,1 1-1,-1-1 1,0 1-1,0-1 1,0 0-1,-1 0 1,1 0-1,-1 0 0,1 0 1,-1 0-1,0-1 1,-5 4-1,1-2 63,-1-1 1,1 0-1,-1 0 0,1-1 0,-1 0 0,0 0 1,0-1-1,0 0 0,-10 0 0,-17 1 64,0-2 0,0-2 0,0-1 1,0-1-1,-48-13 0,11-5-254,-62-15-688,115 33-1009,0 1 0,-32 0 0,32 3-2616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4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345 1 2961,'0'0'9917,"-4"17"-9141,-21 92 1713,-63 169 0,62-213-3050,-37 63-1,39-87-2222,-1 0 0,-42 49-1,55-78-1065,1-11-656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5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1 492 4226,'0'0'2614,"25"-11"-252,1 0-1669,151-58 3298,111-29-1932,-232 75-2079,0-2 0,101-63 0,-147 81-45,-1 0 0,0 0 0,0-1 0,0 0 0,-1-1 0,8-10 0,-13 14 9,0 1 0,0-1 0,-1 1 0,1-1 1,-1 0-1,0 0 0,-1 0 0,1 0 1,-1-1-1,0 1 0,0 0 0,0 0 1,-1-1-1,0 1 0,-1-7 0,1 11 49,-1 0 1,1 0-1,-1 0 0,0 0 0,1 0 0,-1 1 0,0-1 0,0 0 0,0 0 0,1 1 1,-1-1-1,0 1 0,0-1 0,0 0 0,0 1 0,0 0 0,0-1 0,0 1 1,-1 0-1,1-1 0,0 1 0,0 0 0,0 0 0,0 0 0,0 0 0,0 0 0,0 0 1,0 0-1,-2 1 0,-37 4-83,27 0 113,0 1-1,0 0 1,0 0 0,1 2-1,0-1 1,0 2 0,1-1-1,-11 12 1,-12 13 322,-32 40 0,2 7-108,3 2-1,5 2 1,-78 155 0,129-230-262,1-1 0,0 1 0,0 0 0,1 0 1,1 0-1,-1 1 0,1-1 0,-1 19 0,4-28-13,0 1 0,0-1 0,1 0-1,-1 0 1,0 0 0,0 0 0,0 0 0,0 0 0,1 0 0,-1 0 0,0 0 0,0 0-1,2-1 1,6-4-9,1 0 0,-1-1 0,-1 1 0,1-2 0,-1 1 0,0-1 0,-1-1 0,0 1 1,12-16-1,7-6-263,11-13-122,-24 26 272,-1 2 0,2 0 0,0 0 0,19-13 0,-32 27 237,-1 30 11,-1-9-281,2 43 767,0-61-882,-1 0 0,1 1 0,-1-1 0,1 0 1,0 0-1,0 0 0,0 0 0,0 0 0,1 0 0,-1-1 0,1 1 0,0 0 0,0-1 0,0 1 0,4 3 0,6-1-3390,2-4-976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5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61 4386,'0'0'6358,"11"0"-5998,4 0-220,-3 0-14,0 1 1,0-2-1,1 0 1,-1 0-1,17-5 1,-28 6-105,0-1 1,0 1 0,0-1-1,0 1 1,0-1 0,0 0-1,0 1 1,0-1 0,0 0-1,0 0 1,0 1-1,-1-1 1,1 0 0,0 0-1,0 0 1,-1 0 0,1 0-1,-1 0 1,1 0 0,-1 0-1,0 0 1,1 0-1,-1-1 1,0 1 0,0 0-1,1 0 1,-1 0 0,0 0-1,0-1 1,-1 1 0,1 0-1,0 0 1,0 0-1,0 0 1,-1 0 0,1 0-1,0-1 1,-1 1 0,1 0-1,-1 0 1,0 0 0,1 0-1,-1 0 1,0 1-1,1-1 1,-1 0 0,0 0-1,0 0 1,0 1 0,0-1-1,0 0 1,0 1 0,0-1-1,0 1 1,0-1 0,0 1-1,0-1 1,0 1-1,0 0 1,-1 0 0,1-1-1,0 1 1,0 0 0,0 0-1,-2 0 1,-4 0 143,1 0 0,-1 0 0,0 1 1,0-1-1,1 2 0,-1-1 0,1 1 0,-1 0 1,1 0-1,-1 0 0,1 1 0,-7 4 0,10-4-125,-1-1 0,1 1 0,-1 0 0,1 0-1,0 0 1,0 0 0,1 0 0,-1 1 0,1 0 0,-1-1 0,1 1-1,0 0 1,0 0 0,1 0 0,-1 0 0,1 0 0,0 1 0,0-1-1,0 9 1,0-7-64,0 0 0,1 0 0,0 0 0,0 1 0,1-1 0,0 0 0,0 0 0,0 0 0,4 10 0,-4-13-105,1-1 0,0 1 0,0-1 0,-1 0 0,1 0 0,1 1 0,-1-1 0,0 0 0,0-1 0,1 1 0,-1 0 0,1-1 0,0 1 0,-1-1 0,1 0 0,0 0 0,0 0 0,0 0-1,0-1 1,0 1 0,5 0 0,45 1-2921,10-2-1806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6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1 8676,'-21'4'2844,"-5"2"-1880,2-2 182,1 1 1,0 2-1,-27 10 0,45-14-861,0-1 1,0 1-1,0 0 0,0 0 1,0 1-1,1-1 0,0 1 1,-8 8-1,11-11-289,0 0 0,1 0-1,-1 0 1,0 0 0,0 0-1,1 0 1,-1 1 0,1-1 0,-1 0-1,1 0 1,-1 1 0,1-1-1,0 0 1,-1 0 0,1 1 0,0-1-1,0 0 1,0 1 0,0-1 0,0 0-1,1 0 1,-1 1 0,0-1-1,0 0 1,1 1 0,-1-1 0,1 0-1,-1 0 1,1 0 0,0 0-1,-1 1 1,1-1 0,0 0 0,0 0-1,0 0 1,0-1 0,0 1 0,0 0-1,0 0 1,0 0 0,0-1-1,0 1 1,1 0 0,8 4-221,0 0-1,0-1 1,14 4-1,-18-6-1,1-1-1,-1 2 0,1-1 0,-1 1 0,0 0 0,0 0 0,0 0 0,0 1 0,0 0 0,-1 0 0,8 9 1,-12-12 212,0 0 1,0 0 0,0 0-1,-1 0 1,1 0 0,-1 0 0,1 1-1,-1-1 1,1 0 0,-1 0-1,0 1 1,1-1 0,-1 0 0,0 1-1,0-1 1,0 0 0,0 1-1,0-1 1,0 0 0,-1 0 0,1 1-1,0-1 1,-1 0 0,1 1-1,0-1 1,-1 0 0,0 0 0,1 0-1,-1 0 1,0 0 0,0 0-1,1 0 1,-1 0 0,0 0 0,0 0-1,0 0 1,0 0 0,-2 1 0,-6 4 111,1-1 0,-1 0 0,1-1 0,-13 5 0,5-2 33,-75 34 800,47-22-2024,1 1-4064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6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1 1473,'0'0'6387,"-60"98"-4739,26-23 1442,-2 2-113,8 4-1120,4-6-1745,5-13-112,4-5 0,9-8-976,-3-12-257,-6-1-1392,-6-15-849,-3-8-2064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6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4930,'0'0'10965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6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0 1 4882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7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0 134 48,'0'0'6670,"6"-5"-5403,15-10-94,1 1 0,0 1 0,36-16 0,83-24-1823,-111 48-2866,-23 6 568,-3-1 442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8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0 198 3778,'0'0'9874,"2"14"-8639,-1-9-1152,1 9 108,1 0 0,0 0 1,1 0-1,0-1 0,10 22 0,-9-12-343,-5-47 185,2 0 0,1 0 1,0 0-1,2 1 1,12-36-1,-13 47-39,1 0 0,0 0 0,0 0 0,1 1 0,1 0 0,0 1 0,0-1 0,1 1 0,0 1 0,1-1 0,0 1 0,14-10 0,-20 17-103,1 0 0,-1 0-1,1 0 1,0 0 0,-1 1 0,1-1-1,0 1 1,0 0 0,0 0-1,0 1 1,0-1 0,7 1 0,-8 0-192,0 0 1,0 1-1,0-1 1,0 1-1,0 0 1,0 0-1,-1 0 1,1 0-1,0 1 1,-1-1-1,1 1 1,-1-1-1,1 1 1,-1 0-1,0 0 1,0 0-1,3 4 1,13 14-2835,1-4-603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8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0 2945,'0'0'10949,"-12"8"-9919,5-3-903,-6 3 261,0 1 1,-19 18-1,29-24-351,-1 0 1,1 0-1,0 0 0,0 1 1,1 0-1,-1-1 0,1 1 0,0 0 1,0 0-1,0 0 0,1 1 1,-1-1-1,1 0 0,0 1 1,0-1-1,0 5 0,1 5 25,-1-11-112,1-1 0,0 1 0,0-1 0,0 1 0,0-1 0,1 1 0,-1-1 0,1 1 0,-1-1 0,3 5 0,-2-6-38,0 0 1,0 0-1,0 0 0,1 0 1,-1-1-1,0 1 0,1 0 1,-1 0-1,1-1 0,-1 1 1,1-1-1,-1 0 1,1 1-1,0-1 0,-1 0 1,1 0-1,-1 0 0,1 0 1,0 0-1,1 0 0,1-1 27,0 0-1,-1 0 0,1 0 0,-1-1 1,1 1-1,-1-1 0,0 0 0,0 0 0,1 0 1,-1 0-1,-1-1 0,1 1 0,0-1 1,-1 0-1,1 1 0,-1-1 0,0 0 1,0-1-1,2-3 0,-1 3 51,1-1-1,-1 1 0,1-1 1,0 1-1,0 0 1,0 1-1,0-1 1,6-3-1,-10 7 642,3 42-515,-3-34-279,0-1 0,0 1 0,1-1 0,0 0 1,2 8-1,-3-13-76,1 0 1,0 0 0,-1 0 0,1-1-1,0 1 1,0 0 0,0-1-1,1 1 1,-1-1 0,0 1-1,0-1 1,1 0 0,-1 1 0,1-1-1,-1 0 1,1 0 0,0 0-1,0 0 1,-1 0 0,1 0 0,0-1-1,0 1 1,3 0 0,22 1-3713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7075,'0'0'4434,"-100"70"-1088,67-17-977,8 11-832,8 3-401,10 1-416,7 0-303,0-12-417,0-1-112,0-14-529,0-5-943,-2-12-465,-15-3-929,0-6-1616,-8-15-1056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9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2193,'0'0'2180,"17"1"-35,-1 1-1567,231 10 6351,-220-11-6699,-4-1-140,-1 0 0,1-1 0,26-5 0,-44 5-79,1 0 0,-1 0 0,0-1-1,0 0 1,0 0 0,0 0 0,-1 0 0,1-1 0,-1 0 0,1 0 0,-1 0 0,0 0 0,0-1 0,0 1 0,0-1 0,-1 0 0,0 0 0,0-1 0,4-4-1,-6 7 15,0 1-1,-1 0 0,1-1 0,0 1 0,0-1 0,-1 1 1,1 0-1,-1-1 0,1 0 0,-1 1 0,1-1 0,-1 1 1,0-1-1,0 1 0,0-1 0,0 0 0,0 1 0,0-1 1,-1 1-1,1-1 0,0 0 0,-1 1 0,1-1 0,-1 1 1,1-1-1,-1 1 0,0 0 0,0-1 0,0 1 0,0 0 1,0-1-1,0 1 0,0 0 0,0 0 0,0 0 0,0 0 1,-1 0-1,1 0 0,0 0 0,-1 1 0,1-1 0,-1 0 0,1 1 1,-1-1-1,1 1 0,-1-1 0,1 1 0,-1 0 0,0 0 1,-1-1-1,-3 1 91,0-1-1,0 1 1,0 0 0,-1 0-1,1 0 1,0 1 0,0 0 0,0 0-1,0 1 1,1 0 0,-1 0 0,-6 3-1,5-1-48,0 1-1,0 0 1,0 1-1,1-1 0,-1 1 1,2 0-1,-1 1 1,1-1-1,-1 1 1,2 1-1,-1-1 0,-5 14 1,5-9-125,1 0 0,1 0 0,0 1 0,1-1 0,0 1 0,1-1 0,1 25 0,0-34-130,1 0 0,-1-1-1,1 1 1,0 0-1,0-1 1,0 1 0,0 0-1,0-1 1,1 1 0,-1-1-1,1 0 1,-1 0 0,1 1-1,0-1 1,0 0 0,0 0-1,0-1 1,0 1-1,0 0 1,1-1 0,-1 1-1,1-1 1,-1 0 0,1 0-1,-1 0 1,1 0 0,-1 0-1,1 0 1,0-1 0,3 1-1,7 1-1008,0 0-1,0-1 0,1-1 1,-1 0-1,14-2 0,28-7-1818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9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1 4834,'0'0'8788,"-19"3"-6950,-60 15-853,76-17-923,0 1 1,0-1-1,0 0 1,0 1-1,0 0 1,0 0 0,1 0-1,-1 0 1,1 0-1,-1 0 1,1 1-1,0-1 1,0 1-1,0-1 1,0 1-1,0 0 1,0 0-1,-1 5 1,-1 0 91,-1 2-110,0 1 0,0-1 1,1 1-1,1 0 0,0 0 1,1 0-1,0 1 0,0-1 0,1 22 1,1-32-58,0-1 0,1 1-1,-1-1 1,0 1 0,1-1 0,-1 1 0,0-1 0,1 0 0,-1 1 0,1-1 0,-1 0 0,1 1 0,-1-1-1,1 0 1,-1 1 0,1-1 0,-1 0 0,1 0 0,-1 0 0,1 1 0,-1-1 0,1 0 0,-1 0 0,1 0-1,0 0 1,-1 0 0,1 0 0,-1 0 0,1 0 0,-1 0 0,1 0 0,0-1 0,23-4-153,-15-2 88,1-1 0,-2 1 0,1-1 1,-1-1-1,11-13 0,24-25-698,-38 43 646,-3 2 99,-1 0 0,1 1 0,-1-1 0,1 1 0,0-1 0,0 1 0,0 0 0,0 0 0,0 0 0,0 0 0,3-1 0,-4 8 71,-3 15 146,0 1 0,-2 0 0,-6 23 0,-6 32 241,4 38-97,-10 55-204,17-144-115,-1-1-1,-1 1 1,-1-1 0,-15 32 0,18-48 12,1-1 1,-1 1-1,-1-1 0,1 0 1,-1-1-1,-1 1 0,1-1 1,-1 0-1,-1-1 1,1 0-1,-1 0 0,0 0 1,-1-1-1,1 0 0,-1-1 1,0 0-1,0 0 0,0-1 1,0 0-1,-1-1 0,1 0 1,-1 0-1,0-1 0,0 0 1,1-1-1,-1 0 0,-13-2 1,17 0 14,0 0 0,0 0 0,0 0 0,0-1 0,1 0 0,-1 0 0,1 0 0,-1-1 0,1 0 0,0 0 0,0 0 0,1-1 0,-1 0 0,1 1 0,0-1 0,-6-11 0,0 0-35,1 0-1,1-1 1,0 0-1,-9-29 1,12 26-292,1 0-1,0 0 1,1 0 0,1-1 0,1 1 0,1-1 0,5-33 0,-4 49-152,1 0 1,0 1-1,0-1 0,0 1 1,0-1-1,1 1 1,0 0-1,0 0 1,0 0-1,0 1 1,0-1-1,1 1 1,0 0-1,0 0 1,4-3-1,18-10-3772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09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2593,'0'0'14023,"114"0"-12791,-93 7-431,2 3-353,-6-3-256,-2-1-176,-2-1-32,-6-1-96,1 2-849,-1 1-928,-1 5-1360,-2-1-1089,0 0-1008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0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1 3666,'0'0'9609,"0"11"-8782,21 197 1762,5 104-2624,-26-306-2,0 1 0,0 0 1,-1 0-1,0-1 1,0 1-1,0-1 0,-1 1 1,0-1-1,0 0 1,-1 1-1,0-1 0,0 0 1,0-1-1,-1 1 1,0 0-1,0-1 0,0 0 1,-1 0-1,1 0 1,-1-1-1,0 1 0,-1-1 1,1-1-1,-1 1 1,0-1-1,0 0 0,0 0 1,0 0-1,0-1 1,-1 0-1,-7 2 0,-2 0 53,1-1 0,-1 0 0,0-1 0,0-1 1,0-1-1,0 0 0,0-1 0,1 0 0,-1-1 0,-26-8 0,30 6-8,0 0 0,1-1 1,-1-1-1,1 0 1,0-1-1,1 0 0,0 0 1,0-1-1,0 0 0,1-1 1,0 0-1,1-1 1,-14-19-1,15 17 1,0 1 1,1-1-1,1-1 1,-8-21-1,11 28-153,0-1 0,1 1-1,0-1 1,0 1 0,0-1 0,1 1 0,0-1-1,0 0 1,1 1 0,0-1 0,2-9-1,-2 13-213,1 1-1,-1 0 0,1 0 0,0-1 0,-1 1 0,1 0 0,0 1 0,0-1 0,0 0 0,0 0 0,1 1 0,-1-1 0,0 1 1,1 0-1,3-2 0,-4 2-176,32-16-5665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0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7716,'0'0'21898,"17"-2"-21626,-10 2-256,-1 0-16,1 0-753,-5 8-1472,-2 10-1056,0-1-1665,-30-3-4211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1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1 753 2913,'0'0'7740,"10"-20"-6468,-4 8-1066,4-9 153,1 1 0,1 0 1,1 1-1,1 1 0,21-24 1,-14 21 26,437-497 1354,-452 510-1742,-5 6 3,1-1-1,-1 0 1,1 1 0,0-1 0,0 1 0,0 0 0,0-1 0,0 1-1,1 0 1,-1 0 0,1 1 0,-1-1 0,1 0 0,3-1 0,-5 9 15,-1-3-19,0 61 1188,-14 117-1,-73 206 833,78-363-4001,9-25 1719,-1 1 0,1 0 0,-1 0 0,1 0-1,-1-1 1,0 1 0,1 0 0,-1-1 0,1 1 0,-1 0-1,1-1 1,0 1 0,-1-1 0,1 1 0,-1-1-1,1 1 1,0-1 0,-1 1 0,1-1 0,0 1 0,0-1-1,-1-1 1,-11-13-2422,-11-12-4277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1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0 241 5683,'0'0'8035,"120"-66"-6034,-57 42-1489,-1-1-271,-2 3-241,-4-1-64,-3 0-1553,-4-3-1569,2-6-2400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1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0 5939,'0'0'2107,"-9"18"321,-63 125 2625,33-59-2997,8-21-1023,-42 129 0,70-173-1618,3-10-1517,26-24-10229,6-22 8180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2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0 4834,'0'0'9853,"-16"24"-7433,4-7-2040,-16 25 484,2 0 0,-23 50 0,31-53-306,-70 157 1603,68-146-2007,-25 103 1,42-140-985,1 0 0,0 0 0,0 14 1,2-27 658,0 1 0,1-1 0,-1 0-1,0 1 1,0-1 0,0 1 0,0-1 0,0 0 0,0 1 0,1-1 0,-1 0 0,0 1 0,0-1 0,0 0 0,1 0 0,-1 1 0,0-1-1,0 0 1,1 0 0,-1 1 0,0-1 0,1 0 0,-1 0 0,0 0 0,1 1 0,-1-1 0,0 0 0,1 0 0,-1 0 0,0 0 0,1 0-1,-1 0 1,0 0 0,1 0 0,-1 0 0,1 0 0,-1 0 0,1 0 0,15-3-3866,8-10-768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2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24 5106,'0'0'7478,"-17"16"-5466,-49 52-1025,64-66-964,0 0 0,0 0 0,1 0 1,-1 0-1,0 1 0,1-1 0,-1 0 0,1 1 0,0-1 0,0 1 0,0 0 0,0-1 0,0 1 0,1 0 1,-1 0-1,1-1 0,-1 1 0,1 0 0,0 0 0,0 0 0,1-1 0,0 5 0,0 7-4,-1-12-25,0 0 1,1 0 0,-1 0 0,1 0-1,-1-1 1,1 1 0,0 0-1,-1 0 1,1 0 0,0-1-1,0 1 1,0-1 0,1 1 0,-1-1-1,0 1 1,1-1 0,-1 0-1,0 1 1,1-1 0,0 0-1,-1 0 1,1 0 0,0 0 0,-1 0-1,1-1 1,0 1 0,0 0-1,0-1 1,-1 1 0,1-1 0,0 0-1,3 0 1,-2 1-5,1-1 0,-1 1 0,1-1 0,-1 0 0,1-1 0,-1 1 0,1-1 0,-1 1 0,0-1 0,1 0 0,-1 0-1,0-1 1,0 1 0,1 0 0,-1-1 0,0 0 0,-1 0 0,4-3 0,0-2 50,0 0-1,-1 0 1,0-1-1,0 0 1,-1 0-1,0 0 1,0 0-1,-1-1 1,0 0-1,-1 0 1,2-9-1,-3 15 9,0-1 0,-1 0-1,1 1 1,-1-1-1,0 0 1,0 1 0,0-1-1,-1 0 1,1 1-1,-1-1 1,0 0 0,0 1-1,0-1 1,-1 1-1,1 0 1,-1-1 0,1 1-1,-1 0 1,0 0-1,-1 0 1,1 0 0,0 0-1,-1 0 1,0 1-1,1-1 1,-1 1 0,0 0-1,0 0 1,-6-3-1,9 5-130,0 0 0,-1 0 0,1-1 0,0 1 0,-1 0 0,1 0 0,-1 0 0,1-1 0,0 1 0,-1 0 0,1 0 0,0 0 0,-1 0 0,1 0 0,-1 0 0,1 0 0,0 0 0,-1 0 0,1 0 0,-1 0 0,1 0 0,0 0 0,-1 0 0,1 0 0,0 1 0,-1-1 0,1 0 0,0 0 0,-1 0 0,1 0 0,0 1 0,-1-1 0,1 0 0,0 0 0,-1 1 0,1-1 0,0 0 0,-1 1 0,0 14-6713,1-11 6294,0 8-4135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2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0 5731,'0'0'11880,"-11"4"-10933,-7 3-615,0 1 1,0 0-1,1 2 1,1 0-1,0 0 1,0 2-1,-28 26 1,39-33-342,0-1 1,0 1 0,0 0-1,1 0 1,0 1 0,0 0-1,0-1 1,0 1 0,1 0 0,0 1-1,0-1 1,1 1 0,0-1-1,0 1 1,1-1 0,-2 11-1,3-17-44,0 1 0,0-1 0,0 0-1,1 1 1,-1-1 0,0 1 0,0-1 0,0 0-1,0 1 1,1-1 0,-1 0 0,0 1 0,0-1-1,1 0 1,-1 1 0,0-1 0,1 0 0,-1 1-1,0-1 1,1 0 0,-1 0 0,0 1-1,1-1 1,-1 0 0,1 0 0,-1 0 0,0 0-1,1 0 1,-1 0 0,1 1 0,-1-1 0,1 0-1,0 0 1,19 0-1308,-11-1 826,3 0-300,0-1 0,0 0 0,0 0-1,0-1 1,-1-1 0,1 0 0,-1-1 0,0 0 0,18-12 0,-20 12 176,51-28-3892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3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0 4258,'0'0'8601,"-16"7"-6469,-2-1-1626,9-3-251,0 0 0,0 1-1,1 0 1,-1 0 0,1 0 0,0 1 0,0 1 0,1-1 0,-12 12 0,15-13-11,-7 7 662,0 0 1,-17 23 0,26-31-845,-1 1 1,1 0-1,0 0 1,0 0-1,1 0 0,-1 0 1,1 0-1,0 0 1,0 1-1,0-1 0,0 0 1,1 1-1,0-1 1,0 8-1,1-11-67,-1 0 0,0-1 1,1 1-1,-1-1 0,1 1 0,-1-1 0,0 1 0,1-1 1,-1 1-1,1-1 0,0 0 0,-1 1 0,1-1 0,-1 0 1,1 1-1,-1-1 0,1 0 0,0 0 0,-1 1 0,1-1 1,0 0-1,-1 0 0,1 0 0,0 0 0,-1 0 0,1 0 1,0 0-1,26 0-321,-19 0 131,3-2-80,-1 0 1,0 0 0,0-1-1,0 0 1,0 0-1,-1-1 1,1-1 0,-1 1-1,0-2 1,0 1 0,-1-1-1,15-13 1,-20 89 175,-3-68-113,0-1 0,0 1 0,0-1 0,0 1 0,0-1 0,1 1 0,-1-1 0,0 1 0,1-1 0,-1 1 0,1-1 0,-1 0-1,1 1 1,0-1 0,0 0 0,0 0 0,0 1 0,0-1 0,0 0 0,0 0 0,0 0 0,0 0 0,0 0 0,2 1 0,-1-2-245,1 1 0,-1 0 0,0-1 0,1 1 0,-1-1 0,0 0 0,1 1 0,-1-1 0,0 0 0,1-1 0,-1 1 0,0 0 0,1-1 0,-1 1 0,0-1 0,3-1 0,30-15-3553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3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 1 6419,'0'0'6867,"-122"118"-3585,86-57-449,6 4-1120,11-1-753,8 4-79,7-11-481,4-3-352,0-9-48,4-5-64,1-8-737,1-10-767,-6-7-882,0-7-415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3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10229,'0'0'5506,"111"34"-5506,-67-28-80,-1-2-2097,0-4-2353,-5 0-1953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3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4866,'0'0'11974,"16"5"-10459,-4 0-1229,-2-1-109,0-1 0,0 1 0,1-1 0,-1-1 0,1 0 0,0-1 0,-1 0 0,1 0 0,0-1 0,21-3 0,-28 2-174,0-1 0,-1 1 0,1-1 0,0 0 0,-1 0 0,1-1 0,-1 1 0,0-1 0,0 0 0,0 0 0,0 0 0,0 0 0,0 0 0,-1-1 0,0 1 0,0-1 0,4-6 0,-6 8-7,1 0 1,0 1-1,-1-1 1,1 0 0,-1 0-1,1 0 1,-1 0-1,0 1 1,0-1 0,0 0-1,0 0 1,0 0 0,-1 0-1,1 0 1,0 0-1,-1 1 1,1-1 0,-1 0-1,0 0 1,0 1-1,1-1 1,-1 0 0,0 1-1,0-1 1,-1 1 0,1-1-1,0 1 1,0 0-1,-1-1 1,1 1 0,-1 0-1,1 0 1,-1 0-1,0 0 1,1 0 0,-1 0-1,0 1 1,1-1-1,-1 0 1,-2 0 0,-3-1 139,0 0 0,-1 1 0,1-1 0,0 1 0,-1 1 0,1 0 0,0 0-1,-1 0 1,-11 2 0,17-1-87,-1-1 0,1 1 0,0-1 0,0 1-1,-1 0 1,1 0 0,0 0 0,0 0-1,0 0 1,0 0 0,0 1 0,0-1 0,0 1-1,0 0 1,1-1 0,-1 1 0,0 0-1,1 0 1,0 0 0,-1 0 0,1 0 0,0 0-1,0 0 1,0 1 0,0-1 0,1 0-1,-1 0 1,1 1 0,-1-1 0,1 1 0,0-1-1,0 3 1,-1-1-128,1 0 0,0 0-1,0 0 1,0 0 0,1 0-1,-1 0 1,1 0 0,0 0-1,0 0 1,1 0 0,-1-1 0,1 1-1,0 0 1,0-1 0,0 1-1,0-1 1,0 0 0,1 1 0,0-1-1,-1-1 1,1 1 0,0 0-1,1-1 1,-1 1 0,0-1 0,1 0-1,-1 0 1,1 0 0,0-1-1,-1 1 1,7 1 0,5 1-1178,1-1 1,0 0-1,0-1 0,0 0 1,0-1-1,0-1 1,25-3-1,-31 2 548,66-5-5190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4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35 178 8260,'0'0'11888,"-2"18"-10501,-11 105 934,6-146-2177,3 6-747,1 0-1,0-1 0,1 1 1,1-1-1,1 1 1,1-1-1,4-28 0,-5 44 500,0 0-1,1-1 0,-1 1 0,1-1 0,0 1 0,-1 0 0,1-1 0,0 1 1,1 0-1,-1 0 0,0 0 0,1 0 0,-1 0 0,1 0 0,0 0 1,-1 0-1,1 0 0,0 1 0,0-1 0,0 1 0,0 0 0,0-1 0,1 1 1,-1 0-1,0 0 0,1 0 0,-1 1 0,0-1 0,1 1 0,-1-1 0,1 1 1,-1 0-1,1 0 0,2 0 0,5 1 134,0 1-1,0 0 1,-1 1-1,1 0 1,-1 0 0,1 1-1,8 5 1,0 0 15,0-2 1,0 0 0,1-1-1,0 0 1,0-2 0,0 0-1,1-1 1,-1-1 0,1-1-1,22-2 1,-39 1-33,-1 0 1,1-1 0,-1 1 0,1-1-1,-1 0 1,1 0 0,-1 1-1,1-2 1,-1 1 0,0 0-1,1 0 1,-1-1 0,0 1 0,0-1-1,0 0 1,0 0 0,0 1-1,-1-1 1,1 0 0,0-1-1,-1 1 1,0 0 0,1 0 0,1-5-1,-1 1 150,0-1-1,0 0 1,-1 1-1,0-1 1,0 0 0,-1 0-1,1 0 1,-2-8-1,1 13-88,-1 0-1,1 0 1,-1 0-1,1 0 1,-1 0 0,0 0-1,0 0 1,0 0-1,0 1 1,0-1-1,0 0 1,-1 1-1,1-1 1,-1 1 0,1 0-1,-1-1 1,1 1-1,-1 0 1,1 0-1,-1 0 1,0 0-1,0 0 1,0 0 0,0 0-1,0 1 1,1-1-1,-1 1 1,0-1-1,-3 1 1,2-1 25,-1 1 0,0-1 1,1 1-1,-1 0 0,0 0 0,1 0 1,-1 1-1,0-1 0,1 1 1,-1 0-1,1 0 0,-1 0 0,1 1 1,-1-1-1,1 1 0,-4 2 0,3 0-35,0 0 0,0 0 0,0 1 0,0 0 0,1-1-1,0 1 1,0 1 0,0-1 0,1 0 0,-1 1-1,1-1 1,1 1 0,-1 0 0,1-1 0,0 1 0,0 0-1,1 0 1,-1 0 0,2 9 0,-1-11-185,0 0-1,1 0 1,-1 0-1,1 1 1,0-1-1,0 0 1,0-1-1,1 1 1,-1 0 0,1 0-1,0 0 1,0-1-1,1 1 1,-1-1-1,1 0 1,-1 0-1,1 0 1,0 0-1,0 0 1,0 0 0,1-1-1,-1 0 1,1 1-1,-1-1 1,1-1-1,0 1 1,0 0-1,6 1 1,44 0-7599,-24-3 1932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4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0 5491,'0'0'14750,"-17"5"-13629,-7 2-577,0 1 0,1 1 1,0 1-1,-38 22 0,60-31-572,0-1 1,0 1-1,-1 0 1,1 0-1,0-1 1,0 1-1,0 0 0,0 0 1,0 0-1,0 0 1,0 0-1,0 0 1,0 1-1,1-1 1,-1 0-1,0 0 0,1 1 1,-1-1-1,1 0 1,0 1-1,-1-1 1,1 0-1,0 1 0,0-1 1,-1 0-1,1 1 1,0-1-1,0 1 1,1-1-1,-1 0 0,0 1 1,0-1-1,1 0 1,-1 1-1,1-1 1,-1 0-1,1 1 0,0-1 1,-1 0-1,1 0 1,0 0-1,0 0 1,0 1-1,0-1 0,0 0 1,0-1-1,0 1 1,0 0-1,0 0 1,0 0-1,1-1 1,-1 1-1,0 0 0,0-1 1,1 1-1,1-1 1,34 10-1204,23 7-785,-56-16 1842,0 1 0,0-1 0,-1 1 0,1 0 0,-1 0 0,0 1 0,0-1 0,1 0 0,-2 1 0,1 0 0,0 0 0,3 4-1,-6-6 172,1-1-1,0 1 0,-1 0 0,1 0 1,-1 0-1,0 1 0,1-1 0,-1 0 1,0 0-1,1 0 0,-1 0 0,0 0 1,0 0-1,0 0 0,0 0 0,0 1 1,0-1-1,0 0 0,-1 0 0,1 0 1,0 0-1,0 0 0,-1 0 0,1 0 1,-1 0-1,1 0 0,-1 0 0,0 0 1,1 0-1,-1 0 0,0 0 0,1 0 1,-1-1-1,0 1 0,0 0 0,-1 0 1,-3 3 177,-1-1 0,0 1 0,0-1 0,-12 4 0,10-4 12,-13 6 152,8-2-277,-1-2 0,0 1-1,1-2 1,-2 0 0,1-1-1,-24 3 1,39-15-1928,2 5 1171,0-1 0,0 1 0,0 0 1,1 0-1,0 0 0,0 0 0,0 1 0,0-1 1,0 1-1,1 0 0,7-3 0,7-7-1535,16-13-2259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5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52 1088,'0'0'17827,"-6"2"-15722,-3 2-1589,0 0-1,-1 0 1,1 1 0,1 1-1,-1-1 1,1 1-1,-10 9 1,12-9-369,0 0 0,0-1 0,1 2 0,-1-1 0,1 1 0,1 0 0,-1 0 0,1 0 0,1 0 0,-5 10 0,8-15-164,-1 1 1,0-1-1,1 0 0,-1 1 1,1-1-1,0 0 1,0 1-1,0-1 1,0 0-1,0 1 1,0-1-1,1 0 1,-1 1-1,1-1 1,0 0-1,-1 0 1,1 0-1,0 1 0,0-1 1,3 3-1,-2-3-30,0 0-1,0 0 0,1 0 0,-1 0 0,1-1 0,-1 1 0,1-1 1,0 1-1,-1-1 0,1 0 0,0 0 0,0 0 0,0-1 0,3 1 1,5 0-152,0 0 0,-1-1 0,1 0 0,-1-1 0,1 0 0,-1-1 1,1 0-1,12-5 0,-17 5-77,0 0 0,0-1 0,0 0 0,-1-1 1,1 1-1,-1-1 0,0 0 0,0 0 0,0 0 0,-1-1 0,1 0 0,-1 0 1,0 0-1,-1 0 0,1-1 0,-1 1 0,4-10 0,-6 10 124,1 1 0,-1 0 0,0 0 0,0 0 0,-1-1-1,1 1 1,-1 0 0,0-1 0,0 1 0,-1-1 0,1 1 0,-1 0-1,0 0 1,0-1 0,0 1 0,-1 0 0,1 0 0,-1 0 0,0 0-1,0 0 1,-1 1 0,1-1 0,-1 1 0,0-1 0,1 1 0,-8-5-1,4 2 86,-1 1 0,0 0 0,-1 1 0,1-1 0,-1 1 0,0 1 0,0 0 0,0 0 0,0 0 0,0 1 0,-1 1 0,1-1 0,-1 1 0,1 0 0,-1 1 0,0 0 0,-14 3 0,18-3 143,1 1 0,-1 0 0,0 0 0,1 1 1,-1-1-1,1 1 0,0 0 0,-1 1 0,1-1 0,0 0 0,0 1 0,1 0 0,-1 0 0,0 0 0,1 1 1,0-1-1,0 1 0,0 0 0,0 0 0,1 0 0,-1 0 0,1 0 0,0 0 0,0 1 0,1-1 0,-1 1 1,1 0-1,0-1 0,0 1 0,1 0 0,-1-1 0,1 10 0,0-11-42,0 1 1,0-1-1,1 0 0,-1 1 0,1-1 0,0 1 1,0-1-1,0 0 0,0 0 0,1 0 1,-1 1-1,1-1 0,-1-1 0,1 1 1,0 0-1,1 0 0,-1-1 0,0 1 0,4 2 1,-2-2-34,1 0 0,0 0 0,0 0 0,0-1 0,1 0 0,-1 0-1,0 0 1,1 0 0,-1-1 0,1 0 0,7 0 0,1 1-194,1-2 0,0 0 0,0 0 0,-1-1 0,1-1 0,0-1 0,-1 0-1,0-1 1,1 0 0,-1-1 0,-1 0 0,16-10 0,-19 10 101,12-5 196,0-1-1,-2-2 1,31-22 0,-61 54 7224,7-12-7454,1-1 0,1 0 0,-1 1-1,1 0 1,0-1 0,1 1 0,-1 0 0,1-1 0,2 14-1,-1-19 59,0-1 0,-1 1 0,1 0-1,0-1 1,-1 1 0,1-1-1,0 1 1,0-1 0,0 1-1,0-1 1,-1 0 0,1 1-1,0-1 1,0 0 0,0 0-1,0 1 1,0-1 0,0 0-1,0 0 1,0 0 0,0 0-1,0 0 1,1-1 0,25-2-227,-12-3 225,-1-1 0,-1-1-1,0 0 1,0 0-1,0-2 1,-1 1 0,12-13-1,-14 11 679,4 1 2549,-14 11-3054,1-1 1,0 1-1,0 0 0,-1 0 0,1 0 0,0 0 1,-1 0-1,1 0 0,0 0 0,-1 0 1,0 0-1,1 0 0,-1 0 0,0 0 1,1 0-1,-1 0 0,0 1 0,0-1 0,0 1 1,5 28-71,7 35-2113,-11-62 1496,-1-1 1,1 1-1,0 0 1,0-1-1,0 1 1,1-1-1,-1 1 1,1-1-1,-1 1 1,1-1-1,0 0 1,0 0-1,0 0 1,0 0-1,0 0 1,1 0-1,3 2 1,6-3-5086,0-1-158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5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1 250 560,'0'0'15039,"0"4"-12891,7 48 3134,10-130-3540,-15 56-2055,1 1 0,1-1-1,1 1 1,1 0 0,1 0-1,0 1 1,2 0 0,12-22-1,-20 41 154,0 0 0,0-1 0,0 1 0,0 0 0,0 0 0,0 0 0,0 0 0,0 0 0,0 0 0,0 0 0,1 0-1,-1 1 1,0-1 0,1 0 0,2 0 0,5 0-3555,1 0-3473,-1 1 1518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6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0 3153,'0'0'17523,"-12"0"-15799,-39 0-374,45 1-1210,0 0 0,0 0 0,0 0 0,0 0 0,0 1 0,0 0 0,1 0 0,-1 1 0,1 0 0,-1 0 0,1 0 0,-6 5 0,0 1-96,0 0 1,1 2-1,-13 14 1,19-20-60,1 0 0,0 0 0,0 0 0,0 1 1,1-1-1,0 0 0,0 1 0,0 0 0,1-1 0,0 1 1,0 0-1,0 0 0,1 0 0,0 0 0,0 8 0,1-13-32,-1 0-1,1 0 0,-1 0 1,1 0-1,-1 0 0,1 0 1,0 0-1,0 0 0,-1-1 0,1 1 1,0 0-1,0 0 0,0 0 1,0-1-1,0 1 0,0-1 1,0 1-1,0-1 0,0 1 1,0-1-1,0 1 0,0-1 1,0 0-1,1 0 0,-1 0 1,0 1-1,2-1 0,39 1-1691,-35-1 1241,2 0-536,1-1 0,-1 0 1,0-1-1,0 0 0,0-1 0,0 0 0,0 0 1,-1-1-1,14-7 0,10-9-5348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6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1008,'70'30'4488,"-56"-24"-1513,-6-4 4057,10 10-5302,-8-6-699,3 0-737,1-1 0,-1 0 0,1-1-1,1 0 1,-1-2 0,0 1 0,1-2-1,-1 0 1,21-1 0,-33-1-329,1 0 1,-1 1 0,0-1-1,0 0 1,1 0-1,-1-1 1,0 1 0,0 0-1,0-1 1,0 1-1,-1-1 1,1 0 0,0 1-1,-1-1 1,1 0-1,-1 0 1,0 0 0,1 0-1,-1 0 1,0-1-1,0 1 1,0 0 0,-1 0-1,1-1 1,0-4-1,1 2-39,0-1 0,-1 0 0,0 1 0,0-1 0,-1 0-1,0 0 1,0 0 0,0 0 0,0 1 0,-2-8 0,0 11 101,1 1 0,0 0 1,-1 0-1,1 0 1,-1 0-1,1 0 0,-1 0 1,1 1-1,-1-1 1,0 0-1,1 1 0,-1-1 1,0 1-1,0-1 1,1 1-1,-1 0 1,0 0-1,0 0 0,1 0 1,-1 0-1,-2 1 1,-42 4 775,37-2-656,0 1 1,0 0-1,1 0 1,-1 1-1,1 0 1,0 1-1,1 0 1,-1 0 0,1 0-1,0 1 1,1 0-1,0 1 1,0-1-1,0 1 1,1 0-1,0 1 1,1-1 0,0 1-1,0 0 1,1 0-1,0 0 1,0 0-1,1 1 1,0-1-1,0 19 1,2-19-122,0 0 0,0-1 0,1 1 0,1-1-1,-1 1 1,1-1 0,5 12 0,-6-16-181,1-1 1,0 0-1,0 0 0,0 0 1,0 0-1,1 0 0,-1 0 1,1 0-1,-1-1 0,1 0 1,0 1-1,0-1 0,0 0 0,0 0 1,1 0-1,-1-1 0,1 1 1,-1-1-1,1 0 0,3 1 1,-1-1-611,0 0 1,1 0 0,-1 0 0,0-1 0,1 0 0,-1-1-1,0 1 1,0-1 0,1 0 0,-1-1 0,0 1-1,0-1 1,0 0 0,-1-1 0,8-3 0,26-22-6829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6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1 1697,'0'0'21143,"-20"3"-19644,-1 0-1073,11-3-232,0 2 0,0-1 0,1 1 0,-1 0 0,0 1-1,1 1 1,-1-1 0,1 1 0,0 1 0,-13 8 0,14-7-28,0 0 1,0 0 0,1 0 0,-1 1 0,1 0 0,-9 14 0,14-19-197,1-1 1,0 1 0,0 0 0,1-1 0,-1 1 0,0 0 0,0 0 0,1 0 0,0 0 0,-1 0 0,1 0 0,0 0 0,0 0-1,0-1 1,0 1 0,0 0 0,0 0 0,0 0 0,1 0 0,-1 0 0,1 0 0,-1 0 0,1 0 0,0-1 0,0 1 0,0 0-1,0 0 1,0-1 0,0 1 0,0-1 0,1 1 0,-1-1 0,1 0 0,-1 1 0,1-1 0,-1 0 0,1 0 0,0 0 0,-1 0-1,1 0 1,2 0 0,20 13-945,-9-7 143,-1 0-1,0 2 0,20 15 1,-32-22 706,0 0 0,1 0 1,-1 0-1,0 0 0,0 0 1,-1 0-1,1 1 0,0-1 1,-1 1-1,1-1 0,-1 1 1,0 0-1,0-1 0,0 1 1,0 0-1,0 0 0,-1 0 1,1-1-1,-1 1 0,0 0 1,0 0-1,0 0 0,0 0 1,0 0-1,-2 5 0,-1-3 215,0-1-1,0 0 1,0 0 0,-1 0-1,0 0 1,1-1 0,-1 1-1,0-1 1,-1 0-1,1-1 1,-1 1 0,1-1-1,-10 4 1,-4 4-40,-30 13-1546,-2-11-4564,3-8-3934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8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13 4370,'0'0'11613,"0"0"-11480,0-1 0,0 0 0,0 1 0,0-1 0,-1 0 0,1 1 0,0-1 0,0 1 0,0-1 0,0 0 0,-1 1 0,1-1 0,0 1 1,0-1-1,-1 0 0,1 1 0,0-1 0,-1 1 0,1-1 0,-2 0 0,0 2-108,0-1-1,-1 1 1,1 0 0,0 0 0,0 0 0,-1 0 0,1 0 0,0 0 0,0 1 0,0-1 0,0 1 0,-2 2 0,-27 27-17,17-17 49,8-8 12,1-2-97,0 0 0,1 1 0,-1 0 0,-6 9 0,11-13-2,0 0-1,-1 0 1,1-1 0,-1 1-1,1 0 1,0 0 0,-1-1-1,1 1 1,0 0-1,0 0 1,0 0 0,-1 0-1,1 0 1,0-1 0,0 1-1,0 0 1,1 0-1,-1 0 1,0 0 0,0-1-1,0 1 1,1 0 0,-1 0-1,0 0 1,1-1-1,-1 1 1,0 0 0,1 0-1,-1-1 1,1 1-1,0 0 1,-1-1 0,1 1-1,-1-1 1,1 1 0,0-1-1,-1 1 1,1-1-1,0 1 1,0-1 0,-1 1-1,1-1 1,0 0 0,1 1-1,10 3-152,-7-2-3,0 0 1,0 0 0,0 0-1,-1 0 1,1 1 0,3 3-1,-7-6 171,0 1 0,-1 0-1,1-1 1,-1 1 0,1 0-1,-1-1 1,1 1 0,-1 0-1,0 0 1,1 0 0,-1-1-1,0 1 1,0 0 0,1 0-1,-1 0 1,0 0 0,0-1-1,0 1 1,0 0 0,0 0-1,0 0 1,0 0 0,0 0-1,-1-1 1,1 1 0,0 0-1,0 0 1,-1 0 0,1-1-1,0 1 1,-1 0 0,1 0-1,-1-1 1,1 1 0,-1 0-1,1-1 1,-1 1-1,0-1 1,1 1 0,-1 0-1,0-1 1,1 0 0,-2 1-1,-12 11 573,-1-1 0,-16 10 0,-23 17 13,51-35-1445,14-9-11263,10-13 7338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8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1 184 4994,'0'0'8313,"17"-7"-7456,145-63 343,-151 66-1169,-1-1 0,1 0-1,-1 0 1,0-2 0,-1 1-1,1-1 1,-2 0 0,1-1-1,14-16 1,-22 23-9,-1 1-1,1-1 0,-1 1 1,0-1-1,1 1 1,-1-1-1,0 1 1,1-1-1,-1 1 0,0-1 1,0 0-1,0 1 1,1-1-1,-1 1 1,0-1-1,0 0 0,0 1 1,0-1-1,0 0 1,0 1-1,0-1 1,0 1-1,0-1 0,-1 0 1,1 1-1,0-1 1,0 1-1,0-1 1,-1 0-1,1 1 0,0-1 1,-1 1-1,1-1 1,0 1-1,-1-1 1,1 1-1,-1 0 0,0-1 1,-1 0 12,0 0 0,-1 0 0,1 0 0,-1 0 0,1 0 0,-1 1 0,1 0 0,-1-1 0,1 1 0,-4 0 0,-4 0 2,0 1 0,0 0 0,0 0 0,-15 5 0,14-1 28,1 0 0,0 1-1,0 0 1,0 1 0,1 0 0,-9 9-1,11-11 17,1 1-1,1 0 1,-1 0-1,1 1 1,0-1-1,0 1 0,1 1 1,0-1-1,-4 9 1,6-8-61,0 0 1,0 0 0,1 0 0,0 0-1,1 0 1,-1 0 0,1 1-1,1-1 1,0 0 0,0 0-1,1 0 1,-1 0 0,2 0-1,4 11 1,-5-15-113,0 1 1,1-1-1,-1 0 0,1 0 0,0 0 0,0 0 0,0 0 1,1-1-1,-1 0 0,1 1 0,0-1 0,0-1 1,0 1-1,0 0 0,1-1 0,-1 0 0,1 0 1,-1 0-1,1-1 0,0 0 0,0 0 0,-1 0 0,1 0 1,8 0-1,-4-1-389,1 0 0,-1 0 0,0-1 0,0 0 0,0-1 0,0 0 0,-1 0 0,1-1 0,0 0 0,-1 0 0,0-1 0,0-1 0,0 1 0,9-7 0,36-31-4291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9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0 592,'0'0'16256,"-1"24"-14525,1 2-1285,1-3-46,-2 1-1,-1-1 1,0 0-1,-10 36 1,-37 82 1188,7-30-1052,41-105-753,0 0 0,0 1 0,0-1 0,0 0 0,1 9 0,1-14-49,1-1 1,-1 1-1,0 0 1,1 0-1,-1-1 1,0 1-1,1 0 1,-1-1-1,1 1 1,-1-1-1,1 0 1,-1 0-1,1 0 1,-1 1-1,1-1 1,-1 0-1,1-1 1,-1 1-1,3 0 1,-2 0-271,4 0-260,0 0 0,0-1-1,0 1 1,0-1 0,0 0-1,0 0 1,8-4-1,16-13-4205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19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7571,'0'0'7636,"96"-6"-7060,-35-9-576,3 0-848,1-6-3666,11-5-3346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0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287 319 2881,'0'0'14287,"-19"8"-13196,6-3-897,-11 5 286,0 0 0,0 2-1,-35 24 1,54-33-366,-8 6 185,0 0 1,0 1-1,1 0 0,0 0 0,1 2 0,0-1 1,-16 24-1,26-35-315,0 1-1,1 0 1,-1 0 0,1 0 0,-1-1 0,1 1 0,-1 0 0,1 0-1,0 0 1,-1 0 0,1 0 0,0-1 0,0 1 0,0 0-1,0 0 1,0 0 0,0 0 0,0 0 0,0 0 0,0 0-1,0 0 1,0 0 0,0 0 0,1 0 0,-1 0 0,0-1-1,1 1 1,-1 0 0,1 0 0,-1 0 0,1 0 0,-1-1-1,1 1 1,-1 0 0,1-1 0,0 1 0,-1 0 0,1-1 0,0 1-1,0-1 1,0 1 0,-1-1 0,1 1 0,0-1 0,0 0-1,0 1 1,0-1 0,2 0 0,5 2-212,1-1 1,0 0 0,0-1-1,13-1 1,-1 0-11,-1 2-123,-4-1 12,0 1-1,0 0 1,-1 1 0,1 1-1,-1 0 1,19 7 0,-33-10 323,0 1 0,0-1 1,0 0-1,0 1 0,0-1 1,0 1-1,0-1 0,0 1 1,-1 0-1,1-1 0,0 1 0,0 0 1,0 0-1,-1-1 0,1 1 1,0 0-1,-1 0 0,1 0 1,-1 0-1,1 0 0,-1 0 0,0 0 1,1 0-1,-1 0 0,0 0 1,1 0-1,-1 0 0,0 0 0,0 0 1,0 0-1,0 0 0,0 0 1,0 0-1,-1 0 0,1 0 1,0 0-1,0 0 0,-1 0 0,1 0 1,-1 0-1,1 0 0,-1 0 1,1 0-1,-1 0 0,1 0 1,-1 0-1,0 0 0,1-1 0,-1 1 1,-1 1-1,-5 4 138,1 1 0,-1-1 1,0-1-1,-12 8 0,-7 4 308,-122 71 740,157-103-1713,298-316-5197,3 0 4574,-295 315 1309,-9 12 153,-1-1-1,0 0 1,-1 0 0,1-1 0,-1 0 0,0 1 0,0-1 0,4-12 0,-8 19-231,0-1 1,0 0-1,0 0 0,0 0 1,0 0-1,0 0 0,0 0 1,0 0-1,0 0 1,0 0-1,0 0 0,0 0 1,-1 0-1,1 0 1,0 0-1,0 0 0,0 0 1,0 0-1,0 0 1,0 0-1,0 0 0,0 0 1,0 0-1,0 0 1,0 0-1,-1 0 0,1 0 1,0 0-1,0 0 1,0 0-1,0 0 0,0 0 1,0 0-1,0 0 1,0 0-1,0 0 0,0 0 1,0 0-1,0 0 0,-1 0 1,1 0-1,0 0 1,0 0-1,0 0 0,0 0 1,0 0-1,0-1 1,0 1-1,0 0 0,0 0 1,0 0-1,0 0 1,0 0-1,0 0 0,0 0 1,0 0-1,0 0 1,0 0-1,0 0 0,0-1 1,-2 2 417,-8 5-211,1-1-1,0 1 0,1 0 1,-1 1-1,1 0 1,0 0-1,-8 12 1,-51 66 781,62-79-923,-35 51 834,-38 71-1,60-94-716,2 1-1,1 0 0,-17 66 0,28-85-401,2 1-1,0 0 1,1 31-1,2-47 86,0-1 0,-1 1 0,1-1 0,0 0 0,0 1 0,0-1 0,0 0 0,0 0 0,0 1 0,0-1 0,0 0 0,0 0 0,0 0 0,0 0 0,0-1 0,0 1 0,0 0 0,0 0 0,0-1 0,0 1 0,0 0 0,1-1-1,6-4 22,-1 1 0,-1-1 0,1-1 0,-1 1 0,1-1 0,-2 0 0,10-12 0,5-5-133,116-127-894,-135 156 3512,0 20-2368,-2 10-84,0-26-169,0 1 1,0-1-1,1 1 1,1-1-1,0 0 1,0 1-1,1-1 1,0 0-1,6 15 1,-7-23-96,0 0 0,1 0 0,-1-1 1,1 1-1,0 0 0,0-1 0,0 1 1,0-1-1,0 0 0,0 1 0,0-1 1,0 0-1,0 0 0,0-1 0,1 1 1,-1 0-1,0-1 0,1 1 0,-1-1 1,0 0-1,1 0 0,-1 0 0,1 0 1,-1 0-1,0 0 0,1-1 0,3 0 0,2-1-506,0 0-1,0-1 0,-1 0 0,1 0 0,-1 0 0,13-8 0,22-19-2685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0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39 2145,'0'0'14097,"-11"4"-12907,5-3-1045,1 1 0,0 0 0,0 0-1,0 0 1,0 1 0,0 0 0,0-1 0,1 2 0,-1-1 0,1 0 0,0 1-1,0 0 1,1 0 0,-1 0 0,1 1 0,-1-1 0,1 1 0,1 0-1,-3 4 1,1 0 1,1 0 0,0 0 0,1 0-1,0 1 1,0-1 0,1 0-1,0 17 1,1-25-149,1 1 0,-1 0 0,1-1-1,-1 1 1,1-1 0,-1 1 0,1-1 0,0 1-1,0-1 1,0 0 0,0 1 0,0-1 0,0 0-1,0 0 1,0 1 0,0-1 0,0 0 0,1 0-1,-1-1 1,0 1 0,1 0 0,-1 0 0,1 0-1,-1-1 1,1 1 0,-1-1 0,1 0-1,0 1 1,-1-1 0,1 0 0,0 0 0,2 0-1,-1 1-9,-1-1 0,0 0 0,0 0 0,0 0 0,0 0-1,1-1 1,-1 1 0,0-1 0,0 1 0,0-1 0,0 0-1,0 1 1,0-1 0,0 0 0,0 0 0,0-1 0,-1 1-1,1 0 1,0-1 0,-1 1 0,1-1 0,0 1-1,-1-1 1,0 0 0,3-3 0,0-10-17,0 0 1,-1 0-1,-1 0 0,0 0 0,-1-1 1,-1 1-1,-2-21 0,2-3 57,-1 38-19,1 0 0,0-1 0,0 1 0,0 0 0,-1-1 0,1 1 0,0 0 0,-1 0 0,1 0 0,-1-1 0,0 1 0,1 0 0,-1 0-1,0 0 1,0 0 0,1 0 0,-1 0 0,0 0 0,0 1 0,0-1 0,0 0 0,0 0 0,-1 1 0,1-1 0,0 0 0,0 1 0,0-1 0,0 1 0,-1 0 0,1-1 0,0 1 0,-3 0 0,2-1-3,0 1 0,-1 0 0,1 0 1,-1 0-1,1 0 0,0 1 1,-1-1-1,1 1 0,0-1 0,-1 1 1,1 0-1,0-1 0,0 1 1,-1 1-1,1-1 0,0 0 0,-3 3 1,2 0-35,-1 0 1,1 0-1,0 0 0,1 0 1,-1 1-1,1-1 1,0 1-1,0 0 1,-2 7-1,3-9-220,0-1 0,1 1 0,-1-1 0,1 1 0,0-1 0,0 1 0,0-1 0,0 1 0,0 0 0,1-1-1,-1 1 1,1-1 0,0 3 0,0-4-11,0 0-1,0 0 0,0 0 0,0-1 0,0 1 1,0 0-1,0-1 0,0 1 0,1 0 0,-1-1 1,0 0-1,0 1 0,0-1 0,1 0 0,-1 1 1,0-1-1,0 0 0,1 0 0,-1 0 1,0 0-1,0 0 0,1 0 0,1-1 0,3 1-904,27 0-3790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0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80 6787,'0'0'6000,"-3"16"-2564,3-12-3281,-5 33 2931,0 73-1,9-94-2642,-2-11-155,-1-7 467,-3-52-677,0 34-163,1 1 0,1-1 0,4-34 0,-3 48-24,0 1-1,1-1 1,0 1-1,0 0 1,0-1-1,0 1 1,1 0-1,0 0 1,0 0-1,0 1 1,0-1-1,1 1 1,0 0-1,0 0 1,0 0-1,0 0 1,9-5-1,-10 8-341,-1 0-1,1 0 1,0 0-1,0 0 1,-1 0-1,1 0 1,0 1 0,0 0-1,0-1 1,0 1-1,0 0 1,5 1 0,2-1-2757,7 0-2651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1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9604,'0'0'10824,"-18"18"-8319,-58 62-736,71-73-1514,-1 0 0,1 1 0,1-1-1,-1 1 1,1 0 0,1 0 0,-1 1 0,1-1 0,-3 18-1,1-7 167,-5 28-97,2 0-1,3 1 0,-1 58 0,6-90-439,-1-3-450,1-3 208,0-1-1,-1 1 1,0 0 0,-1-1-1,-2 11 1,3-18-11,0 0 0,1-1 1,-1 1-1,0 0 0,0 0 0,-1-1 0,1 1 1,0 0-1,0-1 0,-1 1 0,1-1 0,-3 2 1,2-2-279,0 0 1,1 0 0,-1 0 0,0-1 0,0 1 0,0-1 0,1 1 0,-1-1 0,0 0-1,0 0 1,0 0 0,0 0 0,0 0 0,0 0 0,-3-1 0,-17-5-8961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1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5074,'0'0'5675,"24"-1"-2751,158-13 867,-141 10-2986,-9 1-377,0 0 0,0-2 0,-1-2 0,42-13 0,-72 20-404,0 0 0,0-1 0,1 1 0,-1-1 0,0 0 0,0 1 0,0-1 0,0 0 0,1 0 0,-1 0 0,-1 0 0,1 1 0,0-1 0,0-1 0,0 1 0,0 0 0,-1 0 0,1 0 0,0 0 0,-1 0 0,1-1 0,-1 1 0,1 0 0,-1-1 0,0 1 0,0 0 0,1-1 0,-1 1 0,0 0 0,0-1 0,0 1 0,-1 0 0,1-1 0,0 1 0,0 0 0,-1 0 0,0-3 0,0 2 15,0-1 1,0 1 0,-1-1-1,1 1 1,-1-1-1,0 1 1,1 0 0,-1 0-1,0 0 1,0 0-1,-1 0 1,1 0 0,0 1-1,-1-1 1,1 1-1,-6-3 1,6 3 4,-1 0 0,0 0-1,0 0 1,0 0 0,0 0 0,0 1-1,0 0 1,0-1 0,0 1 0,0 0-1,-1 1 1,1-1 0,0 0 0,0 1-1,0 0 1,0-1 0,1 1 0,-1 1-1,0-1 1,0 0 0,0 1 0,1-1-1,-1 1 1,1 0 0,-1 0 0,1 0-1,0 0 1,0 0 0,0 0 0,0 1-1,0-1 1,0 1 0,1-1 0,-3 5-1,0 4-37,1 0 0,0-1-1,1 1 1,0 1-1,0-1 1,1 0-1,1 0 1,0 1-1,1-1 1,0 0 0,2 12-1,-1-19-201,-1-1-1,1 1 1,-1-1-1,1 1 0,0-1 1,0 0-1,1 0 1,-1 0-1,1 0 1,-1 0-1,1-1 1,0 1-1,0-1 1,0 0-1,0 0 1,0 0-1,1 0 1,-1 0-1,1-1 1,3 2-1,37 7-5849,-3-11-3411,-24-4 5719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1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0 185 1024,'0'0'14111,"4"1"-12321,-3 0-1651,0-1 0,0 1 1,0-1-1,0 1 0,0 0 0,0-1 0,0 1 1,0 0-1,0 0 0,0 0 0,0 0 0,0-1 0,0 1 1,-1 0-1,1 1 0,-1-1 0,1 0 0,0 0 1,0 2-1,2 29 5121,-12-45-2827,6 4-2395,1-1 1,1 1-1,0-1 1,0 1-1,0-1 0,1 0 1,1 1-1,0-1 1,0 0-1,1 1 0,0-1 1,1 1-1,0 0 1,6-13-1,-6 18-428,0 0 0,1 0 0,-1 0 0,1 1 0,0-1 0,0 1 0,0 0 0,8-4 0,22-10-5630,-27 14 4102,18-10-7409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2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0 2577,'0'0'15479,"0"137"-13014,-4-73-800,-1-5-352,-1 1-513,4-7-576,-4-8-160,-1-6-64,-4-9-816,-6-3 256,-8-9-2786,-5-4-1584,-9-12-4194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3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0 162 8980,'17'-3'2617,"86"-10"2512,121-19-42,-221 32-5070,81-20 227,-77 18-249,0 0 1,0-1-1,-1 1 0,1-2 0,-1 1 0,1-1 1,-1 0-1,0 0 0,7-7 0,-12 10-15,0 0-1,0 0 0,0 0 1,0 0-1,0 0 1,0 0-1,0 0 1,-1 0-1,1 0 1,0-1-1,-1 1 1,1 0-1,-1 0 0,1-1 1,-1 1-1,1 0 1,-1-1-1,0 1 1,0-1-1,0 1 1,0 0-1,0-1 1,0 1-1,0-3 0,-1 3-10,0 0-1,0-1 1,0 1-1,0 0 0,0 0 1,0 0-1,-1 0 0,1 0 1,0 0-1,-1 0 0,1 0 1,0 1-1,-1-1 1,1 1-1,-1-1 0,1 1 1,-4-1-1,-5-1-24,-1 0 0,1 1 0,-1 0 0,0 1 0,-10 1 0,16 0 120,0 0 1,0 0-1,0 1 1,1-1-1,-1 1 0,1 0 1,-1 1-1,1-1 1,-1 1-1,1 0 1,0 0-1,1 0 1,-1 0-1,0 1 0,1-1 1,0 1-1,0 0 1,0 0-1,0 0 1,0 1-1,-2 5 1,2-3 110,0 0 0,0 0 0,1 0 1,0 0-1,0 1 0,1-1 1,0 0-1,0 1 0,1-1 1,0 1-1,0-1 0,0 1 0,1-1 1,2 8-1,-2-11-175,0 0 1,0-1-1,1 1 1,0-1-1,-1 0 1,1 1-1,0-1 1,0 0-1,1 0 0,-1 0 1,1 0-1,0-1 1,-1 1-1,1-1 1,0 1-1,0-1 1,1 0-1,-1 0 1,0 0-1,1-1 0,-1 1 1,1-1-1,-1 0 1,1 0-1,0 0 1,0-1-1,-1 1 1,1-1-1,7 0 1,-2 0-199,1-1 1,0 0-1,-1 0 1,1-1-1,-1-1 1,1 1-1,-1-2 1,0 1 0,0-1-1,13-8 1,12-11 768,-34 23 34,12 16 1719,-6 4-2049,-2-1 0,0 1 1,0-1-1,-2 1 0,0 23 1,-2 20-4550,0-48 2192,-8-39-7477,-19-14 4168,19 27 4609,-9-8 564,-3-9 15291,27 25-9760,-5 3-5290,1-1-1,-1 0 1,0 1-1,1 0 1,-1-1-1,1 1 1,-1 0-1,1 0 1,-1 1-1,1-1 1,-1 0-1,1 1 1,-1 0-1,0-1 1,1 1-1,2 1 1,-2 4 47,0-1 0,0 1 0,-1 0 0,1 0 0,-1 0 0,2 11 1,-4-17 241,0-26 184,1 4-612,1 0 1,1 0-1,1 0 1,7-23-1,32-84-1318,-41 124 1306,9-22-70,-11 26 165,1 0 0,-1 0-1,1 0 1,-1 0 0,1 0 0,-1 0-1,1 0 1,0 0 0,-1 0 0,1 1-1,0-1 1,0 0 0,-1 1 0,1-1-1,0 0 1,0 1 0,0-1 0,0 1-1,0-1 1,2 0 0,-2 2-438,0 1 0,1-1 0,-1 0 0,0 0 0,0 0 0,0 1 1,0-1-1,0 0 0,0 1 0,-1-1 0,1 1 0,0-1 0,-1 1 0,1-1 0,-1 1 1,1 0-1,-1-1 0,0 1 0,0 3 0,2 2-2570,5 9-4952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3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0 135 4562,'0'0'15055,"17"-3"-12366,-5 0-2163,0-1-63,-1 1 0,0 1-1,1-1 1,-1 2 0,1 0-1,0 0 1,-1 1 0,21 3-1,-29-2-417,0 0 0,0 1 0,-1 0 0,1-1 0,0 1 0,-1 0 0,1 0 0,-1 0 0,1 1 0,-1-1 0,0 1 0,0-1 0,0 1 0,0 0 0,-1 0 0,1-1 0,-1 1 0,0 0 0,0 0 0,0 1 0,0-1 0,0 0 0,0 0 0,-1 0 0,0 1 0,0-1 0,0 0 0,0 6 0,0-9-288,3-19-1392,5 6 1470,1 1 1,1 1-1,0 0 1,1 0-1,0 1 1,0 0-1,1 1 1,23-14-1,-30 20 226,-1 0-1,1 1 1,-1 0 0,1 0 0,0 0-1,9-2 1,-13 4-7,0 0-1,0 0 1,0 0 0,0 0-1,0 0 1,0 0 0,0 0-1,0 0 1,0 0 0,0 0 0,0 0-1,0 1 1,0-1 0,0 0-1,-1 1 1,1-1 0,0 1-1,0-1 1,0 1 0,0-1-1,-1 1 1,1 0 0,0-1 0,-1 1-1,1 0 1,0 0 0,-1 0-1,1-1 1,-1 1 0,1 0-1,-1 0 1,1 0 0,-1 0-1,0 0 1,0 0 0,1 0-1,-1 1 1,0 0-23,1 0 1,-1 0-1,1 0 0,0 0 0,-1 0 0,1 0 1,0 0-1,0 0 0,0 0 0,0 0 0,1-1 1,-1 1-1,0 0 0,1-1 0,-1 1 0,1-1 1,0 1-1,-1-1 0,1 0 0,0 0 0,0 0 1,0 0-1,0 0 0,0 0 0,0-1 0,3 2 1,-2-2-57,1 0 1,-1 0 0,0 0 0,1 0 0,-1 0 0,1-1 0,-1 0 0,1 1-1,-1-1 1,0-1 0,0 1 0,1 0 0,-1-1 0,0 0 0,0 1 0,3-4-1,21-15-203,-12 7 46,0 2 0,1 0 0,1 1 0,0 0 0,21-8 0,-36 18 309,0-1 1,0 1-1,0 0 1,0 0-1,0 0 1,0 0-1,0 0 1,0 0-1,0 1 1,0-1-1,0 1 1,0-1-1,0 1 1,0 0-1,0-1 1,-1 1-1,1 0 1,2 2-1,31 26 538,-23-18-537,-9-8-189,-1-1-1,0 1 1,0-1 0,0 1 0,-1 0 0,1 0 0,-1 0 0,1 0 0,0 3 0,-1 13-2713,-2-18 2478,1-1 1,0 1-1,-1 0 1,1-1-1,-1 1 1,1 0-1,-1-1 0,1 1 1,-1 0-1,0-1 1,1 1-1,-1-1 1,1 1-1,-1-1 0,0 0 1,0 1-1,1-1 1,-1 0-1,0 1 1,0-1-1,-1 0 0,-27 4-4711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5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336 538 2161,'0'0'16842,"-19"7"-15081,-1 0-1376,5-2-134,1 0 1,-1 1-1,1 1 1,0 0-1,0 1 1,-18 14-1,19-11-15,-2-1 61,1 1-1,0 1 0,1 0 1,-14 18-1,24-27-288,1-1 1,0 1 0,0-1-1,1 1 1,-1 0-1,0 0 1,1 0-1,0 0 1,0 0-1,0 0 1,0 0-1,0 0 1,0 0-1,1 1 1,0-1-1,0 0 1,0 0-1,0 1 1,0-1 0,0 0-1,1 0 1,-1 1-1,1-1 1,0 0-1,0 0 1,1 0-1,-1 0 1,0 0-1,1 0 1,3 4-1,7 6-50,0-1-1,1 0 0,1-1 0,21 13 0,-16-11-121,-1 0-1,26 25 1,-40-33 87,0-1 0,0 1 1,0 0-1,-1 0 0,1 1 0,-1-1 1,-1 0-1,1 1 0,-1 0 0,0 0 1,0 0-1,0 0 0,1 11 0,-3-12 81,-1 1 1,1-1-1,-1 1 0,0-1 0,-1 0 0,1 0 0,-1 0 0,0 1 1,0-1-1,-1-1 0,1 1 0,-1 0 0,0-1 0,0 1 1,-1-1-1,1 0 0,-1 0 0,0 0 0,0-1 0,-5 4 1,-11 8 74,-1 0 1,-41 21 0,60-35-79,-6 3 15,-1 1-1,0-1 1,0 0-1,-1-1 1,1 0-1,-1-1 1,1 0-1,-1 0 1,-16 0-1,25-2-38,0-1-1,0 1 0,0-1 1,0 1-1,0-1 1,0 1-1,0-1 1,1 0-1,-1 0 1,0 1-1,0-1 0,0 0 1,1 0-1,-1 0 1,0 0-1,1 0 1,-1 0-1,1 0 1,-1 0-1,1 0 1,-1 0-1,1 0 0,0 0 1,0 0-1,0 0 1,-1 0-1,1 0 1,0 0-1,0-1 1,0 1-1,0 0 0,1-2 1,-1-3-217,0-1 0,1 1 0,0-1 0,0 1 0,2-8 0,1 5-33,0 0-1,0 0 1,1 1-1,0-1 1,1 1-1,12-14 1,47-43-1712,-54 55 1597,210-176-6886,-39 36 356,-70 42 5663,-107 103 1742,-4 4-251,0 0 0,0 0 0,0 0 0,0 0 0,0 0 0,-1 0 0,1 0 0,0 0 0,0 0 0,-1 0 0,1 0 0,-1-1 0,1 1 0,-1 0 0,0 0 0,1-5 7722,-4 9-5060,-8 7-2091,1 1 0,0 0 0,1 1-1,0 0 1,-14 25 0,17-25-563,0 0 0,1 0 0,0 1-1,1 0 1,1 0 0,0 0-1,1 0 1,0 0 0,0 1-1,2-1 1,1 22 0,-1-34-242,1 0-1,-1 0 1,0 1 0,1-1 0,0 0 0,-1 0-1,1 1 1,0-1 0,-1 0 0,1 0 0,0 0-1,0 0 1,0 0 0,0 0 0,0 0 0,0 0-1,0-1 1,0 1 0,1 0 0,-1 0 0,0-1-1,0 1 1,1-1 0,-1 0 0,0 1 0,1-1-1,-1 0 1,0 1 0,1-1 0,-1 0 0,0 0-1,1 0 1,-1 0 0,0-1 0,1 1 0,-1 0-1,2-1 1,1 0-12,0 1 0,0-1 0,0 0 1,-1 0-1,1 0 0,0-1 0,-1 0 0,1 1 0,-1-1 0,0 0 0,7-5 0,-4-1-132,0-1 0,-1 1 0,0-1 0,-1 0 0,1 0-1,-2 0 1,1 0 0,-1-1 0,-1 0 0,0 0 0,0 1 0,-1-1-1,0 0 1,-1 0 0,0 0 0,0 0 0,-3-14 0,2 21 82,0 0 1,1 0-1,-2 0 1,1 0-1,0 0 1,0 1-1,-1-1 0,0 0 1,1 1-1,-1-1 1,0 1-1,0 0 1,0 0-1,-1 0 1,1 0-1,-5-3 1,2 2-26,0 0 1,-1 0-1,0 0 1,1 1-1,-1 0 1,0 0-1,0 1 1,-9-2-1,8 2 19,0 1 0,0 0-1,0 0 1,1 0 0,-1 1-1,0 0 1,-9 2-1,12-2 46,1 0-1,0 0 0,0 1 1,0-1-1,-1 1 1,1-1-1,0 1 0,1 0 1,-1 0-1,0 1 0,1-1 1,-1 0-1,1 1 0,-3 3 1,4-5 10,0 0 0,0 0 0,1 0 0,-1 0 0,0 0 0,1 0 0,-1 1 0,1-1 0,-1 0 0,1 0 1,0 1-1,-1-1 0,1 0 0,0 0 0,0 1 0,0-1 0,0 0 0,0 1 0,0-1 0,0 0 0,0 0 0,1 1 0,0 1 0,0-2-8,0 0 0,0 0 1,0 0-1,0 0 0,0 0 0,0 0 0,1 0 0,-1 0 0,0-1 0,1 1 0,-1 0 0,0-1 0,1 1 0,-1-1 0,1 0 0,-1 0 0,3 1 0,7 0-91,1-1 0,0 0 1,23-4-1,-2-3 62,0-2 1,-1-1-1,0-2 1,52-27-1,-10 6-184,-26 13 200,14-5-95,0-4 1,82-50 5256,-146 82-4979,1-1-1,-1 1 1,0-1-1,1 1 1,-1-1 0,0 0-1,-1 0 1,1 0-1,0 0 1,0 0 0,-4 1-1,-12 12-161,-7 10 18,-53 57 12,70-73-22,1 0 0,0 1 0,1 0 0,0 1 0,0 0 0,1-1 0,-4 14 0,8-22-19,0 1 1,1-1-1,-1 0 0,1 0 0,-1 0 0,1 1 1,0-1-1,0 0 0,0 1 0,0-1 0,0 0 1,1 0-1,-1 1 0,2 2 0,-2-4-11,1 0 1,0 0-1,0 0 0,0 0 0,0 0 0,0 0 0,0 0 0,0-1 1,0 1-1,1 0 0,-1-1 0,0 1 0,0-1 0,1 1 1,-1-1-1,0 1 0,0-1 0,1 0 0,-1 0 0,0 0 1,1 0-1,-1 0 0,3 0 0,7 0-154,1-1 1,-1 0-1,0 0 0,0-1 0,0-1 0,0 0 1,-1 0-1,1-1 0,-1 0 0,0-1 1,0 0-1,0-1 0,0 0 0,14-13 1,-9 8-185,-8 6 267,0 0 0,-1-1 1,1 0-1,-1 0 0,0 0 1,-1 0-1,6-10 0,-27 38 2961,11-16-2857,1-1-1,0 1 1,0-1 0,0 1-1,0 0 1,-2 8 0,2-4 12,2 1 0,-1-1 0,1 1 0,1 0 0,-1 0 0,2-1 0,1 20 0,-1-29-26,0 0 1,0 0-1,0 0 0,1 1 0,-1-1 1,1 0-1,-1 0 0,1 0 1,-1 0-1,1 0 0,-1 0 1,1 0-1,0 0 0,0 0 1,-1 0-1,1 0 0,0 0 1,0-1-1,0 1 0,0 0 1,0 0-1,2 0 0,0 0-56,0 0 0,0 0 0,0 0 0,0 0 0,0-1 0,1 1 0,-1-1 0,6 0 0,-1-1-102,-1 0-1,1 0 0,0 0 1,0-1-1,0 0 1,12-6-1,-2-2-371,0-1 0,-1-1 0,-1-1 0,27-25 1,55-67-2935,-95 102 3363,38-45-966,-3-1 0,44-73 1,-61 86 1290,-3 0 0,0-2 1,-3 0-1,17-62 0,-30 93 667,0-1 0,0 1-1,-1 0 1,0-13 0,-5 23 2796,-13 12-2293,-25 45-386,3 1 1,2 2 0,3 1-1,2 2 1,-23 74 0,47-118-933,0 0 0,2 0 0,1 1 1,0 0-1,2 0 0,1 0 0,0 0 1,3 31-1,-1-51-250,0 0-1,1 0 1,-1-1-1,1 1 1,-1 0-1,1 0 1,0-1 0,0 1-1,0-1 1,1 1-1,-1-1 1,0 1 0,1-1-1,0 0 1,-1 0-1,1 1 1,0-1-1,0-1 1,0 1 0,1 0-1,-1 0 1,0-1-1,1 1 1,-1-1 0,1 0-1,-1 0 1,1 0-1,0 0 1,-1 0 0,4 0-1,0 0-757,0-1 0,0 0 0,0 0 0,-1 0 0,1-1 0,0 0-1,0 0 1,-1 0 0,1-1 0,0 0 0,-1 0 0,0-1 0,10-4 0,27-22-7434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5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0 5491,'0'0'16762,"-10"9"-15748,-31 29-225,39-35-755,0 0-1,0 1 0,0-1 1,0 1-1,1 0 0,-1-1 1,1 1-1,0 0 1,0 0-1,1-1 0,-1 1 1,1 0-1,0 0 0,0 0 1,0 0-1,0 0 0,1 0 1,1 5-1,-1 2-10,-1-9-29,1 1 1,-1-1-1,0 0 1,0 1 0,0-1-1,0 1 1,-1-1-1,1 1 1,0-1-1,-1 0 1,0 1 0,0-1-1,0 0 1,0 0-1,0 0 1,-2 4-1,0-3 24,-1 0-1,1-1 1,-1 1-1,1-1 1,-1 0-1,0 0 1,-7 3-1,-2 1 40,10-4-48,-1-1-1,1 0 1,0 1 0,-1-1 0,1 0 0,0-1 0,-1 1 0,-5 0 0,9-1-161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6:26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8148,'0'0'17128,"13"0"-17064,0 0-64,0 0-705,10 6-1968,-6-6-3554,0-2-7235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5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2491 6 2785,'0'0'6288,"-6"-5"-2937,-6 7-3352,1 0 0,-1 1 0,1 1-1,0 0 1,0 1 0,1 0-1,-1 0 1,-18 14 0,-10 3 10,-353 192-423,352-192 404,-1-2 1,-1-3-1,-1-1 0,-1-1 0,0-3 0,0-2 1,-1-2-1,-62 4 0,42-5-11,1 2-1,-64 19 1,-59 9-27,-223 8 609,394-44-527,-21 4 341,0 1 0,0 2 0,-57 19-1,57-17-469,1-2 0,-2-2 0,-60 3-1,16-1 549,55-5-280,-65 5 3365,94-8-3452,3 0-5219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6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0 2161,'0'0'4354,"11"7"397,-11-2-4459,0 1-1,0 0 1,-1-1-1,0 1 1,0 0-1,-1-1 1,1 1-1,-1-1 1,-1 0-1,-3 8 1,-1-3-55,0 0 1,-1 0-1,-16 16 1,7-11 63,12-11-184,-1 1-1,1 0 1,0 0-1,1 0 1,-8 11 0,24-15 3549,42 11-2672,-11-1-460,34 7 1891,-70-15-2073,-1-2-8897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8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1 0,'0'0'13990,"-13"0"-13541,-2 1-463,1 0 0,-1 1 0,1 1 0,-1 0 0,1 1 0,0 1 1,1 0-1,-1 1 0,-15 9 0,28-15-61,1 1 0,-1-1 0,0 1 0,1-1 0,-1 1 0,0 0 0,1-1 0,-1 1 0,1 0 0,-1 0 1,1-1-1,-1 1 0,1 0 0,-1 0 0,1-1 0,0 1 0,-1 0 0,1 0 0,0 0 0,0 0 0,0 0 0,0 0 0,0-1 0,0 1 0,0 0 0,0 0 0,0 0 1,0 0-1,0 0 0,1 0 0,-1-1 0,0 1 0,0 0 0,1 0 0,-1 0 0,1-1 0,-1 1 0,1 0 0,-1 0 0,1-1 0,-1 1 0,1 0 0,0-1 0,-1 1 0,1-1 1,0 1-1,0-1 0,0 1 0,41 28-535,-38-26 621,57 34-94,-61-36 151,0-1 0,0 0 0,1 0 0,-1 1 0,0-1 0,0 0 0,0 1 1,1-1-1,-1 0 0,0 1 0,0-1 0,0 0 0,0 1 0,0-1 0,0 0 0,0 1 0,0-1 0,0 0 1,0 1-1,0-1 0,0 1 0,0-1 0,0 0 0,0 1 0,0-1 0,0 0 0,0 1 0,0-1 0,0 0 0,-1 1 1,1-1-1,0 0 0,0 1 0,0-1 0,-1 0 0,1 0 0,0 1 0,0-1 0,-1 0 0,-11 11 811,11-10-749,-24 15 1081,-54 25-1,50-26-1563,33-23-6226,8-4 1814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8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0 6355,'0'0'11957,"-29"103"-10196,13-62-336,2 0-577,-1-9-672,2 0-144,2-6 0,1-2-32,1-5-384,-1-4-432,3-4-737,-5-2-1504,3-4-1986,-1-4-2656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8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7716,'0'0'10063,"11"3"-8999,-7-3-975,6 2 211,1 1 1,-1-1-1,17 8 1,-24-9-295,-1 0 0,1 0 0,-1 0 0,0 1 0,1-1 0,-1 1 0,0-1 0,0 1 0,0 0 0,0-1 0,0 1 0,0 0 0,-1 1 0,1-1 0,-1 0 0,1 0 0,-1 1 0,0-1 0,0 0 0,0 1 0,0-1 0,0 1 0,-1 0 0,1 4 0,1-15-35,0 0 0,0 1 0,1-1 0,0 1 0,0-1 0,1 1 0,7-11 0,-3 5-396,1 1 1,0 0-1,1 0 1,1 1-1,16-15 0,-18 19-1031,-1 1 0,1 0 0,0 1-1,0 0 1,12-5 0,1 2-3581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9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 2017,'0'0'10663,"-10"7"-8976,-66 53 2120,75-59-3817,0-1 0,1 0 0,-1 1 1,1-1-1,-1 0 0,1 1 1,-1-1-1,1 1 0,-1-1 0,1 1 1,-1-1-1,1 1 0,-1 0 0,1-1 1,0 1-1,0-1 0,-1 1 1,1 0-1,0-1 0,0 1 0,-1 1 1,12 0-1018,21-11 451,-25 6 573,-5 2 29,0 0 1,1 0-1,-1 0 0,0 0 1,0-1-1,0 1 0,0-1 0,0 1 1,0-1-1,0 0 0,-1 1 1,1-1-1,2-4 1468,-5 28-1334,0-12-106,-2 39-1912,3-48 1505,0 0 0,0 0-1,0 1 1,0-1 0,1 0 0,-1 0 0,0 1-1,0-1 1,1 0 0,-1 0 0,1 0 0,-1 0 0,1 0-1,-1 1 1,1-1 0,0 0 0,0 0 0,-1 0-1,1-1 1,0 1 0,0 0 0,0 0 0,0 0 0,0-1-1,0 1 1,0 0 0,0-1 0,1 1 0,-1-1-1,2 1 1,12 0-4220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9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 6627,'0'0'6739,"-71"53"-3009,42-11-609,0 6-1632,1 3-160,7 2-257,2-3-560,5-4-448,2-4-64,3-6-272,4-8-432,-1-7-593,2-7-319,0-6-706,-1-5-1231,-3-3-9701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39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5442,'0'0'6326,"13"2"-3116,43 9-674,-6 1-1309,2-3 1,62 3-1,-104-12-1221,-7 1-2,1-1 1,-1 0-1,1 0 0,-1-1 0,1 1 1,0-1-1,-1 0 0,6-1 1,-8 1 5,0 0 0,0 0 0,0 0 1,0 0-1,0 0 0,0 0 1,0-1-1,0 1 0,0 0 0,0 0 1,-1-1-1,1 1 0,-1 0 1,1-1-1,-1 1 0,1-1 1,-1 1-1,0-1 0,0 1 0,1-1 1,-1 1-1,0-1 0,0 1 1,-1-3-1,1 3 37,0-1 1,0 0-1,-1 1 0,1-1 0,-1 0 1,1 1-1,-1-1 0,0 1 1,1-1-1,-1 1 0,0-1 1,0 1-1,0-1 0,0 1 1,0 0-1,0-1 0,-1 1 1,1 0-1,0 0 0,-1 0 1,1 0-1,0 0 0,-1 0 1,1 1-1,-1-1 0,0 0 1,1 1-1,-1-1 0,0 1 1,1-1-1,-1 1 0,0 0 1,1 0-1,-1 0 0,0 0 1,-2 0-1,0 0-17,-1 0-1,0 1 1,0-1 0,1 1-1,-1 0 1,0 0 0,1 0-1,-1 1 1,0-1 0,1 1-1,0 0 1,-7 5 0,7-4-18,0 1 1,0 0-1,0 0 0,1 0 1,0 0-1,0 0 0,0 1 1,1-1-1,-1 1 0,1 0 1,0 0-1,0 0 0,1 0 1,-1 0-1,1 0 0,0 0 1,1 1-1,-1-1 1,1 0-1,0 7 0,1-8-155,-1 0-1,1 0 0,0 0 1,0-1-1,0 1 1,0 0-1,1-1 0,-1 1 1,1-1-1,0 1 0,0-1 1,0 0-1,1 0 1,-1 0-1,1 0 0,-1 0 1,1 0-1,0-1 1,0 1-1,1-1 0,-1 0 1,0 0-1,1 0 1,-1-1-1,1 1 0,-1-1 1,8 2-1,4 0-1916,0-1 0,0-1-1,28-1 1,5-2-5314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0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523 1 4562,'0'0'8911,"-11"-1"-5384,-38 1-654,43 1-2709,1 1 0,0-1 0,0 1 0,0 0 0,1 1 1,-1-1-1,0 1 0,1 0 0,0 0 0,0 0 0,-1 0 0,2 1 0,-1 0 0,0 0 0,1 0 0,0 0 0,0 1 0,0-1 1,0 1-1,1-1 0,-2 7 0,3-11-218,1 1-1,0-1 1,0 1 0,-1-1 0,1 1-1,0-1 1,0 1 0,0-1 0,0 1 0,0-1-1,0 1 1,0 0 0,0-1 0,0 1 0,0-1-1,0 1 1,0-1 0,0 1 0,0-1 0,0 1-1,1 0 1,-1-1 0,0 1 0,0-1 0,1 1-1,-1-1 1,0 0 0,1 1 0,-1-1-1,0 1 1,1-1 0,-1 1 0,1-1 0,-1 0-1,0 1 1,1-1 0,0 1 0,2-1-16,-1 1 1,1 0 0,0-1 0,-1 0-1,1 1 1,-1-1 0,1 0-1,0-1 1,2 1 0,53-13-1588,-46 9 1115,-5 2 185,0 0-1,0 0 1,0-1 0,-1 0 0,1 0 0,-1-1 0,8-6 0,-14 10 565,-14 16 579,-3 11-386,1 1-1,1 1 1,1 0 0,2 1 0,-12 44-1,10-32-299,-1-1-1,-23 44 0,34-78-61,-1 0 0,1 0-1,-1 0 1,0-1 0,-1 1-1,1-1 1,-1-1 0,-1 1 0,1-1-1,-1 0 1,0 0 0,0-1-1,0 0 1,-13 5 0,14-7 34,1-1 0,-1 1 0,0-1 0,1 0 1,-1-1-1,0 0 0,0 0 0,0 0 0,0 0 0,1-1 1,-1 0-1,0 0 0,1 0 0,-1-1 0,1 0 1,-1 0-1,1-1 0,0 1 0,0-1 0,0 0 0,-6-5 1,-3-3-119,0 0 0,2-1 0,-1-1 0,2 0 0,-15-19 1,21 24-203,0 0 1,1 0 0,-1 0 0,2-1 0,-1 1 0,1-1 0,0 0-1,1 0 1,0 0 0,0 0 0,0-16 0,2 20-136,0 0 1,0 1 0,0-1 0,1 0-1,0 0 1,0 0 0,0 1-1,0-1 1,1 0 0,0 1-1,4-8 1,-3 7-388,1 1-1,-1 1 0,1-1 1,0 1-1,1-1 1,-1 1-1,0 0 1,1 1-1,0-1 1,8-3-1,22-9-4387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0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5699,'0'0'14510,"10"8"-12303,8 11-1157,-13-13-1004,0-1 0,0 1-1,1-1 1,-1-1 0,1 1-1,9 5 1,-11-9-484,0 1-1,0 0 1,0-1 0,0 0-1,0 0 1,1-1 0,-1 1-1,8-1 1,9 0-7440,-15 0 2126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0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378 1 5507,'0'0'13459,"-8"15"-11818,0-1-1235,-3 4 93,2 0-1,0 0 1,-11 34 0,-30 153 1099,35-130-2564,-45 129 0,59-201 979,0 0 0,0-1-1,0 1 1,0 0 0,-1-1-1,1 1 1,-1-1 0,1 1-1,-1-1 1,0 0-1,0 0 1,0 1 0,0-1-1,-1-1 1,1 1 0,0 0-1,-1-1 1,1 1 0,-1-1-1,0 0 1,1 1 0,-1-1-1,0-1 1,0 1-1,0 0 1,1-1 0,-1 1-1,0-1 1,0 0 0,0 0-1,0 0 1,0 0 0,0-1-1,0 1 1,0-1 0,1 0-1,-1 0 1,0 0-1,-4-2 1,1 0-76,0 0 0,0-1 1,0 1-1,1-1 0,-1-1 0,1 1 0,0-1 0,0 0 0,1 0 0,-1 0 1,1-1-1,0 1 0,1-1 0,-1 0 0,1 0 0,-3-8 0,1-7-4393,4 13-97,0 2-1410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2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1921,'0'0'14398,"8"0"-13069,42 1 183,-2 0-1768,58-5 1,-101 3-594,0 0 1,0 0 0,0 0 0,0-1 0,-1 0 0,1 0 0,8-6 0,4-4-4053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3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0 7652,'0'0'11354,"-1"8"-10519,-3 8-228,0-1 0,-1 0-1,0 0 1,-1-1 0,-15 26-1,-51 69 375,14-23-986,52-75 1474,5-3-5406,1-7 3619,0-1 0,1 1 0,-1-1 1,0 0-1,1 1 0,-1-1 0,0 0 0,1 0 1,-1 1-1,0-1 0,1 0 0,-1 0 0,1 1 1,-1-1-1,1 0 0,-1 0 0,1 0 0,-1 0 1,1 0-1,-1 0 0,0 0 0,1 0 0,-1 0 1,1 0-1,-1 0 0,1 0 0,-1 0 0,1 0 0,-1 0 1,1 0-1,-1-1 0,1 1 0,-1 0 0,0 0 1,1 0-1,-1-1 0,1 1 0,-1 0 0,0-1 1,1 1-1,13-8-4991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4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35 1569,'0'0'11450,"-4"7"-3500,-17 26-6085,18-30-1969,1 1 0,0-1-1,0 1 1,0 0-1,0 0 1,1 0 0,-1 0-1,1 0 1,0 0-1,0 0 1,1 0 0,-1 0-1,1 0 1,0 8-1,3-11-36,0 0 0,0-1-1,1 1 1,-1-1 0,0 0-1,0 0 1,6-1-1,-7 1 68,5-1 2,0-1 1,-1 1-1,1-1 1,-1 0 0,0 0-1,1-1 1,-1 0 0,0 0-1,-1 0 1,1-1 0,0 0-1,5-5 1,-7 6 63,0-1 0,-1 1 0,1-1 0,-1 1 0,0-1 0,0 0 0,0 0 0,-1-1 0,1 1-1,-1 0 1,0-1 0,0 0 0,-1 1 0,1-1 0,-1 0 0,0 0 0,0-5 0,-1 9 38,0 0 1,-1 0-1,1 0 0,0 0 0,-1 0 1,1 0-1,0 0 0,-1 0 0,1 1 1,-1-1-1,1 0 0,-1 0 1,0 0-1,1 1 0,-1-1 0,0 0 1,0 1-1,1-1 0,-1 0 0,0 1 1,0-1-1,0 1 0,0 0 1,0-1-1,0 1 0,0 0 0,0-1 1,0 1-1,0 0 0,-1 0 0,-32-3-755,34 3 717,0 0-482,12 3-2824,140 24 4536,-151-27-1090,0 1 1,0-1-1,0 0 0,0 0 1,0 1-1,0-1 0,0 1 1,-1-1-1,1 1 0,0-1 1,0 1-1,0-1 0,-1 1 1,1 0-1,0-1 0,-1 1 1,1 0-1,0 0 0,-1 0 1,1-1-1,-1 1 0,1 0 1,-1 0-1,0 0 0,1 0 1,-1 0-1,0 0 0,0 0 1,0 0-1,1 0 0,-1 1 1,-6 34 591,2-14-2073,74-47-2606,-27 4 6557,-41 30 326,13 26-5808,-13-32 2078,0 0 0,0 0 0,0-1 0,1 1 1,-1 0-1,1-1 0,-1 0 0,1 0 0,0 0 0,0 0 0,0 0 0,0 0 0,6 1 1,12 2-5066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4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511 15 5987,'0'0'14124,"-13"-2"-12796,-42-8-482,52 9-819,1 1-1,-1-1 1,0 1 0,0 0 0,0 0 0,1 0-1,-1 0 1,0 0 0,0 1 0,0-1 0,0 1-1,1 0 1,-1 0 0,0 0 0,1 0 0,-1 0 0,1 1-1,-1-1 1,1 1 0,0-1 0,0 1 0,-1 0-1,-1 3 1,1-2-237,1 1 0,0-1-1,0 1 1,1-1 0,-1 1 0,1 0 0,0 0-1,0 0 1,0 0 0,0 0 0,1 0 0,0 0-1,0 4 1,0-7 170,1-1 1,-1 1-1,1 0 0,-1-1 0,1 1 0,0-1 0,-1 1 1,1-1-1,0 1 0,0-1 0,-1 1 0,1-1 0,0 0 1,0 1-1,0-1 0,-1 0 0,1 0 0,0 0 0,0 0 1,0 1-1,0-1 0,-1 0 0,1-1 0,0 1 0,0 0 1,0 0-1,1 0 0,26-4-43,-18 0 2,-1-1 0,1 0 0,-1-1-1,-1 0 1,1 0 0,-1-1 0,0 0-1,9-10 1,-38 89 2779,1 0-1998,-14 100 1,-1 3-2489,33-166 1568,-1 0 0,0-1 1,0 1-1,-1 0 0,0-1 1,0 0-1,-1 0 0,0 0 1,-8 8-1,11-13 329,0-1 0,-1 0 0,1 0 0,0 0 0,-1 0 0,1-1-1,-1 1 1,0-1 0,0 0 0,1 1 0,-1-1 0,0 0 0,0-1 0,0 1 0,0-1 0,0 1 0,0-1 0,0 0 0,0 0 0,-1 0-1,1 0 1,0-1 0,0 1 0,0-1 0,0 0 0,0 1 0,1-1 0,-1-1 0,0 1 0,0 0 0,1-1 0,-4-2 0,-13-8 248,1-2 1,0 0-1,1-1 1,-27-29-1,-50-78-477,88 114-314,1-1-1,0 0 1,0 0 0,-7-20 0,11 26 70,1 1 0,-1-1 1,0 0-1,1 0 0,-1 0 1,1 0-1,0 0 0,0 0 1,0 0-1,0 0 0,1 0 1,-1 0-1,1 0 0,-1 0 1,1 0-1,0 0 0,1 1 1,-1-1-1,0 0 1,1 1-1,-1-1 0,3-2 1,21-17-4802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4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0 10661,'0'0'11504,"-2"17"-9746,-6 41 96,-3 0 0,-20 58 0,-23 26-2254,24-86-5189,29-55 5367,-4 5-3155,1-5-2527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5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5074,'0'0'6950,"12"0"-3415,114 6 2309,64 1-3457,-189-7-2361,0 0 0,0 0 0,0 0 0,0 0 0,0 0 0,0 0 1,-1-1-1,1 1 0,0 0 0,0 0 0,0-1 0,0 1 1,-1 0-1,1-1 0,0 1 0,0-1 0,-1 1 0,1-1 0,0 1 1,-1-1-1,1 1 0,0-1 0,-1 0 0,1 1 0,-1-1 1,1 0-1,-1 0 0,1 1 0,-1-1 0,0 0 0,1 0 0,-1 0 1,0 0-1,0 1 0,0-1 0,0 0 0,1 0 0,-1 0 0,0 0 1,0 0-1,-1 1 0,1-1 0,0 0 0,0 0 0,0 0 1,0 0-1,-1 0 0,1 1 0,-1-1 0,0-1 0,0 0-4,1 0-1,-1 0 0,0 0 0,0 0 0,-1 0 1,1 0-1,0 0 0,0 1 0,-1-1 1,1 1-1,-1-1 0,0 1 0,1-1 1,-1 1-1,0 0 0,0 0 0,0 0 0,0 0 1,0 0-1,0 1 0,-4-2 0,3 2-24,0 0 0,-1 1 0,1-1 0,0 1 0,0-1 0,0 1 0,0 0-1,0 1 1,0-1 0,0 0 0,0 1 0,0 0 0,1-1 0,-1 1 0,1 0 0,-1 0-1,1 1 1,0-1 0,0 0 0,0 1 0,0 0 0,0-1 0,0 1 0,1 0-1,-1 0 1,1 0 0,0 0 0,0 0 0,-1 3 0,-1 5-216,0 0-1,0 0 1,1 0-1,0 0 1,1 0-1,1 0 1,0 13 0,0-23 20,1 1 0,-1-1 1,0 0-1,1 0 1,-1 0-1,0 0 1,1 0-1,0 0 0,-1 1 1,1-1-1,0 0 1,-1-1-1,1 1 1,0 0-1,0 0 0,0 0 1,0 0-1,0-1 1,0 1-1,0 0 1,0-1-1,0 1 1,0-1-1,0 1 0,0-1 1,0 1-1,1-1 1,1 0-1,38 4-7363,-37-4 6198,26 0-7021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5.6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41 159 7700,'0'0'11458,"-6"12"-8817,-28 68 1337,35-93-3983,0-1 0,1 1 1,1-1-1,1 1 0,0 0 0,0 0 0,7-13 1,1 1-1108,1 0 1,25-34 0,-37 57 642,0 0 0,1 0 0,0 1 1,-1-1-1,1 0 0,0 1 0,0-1 0,0 1 0,3-2 0,12-1-9006,-4 4 1506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6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4866,'0'0'19484,"0"4"-18281,5 67-1859,13-89-857,-8 8 1216,1 0 0,0 1 0,1 0 0,0 1 0,0 0 0,0 1 0,1 0 0,20-6 0,-32 15 600,0 1 0,0 0 1,-1 0-1,1 0 0,0-1 1,-1 1-1,0 0 0,0 0 1,0 0-1,0 0 0,-1 3 0,1-3 94,-2 48 1524,2-50-1825,23-18-240,15-12-1118,48-26 0,-85 71 5886,0 21-3138,-1-30-1578,0 16-770,5-14-6022,5-8-1430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8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276 385 6227,'0'0'15151,"-26"0"-12337,19-1-2752,0 1 0,0 1-1,0-1 1,0 1 0,0 1 0,0-1-1,0 1 1,-6 3 0,11-4-123,-1 0-1,1 1 1,0-1 0,0 1 0,0-1 0,0 1 0,1 0 0,-1 0 0,0 0 0,1 0 0,-1 0 0,1 0 0,0 0 0,0 0 0,0 0 0,0 1 0,0-1-1,0 1 1,0-1 0,1 1 0,-1-1 0,1 1 0,0-1 0,0 1 0,0 3 0,0-5 26,1 1 0,-1-1 0,1 0 0,-1 0 0,1 0 0,-1-1 1,1 1-1,0 0 0,0 0 0,-1 0 0,1 0 0,0-1 0,0 1 0,0 0 0,0 0 0,0-1 0,0 1 1,0-1-1,0 1 0,0-1 0,0 0 0,0 1 0,0-1 0,0 0 0,0 0 0,0 1 0,0-1 0,0 0 0,1 0 1,-1 0-1,0 0 0,2-1 0,39-3 130,-35 2-161,-1 0 0,1-1 0,0 0 0,10-7 1,12-5-56,-28 15 142,-1 0 1,0 0 0,0 1 0,1-1-1,-1 0 1,0 1 0,1-1 0,-1 0-1,0 1 1,0-1 0,0 1 0,1-1-1,-1 0 1,0 1 0,0-1 0,0 1-1,0-1 1,0 0 0,0 1-1,0-1 1,0 1 0,0-1 0,0 0-1,0 1 1,0-1 0,0 1 0,0-1-1,0 1 1,0-1 0,-1 0 0,1 1-1,0 0 1,0 0 40,-5 27 241,-1 0 0,-1 0 0,-17 40 0,5-13-72,0 9-62,12-35-187,-2 0-1,-1-1 1,-1 0-1,-1-1 1,-18 29 0,30-54 71,-1 0-1,-1 0 1,1 0 0,0 0 0,0-1 0,-1 1 0,1 0 0,-1-1 0,1 1 0,-1-1 0,0 0 0,1 0 0,-1 1 0,0-1-1,0 0 1,0 0 0,0-1 0,0 1 0,0 0 0,0-1 0,0 1 0,0-1 0,0 0 0,0 1 0,-1-1 0,1 0 0,0 0-1,0-1 1,0 1 0,0 0 0,0-1 0,0 1 0,0-1 0,-2-1 0,-1 0 131,1-1 0,0 0-1,0 0 1,0-1 0,0 1 0,1-1 0,-1 0-1,1 0 1,0 0 0,0 0 0,0 0 0,-3-9 0,2 3-351,0 1 0,0-1 0,1 0 0,0 0 0,1-1 0,0 1 0,1 0 0,0-1 0,1 1 0,1-18 0,0 21-148,0 1 1,0-1 0,1 0-1,0 0 1,0 1-1,1-1 1,0 1-1,0 0 1,0 0 0,1 0-1,0 0 1,0 0-1,0 1 1,1 0-1,0 0 1,10-8 0,14-6-2085,1 1 1,1 1 0,0 2 0,35-12 0,18-8-1803,-81 33 4091,128-64-2982,-112 54 5061,-1 0-1,24-21 0,-34 17 14078,-16 18-8097,-1 5-11028,4-3 3091,1 0 0,-1 0 0,1 1 1,0 0-1,0-1 0,1 1 0,-1 1 0,1-1 0,0 0 1,0 1-1,1-1 0,0 1 0,0 0 0,0 0 0,1 0 0,0 0 1,-1 7-1,3-12-36,0-1 1,0 1-1,0-1 0,0 1 1,0-1-1,0 1 0,0-1 1,0 0-1,0 1 1,0-1-1,1 0 0,-1 0 1,0 0-1,0 0 1,0 0-1,0 0 0,2 0 1,23-1-147,-25 0 107,1 1 0,0-1 0,0 1 0,0-1 0,0 0 0,-1 1 1,1-1-1,0 0 0,-1 0 0,1 0 0,-1 0 0,1-1 0,-1 1 0,1 0 0,-1-1 1,0 1-1,0-1 0,2-2 0,-1 0-90,0 0-1,0 0 1,0 0 0,-1 0 0,0 0 0,0-1 0,0 1-1,0-6 1,0 5 44,-1 0 0,1-1 0,-1 1-1,-1-1 1,1 1 0,-1 0-1,0-1 1,0 1 0,-1 0 0,1 0-1,-1 0 1,0 0 0,-6-9 0,0 2-63,10 8-492,20 11-755,-6 0 1467,12 1-9,0-1 0,0-2-1,1 0 1,-1-2 0,35-1 2985,-88 1-957,19-1-2248,0-1 0,1 2 0,0-1 0,-1 0 0,1 1 0,0 0 0,-8 7 0,11-8 95,0 0-1,0 0 1,0 0-1,1 0 1,-1 0-1,1 1 1,0-1-1,-1 1 1,1-1-1,0 1 1,0-1-1,0 1 0,1 0 1,-1 0-1,1-1 1,0 1-1,-1 0 1,1 3-1,1-6 43,0 1 0,0-1 0,-1 1-1,1-1 1,0 1 0,0-1 0,-1 0-1,1 1 1,0-1 0,0 0 0,0 0-1,0 1 1,0-1 0,-1 0 0,1 0-1,0 0 1,0 0 0,0 0 0,0 0-1,1-1 1,21 0 8,-17 0 2,-1 0 1,1-1 0,-1 0 0,1 0 0,-1 0 0,0-1 0,0 0 0,0 0 0,0 0 0,-1 0 0,1-1 0,6-6 1908,-11 46-1956,-1-34 73,1-1-1,0 1 0,0-1 1,0 1-1,1-1 0,-1 1 1,0-1-1,0 1 0,1-1 1,-1 1-1,1-1 0,0 1 1,-1-1-1,1 0 0,0 1 0,0-1 1,-1 0-1,1 0 0,0 0 1,1 0-1,-1 1 0,1 0 1,0-1-30,0-1 1,0 1 0,-1-1 0,1 0-1,0 1 1,0-1 0,0 0 0,0 0 0,0 0-1,-1 0 1,1 0 0,0-1 0,0 1-1,0 0 1,-1-1 0,1 1 0,0-1 0,0 0-1,2-1 1,6-3-207,-1-1 0,1 0-1,-1 0 1,0-1 0,-1 0 0,10-10-1,43-54-1695,-53 62 1623,16-19-71,-1-1 1,-2-2-1,-1 0 0,-1 0 1,-2-2-1,18-45 1,-27 36 1674,-7 12 2879,-1 30-4087,0 0 0,0-1 1,-1 1-1,1-1 0,0 1 0,0-1 1,0 1-1,0-1 0,-1 1 0,1 0 1,0-1-1,0 1 0,-1 0 0,1-1 1,0 1-1,-1 0 0,1-1 1,0 1-1,-1 0 0,1 0 0,-1-1 1,1 1-1,-1 0 0,1 0 0,0 0 1,-1-1-1,1 1 0,-1 0 0,1 0 1,-1 0-1,1 0 0,-1 0 0,1 0 1,0 0-1,-1 0 0,1 0 1,-1 0-1,1 0 0,-1 1 0,1-1 1,-1 0-1,1 0 0,0 0 0,-1 0 1,1 1-1,-1-1 0,1 0 0,-1 1 1,-22 14 537,10 2-398,0 1 0,2 0 0,-1 0 0,2 1 0,-8 22 0,-35 106 193,46-126-372,-12 32-128,-13 41-333,21-33-2643,10-60 2901,1-1-1,0 1 0,0-1 0,0 1 0,0 0 1,0-1-1,0 1 0,0-1 0,0 1 0,0-1 1,0 1-1,0 0 0,1-1 0,-1 1 0,0-1 1,0 1-1,0-1 0,1 1 0,-1-1 0,0 1 1,1-1-1,-1 1 0,0-1 0,1 1 0,-1-1 1,1 1-1,-1-1 0,1 0 0,-1 1 0,1-1 1,-1 0-1,2 1 0,19-1-4549,-14-1 3386,20-4-5692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8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0 816,'0'0'20973,"-8"3"-19092,0-1-1587,-1 1 228,1 0 0,-1 0 1,0 1-1,-8 5 1,14-8-526,1 0 1,0 1-1,0-1 1,0 1-1,0-1 1,0 1-1,0 0 1,1 0-1,-1 0 1,1 0-1,-1 0 1,1 0-1,0 1 1,-1-1 0,1 0-1,0 1 1,1-1-1,-1 1 1,0-1-1,1 1 1,-1-1-1,1 4 1,0-2-385,1 0 0,-1 1-1,1-1 1,0 0 0,1 0 0,-1 0 0,1 0 0,3 6 0,-3-6 180,-1 0 1,1 0 0,0 0-1,-1 0 1,0 0 0,0 0-1,0 0 1,0 7 0,-1-9 244,-1-1 0,0 1 0,1-1 0,-1 0 0,0 1 0,1-1 0,-1 0 0,0 1 0,0-1 0,0 0 0,0 0 0,-1 0 1,1 0-1,0 0 0,0 0 0,-1 0 0,1 0 0,0-1 0,-1 1 0,1 0 0,0-1 0,-1 1 0,-2 0 0,-39 10 309,43-11-348,-62 7-3000,26-7-3549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49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232 555 8052,'0'0'4412,"-2"-14"-1792,0-22-1402,-18-149 2519,13 147-3478,0 4-495,1 0 0,2-1 0,1 1 0,3-65 0,1 97 198,-1-1 0,1 1 0,0 0 0,0 0 0,0 0 0,0 0 0,0-1-1,0 1 1,0 1 0,1-1 0,-1 0 0,1 0 0,0 0 0,-1 1 0,1-1 0,0 1 0,0-1 0,0 1 0,0 0 0,0 0-1,0 0 1,0 0 0,0 0 0,1 0 0,3 0 0,-4 0 21,1 1-1,-1-1 1,1 1 0,0-1 0,-1 1-1,1 0 1,-1 0 0,1 0 0,0 1-1,-1-1 1,1 0 0,-1 1 0,1 0-1,-1 0 1,1 0 0,-1 0-1,1 0 1,-1 0 0,0 0 0,0 1-1,0-1 1,3 4 0,-2-2 16,0 1 0,0 0 1,-1 0-1,1 0 0,-1 0 1,0 0-1,0 0 0,-1 1 1,1-1-1,-1 1 0,0-1 1,0 1-1,-1-1 0,1 1 1,-1 0-1,0-1 0,0 1 1,-1 0-1,1-1 0,-3 7 1,2-5-11,-1 0 0,0 0 0,-1 0 0,1-1 0,-1 1 0,-1-1 0,1 0 0,-1 0 0,1 0 0,-1 0 0,-1-1 0,1 1 0,-1-1 0,-9 6 0,-5 1 30,-1-1 0,0 0 0,-30 8 0,32-12 86,1 1-1,-1 0 1,1 1 0,1 1 0,-20 13-1,35-22-65,0 1 0,0 0-1,0 0 1,-1 0 0,1 0-1,0 0 1,0 0-1,0 0 1,1 0 0,-1 0-1,0 0 1,0 1 0,0-1-1,1 0 1,-1 1-1,1-1 1,-1 0 0,1 1-1,0-1 1,-1 3 0,1-3 6,1 0 0,-1 0 0,0 0 0,1 0 0,-1 0 0,1 0 1,0 0-1,-1 0 0,1 0 0,0 0 0,-1 0 0,1-1 1,0 1-1,0 0 0,0-1 0,0 1 0,0 0 0,0-1 0,0 1 1,1 0-1,6 2 215,-1-1 0,1 1 1,0-1-1,0 0 1,13 0-1,8 2-12,-1-2 0,0-2-1,1 0 1,-1-2 0,1-1 0,-1-1 0,0-2-1,40-12 1,-45 10-3525,-7 3-2690,0 2-2050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0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109 264 5907,'0'0'15479,"-12"3"-14663,-39 10 174,49-12-943,-1 0-1,0 0 1,1 0 0,-1 1 0,1-1-1,-1 1 1,1 0 0,0 0 0,-1 0-1,1 0 1,0 0 0,0 0 0,1 1-1,-1-1 1,0 1 0,1-1-1,-1 1 1,1 0 0,0-1 0,0 1-1,0 0 1,0 0 0,1 0 0,-1 0-1,1 0 1,0-1 0,-1 1 0,2 5-1,-1-7-58,0-1-1,0 0 1,1 1-1,-1-1 1,0 1-1,1-1 1,-1 0-1,0 1 1,1-1-1,-1 0 0,1 0 1,-1 1-1,1-1 1,-1 0-1,0 0 1,1 1-1,-1-1 1,1 0-1,-1 0 1,1 0-1,-1 0 1,1 0-1,-1 0 1,1 0-1,-1 0 1,1 0-1,-1 0 1,1 0-1,22 0-87,-17-1 88,-1 0-151,0 0-1,0 0 0,0 0 0,0-1 0,0 0 1,0 0-1,0-1 0,-1 1 0,1-1 1,-1 0-1,0 0 0,0 0 0,0-1 1,0 0-1,0 1 0,-1-1 0,0 0 0,1-1 1,-2 1-1,1-1 0,0 1 0,-1-1 1,0 0-1,0 0 0,0 0 0,-1 0 0,0 0 1,0 0-1,0 0 0,0-11 0,-2 15 148,1-1 1,-1 1-1,1 0 0,-1 0 0,0-1 0,0 1 0,0 0 0,0 0 1,1 0-1,-1 0 0,-1 0 0,1 0 0,0 0 0,0 0 0,0 0 0,0 1 1,-1-1-1,1 0 0,0 1 0,-1-1 0,1 1 0,0-1 0,-1 1 0,1 0 1,-1 0-1,1-1 0,-3 1 0,-3 0-1158,33-2-209,-6 0 1317,0-2-1,0-1 1,-1 0-1,1-1 1,27-14-1,90-51-798,-127 65 763,1 0 4,-4 3 144,0-1 1,0 1-1,0-1 1,-1 0-1,0-1 0,0 0 1,0 0-1,0 0 1,-1-1-1,0 1 0,6-10 1,-11 15 138,0-1 0,1 1 0,-1-1 1,0 1-1,0-1 0,0 1 0,1-1 0,-1 1 0,0-1 1,0 1-1,0-1 0,0 1 0,0-1 0,0 1 0,0-1 1,0 1-1,0-1 0,-1 1 0,1-1 0,0 1 0,0-1 1,0 1-1,-1-1 0,1 1 0,0-1 0,0 1 0,-1-1 1,1 1-1,-1-1 0,-16-5 1816,-22 10-1401,31-1-486,1 0 1,-1 1 0,1 0 0,0 0-1,0 0 1,1 1 0,-1 0 0,1 0-1,0 1 1,1 0 0,-1 0-1,1 0 1,0 1 0,-6 9 0,-1 5 220,1 0 1,0 1-1,-12 36 0,15-33-225,3-13-93,0 0 1,1 1 0,1-1 0,0 1 0,-1 22-1,4-35-147,20-10-923,1 1 1,30-9 0,-41 15-52,0 1 0,1 0 0,-1 1 1,12-1-1,-21 2 1091,0 0 0,-1 1 0,1-1 0,-1 0 0,1 0 0,-1 0 0,1 1 0,0-1 0,-1 0 0,1 1 0,-1-1 0,1 0 0,-1 1 0,1-1 0,-1 1 0,0-1 0,1 0 0,-1 1 0,1-1 0,-1 1 0,0-1 0,0 1 0,1 0 0,-1-1 0,0 1 0,0-1 0,0 1 0,1-1 0,-1 1 0,0 0 0,0-1 0,0 1 0,0 0 0,0-1 0,0 1 0,0-1 0,0 1 0,0 0 0,-1-1 0,1 1 0,0-1 0,0 1 0,-1-1 0,1 1 0,0 0 0,0-1 0,-1 1 0,0 2 186,0 0 0,0-1 0,0 1-1,-1 0 1,1-1 0,-1 1 0,0-1 0,1 1-1,-4 2 1,0-2 155,0 1 0,-1-1-1,0 0 1,0 0-1,0-1 1,0 1 0,0-1-1,0-1 1,-12 3 0,-58-1 1356,58-3-1754,17 0-149,34-11-7684,-29 10 6420,25-6-5483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0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 1 9316,'0'0'11579,"-8"15"-8879,-23 51-1494,27-56-998,1 1 1,0 0 0,1 0-1,0 0 1,1 0-1,0 0 1,1 20 0,-2 19-56,1-38-115,-10 63-76,10-70 17,0 0 0,-1-1 0,1 1 0,-1 0 0,0-1 0,0 0 0,0 1 1,-1-1-1,1 0 0,-1 0 0,0 0 0,-6 5 0,8-8 23,0 0 1,0 0 0,-1-1-1,1 1 1,0-1 0,-1 1-1,1-1 1,-1 1 0,1-1-1,0 1 1,-1-1 0,1 0-1,-1 0 1,1 0 0,-1 0-1,1 0 1,-1 0 0,1-1-1,-1 1 1,1 0 0,-1-1-1,1 1 1,0-1 0,-1 1-1,1-1 1,0 0-1,-1 1 1,1-1 0,0 0-1,0 0 1,0 0 0,-1 0-1,0-2 1,-4-4-36,0 0-1,0 0 0,1 0 1,-5-9-1,9 14 2,-5-9-180,0 1 0,1-1-1,1 0 1,0-1-1,0 1 1,1-1 0,1 1-1,-3-23 1,4-9-4368,6-2-5157,-1 17 220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0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6115,'0'0'13478,"6"-5"-13814,-2 5-1569,5 7-1889,1 1-2369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1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62 8308,'0'0'12472,"5"3"-11591,33 17 211,-36-19-1057,1 0-1,0 0 1,-1-1 0,1 1 0,0 0-1,-1-1 1,1 1 0,0-1 0,0 0 0,0 0-1,-1 0 1,1-1 0,0 1 0,0 0 0,4-3-1,-5 2-69,-1 0 0,-1 0 0,1 0 0,0 0 0,0-1 0,0 1 0,-1 0 0,1-1 0,-1 1 0,1-1 0,-1 1 0,1-1 1,-1 1-1,0-1 0,0 1 0,0-1 0,0 1 0,0-1 0,0-2 0,0 2-25,0-1 1,0 0 0,-1 1-1,1-1 1,0 1-1,-1-1 1,0 0 0,0 1-1,0-1 1,-2-3 0,1 3 103,-1 1 1,1 0 0,-1 0-1,1 0 1,-1 0 0,0 0 0,0 1-1,0 0 1,0-1 0,0 1-1,0 0 1,0 0 0,0 0-1,0 1 1,0-1 0,-1 1-1,1 0 1,0 0 0,0 0-1,-1 0 1,1 0 0,0 1 0,0 0-1,0-1 1,-1 1 0,1 0-1,0 1 1,0-1 0,0 0-1,1 1 1,-1 0 0,0 0-1,1 0 1,-1 0 0,1 0-1,-1 0 1,1 0 0,0 1-1,0-1 1,0 1 0,0 0 0,1 0-1,-1-1 1,1 1 0,-1 0-1,1 0 1,0 0 0,0 1-1,0-1 1,1 0 0,-1 5-1,1-4-93,1 0 0,-1-1-1,1 1 1,0 0 0,0 0 0,0-1-1,0 1 1,1 0 0,0-1-1,-1 1 1,1-1 0,0 0-1,1 0 1,-1 1 0,1-1-1,-1-1 1,1 1 0,0 0-1,0-1 1,0 1 0,0-1-1,1 0 1,-1 0 0,1-1-1,-1 1 1,6 1 0,-1 0-713,0 0 1,0-1 0,1 0-1,-1 0 1,9 0 0,-9-2-1007,1 0 0,-1 0-1,1-1 1,13-2 0,5-6-3690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1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 6243,'0'0'17512,"-6"0"-15882,0-1-1227,0 1 1,0 0-1,0 0 0,0 1 1,0 0-1,0 0 0,-11 4 1,15-5-378,0 1 1,0-1-1,0 1 1,0 0-1,0 0 1,1 0 0,-1 0-1,0 0 1,0 0-1,1 1 1,-1-1-1,1 0 1,0 1-1,-1-1 1,1 1 0,0 0-1,0-1 1,0 1-1,0 0 1,0 0-1,0 0 1,0 0-1,1 0 1,-1-1 0,1 1-1,-1 0 1,1 0-1,0 1 1,0-1-1,0 0 1,0 3 0,1-3-167,-1 0 1,1-1 0,0 1 0,0-1 0,0 0 0,0 1 0,0-1 0,0 0 0,0 1 0,1-1 0,-1 0 0,0 0 0,1 0-1,-1 0 1,1 0 0,-1 0 0,1 0 0,-1-1 0,1 1 0,0-1 0,-1 1 0,1-1 0,0 1 0,-1-1 0,1 0 0,0 0-1,1 0 1,5 1-944,-1-1 0,0 0-1,0 0 1,0 0 0,10-2-1,8-9-4654,1-7-2805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1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 12982,'0'0'5795,"-39"79"-1089,24-39-1777,3 0-1392,0-1-129,1-1-559,0-7-593,0-1-256,-1-5-16,2-3-576,0-6-577,3-6-560,-1-4-1072,-1-5-1425,1-1-3617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2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6563,'0'0'3642,"14"0"-241,207-4 5747,-220 5-9050,0-1 0,0 1 0,1 0-1,-1 0 1,0 0 0,0 0 0,0 0-1,-1 0 1,1 0 0,0 0-1,0 0 1,0 0 0,-1 0 0,1 0-1,-1 0 1,1 1 0,-1-1 0,1 0-1,-1 1 1,0-1 0,1 0-1,-1 0 1,0 1 0,0-1 0,0 0-1,0 1 1,0-1 0,-1 2 0,-1 43 1040,-8-33-4586,4-10-5657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2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11349,'0'0'11862,"-2"56"-11990,2-36-1089,0-4-1200,1 2-1185,2 0-3009,2-5-2625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2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72 9941,'0'0'17680,"-2"11"-16186,1-1-1231,-2 8 334,-1 37-1,29-59-1167,-15-1 527,-1-1-1,0 0 0,0-1 0,-1 0 1,1-1-1,-2 1 0,1-1 0,-1-1 1,0 0-1,-1 0 0,0 0 0,0 0 1,-1-1-1,0 0 0,-1 0 0,0-1 0,2-11 1,-10 38-4065,-4 17-5605,8-20 1833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2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85 5699,'0'0'16567,"8"-2"-15361,28-8-571,-34 10-592,-1-1 1,1 1-1,-1-1 0,0 1 0,1-1 1,-1 0-1,1 0 0,-1 1 0,0-1 1,0 0-1,0 0 0,1 0 0,-1 0 1,0-1-1,0 1 0,0 0 0,-1 0 1,1 0-1,0-1 0,0 1 1,-1-1-1,1 1 0,-1 0 0,1-1 1,-1 1-1,1-1 0,-1 1 0,0-1 1,0 1-1,0-1 0,0 0 0,0 1 1,0-1-1,0 1 0,-1-1 0,1 1 1,0-1-1,-1 1 0,1 0 1,-1-1-1,0 1 0,1-1 0,-1 1 1,0 0-1,0 0 0,0-1 0,0 1 1,0 0-1,0 0 0,-2-1 0,0 0 23,-1 0-1,1 1 0,-1 0 0,0 0 0,0 0 0,1 0 0,-1 0 0,0 1 1,0 0-1,0-1 0,0 2 0,0-1 0,0 0 0,1 1 0,-1 0 0,0-1 1,0 2-1,0-1 0,1 0 0,-1 1 0,1-1 0,-1 1 0,1 0 1,0 1-1,0-1 0,-1 0 0,2 1 0,-1 0 0,0-1 0,0 1 0,1 0 1,0 0-1,-1 1 0,1-1 0,1 0 0,-1 1 0,0 0 0,1-1 0,0 1 1,-1 0-1,1-1 0,1 1 0,-1 0 0,1 0 0,-1 7 0,1-8-170,0-1 0,0 1 0,0 0 0,0 0-1,1-1 1,-1 1 0,1 0 0,-1-1 0,1 1-1,0 0 1,0-1 0,0 1 0,0-1 0,1 0-1,2 5 1,-1-5-326,-1 1 0,1-1-1,0 0 1,0 0 0,0 0-1,0 0 1,1-1 0,-1 1-1,0-1 1,1 0 0,5 1-1,18 3-4984,1-5-3566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3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3 11845,'0'0'11795,"-12"0"-9036,0-1-1979,-49-1 1681,55 2-2331,0 1 0,0-1 1,0 1-1,1 0 0,-1 1 0,0-1 1,1 1-1,-1 0 0,-5 3 0,10-4-209,0 0 0,0 0 1,1 0-1,-1-1 0,0 1 0,0 0 0,1 0 0,-1 0 0,1 0 1,-1 0-1,1 0 0,-1 0 0,1 1 0,0-1 0,0 0 0,-1 0 0,1 0 1,0 0-1,0 0 0,0 0 0,0 1 0,0-1 0,0 0 0,1 0 1,-1 0-1,0 0 0,0 0 0,2 2 0,-1 0-290,0 1-1,0-1 1,1 0-1,-1 0 1,1 0 0,0 0-1,4 6 1,0-4-215,18 21-2159,-23-25 2667,0 0 0,0 0 0,0 0-1,0 0 1,0 1 0,0-1 0,-1 0 0,1 1-1,0-1 1,-1 0 0,1 1 0,-1-1 0,1 1-1,-1-1 1,0 1 0,0-1 0,0 3 0,-4-3 636,0 0 1,0 0-1,0 0 1,0-1-1,0 0 1,0 1 0,-7-2-1,4 1 214,-37 0 904,43 0-2166,13 0-7799,4 0 1391,4 0-2858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2:53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 9780,'0'0'22987,"-11"6"-22987,10-6 0,1 1 0,0 2 0,0-2-992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37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12 3858,'0'0'9401,"13"-12"-3595,-15 20-5748,0-1 0,0 1 0,-1-1 0,0 0 1,0 0-1,0 0 0,-1 0 0,0-1 0,-1 1 0,-6 7 0,-2 3 63,-33 51 310,10-17 225,-50 95-1,86-146-636,0 0 0,-1 1 0,1-1 0,0 0 0,-1 1 0,1-1 0,0 0 0,0 1 0,0-1 0,0 0-1,-1 1 1,1-1 0,0 1 0,0-1 0,0 0 0,0 1 0,0-1 0,0 1 0,0-1 0,0 0 0,0 1 0,0-1 0,0 1 0,0-1 0,0 0 0,0 1-1,1-1 1,-1 1 0,0-1 0,0 0 0,0 1 0,1-1 0,-1 0 0,0 1 0,0-1 0,1 0 0,-1 1 0,0-1 0,0 0 0,1 0 0,-1 1-1,1-1 1,21-2 737,30-20 366,-50 21-1061,5-3 40,1 1-1,1 0 0,-1 0 0,0 1 0,1 0 0,15-2 0,-8 4-5490,1 1-5808,-9-1 4878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37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11 3602,'0'0'13059,"-3"1"-12080,-1 0-855,1 1-1,0 0 0,-1 0 1,1 0-1,0 0 1,0 1-1,0-1 1,1 1-1,-1 0 0,1-1 1,-1 1-1,1 1 1,0-1-1,0 0 1,0 0-1,0 1 1,1-1-1,0 1 0,-1-1 1,1 1-1,0 0 1,1 0-1,-1-1 1,1 1-1,0 6 1,0-9-160,1 0 0,-1 0 0,1 0 0,-1-1 0,1 1 0,0 0 0,-1 0 0,1-1 0,0 1 0,0-1 0,-1 1 0,1-1 0,0 1 1,0-1-1,0 1 0,0-1 0,0 0 0,0 1 0,0-1 0,-1 0 0,1 0 0,0 0 0,0 1 0,0-1 0,0 0 0,0-1 0,0 1 1,0 0-1,0 0 0,0 0 0,0 0 0,1-1 0,1 0-14,0 1 0,0-1 0,-1 0 0,1 1 1,-1-1-1,1 0 0,0-1 0,-1 1 0,0 0 0,4-3 0,1-4 178,-3 4 22,0 0 0,0-1 0,-1 1 0,1-1 0,-1 1 0,0-1 0,0 0 0,0 0 0,-1-1 0,0 1 0,0 0 0,0-1 0,-1 1 0,1-9 0,-13 12 367,7 2-8228,11 0-2458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37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25 1985,'-1'-1'18661,"-10"0"-17876,2 5-680,1 0 0,0 0 1,1 1-1,-1 0 0,1 0 0,-1 1 0,2 0 0,-1 0 1,1 1-1,0-1 0,-8 12 0,14-18-152,-1 1 1,1 0-1,0 0 1,-1 0-1,1-1 1,0 1-1,0 0 1,-1 0-1,1 0 0,0 0 1,0 0-1,0 0 1,0-1-1,0 1 1,0 0-1,0 0 0,0 0 1,1 0-1,-1 0 1,0-1-1,1 1 1,-1 0-1,0 0 1,1 0-1,-1-1 0,1 1 1,0 1-1,0-1-9,0-1 0,1 1-1,-1 0 1,0 0 0,1-1-1,-1 1 1,0-1-1,1 1 1,-1-1 0,1 0-1,-1 1 1,1-1 0,-1 0-1,3 0 1,0 0 29,0 0 0,0-1 0,0 1 0,0-1 0,0 0 0,-1 0 0,1 0 0,0 0 0,0-1 0,-1 1 0,7-5 0,-7 3 119,0-1 0,0 1 0,-1-1 0,1 1 0,-1-1 0,0 0 0,0 0 0,0 0 0,0 0 0,-1 0 0,0-1 0,0 1 0,0 0 0,0-1-1,-1 1 1,1 0 0,-1-1 0,-1-7 0,1 11-140,-1 0 0,0 0 0,1-1 0,-1 1 0,0 0 0,1 0 0,-1 0 0,0 0 0,0 0 0,0 1 0,0-1 0,0 0 0,0 0 0,0 1 0,0-1 0,0 0 0,0 1 0,-1-1 0,1 1 0,0 0 0,0-1 0,-1 1 0,1 0 0,0 0 0,0-1 0,-1 1 0,1 0 0,-2 1 0,9-3-8203,14-1 4828,-12 2 1480,19-6-2102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38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91 656,'0'0'2999,"7"-11"141,3-2-1867,-5 7-508,-1 0 0,0 0 0,0 0-1,0 0 1,-1-1 0,4-9 0,-5 3 9327,-11 21-8153,-14 21-2386,4 1 739,2 1 1,0 0-1,3 1 0,0 1 1,2 0-1,-10 44 0,11-49-941,19-45-951,1 2 1346,1-1-1,1 2 0,0-1 0,0 2 0,19-18 1,-24 26 139,0 0 0,1 0 0,-1 1 0,1 0 0,0 0 0,0 0 0,0 1 0,0 0 1,1 1-1,-1-1 0,1 1 0,0 1 0,-1 0 0,15-1 0,-22 2 108,1 0 0,-1 0-1,0 0 1,1 1 0,-1-1 0,0 0-1,0 0 1,1 0 0,-1 0 0,0 1-1,0-1 1,0 0 0,1 0 0,-1 1-1,0-1 1,0 0 0,0 0 0,0 1-1,1-1 1,-1 0 0,0 1 0,0-1-1,0 0 1,0 0 0,0 1 0,0-1-1,0 0 1,0 1 0,0-1 0,0 0-1,0 1 1,0-1 0,0 0 0,0 1-1,0-1 1,0 0 0,0 0 0,0 1-1,-1-1 1,1 0 0,0 1 0,0-1-1,0 0 1,0 0 0,-1 1 0,1-1-1,0 0 1,-1 1 0,-11 14 237,-31-1 479,31-11-457,1 0 0,-1 1 0,1 0 0,0 1 0,0 1 0,1-1 0,-1 2 0,-10 8 0,20-14-243,0-1 0,1 1 0,-1-1-1,0 1 1,1 0 0,-1-1 0,0 1 0,1 0-1,-1-1 1,1 1 0,-1 0 0,1 0 0,0 0-1,-1 0 1,1 0 0,0-1 0,-1 1 0,1 0-1,0 0 1,0 0 0,0 0 0,0 0 0,0 0-1,0 0 1,0 1 0,1 0 8,0-1-1,-1 0 1,1 0 0,0 0-1,0 0 1,0 0 0,0 0-1,0-1 1,0 1 0,0 0-1,0 0 1,0-1 0,0 1-1,0-1 1,1 1 0,0 0-1,9 2 44,0 0 0,0-1 0,15 2 0,-19-3-118,46 3-2299,0-3-6030,-24-1-315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39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25 8324,'0'0'13422,"-5"7"-12024,1-1-1228,0 0 1,1 0-1,-1 0 0,2 0 0,-1 0 1,1 1-1,0-1 0,0 1 1,1 0-1,-1 0 0,1 13 1,1-19-182,1 0 1,-1-1 0,1 1 0,0 0 0,-1 0 0,1 0 0,0-1-1,-1 1 1,1 0 0,0-1 0,0 1 0,0-1 0,0 1 0,0-1-1,0 1 1,0-1 0,0 0 0,0 1 0,0-1 0,0 0 0,0 0 0,0 0-1,0 0 1,0 0 0,0 0 0,0 0 0,0 0 0,2 0 0,33-3-14,-33 2 9,1 0-1,-1 0 0,0 0 1,0-1-1,1 1 1,-1-1-1,0 0 1,0 0-1,0 0 1,-1 0-1,1-1 1,0 1-1,-1-1 1,0 1-1,1-1 1,-1 0-1,0 0 0,0 0 1,2-7-1,-3 9 22,0-1-1,-1 0 1,1 0-1,0 0 1,-1 0 0,0-1-1,1 1 1,-1 0-1,0 0 1,0 0-1,0 0 1,0 0-1,-1 0 1,1 0-1,0 0 1,-1 0-1,0 0 1,1 0-1,-1 0 1,0 0-1,0 0 1,0 0-1,0 0 1,0 1-1,-1-1 1,1 0-1,0 1 1,-1-1 0,1 1-1,-1 0 1,0-1-1,1 1 1,-1 0-1,-3-2 1,0 1-66,0-1 0,0 1 0,0 0 1,0 0-1,0 1 0,-1-1 0,1 1 1,-1 0-1,1 1 0,-1-1 0,1 1 1,-1 0-1,1 1 0,-12 1 0,17-1 2,-1-1 0,1 0 0,-1 0 0,1 1 1,-1-1-1,0 1 0,1-1 0,-1 0 0,1 1 0,0-1 0,-1 1 0,1-1 0,-1 1 0,1-1 0,0 1 0,-1 0 0,1-1 0,0 1 0,0-1 0,-1 1 0,1 0 0,0-1 0,0 1 0,0 0 1,0-1-1,0 1 0,0-1 0,0 1 0,0 0 0,0-1 0,0 1 0,0 0 0,0-1 0,1 1 0,-1 0 0,0-1 0,0 1 0,1-1 0,-1 1 0,0-1 0,1 1 0,0 0 0,0 2-161,1-1-1,0 0 1,0 0-1,0 0 1,0 0-1,0-1 0,0 1 1,0 0-1,3 1 1,6 1-346,1 1 0,-1-1 0,1-1 0,0 0 0,0-1 0,0 0 0,0 0 0,0-2 1,15 0-1,-8-1 454,0-1 0,0-1 0,0 0 0,0-2 0,20-7 0,-50 18 8644,-2 6-5480,10-9-3197,1 0 0,-1 0 1,1 0-1,0 0 0,0 0 0,0 1 0,1-1 0,-1 0 0,1 1 1,-1 0-1,1-1 0,0 1 0,1 0 0,-1 7 0,1-10 27,1-1-1,0 1 0,0 0 1,0-1-1,0 0 1,0 1-1,0-1 0,0 0 1,0 1-1,-1-1 1,1 0-1,0 0 1,1 0-1,-1 0 0,0 0 1,0 0-1,0 0 1,0 0-1,1 0 0,24-2-1137,-14-3 755,1 0 0,-1-1 0,0-1-1,0 1 1,0-2 0,-1 0 0,13-12-1,-24 27 6777,2 25-5240,-2-31-1290,0 0-1,0 0 1,0 0-1,0 0 1,0 0 0,1 1-1,-1-1 1,0 0-1,1 0 1,-1 0 0,1-1-1,-1 1 1,1 0-1,-1 0 1,1 0 0,-1 0-1,1 0 1,0 0-1,0-1 1,-1 1 0,1 0-1,0-1 1,1 2-1,15-1-3832,3-1-1894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39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 11925,'0'0'5350,"-9"11"-2240,-4 4-2360,2 1 0,0 1-1,1 0 1,1 1 0,-8 21-1,10-21-413,1 0 0,0 0 0,2 1 0,0 0 0,2 0 0,0 0-1,0 0 1,3 29 0,0-47-512,-1 0 0,1 0 1,0 0-1,-1 0 0,1 0 0,0 0 0,-1 0 0,1-1 1,0 1-1,0 0 0,0 0 0,0-1 0,0 1 0,-1-1 1,1 1-1,0-1 0,1 1 0,-1-1 0,0 0 0,0 1 1,0-1-1,0 0 0,0 0 0,0 0 0,0 0 0,0 0 0,0 0 1,1 0-1,0 0 0,35-5-9009,-18-4 141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39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14134,'0'0'6724,"74"16"-6724,-48-12-817,2 0-2144,2-4-2306,0 0-1055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0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 6243,'0'0'15618,"-10"0"-14028,5 1-1460,-2-1 152,0 0 0,1 1 0,-1 0 0,1 0-1,-1 0 1,1 1 0,0 0 0,-1 0 0,1 1 0,-7 4 0,13-7-370,0 0 1,-1 1 0,1-1 0,0 0 0,0 1 0,0-1 0,-1 0 0,1 1 0,0-1 0,0 1 0,0-1 0,0 0 0,0 1 0,0-1-1,0 1 1,0-1 0,0 0 0,0 1 0,0-1 0,0 1 0,0-1 0,0 0 0,0 1 0,0-1 0,1 1 0,-1-1 0,0 0 0,0 1-1,0-1 1,1 0 0,-1 1 0,0-1 0,0 0 0,1 1 0,-1-1 0,0 0 0,1 0 0,-1 1 0,16 13-1145,-14-11 844,-1-3 295,0 1 1,0 0-1,0-1 1,0 1-1,0 0 1,0 0-1,0 0 1,-1 0 0,1-1-1,0 1 1,-1 0-1,1 1 1,-1-1-1,1 0 1,-1 0-1,1 0 1,-1 0-1,0 0 1,0 0-1,1 0 1,-1 1-1,0-1 1,0 0-1,0 0 1,0 0-1,0 1 1,-1-1-1,1 0 1,0 1-1,-2 0 189,0 0 0,0 0 0,0 0 0,0 0 0,0-1 0,0 1 0,0-1 1,0 0-1,-1 1 0,-2 0 0,-18 13-1134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0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9332,'0'0'13238,"-28"49"-13238,28-45-656,0-2-1313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0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9236,'0'0'8340,"12"45"-13206,-4-28-2193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1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125 277 8052,'0'0'13355,"-12"-1"-10367,-39 0-1456,48 1-1491,0 1 0,0-1 0,1 0 0,-1 1 1,0 0-1,1 0 0,-1 0 0,0 0 1,1 0-1,0 0 0,-1 1 0,1-1 1,0 1-1,-1-1 0,1 1 0,0 0 1,0 0-1,0 0 0,1 0 0,-1 1 1,0-1-1,1 0 0,0 1 0,-1-1 0,1 1 1,0-1-1,0 1 0,0-1 0,1 1 1,-1 0-1,1-1 0,-1 1 0,1 0 1,0 3-1,1-6-148,0 1 0,0 0 0,0-1 0,0 1 0,0-1 0,1 1 0,-1-1 0,0 0 0,0 1 0,0-1 0,0 0 0,1 0 0,-1 0 1,0 0-1,0 0 0,0 0 0,1 0 0,0-1 0,27-2-657,-15-3 160,1-1 0,-1-1-1,-1 0 1,1-1 0,-2 0 0,1-1 0,15-16 0,-21 19 331,12-11-56,0 0 1,-1-1-1,-1-1 1,-1-1-1,-1-1 1,-1 0-1,-1-1 1,20-46 0,-28 53 2170,-7 12 2361,-7 13-510,0 3-4587,-171 246 5618,151-199-4620,27-54-371,0-1-1,1 0 1,0 0-1,0 0 0,0 1 1,1-1-1,0 1 1,0-1-1,0 0 0,0 1 1,0-1-1,2 7 1,-1-9 21,0-1 0,0 0 0,0 0 1,0 0-1,1 0 0,-1-1 0,0 1 1,0 0-1,0 0 0,1-1 1,-1 1-1,0-1 0,1 1 0,-1-1 1,1 0-1,-1 1 0,0-1 0,1 0 1,-1 0-1,1 0 0,-1 0 0,3 0 1,35-4-7408,-12-6-33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1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6259,'0'0'10108,"2"4"-8726,-1-1-1294,1-1-1,-1 0 1,1 0-1,-1 0 0,1 0 1,0-1-1,0 1 0,0 0 1,0-1-1,0 1 0,0-1 1,1 0-1,-1 0 0,0 0 1,1 0-1,-1 0 0,0 0 1,1 0-1,-1-1 0,1 0 1,0 1-1,-1-1 1,1 0-1,-1 0 0,1 0 1,-1 0-1,1-1 0,-1 1 1,1-1-1,3-1 0,-3 1-77,-1 0-1,1-1 0,0 1 0,-1-1 0,1 1 0,-1-1 1,1 0-1,-1 0 0,0 0 0,0 0 0,0-1 0,0 1 1,0 0-1,0-1 0,-1 0 0,3-4 0,-4 6 87,1 0-1,-1 0 0,1 0 1,-1 0-1,0 0 1,1 0-1,-1 0 0,0 0 1,0 0-1,0 0 1,0 0-1,0-1 0,0 1 1,0 0-1,0 0 1,0 0-1,-1 0 0,1 0 1,0 0-1,-1 0 1,1 0-1,-1 0 0,1 0 1,-1 0-1,1 0 1,-1 0-1,0 0 0,1 0 1,-1 0-1,0 0 1,0 1-1,0-1 0,0 0 1,0 1-1,0-1 1,1 1-1,-1-1 0,-1 1 1,1-1-1,0 1 0,0 0 1,0-1-1,0 1 1,0 0-1,0 0 0,-2 0 1,-3-2 340,1 1 1,-1 1 0,0-1-1,0 1 1,0 0-1,0 0 1,-10 2-1,15-2-350,-1 1 1,1-1-1,-1 1 0,1 0 0,-1-1 0,1 1 0,0 0 0,-1 0 0,1 0 0,0 0 1,-1 0-1,1 0 0,0 0 0,0 0 0,0 1 0,0-1 0,0 0 0,1 1 0,-1-1 1,0 1-1,0-1 0,1 1 0,-1-1 0,1 1 0,0-1 0,-1 1 0,1 0 1,0-1-1,0 1 0,0-1 0,0 3 0,0 0-121,0 0-1,0 0 1,0 0-1,1 0 1,-1 0-1,1 0 1,0 0-1,1 4 1,-1-7-95,0 1 1,0-1-1,0 0 0,0 0 1,0 1-1,1-1 1,-1 0-1,0 0 0,1 0 1,-1 0-1,0 0 1,1-1-1,-1 1 0,1 0 1,-1-1-1,1 1 0,-1-1 1,1 1-1,0-1 1,-1 0-1,1 1 0,3-1 1,71 0-7875,-19-5-1984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2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241 173 1249,'0'0'4892,"12"-6"-1655,-5 3-2651,38-19 2053,-41 20-2239,-1 0 0,0 0 0,0 0 0,0 0 0,-1-1 0,1 1 0,0-1 0,-1 0 0,0 1 0,0-1 0,0 0 0,0-1 0,2-3 0,-3 4-107,0 1 0,0-1 0,-1 0 0,1 0-1,-1 1 1,0-1 0,0 0 0,0 0 0,0 0 0,0 1 0,-1-1 0,1 0 0,-1 0 0,0 1-1,0-1 1,0 1 0,0-1 0,-2-3 0,1 3-141,0 0 0,-1 0 1,1 0-1,-1 0 0,0 0 0,0 1 0,0-1 1,0 1-1,0 0 0,-1 0 0,-6-4 1,6 4-160,-1 1 0,1-1 1,-1 0-1,1 1 1,-1 0-1,1 0 1,-1 1-1,1-1 0,-1 1 1,0 0-1,1 0 1,-1 1-1,0-1 1,1 1-1,-1 0 1,1 0-1,-1 0 0,1 1 1,-1 0-1,1 0 1,0 0-1,-5 3 1,1 3 2,0 1 1,0 0 0,0 0 0,1 1-1,1 0 1,0 0 0,0 0-1,1 1 1,0 0 0,-4 14 0,-3 16 87,-11 61 1,10-25-67,7-33-1293,-22 80 0,28-124 1164,0 1-1,0-1 0,0 1 1,0-1-1,-1 0 1,1 1-1,0-1 1,0 1-1,0-1 0,0 0 1,0 1-1,-1-1 1,1 1-1,0-1 1,0 0-1,0 1 0,-1-1 1,1 0-1,0 0 1,-1 1-1,1-1 1,0 0-1,-1 0 0,1 1 1,0-1-1,-1 0 1,1 0-1,0 0 0,-1 1 1,1-1-1,-1 0 1,1 0-1,0 0 1,-1 0-1,1 0 0,-1 0 1,0 0-1,-9-12-5997,0-6-1064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3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6675,'0'0'5859,"13"-2"-2316,121-5 3313,20-2-2897,-156 10-3886,-1 0-1,1 0 0,-1 0 1,1 1-1,0-1 0,0 1 0,0-1 1,-1 1-1,1 0 0,1-1 1,-1 1-1,0 0 0,0 0 1,1 1-1,-1-1 0,1 0 1,0 0-1,0 1 0,-2 3 1,1-2-214,1-1 1,0 1-1,-1-1 1,1 1-1,0 0 1,1 0 0,-1 0-1,1-1 1,-1 1-1,1 0 1,0 0 0,1 0-1,-1 0 1,1 0-1,1 6 1,-1-9 74,-1 0 0,1 0 0,0-1 0,0 1 0,0 0 0,0 0 0,0 0 0,0-1 0,0 1 0,0 0 1,0-1-1,0 1 0,0-1 0,0 0 0,0 1 0,0-1 0,1 0 0,-1 1 0,0-1 0,0 0 0,0 0 0,1 0 0,-1 0 0,0 0 0,0 0 0,1-1 0,0 1 0,1-1 35,-1 1-1,1 0 1,-1-1-1,0 0 1,1 1-1,-1-1 0,0 0 1,0 0-1,1 0 1,-1-1-1,0 1 0,2-2 1,-1-2-18,0 1 0,0-1 1,0 0-1,-1 1 0,0-1 0,0 0 1,-1 0-1,1 0 0,-1-1 0,1-7 1,0-56 584,-2 48 360,0 20-661,14 3-83,-4 5-117,-1 0 1,-1 1-1,1-1 0,-1 2 0,8 11 1,-3-5-66,-8-9 0,-1 0 0,0 0 1,0 1-1,0-1 1,-1 1-1,0-1 0,0 1 1,-1 0-1,0 1 1,1 7-1,4 8 852,-7-23-771,0 0 1,0 0-1,0 0 1,0 0 0,0 0-1,0 0 1,0 0-1,0 0 1,0 0-1,0 0 1,0 0-1,0 0 1,1 0 0,-1 0-1,0 0 1,0 0-1,0 0 1,0 0-1,0 0 1,0 0-1,0 0 1,0 0-1,0 0 1,0 0 0,1 0-1,-1 0 1,0 0-1,0 0 1,0 0-1,0 0 1,0 0-1,0 0 1,0 0 0,0 0-1,0 0 1,0 0-1,0 0 1,0 1-1,0-1 1,0 0-1,1 0 1,-1 0 0,0 0-1,0 0 1,0 0-1,0 0 1,0 0-1,0 0 1,0 0-1,0 0 1,0 1-1,0-1 1,0 0 0,0 0-1,0 0 1,0 0-1,0 0 1,0 0-1,0 0 1,0 0-1,-1 0 1,4-11 1268,0-28-1223,-3 25 233,1 7-268,0 0 0,0 0 0,0 0-1,1 0 1,0 0 0,5-12-1,-6 17-156,0 0 1,0 0-1,1 0 0,-1 0 0,1 0 0,-1 0 0,1 1 0,0-1 1,-1 1-1,1-1 0,0 1 0,0 0 0,0 0 0,0 0 0,0 0 1,0 0-1,0 0 0,1 0 0,-1 1 0,0-1 0,0 1 0,1 0 1,-1-1-1,4 1 0,-5 0-143,-1 0 1,0 1 0,1-1-1,-1 0 1,0 0 0,1 0-1,-1 0 1,1 0 0,-1 0-1,0 0 1,0 0-1,1 1 1,-1-1 0,0 0-1,1 0 1,-1 0 0,0 1-1,1-1 1,-1 0 0,0 1-1,0-1 1,0 0-1,1 0 1,-1 1 0,0-1-1,0 0 1,0 1 0,0-1-1,1 0 1,-1 1 0,0-1-1,0 0 1,0 1-1,2 8-8950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4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0 7139,'0'0'15207,"-3"1"-13761,-12 1-464,1 1 1,-27 10-1,36-12-902,1 1 1,-1 0-1,1 0 1,0 0-1,0 1 1,0-1-1,0 1 1,0 0-1,0 0 1,1 1 0,0-1-1,-1 1 1,-3 6-1,6-8-119,0 0 1,0 0-1,0 0 0,0 1 1,1-1-1,-1 0 0,1 0 1,0 1-1,-1-1 0,1 0 1,0 0-1,0 1 0,1-1 1,-1 0-1,0 0 0,1 1 1,-1-1-1,1 0 0,0 0 1,0 0-1,0 0 0,0 0 1,0 0-1,0 0 0,0 0 1,1 0-1,-1 0 0,1-1 1,-1 1-1,1-1 0,0 1 1,0-1-1,-1 1 0,1-1 1,0 0-1,0 0 0,0 0 1,5 1-1,-4 0 25,-1-1 1,1 0-1,0 0 0,0 0 0,0 0 0,1-1 1,-1 1-1,0-1 0,0 0 0,0 1 1,0-2-1,0 1 0,0 0 0,1-1 0,-1 1 1,0-1-1,0 0 0,0 0 0,0 0 1,-1 0-1,1-1 0,0 1 0,0-1 0,-1 1 1,1-1-1,-1 0 0,1 0 0,2-4 1,-1 0 112,0 0 0,0-1 0,-1 0 0,0 0 0,0 0 0,-1 0 0,1-1 1,-2 1-1,1 0 0,-1-1 0,0 1 0,0-15 0,-2 21-115,1 1 0,-1-1 0,1 0 0,-1 1 0,1-1 0,-1 0 0,1 1 0,-1-1 0,1 1 0,-1-1 0,1 1 0,-1-1 0,0 1 1,1 0-1,-1-1 0,0 1 0,0 0 0,1-1 0,-1 1 0,0 0 0,0 0 0,1 0 0,-1 0 0,0 0 0,0 0 0,0 0 0,1 0 0,-1 0 0,0 0 0,0 0 0,1 0 0,-3 1 0,1-1-500,-1 0 1,0 1-1,0-1 1,1 1-1,-1-1 0,0 1 1,1 0-1,-6 3 0,1 5-4072,5 1-2178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4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6867,'0'0'13316,"-1"13"-10451,-6 22-1492,-1 0 0,-1-1 1,-17 39-1,8-34-898,-8 16-330,14-18-3684,12-47-9976,2-6 7091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5955,'0'0'16154,"3"4"-14852,0 1-1004,0-1 1,-1 0-1,0 1 1,0 0 0,0-1-1,0 1 1,-1 0-1,0 0 1,0 0 0,1 5-1,0 58 2625,-2-53-2370,0-14-492,0-1 1,1 1-1,-1-1 0,0 1 0,0 0 0,0-1 0,0 1 1,0-1-1,0 1 0,0-1 0,0 1 0,0-1 1,0 1-1,-1-1 0,1 1 0,0-1 0,0 1 0,0-1 1,-1 1-1,1-1 0,0 1 0,-1-1 0,1 1 1,0-1-1,-1 1 0,1-1 0,-1 0 0,1 1 0,-1 0 1,-11-11-236,-8-26-6557,21 21-2900,6 7 483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4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 4882,'-2'11'4101,"-7"38"-711,-21 88 6464,26-123-9233,0 0 0,-2 0 0,1-1 1,-2 0-1,0 0 0,0 0 0,-15 18 0,21-31-660,1 0 0,0 0-1,0 1 1,0-1-1,0 0 1,0 0 0,-1 0-1,1 0 1,0 0-1,0 0 1,0 0 0,0 0-1,-1 0 1,1 0-1,0 0 1,0 0 0,0 0-1,0 0 1,-1 0-1,1 0 1,0 0 0,0 0-1,0 0 1,0 0-1,0 0 1,-1 0 0,1 0-1,0-1 1,0 1-1,0 0 1,0 0 0,0 0-1,-1 0 1,1 0-1,0 0 1,0 0 0,0-1-1,0 1 1,0 0-1,0 0 1,0 0 0,0 0-1,0 0 1,0-1-1,-1 1 1,1 0 0,0 0-1,0 0 1,0 0-1,0-1 1,0 1 0,0 0-1,0 0 1,0 0-1,0 0 1,0-1 0,0 1-1,1 0 1,-1 0-1,0 0 1,0 0 0,0-1-1,0 1 1,0 0-1,0 0 1,0 0 0,0-18-1413,0 16 1064,1-15-1400,0 1 0,1 0-1,0 0 1,2 0 0,0 0-1,7-17 1,3-1-2320,30-53-1,-18 42 2687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5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47 160,'6'-7'824,"1"1"-1,0 0 1,1 0-1,11-6 1,-16 11 200,0-1 1,1 1-1,-1 0 0,1 0 1,-1 0-1,1 0 0,-1 0 1,1 1-1,3 0 0,-6 0-657,0 1 1,-1 0-1,1 0 0,-1 0 0,1 0 0,-1 0 0,1 0 0,-1 0 0,0 0 0,1 0 0,-1 0 0,0 0 1,0 0-1,0 0 0,0 0 0,0 0 0,0 0 0,0 0 0,-1 2 0,-1 25 2520,0-21-2352,-1 0-1,0-1 1,-1 1-1,1-1 1,-1 0 0,0 0-1,-6 6 1,8-9-533,0 0 0,0-1 0,-1 1 0,1-1 0,-1 1 0,0-1 0,1 0 0,-1 0 0,0 0 0,-1 0 0,1-1 0,0 1 0,0-1 0,-1 0 0,1 0 0,-6 1 0,9-2-208,-1 0 0,1-1-1,0 1 1,-1 0-1,1 0 1,0-1 0,-1 1-1,1 0 1,0-1 0,0 1-1,-1 0 1,1-1-1,0 1 1,0 0 0,0-1-1,-1 1 1,1-1 0,0 1-1,0 0 1,0-1-1,0 1 1,0-1 0,0 1-1,0-1 1,0 1 0,0 0-1,0-1 1,0 1-1,0-1 1,0 1 0,0-1-1,0 1 1,0 0 0,0-1-1,1 1 1,-1-1-1,0 1 1,0 0 0,1-1-1,-1 1 1,0 0 0,1-1-1,9-19-6334,12 1-2831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5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21 9380,'0'0'18089,"-7"7"-17425,2-2-609,1 0 0,-1 0 0,1 0 0,0 1 1,0 0-1,1-1 0,-1 2 0,1-1 0,1 0 0,-1 0 0,1 1 1,0 0-1,1-1 0,-2 13 0,3-19-78,0 1 0,0-1 0,0 0 0,0 0 0,0 1 1,0-1-1,0 0 0,0 0 0,0 0 0,0 1 0,0-1 0,0 0 0,0 0 1,0 0-1,1 1 0,-1-1 0,0 0 0,0 0 0,0 0 0,0 1 0,0-1 0,1 0 1,-1 0-1,0 0 0,0 0 0,0 0 0,1 0 0,-1 1 0,0-1 0,0 0 0,0 0 1,1 0-1,-1 0 0,0 0 0,0 0 0,1 0 0,-1 0 0,0 0 0,1 0 1,12-4-370,10-9-54,-18 8 374,-1 1-1,1-1 1,-1 0 0,0-1-1,0 1 1,-1-1 0,0 1-1,0-1 1,0 0-1,-1 0 1,0-1 0,0 1-1,0 0 1,-1-1 0,1-9-1,-2 16 9,11 2-1729,-6 2 1782,0 1-1,0-1 0,-1 1 0,1 0 0,-1 1 0,0-1 1,-1 1-1,1 0 0,-1 0 0,0 0 0,3 12 1,9 13 435,-15-31-376,0 1 0,0-1 0,0 0 0,0 0 0,0 1 0,0-1 0,0 0 0,0 0 0,0 0 0,1 1 0,-1-1 0,0 0 0,0 0 0,0 0 0,0 1 0,0-1 0,0 0 0,1 0 0,-1 0 0,0 0 0,0 1 0,0-1 0,1 0 0,-1 0 0,0 0 0,0 0 0,0 0 0,1 0 0,-1 0 0,0 0 0,0 1 0,0-1 0,1 0 0,-1 0 0,0 0 0,0 0 0,1 0 0,-1 0 0,0 0 0,0-1 0,1 1-1,-1 0 1,0 0 0,0 0 0,0 0 0,1 0 0,-1 0 0,0 0 0,0 0 0,0 0 0,1-1 0,-1 1 0,0 0 0,0 0 0,0 0 0,0 0 0,1-1 0,-1 1 0,0 0 0,0 0 0,0 0 0,0-1 0,0 1 0,0 0 0,0 0 0,0 0 0,0-1 0,0 1 0,1-1 0,4-19 444,-5 17-330,5-19 122,-3 10-314,1-1 0,1 1 1,6-16-1,4 19-10983,-9 7 5523,5-2-5796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5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0 11797,'0'0'12982,"-65"87"-9588,45-51-1713,-2 2 111,2-1-671,4 0-1121,3-3 0,3-6 0,4-4 0,1-7 0,1-6-736,2-5-1858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6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3378,'0'0'10431,"13"0"-6485,106 3 4084,-118-4-7899,0 1 0,1 0 0,-1 0 1,1 0-1,-1 0 0,0 0 0,1 0 0,-1 1 0,1-1 0,-1 0 0,0 1 0,1-1 1,-1 1-1,0-1 0,0 1 0,1 0 0,-1-1 0,0 1 0,0 0 0,0 0 0,2 2 1,-2-1-43,-1 1 0,0-1-1,0 0 1,0 1 0,0-1 0,0 1 0,-1-1 0,1 0 0,-1 0 0,0 1 0,-1 2 0,0 4-442,2-9 280,-1 1-1,1 0 1,-1-1-1,1 1 1,0 0 0,0-1-1,-1 1 1,1 0-1,0 0 1,0-1-1,0 1 1,0 0 0,0 0-1,0-1 1,0 1-1,0 0 1,0 0-1,0-1 1,0 1-1,0 0 1,1 0 0,-1-1-1,0 1 1,0 0-1,1-1 1,-1 1-1,1 0 1,-1-1 0,1 1-1,-1 0 1,1-1-1,-1 1 1,1-1-1,-1 1 1,1-1 0,-1 1-1,1-1 1,0 0-1,-1 1 1,1-1-1,0 0 1,0 1 0,-1-1-1,1 0 1,0 0-1,-1 0 1,1 0-1,0 0 1,0 0 0,-1 0-1,1 0 1,0 0-1,0 0 1,0 0-1,-1 0 1,1 0 0,0 0-1,-1-1 1,1 1-1,1-1 1,5-1 62,0 0 0,0-1 1,0 0-1,-1-1 0,7-3 1,67-42 1007,-85 62 3928,1 20-5720,3-27 1068,0 0-840,-1 18-1827,4-13-5632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6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9412,'0'0'14591,"4"4"-13073,-1 2-1304,0-1 1,0 1-1,-1-1 1,1 1-1,-1 0 0,0 0 1,-1 0-1,0 0 0,0 1 1,0-1-1,0 0 1,-1 0-1,-1 13 0,1-19-102,6-24-731,-2 15 411,1 1-1,1 0 1,-1 1-1,1-1 1,13-11-1,-16 15 221,0 1 0,1 0-1,0 0 1,-1 1-1,1-1 1,0 1-1,0 0 1,0 0-1,0 0 1,1 0-1,-1 1 1,1-1 0,-1 1-1,6-1 1,-8 42 2602,-3-30-2420,1 15-1050,4-15-2596,4-6-3620,5-3-2458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7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 1201,'0'0'26156,"-54"67"-24284,49-57-959,3 0-385,-2-4-528,1-1 0,2-4-1088,1-18-12807,0-6-271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7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12278,'0'0'13526,"26"15"-13526,-20-8-785,3-4-1792,2-3-2817,4 0-4179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7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1473,'0'0'14967,"-55"90"-10549,33-52 560,0 0-2289,3 1-848,3-3-352,4-2-577,1-5-912,1-7 0,5-5 0,-2-7-496,2-4-689,-1-4-416,1-2-1088,-2 0-1377,2-12-2737,0-9-3874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7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6323,'0'0'8633,"14"5"-4241,128 41 3737,-140-45-7997,-1-1 1,0 1 0,1-1 0,-1 1 0,0 0 0,1 0-1,-1 0 1,0 0 0,0-1 0,0 2 0,0-1-1,0 0 1,0 0 0,0 0 0,0 0 0,0 1 0,0-1-1,-1 0 1,1 1 0,0-1 0,0 3 0,0 32 838,-1-19-1279,-2-16-383,1 0-1,0-1 0,-1 1 0,1 0 1,0-1-1,-1 1 0,1-1 1,-1 0-1,1 1 0,-1-1 1,1 0-1,-1 0 0,1 0 1,-1 0-1,1 0 0,-3 0 1,-3 0-10641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7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13350,'0'0'13446,"0"41"-13446,0-28-128,-8-1-1312,-2 1-1730,1 0-2737,2-6-6530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8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10229,'0'0'13008,"2"9"-11893,5 25-335,-6-32-746,0 0 0,0-1 1,0 1-1,0-1 0,1 0 1,-1 1-1,0-1 0,1 0 1,-1 1-1,1-1 0,-1 0 1,1 0-1,-1 0 0,1 0 1,0-1-1,-1 1 0,1 0 1,0-1-1,0 1 0,-1-1 1,1 0-1,0 1 0,0-1 1,0 0-1,0 0 0,-1 0 1,1-1-1,0 1 0,0 0 1,2-1-1,4 0-23,-4 1-86,-1-1 1,1 0 0,-1 0-1,1 0 1,-1 0 0,1-1 0,-1 1-1,0-1 1,0 0 0,0 0-1,0 0 1,0 0 0,0-1 0,0 1-1,-1-1 1,1 0 0,-1 0-1,0 0 1,0 0 0,0 0-1,0 0 1,0 0 0,-1-1 0,1 1-1,-1-1 1,0 1 0,0-1-1,-1 1 1,1-1 0,-1 0-1,1 1 1,-1-8 0,-1 10 95,1 0 0,-1 0 0,0 0 0,1 1 0,-1-1 0,0 0 0,1 0 0,-1 0 0,0 0-1,0 1 1,0-1 0,1 0 0,-1 1 0,0-1 0,0 1 0,0-1 0,0 1 0,0-1 0,0 1 0,0 0 0,-1 0 0,1-1 0,0 1 0,0 0 0,0 0 0,0 0 0,-2 0 0,-40 0 1385,33 0-464,8 0-845,1 1 1,-1-1 0,1 1 0,0-1 0,-1 1 0,1-1-1,0 1 1,0 0 0,-1-1 0,1 1 0,0 0 0,0 0 0,0 0-1,0 0 1,0 0 0,0 0 0,0 1 0,0-1 0,0 0-1,1 0 1,-1 1 0,1-1 0,-1 0 0,0 1 0,1-1-1,0 1 1,-1-1 0,1 0 0,0 1 0,0-1 0,0 1 0,0 1-1,-1 11-53,0 0 0,2 21 0,0-17-171,-1-16-37,0-1-1,0 0 1,0 0-1,0 0 1,0 1 0,0-1-1,0 0 1,1 0 0,-1 0-1,0 0 1,1 1-1,-1-1 1,1 0 0,-1 0-1,1 0 1,0 0-1,-1 0 1,1 0 0,0 0-1,0 0 1,0-1 0,0 1-1,0 0 1,-1 0-1,1-1 1,3 2 0,-1-1-951,1 0 0,0 0 1,0 0-1,-1-1 0,1 1 1,0-1-1,4 0 1,13 0-6906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43:48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9 5042,'0'0'21442,"-5"-1"-19510,-7-2-1313,-1 1 0,1 1 1,-1 0-1,1 1 0,-1 0 1,-23 4-1,35-4-681,-1 1-1,0 0 1,1 0 0,0 0 0,-1 0-1,1 0 1,-1 0 0,1 0-1,0 0 1,0 1 0,0-1-1,0 0 1,0 1 0,0-1 0,0 1-1,0 0 1,1-1 0,-1 1-1,0-1 1,1 1 0,-1 0-1,1-1 1,0 1 0,0 0 0,-1 2-1,1-2-271,0 1 0,0 0 0,0-1 0,0 1 0,0-1-1,1 1 1,-1 0 0,1-1 0,-1 1 0,1-1 0,0 1 0,0-1 0,0 1-1,0-1 1,3 4 0,11 8-1653,-11-12 1483,-1 1-1,1 1 1,-1-1 0,0 0 0,0 1-1,0-1 1,0 1 0,3 7-1,-9-4 7222,-7-2-4519,-13 2-2101,20-6 523,-23 5-103,1 0-1584,8-2-5651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29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1 138 2721,'0'0'9981,"5"-6"-8276,3-6-1013,14-16 3202,-8 11 356,4-15-3622,2-4-851,-14 30 861,-6 11 615,-1 8-1295,-14 170 546,15-182-508,1-1 0,-1 1 0,0-1 0,1 1 0,-1-1 0,0 1 0,1-1 0,-1 1 0,1-1 0,-1 1 0,1-1 0,-1 0 0,1 1 0,0-1 0,-1 0 0,1 1 0,-1-1 0,1 0 0,0 0 0,-1 0 0,1 1 0,-1-1 0,1 0 0,0 0 0,-1 0 0,1 0 0,0 0 0,-1 0 0,2 0 0,28-1-226,-20 1 140,-4-1 42,1 0 0,-1-1 0,0 1 0,0-1 0,0-1 0,0 1 0,-1-1 0,1 0 0,-1 0 0,1-1 0,-1 0-1,0 0 1,0 0 0,-1 0 0,1-1 0,4-6 0,5-6-38,0 0-1,-2-1 0,16-28 1,-19 34 1866,-9 24 1129,-1 3-3410,1 106 1491,0-120-1065,0 1 0,0-1 0,0 0 0,0 0 1,1 1-1,-1-1 0,0 0 0,1 0 0,-1 1 0,0-1 0,1 0 0,-1 0 0,1 0 0,0 0 0,-1 0 0,1 0 0,0 0 0,0 0 1,0 0-1,0 0 0,-1 0 0,1 0 0,0 0 0,1-1 0,-1 1 0,0 0 0,1 0 0,10 2-4426,1-2-4483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29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3762,'0'0'16012,"8"1"-14379,29 3-51,-36-4-1467,1 1 1,-1 0-1,1 0 0,-1-1 1,0 1-1,1 0 0,-1 0 0,0 0 1,0 0-1,0 0 0,0 1 0,0-1 1,0 0-1,0 0 0,0 1 1,0-1-1,0 0 0,-1 1 0,1-1 1,-1 1-1,2 2 0,3 33 1366,-4-32-1259,1 65 1110,-2-69-1407,2-2-26,0 0 1,-1 0-1,1 0 1,0 0-1,0-1 1,-1 1-1,1 0 1,0-1-1,-1 1 1,1-1-1,-1 0 0,2-2 1,3-4-140,72-66-953,-68 65 1081,1 0-1,0 1 1,1 1-1,-1 0 1,25-10-1,-36 17 184,1 0 0,-1-1 0,0 1 0,1 0 0,-1 0 0,0 0 0,1 0 0,-1 0 0,0 0 0,1 0 0,-1 0 0,0 0 0,1 1 0,-1-1 0,0 0-1,1 0 1,-1 0 0,0 0 0,1 0 0,-1 0 0,0 1 0,0-1 0,1 0 0,-1 0 0,0 1 0,0-1 0,1 0 0,-1 0 0,0 1 0,0-1 0,0 0 0,1 0 0,-1 1 0,0-1 0,0 1 0,5 19 1050,-5 32-649,-1-38-50,2-11-608,-1-1-1,1 1 1,0 0-1,-1 0 1,1-1-1,1 1 1,-1-1-1,0 1 1,1-1-1,-1 1 1,1-1-1,-1 0 1,1 1-1,0-1 1,0 0-1,0 0 1,1-1-1,-1 1 1,4 2-1,24 12-4999,-1-10-4026,-10-5 709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29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10517,'0'0'10122,"0"17"-7700,-1-1-1911,0 10 642,-2 1 0,-7 38 0,6-46-680,-40 189 3066,25-68-7940,19-134 3421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0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97 720,'0'0'10488,"17"-15"-7095,55-48-189,-70 61-2978,1 0 0,-1 0 0,1 0 0,-1 1 0,1-1 0,0 1 0,0 0 0,0 0 0,0 0 0,0 0 0,0 0 0,0 1 0,0-1 0,0 1-1,0 0 1,3 0 0,-3 0-36,-1 1 0,0 0 0,1-1 0,-1 1 0,0 0 0,0 0 0,0 0 0,0 1 0,0-1 0,0 0 0,0 1 0,0-1-1,-1 1 1,1 0 0,2 3 0,1 2 232,-1 1 0,0-1-1,0 1 1,-1 0-1,0 0 1,-1 0 0,4 16-1,-5-18-289,0 0 0,0 1 0,0-1 0,-1 1 0,0-1 0,0 1 0,-1-1 0,0 0 0,0 1 0,0-1 0,-1 0 0,-2 7 0,2-10-100,0 0 0,0 0-1,0 0 1,0-1-1,0 1 1,0 0-1,-1-1 1,0 0-1,1 0 1,-1 0-1,0 0 1,0 0-1,0 0 1,0-1-1,0 1 1,-1-1 0,1 0-1,0 0 1,-1 0-1,1-1 1,0 1-1,-1-1 1,-6 0-1,-28 1-1239,23-1-2501,23-9-4633,16-5 722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1 132 6131,'0'0'18037,"1"13"-16156,5 88 1553,-6-100-3367,0-15-153,1 3-97,0 0-1,0-1 1,1 1-1,0 0 1,1 0 0,0 0-1,1 0 1,0 1-1,1 0 1,0-1 0,1 2-1,0-1 1,0 1-1,1-1 1,10-9-1,-11 12-23,-1 0-1,1 1 1,1 0-1,-1 1 0,15-10 1,-19 13-79,0 1 0,0 0 0,0 0 1,0 0-1,1 1 0,-1-1 0,0 0 1,0 1-1,1-1 0,-1 1 0,0 0 0,1 0 1,-1 0-1,0 0 0,1 0 0,-1 1 1,0-1-1,1 1 0,-1-1 0,0 1 1,0 0-1,0 0 0,1 0 0,-1 0 1,0 0-1,3 3 0,28 24-9649,-14-14 2990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0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 6787,'0'0'16989,"-12"13"-15847,-38 41-491,48-52-623,-1 1 0,1 0 0,0 1 0,0-1 0,0 0 0,0 1 0,0-1 0,1 1 0,-1-1 0,0 7 0,1-8-32,1 0-1,0 0 1,0 0 0,0 0 0,0 0 0,0 0 0,1 0 0,-1 0-1,0 0 1,1 0 0,0 0 0,-1 0 0,1 0 0,2 3 0,-1-2-32,0-1 0,0 1 0,0-1 0,0 0 0,0 0 0,1 0 0,-1 0 0,1 0 1,0-1-1,-1 1 0,1-1 0,0 0 0,0 1 0,0-1 0,0-1 0,0 1 0,0 0 1,0-1-1,4 1 0,-5-1-8,1 1 0,0-1 0,0 0 0,0 0 0,0 0 0,-1 0 1,1 0-1,0-1 0,0 0 0,0 1 0,-1-1 0,1 0 0,0 0 0,-1 0 1,1-1-1,-1 1 0,1-1 0,-1 1 0,0-1 0,1 0 0,-1 0 0,0 0 0,0 0 1,0 0-1,-1 0 0,1-1 0,0 1 0,-1 0 0,0-1 0,1 0 0,-1 1 0,0-1 1,0 0-1,-1 1 0,1-1 0,-1 0 0,1 0 0,-1 0 0,0-3 0,1-1 110,0 0 0,-1 0-1,0 0 1,-1 0-1,1 0 1,-1 0 0,-3-10-1,2 13 34,1 1-1,-1-1 1,-1 0-1,1 1 1,0-1 0,-1 1-1,0 0 1,0 0-1,0 0 1,0 0-1,0 0 1,0 1 0,-6-4-1,10 9-4766,8 14-129,12-6-881,6-1-551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1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388 20 768,'0'0'20834,"-5"-3"-18929,1 0-1674,1 1 0,0 0 0,-1 1 0,0-1-1,1 1 1,-1 0 0,0-1 0,0 2 0,0-1 0,0 0 0,-4 1 0,7 0-214,-1 0-1,0 0 1,1 0 0,-1 0-1,1 0 1,-1 1 0,1-1-1,-1 1 1,1-1 0,-1 1-1,1-1 1,-1 1 0,1 0-1,0 0 1,-1 0 0,1 0 0,0 0-1,0 0 1,0 0 0,0 0-1,0 0 1,0 1 0,0-1-1,0 0 1,0 1 0,0-1-1,1 0 1,-1 1 0,1-1-1,-1 1 1,1-1 0,-1 1-1,1 0 1,0-1 0,0 1-1,0 2 1,-1 1-41,1 2-196,-1-1 1,1 1-1,0 0 0,2 12 0,-2-18 149,0 0 1,0 0-1,1 0 1,-1 0-1,0 0 0,1-1 1,-1 1-1,0 0 1,1 0-1,-1 0 0,1-1 1,-1 1-1,1 0 1,-1-1-1,1 1 1,0 0-1,-1-1 0,1 1 1,0-1-1,0 1 1,-1-1-1,1 1 0,0-1 1,0 0-1,0 1 1,0-1-1,-1 0 1,1 0-1,0 1 0,0-1 1,0 0-1,0 0 1,0 0-1,0 0 0,0 0 1,-1 0-1,1-1 1,0 1-1,0 0 0,0 0 1,0-1-1,0 1 1,-1 0-1,1-1 1,1 0-1,3-2-2,0 0 1,1-1-1,-2 0 1,1 0-1,0 0 0,-1 0 1,7-10-1,12-9-5,-18 18 216,11-8-511,-16 13 407,0 0 0,0 0 0,1-1 1,-1 1-1,0 0 0,0 0 0,0 0 0,0 0 1,1 0-1,-1 0 0,0 0 0,0-1 0,0 1 0,1 0 1,-1 0-1,0 0 0,0 0 0,0 0 0,1 0 1,-1 0-1,0 0 0,0 0 0,1 0 0,-1 0 0,0 0 1,0 0-1,0 0 0,1 1 0,-1-1 0,0 0 0,0 0 1,0 0-1,0 0 0,1 0 0,-1 0 0,0 0 1,0 1-1,0-1 0,0 0 0,1 0 0,-1 0 0,0 0 1,0 0-1,0 1 0,0-1 0,0 0 0,0 0 1,0 0-1,0 1 0,1-1 0,-1 0 0,0 0 0,0 0 1,0 1-1,0-1 0,0 0 0,0 0 0,0 1 1,0-1-1,0 0 0,0 0 0,-1 1 0,3 89 1166,-5 111 265,1-174-1365,-1-1 1,-2 1-1,0-1 0,-2 0 0,-14 35 0,19-55-95,-1 1-1,-1 0 1,1-1 0,-1 1 0,-1-1 0,1 0 0,-1 0 0,0-1 0,0 0-1,-1 1 1,1-2 0,-1 1 0,-7 3 0,5-3 100,0-2 1,0 1 0,-1-1-1,1-1 1,-1 1 0,0-1-1,0-1 1,0 0-1,0 0 1,-11-1 0,6 1 121,0-2 1,0 0-1,1 0 1,-1-1 0,1-1-1,-20-6 1,28 7-224,0-1 0,-1 1 0,1-1 0,1 0 1,-1 0-1,0-1 0,1 1 0,0-1 0,0 0 1,0 0-1,0-1 0,0 1 0,1-1 0,0 0 1,0 1-1,0-2 0,1 1 0,-4-9 0,4 4-294,-1 0 0,1 0 0,0 0-1,1-1 1,0 1 0,1-1-1,2-19 1,-2 23-81,1 0 0,1 0 0,-1 0 0,1 0 0,0 1 0,1-1 0,-1 1 1,1-1-1,1 1 0,-1 0 0,1 0 0,7-8 0,5 0-1731,1 0 1,0 1 0,1 1-1,0 0 1,26-10-1,6-3-4223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1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1 166 288,'0'0'20191,"12"6"-18206,36 19-89,-47-24-1790,0-1 0,0 1 0,0 0 1,1 0-1,-1 0 0,0 0 0,-1 0 0,1 0 0,0 0 0,0 0 0,0 0 0,0 0 0,-1 0 0,1 1 0,-1-1 0,1 0 0,-1 0 0,1 1 0,-1-1 0,0 0 0,0 1 0,1-1 0,-1 0 0,0 1 0,0-1 0,0 1 0,-1-1 0,1 0 0,0 2 0,-1 5 1801,1-14-1352,0-11-453,0 1 1,2 0-1,0-1 0,0 1 0,2 0 1,6-20-1,-8 31-143,0-1 1,1 0 0,0 1-1,0-1 1,0 1-1,1 0 1,-1 0-1,1 0 1,1 1-1,-1-1 1,1 1 0,-1 0-1,1 0 1,0 1-1,1-1 1,-1 1-1,1 0 1,-1 1 0,1-1-1,8-1 1,-1 1-1092,0 0 0,1 1 0,21 0 0,16 2-6303,-22 1-363,-8-1-1335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2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1409,'0'0'20204,"-12"7"-18340,5-3-1601,-5 3 267,1 1 0,-1 0 0,1 1 0,1 0 0,0 0 0,-11 13 0,18-18-487,-1-1 1,1 2-1,0-1 0,0 0 0,0 1 1,1-1-1,-1 1 0,1 0 1,0 0-1,1 0 0,-1 0 1,1 0-1,0 0 0,0 0 1,1 0-1,-1 8 0,2-12-102,1 0 0,-1-1 0,1 1 0,-1 0 0,1-1 0,0 1 0,-1-1 0,1 0 0,0 1 0,-1-1 0,1 0 0,0 0 0,-1 0 0,1 0 0,0 0 0,-1 0 0,3-1 0,0 1-98,1-1 53,0 0 0,0-1 1,0 1-1,-1-1 0,1 0 0,-1 0 0,1-1 1,-1 1-1,0-1 0,0 0 0,0 0 0,0 0 1,-1 0-1,1-1 0,-1 0 0,0 1 1,0-1-1,0-1 0,-1 1 0,5-9 0,-5 42 4889,13 16-4096,-12-39-1294,0-1-1,0 0 0,0 0 0,0 0 0,1 0 0,7 7 1,-9-10-21,0-1 1,1 1 0,-1 0-1,0-1 1,1 1 0,-1-1-1,1 0 1,-1 1 0,1-1-1,0-1 1,-1 1 0,1 0-1,0-1 1,0 1 0,4-1-1,11 0-8650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2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9828,'0'0'17891,"3"13"-16234,3 7-1130,-3-12-287,-1 0 0,0 0 1,0 0-1,-1 1 0,0-1 1,0 1-1,-1 10 0,0-18-189,4-9-326,2-5-211,0 1 0,1 1 0,1-1 0,0 1 0,17-18 0,-19 23 222,0 0 1,0 1 0,1 0 0,-1 0 0,1 0 0,0 1-1,0 0 1,1 1 0,-1 0 0,1 0 0,9-2-1,-16 5 359,-1 0-1,1 1 1,0-1-1,-1 1 1,1-1-1,-1 1 0,1-1 1,-1 1-1,1-1 1,-1 1-1,1-1 1,-1 1-1,1 0 1,-1-1-1,0 1 0,1 0 1,-1-1-1,0 1 1,0 0-1,1-1 1,-1 1-1,0 0 1,0 0-1,0-1 1,0 1-1,0 0 0,0 0 1,0-1-1,0 1 1,0 0-1,-1 0 1,1 37 1204,0-30-1024,0-8-291,0 0 0,0 1 0,0-1 0,0 0 0,0 1 0,0-1 0,0 0 1,0 0-1,0 1 0,0-1 0,0 0 0,1 0 0,-1 1 0,0-1 0,0 0 0,0 0 0,0 1 0,0-1 0,1 0 0,-1 0 0,0 0 0,0 1 0,0-1 0,1 0 0,-1 0 0,0 0 0,0 0 0,1 0 0,-1 1 1,0-1-1,0 0 0,1 0 0,-1 0 0,0 0 0,0 0 0,1 0 0,-1 0 0,15-3-253,17-14 100,-28 14 71,22-12-187,-16 9 236,0 0 0,0 0 0,0 1 0,0 1 0,1-1 0,0 2 0,13-4 0,-23 41 3629,-1-29-3921,1 13 1840,0-14-5672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3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4562,'0'0'22594,"5"8"-21078,-1-1-1309,-1-1 0,1 1-1,-2-1 1,1 1 0,-1 0 0,0 0 0,0 1 0,-1-1 0,0 0 0,0 11 0,-1 45-234,13-76-958,7-8 488,1 1 0,2 1 0,0 0 0,0 2 0,2 1 0,43-22 0,-68 38 683,1 1 1,-1-1-1,0 0 0,1 1 0,-1-1 0,1 0 0,-1 1 0,0-1 0,1 1 0,-1-1 0,0 0 0,0 1 0,1-1 0,-1 1 0,0-1 0,0 1 0,0-1 0,0 1 0,1-1 0,-1 1 0,0-1 0,0 1 0,0-1 0,0 1 0,0-1 0,0 1 0,0-1 0,-1 2 1,3 28 426,-1-11-312,0-18-301,-1 0 0,1 0 0,0 0 0,-1 0 0,1 0 0,0 0 0,0 0 0,0 0 0,0 0 0,-1 0 0,1-1 0,0 1 0,1 0 0,-1-1 0,0 1 0,0-1 0,0 1 0,0-1 0,0 1 0,1-1 0,-1 0 0,0 1 0,0-1 0,1 0 0,-1 0 0,0 0 0,0 0 0,1 0 0,-1 0 0,0 0 0,0-1 0,1 1 0,1-1 0,42-12 0,-32 8-4,90-36-2004,-102 40 2286,4 9 1456,-5 2-1768,3 38-1118,6-28-2176,-8-19 2804,0 1 1,0-1 0,1 0 0,-1 0 0,0 0 0,0 0 0,0 0 0,1-1 0,-1 1 0,1 0 0,-1-1 0,3 2-1,9-1-7370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6067,'0'0'16738,"16"5"-15153,-2-1-1402,17 6 381,0-2 0,41 6 0,-71-14-564,26 2-127,-26-2 101,0 0 0,-1 0-1,1 0 1,0 0 0,0 0 0,-1 0 0,1 0 0,0 0 0,-1 0-1,1 0 1,0 0 0,0-1 0,-1 1 0,1 0 0,0 0 0,-1-1-1,1 1 1,0 0 0,-1-1 0,1 1 0,-1-1 0,1 1-1,0-1 1,-1 1 0,1-1 0,-1 1 0,0-1 0,1 0 0,0-5 19,-1 1 1,-1 0-1,1-1 1,-1 1 0,1 0-1,-2-1 1,1 1-1,0 0 1,-4-6 0,4 9 119,0 0 0,-1 0 0,0 0 0,1 1 0,-1-1 0,0 0 0,0 1 0,0-1 0,0 1 0,0 0 0,0 0 0,0 0 0,0 0 0,-1 0 0,1 0 0,0 1 0,0-1 1,-1 1-1,1-1 0,-1 1 0,1 0 0,0 0 0,-5 0 0,6 0-76,0 0 0,0 1 0,0-1 0,1 0 0,-1 0 0,0 0 0,0 1 0,0-1 0,1 0 0,-1 1 0,0-1 1,1 0-1,-1 1 0,0-1 0,1 1 0,-1 0 0,1-1 0,-1 1 0,0-1 0,1 1 0,-1 0 0,1-1 0,0 1 0,-1 0 0,1-1 0,0 1 0,-1 0 0,1 1 0,-4 31-481,5-26-30,0 1 0,0 0 0,0-1-1,1 1 1,0-1 0,5 11 0,-2-11-503,-1 0 1,1-1 0,0 0 0,0 0 0,1 0 0,0-1 0,7 6 0,19 11-6038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4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181 372 3554,'0'0'23301,"-7"-10"-22012,-26-33-166,31 42-1066,1-1 0,-1 1 1,0 0-1,0-1 0,0 1 0,0 0 1,0 0-1,0 1 0,0-1 0,0 0 1,0 1-1,0-1 0,-1 1 0,1 0 1,0-1-1,0 1 0,-1 0 0,1 0 1,0 1-1,0-1 0,0 0 0,-3 2 1,-5-1 33,7-1-80,-1 1-1,1 0 1,0 0-1,0 0 1,0 0-1,0 0 1,0 1-1,0-1 1,0 1-1,0 0 1,1 0-1,-1 0 1,1 0-1,-1 0 1,1 1-1,0-1 1,0 1-1,0-1 1,0 1-1,0 0 1,-1 5-1,-1-2-78,1 1 0,0 0 0,0 0 0,1 0 0,0 1 0,1-1 0,-1 0 0,1 15 0,1-22 38,1 1-1,0-1 1,0 1 0,-1-1-1,1 0 1,0 0 0,0 1-1,0-1 1,-1 0-1,1 0 1,0 0 0,0 0-1,0 0 1,0 0 0,-1 0-1,1 0 1,2 0 0,0-1-59,10 1-59,0-2 1,0 0-1,0-1 1,0 0-1,-1-1 0,1 0 1,-1-1-1,0-1 1,17-10-1,-2 0-787,-1-2-1,46-40 1,-51 38 683,-1-1 1,-1-1-1,-1-1 1,-1-1-1,-1 0 0,-1-1 1,-1-1-1,-2 0 1,14-39-1,-22 48 2508,-7 14 2413,-6 11-743,0 2-5090,-4 9 1180,2 1-1,-1 0 1,2 0 0,1 1-1,1 1 1,0 0 0,2 0-1,0 0 1,2 1-1,0-1 1,2 1 0,0 0-1,2 24 1,0-45-37,0 1 0,0-1 0,0 1-1,0-1 1,1 0 0,-1 1 0,1-1 0,-1 0 0,1 0-1,0 1 1,0-1 0,0 0 0,0 0 0,0 0 0,0 0 0,0 0-1,3 2 1,-2-2-348,1-1-1,-1 1 0,1-1 1,0 1-1,-1-1 0,1 0 1,0 0-1,-1-1 0,1 1 1,0 0-1,0-1 1,0 0-1,0 0 0,3 0 1,31 0-6250,11-3-1022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5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243 417 5987,'0'0'15858,"0"-10"-13831,0 4-1663,1 4-290,-1 0 0,0 0-1,0 1 1,0-1-1,1 0 1,-2 0 0,1 0-1,0 0 1,0 1 0,0-1-1,-1 0 1,1 0-1,-1 0 1,0 1 0,1-1-1,-1 0 1,0 1-1,0-1 1,0 1 0,0-1-1,0 1 1,-1-1-1,1 1 1,0 0 0,0 0-1,-1-1 1,1 1-1,-1 0 1,0 0 0,1 0-1,-1 1 1,-2-2 0,-9-1 166,-1 1 1,1 1 0,0 0 0,-1 1-1,1 0 1,-1 1 0,1 0 0,-17 5-1,26-5-223,0 0-1,0 0 0,0 0 0,0 1 0,0-1 0,1 1 0,-1 0 0,0 0 0,1 1 0,0-1 0,-1 1 0,1-1 0,0 1 1,0 0-1,1 0 0,-1 1 0,1-1 0,-1 0 0,1 1 0,0-1 0,0 1 0,1 0 0,-1 0 0,1 0 0,0 0 0,0 0 0,0 0 1,0 0-1,1 0 0,0 6 0,0-9-32,0 1 0,0-1 0,0 0 0,1 0 0,-1 0 0,1 0 0,-1-1 0,1 1 0,-1 0 0,1 0 0,-1 0 0,1 0 1,0 0-1,-1-1 0,1 1 0,0 0 0,0 0 0,-1-1 0,1 1 0,0-1 0,0 1 0,0-1 0,0 1 0,0-1 0,0 1 0,0-1 0,0 0 0,0 0 0,0 1 0,0-1 1,0 0-1,2 0 0,43 0-377,-32 0 221,-2-1-74,0-1 0,0 0 0,0 0 1,0-1-1,-1-1 0,0 0 0,0 0 1,0-1-1,0-1 0,-1 0 0,19-13 1,2-5-1069,-1-2 1,35-36 0,-4-4-578,-3-1-1,53-82 1,-100 133 6846,-15 23 1500,-10 15-1721,6-10-6240,-21 31 2325,2 1 0,-28 63 0,46-85-827,0 0 0,1 1 0,1 0 0,1 0 0,2 1 0,0 0 0,-1 31 0,5-53-107,0-1-1,0 0 1,0 1-1,0-1 0,0 0 1,0 0-1,1 1 1,-1-1-1,0 0 0,1 0 1,-1 0-1,1 1 1,-1-1-1,1 0 0,0 0 1,-1 0-1,1 0 1,0 0-1,0 0 1,0 0-1,-1 0 0,1 0 1,0-1-1,0 1 1,0 0-1,1-1 0,1 2 1,0-1-677,0 0 0,1-1 0,-1 1 0,1-1 0,-1 0-1,0 0 1,1 0 0,-1 0 0,6-2 0,15-4-7057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5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96 4258,'0'0'17616,"7"11"-16367,25 37-289,-30-46-934,0 0-1,0 0 1,1 0-1,-1 0 1,1 0-1,0-1 0,-1 1 1,1-1-1,0 0 1,0 0-1,0 0 1,0 0-1,0 0 1,0-1-1,0 1 1,0-1-1,0 0 1,0 0-1,0 0 1,0 0-1,0-1 1,0 1-1,3-2 1,10 1-62,-12 0-81,0 1 0,-1-1 0,1 0-1,0 0 1,-1-1 0,1 1 0,-1-1-1,0 1 1,1-1 0,-1 0 0,0-1-1,0 1 1,0 0 0,-1-1 0,1 1 0,-1-1-1,1 0 1,-1 0 0,0 0 0,0 0-1,0-1 1,0 1 0,-1 0 0,3-7-1,0-1 174,0 0 0,0 0 0,-1 0 0,-1 0 0,0-1 0,1-22-1,-3 34 45,-1-1 0,1 0 0,0 1 0,-1-1-1,1 0 1,-1 1 0,1-1 0,-1 1 0,1-1 0,-1 1-1,1-1 1,-1 1 0,1-1 0,-1 1 0,0 0-1,1-1 1,-1 1 0,0 0 0,1-1 0,-1 1-1,0 0 1,0 0 0,1 0 0,-1 0 0,0-1-1,1 1 1,-1 0 0,0 0 0,0 0 0,-1 1 0,-29 0 854,25-1-595,4 1-275,-1-1 0,0 1 0,1 0 0,-1 0 0,0 1 0,1-1 0,0 1 0,-1-1 0,1 1 0,0-1 0,0 1 0,0 0-1,0 0 1,0 0 0,0 1 0,0-1 0,1 0 0,-1 1 0,1-1 0,0 1 0,-1-1 0,1 1 0,1 0 0,-1-1 0,-1 4 0,-1 6 65,0 0-1,0 1 1,1-1 0,0 18-1,1-14-42,0-7-34,1 1-1,0 0 1,1 0-1,2 16 0,-2-23-88,0 0 0,0-1-1,0 1 1,0 0-1,1-1 1,-1 1-1,0-1 1,1 1-1,0-1 1,0 1-1,0-1 1,0 0-1,0 0 1,0 0-1,0 0 1,1-1-1,-1 1 1,1-1-1,-1 1 1,4 0 0,2 1-270,0 0 1,1-1-1,-1 0 1,1 0-1,0-1 1,-1 0-1,1-1 1,0 0-1,-1 0 1,1-1-1,0 0 1,-1 0-1,1-1 1,-1 0-1,1-1 1,-1 0-1,13-6 1,9-7-2374,1-1 1,-2-2 0,30-25-1,-19 15-1347,-22 16 3585,32-21-1618,-33 24 4850,1 3 3582,-36 11 5898,-15-1-9017,-19 4-4203,44-6 936,0 1 1,-1 1-1,1 0 0,0 0 1,1 0-1,-1 1 1,1 0-1,-12 8 0,16-9-118,0 0 0,0 0 0,1 0 0,-1 0 0,0 1 0,1-1 0,0 1 0,0 0 0,0-1 0,0 1 1,1 0-1,-1 0 0,1 0 0,0 0 0,0 0 0,0 0 0,1 1 0,0-1 0,0 5 0,0-8 62,0 0 0,1 1 0,-1-1 0,1 0 0,-1 1 0,1-1 1,-1 0-1,1 0 0,0 1 0,0-1 0,0 0 0,0 0 0,0 0 1,0 0-1,0 0 0,0 0 0,0 0 0,0-1 0,0 1 0,0 0 0,1-1 1,-1 1-1,0 0 0,1-1 0,-1 0 0,0 1 0,1-1 0,2 0 1,45 7-1227,-47-7 1170,77 0-3907,-67-1 2359,-1-1 0,0 0 0,1 0 0,18-8 0,10-6-4875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6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5507,'0'0'20025,"1"4"-13913,0 17-5005,-1-12-1534,-1 0 542,1 0 1,0 1-1,3 14 0,-3-23-325,0 0 0,0 0-1,0 0 1,1 0-1,-1 0 1,0 0-1,1 0 1,-1 0-1,1 0 1,0 0-1,-1 0 1,1 0-1,0 0 1,-1 0 0,1-1-1,1 2 1,-1-1-184,0-1 1,0 0-1,0 0 0,0 0 1,-1 0-1,1 0 1,0 0-1,0 0 1,0 0-1,0 0 1,0 0-1,0 0 0,-1 0 1,1-1-1,0 1 1,0 0-1,0-1 1,-1 1-1,1-1 1,0 1-1,0-1 1,-1 1-1,1-1 0,0 0 1,14-16-8091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6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6547,'0'0'23323,"0"9"-23323,-2 8-96,-2 0-160,4 6-977,0-3-1296,0 1-993,9-6-1616,12-3-4867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6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 1873,'0'0'20556,"-16"0"-16205,-7 0-3221,-87 1 3359,109-1-4493,-1 0 1,1 0 0,-1 0-1,1 0 1,0 1 0,-1-1-1,1 0 1,0 1 0,-1-1-1,1 1 1,0-1 0,0 1-1,-1 0 1,1-1 0,0 1-1,0 0 1,0 0 0,0 0-1,0 0 1,0 0 0,0 0-1,0 0 1,1 0 0,-1 0-1,0 0 1,1 1 0,-1-1-1,0 0 1,1 1 0,0-1-1,-1 0 1,1 1 0,0-1-1,-1 0 1,1 1 0,0-1-1,0 0 1,0 1 0,0-1-1,1 1 1,-1-1 0,0 0-1,1 1 1,0 0 0,0 4-276,1-1 1,0 0-1,0 0 1,0 0-1,1-1 1,-1 1 0,1 0-1,1-1 1,5 7-1,66 58-7215,-75-68 7534,1-1 0,-1 0 1,1 1-1,-1-1 0,0 0 0,1 1 0,-1-1 1,0 1-1,1-1 0,-1 1 0,0-1 0,1 0 0,-1 1 1,0-1-1,0 1 0,0-1 0,0 1 0,0-1 1,1 1-1,-1-1 0,0 1 0,0 0 0,0-1 1,0 1-1,0-1 0,0 1 0,-1-1 0,1 1 0,0-1 1,0 1-1,0-1 0,0 1 0,-1-1 0,1 1 1,0-1-1,0 0 0,-1 1 0,1-1 0,0 1 1,-1-1-1,1 0 0,0 1 0,-1-1 0,1 0 0,-1 1 1,1-1-1,-1 0 0,1 1 0,-1-1 0,1 0 1,-1 0-1,1 0 0,-1 0 0,1 1 0,-1-1 0,1 0 1,-1 0-1,-37 10 3474,31-9-3252,0 1-66,2-2-255,0 1 1,1 1-1,-1-1 0,1 0 0,0 1 0,-1 0 0,1 0 0,0 1 1,-5 3-1,31-19-14052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6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16440,'0'0'16215,"-45"98"-16103,36-77-112,3-6 0,-3 0 0,5-8 0,2 1 0,17-31-20041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6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15239,'0'0'13702,"-9"62"-13702,-1-36-752,5 6-1377,3-5-1393,2-3-1872,0-5-3970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7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87 3121,'0'0'19831,"-17"10"-16238,-54 36-1853,67-43-1640,0 0 1,0 0-1,0 1 0,0-1 1,0 1-1,1-1 0,0 1 0,-1 0 1,1 1-1,1-1 0,-1 0 1,1 1-1,0-1 0,0 1 1,0 0-1,0 0 0,1 0 1,0 0-1,0 0 0,0 0 1,1 0-1,0 0 0,0 0 0,1 8 1,-1-12-108,1 0 0,-1-1 0,0 1 0,1 0 0,0 0 0,-1-1 0,1 1 0,-1-1 0,1 1 0,0 0 0,-1-1 0,1 1 0,0-1 0,0 0 0,-1 1 0,1-1 0,0 0 0,0 1 0,0-1 0,0 0 0,0 0 0,-1 0-1,1 0 1,0 1 0,0-1 0,0-1 0,0 1 0,0 0 0,0 0 0,36-1-419,-32 1 334,3-2-128,0 1 0,0-1 0,0 0 0,-1 0 0,1-1 0,-1 0 0,1-1 0,-1 0 0,0 0 0,-1 0 0,1-1 0,-1 0 0,0 0 0,0 0 0,0-1 0,-1 0 0,0 0 0,8-12 0,-6 8 54,-1-1 1,0 0 0,0 0-1,-1-1 1,-1 0-1,1 0 1,-2 0 0,0 0-1,0 0 1,-2-1-1,2-16 1,0 9 1224,-3 20-993,0-1 0,0 1 0,0 0 0,1 0 1,-1-1-1,0 1 0,0 0 0,0 0 0,1-1 0,-1 1 0,0 0 0,0 0 0,1 0 0,-1-1 0,0 1 0,0 0 0,1 0 0,-1 0 0,0 0 0,1 0 0,-1 0 0,0-1 0,1 1 0,-1 0 0,0 0 0,0 0 0,1 0 0,-1 0 0,1 0 0,2 1 152,0 1 1,-1-1-1,1 1 1,0-1-1,-1 1 0,1 0 1,-1 0-1,3 2 1,2 2-876,33 22 658,-28-20-40,0 1 0,-1 0 0,16 15 1,-24-21 2,0 1-1,0-1 1,-1 1 0,1 0 0,-1 0 0,0 0 0,0 0 0,0 0 0,-1 0 0,1 1 0,-1-1 0,0 0 0,0 1 0,-1-1 0,1 8 0,-1-11 1,0 1 61,0 0 0,0 0 0,0 0 0,0 0 0,0 0 0,0 0 0,0 0 0,-1 0 1,1 0-1,-1 0 0,0 0 0,1 0 0,-1 0 0,0 0 0,0 0 0,0-1 0,0 1 1,-1 0-1,1-1 0,0 1 0,-1-1 0,-1 2 0,9-22-1360,0 10 1038,0 0 1,0 1-1,1 0 0,0 0 0,1 0 1,0 1-1,12-9 0,-3 4-549,2 0 0,32-16 0,-51 28 1021,1 0 0,-1-1 0,0 1 0,1 0 0,-1-1 0,1 1 0,-1 0 0,1 0 0,0-1 0,-1 1 0,1 0 0,-1 0 0,1 0 0,-1 0 0,1 0 0,-1 0 0,1 0 0,0 0 0,-1 0 0,1 0 0,-1 0 0,1 0 0,-1 0 0,1 0-1,0 0 1,-1 1 0,1-1 0,-1 0 0,1 0 0,-1 1 0,1-1 0,-1 0 0,1 1 0,-1-1 0,0 0 0,1 1 0,-1-1 0,1 1 0,-1 0 0,1 1-5,-1 0 0,0 1 1,1-1-1,-1 0 0,0 0 0,0 1 1,-1-1-1,1 0 0,0 0 0,-2 4 1,-20 56 250,22-62-408,-6 13-187,-8 22-104,13-14-4934,8-19-764,11-3 2721,-16 1 1459,28-2-8148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8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2 12086,'0'0'17613,"-9"-1"-16226,3 1-1196,-3 0 42,0-1 1,0 2 0,0-1-1,0 1 1,-12 3 0,19-3-250,0-1 0,0 1 1,0 0-1,0-1 0,0 1 0,0 0 1,0 1-1,0-1 0,0 0 0,0 0 1,0 1-1,1-1 0,-1 1 0,1 0 1,-1-1-1,1 1 0,-1 0 0,1 0 1,0 0-1,0 0 0,0 0 0,0 0 1,0 0-1,1 0 0,-1 0 0,1 0 1,-1 1-1,1-1 0,0 0 0,0 4 1,0-2-395,0 0 0,0 0 1,1 0-1,0 0 0,0 0 0,0 0 1,0 0-1,1 0 0,0 0 0,-1 0 1,1-1-1,0 1 0,1-1 1,-1 1-1,1-1 0,0 0 0,-1 0 1,1 0-1,6 4 0,-3-1-485,-5-5 878,0-1-1,0 1 1,0-1 0,0 1-1,-1-1 1,1 1-1,0 0 1,-1 0 0,1-1-1,0 1 1,-1 0-1,1 0 1,-1 0 0,1-1-1,-1 1 1,0 0-1,1 0 1,-1 0 0,0 0-1,1 0 1,-1 0-1,0 0 1,0 0 0,0 0-1,0 0 1,0 0-1,0 0 1,0 0 0,-1 0-1,1 0 1,0 0-1,0 0 1,-1 0 0,1 0-1,0-1 1,-1 1-1,1 0 1,-1 0-1,0 0 1,1 0 0,-1-1-1,1 1 1,-1 0-1,0-1 1,0 1 0,1 0-1,-1-1 1,0 1-1,0-1 1,0 1 0,-1 0-1,-8 3 874,1-1 0,0 0-1,-1 0 1,-13 1 0,5 0-1074,6-1 272,-35 12-1420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8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57 16135,'0'-1'15685,"-2"-1"-15305,-2-7-4877,4-10-1199,0-7 913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14:39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415 0 816,'0'0'12998,"-2"2"-10855,-3 7-651,-1-1 0,1 1 0,1 1 0,-4 9 0,-9 17 340,-138 213 3626,-26-19-3398,176-223-2629,-10 12 1314,9-14-3856,1-4-3396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2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2 322 4498,'0'0'5683,"0"-16"-3786,0 2-1500,-1 1 345,1-1 0,0 1 0,1-1 0,0 1 0,1 0 0,1-1 0,6-19 0,-8 31-318,-1 0-1,1 1 0,-1-1 1,1 1-1,0-1 1,0 0-1,0 1 1,0 0-1,0-1 1,0 1-1,0-1 0,3-1 1,-3 3-366,0 1 0,0-1 0,0 0-1,0 1 1,0-1 0,0 1 0,0-1 0,0 1 0,0 0 0,0-1 0,0 1-1,0 0 1,0 0 0,-1-1 0,1 1 0,0 0 0,-1 0 0,1 0 0,0 0-1,-1 0 1,1 0 0,-1 0 0,1 2 0,32 56 662,48 114-1,8 75 161,-29-77-929,-60-170 44,11 23-42,-4-15-68,-7-9 109,0 0 0,0 0 0,1 0 0,-1 0 0,0 0 0,0 0 0,0 0 0,1 0 0,-1 0 0,0 0 0,0 0 0,0 0 0,1 0-1,-1 0 1,0 0 0,0 0 0,0 0 0,1 0 0,-1-1 0,0 1 0,0 0 0,0 0 0,0 0 0,1 0 0,-1 0 0,0 0 0,0-1 0,0 1 0,0 0 0,0 0-1,0 0 1,1 0 0,-1 0 0,0-1 0,0 1 0,0 0 0,0 0 0,0 0 0,0-1 0,0 1 0,0 0 0,73-200-114,-59 165 13,98-265-565,-26-7 749,-86 307-78,0 0 0,0 0-1,0 0 1,1 0 0,-1 0 0,0 0 0,0 0-1,0 0 1,0 0 0,0 0 0,0 0 0,0 0-1,0 0 1,0 0 0,0 0 0,0 0-1,0 0 1,1 0 0,-1 0 0,0 0 0,0 0-1,0 0 1,0 0 0,0 0 0,0 0 0,0 0-1,0 0 1,0 0 0,0 0 0,0 0-1,2 18-530,-4 28-1182,-24 79-8605,18-89 3873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2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66 2369,'0'0'16063,"-6"-10"-14491,2 3-1210,3 4-272,0 0-1,0 1 0,-1-1 1,1 0-1,-1 1 0,1-1 1,-1 1-1,0-1 0,0 1 1,0 0-1,0 0 0,-1 0 1,1 0-1,-1 0 0,1 0 1,-1 1-1,1-1 0,-1 1 1,0 0-1,0-1 0,0 1 1,-5 0-1,-3 0 46,-1 1 0,0 0 0,1 1-1,-1 0 1,1 1 0,-1 1 0,1-1 0,0 2 0,0 0 0,0 0 0,0 1 0,1 0-1,0 1 1,0 0 0,0 0 0,1 1 0,0 1 0,0 0 0,1 0 0,0 0 0,0 1-1,1 0 1,0 1 0,-7 12 0,12-18-135,0 0 0,1 0 0,-1-1 0,1 2 0,-1-1 0,1 0 0,0 0 0,1 0-1,-1 0 1,1 1 0,0-1 0,0 0 0,0 0 0,1 7 0,0-9-12,0 0-1,0 0 0,-1 1 1,2-1-1,-1 0 1,0 0-1,0 0 1,1-1-1,-1 1 1,1 0-1,-1 0 1,1-1-1,0 1 1,-1-1-1,1 0 1,0 1-1,0-1 1,0 0-1,0 0 1,1 0-1,-1 0 1,0 0-1,0-1 1,0 1-1,1-1 1,3 1-1,3 0 4,-1 0 1,0-1-1,0 0 0,1 0 0,-1-1 0,0 0 0,0-1 0,0 1 1,0-2-1,0 1 0,0-1 0,0 0 0,-1 0 0,0-1 0,1 0 1,-1-1-1,-1 0 0,1 0 0,-1 0 0,0 0 0,0-1 0,0 0 1,-1-1-1,0 1 0,0-1 0,-1 0 0,5-10 0,-6 11 35,0-1 826,-4 11 314,-3 15-1140,1-5-117,1 0 0,1 0-1,0 0 1,1 0-1,0 0 1,1 0-1,5 24 1,-5-34-125,0-1-1,1 1 1,-1-1 0,1 0 0,-1 1-1,1-1 1,0 0 0,0 0 0,1 0-1,-1 0 1,0-1 0,1 1 0,0-1 0,4 4-1,-4-4-254,1 0 0,0-1 0,0 1 0,-1-1 0,1 0 0,0 0 0,1 0 0,-1-1 0,0 1 0,0-1 0,0 0 0,0 0 0,0 0 0,0-1 0,7-1 0,-6 1-416,1 0 1,-1-1-1,1 0 1,-1 0-1,0 0 1,7-5-1,37-30-7151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3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1 10405,'0'0'3401,"-13"22"-39,6-10-2864,-19 34 1951,-37 86 1,10-3-160,16-42-672,3 1-1,-36 150 0,67-216-1689,0 0 0,2 36 0,1-57 40,0 0 0,1 0 0,-1 0 0,0 0 0,1 0 0,-1 0 0,1 0 0,-1-1 0,1 1 0,0 0 0,-1 0 0,1 0 0,0-1 0,-1 1 0,1 0 0,0-1 0,0 1 0,0-1 0,-1 1 0,1-1 0,0 1 0,0-1 0,0 1 0,0-1 0,0 0 0,0 0 0,0 1 0,0-1 0,0 0 0,0 0 0,0 0 0,0 0 0,0 0 0,1-1 0,41-3-457,-29 0 315,-2-1 1,1 0-1,0-1 0,-1 0 0,0-1 0,17-13 1,-6 2-827,43-42 1,-54 49 847,-2-1-1,1 0 0,-1-1 1,14-25 2059,-24 50-1184,-7 35-402,-1 13-221,8-59-129,0-1-1,0 1 1,1 0-1,-1 0 0,0-1 1,1 1-1,-1 0 0,0 0 1,1-1-1,-1 1 1,1 0-1,-1-1 0,1 1 1,-1 0-1,1-1 0,-1 1 1,1-1-1,0 1 1,-1-1-1,1 1 0,0-1 1,0 0-1,-1 1 1,1-1-1,0 0 0,0 0 1,-1 1-1,1-1 0,0 0 1,0 0-1,0 0 1,1 0-1,32 1-533,-24-2 497,0 1-4,0 0 0,0-1 0,0 0 0,0 0 0,0-1-1,13-5 1,-17 5 69,-1-1 0,1 1 1,-1-2-1,0 1 0,0 0 0,0-1 0,-1 0 0,1 0 0,-1-1 1,0 1-1,7-10 0,1-3-32,1-3 600,-9 16 3954,-4 10-4529,1 1 0,0-1 0,0 1-1,0-1 1,1 0 0,0 0 0,0 1-1,1-1 1,0-1 0,6 11 0,-8-13-247,2 0 1,-1 0-1,0 0 1,1 0 0,0 0-1,-1 0 1,1-1 0,0 1-1,0-1 1,1 0-1,-1 0 1,0 0 0,1 0-1,-1-1 1,1 1 0,-1-1-1,1 0 1,0 0-1,7 1 1,-2-2-1029,30 0-4683,-15-7-903,-1-12-2226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3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 7828,'0'0'11490,"4"9"-10623,18 32-130,-20-38-628,0 0 1,1 0-1,-1 0 1,1-1 0,0 1-1,-1-1 1,1 0-1,0 0 1,0 0 0,1 0-1,-1-1 1,0 1 0,1-1-1,-1 1 1,7 0-1,1 0 15,0 0 0,-1-1 0,17-1 0,-26 0-127,2 0-7,1 0 0,-1-1 0,1 1 0,0-1 1,-1 0-1,1 0 0,-1 0 0,0-1 0,1 1 0,-1-1 0,0 0 1,0 1-1,0-2 0,0 1 0,0 0 0,-1 0 0,1-1 0,-1 0 0,1 1 1,-1-1-1,0 0 0,0 0 0,0 0 0,2-6 0,0 1-1,-1 0 1,0-1-1,-1 1 0,0 0 0,0-1 0,-1 0 1,0 1-1,0-1 0,-2-10 0,1 18 56,0-1 0,0 1 0,0-1-1,0 1 1,-1-1 0,1 1 0,-1 0 0,1-1-1,-1 1 1,0 0 0,1-1 0,-1 1 0,0 0-1,0 0 1,0 0 0,0-1 0,0 1 0,0 0-1,0 0 1,0 1 0,-2-2 0,0 0 136,0 1 1,0-1-1,0 1 1,0 0-1,0 0 1,-1 1-1,1-1 0,0 1 1,-6-1-1,4 1-27,0 0 0,-1 0 0,1 1 0,0 0 0,0 0 0,0 0 0,0 0 0,0 1 0,0 0 0,0 0 0,0 0 0,-6 5 0,4-1-89,1 1 1,0 0-1,1 0 0,0 1 0,0-1 0,1 1 0,-1 0 0,2 1 0,-1-1 1,1 1-1,1-1 0,-1 1 0,1 0 0,1 0 0,0 0 0,0 0 0,1 0 0,0 0 1,0 0-1,1 0 0,3 15 0,-2-20-171,-1 0 0,1 0 0,0-1 1,0 1-1,0-1 0,0 0 0,1 1 0,0-1 0,-1 0 1,1 0-1,0-1 0,0 1 0,0-1 0,1 1 1,-1-1-1,1 0 0,-1 0 0,1 0 0,0-1 0,0 0 1,7 3-1,6 0-944,1-1 0,-1 0 0,33 0 0,34-5-4078,11-16-3716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4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510 0 17672,'0'0'2124,"-3"19"877,-18 152 5155,21-130-6406,0-37-1669,0-23-98,1-9 8,0 20-41,0 0 0,-1 0 0,0 0 0,-1 0-1,1 0 1,-4-12 0,3 19 13,1 0 1,-1 0-1,0 0 1,0 0 0,0 0-1,0 0 1,0 0-1,0 1 1,0-1-1,0 0 1,0 1-1,0-1 1,0 1-1,-1-1 1,1 1-1,0-1 1,0 1 0,-1 0-1,1 0 1,0-1-1,-1 1 1,1 0-1,0 0 1,-2 1-1,-34 1-514,34-2 506,-12 3-52,0 1 0,0 0 0,0 1-1,1 1 1,-1 0 0,-22 14 0,-77 57 180,96-63 63,1 0 0,1 1 0,0 1 0,1 1 0,1 0 0,-21 33 0,29-40-59,0 1 0,1 0 0,0 0 0,0 0 0,1 1-1,1 0 1,0 0 0,1 0 0,0 0 0,0 0 0,2 0 0,-1 0-1,4 22 1,-3-30-84,1 0 0,0 0 0,1 0 0,-1 0 0,1-1 0,0 1 0,0 0 0,0-1-1,0 0 1,0 1 0,1-1 0,0 0 0,-1 0 0,1-1 0,0 1 0,0 0 0,1-1 0,-1 0 0,0 0 0,1 0-1,0 0 1,-1 0 0,8 1 0,4 2-18,1-1 0,-1-1 0,1-1 0,29 2 0,-17-4-317,0 0 0,0-2 0,0-2 0,0 0 0,0-2 0,-1 0 0,0-2 0,52-23 0,-51 17-1618,-1 0-1,-1-2 1,0-1 0,42-37 0,-8-6-6545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4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0 9732,'0'0'15178,"-14"24"-13438,8-15-1536,-22 40 1728,-41 97 0,29-45-1249,5 3 0,-34 164 0,68-262-771,10-11-1507,124-129-3878,-52 49 1904,-80 84 5677,-9 37 2500,-1 3-4059,9-24-418,-1-8-156,0-1 1,1 0 0,0 1 0,1-1 0,0 0 0,1 7 0,-2-12-93,1 1 0,0 0-1,-1-1 1,1 1 0,0-1 0,0 0 0,0 1 0,0-1 0,0 0 0,0 1 0,0-1 0,1 0 0,-1 0 0,0 0 0,1 0-1,-1 0 1,0 0 0,1-1 0,-1 1 0,1 0 0,0-1 0,-1 1 0,1-1 0,-1 0 0,1 1 0,0-1 0,2 0 0,12 1-2464,-1 0 0,23-3 0,3-5-4862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5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1 12550,'0'0'14404,"-21"2"-12614,-66 12-131,72-10-1477,0 0 0,1 1 0,-1 0 0,1 1-1,0 0 1,1 2 0,0-1 0,0 2 0,0 0 0,1 0-1,1 1 1,-15 15 0,22-21-182,0 1 0,1-1 0,-1 0 0,1 1 0,0 0 0,0 0 0,0 0 0,1 0 0,-1 0 0,1 0 0,1 1 0,-1-1 0,1 1 0,0-1 0,0 1 0,0-1 0,1 1 0,0 0 0,0-1 0,1 1 0,1 9 0,-2-14 0,1-1 0,-1 1 0,0 0 0,1 0 0,-1 0 0,1 0 0,-1-1 0,1 1 0,0 0 1,-1-1-1,1 1 0,0 0 0,-1-1 0,1 1 0,0-1 0,0 1 0,-1-1 0,1 0 0,0 1 0,0-1 0,0 0 0,0 1 0,0-1 0,0 0 0,1 0 0,28 1-14,-20-1-8,0-1-128,1 0 0,0-1 0,-1 0 0,0 0 0,0-1 0,1-1 0,-2 0 0,1 0 0,0-1 0,-1 0 0,11-8 0,-6 2-94,0 1-1,0-2 1,-1 0-1,0-1 1,-2 0 0,12-16-1,-22 29 338,0 0-1,-1-1 1,1 1-1,-1-1 1,1 1-1,-1-1 1,0 1-1,1-1 1,-1 1 0,0-1-1,1 1 1,-1-1-1,0 0 1,1 1-1,-1-1 1,0 1-1,0-1 1,0 0-1,0 1 1,1-1-1,-1 0 1,0 1-1,0-1 1,0 0-1,0 1 1,-1-1-1,1 0 1,-14 15 862,8-2-955,2-1 0,-1 1 0,1 0 0,1 0 0,0 0 0,1 0 0,0 0 0,0 1 0,2-1 0,-1 1 0,3 13 0,-2-21 0,0-2-89,0-1-1,0 0 1,0 1 0,1-1-1,-1 0 1,1 1 0,-1-1-1,1 0 1,0 1-1,0-1 1,0 0 0,0 0-1,0 0 1,0 0 0,1 0-1,-1 0 1,1 0 0,0 0-1,-1-1 1,1 1 0,0-1-1,0 1 1,0-1-1,0 0 1,0 1 0,0-1-1,0 0 1,1 0 0,-1-1-1,2 2 1,2-1-787,0 0 0,0 0 1,-1-1-1,1 0 0,0 0 0,0 0 0,-1 0 0,1-1 1,0 0-1,-1 0 0,1-1 0,6-2 0,29-20-8355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5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6819,'0'0'22763,"-26"116"-20971,18-95-815,8-4-785,-2-6-192,0-3-368,2-4-849,-5-19-8899,1-17 1119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5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16311,'0'0'9493,"39"106"-9557,-26-63-1537,-1-5-2849,-3-5-4642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36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3 12246,'0'0'16274,"-2"0"-14119,21-1-1924,-14 0-212,0 1 0,0 0 0,0 0 0,0 0 0,0 0 0,0 1 0,0 0 0,0 0 1,0 0-1,0 0 0,-1 1 0,1 0 0,0 0 0,-1 0 0,0 1 0,1 0 0,4 3 0,-3 0-36,1 1 0,-1-1 0,0 1 1,0 0-1,-1 1 0,0-1 0,0 1 0,-1 0 0,0 1 0,0-1 1,-1 0-1,0 1 0,-1 0 0,0 0 0,0 0 0,-1 0 1,0 0-1,-1 16 0,0-24 31,-1 0 1,1 0-1,-1 0 0,1 0 1,-1 0-1,0 0 0,1 0 1,-1 0-1,0 0 0,0 0 1,0-1-1,0 1 0,0 0 1,0-1-1,0 1 0,0 0 1,0-1-1,0 1 0,0-1 1,0 0-1,0 1 0,-1-1 1,0 0-1,0 0 912,5 0-715,7-3-262,1-1 1,-1 0 0,-1 0 0,15-9 0,23-11-52,-39 21 94,3-1 28,0 0 0,1 0 0,-1 1-1,1 0 1,0 1 0,17-2 0,-28 5 3,0-1 0,1 1 0,-1 0 0,0 0 0,0-1 0,1 1 0,-1 0 0,0 0 0,0 0 0,0 0 0,0 0 0,0 1 0,0-1-1,-1 0 1,1 0 0,0 1 0,-1-1 0,1 0 0,0 1 0,-1-1 0,0 0 0,1 1 0,-1-1 0,0 1 0,0-1 0,0 3 0,5 41-64,-5 63 41,3-105-5818,-4-10-1621,-8-5-3411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5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16 893 896,'0'0'10659,"-16"17"-4374,36-53-5307,29-37-1,2-6-867,99-195-208,6-10-530,-152 276 632,-2 5-3,-1 0 1,1 0-1,-1 0 1,1 0-1,0 0 1,0 1-1,1-1 1,-1 1-1,1-1 1,-1 1-1,5-4 1,-5 9 20,-1-1 0,-1 1-1,1-1 1,0 1 0,-1 0 0,1 0 0,-1-1 0,0 1 0,0 3 0,2 160 1199,-3-84-974,10 88 0,-8-164-282,0 1 0,0-1 0,1 1 0,0-1 0,0 0 0,4 9 0,-5-14 2,-1 0 1,1 0-1,0 1 1,-1-1 0,1 0-1,0 0 1,0 0-1,0 0 1,0-1 0,0 1-1,0 0 1,0 0-1,0-1 1,0 1 0,1 0-1,-1-1 1,0 1-1,0-1 1,0 1-1,1-1 1,-1 0 0,0 0-1,1 1 1,-1-1-1,0 0 1,1 0 0,-1 0-1,0-1 1,1 1-1,-1 0 1,0 0 0,0-1-1,1 1 1,-1-1-1,0 1 1,0-1 0,0 1-1,1-1 1,-1 0-1,2-1 1,14-10-16,-1-1 1,0-1 0,-1 0-1,17-21 1,0 1 12,168-178-444,53-54 32,-243 257 471,-8 6 28,0 1 0,1-1 0,-1 1 0,1 0 0,0 0-1,0 0 1,0 0 0,4-2 0,-7 4-38,0 0 0,0 0 0,0 0 0,0 0 0,0 0 0,0 0 0,0 0 0,1 0 0,-1 0 0,0 0-1,0 0 1,0 0 0,0 0 0,0 0 0,0 0 0,0 0 0,1 0 0,-1 0 0,0 0 0,0 0 0,0 0 0,0 0 0,0 0 0,0 0 0,0 1 0,0-1 0,1 0 0,-1 0 0,0 0 0,0 0 0,0 0 0,0 0-1,0 0 1,0 0 0,0 0 0,0 0 0,0 1 0,0-1 0,0 0 0,0 0 0,0 0 0,0 0 0,0 0 0,0 0 0,0 0 0,0 1 0,0-1 0,0 0 0,0 0 0,0 0 0,0 0 0,0 0 0,0 0 0,0 0-1,0 1 1,0-1 0,0 0 0,0 0 0,0 0 0,0 0 0,0 0 0,0 0 0,0 0 0,0 1 0,0 19 548,0 0-1,-2 1 1,0-1 0,-7 27-1,-27 84 1110,10-43-1297,6-18-279,-33 155-1060,49-168-3103,6-46-73,11-10-2430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5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 5939,'0'0'13910,"-53"109"-12869,48-87-897,3-5-112,0-2-32,2-7-849,0-31-12181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5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5250,'0'0'10405,"55"38"-11541,-27-18-3266,6-5-3058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6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1 6979,'0'0'3973,"-17"4"-943,-4 1-812,-40 17 0,52-18-1665,0 0-1,0 1 1,0 0 0,1 1-1,-1 0 1,1 0 0,1 1-1,-13 13 1,17-16-434,-1 1 1,1 0-1,0 1 0,0-1 0,1 1 1,0-1-1,0 1 0,0 0 0,0-1 1,1 1-1,0 0 0,0 0 0,1 11 1,0-15-155,0 1 1,0 0 0,0 0-1,1 0 1,-1-1 0,1 1-1,0 0 1,0-1 0,0 1-1,0-1 1,0 1 0,0-1 0,1 1-1,-1-1 1,1 0 0,0 0-1,0 1 1,0-1 0,0 0-1,0-1 1,0 1 0,0 0-1,0-1 1,1 1 0,-1-1-1,1 0 1,-1 0 0,1 0-1,0 0 1,3 1 0,1-1-322,0 1 0,0-2 0,0 1 0,1-1 1,-1 0-1,0 0 0,0-1 0,0 0 0,1 0 1,12-5-1,-9 1-405,0 1 0,-1-2 1,0 1-1,0-2 0,0 1 0,10-10 1,44-40-5435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6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1 10885,'0'0'10442,"-20"28"-7910,2-5-2035,-10 17 535,1 0 0,-43 87 1,35-51-20,3 2 1,4 0 0,-29 132 0,53-178-1494,1-1 1,1 39 0,2-70 421,0 0 0,1 0 0,-1 1 0,0-1 0,0 0 1,0 0-1,1 0 0,-1 0 0,0 1 0,0-1 0,1 0 0,-1 0 0,0 0 1,0 0-1,1 0 0,-1 0 0,0 0 0,1 0 0,-1 0 0,0 0 1,0 0-1,1 0 0,-1 0 0,0 0 0,1 0 0,-1 0 0,0 0 0,0 0 1,1 0-1,-1 0 0,0 0 0,0 0 0,1-1 0,0 1-183,5-2 82,0 0 1,-1 0 0,0 0-1,1-1 1,-1 1-1,0-1 1,0-1 0,7-5-1,39-38-466,-35 32 221,51-46-700,-53 91 4732,9 22-4225,-22-49 322,1 1 1,1-1 0,-1-1 0,0 1 0,1 0 0,0-1 0,-1 1 0,1-1-1,0 0 1,0 0 0,0 0 0,1 0 0,-1 0 0,0-1 0,1 1 0,-1-1-1,1 0 1,5 1 0,1-1-1056,0 0-1,-1-1 1,1 0-1,-1 0 1,1-1 0,10-2-1,26-9-5589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6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0 5346,'0'0'18014,"-14"3"-16749,-45 12-3,54-12-1057,0-1 1,0 1 0,1 0 0,0 0 0,-1 0 0,1 1 0,0-1-1,1 1 1,-1 0 0,0 0 0,1 1 0,0-1 0,-3 7 0,-4 4 244,-27 42 479,34-52-919,0 0 0,0 1 1,1-1-1,0 1 0,0 0 1,1 0-1,-1 0 0,1 0 1,0 6-1,13-12-936,-5 0 762,-1-1-1,0-1 0,0 1 1,0-1-1,0 0 1,0 0-1,0-1 0,0 0 1,-1 0-1,9-5 0,56-46-2267,-50 38 1524,28-32 3317,-57 79 598,7-23-2899,0-1-1,0 1 1,1 0 0,1-1 0,-1 1 0,1 0 0,0 0 0,3 11 0,-3-17-164,0 0-1,1 1 0,-1-1 1,1 0-1,0 0 1,0 0-1,0 0 0,0 0 1,0 0-1,0 0 0,1 0 1,-1 0-1,1 0 0,-1-1 1,1 1-1,0 0 1,0-1-1,-1 0 0,1 1 1,0-1-1,0 0 0,0 0 1,0 0-1,1 0 1,-1 0-1,0-1 0,0 1 1,0-1-1,1 1 0,-1-1 1,3 0-1,2 1-637,0-1-1,0 0 1,0 0-1,0 0 0,0-1 1,0 0-1,0-1 1,0 1-1,-1-1 1,1-1-1,-1 1 1,1-1-1,-1 0 1,8-5-1,25-21-8192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7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13 431 2289,'0'0'16909,"-1"7"-15308,0-4-1513,1-1 0,-1 0 0,1 0 0,0 0 0,0 1 1,0-1-1,0 0 0,0 0 0,1 1 0,-1-1 0,0 0 0,1 0 0,0 0 1,-1 0-1,1 0 0,0 0 0,0 0 0,0 0 0,1 0 0,-1 0 1,0 0-1,1 0 0,-1-1 0,1 1 0,0-1 0,-1 1 0,1-1 0,0 0 1,0 0-1,3 2 0,6 3-29,1-2 0,-1 1 0,1-1 0,0-1 0,1 0 0,-1-1-1,0 0 1,1-1 0,22-1 0,-34 0-91,0 0 0,-1-1 1,1 1-1,0 0 0,0-1 0,-1 1 0,1-1 0,0 1 0,-1-1 0,1 1 0,-1-1 0,1 1 0,0-1 0,-1 0 0,1 1 0,-1-1 0,0 0 0,1 1 0,-1-1 0,1 0 0,-1 0 0,0 1 0,0-1 1,0 0-1,1 0 0,-1 0 0,0 0 0,0 1 0,0-1 0,0-1 0,0-34-524,0 28 379,0 4 135,-1 0 0,0 0 0,0 0 1,0 1-1,0-1 0,0 0 0,-1 0 0,0 1 0,0-1 1,0 1-1,0 0 0,0 0 0,-1-1 0,1 1 1,-1 1-1,0-1 0,0 0 0,0 1 0,0-1 0,-1 1 1,1 0-1,-6-2 0,6 2 112,0 0-1,0 1 1,-1-1 0,1 1 0,0 0-1,-1 0 1,1 1 0,-1-1 0,1 1-1,-1-1 1,1 1 0,-1 0-1,1 0 1,-1 1 0,1-1 0,-1 1-1,1 0 1,-1-1 0,1 2 0,0-1-1,0 0 1,-1 1 0,1-1 0,0 1-1,-5 4 1,3-1 148,0 0 0,1 1 0,0-1 0,0 1 0,0 0 0,1 0 0,0 0 0,0 0 0,1 1 0,-1-1 0,-2 14 0,3-10-37,1 1-1,0 0 0,0-1 0,1 1 0,0 0 0,1-1 1,2 14-1,-2-20-185,0 0 0,0-1 1,0 1-1,1-1 0,-1 1 1,1-1-1,0 0 0,0 0 1,0 1-1,1-1 0,-1-1 0,1 1 1,-1 0-1,1 0 0,0-1 1,0 0-1,0 0 0,0 0 1,0 0-1,1 0 0,-1 0 0,1-1 1,-1 0-1,1 1 0,0-1 1,-1-1-1,8 2 0,-5-1-99,1-1 0,-1 0 0,1 0 0,-1 0-1,1-1 1,-1 0 0,1 0 0,-1-1 0,1 0 0,-1 0-1,0 0 1,0-1 0,0 0 0,0 0 0,7-5 0,16-17-1037,0 0 0,46-56 1,41-69-2322,-110 141 3294,90-132-2774,-81 116 2967,-2 0 1,0-1-1,16-54 0,-23 47 6896,-8 33-4440,-4 4-2095,0 1 0,0 0 0,1 0 0,-1 0 0,1 0 0,0 1 0,1 0-1,-1 0 1,-5 12 0,-5 3 157,-6 9 171,1 1 0,1 0 1,-18 41-1,29-53-652,1 1-1,1-1 0,0 1 1,2 0-1,0 1 0,1-1 1,0 28-1,3-47-60,0 10-52,0 1 0,0-1 1,1 1-1,5 20 0,-4-28-115,-1 0 1,1-1-1,0 1 0,-1-1 0,2 1 1,-1-1-1,0 0 0,1 1 0,-1-1 1,1-1-1,0 1 0,0 0 1,0-1-1,0 1 0,1-1 0,-1 0 1,8 3-1,-2-1-442,0 0 1,1-2 0,-1 1-1,1-1 1,0 0-1,0-1 1,11 0-1,9-1-3001,34-4 0,16-9-7377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8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0 11429,'0'0'11061,"-41"143"-7667,16-71-1377,4 5-288,5 2-241,0-8-927,5-1-321,4-12-240,1-11-769,0-13 289,3-11-1121,3-10-1504,0-34-16008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8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7443,'0'0'14351,"21"2"-12131,0-1-1609,1 2 0,21 6 0,-38-7-506,-1-1 1,0 1-1,0 0 1,1 1-1,-2-1 1,1 1 0,0 0-1,0 0 1,-1 0-1,1 0 1,-1 1 0,0-1-1,0 1 1,-1 0-1,4 6 1,1 2 54,-2 0-1,0 1 1,5 18 0,-8-27-141,2 14 29,-1 0 0,0 1 0,-1-1 0,-2 37 0,0-43-32,0-6-99,-1-1 0,0 0 0,0 1-1,0-1 1,0 1 0,-1-1 0,0 0-1,0 0 1,-1 0 0,1 0 0,-1 0-1,0-1 1,0 1 0,-1-1 0,1 0-1,-1 0 1,0 0 0,0 0 0,-1-1-1,-6 5 1,-46 25-3292,-2-7-3469,35-16 2313,-4 1-5068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8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80 104 9236,'0'0'16309,"-7"19"-14319,-57 139 774,62-151-2746,0 0 1,1 1-1,-1 0 0,1-1 1,1 1-1,0 11 0,0-19-28,0 1 0,0 0 0,1 0 0,-1 0 0,0 0 0,1-1-1,-1 1 1,0 0 0,1 0 0,-1-1 0,1 1 0,-1 0 0,1-1 0,-1 1-1,1-1 1,0 1 0,-1-1 0,1 1 0,0-1 0,-1 1 0,1-1 0,0 1-1,-1-1 1,1 0 0,0 1 0,0-1 0,0 0 0,-1 0 0,1 0 0,0 1-1,0-1 1,0 0 0,0 0 0,-1 0 0,1-1 0,0 1 0,1 0 0,2 0-46,-1-1 1,0 1 0,0-1 0,1 0-1,-1 1 1,0-1 0,0-1 0,0 1-1,0 0 1,4-3 0,6-7-364,-1 0 0,0 0 0,0-2 0,-1 1 0,-1-1 0,12-20 0,-1-1-172,24-57 1,-45 91 647,1-1 0,-1 1 0,0 0 0,0-1 0,0 1 1,0 0-1,0-1 0,0 1 0,1 0 0,-1-1 0,0 1 0,0 0 0,1-1 0,-1 1 1,0 0-1,0-1 0,1 1 0,-1 0 0,0 0 0,1 0 0,-1-1 0,0 1 0,1 0 1,-1 0-1,0 0 0,1 0 0,-1 0 0,0-1 0,1 1 0,-1 0 0,1 0 0,-1 0 1,0 0-1,1 0 0,-1 0 0,1 0 0,-1 0 0,1 1 0,11 12 451,5 24-215,-10-15 39,0 0-1,7 46 1,-10-190 239,-4 115-569,-1-5 13,1 0-1,0-1 0,1 1 0,0 0 1,1 0-1,0-1 0,1 1 0,9-21 1,-10 31-217,0 1-1,0 0 1,0 0 0,0 0 0,0 0-1,0 0 1,0 0 0,0 0 0,1 1-1,-1-1 1,0 1 0,0 0 0,1 0-1,-1 0 1,0 0 0,1 0 0,-1 0-1,0 0 1,4 2 0,7-2-1535,21-1-3897,6-3-3264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9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 15543,'0'0'8676,"-43"101"-3746,17-39-1776,9 4-2690,-4-4-464,8-3 0,1-3 0,3-3 0,3-4 0,-3-6 0,1-7-240,-7-10-2882,4-9-879,-6-13-1698,-2-4-4802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9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9476,'0'0'7524,"18"1"-4064,124 12 115,-102-9-3151,1-2 0,44-4 1,-84 2-425,1 0 1,-1 0 0,1 0-1,0-1 1,-1 1 0,1-1-1,-1 1 1,0-1 0,1 1-1,-1-1 1,1 1 0,-1-1-1,0 0 1,1 0 0,-1 0 0,0 0-1,0 0 1,0 0 0,0 0-1,0 0 1,0-1 0,0 1-1,0 0 1,0-1 0,-1 1-1,1 0 1,0-1 0,-1 1-1,1-1 1,-1 1 0,0-1-1,1 1 1,-1-1 0,0 1 0,0-1-1,0 1 1,0-1 0,0 0-1,0 1 1,-1-3 0,0 1 9,1 0 1,-1 0-1,0 0 1,0 0 0,0 0-1,-1 0 1,1 0-1,-1 1 1,1-1 0,-1 1-1,0-1 1,0 1-1,0-1 1,0 1 0,0 0-1,-1 0 1,1 0-1,0 0 1,-6-2 0,4 2 121,1 1 0,-1-1 1,0 1-1,-1 0 1,1 0-1,0 0 0,0 1 1,0-1-1,0 1 0,-1 0 1,1 1-1,0-1 0,0 0 1,0 1-1,-1 0 0,1 0 1,0 1-1,0-1 1,0 1-1,1-1 0,-1 1 1,0 1-1,1-1 0,-1 0 1,1 1-1,0 0 0,0-1 1,0 1-1,0 1 1,0-1-1,1 0 0,-1 1 1,1-1-1,0 1 0,0 0 1,0 0-1,0-1 0,1 1 1,0 0-1,0 1 1,0-1-1,0 0 0,0 7 1,-1 3-33,1 1 0,1 0 1,0-1-1,1 1 1,1 0-1,0-1 0,1 0 1,8 26-1,-9-34-245,1 0-1,0 0 1,0 0 0,1 0 0,0 0-1,0 0 1,0-1 0,1 0-1,5 6 1,-6-8-234,0 0 0,0 0-1,1 0 1,-1-1 0,1 1 0,0-1 0,-1 0-1,1-1 1,0 1 0,0-1 0,0 0-1,0 0 1,8 0 0,-8 0-523,0-1-1,0 1 1,0-1-1,0-1 1,0 1-1,0-1 1,0 0-1,0 0 1,-1 0-1,8-3 1,11-20-8729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09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23 175 8500,'0'0'15420,"0"17"-13115,4 142 3285,-10-200-4874,-12-98-1787,17 117 905,0 4 90,1 1-1,3-31 1,-3 45 42,1 0 1,-1-1-1,1 1 0,0 0 0,0 0 0,0-1 1,1 1-1,-1 0 0,1 0 0,-1 0 0,1 1 1,0-1-1,0 0 0,0 0 0,1 1 0,-1 0 0,0-1 1,1 1-1,0 0 0,3-2 0,-5 3-222,1 1 0,0-1 0,0 1 0,-1-1-1,1 1 1,0-1 0,0 1 0,0 0 0,0 0-1,0 0 1,-1 0 0,1 0 0,0 0 0,0 1 0,0-1-1,0 0 1,0 1 0,-1 0 0,4 1 0,17 13-8894,-8-2-2146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10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0 6067,'0'0'14967,"-116"90"-12022,84-52-2001,5 2-944,5-1-304,1-3-2017,6-4-5122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10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15 5635,'0'0'21561,"-2"-2"-19282,1 1-2168,0 0 0,0 0-1,1 0 1,-1 0 0,0 0 0,0 0 0,0 1 0,0-1 0,0 0-1,0 1 1,-1-1 0,1 1 0,0-1 0,0 1 0,0 0 0,-1-1-1,1 1 1,0 0 0,0 0 0,0 0 0,-1 0 0,1 0 0,-2 0-1,-2 1-9,1-1 0,-1 2 0,0-1 0,0 0 0,0 1 0,-5 2 0,-5 4-126,0 1 0,-24 17 0,37-24 22,1-1 0,-1 0 0,0 0 0,1 1 0,0-1 0,-1 1 0,1-1 0,0 1 0,-1 0 0,1-1 0,0 1 0,0 0-1,0 0 1,1 0 0,-1 0 0,0 2 0,1-2 8,0-1 1,0 1-1,0-1 0,0 0 0,0 1 0,1-1 0,-1 1 1,0-1-1,1 0 0,0 1 0,-1-1 0,1 0 0,0 0 1,-1 1-1,1-1 0,0 0 0,0 0 0,1 1 0,6 5-151,0-1 0,0 0 0,1 0-1,-1-1 1,15 6 0,4 3-1587,-26-13 1686,0-1 0,0 1 0,0-1 0,0 1 0,0 0 0,0-1 0,0 1 1,0 0-1,-1-1 0,1 1 0,0 0 0,-1 0 0,1 0 0,0 0 0,-1 0 0,1 0 0,-1 0 0,1 0 0,-1 0 0,0 0 0,1 0 0,-1 0 0,0 0 0,0 0 0,0 0 0,0 0 0,0 0 0,0 0 0,0 0 0,0 1 0,0-1 1,-1 0-1,1 0 0,0 0 0,0 0 0,-1 0 0,1 0 0,-1 0 0,1 0 0,-1 0 0,0 0 0,1-1 0,-1 1 0,0 0 0,0 0 0,1 0 0,-2 0 0,-6 6 471,0-1-1,0 0 0,-1-1 1,-12 7-1,4-2-142,-2 4-278,-5 4-1893,7-11-4138,4-6-2494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3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22655,'3102'416'0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2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41 368,'0'0'10165,"9"-10"-9013,-2 3-910,-5 4-154,0 1 0,0-1 0,0 1 0,1 0 0,-1-1-1,1 1 1,-1 1 0,7-4 0,-9 4-62,1 1 1,-1 0 0,1 0-1,-1 0 1,1 0-1,-1 0 1,1 0-1,-1 0 1,1 0-1,-1 0 1,1 0-1,-1 0 1,0 1-1,1-1 1,-1 0-1,1 0 1,-1 0-1,1 1 1,-1-1-1,1 0 1,-1 0-1,0 1 1,1-1-1,-1 0 1,0 1-1,1-1 1,-1 1-1,2 1 98,-1 0 0,0 0 0,0 0 0,0 1 0,0-1 0,-1 0 0,1 1 0,-1-1 0,1 3 0,25 178 5498,4 97-2091,-13-114-2319,2 31-608,-10 337 0,-28-392-561,11-88-80,7-47-29,0-4-30,1-1 0,0 1 0,-1-1 1,1 1-1,-1-1 0,0 0 0,0 1 0,1-1 0,-2 0 0,-1 4 0,2-19-6782,5-24 190,3-18-2087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5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0 435 288,'0'0'4802,"10"-10"-3462,27-30 151,-23 28 7887,2 12-6671,39 1-931,-9 0-1022,0-2-1,68-10 1,170-45 222,62-11-397,-123 32-539,631-122-509,-630 115 857,-126 37 6465,-97 5-6541,1 0-374,-1 0-554,-4 1-71,0 1 0,0 0-1,0 0 1,1-1 0,-1 2 0,1-1-1,-1 0 1,1 1 0,-3 3 0,-13 11-2699,-16 0-3996,-7 0-3452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5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2 672,'0'0'363,"0"5"341,1 6 369,0 25 3614,-1-35-4438,0 1-1,0-1 1,1 1-1,-1-1 1,0 1 0,1-1-1,-1 0 1,0 1-1,1-1 1,0 0-1,-1 1 1,1-1 0,0 0-1,0 0 1,0 1-1,0-1 1,1 2-1,0-3-80,-1 1 0,0 0-1,0 0 1,0-1-1,0 1 1,0 0-1,0 0 1,0 0 0,0 0-1,0 0 1,0 1-1,0-1 1,-1 0-1,1 0 1,-1 1 0,1-1-1,-1 0 1,1 0-1,-1 1 1,0-1-1,1 1 1,-1-1 0,0 0-1,0 1 1,0 2-1,-10 41 2761,2-4 827,8-39-3697,0-1-1,0 0 0,0 1 1,1-1-1,-1 0 0,0 0 1,1 0-1,-1 1 0,1-1 1,-1 0-1,1 0 0,0 0 1,0 0-1,-1 0 0,1 0 1,0 0-1,0 0 0,0 0 1,0 0-1,0 0 0,0-1 1,0 1-1,0 0 0,0-1 1,0 1-1,1-1 0,-1 1 1,0-1-1,0 0 0,3 1 1,5 1 76,0-1 0,0 0 1,15 0-1,-14-1 19,47-1 375,0-2-1,80-16 1,113-35 137,-36 6-368,22 10-397,252-8 0,247 31-1213,-720 11 3688,-14 2 671,-14 1-2346,12 1-1471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6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1 739 4866,'0'0'6174,"23"-23"-2533,17-17-2179,103-96 2530,327-284 2234,-330 305-4644,-132 111-1488,-12 11-190,-11 10-416,7-9-122,-18 13-3203,5-14-6187,10-7 1188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6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1521,'0'0'11370,"11"18"-9193,30 40 1061,73 80-1,175 146 875,30 33-4070,-291-281-47,-23-29 7,0 1 1,1-1 0,0 0-1,0-1 1,10 9 0,-16-16-381,0 0 1,1 0 0,-1 0 0,0 0-1,0 0 1,0 0 0,0 0 0,0 0-1,0 0 1,0 0 0,0 0 0,0 0-1,0 0 1,-1 1 0,1-1-1,-1-2 1,-15-20-6928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8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1985,'0'0'8983,"0"0"-8882,1 0-1,-1 0 1,0 1 0,0-1 0,0 0 0,0 0-1,0 0 1,0 0 0,0 0 0,0 0 0,1 0 0,-1 0-1,0 0 1,0 0 0,0 0 0,0 0 0,0 0-1,0 0 1,0 0 0,0 0 0,1 0 0,-1 0 0,0 0-1,0 0 1,0 0 0,0 0 0,0 0 0,0 0-1,0 0 1,0 0 0,1-1 0,-1 1 0,0 0 0,0 0-1,0 0 1,0 0 0,0 0 0,0 0 0,0 0-1,0 0 1,0 0 0,0 0 0,0 0 0,0-1 0,0 1-1,0 0 1,0 0 0,0 0 0,0 0 0,1 0-1,-1 0 1,0 0 0,0 0 0,0-1 0,0 1 0,-1 0-1,31 200 4649,59 693-3060,-76-772-2297,-4 1-1,-10 153 1,-1-254 199,-1 0 0,-1 0 0,-1 0 0,-1 0 0,0-1 0,-11 22 0,16-40 549,-1-7-7755,-2-20 2036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0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0 267 80,'0'0'4405,"4"0"-3442,77-4 5172,-38 2-5769,260-29 1801,-212 19-1924,1053-117-1329,-1132 128 1261,147-14-304,-52 12 9050,-83-1-7278,9 3-1644,-23 2 2,-1-1 0,1-1-1,-1 0 1,17-3 0,24-10 189,104-13 1,-78 16-140,-62 8 220,18-2-558,-12 7 4091,-19-1-3789,1 0-1,-1 0 0,1 1 1,-1-1-1,0 0 0,1 0 1,-1 1-1,0-1 0,0 1 1,0-1-1,1 3 0,7 9 33,23 17 32,2-2 0,1-1 0,57 34 0,52 41 13,44 87 79,-49-45-3,-123-129-51,1 0 0,0-1 0,1-1 1,1 0-1,0-2 0,1 0 0,0-1 0,0-2 0,1 0 1,0 0-1,38 6 0,-101-8-14822,15-6 3718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1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1094 272,'0'0'4295,"-7"5"-3142,6-5-1164,-27 18 1707,24-16-1061,0 0 0,0-1 0,-1 1 1,1-1-1,-1 0 0,1-1 0,-1 1 0,-5 0 0,-4 0 670,31-4-932,200-43-260,1 10 0,359-14 0,-370 42-796,414-27 2225,-591 32-888,105-8 766,-46 8 6342,-87 14-8416,3-6-6533,4-11 1356,-2-2 7588,91-93-1903,18-20 1045,286-366 1126,-374 448-1820,56-66 466,-73 93 141,0 1 0,1 0 0,0 1 0,0 0 0,1 1 0,19-10 0,-32 19-778,0 0 0,0 0 0,0 0 0,0 0 0,0 0 0,0 0 0,1 0 0,-1-1 0,0 1 0,0 0 1,0 0-1,0 0 0,0 0 0,0 0 0,0 0 0,0 0 0,0 0 0,0 0 0,1 0 0,-1 0 0,0 0 0,0 0 0,0 0 0,0 0 0,0 0 0,0 0 0,0 0 0,0 0 0,0 0 0,0 1 1,1-1-1,-1 0 0,0 0 0,0 0 0,0 0 0,0 0 0,0 0 0,0 0 0,0 0 0,0 0 0,0 0 0,0 0 0,0 0 0,0 0 0,0 0 0,0 1 0,0-1 0,0 0 0,0 0 0,0 0 1,0 0-1,0 0 0,0 0 0,0 0 0,0 0 0,0 0 0,0 1 0,0-1 0,0 0 0,0 0 0,0 0 0,0 0 0,0 0 0,0 0 0,0 0 0,0 0 0,0 0 0,-4 12 390,-10 14-703,14-25 351,-15 21-269,-5 10-429,14-9-8711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4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143 252 3714,'0'0'11042,"-1"21"-8926,-9 146 1411,7-125-2540,0 12-605,-3 0 0,-1 0 0,-19 66 0,26-120-422,0 1-1,0 0 1,0-1-1,0 1 1,0 0-1,0-1 1,0 1-1,-1 0 1,1-1-1,0 1 1,0 0-1,-1-1 0,1 1 1,0-1-1,-1 1 1,1 0-1,-1-1 1,1 1-1,0-1 1,-1 1-1,1-1 1,-1 0-1,0 1 0,1-1 1,-1 1-1,1-1 1,-1 0-1,1 1 1,-1-1-1,-1 0 1,2-1-12,-1 0 0,0 0 0,0 0 0,0 0 0,1 0 0,-1 0 0,1 0 0,-1 0 0,1 0 0,-1-1 0,1 1 0,-1 0 0,1-3 0,-8-49-799,5 14 503,2 0 1,1-1 0,2 1-1,2 0 1,2 0 0,21-73-1,-18 84 110,1 2 1,1-1-1,2 1 0,0 1 0,2 0 0,1 1 0,0 1 0,2 0 1,1 2-1,25-24 0,-35 37 350,1 0 1,0 0-1,0 1 1,1 0-1,0 1 0,0 1 1,15-6-1,-22 9 15,1 0 0,-1 1-1,0 0 1,1 0 0,-1 1 0,1-1-1,-1 1 1,1 0 0,-1 0-1,1 0 1,-1 1 0,1 0 0,-1-1-1,1 2 1,-1-1 0,0 0-1,0 1 1,1 0 0,-1 0-1,0 0 1,-1 0 0,1 1 0,5 4-1,0 2 64,-1 0 0,0 0 0,-1 1 0,0 0 0,0 1 0,-1-1 0,-1 1 0,0 1-1,6 18 1,-5-11-75,-1 0 0,-1 1 0,-1-1 0,-1 1-1,0 23 1,-2-38-106,0 1 0,0-1-1,-1 1 1,0-1-1,0 0 1,0 1 0,0-1-1,-1 0 1,0 0 0,0 0-1,-1 0 1,1 0 0,-1-1-1,-6 8 1,3-6 20,0 0 1,-1 0-1,0 0 1,0-1-1,0 0 1,-1-1-1,0 0 1,-11 5-1,-28 9 208,-2-2-1,-72 15 1,71-21 360,1 3 1,-65 26 0,110-37-546,1-1 0,0 1 0,0-1 0,0 1 1,0 0-1,0 0 0,0 1 0,0-1 1,1 0-1,-1 1 0,1 0 0,0-1 1,-3 5-1,4-6-38,1 1 0,-1 0 0,1-1-1,0 1 1,-1-1 0,1 1 0,0 0 0,0 0 0,0-1 0,0 1 0,0 0-1,0-1 1,1 1 0,-1 0 0,0-1 0,1 1 0,0-1 0,-1 1 0,1 0-1,0-1 1,0 1 0,-1-1 0,1 0 0,0 1 0,1-1 0,-1 0 0,0 0 0,2 2-1,10 10 206,1 0-1,1-1 1,0 0 0,0-1-1,1-1 1,1-1-1,0 0 1,0-1-1,24 8 1,-22-11-808,0 0-1,0-1 1,1 0 0,-1-2 0,26 0-1,-41-2 27,1 0 0,-1 0-1,1-1 1,-1 0 0,1 0-1,-1 0 1,0 0 0,1-1-1,-1 0 1,0 0 0,0 0-1,4-3 1,26-18-6349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5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0 10389,'0'0'6955,"-16"2"-3572,1-2-2711,8 0-451,-1 0 0,1 1 1,-1-1-1,1 2 0,-1-1 0,1 1 1,0 0-1,0 0 0,0 1 0,0 0 1,0 1-1,-9 5 0,-4 5 768,0 1 0,-29 27 0,44-38-910,1 1-1,0 0 1,0 0 0,0 0-1,0 0 1,1 1 0,0-1-1,0 1 1,0 0 0,1 0 0,0 0-1,0 0 1,1 0 0,-1 0-1,0 11 1,2-16-92,1-1 1,-1 1-1,0 0 0,0-1 1,0 1-1,0-1 0,0 1 0,1-1 1,-1 1-1,0-1 0,1 1 1,-1-1-1,0 1 0,1-1 0,-1 1 1,0-1-1,1 0 0,-1 1 1,1-1-1,-1 1 0,1-1 0,-1 0 1,1 0-1,-1 1 0,1-1 1,-1 0-1,1 0 0,0 1 0,25 1-706,-19-2 471,-1-1 0,1 0 1,-1 0-1,1-1 0,8-3 1,1-3-97,0-1 1,0-1 0,-1 0 0,17-15 0,-31 24 781,-1 24-324,0-19-423,1 1-1,-1-1 0,1 1 1,0-1-1,1 1 0,-1-1 0,1 0 1,-1 1-1,1-1 0,3 4 1,-3-5-297,0 0 1,0 0-1,0-1 1,0 1-1,0-1 1,0 1 0,1-1-1,-1 0 1,1 0-1,0 0 1,0 0-1,-1-1 1,1 1-1,4 1 1,12 0-4835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5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7700,'0'0'14270,"0"15"-13280,0 125 168,0-139-1164,0 0 0,0 0-1,0 0 1,0 0 0,0 0 0,0 0 0,0 0 0,0 0 0,0 0 0,0 0 0,1 0 0,-1 0 0,1 0 0,-1 0-1,0 0 1,1 0 0,-1-1 0,1 1 0,0 0 0,-1 0 0,1 0 0,0-1 0,-1 1 0,1 0 0,0-1-1,0 1 1,1 0 0,-1-1-31,1 0 0,-1 1-1,1-1 1,0 0 0,-1 0-1,1 0 1,0 0 0,-1-1 0,1 1-1,0 0 1,-1-1 0,1 1-1,0-1 1,1 0 0,5-3-130,0-1 0,0 1 1,0-1-1,10-10 0,4-3-345,24-24-862,-43 42 1385,-1 1 0,1 0 0,-1-1 0,1 1 0,-1 0 0,0 0-1,1 1 1,-1-1 0,0 0 0,0 1 0,3 2 0,8 4-56,-7-5-144,1 0 0,0-1 0,1 1 1,-1-2-1,0 1 0,1-1 1,-1 0-1,0 0 0,1-1 1,-1 0-1,9-1 0,-13 0 152,0 1-1,0-1 0,-1 0 1,1 1-1,0-1 0,0 0 1,-1-1-1,1 1 0,-1 0 1,1-1-1,-1 0 1,1 1-1,-1-1 0,0 0 1,0 0-1,0 0 0,0 0 1,0-1-1,-1 1 1,1 0-1,-1-1 0,1 0 1,-1 1-1,0-1 0,0 0 1,0 1-1,0-1 0,0 0 1,-1 0-1,1-5 1,0 1 298,-1 0 1,1-1 0,-1 1-1,-1 0 1,0-1 0,0 1-1,-2-10 1,1 13 29,1 0-1,-1 0 1,0 0 0,-1 0-1,1 0 1,-1 1 0,0-1-1,0 1 1,0-1 0,0 1-1,0 0 1,-1 0 0,-3-2-1,5 3-797,-29-19 3663,21 15-6317,3 4-6168,22 2-2346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6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0 609 8420,'0'0'9212,"18"-20"-7902,119-133-27,-55 57-1655,108-165 0,-190 267 831,-10 125 1009,5-95-1218,2-1 0,1 1 0,2 0 0,5 41 0,-5-76-262,0-1 0,0 1 0,1 0 1,-1-1-1,0 1 0,0-1 0,0 1 0,1-1 0,-1 1 0,0-1 0,0 1 0,1-1 0,-1 1 0,0-1 0,1 0 0,-1 1 0,1-1 0,-1 1 0,1-1 0,-1 0 0,1 1 0,-1-1 0,1 0 0,-1 0 0,1 1 0,-1-1 0,1 0 0,-1 0 0,1 0 0,-1 0 0,1 0 0,0 0 0,-1 1 1,1-1-1,-1-1 0,1 1 0,-1 0 0,1 0 0,0 0 0,-1 0 0,1 0 0,-1 0 0,1-1 0,-1 1 0,2-1 0,24-16-265,114-147-419,-37 41-705,29-18 980,-132 141 472,0 0 1,0 0-1,0 0 0,-1 0 1,1 0-1,0 0 0,0 0 1,0 0-1,0 1 0,1-1 1,-1 0-1,0 0 0,0 0 1,0 0-1,0 0 0,0 0 1,0 0-1,0 0 1,0 0-1,0 0 0,0 0 1,0 0-1,0 1 0,0-1 1,0 0-1,0 0 0,0 0 1,0 0-1,0 0 0,0 0 1,0 0-1,1 0 0,-1 0 1,0 0-1,0 0 1,0 0-1,0 0 0,0 0 1,0 0-1,0 0 0,0 0 1,0 0-1,0 0 0,0 0 1,1 0-1,-1 0 0,0 0 1,0 0-1,0 0 0,0 0 1,0 0-1,0 0 0,0 0 1,0 0-1,0 0 1,0 0-1,0 0 0,1 0 1,-1 0-1,0 0 0,0-1 1,-2 16 874,-7 19-573,-37 72 1075,-5 16-409,45-104-1043,0 1 0,2 0 0,0 0 0,-2 35 0,5-40-198,0-5-182,0 0 0,1 0 0,2 17 0,-1-25 245,-1 1 0,0-1 0,0 1 0,1 0 0,-1-1 1,1 1-1,0-1 0,-1 0 0,1 1 0,0-1 0,0 1 0,0-1 0,0 0 0,0 0 0,0 0 0,0 1 0,0-1 0,1 0 0,-1 0 0,0-1 0,0 1 0,1 0 0,-1 0 0,1-1 0,-1 1 0,1-1 0,1 1 0,4 1-783,0-2-1,-1 1 0,1-1 0,0 0 0,0 0 1,-1-1-1,1 0 0,0 0 0,-1-1 1,1 1-1,-1-2 0,13-4 0,18-18-5719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6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0 64,'0'0'18881,"-20"1"-16542,-65 2-770,79-2-1469,0 0 0,0 0-1,1 0 1,-1 0 0,1 1 0,-1 0-1,1 0 1,0 1 0,0-1 0,0 1 0,0 0-1,0 1 1,0-1 0,1 1 0,0 0-1,0 0 1,0 0 0,0 0 0,0 1-1,1 0 1,0 0 0,0 0 0,0 0-1,1 0 1,0 0 0,0 1 0,0-1-1,1 1 1,-1-1 0,1 1 0,0 0 0,1 10-1,0-14-109,0 0 0,1-1 1,-1 1-1,1 0 0,-1-1 0,1 1 0,-1-1 0,1 1 0,0-1 0,0 0 0,0 1 0,0-1 0,0 0 0,0 1 0,0-1 0,0 0 0,1 0 1,-1 0-1,0 0 0,1 0 0,-1 0 0,1-1 0,-1 1 0,1 0 0,-1-1 0,1 1 0,-1-1 0,1 1 0,0-1 0,-1 0 0,1 0 1,2 0-1,9 2-207,0-1 1,0-1 0,14-1 0,-16 0-35,-6 0 142,-1 1 0,1-1 1,-1 0-1,1-1 0,-1 1 0,0-1 0,0 0 1,0 0-1,8-4 0,-10 5 121,0-1-1,0 1 1,0-1 0,0 1-1,-1-1 1,1 0 0,0 1-1,-1-1 1,1 0 0,-1 0-1,1 0 1,-1 0 0,0-1-1,0 1 1,0 0 0,0 0-1,-1-1 1,1 1 0,0 0-1,-1-4 1215,0 31-1066,0-23-288,0-1 0,0 1 0,0-1 0,0 1 0,0-1 0,0 1 0,1-1 0,-1 0 0,0 1-1,1-1 1,-1 1 0,1-1 0,-1 0 0,1 1 0,0-1 0,0 0 0,0 0 0,-1 0 0,1 1 0,0-1 0,0 0 0,1 0 0,-1 0 0,0-1 0,0 1 0,2 1 0,0-1-739,0 0 1,1-1 0,-1 1-1,1-1 1,-1 1-1,1-1 1,-1 0-1,1 0 1,-1-1-1,1 1 1,3-2 0,15-4-5839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7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0 8388,'0'0'11173,"-73"107"-7523,47-35-497,1 1-1600,4 4-305,6-5-95,4-3-545,4-5-512,3-11-96,0-10-352,-4-11-592,3-11-625,-5-8-992,-5-9-689,-5-4-1712,-3 0-3922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7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 6323,'0'0'8841,"22"-1"-4791,179-3 835,-103 3-4538,-97 1-340,-1 0 0,1 0 0,0 0-1,-1 0 1,1 0 0,-1 0 0,1 0 0,-1-1 0,1 1 0,-1 0 0,1 0 0,-1 0 0,1-1 0,-1 1-1,1 0 1,-1 0 0,1-1 0,-1 1 0,1-1 0,-1 1 0,0 0 0,1-1 0,-1 1 0,0-1 0,1 1-1,-1-1 1,0 1 0,0-1 0,1 1 0,-1-1 0,0 1 0,0-1 0,0 1 0,0-1 0,0 1 0,0-1-1,0 1 1,0-1 0,0 0 0,0 1 0,0-1 0,0 1 0,0-1 0,0 1 0,0-1 0,0 1 0,-1-1-1,1 1 1,0-1 0,-1 0 0,0-2 6,0 1 0,-1-1-1,1 1 1,-1 0 0,0 0 0,0-1-1,0 1 1,-2-2 0,-1 1 62,0 0-1,0 0 1,0 0 0,-1 1 0,1-1 0,-1 2-1,1-1 1,-1 0 0,0 1 0,1 0 0,-1 1 0,0-1-1,0 1 1,0 0 0,0 0 0,1 1 0,-1 0-1,0 0 1,-10 3 0,12-2 34,-1-1-1,1 1 1,-1 0 0,1 0-1,0 1 1,0-1 0,0 1-1,0 0 1,0 0 0,1 1-1,0-1 1,-1 1 0,1-1-1,0 1 1,1 0-1,-1 0 1,1 0 0,-1 1-1,1-1 1,1 0 0,-1 1-1,1 0 1,-1-1 0,0 8-1,1-2-126,0 0-1,1 0 1,0 0-1,0 0 1,1 0-1,0 0 1,1-1-1,3 11 0,-4-16-236,1 0 0,0 0-1,-1 0 1,1-1-1,1 1 1,-1-1 0,0 1-1,1-1 1,4 4-1,-4-4-237,0-1 0,0 0 0,0 0 0,0 0-1,1 0 1,-1-1 0,0 1 0,1-1 0,-1 0 0,1 0-1,0 0 1,3 0 0,22 0-5790,-3-1-2401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7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25 213 10149,'0'0'13638,"0"18"-11949,0 98 1288,-11-130-2662,7-2-468,1-1 0,0 1 0,1-1 0,1 1 0,1-1 1,0 1-1,1-1 0,0 1 0,8-30 0,-6 36-254,0 0 0,1 1 0,1-1-1,-1 1 1,1 0 0,1 0 0,9-11 0,-10 14-476,0 1-1,1-1 1,-1 1 0,11-6 0,-12 8-322,0 0 1,1 1-1,-1 0 0,1 0 0,0 0 0,0 1 0,6-2 0,9 1-5312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7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6 6515,'0'0'19897,"3"40"-19657,-10-59-11045,-5-7-1648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7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12662,'0'0'11605,"34"104"-12869,-25-78-2626,6-3-3682,2-3-3457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38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217 501 11269,'0'0'8239,"-20"5"-4187,-68 20-1195,81-23-2757,1 0 1,1 0-1,-1 1 0,0 0 0,1 0 0,-1 0 0,1 0 0,0 1 0,0 0 0,0 0 0,1 0 0,-1 1 0,1 0 0,0 0 0,0 0 0,1 0 0,0 0 0,0 1 0,0-1 0,0 1 0,1 0 0,0 0 0,0 0 1,0 0-1,1 0 0,0 0 0,0 10 0,33-16-1247,-18-3 822,-1-1 1,0-1 0,0 0-1,-1-1 1,0 0-1,20-14 1,-30 56 303,-2-34-48,0 0 0,-1 0 0,1 0 0,1 0 0,-1 0 0,0 0 0,0 0 0,1 0 0,-1 0 0,1 0 0,0 0 0,0 0 0,-1-1 0,1 1 0,0 0 0,1 0 0,-1-1 0,0 1 0,3 2 1,-2-3-50,1 0 1,-1 0-1,1 0 1,-1 0 0,1 0-1,-1-1 1,1 1-1,0-1 1,-1 0 0,1 0-1,0 0 1,-1 0-1,1 0 1,0-1 0,3 0-1,0 0-86,-1-1 1,1 0-1,0 0 0,0 0 0,-1-1 0,1 0 0,-1 0 0,0 0 0,6-5 0,45-42-2257,-33 27 1564,18-17-248,-2-1-1,-1-3 1,39-60-1,-42 51 1067,-3-2-1,43-100 0,-54 94 2271,-16 20 4113,-6 38-2017,-9 7-2537,3 1-1347,-1 0-1,2 1 0,-1-1 1,1 1-1,-1 1 0,-8 12 1,-31 49 813,35-51-836,-9 16-254,0 2 1,3 0-1,1 1 1,1 0 0,2 1-1,2 1 1,1 0-1,2 1 1,2-1-1,1 1 1,1 43-1,3-42-144,0-29-46,0 0-1,1 0 1,0 0-1,1 0 1,0 0-1,5 19 0,0-21-2627,-6-8 2353,1-1 0,-1 0 0,1 1 1,-1-1-1,1 0 0,-1 0 0,1 0 0,-1 1 0,1-1 0,-1 0 0,1 0 0,-1 0 0,1 0 1,-1 0-1,1 0 0,0 0 0,-1 0 0,1 0 0,-1 0 0,1 0 0,-1-1 0,1 1 0,-1 0 1,1 0-1,-1-1 0,1 1 0,-1 0 0,1-1 0,11-11-9770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0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4066,'0'0'16565,"-3"21"-11852,2-12-7833,1 1-1440,0 0-2843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577 7 2465,'0'0'16645,"-16"-1"-14367,2-1-1751,6 0-280,-1 1-1,1 0 1,0 1-1,0 0 1,0 0-1,-1 1 0,1 0 1,0 0-1,0 1 1,0 0-1,-10 5 1,-32 16 754,1 2 0,1 3 1,1 2-1,2 1 0,-41 39 1,86-70-1002,-5 4 58,0 0 0,0 1-1,0 0 1,-7 10 0,12-14-71,-1-1 0,1 1 1,0 0-1,-1-1 0,1 1 0,0 0 0,0 0 1,-1-1-1,1 1 0,0 0 0,0 0 0,0-1 1,0 1-1,0 0 0,0 0 0,0-1 0,0 1 1,0 0-1,0 0 0,1 1 0,0-1-38,0 0 0,-1-1-1,1 1 1,0 0 0,0 0-1,0 0 1,0-1 0,0 1-1,0-1 1,0 1-1,0 0 1,0-1 0,0 0-1,0 1 1,1-1 0,-1 0-1,0 1 1,2-1 0,26 5-466,20 5-813,58 17 0,-91-21 968,-1-1-1,0 2 1,0 0-1,-1 1 0,0 0 1,0 1-1,23 21 0,-33-26 228,0-1-1,-1 1 1,0 0-1,1 0 1,-2 0-1,1 1 1,0-1-1,-1 1 1,3 8-1,-4-11 144,-1 0 1,1 0-1,-1 0 0,0 0 1,1 0-1,-1 0 0,0 0 0,0 0 1,0 0-1,-1 1 0,1-1 1,-1 0-1,1 0 0,-1 0 1,1 0-1,-1 0 0,0 0 0,0 0 1,0-1-1,0 1 0,0 0 1,-1 0-1,1-1 0,-1 1 0,1-1 1,-3 3-1,-18 11 700,-1 0 1,0-1-1,-2-2 0,-35 14 1,21-9-185,-211 84 1738,279-113-7419,46-27 1,14-7-2029,-22 16 472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0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5987,'0'0'18510,"-3"7"-16325,-10 19-601,8-18-1110,1 0 1,-1 1-1,1-1 0,1 1 0,0 0 1,0 1-1,-3 16 0,7-26-497,-1 1-1,1-1 1,0 1-1,0-1 1,-1 1-1,1-1 1,0 0-1,-1 1 1,1-1-1,0 0 1,0 0 0,0 1-1,-1-1 1,1 0-1,0 0 1,0 0-1,0 0 1,0 0-1,-1 0 1,1 0 0,1-1-1,25 0-369,-25 1 326,11-2-107,1 0 1,0-2 0,-1 1-1,1-2 1,17-8 0,20-6-554,-51 18 799,1 1 1,-1 0-1,1 0 0,-1 0 0,1-1 0,0 1 0,-1 0 0,1 0 0,-1 0 0,1 0 0,0 0 0,-1 0 0,1 0 0,-1 0 0,1 0 0,0 1 0,-1-1 1,1 0-1,-1 0 0,1 0 0,-1 1 0,1-1 0,-1 0 0,1 1 0,-1-1 0,1 0 0,-1 1 0,1-1 0,-1 1 0,1-1 0,-1 1 0,0-1 0,1 1 1,-1-1-1,0 1 0,1-1 0,-1 1 0,0 0 0,4 30-53,-1-5-63,-1-20-164,0 0 0,0 0 0,1 0 0,-1-1 0,2 1 0,-1-1 0,0 0 0,1 0 0,0 0 0,0 0 0,7 5 0,-6-6-674,1 0 1,0 0-1,-1-1 0,2 0 0,-1 0 1,0 0-1,1-1 0,-1 0 0,1 0 1,9 1-1,30 2-7773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1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221 479 2049,'0'0'11026,"-13"22"-6525,-4 3-3355,2-4 199,2 1 0,0 0 0,-17 45 0,-1 12 1577,-49 112-140,75-184-3259,2-13-70,3-20-360,0 18 757,0-61-891,3-141-1066,0 160 1480,2 0 0,14-56 0,-6 56 236,35-92 1,-39 120 437,2 0 0,0 0-1,2 2 1,0-1 0,1 1-1,20-20 1,-28 34 145,0 0 0,1 0 0,-1 1 0,1 0 0,0 1-1,1-1 1,8-3 0,-15 8-116,1-1 0,0 0 0,-1 0-1,1 1 1,0-1 0,0 1 0,0-1-1,-1 1 1,1 0 0,0-1 0,0 1-1,0 0 1,0 0 0,0 1 0,0-1-1,-1 0 1,1 1 0,0-1 0,0 1-1,0-1 1,-1 1 0,1 0 0,0 0-1,-1 0 1,1 0 0,-1 0 0,1 0-1,-1 0 1,1 0 0,-1 1 0,0-1-1,0 1 1,0-1 0,1 1 0,-1-1-1,0 3 1,3 5 113,0 0 0,-2 0 0,1 0 0,-1 0 0,0 1 0,-1-1 0,0 1 0,0-1 0,-1 1 0,-1 0 0,1-1 0,-2 1 0,1-1 0,-1 1 0,-1-1 0,0 0 0,0 0 0,0 0 0,-1 0 0,-1-1 0,0 1 0,0-1 0,0 0 0,-11 12 0,-3-5-86,-2 3-839,12-6-3700,27-11-17110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1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96 448 12310,'-5'19'3505,"-11"46"1119,-8 77-1,22-120-3747,-1-1 0,-9 32 0,5-41-687,1-17-290,-3-23-363,3-12 62,3-1 1,1 1-1,1-1 1,3 0-1,1 1 1,16-72-1,-11 79 218,1 0 0,2 2 0,0-1 0,3 1 0,0 1 1,2 0-1,1 1 0,35-43 0,-49 68 209,38-41-148,-38 43 206,-1-1 0,1 1 0,0 0 0,0 0-1,0 0 1,0 0 0,0 1 0,0-1 0,0 1-1,0 0 1,1 0 0,-1 0 0,0 0 0,4 0-1,-6 1-2,1 1 0,-1-1 0,0 0 0,0 1-1,0-1 1,1 1 0,-1-1 0,0 1-1,0-1 1,0 1 0,0 0 0,0 0 0,0-1-1,0 1 1,0 0 0,-1 0 0,1 0 0,0 0-1,0 0 1,-1 0 0,1 0 0,-1 1 0,1-1-1,-1 0 1,1 0 0,-1 0 0,0 1 0,1-1-1,-1 0 1,0 2 0,3 45 1431,-3-44-1334,0 5-56,0 1 0,-1-1 0,-1 0 0,0 0 0,0 0-1,-1 0 1,0 0 0,0-1 0,-1 1 0,0-1 0,0 0 0,-1 0-1,0 0 1,-1-1 0,0 0 0,0 0 0,0 0 0,-1-1 0,0 0 0,0 0-1,-1 0 1,-12 6 0,19-11-307,0 0-1,0-1 1,0 1 0,0-1-1,0 1 1,0 0-1,-1-1 1,1 0-1,0 1 1,0-1 0,-1 0-1,1 0 1,0 0-1,0 1 1,-1-1 0,1 0-1,0-1 1,-1 1-1,-1 0 1,2-1-286,0 0-1,1 0 1,-1 0 0,0 0 0,0 0-1,1 0 1,-1 0 0,0 0-1,1 0 1,-1 0 0,1-1 0,0 1-1,-1 0 1,1 0 0,0 0-1,0-1 1,0 1 0,0 0 0,0 0-1,0-1 1,0 0 0,0-35-11910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1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 17528,'0'0'2769,"-45"133"321,33-65 1568,-1-8-2881,2-5-1153,2-8-352,1-10-272,-1-5-96,-1-9-1265,6-8-1312,-3-9-1889,1-6-4530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2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16327,'0'0'7044,"-24"98"-2562,16-72-2609,7-2-1153,1-8-384,0-7-336,0-7-848,0-17-7108,1-21-1264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2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 6723,'0'0'14919,"-28"105"-12758,28-52-1921,0-2-240,18-3-592,3-2-1841,-6-7-2834,-9-7-3969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2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15 133 5715,'0'0'11066,"20"-8"-8321,66-27-789,-78 31-1573,0 1-1,0-2 1,0 1 0,0-1 0,10-9-1,-16 12-306,0 0-1,0 1 1,-1-1-1,1 0 1,-1 0-1,1 0 1,-1 0-1,0 0 1,0 0-1,0-1 1,0 1-1,0 0 1,0 0-1,-1-1 0,1 1 1,-1-1-1,0-2 1,0 4-36,0 0 0,0 1 0,0-1-1,-1 0 1,1 1 0,0-1 0,0 0 0,-1 1 0,1-1 0,-1 1 0,1-1 0,-1 1 0,1-1 0,-1 1 0,1-1-1,-1 1 1,1-1 0,-1 1 0,1 0 0,-1-1 0,0 1 0,1 0 0,-1 0 0,0-1 0,1 1 0,-1 0-1,0 0 1,1 0 0,-1 0 0,0 0 0,1 0 0,-2 0 0,-29 0 332,23 0-242,0 1 4,0 0 0,1 0-1,-1 1 1,1 0 0,0 0-1,0 1 1,-1 0 0,2 0-1,-1 0 1,0 1 0,1 0-1,-11 9 1,14-11-69,-1 1-1,2-1 1,-1 1 0,0-1 0,0 1-1,1 0 1,0 0 0,-1 0 0,1 1 0,1-1-1,-1 0 1,0 1 0,1-1 0,-1 1-1,1 0 1,0-1 0,0 1 0,1 0-1,-1 0 1,1-1 0,0 1 0,0 0-1,0 0 1,0 0 0,1-1 0,0 1 0,1 5-1,0-6-100,0 1-1,0-1 0,0 0 0,1 0 1,-1 0-1,1 0 0,0 0 0,0-1 0,0 1 1,0-1-1,0 0 0,0 0 0,1 0 1,-1 0-1,1 0 0,0-1 0,4 2 1,5 1-705,1-1 0,-1 0 0,23 3 0,79-4-9982,-50-2 55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2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86 448 13494,'0'0'13913,"-7"17"-12704,-23 54-163,24-56-645,-2 3 845,7-19-1225,1 1 0,0 0 1,-1 0-1,1-1 0,0 1 1,-1 0-1,1 0 0,0-1 0,-1 1 1,1 0-1,0-1 0,-1 1 1,1 0-1,0-1 0,0 1 1,-1-1-1,1 1 0,0 0 1,0-1-1,0 1 0,0-1 0,0 1 1,0-1-1,-1 1 0,1 0 1,0-1-1,0 1 0,0-1 1,-7-26 91,1 0-1,1 0 1,1-1 0,-1-36 0,5 45-185,0 0-1,2 0 1,0 0-1,0 0 0,2 0 1,1 1-1,7-23 1,-7 31-210,0 0 0,1 0 1,0 1-1,0 0 0,1 0 1,15-16-1,2 3-2976,27-20-1,-16 15-1832,10-12-4084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0 104 3794,'0'0'1395,"20"-1"638,233-7 4092,-189 5-5115,76-2-249,229-36 0,-352 38-817,-10 2 7,0 0 0,-1-1 0,1 1 0,0-1 0,-1-1 0,1 1 0,8-6 0,-12 2-851,-7-3-5195,-7 2 652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3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13078,'0'0'9562,"22"9"-7014,-12-4-2319,28 11 369,0-1 1,41 10-1,-77-25-589,15 4 45,1 2 1,-1-1 0,0 2-1,22 12 1,-36-17-67,0 0-1,1 0 1,-1 1 0,0-1 0,0 1 0,0 0 0,0 0 0,-1 0 0,1 0 0,-1 0 0,3 7 0,-4-8-9,0 1 0,0-1-1,-1 1 1,1-1 0,-1 1 0,0-1 0,1 1 0,-1 0 0,0-1 0,-1 1 0,1-1 0,0 1-1,-1 0 1,0-1 0,1 1 0,-1-1 0,0 0 0,0 1 0,-1-1 0,-1 3 0,-3 4-43,-1-1 1,0 1 0,0-1 0,-1 0-1,0-1 1,-11 8 0,-11 4-3971,21-18-1849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4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56 2577,'0'0'9898,"2"-11"-8132,9-33 78,-10 43 2,1 9-1266,-1 16-10,16 334 4373,4 185-3758,-20 77-1148,-5-517-134,-33 201 0,-63 93-715,94-375 413,-11 29-3748,16-56-3707,1-22 2113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5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1 391 224,'0'0'4095,"4"-5"-3377,-1 1-456,0 0 0,1 0 0,-1 1 0,1 0 0,0-1 0,0 1 0,0 1 1,0-1-1,1 1 0,-1-1 0,1 1 0,5-2 0,240-56 5209,134-7-2087,857-66 75,-813 96-3322,-58 10-149,-92 8 1995,-263 18 1910,-25 2-2765,-25 5-927,21-6 67,13 0-270,1 0 0,-1 0 0,1-1-1,-1 1 1,1 0 0,-1 0 0,1 0 0,-1 0-1,1 0 1,-1 0 0,0 0 0,1 0 0,-1 0-1,1 0 1,-1 0 0,0 0 0,1 0-1,-1 0 1,1 0 0,-1 0 0,1 1 0,-1-1-1,1 0 1,-1 1 0,1-1 0,-1 0-1,1 1 1,-1-1 0,1 0 0,0 1 0,-1-1-1,1 1 1,-1-1 0,1 1 0,0-1-1,-1 1 1,1-1 0,0 1 0,0-1 0,0 1-1,-1-1 1,1 1 0,-1 28 47,2 0 0,1 0 0,1 0 0,1 0 0,2-1 0,1 0 0,1 0 0,20 46 0,-2-23-69,2-2-1,2-2 1,3 0-1,1-2 1,2-2-1,67 63 1,277 198-870,-171-146 650,-192-144 272,2-1 58,-1 2-1,-1 0 1,0 1-1,-1 0 1,16 23-1,-29-34 6,-1 0 1,1 0-1,-1 0 1,0 1-1,0-1 0,-1 1 1,2 9-1,-16-15-13657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6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0 243 2049,'0'0'9466,"18"-2"-7895,136-11 2610,99-9-568,120-18-2411,-41 4-1012,-74 12-151,469-58-113,-675 71 408,-37 7 509,0 1 0,1 0 0,16 0 0,-31 3 1211,-1 36-4847,1-25-622,2-6-3983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7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1294 1601,'0'0'6285,"13"-18"-4246,163-203 3809,35-27-1714,106-119-1830,-211 254-984,135-110 0,-104 123 4307,-137 100-5787,-1 0-1,1 0 1,0 0 0,0 0-1,0 0 1,-1-1-1924,1 0 1924,0 1 0,0 0-1,0 0 1,0 0 0,0 0-1,0 0 1,0 0 0,0 0 0,0-1-1,0 1 1,0 0 0,0 0-1,0 0 1,0 0 0,0 0-1,-21 5-3937,10-2 1553,-24 5-5915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8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27 812 1761,'0'0'2294,"-5"10"-1491,-12 29 518,13-29 135,7-10-319,1 0 0,0-1 0,-1 1 0,1-1 0,0 1 0,-1-1-1,5-2 1,-3 1-759,-1-1 0,0 0 0,1 0 0,-1 0 0,0 0-1,0-1 1,6-7 0,92-105 619,106-157-1,-148 176-1025,-59 111 840,-7 81-155,2-66-612,2 1 0,1-1 0,6 51 0,-5-78-63,0-1 0,0 1 0,0-1-1,0 1 1,1-1 0,-1 0 0,0 1 0,1-1 0,-1 0-1,1 1 1,0-1 0,0 0 0,-1 1 0,1-1-1,0 0 1,0 0 0,0 0 0,0 0 0,0 0 0,0 0-1,0 0 1,0 0 0,1 0 0,-1-1 0,0 1 0,1 0-1,-1-1 1,0 1 0,1-1 0,-1 0 0,0 1 0,1-1-1,-1 0 1,1 0 0,-1 0 0,1 0 0,-1 0 0,1 0-1,-1 0 1,0 0 0,1-1 0,-1 1 0,1 0 0,-1-1-1,2 0 1,3-2-43,0 1-1,-1-1 1,1 0-1,-1 0 0,0-1 1,0 0-1,0 0 1,0 0-1,5-7 1,73-99-887,72-128 0,-14 20-101,-103 170 1562,-36 62 2719,-4 18-2278,-2-1-1,-15 61 1,0 3-15,8-8-758,0 126 0,11-210-339,0-1-1,0 1 1,0-1-1,0 0 0,0 1 1,1-1-1,-1 0 1,1 1-1,-1-1 0,1 0 1,0 0-1,0 1 1,0-1-1,0 0 0,1 0 1,-1 0-1,2 2 1,-1-3-410,1 1 1,-1-1 0,0 0-1,0 0 1,0 0 0,1 0 0,-1-1-1,0 1 1,1-1 0,-1 1-1,1-1 1,-1 0 0,1 0-1,-1 0 1,0 0 0,1 0 0,2-1-1,25-4-9467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8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0 14711,'-16'7'3276,"-5"2"-2157,1 1 1,0 0-1,1 1 1,0 1-1,1 1 1,0 1-1,-15 16 1,25-22-941,1 1 0,0 0 0,0 1 0,1-1 0,1 1 0,-1 1 0,2-1 1,-1 1-1,2 0 0,-1-1 0,1 2 0,1-1 0,0 0 0,1 0 0,0 1 0,1 14 0,0-24-182,1 0 1,-1-1-1,1 1 0,0-1 1,0 1-1,0-1 0,0 0 0,0 1 1,0-1-1,0 0 0,0 1 1,0-1-1,1 0 0,-1 0 1,0 0-1,1 0 0,-1 0 0,1-1 1,-1 1-1,1 0 0,-1-1 1,1 1-1,0-1 0,-1 1 1,1-1-1,0 0 0,-1 0 0,1 0 1,0 0-1,3 0 0,4 0-45,0 0 0,0 0-1,0-1 1,16-3 0,-11-1-109,-1-1 0,0 0 0,0-1-1,-1 0 1,0-1 0,0-1 0,-1 1 0,0-2 0,0 0 0,-1 0 0,0-1 0,-1 0 0,12-19 0,-14 18 912,-9 17 685,-7 20-860,7-17-589,1 0 1,0 1-1,0-1 0,1 0 1,0 1-1,0-1 0,3 16 1,-2-21-219,-1 0 0,1-1 1,0 1-1,0 0 1,1-1-1,-1 1 1,0-1-1,1 0 0,-1 1 1,1-1-1,0 0 1,0 0-1,0 0 0,0 0 1,0 0-1,0-1 1,0 1-1,1-1 1,-1 1-1,1-1 0,-1 0 1,1 0-1,-1 0 1,1 0-1,0 0 0,0-1 1,2 1-1,30 0-8194,-26-1 4220,6 0-6601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9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6227,'0'0'16191,"12"8"-14513,37 28-176,-46-33-1331,-1 1 0,1-1-1,-1 1 1,1-1-1,-1 1 1,0 0 0,-1 0-1,1 0 1,-1 0-1,1 1 1,-1-1 0,-1 0-1,1 1 1,0-1-1,-1 0 1,0 1 0,-1 6-1,3 17 510,-2-27-684,0-1 1,0 1-1,1-1 0,-1 1 0,0-1 0,0 0 0,0 1 0,0-1 0,0 1 0,0-1 0,1 0 0,-1 1 0,0-1 0,0 0 0,1 1 0,-1-1 0,0 0 0,1 1 1,-1-1-1,0 0 0,1 1 0,-1-1 0,0 0 0,1 0 0,-1 0 0,1 1 0,-1-1 0,0 0 0,1 0 0,-1 0 0,1 0 0,-1 0 0,0 0 0,1 0 1,17-7-517,11-20-394,-28 27 909,41-48-1089,-29 31 984,2 1 0,0 0 0,0 1 0,32-23 0,-47 38 173,0 0 1,0 0-1,0-1 0,0 1 0,1 0 0,-1 0 0,0 0 0,0 0 0,0 0 0,0 0 1,0 0-1,1 0 0,-1 0 0,0 0 0,0 0 0,0 0 0,0 0 0,1 0 1,-1 0-1,0 0 0,0 0 0,0 0 0,0 0 0,0 0 0,1 1 0,-1-1 0,0 0 1,0 0-1,0 0 0,0 0 0,0 0 0,0 0 0,0 0 0,1 0 0,-1 1 1,0-1-1,0 0 0,0 0 0,0 0 0,0 0 0,0 0 0,0 1 0,0-1 0,0 0 1,3 12 1118,-3 19-574,0-24-82,-1 12 81,0-13-567,1-1 1,-1 0 0,1 1 0,0-1-1,1 0 1,-1 1 0,1-1 0,0 0-1,3 9 1,-3-13-238,1 0-1,-1 0 1,1 0-1,-1 0 1,1 0-1,-1 0 1,1 0-1,-1-1 1,1 1-1,0-1 1,-1 1-1,1-1 1,0 0-1,-1 1 1,1-1 0,0 0-1,0 0 1,1 0-1,33-4-5740,-33 3 4895,1 0-1,-1-1 0,1 1 0,-1-1 0,1 0 0,-1 0 1,0 0-1,0 0 0,0-1 0,0 1 0,3-5 1,12-13-7585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9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19 2161,'0'0'21447,"-1"4"-19387,-1 6-1147,0 0 0,0 0 1,1 1-1,1-1 1,0 12-1,0-20-900,0 0 1,0 0-1,0-1 1,0 1-1,0 0 1,1 0-1,-1 0 1,0 0-1,1 0 1,0 0-1,-1 0 1,1-1-1,0 1 1,0 0-1,0-1 1,0 1-1,1-1 1,-1 1-1,0-1 0,0 1 1,1-1-1,-1 0 1,1 0-1,0 1 1,-1-1-1,1 0 1,0-1-1,-1 1 1,1 0-1,0 0 1,0-1-1,0 1 1,0-1-1,-1 1 1,4-1-1,-2 0-155,1 0 0,-1 0-1,0-1 1,0 1 0,0-1-1,0 0 1,0 1 0,0-1-1,0-1 1,0 1 0,0 0-1,0-1 1,0 0 0,3-2-1,0-2-132,0 0 0,-1 0 0,0 0-1,6-10 1,-3 4 11,13-14-22,-13 16 704,-1 1-1,14-23 3535,-23 53-3544,1-15-531,0 26 382,1-31-333,0 0 0,0 0 0,0 0 1,1 0-1,-1 0 0,0 0 1,1 0-1,-1 0 0,1-1 1,-1 1-1,1 0 0,0 0 0,-1 0 1,1-1-1,0 1 0,-1 0 1,1-1-1,0 1 0,0-1 0,0 1 1,-1-1-1,1 1 0,0-1 1,0 1-1,0-1 0,0 0 1,0 0-1,0 1 0,2-1 0,60 2-10619,-14-2-421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49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409 134 16520,'0'0'6045,"-7"-17"-1926,-24-52-1718,30 66-2275,-1 0-1,1 0 0,-1 0 0,0 1 0,0-1 1,0 0-1,0 1 0,-1-1 0,1 1 0,-1 0 1,1 0-1,-1 0 0,0 0 0,0 0 1,1 0-1,-1 1 0,-1-1 0,1 1 0,0 0 1,0 0-1,0 0 0,-1 1 0,1-1 0,0 1 1,-1 0-1,1-1 0,0 1 0,-7 1 1,2 1-121,1 0 0,-1 0 0,1 0 0,-1 1 0,1 0 0,0 0 0,0 1 0,0 0 0,-8 6 0,-2 4-5,1 0 0,1 1 0,0 1 0,1 1 0,1 0 0,0 0 0,1 1 0,1 1 0,1 0 0,1 0 0,0 1 0,2 0 0,0 1 0,-4 22 0,1 13 0,2 0 0,2 1 0,3 0 0,5 63 0,2-73-468,17 84 0,-4-37-2375,-13-65-636,0 38-1,-4-65 3095,0-2 239,0 0-1,0 1 0,0-1 1,0 0-1,0 0 0,0 1 1,0-1-1,0 0 1,0 0-1,0 1 0,0-1 1,0 0-1,0 0 0,0 0 1,0 1-1,0-1 0,0 0 1,0 0-1,0 1 1,0-1-1,0 0 0,0 0 1,-1 0-1,1 1 0,0-1 1,0 0-1,0 0 1,0 0-1,-1 1 0,1-1 1,0 0-1,0 0 0,0 0 1,-1 0-1,1 0 1,0 0-1,0 1 0,0-1 1,-1 0-1,1 0 0,0 0 1,0 0-1,-1 0 1,1 0-1,0 0 0,0 0 1,-1 0-1,1 0 0,0 0 1,0 0-1,-1 0 1,1 0-1,0-1 0,-14 1-6584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0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0 158 10309,'0'0'6101,"25"-8"-2099,-4 1-3196,152-42 2998,156-8 22,-327 57-3791,31-9-48,-32 8 46,1 1-1,-1 0 1,0-1 0,0 1 0,0-1-1,0 1 1,0-1 0,0 1 0,0-1 0,0 0-1,0 0 1,0 1 0,-1-1 0,1 0-1,0 0 1,0 0 0,-1 0 0,1 0-1,0 0 1,-1 0 0,1 0 0,-1 0-1,1-2 1,-2 2 19,1 0 0,-1 0 0,0 1 0,0-1-1,0 1 1,0-1 0,0 1 0,0-1 0,0 1-1,0 0 1,0-1 0,0 1 0,0 0 0,0 0-1,0 0 1,0-1 0,0 1 0,0 0 0,0 1 0,0-1-1,0 0 1,0 0 0,-2 1 0,-1-1 57,-7 0-72,1 1 0,0 0 0,-1 1 0,1 0 0,0 1-1,0 0 1,0 0 0,0 1 0,0 1 0,1-1 0,0 2 0,0-1 0,0 1 0,1 0 0,-1 1 0,2 0 0,-1 0 0,-12 17 0,16-19-32,1 0 1,0 0 0,1 1 0,-1-1 0,-1 8 0,3-12-19,1 1 0,-1-1 0,1 1 0,-1 0 1,1 0-1,0-1 0,-1 1 0,1 0 0,0 0 0,0-1 0,0 1 0,1 0 0,-1-1 0,0 1 0,1 0 0,-1 0 0,1-1 0,-1 1 0,1-1 0,0 1 1,0-1-1,0 1 0,1 1 0,1-1-46,0 0 1,1 0 0,-1 0-1,1 0 1,-1-1 0,1 1 0,0-1-1,0 0 1,-1 0 0,1 0-1,0-1 1,5 1 0,54-1-667,-47-1 508,-8 1 90,0-1 0,0 0 0,0-1 0,0 0 0,0 0 0,-1-1 0,1 0 0,11-7 0,-14 8 174,-1 0-1,0-1 1,0 1-1,-1-1 1,1 0-1,-1-1 1,1 1-1,-1 0 1,0-1-1,0 0 1,0 0-1,-1 0 1,0 0 0,1 0-1,-1 0 1,2-7-1,-2 12 118,-1-1-1,1 1 1,0 0 0,0-1-1,0 1 1,-1 0 0,1 0-1,0 0 1,-1 0 0,1 1 0,0-1-1,2 3 1,11 7-902,-9-8 100,1 0 1,-1-1-1,0 0 1,1 0-1,-1-1 0,1 0 1,-1 0-1,8 0 0,31-1-6981,-37-1 5749,28 0-8442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0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 12118,'0'0'15783,"-121"15"-14086,97 8-321,5 3-287,4-2-513,11-3-448,4 0-128,0-6 0,19-8-352,11-7-593,8 0-495,3-3-801,3-16-1297,-5-8-1424,-1-1-2418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0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 18456,'0'0'10341,"-109"164"-7844,88-87-1184,10 9-1153,4 3-160,7-1 0,0-7 0,0-6 0,0-11 0,0-15 0,0-9-480,0-14-1761,-14-5-849,-8-12-1232,-4-9-2417,-8 0-5474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1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0 118 9893,'0'0'3916,"23"-9"345,6-3-2867,104-37 3182,-94 37-3227,-3 0 1099,62-12 1,-97 24-2374,-1 0 1,1 1-1,0-1 1,-1 0-1,1 0 1,0 1-1,-1-1 0,1 0 1,0 1-1,-1-1 1,1 1-1,-1-1 1,1 1-1,0-1 1,-1 1-1,0-1 1,1 1-1,-1 0 0,1-1 1,-1 1-1,0-1 1,1 1-1,-1 0 1,0 0-1,0-1 1,1 1-1,-1 0 1,0-1-1,0 1 0,0 0 1,0 0-1,0-1 1,0 1-1,0 0 1,0 1-1,-1 38-521,1-28 657,0 35-211,1-46-17,-1 0 0,1-1 0,0 1 0,0 0 0,0-1 0,0 1-1,-1-1 1,1 0 0,0 1 0,0-1 0,0 0 0,0 0 0,0 1 0,0-1 0,0 0 0,0 0 0,0 0 0,0 0-1,0 0 1,0 0 0,1-1 0,26 0-866,-22-2 897,0 1 1,0-1 0,-1 0-1,1 0 1,-1 0 0,1-1-1,-1 0 1,0 0 0,0 0-1,-1-1 1,1 0 0,-1 1 0,0-2-1,0 1 1,-1 0 0,0-1-1,5-10 1,-7 18 31,-1 1 0,1-1 1,0 1-1,-1-1 0,1 0 0,0 1 0,0-1 1,1 0-1,-1 0 0,0 0 0,4 4 0,11 10-4228,-2-14-1085,3-1-3107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1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46 298 11957,'0'0'12289,"-3"18"-9923,1 10-1690,1-11 15,-1 0-1,-1 0 1,-5 20 0,8-37-674,0 0-1,0 0 1,0 1-1,0-1 1,0 0-1,0 0 1,0 0 0,0 0-1,0 0 1,0 0-1,0 0 1,0 1-1,0-1 1,0 0 0,0 0-1,0 0 1,0 0-1,0 0 1,0 0-1,0 0 1,0 1 0,0-1-1,0 0 1,0 0-1,0 0 1,0 0-1,0 0 1,-1 0 0,1 0-1,0 0 1,0 0-1,0 0 1,0 0-1,0 1 1,0-1-1,0 0 1,0 0 0,-1 0-1,1 0 1,0 0-1,0 0 1,0 0-1,0 0 1,0 0 0,0 0-1,0 0 1,-1 0-1,1 0 1,0 0-1,0 0 1,0 0 0,0 0-1,0 0 1,0 0-1,0 0 1,-1-1-1,1 1 1,-5-8 226,-1-14-246,0-21-369,3-1 1,1 0-1,5-55 1,-2 83-322,1 1 0,0 0 0,1-1 1,8-22-1,-7 29-446,0 0 1,0-1-1,1 2 1,8-13-1,0 6-3000,-1 13-1844,-3 2-726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1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3169,'0'0'10472,"18"-12"-8525,57-42-719,-66 48-845,-1-1 1,0 0-1,-1 0 1,1 0-1,-2-1 1,11-16-1,-7 10 462,-8 12-629,-1 1 0,0-1-1,0 1 1,0-1 0,0 0 0,0 1-1,0-1 1,0 0 0,-1 0 0,1 1-1,0-1 1,-1 0 0,0 0-1,1 0 1,-1 0 0,0 0 0,0 0-1,0-2 1,-1 3-33,0 0 0,1 0 0,-1 0 0,0 0 1,0 0-1,0 0 0,1 1 0,-1-1 0,0 0 0,0 0 0,0 1 0,0-1 0,0 1 0,0-1 1,-1 1-1,1-1 0,0 1 0,0-1 0,0 1 0,0 0 0,-1 0 0,1 0 0,0 0 0,0 0 1,0 0-1,-1 0 0,0 0 0,-3 0-104,1 0 0,-1 0 1,1 1-1,0-1 0,-1 1 0,1 0 1,0 0-1,-1 1 0,1-1 0,0 1 1,0 0-1,0 0 0,1 0 0,-1 1 1,0-1-1,1 1 0,0 0 0,-1 0 1,1 0-1,0 0 0,0 1 0,1-1 0,-1 1 1,1 0-1,0-1 0,0 1 0,0 0 1,0 1-1,1-1 0,0 0 0,-1 0 1,2 0-1,-1 1 0,0-1 0,1 1 1,0 6-1,0-5-167,0 0-1,0-1 1,0 1 0,1 0 0,0-1-1,0 1 1,0-1 0,1 1 0,0-1 0,3 8-1,-3-10-170,0 0 0,0-1-1,0 1 1,0-1 0,1 1-1,-1-1 1,0 0 0,1 0-1,0 0 1,0 0 0,-1 0-1,1-1 1,0 1-1,1-1 1,-1 0 0,0 0-1,0 0 1,0 0 0,6 0-1,5 1-3692,0-2 0,23-1 0,-35 1 3557,39-3-10546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2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48 311 2961,'0'0'24910,"-3"14"-23938,-12 43 284,15-56-1170,0-1 0,0 1 0,0 0 0,-1-1 0,1 1 0,0-1 0,0 1 0,0-1-1,0 1 1,-1-1 0,1 1 0,0 0 0,0-1 0,-1 1 0,1-1 0,0 0 0,-1 1 0,1-1 0,-1 1 0,1-1 0,0 0-1,-1 1 1,1-1 0,-2 1 0,-5-10 473,0-19-598,4 11 61,0-1-1,2 0 1,0 1-1,1-1 1,1 0-1,1 1 1,0-1-1,1 1 1,7-21-1,-7 30-154,0-1-1,0 1 1,1 0 0,0 0-1,1 0 1,0 0 0,0 1-1,1 0 1,0 0 0,0 0-1,0 1 1,1 0 0,0 0-1,0 0 1,1 1 0,0 0-1,-1 1 1,2 0 0,14-6-1,25-7-8907,-30 10 13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7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2449 720,'0'0'6761,"-11"7"-5425,-32 20-316,42-26-942,1 0 0,-1-1 0,1 1 0,-1-1 1,0 1-1,1-1 0,-1 1 0,0-1 1,0 0-1,1 1 0,-1-1 0,0 0 0,0 1 1,0-1-1,1 0 0,-1 0 0,0 0 1,0 0-1,0 0 0,0 0 0,1 0 0,-1 0 1,0 0-1,0 0 0,0 0 0,1-1 1,-1 1-1,0 0 0,0-1 0,0 1 1,1 0-1,-1-1 0,-1 0 0,-1-19 920,2 16-827,-1-33 99,2 0 1,1 0-1,1 0 0,3 1 1,0-1-1,3 1 0,1 1 1,14-38-1,34-69-33,134-240 0,123-109 225,-143 236 1171,152-307 0,-177 298 1635,-142 298-2790,-4-21-685,0 0-1,-1 0 1,-5 25 0,4-32-195,0 0 0,0 0 0,-1 0 0,0 0 1,0-1-1,0 1 0,-1-1 0,0 0 0,-8 9 0,8-9-1321,-1 0-1,0-1 1,0 1-1,-11 6 1,0-6-5881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8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0 3506,'0'0'10148,"-13"3"-9275,1 0-676,0 0 1,0 1 0,0 0 0,1 1-1,0 0 1,0 1 0,-19 13 0,-112 90 1394,-280 196 1228,327-245-2566,152-98-285,84-73 0,-23 17 93,-109 87-50,26-19 33,67-40 0,-89 60 72,1-1 1,-1 2-1,1 0 0,0 0 1,0 2-1,1 0 0,-1 0 0,1 1 1,17 0-1,-26 3-39,-1-1-1,0 1 1,0 0-1,0 0 1,0 1 0,0-1-1,0 1 1,-1 0-1,1 1 1,-1-1-1,1 1 1,-1 0-1,0 0 1,0 0 0,0 0-1,0 1 1,-1 0-1,4 4 1,7 10 347,-1 1 1,21 37-1,-14-20 133,5 5 389,35 42 1,-49-69-805,1-1 0,0 0 0,1 0 1,1-2-1,-1 0 0,22 13 1,-33-23-219,17 8-1292,-8-12-3597,-6-8-2399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59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96,'0'0'6371,"6"0"-4410,18 0-32,-18 0 4378,1 0-5056,432-29 1223,-65 0-2614,-2 24-588,-371 6 855,0-1-1,0 0 1,0 0-1,-1 0 1,1 0 0,0 0-1,0 0 1,-1 0 0,1 0-1,0 0 1,0-1 0,0 1-1,-1 0 1,1 0-1,0-1 1,-1 1 0,1 0-1,0-1 1,-1 1 0,1-1-1,0 1 1,-1-1-1,1 1 1,-1-1 0,1 1-1,-1-1 1,2-1 0,-10-3 3390,-4 4-3972,7 1 1677,-1 0-3786,5 0 2229,1 0-1,0-1 1,-1 1-1,1 0 1,0 0-1,-1 0 1,1 0-1,0 0 1,-1-1 0,1 1-1,0 0 1,0 0-1,-1-1 1,1 1-1,0 0 1,0 0-1,0-1 1,-1 1 0,1 0-1,0-1 1,0 1-1,0 0 1,0 0-1,0-1 1,0 1 0,-1 0-1,1-1 1,0 1-1,0 0 1,0-1-1,0 1 1,0-1-1,0 1 1,0 0 0,1-1-1,-1 1 1,0-1-1,0-13-7014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00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10101,'0'0'8726,"25"18"-6829,2 1-1444,-2 0-79,0-2-1,1-1 1,1-1 0,41 17-1,22 1 202,-47-19-455,-1 3-1,71 37 1,-112-53-110,1-1 0,-1 1-1,0-1 1,0 1 0,0 0 0,0-1-1,0 1 1,0 0 0,0 0 0,0-1-1,0 1 1,0 0 0,0 0 0,0 0 0,-1 0-1,1 0 1,0 1 0,-1-1 0,1 0-1,-1 0 1,1 0 0,-1 0 0,0 1 0,1-1-1,-1 0 1,0 0 0,0 1 0,0-1-1,0 0 1,0 1 0,0-1 0,0 0-1,0 0 1,-1 1 0,1-1 0,0 0 0,-1 0-1,1 1 1,-1-1 0,1 0 0,-1 0-1,0 0 1,1 0 0,-1 0 0,-1 2 0,-5 3 103,0 0 0,0 0 1,0 0-1,-1-1 1,-10 5-1,7-3-112,-108 76-437,70-45-5504,37-29-1365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00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4178,'0'0'1030,"2"24"-65,56 587 10665,19 592-8037,-83-763-3443,-34-5 13,-18-95-420,60-351-5657,9-54-772,3-9-501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07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1 146 4690,'0'0'11424,"0"0"-11363,0-1 1,0 1-1,0-1 1,0 1-1,0-1 1,0 1-1,0-1 1,0 1-1,0-1 0,0 1 1,0-1-1,1 1 1,-1-1-1,0 1 1,0-1-1,0 1 0,1-1 1,-1 1-1,0-1 1,1 1-1,-1 0 1,0-1-1,1 1 0,-1-1 1,1 1-1,-1 0 1,0-1-1,1 1 1,-1 0-1,1 0 0,-1-1 1,1 1-1,-1 0 1,1 0-1,-1 0 1,1 0-1,384-33 2666,-271 26-2527,1280-70 4191,-1237 64 1332,-156 12-4763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08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12166,'0'0'1966,"7"23"640,-4-10-2058,6 20 943,1 0-1,1-1 1,25 48-1,-9-34-932,2-2 0,1-1 0,3-1 0,1-2 0,2-1 0,2-2 0,55 43 0,-37-39-528,1-2 0,3-2-1,0-3 1,3-3-1,72 26 1,-103-45-17,4 0 2,57 30 0,-92-42-47,0 1 1,0-1 0,0 1 0,0-1-1,0 1 1,0 0 0,0 0-1,-1-1 1,1 1 0,0 0-1,0 0 1,-1 0 0,1 0-1,-1 0 1,1 0 0,0 0 0,-1 0-1,0 0 1,1 0 0,-1 0-1,0 0 1,0 0 0,1 0-1,-1 0 1,0 1 0,0-1-1,0 0 1,0 0 0,0 0-1,-1 0 1,1 0 0,0 0 0,0 0-1,-1 0 1,1 0 0,-1 1-1,1-1 1,-1-1 0,1 1-1,-1 0 1,0 0 0,1 0-1,-1 0 1,0 0 0,-1 1 0,-5 6-671,-1-1 1,0 1 0,-17 11 0,16-12 34,-101 66-8913,44-36 461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08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0 198 1361,'0'0'17360,"18"-8"-15685,192-67 1636,-83 44-2648,1 5 1,180-13 0,259 20-1236,-368 19-234,-114 0-6533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09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1 965 8292,'100'-149'4199,"156"-179"0,-94 127-1731,-149 185-2249,100-137 2005,-93 122-115,22-46 1,-35 68-678,-8 21-1873,-1-1-137,2-4 21,-1 0-1,-1-1 1,1 1-1,-1-1 1,-1 1 0,1-1-1,-1 0 1,-3 6-1,3-7-1093,-1 0 1,1 0-1,-1-1 0,1 1 1,-8 5-1,-10 5-9661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1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6771,'0'0'12267,"0"3"-11504,2 16 282,5 61 1116,-3 2-4150,-4-71 697,1 7-1936,-4-3-3474,-8-6-1605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1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6259,'0'0'11651,"22"-11"-11003,-14 6-606,7-3 33,0 0 0,1 0 1,0 2-1,0 0 0,0 1 1,1 0-1,-1 2 0,1 0 1,24-2-1,-4 4 124,0 2 1,-1 1-1,1 2 1,-1 2-1,0 1 1,0 1-1,-1 2 1,66 29-1,-59-20-267,-2 2-1,0 1 1,-2 3-1,0 1 1,53 48-1,-85-68-134,1 1 0,-1 1 0,-1-1 0,0 1 0,7 12 0,-10-17 172,-1-1 0,0 1-1,0 0 1,0 0 0,0-1 0,0 1 0,0 0-1,-1 0 1,0 0 0,1 0 0,-1 0 0,0 0-1,0 0 1,-1 0 0,1 0 0,-1 0 0,1 0-1,-1 0 1,0-1 0,0 1 0,-2 3 0,0-1 54,-1-1 0,1 0 0,-1-1 1,0 1-1,0-1 0,0 0 1,0 0-1,0 0 0,-1 0 0,-5 2 1,-56 22 411,42-18-195,-248 84 1937,-18 7-1297,301-101-9522,28-6 3921,0-9-607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1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2625,'0'0'14663,"28"109"-12038,-28-83-784,0-2-705,0-9-431,0-1-481,0-7-224,-2-5 0,2 4-672,-4-14-9989,4-20-16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1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14967,'0'0'6003,"-5"117"-9877,7-82-944,7-1-3490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2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7908,'0'0'9497,"-18"2"-5450,-53 6-1090,69-8-2859,0 0 0,1 0 1,-1 0-1,0 0 1,1 1-1,-1-1 1,0 1-1,1-1 0,-1 1 1,1-1-1,-1 1 1,1 0-1,-1 0 1,1 0-1,0 0 0,-1 0 1,1 0-1,0 0 1,0 0-1,-1 0 1,0 2-1,2-1-103,-1-1-1,1 1 1,0-1 0,0 1-1,0-1 1,-1 0 0,2 1-1,-1-1 1,0 1 0,0-1-1,0 1 1,0-1-1,1 0 1,-1 1 0,1-1-1,-1 0 1,1 1 0,1 1-1,2 4-255,1 1 0,1-1 0,-1 0-1,13 11 1,-10-11-9,-1 1 0,1 0-1,-2 0 1,1 1 0,10 18 0,-16-25 255,0 0 0,0 1 0,0-1 1,0 0-1,0 1 0,0-1 0,-1 0 0,1 1 1,-1-1-1,0 1 0,0-1 0,0 1 1,0-1-1,0 1 0,0-1 0,-1 1 1,1-1-1,-1 1 0,1-1 0,-1 0 0,0 1 1,0-1-1,0 0 0,-1 0 0,1 1 1,0-1-1,-1 0 0,1 0 0,-1-1 0,0 1 1,-2 2-1,-5 2-7,-1 0 0,1 0 0,-1-1 0,0-1 0,-1 0 0,1 0 0,-1-1 0,1 0 0,-1-1 0,0 0 0,0 0 0,-14-1 0,24-1-312,-1 0-1,1 0 0,0 0 0,0 0 0,0 0 0,0 0 0,0 0 0,-1 0 1,1-1-1,0 1 0,0 0 0,0-1 0,0 1 0,0-1 0,0 1 1,0-1-1,0 0 0,0 1 0,0-1 0,0 0 0,1 0 0,-1 1 0,0-1 1,0 0-1,1 0 0,-2-2 0,-5-19-9024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2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0 13542,'0'0'5315,"-26"145"-1474,13-75-1199,5 1-1186,-1-3-847,3-9-81,-1-11-528,1-10-272,0-6-1105,-3-8-672,-6-3-976,-6-10-2338,-3-11-4065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2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1 148 9989,'0'0'8724,"19"4"-4848,2 0-2935,-12-3-649,0 1 0,0 0-1,0 0 1,0 1 0,-1 0 0,1 1-1,-1 0 1,0 0 0,0 0 0,0 1-1,8 7 1,-2-1 338,-6-5-383,1 0 1,-1 1 0,-1 0 0,1 0-1,-1 1 1,8 11 0,-13-12 230,-3-17-233,1-16-305,1 0 0,1 1 0,6-34 1,-6 50-187,1 0 1,0 0 0,0 1-1,1-1 1,0 1 0,0 0-1,1 0 1,0 0 0,0 1-1,1 0 1,0 0 0,14-12 0,-18 16-205,1 1 0,0 1 0,0-1 0,0 0 0,0 1 1,0-1-1,0 1 0,6-2 0,-7 3-23,-1 0 0,1-1-1,0 1 1,-1 0 0,1 0 0,0 0 0,-1 0-1,1 0 1,0 1 0,-1-1 0,1 0-1,0 1 1,-1-1 0,1 1 0,-1 0 0,1-1-1,0 1 1,-1 0 0,2 1 0,12 17-6701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2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12118,'0'0'16631,"-32"40"-16823,34-50-7748,12-16 1105,-1-13-4786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3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8452,'0'0'10805,"37"-2"-16488,-6 2-496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3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1 14967,'0'0'3481,"-12"22"249,1 1-2610,-3 2 475,1 2 0,1 0 0,-14 50 0,3 21 1234,14-54-2742,-1-1-1,-31 77 1,41-120-205,1 1 1,-1-1-1,1 0 0,-1 1 0,1-1 1,-1 0-1,1 0 0,-1 0 0,1 1 1,-1-1-1,1 0 0,-1 0 1,1 0-1,0 0 0,-1 0 0,1 0 1,-1 0-1,1 0 0,-1 0 0,1 0 1,-1 0-1,1-1 0,0 1 1,-1 0-1,1 0 0,0-1 0,34-5-1731,-3 0 461,-24 6 1192,0-1 0,0 1 0,-1 0 0,1 1 0,0 0 1,0 0-1,0 1 0,11 4 0,-16-5 199,0 0 0,0 1 1,-1-1-1,1 1 0,-1 0 0,1-1 0,-1 1 0,1 1 1,-1-1-1,0 0 0,0 0 0,0 1 0,0-1 0,-1 1 1,1 0-1,-1-1 0,1 1 0,-1 0 0,0 0 0,0 0 1,0 0-1,-1 0 0,1 0 0,0 5 0,-1-5 119,0 0-1,1 0 1,-1 1-1,0-1 1,-1 0-1,1 0 1,-1 0-1,1 0 1,-1 0-1,0 0 0,0 0 1,0 0-1,0 0 1,-1 0-1,1-1 1,-1 1-1,0-1 1,0 1-1,-2 2 1,-1-1 123,0 0 0,0-1 0,0 0 0,0 0 0,-1 0 0,1-1 0,-1 1 0,1-1 0,-9 1 0,-29 7 181,-1-2 1,1-2-1,-1-2 0,-49-1 1,107-11-8707,-10 6 6662,24-13-6101,10-3-2005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4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1697,'2'1'22456,"-1"-1"-22341,-1 1 0,1-1 0,-1 0 0,0 1 0,1-1 0,-1 1 0,0-1 0,1 0 0,-1 1 0,0-1 0,0 1 0,1-1 0,-1 1 0,0-1 0,0 1 1,0-1-1,0 1 0,0-1 0,0 1 0,1-1 0,-1 1 0,0-1 0,-1 2 0,0 47 2052,0-19-1474,4 54 0,-2-83-732,-1 1 0,1-1-1,0 0 1,0 1-1,-1-1 1,1 0 0,0 0-1,0 0 1,0 0-1,1 0 1,-1 0 0,0 0-1,0 0 1,0-1-1,1 1 1,-1 0 0,0-1-1,1 1 1,-1-1 0,1 1-1,-1-1 1,1 0-1,-1 1 1,0-1 0,1 0-1,-1 0 1,1 0-1,-1 0 1,1 0 0,-1-1-1,3 1 1,4-1-293,0 0-1,0 0 1,0 0 0,13-5 0,-2-3-168,-1-2 0,0 1 0,0-2 0,-2 0 0,1-1 0,18-21 0,-20 21 668,-15 13-89,0 0 1,0 0 0,1 0-1,-1 0 1,0 0-1,0 0 1,0-1 0,0 1-1,0 0 1,0 0-1,0 0 1,0 0-1,0 0 1,0 0 0,1 0-1,-1 0 1,0 0-1,0 0 1,0 0 0,0 0-1,0 0 1,0 0-1,0 0 1,0 0 0,1 0-1,-1 0 1,0 0-1,0 0 1,0 0 0,0 1-1,0-1 1,0 0-1,0 0 1,0 0 0,0 0-1,0 0 1,0 0-1,1 0 1,-1 0-1,0 0 1,0 0 0,0 0-1,0 0 1,0 1-1,0-1 1,0 0 0,0 0-1,0 0 1,0 0-1,0 0 1,0 0 0,0 0-1,0 0 1,0 0-1,0 1 1,0-1 0,0 0-1,0 0 1,0 0-1,0 0 1,2 13 2001,3 21-2644,-5-32 451,1-1 0,-1 1 0,1-1 1,-1 1-1,1-1 0,0 0 0,0 1 1,-1-1-1,1 0 0,0 1 0,0-1 1,0 0-1,1 0 0,-1 0 0,0 0 1,0 0-1,0 0 0,1 0 0,1 0 1,2 1-1009,1-1 1,-1 0-1,1 0 1,0-1-1,-1 0 1,1 0-1,-1 0 1,1 0-1,0-1 1,-1 0-1,1 0 1,8-3-1,26-16-10069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4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0 9156,'0'0'15095,"-130"153"-11189,98-78-1777,11-3-736,10 1-417,5-13-864,0-11-112,6-8-832,-3-10-705,-3-13-656,-3-10-1441,-5-8-2016,-4-4-3234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5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0 221 4914,'0'0'6344,"21"0"-2035,188-2 3598,-57 2-6380,-145 0-1503,22 0 56,43 5 0,-69-2 87,-8 2-97,-10 3 21,1-3-28,1 2 0,0 0-1,0 0 1,1 1 0,0 0 0,-18 17 0,25-20-112,1 0 0,-1 0-1,1 0 1,0 1 0,1-1 0,-1 1 0,1 0 0,0 0 0,1 1 0,-1-1 0,1 0 0,1 1 0,-1 0-1,1-1 1,0 1 0,0 11 0,1-17 0,0 1 0,0-1-1,0 0 1,1 1 0,-1-1 0,0 0-1,1 1 1,-1-1 0,0 0 0,1 0-1,0 1 1,-1-1 0,1 0 0,0 0-1,-1 0 1,1 0 0,0 0 0,0 0-1,0 0 1,0 0 0,0 0-1,0-1 1,2 2 0,0 0-25,0-1 0,0 0 0,0 0 0,0 0 0,0 0 0,0-1 0,1 1 0,-1-1 0,6 0 0,-3 0-38,1 0 0,0-1 1,-1 0-1,1 0 1,-1 0-1,1-1 0,-1 0 1,0 0-1,10-6 0,-8 3-14,-1-1-1,1 0 0,-2 0 1,1-1-1,-1 0 0,0 0 1,0 0-1,-1-1 0,0 0 1,0 0-1,-1 0 0,0 0 1,0-1-1,4-16 0,-3 0 823,0 0-1,-2 0 0,-1 0 1,-1-31 773,-1 79-1250,0-13-202,1 1 1,0 0-1,1 0 1,0 0 0,1-1-1,0 0 1,1 1-1,0-1 1,10 19-1,1-6 68,1 0 0,33 37-1,-57-69 285,0-1 0,0 0-1,1-1 1,-6-11 0,10 16-272,1-1 0,0 1 0,0-1 1,0 1-1,1-1 0,0 0 0,0 0 1,1 0-1,0 1 0,0-1 0,0 0 1,1 0-1,0 0 0,3-7 0,-1 5-34,0 0 0,1 1 0,1-1 0,-1 1 0,1 0 0,0 0 0,1 1 0,0 0 0,9-9-1,5-2-44,1 2 0,0 0 0,1 2-1,0 0 1,1 1 0,35-13-1,-41 20-168,0 0-1,1 0 0,31-4 0,18 5-5145,-50 7-2114,-7 7-8407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5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10261,'0'0'4298,"23"6"-2415,18 2-1353,0 0 1,0-3-1,45 0 0,-60-5-413,481-19 1572,-451 13-1658,-8 1 167,94-21 0,-140 25-195,-1 1 3,0 0 0,0 0 0,0 0 0,0 0 0,0 0-1,0 0 1,-1-1 0,1 1 0,0 0 0,0-1 0,0 1 0,0 0-1,-1-1 1,1 1 0,0-1 0,0 0 0,-1 1 0,1-1 0,0 1-1,-1-1 1,1 0 0,-1 0 0,1 1 0,-1-1 0,1 0 0,-1 0-1,1 0 1,-1 1 0,1-3 0,-31-1-8020,16 0 383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5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11141,'16'3'3684,"167"41"4910,-159-37-8034,0 0 0,-1 2 1,0 1-1,0 1 0,-2 1 0,31 20 1,-51-31-549,1 1 1,-1-1-1,0 0 1,0 0 0,1 0-1,-1 0 1,0 1-1,0-1 1,-1 1 0,1-1-1,0 1 1,0-1 0,-1 1-1,1-1 1,0 1-1,-1 0 1,0-1 0,1 1-1,-1 0 1,0-1 0,0 1-1,0 0 1,0-1-1,0 1 1,0 0 0,-1-1-1,1 1 1,-1 0 0,1-1-1,-1 1 1,1-1-1,-1 1 1,0-1 0,0 1-1,-2 2 1,-2 3-268,-2 1-1,1-2 1,-1 1-1,0-1 1,-8 7 0,7-7-591,-17 13-3196,10-7-1921,-1-4-6648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6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1 4770,'2'25'2775,"3"363"6931,-62 358-2122,-74-65-6066,73-426-1483,57-252-88,-5 24-524,1-1-1,1 1 0,0 37 0,10-82-5013,1 4 3301,8-36-4873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7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1 214 3698,'0'0'3577,"5"-17"-2739,17-54 93,-21 67-662,1-1-1,-1 1 0,1 0 1,1 1-1,-1-1 1,0 0-1,1 0 1,0 1-1,-1 0 0,2-1 1,-1 1-1,0 0 1,0 1-1,1-1 1,0 0-1,6-2 1,-1 1 77,-1 1 0,1 0 0,0 1 0,1 0 0,13-1 0,-14 2-217,491-39 3294,4 35-2862,-454 5-501,276-1 19,735 14-1244,-789-10 5786,-172-3-3228,-95 0-1168,-4 0-127,-1 0 1,1 1-1,0-1 0,0 0 0,0 0 0,0 0 0,-1 0 0,1 0 0,0 0 0,0 0 0,0 0 0,0 0 0,0 0 0,-1 0 1,1-1-1,0 1 0,0 0 0,0-1 0,-1 1 0,1 0 0,0-1 0,0 1 0,-1-1 0,1 1 0,0-1 0,-1 0 0,1 1 1,-1-1-1,1 0 0,-1 1 0,2-2 0,-2 1 417,-1 1-515,0 0 0,0 1 1,0-1-1,0 0 0,0 0 0,0 1 0,0-1 1,0 0-1,0 1 0,1-1 0,-1 1 1,0-1-1,0 1 0,0-1 0,1 1 1,-1 0-1,0-1 0,1 1 0,-1 0 1,0-1-1,1 1 0,-1 0 0,1 0 1,-1 0-1,1 0 0,-1 1 0,0 2 7,-1 0-1,1 1 1,0-1-1,0 1 1,1-1-1,-1 7 1,2 11 175,4 36 0,-5-57-171,5 20 92,0-1 1,1 0 0,0-1 0,2 1 0,1-1-1,0-1 1,1 0 0,1 0 0,1-1-1,14 17 1,11 9 7,1-2 1,65 55-1,-73-71-332,0-2 0,1-1 0,1-1 0,1-1 0,1-2 1,0-2-1,2-1 0,-1-2 0,55 13 0,-89-25 86,-1-1-1,1 0 1,-1 1-1,0-1 1,1 0-1,-1 1 1,0-1 0,1 0-1,-1 1 1,0-1-1,1 0 1,-1 1 0,0-1-1,0 1 1,0-1-1,1 1 1,-1-1 0,0 0-1,0 1 1,0-1-1,0 1 1,0-1-1,0 1 1,0-1 0,0 1-1,0-1 1,0 1-1,0-1 1,0 1 0,0-1-1,0 1 1,-1-1-1,1 1 1,0-1-1,0 0 1,0 1 0,-1-1-1,1 1 1,-12 19-4711,-12-2-930,-5-3-2084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8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0 388 800,'0'0'248,"17"-9"-69,189-88-878,-196 93 581,-1-1 0,0 0 0,0-1 0,11-7 1,-18 11 261,0-1 1,0 1 0,0 0 1,0 0-1,0-1 0,0 1 0,-1-1 0,1 0 0,-1 1 0,0-1 0,1 0 0,-1 0 0,-1 0 0,1 0 0,0 0 0,-1 0 0,1 0 0,-1-5 1,0 6 356,0 0 1,0 0 0,0 0 0,0 0 0,0 0 0,0 0 0,1-1 0,-1 1 0,1 0 0,-1 0-1,1 1 1,0-1 0,0 0 0,1-3 0,1 3-156,-1 1 1,0-1-1,1 0 1,0 1-1,-1 0 1,1 0-1,0-1 0,-1 2 1,1-1-1,3-1 1,64-16 1875,2 2 1,73-6 0,147-1-369,-288 23-1828,961-12 1604,-818 14-1784,128 4-457,280-4 532,-236-41 2417,-173 17-1898,-143 21-2479,-15 0-311,-19 2-4320,1 2-1991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18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1268 2001,'19'-23'6467,"247"-278"2014,299-396-4172,-508 615-2762,-33 45 453,2 1 0,43-47 0,-57 75-133,-15 19-2265,-14 19-1575,10-21 581,-1-1-1,0 0 1,0-1 0,-1 0-1,0 0 1,0-1 0,-18 9 0,-20 6-7911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0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172 578 4018,'0'0'13171,"-5"-5"-11221,-13-7-873,18 12-1039,-1 0 0,1 0 0,-1 0 1,0 0-1,1 0 0,-1 0 0,1 0 0,-1 0 1,1 0-1,-1 0 0,1 0 0,-1 1 1,1-1-1,-1 0 0,1 0 0,-1 1 1,1-1-1,-1 0 0,1 1 0,-1-1 1,1 0-1,0 1 0,-1-1 0,1 1 0,-4 5 195,1 0 0,0 0-1,0 1 1,1-1 0,-3 11-1,1-3-53,-36 139 1958,25-88-1667,-29 79-1,42-138-458,-8 12-3,9-46-701,2-9 368,2 1 0,2-1 1,16-59-1,41-108-397,-61 201 704,24-66-715,66-132 0,-73 169 609,1 0 0,2 0 1,1 2-1,2 1 0,47-46 0,-60 65 151,1 0-1,0 1 0,1 1 0,19-11 1,-26 16 78,0 1 0,0-1 0,0 1 0,0 1 0,0-1 0,0 1 0,1 0 0,-1 0 0,0 1 0,1 0 0,-1 0 0,12 2 0,-14-1-45,-1 1 0,1 0 0,-1 0 0,1 0 0,-1 0 0,0 0 0,0 1 0,0-1 0,0 1 0,0 0-1,-1 0 1,1 0 0,-1 0 0,1 1 0,-1-1 0,-1 0 0,1 1 0,0 0 0,-1-1 0,2 5 0,3 12 227,0-1 1,5 31-1,-8-35-245,-1 1 1,0 0-1,-1 0 1,-1 1-1,0-1 1,-3 18 0,2-27-37,-1 0 1,0 0 0,0 0 0,-1 0 0,0-1-1,0 1 1,0-1 0,-1 0 0,0 0 0,0 0 0,0 0-1,-1-1 1,0 0 0,0 0 0,-1 0 0,-5 4-1,-14 7 146,0-2 0,0-1 0,-1-1 0,-1-1 0,-31 7 0,27-8 75,1 1 0,0 2 0,-44 24 0,69-33-175,1-1 0,0 1 0,0 0 0,1 0 0,-1 0 1,1 1-1,0-1 0,0 1 0,1-1 0,-1 1 0,1 0 0,0 0 0,0 1 0,1-1 0,-1 0 1,1 0-1,0 1 0,1-1 0,-1 1 0,1-1 0,0 1 0,1-1 0,-1 1 0,1-1 0,0 0 1,0 1-1,1-1 0,0 0 0,0 0 0,0 0 0,0 0 0,1 0 0,5 8 0,1-5 13,-1 0-1,1 0 1,0-1-1,1 0 1,0-1-1,0 0 0,0-1 1,1 0-1,0-1 1,0 0-1,0 0 1,14 2-1,-3-2-761,0-1 1,1 0-1,-1-2 0,1-1 0,32-3 1,-48 2-115,1-1 0,-1 1 0,0-1 0,0 0 0,0-1 0,9-4 0,16-16-7321,-15 1-1494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0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0 145 9540,'0'0'9039,"21"5"-7833,69 18-208,-77-20-808,2-1 0,-1 0 0,0-1-1,0-1 1,16-1 0,-26 1-170,0 0 0,0-1 0,0 0 0,0 0 0,0 0 0,0 0 0,-1-1 0,1 1 0,0-1 0,-1 0 0,1 0 0,-1-1 0,1 1 0,-1-1 0,0 1 0,0-1 0,5-6 0,-7 6 57,1-1-1,-1 1 1,1 0-1,-1-1 1,0 1-1,0-1 1,-1 0-1,1 1 1,-1-1-1,1 1 1,-1-1-1,0 0 1,-1 1-1,1-1 1,-1 0-1,1 1 1,-1-1-1,0 1 1,-1-1-1,1 1 1,0-1-1,-1 1 1,0 0-1,0 0 1,0 0-1,0 0 1,0 0-1,-1 0 1,1 0-1,-1 1 1,0-1-1,0 1 1,-3-2-1,-5-2 164,1 2 0,-1 0 0,0 0 0,0 1 0,0 0-1,0 1 1,0 0 0,-1 1 0,1 0 0,-1 0 0,-14 3-1,22-2-158,1 0-45,-1 0 0,1 0 0,0 0 0,-1 1 0,1 0 0,0 0 0,0-1 0,-1 2 0,1-1 0,0 0 0,0 1 0,0-1-1,1 1 1,-1 0 0,0 0 0,1 0 0,-1 0 0,1 1 0,-1-1 0,1 1 0,0-1 0,0 1 0,0 0 0,1 0 0,-1 0 0,1 0 0,-1 0 0,1 0 0,0 0 0,0 0 0,1 1 0,-2 4-1,1 0-35,0 1 0,1-1-1,0 0 1,0 1 0,0-1-1,1 0 1,1 0 0,-1 1-1,1-1 1,1 0 0,0 0-1,4 10 1,1-4-198,0 0 0,1-1 0,1 0 0,0 0 0,0-1 0,1 0 0,1-1 0,22 17 0,-25-21-514,1-2 0,-1 1 0,1-1 1,0-1-1,19 6 0,-20-7-365,0-2 0,0 1 0,-1-1 1,1 0-1,0-1 0,0 0 0,16-2 0,-21 1 233,1 0 0,0 0 1,-1-1-1,1 1 0,-1-1 1,0 0-1,7-4 0,32-29-6762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0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 10197,'0'0'12597,"-107"112"-10500,75-42-400,6 3-704,7 8-321,4-7-240,4-8-208,5-8-224,2-13-96,0-9-976,1-10-1073,-7-7-1105,-7-10-2416,-7-9-3667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1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9044,'17'-4'3823,"234"-20"6529,149 12-4894,-410 13-5330,0 1-1,0 0 1,0 0 0,0 1-1,1 0 1,-1 0-1,1 1 1,0 1 0,-10 6-1,-7 4-93,-43 36 1,57-41-20,0 0 0,1 1 0,0 0 0,-13 20 0,20-25-31,0 0-1,0 0 0,1 1 1,0 0-1,1-1 0,-1 1 1,1 0-1,0 0 0,1 0 0,0 0 1,0 1-1,0 6 0,2-12-4,-1-1 0,0 0-1,1 0 1,-1 0-1,0 0 1,1 0 0,-1 0-1,1-1 1,-1 1-1,1 0 1,0 0 0,-1 0-1,1 0 1,0-1-1,0 1 1,-1 0 0,1-1-1,0 1 1,0 0-1,0-1 1,0 1 0,0-1-1,0 0 1,0 1-1,0-1 1,0 0 0,0 1-1,0-1 1,0 0-1,0 0 1,0 0 0,1 0-1,44 1-511,-35-1 436,1-2-30,1 1 0,-1-2 0,1 0-1,-1 0 1,0-1 0,0 0 0,18-10 0,-7 1 14,0 0 0,35-28 0,-51 34-933,1-4 3635,-6 7 449,-7 10-2040,1 1-998,0 0 0,1 0 0,0 0 0,0 0 0,0 1 0,1-1 0,1 1 0,-1-1 0,1 1 0,0 0 0,1 0 0,0 12 0,1-18-51,-1-1 1,0 1-1,1 0 0,-1 0 0,1 0 1,0 0-1,-1-1 0,1 1 1,0 0-1,0 0 0,0-1 1,0 1-1,1-1 0,-1 1 0,0-1 1,1 0-1,-1 1 0,0-1 1,1 0-1,0 0 0,-1 0 1,1 0-1,0 0 0,-1 0 0,1-1 1,0 1-1,0-1 0,0 1 1,0-1-1,0 1 0,-1-1 0,4 0 1,10 2-1231,0-1 1,0 0 0,18-3 0,-13 2-754,-9-1 527,0 0 1,0-1-1,0 0 0,0-1 1,0 0-1,-1 0 0,1-1 1,-1-1-1,0 0 0,13-8 1,14-15-681,-6-3 4363,-22 12 2475,-9 5 12722,0 26-16861,0-5-692,0 0 0,1 0 0,-1-1 0,1 1 0,0 0 0,3 6 0,-3-11-175,-1 0-1,1 0 1,0-1 0,0 1 0,0 0-1,0-1 1,0 1 0,1-1 0,-1 0 0,0 1-1,2 0 1,-1-1-473,0 0 0,0 0 0,-1 0 0,1 0 0,0 0 0,0-1 0,0 1 0,0-1 0,0 1 0,0-1 0,0 0 0,3 0 0,8 0-9222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1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15191,'0'0'10565,"23"86"-14615,11-69-1329,5-9-5810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1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1 7892,'0'0'11285,"-92"114"-7235,63-52-705,5 8-1504,5 2-448,0-5-1,6-6-399,0-7-753,5-11-240,1-9-112,3-7-961,4-9-671,0-8-1442,13-10-9188,8-10 1313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2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6547,'0'0'19593,"22"-1"-18443,165-5 256,-135 6-1796,-52 0 375,1-1-1,-1 1 0,1 0 0,-1 0 0,0-1 1,1 1-1,-1 0 0,1-1 0,-1 1 1,0 0-1,1-1 0,-1 1 0,0-1 1,1 1-1,-1 0 0,0-1 0,0 1 1,1-1-1,-1 1 0,0-1 0,0 1 1,0-1-1,0 1 0,0-1 0,1 1 0,-1-1 1,0 1-1,0-1 0,0 1 0,0-1 1,-1 1-1,1-1 0,0 1 0,0-1 1,0 1-1,-1-2 0,-7-21 36,4 19 89,0 0 0,0 0-1,-1 0 1,1 1-1,-1 0 1,0 0 0,0 0-1,0 0 1,0 1-1,0 0 1,-1 0 0,1 0-1,-1 1 1,1 0-1,-1 0 1,0 0 0,1 1-1,-1 0 1,0 0-1,1 0 1,-9 2 0,9-2-8,0 1 0,0 0 0,1 0 1,-1 0-1,0 1 0,1-1 1,-1 1-1,1 0 0,0 0 1,-1 1-1,1-1 0,0 1 1,1 0-1,-1 0 0,0 0 1,1 1-1,0-1 0,-1 1 1,1 0-1,1 0 0,-1 0 1,1 0-1,-1 0 0,1 1 1,-2 6-1,2-2-85,0 0 0,1-1 1,0 1-1,0 0 0,1 0 0,0 0 1,1 0-1,3 16 0,-3-20-130,0-1 0,1 1 0,-1-1 0,1 0 0,0 0 0,0 0 0,1 0 0,-1 0 0,1 0 0,0-1 0,0 1 0,0-1 0,1 0 0,-1 0 0,1 0 0,0 0 0,-1 0 0,7 2 0,-2-2-868,-1 0-1,0 0 1,1-1 0,0 0-1,-1 0 1,15 0-1,25-2-9358,-6-6-2276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2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89 339 12102,'0'0'8398,"0"18"-4868,0 149 1074,-5-121-2935,5-45-1586,0 1 0,-1-1 0,1 1 0,-1-1 0,0 1-1,1-1 1,-1 1 0,0-1 0,0 0 0,0 0 0,0 1 0,-1 0 0,1-1-59,1-1 0,-1 0 0,1 0 0,-1 1 0,0-1 0,1 0 1,-1 0-1,1 0 0,-1 0 0,0 0 0,1 0 0,-1 0 1,0 0-1,1 0 0,-1 0 0,1 0 0,-1 0 0,0 0 0,1 0 1,-1-1-1,1 1 0,-1 0 0,0-1 0,1 1 0,-1 0 0,1-1 1,-1 1-1,1 0 0,-1-1 0,1 1 0,-1-1 0,-2-3 8,0 1-1,0-1 1,1 1-1,-1-1 1,1 0-1,0 0 1,0 0-1,0 0 0,-2-8 1,-10-42-29,9 28-93,1-1 0,1 1 0,1-1 0,2 1 1,3-41-1,-1 54-254,0 1 1,0-1 0,2 1-1,-1 0 1,1-1-1,1 2 1,0-1 0,1 1-1,0-1 1,1 2 0,0-1-1,1 1 1,15-17-1,45-26-4882,-45 37 2676,30-23-5257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3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10069,'0'0'8612,"152"-4"-7636,-50 8 641,10 0-1089,1 0-464,-2-3-64,-15-1-496,-15 0-897,-13 0-288,-17-7-784,-14-8-544,-16 0-1825,-13-4-2562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3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14663,'0'0'5866,"26"5"-4236,87 15-470,160 31-225,-264-49-998,9 2 42,0 1 0,24 9 0,-39-13-60,-1 0 0,1 0-1,0 0 1,-1 1 0,1-1 0,-1 0-1,0 1 1,1 0 0,-1 0 0,0-1-1,0 1 1,0 0 0,0 1 0,0-1-1,-1 0 1,1 1 0,-1-1 0,1 1-1,-1-1 1,0 1 0,0-1 0,0 1-1,1 3 1,-3-3 21,1-1 0,-1 1-1,1-1 1,-1 0 0,0 1-1,0-1 1,0 0 0,-1 0 0,1 0-1,0 0 1,-1 0 0,1 0-1,-1 0 1,0 0 0,1 0-1,-1-1 1,0 1 0,0-1 0,0 1-1,0-1 1,-1 0 0,1 0-1,-3 1 1,-11 6-89,-1-1 0,-18 5 0,21-7-222,-61 19-5202,46-17-1212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4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4978,'-1'103'4963,"-20"44"-1346,8 30-351,9 9-449,4 2-1296,2-4-1073,7-11-384,-5-20-64,-4-29-16,0-34-977,0-30-1168,0-24-240,2-26-1168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4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 11381,'33'-5'1476,"309"-25"2880,512 22-461,6 20-3476,-343-3-1168,-427-7 364,410-4-3150,-469 0 3312,54-12 0,-17 3 1841,-65 10-1450,-1 0 1,0 1 0,0 0-1,1-1 1,-1 1 0,0 0-1,1 0 1,-1 0 0,0 1 0,0-1-1,1 1 1,-1-1 0,0 1-1,0 0 1,1-1 0,-1 1-1,0 0 1,0 0 0,0 1-1,0-1 1,-1 0 0,1 1 0,0-1-1,0 1 1,-1 0 0,3 2-1,-1 3 12,0 0 0,-1 0-1,0 0 1,0 0-1,-1 1 1,0-1 0,1 10-1,-2-12-109,11 283 2015,-10-162-1667,3 84-291,7 354-693,-11-191-3438,-1-349 3657,0 1 0,-2-1 0,-10 42-1,10-54 392,0-1-1,-1 0 0,-1 0 0,1 0 0,-2-1 0,0 0 0,0 0 0,-1 0 1,-14 16-1,18-23 42,-1 0 0,0 0 1,0 0-1,0-1 0,0 1 1,0-1-1,-1 0 1,1 0-1,-1-1 0,1 1 1,-1-1-1,-9 1 0,-3 0 104,0-1 0,-22-2 0,16 0-102,-31-3-339,-1-2-1,-84-22 1,30 5-1114,-190-27-7492,120 21 1108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5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181 121 3522,'0'0'1342,"17"-5"704,57-14 163,95-27 2508,-165 45-4215,1-1 0,-1 0 0,0 0 1,0 0-1,-1 0 0,6-5 1,-8 7-359,-1 0 1,0 0-1,1-1 1,-1 1-1,0 0 1,1-1-1,-1 1 1,0 0 0,0-1-1,1 1 1,-1-1-1,0 1 1,0 0-1,0-1 1,0 1-1,0-1 1,1 1 0,-1 0-1,0-1 1,0 1-1,0-1 1,0 1-1,0-1 1,0 1-1,0-1 1,0 1 0,-1-1-1,1 0-7,-1 0 0,0 0-1,0 1 1,0-1 0,0 0-1,0 1 1,0-1 0,0 0-1,0 1 1,0-1 0,0 1-1,0 0 1,0-1 0,0 1-1,0 0 1,-2-1 0,-17-3 129,-1 1-1,0 0 1,0 2 0,0 0-1,0 2 1,1 0 0,-1 1-1,0 1 1,0 1 0,1 1-1,-24 9 1,31-8-163,0 0-1,1 1 1,-1 0 0,1 1 0,1 1-1,0 0 1,0 0 0,0 1-1,2 1 1,-1 0 0,-10 14 0,15-16-296,-1 1 1,1-1-1,1 1 1,0 0 0,0 0-1,1 0 1,0 0-1,0 1 1,1-1-1,1 1 1,0 0 0,1-1-1,-1 1 1,2 0-1,2 17 1,-2-25-53,0 0 1,0 1 0,0-1-1,0 0 1,0-1 0,1 1-1,-1 0 1,1 0 0,0 0-1,0-1 1,0 1 0,0-1-1,0 0 1,0 0 0,1 1-1,-1-1 1,1-1-1,0 1 1,-1 0 0,1-1-1,0 1 1,0-1 0,5 2-1,5 0-1393,0 0-1,1 0 1,-1-1-1,18 0 1,30-1-4872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5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4 7700,'0'0'18149,"-1"-3"-16823,-2 3-691,0 8-238,-1 24-140,3-29-271,1-1 0,0 1 0,0 0 0,0-1 1,0 1-1,1 0 0,-1-1 0,1 1 0,-1 0 0,1-1 0,0 1 0,0-1 0,0 1 0,0-1 0,0 0 0,1 1 0,-1-1 0,1 0 0,0 0 0,-1 0 0,1 0 0,0 0 0,0-1 0,0 1 0,1 0 0,1 1 1,2-1-150,-1 0 0,1-1 0,0 1 1,-1-1-1,1 0 0,0 0 1,0-1-1,0 0 0,-1 0 0,1 0 1,0-1-1,9-2 0,-12 2 101,1 0-1,-1 0 0,0-1 0,0 1 1,0-1-1,0 0 0,0 0 1,0 0-1,-1 0 0,1-1 0,-1 1 1,1-1-1,-1 1 0,0-1 1,0 0-1,0 0 0,0 0 0,-1 0 1,1 0-1,-1 0 0,2-6 1,0-6 194,-1 6 4191,3 18-2914,-3-4-1636,0 0 0,0 0 1,1-1-1,0 1 0,0-1 1,0 1-1,0-1 0,1 0 1,0 0-1,-1-1 0,1 1 1,1-1-1,-1 0 0,0 0 1,1 0-1,5 2 0,-2-1-896,1-1-1,0 0 0,0-1 1,1 1-1,-1-2 0,0 1 1,1-2-1,11 1 0,25-1-7554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5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14 14231,'0'0'4060,"-17"-3"-130,-57-7-939,70 10-2772,-1-1 1,0 1 0,1 0 0,-1 0 0,1 1 0,-1-1 0,-5 2 0,9-2-185,-1 1 0,1-1 0,-1 1 0,1 0 1,0-1-1,-1 1 0,1 0 0,0 0 0,0 0 1,0 0-1,0 0 0,-1 0 0,1 0 0,1 0 0,-3 3 1,2 0-63,-1 0 1,1 1-1,0 0 1,0-1-1,1 1 0,-1-1 1,1 1-1,0 0 1,0-1-1,2 9 1,-2-9-74,1 1 0,0 0 0,0 0 0,1-1 0,-1 1 0,1-1 1,0 1-1,0-1 0,1 0 0,-1 1 0,5 4 0,42 43-917,-38-43 632,-1 1 0,0 1 0,11 16-1,-20-26 311,0 0 0,0 1-1,0-1 1,0 1-1,0-1 1,0 1-1,-1 0 1,1-1-1,-1 1 1,1 0 0,-1-1-1,0 1 1,1 0-1,-1-1 1,0 1-1,0 0 1,0 0-1,0-1 1,-1 1 0,1 0-1,-1 1 1,0-1 107,0-1 0,0 1 0,0-1 0,0 0 1,0 0-1,-1 1 0,1-1 0,0 0 0,-1 0 0,1 0 0,-1-1 1,1 1-1,-1 0 0,1 0 0,-1-1 0,1 1 0,-4 0 1,-4 1-220,0-1 0,0 0 0,-17 1 0,-7-3-3684,17 1-949,5 0-3744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5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 17688,'0'0'5715,"-83"124"-2066,57-47-911,3 4-1650,12 2-255,7-2-193,1-6-640,3-7 0,0-14-721,0-11-799,-4-9-945,-11-15-1185,-10-11-1520,-7-8-4707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6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8420,'16'-2'5392,"48"-4"-1142,-1 2 1,124 10 0,-116 2-3156,77 18 0,-148-26-1094,1 0 0,-1 0 0,1-1-1,-1 1 1,1 1 0,-1-1 0,1 0-1,-1 0 1,1 0 0,-1 0 0,1 0-1,-1 0 1,1 0 0,-1 1 0,0-1-1,1 0 1,-1 0 0,1 1 0,-1-1-1,1 0 1,-1 1 0,0-1-1,1 0 1,-1 1 0,0-1 0,1 1-1,-1-1 1,0 1 0,0-1 0,1 0-1,-1 1 1,0-1 0,0 1 0,0-1-1,0 1 1,0-1 0,0 1 0,0-1-1,1 1 1,-1-1 0,-1 1 0,1-1-1,0 1 1,0-1 0,0 1-1,0-1 1,0 1 0,0-1 0,0 1-1,-1-1 1,1 1 0,0-1 0,0 1-1,-1-1 1,1 0 0,0 1 0,-1-1-1,1 1 1,0-1 0,-1 0 0,1 1-1,-1-1 1,1 0 0,-1 0-1,1 1 1,-1-1 0,-38 26 114,29-20-101,2-1-88,1 0 1,0 1-1,0 0 0,1 0 0,0 0 0,0 1 0,0 0 0,1 0 0,-7 13 0,9-15-49,1 0 0,0 1 0,0-1 0,0 1 0,1 0 0,-1 0 0,1 0 0,1-1 0,-1 1 0,1 0 0,0 0 0,1 0 0,-1 0-1,1 0 1,2 8 0,-2-11 90,0-1 0,1 1 0,-1-1 0,0 0 0,1 1 1,-1-1-1,1 0 0,0 0 0,0 0 0,0 0 0,0 0 0,0 0 0,0 0 0,0-1 0,1 1 0,-1-1 0,0 0 0,1 0 0,-1 0 0,1 0 0,0 0 0,-1 0 0,1 0 0,0-1 0,3 1 0,-2-1 41,0 1 1,1-1-1,-1 0 1,1 0-1,-1 0 1,1-1-1,-1 0 0,1 0 1,-1 0-1,0 0 1,1-1-1,-1 1 1,0-1-1,8-4 0,-7 1 19,1 0 0,-1 0 0,0 0 0,-1-1 0,1 0 0,-1 0 0,0 0 0,0 0 0,-1-1 0,0 1 0,0-1 0,-1 0 0,1 0 0,1-9 0,-1-2 318,-1 0 1,0 0-1,-1 0 1,-2-30-1,0 41-252,0 1 0,0-1 0,-1 1 0,0 0 0,0-1 0,0 1-1,0 0 1,-1 0 0,0 1 0,-1-1 0,1 1 0,-1-1 0,0 1 0,-5-5 0,5 6-251,-1 0 1,1 1 0,0 0-1,-1 0 1,0 0-1,0 0 1,-6-3-1,6 5-392,1-1-1,-1 1 0,0 0 0,1 0 1,-1 0-1,0 1 0,1 0 0,-1 0 1,-5 0-1,9 0 246,0 0 1,0 1-1,0-1 0,0 0 1,0 0-1,0 1 0,0-1 1,0 0-1,1 1 0,-1-1 1,0 1-1,0-1 0,0 1 1,1-1-1,-1 1 1,0 0-1,1-1 0,-1 1 1,0 0-1,1 0 0,-1-1 1,1 1-1,-1 0 0,1 0 1,0 0-1,-1 0 0,1-1 1,0 1-1,0 0 1,-1 0-1,1 0 0,0 0 1,0 0-1,0 0 0,0 0 1,0 1-1,0 18-5970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6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2049,'0'0'19780,"16"14"-17027,51 44-595,-64-56-1974,0 0-1,0 1 1,-1-1 0,1 1-1,-1 0 1,1 0 0,-1 0-1,0 0 1,0 0-1,0 1 1,2 6 0,6 7 93,-9-17-412,1 0 0,0 0 0,0 0 0,-1 0 0,1 0 0,0 0 0,-1 0-1,1 0 1,0-1 0,-1 1 0,1 0 0,-1-1 0,1 0 0,0 1 0,-1-1-1,0 0 1,1 0 0,-1 0 0,3-2 0,-2 2-23,6-4-105,9-6-90,0 1 0,0 0 1,1 2-1,0 0 0,36-10 3325,-52 29-1937,2 4-567,-2-6-214,0 1-1,1-1 1,6 15-1,-8-23-276,-1 1-1,1 0 0,0 0 1,0-1-1,0 1 0,0-1 1,1 1-1,-1-1 0,0 0 1,1 1-1,-1-1 0,1 0 1,-1 0-1,1 0 1,-1 0-1,1 0 0,0 0 1,-1-1-1,1 1 0,0 0 1,0-1-1,0 1 0,0-1 1,2 0-1,3 0-51,-1-1 0,0 0 0,0 0 1,0-1-1,0 0 0,0 0 0,-1 0 0,1 0 0,9-7 0,49-36-813,-41 28 767,-23 17 129,0-1 1,1 1 0,-1 0-1,0 0 1,0 0-1,0 0 1,0 0-1,0 0 1,1 0-1,-1 0 1,0 0-1,0 0 1,0 0-1,0 0 1,1 0-1,-1 0 1,0 0 0,0 0-1,0 0 1,0 0-1,0 0 1,1 0-1,-1 0 1,0 0-1,0 0 1,0 0-1,0 0 1,1 0-1,-1 0 1,0 0-1,0 0 1,0 0 0,0 0-1,0 0 1,1 1-1,-1-1 1,0 0-1,0 0 1,0 0-1,0 0 1,0 1-1,4 10 898,-2 30 1527,2 1-837,-4-39-1786,1 0 0,0 1 1,0-1-1,1 0 0,-1 0 0,1 0 0,-1 0 0,1 0 1,0 0-1,0-1 0,0 1 0,1 0 0,2 2 1,-3-4-625,1 1 1,0 0 0,0-1 0,0 0 0,0 1 0,0-1 0,0 0 0,0-1-1,0 1 1,1 0 0,-1-1 0,0 0 0,5 0 0,15 0-7748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7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5827,'0'0'17864,"12"18"-16704,41 53-279,-49-67-855,-1 0 0,1 0-1,0-1 1,0 1 0,0-1 0,0 0 0,1 0 0,-1-1 0,1 1-1,0-1 1,0 0 0,-1 0 0,2 0 0,-1-1 0,0 0 0,0 0-1,0 0 1,0-1 0,1 1 0,-1-1 0,7-1 0,-6 1-80,-5-1 28,-1 1 1,1-1 0,0 0 0,-1 0-1,1 1 1,-1-1 0,1 0 0,-1 0-1,1 0 1,-1 0 0,1 1 0,-1-1-1,0 0 1,0 0 0,1 0 0,-1 0-1,0 0 1,0 0 0,0 0 0,0 0-1,0 0 1,0-1 0,0-30-531,0 28 420,0 0 87,0-1 0,0 1 0,0 0 1,-1-1-1,0 1 0,0 0 0,0 0 0,0-1 0,-1 1 0,0 0 0,0 0 1,0 0-1,0 1 0,-4-6 0,3 6 161,1 1 0,-1 0 0,0-1-1,1 2 1,-1-1 0,0 0 0,0 0 0,0 1 0,0 0 0,-1-1 0,1 1 0,0 0 0,0 1-1,-1-1 1,1 1 0,-1-1 0,1 1 0,0 0 0,-6 1 0,7-1-51,0 1-1,-1 0 1,1 0 0,0 0 0,0 0 0,0 0-1,0 0 1,1 1 0,-1-1 0,0 1 0,0-1-1,1 1 1,-1 0 0,1-1 0,0 1 0,-1 0-1,1 0 1,0 0 0,0 0 0,0 0 0,0 0-1,0 1 1,1-1 0,-1 0 0,1 0 0,-1 5 0,-2 8 55,1 0 0,-1 25 0,3-31-157,0-1 1,0 0-1,1 0 0,0 0 0,0-1 1,1 1-1,2 8 0,-2-11-138,0-1-1,0 0 1,1 0-1,-1 0 1,1-1 0,0 1-1,0-1 1,0 1-1,0-1 1,1 0-1,-1 0 1,1 0 0,0-1-1,4 3 1,1 0-746,0-1-1,0 0 1,1-1 0,-1 0 0,1-1 0,-1 0 0,17 2 0,28-3-6497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27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51 348 9396,'0'0'17787,"0"20"-15765,0 102 1407,-2-120-3304,-3-6-105,-5-9-32,4 0 16,0-1 0,1 0 1,1 0-1,1 0 0,0-1 0,0 1 0,1-1 0,1 0 0,1 1 1,0-1-1,1 0 0,0 0 0,6-22 0,-2 17-284,0 1 0,2 1 0,0-1 0,1 1 0,1 0 0,1 0 0,0 1 0,1 1 0,22-25-1,-29 35-237,1 1-1,0 1 1,1-1-1,-1 1 0,7-5 1,19-2-9899,-18 8-1101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18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0 228 1809,'0'0'7537,"8"-15"-5761,24-47-68,-24 50-936,-4 16-71,12 28 1750,15 46 0,23 102 96,-43-141-2043,71 264 157,-82-302-676,0-1-1,0 1 1,0-1 0,0 1-1,0-1 1,0 1 0,0-1-1,0 1 1,0-1 0,1 1-1,-1-1 1,0 1 0,0-1-1,1 1 1,-1-1 0,0 1-1,1-1 1,-1 0 0,0 1-1,1-1 1,-1 1 0,1-1-1,-1 0 1,1 1 0,-1-1-1,1 0 1,0 1 0,8-12-151,9-34 182,-14 33-29,23-61 76,196-514 231,-219 575-203,8-19 161,-12 30-231,1 0 0,-1 0 1,1 0-1,-1 1 0,1-1 0,-1 0 0,1 0 0,-1 0 1,1 0-1,0 0 0,0 1 0,-1-1 0,1 0 0,0 0 1,0 1-1,0-1 0,0 1 0,0-1 0,0 1 0,0-1 1,1 1-1,-1 0-54,0 1-1,0 0 1,-1-1 0,1 1 0,0 0 0,0 0 0,-1 0-1,1 0 1,-1-1 0,1 1 0,-1 0 0,1 0 0,-1 0-1,0 0 1,1 0 0,-1 0 0,0 0 0,0 0 0,0 0-1,0 2 1,4 28-910,-3-27 625,1 94-9074,-2-68 4996,0 14-2629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18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74 4434,'0'0'15058,"-10"-12"-13708,1 0-949,0 0 0,-16-15 0,24 26-375,-1 0 0,1 0 0,-1 0 0,1 0 0,-1 0 0,1 0 0,-1 0 0,0 1 0,0-1 0,1 1 0,-1-1 0,0 1 0,0 0 0,1-1 0,-1 1 0,0 0 0,0 0-1,0 0 1,1 1 0,-1-1 0,-2 1 0,-1 0 9,1 1 0,0 0 0,0 0-1,0 0 1,-7 6 0,5-4 9,-9 6 96,0 1 0,0 1 0,2 1 0,-20 21 0,29-30-154,0 1 1,1-1 0,-1 1 0,1 0 0,0 0-1,0 0 1,1 0 0,0 0 0,0 1-1,0-1 1,0 1 0,1-1 0,0 1-1,0 0 1,1-1 0,-1 1 0,1 0-1,0 0 1,2 6 0,-2-11-10,0-1 1,1 1-1,-1 0 0,0-1 0,1 1 1,-1-1-1,1 1 0,-1-1 1,1 1-1,-1-1 0,1 1 0,-1-1 1,1 0-1,0 1 0,-1-1 1,1 0-1,0 0 0,-1 1 1,1-1-1,0 0 0,-1 0 0,1 0 1,0 0-1,-1 0 0,2 0 1,22 1-148,-15-1 111,3-1 69,0-1 0,0 0 0,0 0 0,0-1 0,0-1 0,-1 0 1,1-1-1,-1 0 0,0 0 0,-1-1 0,1-1 0,-1 0 0,0 0 0,-1-1 0,0 0 0,0-1 0,12-14 0,-10 5 539,-11 19-14,-1 15-757,1 7-409,1 34-2020,0-53 2053,-1 0-1,1 0 0,0 0 1,0-1-1,1 1 1,-1 0-1,1-1 0,0 1 1,0-1-1,0 0 1,0 1-1,3 2 0,9 3-3984,4-7-641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19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0 4226,'0'0'16608,"-10"18"-15299,-27 58 9,4 2-1,-31 103 0,49-129-1247,2 0 0,2 1 1,3 0-1,-4 100 1,12-153-131,0 1 1,1 0-1,-1-1 0,0 1 1,0-1-1,1 1 1,-1-1-1,0 1 0,0-1 1,1 1-1,-1-1 1,1 0-1,-1 1 0,0-1 1,1 1-1,-1-1 1,1 0-1,-1 1 0,1-1 1,-1 0-1,1 0 1,-1 1-1,1-1 0,-1 0 1,1 0-1,0 0 1,-1 0-1,1 0 0,-1 0 1,1 0-1,-1 0 1,1 0-1,-1 0 0,1 0 1,0 0-1,-1 0 1,1 0-1,-1 0 0,1-1 1,0 1-1,27-9-543,-13-1 284,0 0 1,-1-2-1,0 0 0,0 0 1,-1-1-1,-1-1 0,0 0 1,-1-1-1,-1 0 0,17-32 0,-26 43 367,1 1-1,-1 0 1,0 0-1,0-1 1,0 1-1,0 0 0,-1-1 1,1-6 2110,-2 19-832,-4 14-921,3-15-343,1 1 1,-1-1-1,1 16 1,1-21-99,0-1 0,0 1-1,1 0 1,-1-1 0,1 1 0,0-1 0,0 1 0,0-1 0,0 1 0,0-1 0,0 0 0,1 1 0,-1-1 0,1 0 0,-1 0 0,5 4 0,3 2 265,-2-1-916,0 0 0,0-1 0,1 0 0,14 8 0,-21-13 539,1 0 0,0 0 0,0 0 0,-1-1-1,1 1 1,0-1 0,0 1 0,0-1 0,0 0 0,0 0 0,0 1 0,-1-1 0,1-1 0,0 1 0,0 0 0,0 0-1,0-1 1,0 1 0,0-1 0,-1 1 0,1-1 0,0 0 0,0 0 0,-1 0 0,1 0 0,-1 0 0,1 0 0,-1 0-1,3-3 1,3-4 199,0 0 0,0-1 1,-1 0-1,0 0 0,0 0 0,-1-1 0,4-10 0,10-42 3766,-20 80 918,2 13-3678,-1-26-1257,1 1 0,-1-1 1,1 0-1,0 1 0,1-1 0,-1 0 0,1 0 1,0 0-1,4 6 0,-4-8-180,0-1-1,0 0 1,0 1 0,1-1-1,-1 0 1,1 0 0,-1-1-1,1 1 1,0-1 0,-1 1-1,1-1 1,0 0 0,6 2-1,39 1-10517,-26-4 2950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19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92 3490,'0'0'10690,"13"13"-9991,43 40-43,-54-51-595,1 1-1,-1-1 1,1 0 0,0 1-1,0-1 1,-1-1-1,1 1 1,0 0 0,1-1-1,-1 1 1,0-1 0,0 0-1,1 0 1,-1 0-1,0-1 1,1 1 0,-1-1-1,1 0 1,-1 0 0,6-1-1,5 1 177,-13 0-219,-1-1-1,1 1 1,-1 0-1,1-1 1,-1 1 0,1-1-1,-1 1 1,1 0-1,-1-1 1,1 1-1,-1-1 1,0 0 0,1 1-1,-1-1 1,0 1-1,0-1 1,1 1-1,-1-1 1,0 0 0,0 1-1,0-1 1,0 0-1,0 1 1,0-1-1,0 1 1,0-2 0,2-21 342,-2 20-274,0-109 1717,0 111-1690,0-1 0,0 1 0,-1-1 0,1 1 0,-1 0 0,1-1 0,-1 1 0,1 0 0,-1-1 0,0 1 0,0 0 0,0 0 0,1 0 0,-1 0 0,0 0 0,-1 0 0,1 0 0,0 0 0,0 0 0,0 0 0,-1 0 0,1 1 0,0-1 0,0 0 0,-1 1 0,1-1 0,-1 1 1,1 0-1,-1 0 0,1-1 0,0 1 0,-1 0 0,1 0 0,-3 0 0,-1 0 43,0 0 0,-1 0 0,1 0 0,0 1 0,0 0 0,0 0 0,-1 0 0,-8 4 0,8-2-103,1 1 0,0-1 0,0 1 0,0 0 0,1 1 0,-1-1 0,1 1 0,0 0 0,0 0 0,1 0 1,-1 0-1,1 1 0,1-1 0,-1 1 0,1 0 0,-1 0 0,-1 11 0,2-11-87,1 0 1,0-1-1,1 1 1,-1 0-1,1 0 0,0 0 1,0-1-1,1 1 0,0 0 1,0 0-1,0-1 1,1 1-1,-1-1 0,2 1 1,-1-1-1,0 0 0,1 1 1,0-1-1,6 7 1,-1-3-379,1 0 0,0-1 1,1 0-1,0-1 1,0 0-1,1 0 0,0-1 1,17 7-1,-11-7-811,-1-1 0,2 0 0,-1-1 0,0-1 0,27 2 0,52-3-6951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0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669 1 6307,'0'0'15863,"-25"5"-14564,16-3-1171,-39 9 653,1 2 0,-62 25 0,42-10 144,1 3 0,1 4 0,-110 77 0,167-106-911,1 1-1,0-1 0,0 1 0,-11 15 1,17-20-55,0-1-1,0 0 1,0 1 0,0 0 0,0-1 0,0 1 0,0 0 0,1-1-1,-1 1 1,1 0 0,-1 0 0,1-1 0,0 1 0,0 0 0,-1 0-1,1 0 1,0-1 0,1 1 0,-1 0 0,0 0 0,0 0 0,1 0-1,-1-1 1,1 1 0,0 0 0,-1-1 0,1 1 0,0 0 0,0-1-1,0 1 1,0-1 0,3 3 0,4 2-239,0-1-1,0 0 1,1-1 0,0 0 0,0 0-1,0-1 1,0 0 0,10 1 0,-5 0 22,99 23-1617,-76-20 26,-1 1-1,0 2 1,0 2-1,66 32 1,-100-43 1751,0 0 0,0 0 0,0 0 0,0 0 0,0 1 1,0-1-1,-1 1 0,1-1 0,-1 1 0,1-1 0,-1 1 0,1 0 1,-1 0-1,0 0 0,0 0 0,0 0 0,0 0 0,0 0 1,-1 0-1,1 0 0,-1 1 0,1-1 0,-1 0 0,0 0 1,0 1-1,0 1 0,0-1 240,-1 1 0,0-1-1,0 0 1,-1 0 0,1 0 0,0-1 0,-1 1 0,0 0 0,0-1 0,0 1-1,0-1 1,0 1 0,0-1 0,-1 0 0,1 0 0,-1 0 0,-2 2 0,-35 20 2281,-1-3 1,-1-1-1,-48 16 1,39-17-1279,-82 45 0,125-58-2383,10-3-2531,18-8-2115,19-20-1660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0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2721,'0'0'21898,"85"72"-20809,-55-53-449,4-1-416,-4-4-224,-5-3 0,-5-5-432,-5-5-1121,-1 1-1056,-3-2-2001,2 0-3890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0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504 1 9893,'0'0'13398,"-92"137"-10117,60-71-1440,-9 3-592,-10 1-625,-4 0-464,-3-8-160,5-4-448,3-7-865,8-12-976,18-12-720,18-16-2402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1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11 13254,'0'0'5138,"-18"-2"-920,-1 0-3075,-1-1 87,-1 1-1,1 1 1,-1 0 0,0 2 0,-26 3 0,42-3-1097,0 1 0,0-1 0,0 1 0,1 0 0,-1 1 1,0-1-1,1 1 0,-1 0 0,1 0 0,0 0 1,0 0-1,-6 8 0,8-9-181,0 1 0,0 0 0,0-1 0,1 1 0,-1 0 1,1 0-1,0 0 0,0 0 0,0 1 0,0-1 0,1 0 0,-1 0 0,1 0 0,0 1 0,0-1 1,0 0-1,0 0 0,1 1 0,-1-1 0,1 0 0,1 5 0,1-3-165,-1 0 0,1-1 0,0 0 0,1 1 0,-1-1 0,1 0 0,-1-1 0,1 1 0,0-1 0,9 6 0,7 7-653,-12-9 281,0 1 0,0 0 0,-1 0 0,0 1 0,0 0 0,6 12 0,-11-16 428,0-1-1,0 1 0,0 0 0,-1 0 0,1 0 1,-1 0-1,0 0 0,-1 0 0,1 0 0,-1 0 1,0 0-1,0 0 0,-1 0 0,0 0 1,-2 10-1,1-11 206,0 0 1,0-1-1,0 1 0,0-1 1,-1 1-1,1-1 1,-1 0-1,0 0 0,0 0 1,0 0-1,-1-1 1,1 0-1,0 1 0,-1-1 1,0 0-1,1 0 1,-1-1-1,-8 3 0,-43 9-668,23-10-2739,32-3 3209,0 0 0,-1 0 0,1 0 0,0 0 1,0 0-1,0 0 0,-1 0 0,1 0 0,0 0 1,0 0-1,0 0 0,-1 0 0,1 0 0,0-1 0,0 1 1,0 0-1,0 0 0,-1 0 0,1 0 0,0 0 1,0 0-1,0 0 0,0-1 0,-1 1 0,1 0 1,0 0-1,0 0 0,0 0 0,0 0 0,0-1 0,0 1 1,0 0-1,0 0 0,0 0 0,-1-1 0,1 1 1,0 0-1,0 0 0,-1-21-9118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1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0 15543,'0'0'2961,"-49"111"-351,17-28 1664,-4 4-1409,2-1-1665,2-5-255,2-2-497,6-9-448,1-10-32,4-13-848,4-15-561,-3-9-1312,1-12-1025,0-11-3169,-4-4-2561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1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 10005,'16'3'3156,"212"14"6976,-66-16-8163,-141-2-1880,-1-1-1,24-4 1,-39 5-73,0 0 0,0 0 1,0-1-1,1 0 0,-1 0 1,-1 0-1,1 0 0,0-1 0,-1 0 1,1 0-1,-1 0 0,0 0 0,5-5 1,-8 7 19,0 0 0,-1 0 0,1 0 1,0 0-1,-1 0 0,1 0 0,0 0 1,-1 0-1,1 0 0,-1 0 0,0-1 1,1 1-1,-1 0 0,0 0 0,0 0 1,1-1-1,-1 1 0,0 0 0,0 0 0,-1 0 1,1-1-1,0 1 0,0 0 0,0 0 1,-1 0-1,1 0 0,-1-1 0,1 1 1,-1 0-1,1 0 0,-1 0 0,0 0 1,1 0-1,-1 0 0,0 0 0,0 0 0,0 1 1,0-1-1,0 0 0,0 0 0,0 1 1,0-1-1,-1 0 0,-3-2 75,-1 0 0,0 0 0,0 1 0,0 0 0,0 0 0,-12-2 1,4 2-8,-1 1 0,1 0 0,-1 1 1,1 0-1,-1 1 0,1 1 0,-26 6 1,36-7-89,-1 0 0,1 1 0,0-1 0,-1 1 0,1 0 0,0 0 1,0 0-1,0 1 0,1 0 0,-1-1 0,1 1 0,-1 1 0,1-1 0,0 0 1,0 1-1,0-1 0,1 1 0,-1 0 0,1 0 0,0 0 0,0 0 1,1 0-1,-1 1 0,1-1 0,0 1 0,0-1 0,0 1 0,0 7 0,0-7-150,1 0-1,0 0 1,0 1-1,0-1 0,1 0 1,0 0-1,0 0 0,0 0 1,1 0-1,-1 0 0,1 0 1,1 0-1,-1 0 1,0-1-1,1 1 0,0-1 1,0 0-1,1 0 0,-1 0 1,1 0-1,-1 0 0,1-1 1,1 0-1,-1 0 0,0 0 1,1 0-1,-1 0 1,1-1-1,5 2 0,-2-1-1076,1 0 0,-1 0 0,1-1-1,-1 0 1,1 0 0,18 0 0,9-1-6801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0:22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9508,'0'0'15682,"9"9"-13865,0 1-1343,-1 0 0,0 1-1,0 0 1,-1 0 0,0 1-1,9 22 1,-14-30-424,12 28 242,-13-31-312,-1-1-1,0 1 1,1-1-1,-1 1 1,1-1-1,-1 1 1,1-1-1,0 1 0,-1-1 1,1 0-1,-1 1 1,1-1-1,0 0 1,-1 0-1,1 1 1,0-1-1,-1 0 1,1 0-1,0 0 0,-1 0 1,1 0-1,0 0 1,-1 0-1,1 0 1,0 0-1,-1 0 1,1 0-1,0-1 1,-1 1-1,1 0 0,0 0 1,-1-1-1,1 1 1,0 0-1,-1-1 1,1 1-1,-1 0 1,1-1-1,-1 1 1,1-1-1,-1 1 0,1-1 1,-1 0-1,0 1 1,1-2-1,117-111-2681,-117 113 2778,-1 0 0,1 0 0,-1 0 0,1 0 0,-1 0 0,0 0-1,1 0 1,-1 0 0,1 0 0,-1 0 0,1 0 0,-1 0 0,0 0 0,1 0 0,-1 1 0,1-1 0,-1 0 0,0 0 0,1 0 0,-1 1 0,0-1 0,1 0 0,-1 0 0,0 1 0,1-1 0,-1 0 0,0 1 0,0-1 0,1 0 0,-1 1 0,0-1 0,0 1 0,0-1 0,1 0 0,-1 1-1,0-1 1,0 1 0,0-1 0,0 0 0,0 1 0,0-1 0,0 1 0,0-1 0,0 1 0,9 32 165,-6-20 139,-3-11-375,1 0-1,-1 0 1,1 0 0,0 0-1,0-1 1,0 1 0,0 0 0,0 0-1,0-1 1,0 1 0,1 0 0,-1-1-1,1 1 1,-1-1 0,1 0-1,-1 1 1,1-1 0,0 0 0,0 0-1,-1 0 1,4 1 0,-3-2-28,0 0 0,0 0 0,1 0 1,-1 0-1,0 0 0,1 0 0,-1-1 0,0 1 1,0-1-1,1 0 0,-1 0 0,0 1 0,0-1 1,0-1-1,0 1 0,0 0 0,0 0 0,0-1 1,1-1-1,54-44-686,57-41-100,-114 87 864,0 1 1,1 0-1,-1 0 1,0-1-1,1 1 1,-1 0 0,1 0-1,-1 0 1,0-1-1,1 1 1,-1 0-1,1 0 1,-1 0 0,1 0-1,-1 0 1,1 0-1,-1 0 1,1 0-1,-1 0 1,0 0-1,1 0 1,-1 1 0,1-1-1,-1 0 1,1 0-1,-1 0 1,0 0-1,1 1 1,-1-1 0,0 0-1,1 0 1,0 1-1,10 17 943,1 28-331,-11-41-585,0-2-361,9 48 591,-9-29-7756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1:31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1 418 3650,'0'0'6048,"12"-11"-5336,40-35-16,-47 42-578,0 0-1,0 1 0,0 0 0,0 0 1,1 0-1,-1 1 0,1-1 0,0 1 1,0 1-1,-1-1 0,1 1 0,0 0 1,0 0-1,9 1 0,9-2 53,1695-181 1580,-1553 167-1728,2089-97-879,-1667 114-846,647-3 512,-1088 1 1993,375-5-1831,-349 5 4123,-3 1 4185,-218 0-7169,-21 1-3402,25-3-5270,24-1 64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5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0 840 6947,'0'0'14583,"2"5"-13041,8 14-200,-10-19-1308,0 0 1,0 0-1,0 1 1,0-1 0,0 0-1,0 0 1,0 0-1,1 0 1,-1 0-1,0 1 1,0-1-1,0 0 1,0 0-1,0 0 1,0 0-1,1 0 1,-1 0 0,0 0-1,0 1 1,0-1-1,0 0 1,0 0-1,1 0 1,-1 0-1,0 0 1,0 0-1,0 0 1,0 0-1,1 0 1,-1 0 0,0 0-1,0 0 1,0 0-1,1 0 1,-1 0-1,0 0 1,0 0-1,0 0 1,0 0-1,0-1 1,1 1 0,-1 0-1,0 0 1,0 0-1,0 0 1,0 0-1,0 0 1,1 0-1,-1 0 1,0-1-1,0 1 1,6-10 394,-5 7-146,234-382-39,-74 128-4095,-144 228 3515,-5 6 118,1 2 0,22-27 0,-25 42 198,-7 12-2,-3 21 20,0-19 35,-7 304 888,6-311-922,1 0 1,0 1 0,0-1-1,0 0 1,0 0-1,0 0 1,0 0 0,0 0-1,1 0 1,-1 0 0,0 0-1,1 0 1,-1 0 0,1 0-1,-1 0 1,1 0 0,-1 0-1,1 0 1,0 0-1,0 1 1,0-2 3,0 0 1,-1 0-1,1 0 1,0 1-1,-1-1 0,1 0 1,0 0-1,-1-1 0,1 1 1,0 0-1,-1 0 1,1 0-1,0 0 0,-1-1 1,1 1-1,0 0 0,-1 0 1,1-1-1,0 1 1,-1-1-1,1 1 0,-1 0 1,1-2-1,8-5 46,-2-1 0,1 0 0,7-10 0,-8 9-36,342-372-538,-342 374 618,13-9 1020,-19 37 1144,-3 22-1439,-3 1 1,-13 59 0,-6 41 206,13 75-561,15-75-6058,-4-143 5270,2 6-2491,3-5-2319,3-2-1699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5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8116,'0'0'15719,"96"90"-14583,-73-73-575,-1-2-561,-1-5-176,-2-5-769,0-5-864,-4 0-1312,0 0-1489,0-15-1841,-4-7-704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6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 4194,'0'0'12310,"-96"82"-9813,64-37-640,-4 6-657,4-2-960,4-4-240,7-3-1953,8-8-2257,8-14-4946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6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661 1 6099,'0'0'19310,"3"21"-15519,11 173-224,-14-193-3567,2 21 0,0-17 0,0-16 0,1-18-960,-2-45 0,-1 44-188,0 28 1046,0 0 0,0 0 0,0 0 0,0 0 0,0 0 0,0 0 0,-1 0 0,1 0 0,-1 0 0,1 0 0,-1 0 0,0 0 0,1 1 0,-1-1 1,0 0-1,0 0 0,-1 1 0,-1-4 0,0 4 21,1 0 0,-1 0 0,1 0 0,-1 0 0,0 0 0,1 1 0,-1-1 0,0 1 0,0-1 0,0 1 0,1 0 0,-1 0 0,-4 1 0,-4 0 27,0 0 0,0 1 0,0 0 0,1 1 0,-1 0 0,1 1 0,0 0 0,-12 7 0,-10 8 86,-33 25 0,49-32-18,-33 22 427,2 3-1,2 2 1,2 1 0,-60 72 0,86-89-193,1 0 0,0 1 0,2 1 1,-20 49-1,27-56-250,2 0 1,0 1-1,1-1 1,0 1-1,2 0 1,0 0-1,2 0 0,1 22 1,-1-40-46,0 1 1,0-1-1,1 0 1,-1 1-1,0-1 0,1 0 1,-1 1-1,1-1 1,0 0-1,-1 0 0,1 1 1,0-1-1,0 0 1,0 0-1,0 0 0,0 0 1,0 0-1,0 0 1,0-1-1,0 1 0,0 0 1,0 0-1,1-1 1,-1 1-1,0-1 1,1 1-1,-1-1 0,0 0 1,1 1-1,-1-1 1,0 0-1,2 0 0,5 1-281,1-1 0,-1 0-1,0-1 1,10-1-1,-15 2 233,11-3-556,0 0 0,-1-1 1,0 0-1,0-1 0,0-1 0,15-8 1,71-49-5281,-78 49 4564,20-14-4044,69-61 0,-55 24 16821,-65 69-7981,-14 11-1441,4 4-253,0 0 0,1 2 0,2 0 0,-30 44 0,39-52-1539,1 0-1,0 1 1,1 0 0,0 0 0,1 1 0,0 0 0,2 0 0,-1 0 0,2 0-1,-1 21 1,3-35-197,0 0-1,0 0 1,0 1-1,0-1 1,1 0-1,-1 0 1,0 0-1,1 0 1,-1 0-1,1 0 1,-1 0-1,1 0 1,-1 0-1,1 0 1,0-1-1,-1 1 1,1 0-1,0 0 1,0 0-1,0-1 1,-1 1-1,1 0 1,0-1-1,0 1 1,0-1-1,0 1 1,0-1-1,0 0 1,0 1-1,1-1 1,-1 0-1,0 0 1,0 0-1,0 1 1,0-1-1,0 0 1,0-1-1,0 1 1,0 0-1,0 0 1,1 0-1,0-1 1,4 0-41,-1 0-1,1 0 1,0-1 0,-1 0 0,1 0-1,-1 0 1,7-5 0,1-2-229,0-1-1,-1 0 1,0-1 0,0-1 0,-1 0 0,-1 0-1,0-1 1,10-18 0,-14 22-67,-1 0-1,0-1 0,-1 1 1,0-1-1,0 0 1,-1 0-1,0-1 1,-1 1-1,0 0 1,-1-1-1,0 0 1,-1 1-1,-1-19 1,1 27 254,-1 0 1,0 0 0,0 0 0,1 0 0,-1 0 0,0 0 0,-1 0 0,1 0 0,0 0 0,0 0 0,-1 1 0,1-1 0,-1 1 0,0-1-1,1 1 1,-1 0 0,0-1 0,0 1 0,0 0 0,0 0 0,0 0 0,0 0 0,0 1 0,0-1 0,0 1 0,-4-1 0,-6-1-549,-1 0-1,1 1 1,-21 2 0,19-1-180,5 0 148,1 0 0,-1 1 0,1 0 0,-1 1 0,1 0 1,0 0-1,0 1 0,0 0 0,0 0 0,1 0 0,-1 1 1,1 1-1,0-1 0,-11 10 0,-8 10-5239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7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6307,'0'0'8230,"17"0"-3865,7-1-2974,52 2 3672,-74 0-4861,-1-1-1,0 1 1,0-1 0,0 1 0,0-1 0,0 1 0,0 0 0,0 0 0,0 0 0,0-1 0,0 1 0,0 0-1,-1 0 1,1 0 0,0 0 0,-1 0 0,1 0 0,-1 1 0,1-1 0,-1 0 0,1 0 0,-1 0 0,0 0-1,1 1 1,-1-1 0,0 0 0,0 0 0,0 1 0,0-1 0,0 1 0,-2 47 780,1-42-833,-7 30-75,5-31-279,2 0 1,-1 1 0,1-1 0,-2 14 0,3-20 138,1 0 1,-1 1-1,0-1 1,0 0-1,1 1 1,-1-1-1,0 0 1,1 1 0,-1-1-1,1 0 1,-1 1-1,0-1 1,1 0-1,-1 0 1,1 0 0,-1 1-1,0-1 1,1 0-1,-1 0 1,1 0-1,-1 0 1,1 0-1,-1 0 1,1 0 0,-1 0-1,1 0 1,-1 0-1,0 0 1,1 0-1,-1 0 1,1-1-1,18-2-438,-2-4 74,0 0 0,-1-2 1,0 0-1,0-1 0,25-20 0,29-19-187,14 6 3530,-84 68-714,-1-12-1996,1-10-194,0 0-1,0 0 0,0-1 0,0 1 1,0 0-1,0 0 0,1-1 0,1 6 1,-1-7-36,0 0 0,-1 0 0,1 0 0,0 0 0,0 0 0,0 0 0,0-1 0,0 1 0,0 0 1,0-1-1,0 1 0,0-1 0,1 1 0,-1-1 0,0 1 0,0-1 0,0 0 0,1 1 0,-1-1 0,0 0 0,0 0 0,0 0 1,1 0-1,1-1 0,9 1-172,0 1 9,0-1 0,0 0 0,0-1 0,0-1 0,0 0 1,0 0-1,17-7 0,-12 2 129,0-1 0,0 0 0,-1-2 0,-1 0 0,1 0 0,25-25 2676,-44 45-1151,0-4-1460,0 1 0,0-1 0,1 0 0,0 1 0,0-1 0,1 1 0,0 0 0,0-1-1,0 1 1,1 0 0,0 0 0,2 11 0,-2-17-17,1 1-1,-1-1 1,1 0 0,-1 0-1,1 0 1,0 0-1,-1 0 1,1 0 0,0 0-1,0 0 1,0 0 0,-1 0-1,1-1 1,0 1-1,0 0 1,0 0 0,0-1-1,1 1 1,-1-1 0,0 1-1,0-1 1,0 1 0,0-1-1,1 0 1,-1 0-1,2 1 1,40 1-2355,-33-2 1282,12 0-795,-4 1-1100,0-2 0,26-3 0,15-13-6327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7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260 387 14967,'-11'16'2700,"-17"27"143,2 0 0,2 2 1,-19 49-1,-3 64 68,32-104-2555,-31 80 0,37-121-1080,1-16-354,1-25 33,5-7 580,1 0 1,2 0-1,2 1 0,1-1 0,1 1 0,2 0 0,15-40 0,2 7-630,4 2 1,55-96-1,-54 112 551,1 2 0,38-44 0,-53 72 721,0 1 0,1 1 0,1 1 0,1 0 0,0 1 0,1 2 0,29-16 0,-46 27 155,1 0 1,-1 0-1,1 0 0,0 0 1,0 1-1,0 0 0,0 0 1,0 0-1,0 0 0,0 1 1,0-1-1,0 1 0,1 0 0,-1 0 1,7 2-1,-7 8 1229,-4 0-1388,-1 1 0,0-1 1,0 0-1,-1 1 0,0-1 0,-1 0 1,0 0-1,-1 0 0,0-1 1,0 1-1,-1-1 0,0 0 0,-1 0 1,0-1-1,0 1 0,-1-1 0,0-1 1,-12 11-1,-23 19-1,34-31-5906,1-1-6131,24-16 607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8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0 17032,'0'0'4436,"-18"4"465,-9 4-2345,-49 19-1,61-20-2371,1 0 0,0 0 0,0 1-1,1 1 1,0 1 0,-15 13 0,18-13-184,1 0 0,0 1 0,1 0 0,-13 22 0,18-28 0,0 1 0,1-1 0,0 1 0,0 0 0,0 0 0,1 0 0,0-1 0,0 1 0,0 1 0,1-1 0,0 0 0,0 0 0,1 7 0,0-12 0,0 1 0,0-1 0,-1 0 0,1 1 0,0-1 0,0 0 0,1 1 0,-1-1 0,0 0 0,0 0 0,0 0 0,1 0 0,-1 0 0,1 0 0,-1 0 0,1-1 0,-1 1 0,1 0 0,-1-1 0,1 1 0,-1-1 0,1 0 0,0 1 0,-1-1 0,1 0 0,0 0 0,2 0 0,5 0 0,0 0 0,0 0 0,0-1 0,9-2 0,-10 1-117,0-1 1,0 0-1,0-1 0,-1 1 1,1-1-1,-1-1 0,0 1 0,11-10 1,0-2-480,28-32 1,-45 47 578,11-11 1315,-14 24 109,-1 1-1854,-2 6 447,2 0 0,0 0 0,0 1 0,2 0 0,0-1 0,3 24 0,-1-42-112,-1 0-1,1 0 1,-1 0 0,1-1-1,0 1 1,-1 0-1,1 0 1,0-1 0,-1 1-1,1 0 1,0-1 0,0 1-1,-1-1 1,1 1 0,0-1-1,0 1 1,0-1-1,0 0 1,0 1 0,0-1-1,0 0 1,0 0 0,0 0-1,0 0 1,0 0 0,0 0-1,0 0 1,0 0 0,0 0-1,-1 0 1,1 0-1,0-1 1,2 1 0,2-1-832,-1 0 0,0 0 0,1 0-1,-1-1 1,0 0 0,8-3 0,-3-2-2044,0-1-1,-1 0 1,13-15-1,-14 15 918,23-26-6018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8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2913,'0'0'24998,"8"-1"-22132,28-2-1177,-34 4-1676,0 0 0,-1 0 0,1 0 1,0 0-1,-1 0 0,1 0 0,-1 1 1,0-1-1,1 0 0,-1 1 0,0-1 1,0 1-1,0 0 0,0-1 0,0 1 1,0 0-1,-1 0 0,1-1 0,-1 1 1,1 3-1,2 2 10,-1-3-23,0 0 0,0-1 0,0 1 0,0 0 0,1-1 0,-1 0 0,1 0 0,0 1 0,0-1 0,4 2 0,-5-3 0,0-2 0,0 1 0,1 0 0,-1 0 0,0-1 0,0 1 0,1-1 0,-1 0 0,0 1 0,0-1 0,1 0 0,-1-1 0,0 1 0,1 0 0,-1-1 0,0 1 0,0-1 0,0 0 0,1 1 0,-1-1 0,3-2 0,9-4 0,0-1 0,22-17 0,18-9 0,-22 16 0,-32 18 0,1 0 0,-1 0 0,1 0 0,-1 0 0,0 0 0,1 0 0,-1 0 0,0 0 0,1 0 0,-1 0 0,1 1 0,-1-1 0,0 0 0,1 0 0,-1 0 0,0 1 0,0-1 0,1 0 0,-1 0 0,0 1 0,0-1 0,1 0 0,-1 1 0,0-1 0,0 0 0,0 1 0,1-1 0,-1 0 0,0 1 0,0-1 0,0 1 0,0-1 0,0 0 0,0 1 0,0 0 0,3 11 0,1 3-386,-4-11 410,1 0 0,0-1 0,0 1 1,1 0-1,-1 0 0,4 6 0,7-1-3959,7-9-5893,-2-4-1035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8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14503,'0'0'18216,"67"62"-18216,-52-53-384,-7-3-1185,5-3-1088,4-3-1585,2 0-2737,5-13-4194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8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627 0 7507,'0'0'12086,"-102"87"-6884,53-27-752,-9 12-1568,-2 7-2242,-2 7-640,3-1 0,1-2 0,-6-2-2161,2-10-3602,9 6-2368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9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4210,'0'0'7574,"-6"8"-5789,-17 26 453,22-32-1919,0 0-1,1 0 0,-1 1 0,1-1 1,0 0-1,0 0 0,0 1 1,0-1-1,0 0 0,0 0 1,0 0-1,1 1 0,-1-1 0,1 0 1,0 0-1,0 0 0,0 0 1,0 0-1,0 0 0,0 0 0,0 0 1,0-1-1,1 1 0,2 3 1,6 11 2349,-8-10-2383,0 0-1,-1 0 0,1 0 0,-1 1 0,-1-1 0,0 0 0,0 9 0,0-15-332,-1 1-389,0-1-1,1 1 1,-1 0-1,0-1 1,0 1-1,0-1 1,0 0-1,0 1 1,0-1-1,0 0 1,0 0-1,0 1 1,0-1-1,-1 0 1,1 0-1,0 0 1,0 0-1,0-1 1,0 1-1,0 0 1,-1-1-1,-8-2-6275,-2-13-4246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11829,'0'0'16504,"2"13"-16504,-2 8-688,0 1-1521,0 1-689,11-4-2288,4-3-4050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09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5891,'0'0'7806,"-17"6"-3185,2-1-3619,1-1 227,0 0 1,0 1-1,1 1 0,-1 0 1,2 1-1,-1 1 0,-17 12 1,29-19-1195,0 0 1,-1 1-1,1-1 1,0 0-1,0 1 1,0-1-1,0 1 1,0-1 0,0 1-1,0-1 1,1 1-1,-1-1 1,0 1-1,1 0 1,0-1-1,-1 1 1,1 0-1,0 0 1,0-1-1,0 1 1,0 0 0,0 0-1,0-1 1,0 1-1,1 0 1,-1 0-1,1-1 1,-1 1-1,1 0 1,0-1-1,-1 1 1,1-1-1,0 1 1,2 1 0,3 5-205,0-1 0,1 1 1,0-1-1,17 11 1,-4-1-55,-17-14 163,0 0-1,0 1 0,0-1 0,-1 0 0,1 1 0,-1-1 0,0 1 1,0 0-1,0 0 0,-1 0 0,2 6 0,-2-8 62,-1 0 1,0-1-1,0 1 0,0 0 0,0 0 0,0-1 0,0 1 1,0 0-1,-1-1 0,1 1 0,-1 0 0,1-1 1,-1 1-1,0-1 0,1 1 0,-1-1 0,0 1 0,0-1 1,0 1-1,0-1 0,0 0 0,-1 0 0,1 1 1,0-1-1,0 0 0,-1 0 0,1 0 0,-1-1 0,1 1 1,-4 1-1,-2 2-72,4-3-73,0 1-1,-1 0 1,0-1-1,1 1 1,-1-1-1,0 0 1,0 0-1,-5 0 0,11-8-9648,7-11-1183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0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53 276 11045,'0'0'6443,"-3"19"-2028,-7 31-1479,-19 108 4044,19-53-6032,9-85-948,3 101 0,-1-108 0,1-1 0,0 1 0,1 0 0,0-1 0,1 0 0,0 0 0,9 15 0,-13-26 0,1 1 0,-1-1 0,1 0 0,0 0 0,0 1 0,0-1 0,0 0 0,0 0 0,0 0 0,0 0 0,0 0 0,0 0 0,0 0 0,1-1 0,1 2 0,-3-2 0,1 0 0,0 0 0,-1 0 0,1 0 0,0 0 0,0 0 0,-1 0 0,1 0 0,0 0 0,-1 0 0,1 0 0,0-1 0,-1 1 0,1 0 0,0-1 0,-1 1 0,1 0 0,-1-1 0,1 1 0,0 0 0,-1-1 0,1 0 0,3-4 0,0 0 0,0 0 0,-1 0 0,0-1 0,4-9 0,-4 10 0,213-402-1506,-29 60 413,-145 272 2422,-43 99-1748,-5 0-1243,-1-1 0,-12 24 0,-5 19-2625,4 4-2364,0-2-3221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0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15 169 11093,'0'0'8868,"20"-5"-5445,68-13-1299,-82 16-1932,1 0 0,-1 0 1,0 0-1,0-1 0,0 0 0,0 0 1,0 0-1,0-1 0,-1 0 1,0 0-1,0 0 0,0-1 1,5-5-1,-8 7-135,0-1-1,0 1 1,0 0 0,0-1 0,0 1 0,-1-1 0,1 0-1,-1 1 1,0-1 0,-1 0 0,1 0 0,0 0-1,-1 0 1,0 1 0,0-1 0,0 0 0,-1 0-1,1 0 1,-2-4 0,2 7-30,-1 0 1,0-1-1,1 1 0,-1 0 0,0 0 0,0 0 1,0 0-1,0 1 0,0-1 0,0 0 1,0 0-1,0 0 0,0 1 0,0-1 1,-1 1-1,1-1 0,0 1 0,0-1 0,0 1 1,-1 0-1,1-1 0,0 1 0,-1 0 1,1 0-1,0 0 0,-2 0 0,-39 2 458,40-1-451,-5 0 46,0 0 0,1 1-1,-1-1 1,1 2 0,0-1 0,0 1-1,0 0 1,0 0 0,0 0 0,0 1 0,1 0-1,0 0 1,0 1 0,0-1 0,0 1-1,1 0 1,-1 1 0,1-1 0,-4 8 0,3-3-59,0 0 0,0 0 1,1 1-1,0-1 0,1 1 1,0 0-1,1 0 0,0 0 1,1 0-1,0 22 0,1-31-114,0 1 0,0-1 0,1 1 0,-1-1 0,1 0 0,0 1 0,-1-1 0,1 0 0,0 0-1,0 1 1,0-1 0,1 0 0,-1 0 0,0 0 0,1 0 0,-1-1 0,1 1 0,0 0 0,0-1 0,3 3 0,-1-1-251,1-1 0,0 1-1,-1-1 1,1-1 0,0 1 0,0-1 0,0 1 0,1-1 0,6 0 0,3 0-1307,0-1 0,0-1 0,0 0 0,0-1 0,0 0 0,18-6 0,20-13-5768,-2-7-310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0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4 258 6259,'0'0'16874,"0"17"-13008,-3 146 1902,2-200-5768,6-110 0,-3 125 0,1 1 0,1 0 0,1 0 0,14-39 0,-13 45-88,18-37 273,-23 49-279,1-1 1,0 1-1,0 0 1,1 0 0,-1 0-1,1 0 1,0 0-1,-1 0 1,1 1-1,0-1 1,5-2 0,-6 4-557,0 1 0,1-1 1,-1 1-1,1-1 1,0 1-1,-1 0 0,1 0 1,-1 0-1,1 0 1,2 1-1,6-1-2548,12 0-4307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1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1 17544,'0'0'15223,"-38"150"-15223,14-86 0,-4-1 0,-2-7 0,5-3 0,1-8 0,-1-9 0,-1-12 0,-8-7 0,-7-10-3890,-1-7-2257,-1 0-5794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1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4994,'0'0'8746,"24"-1"-3440,-4 0-4283,154-6 6019,-68 6-3397,143 4-1634,-248-3-2011,0 0 0,0-1 0,1 1 0,-1 0 0,0 0 0,0 0 0,0 0 0,0 1 0,0-1 0,0 0 0,0 0 0,0 1 0,1-1 0,-1 1 0,0-1 0,0 1 0,-1-1 0,1 1 0,0 0 0,0-1 0,0 1 0,0 0 0,0 0 0,-1-1 0,1 1 0,0 0 0,-1 0 0,1 0 0,0 0 0,-1 0 0,0 0 0,1 0 0,-1 0 0,1 0 0,-1 0 0,0 0 0,0 1 0,0-1 0,0 0 0,0 0 0,0 0 0,0 0 0,0 0 0,0 0 0,0 0 0,0 1 0,-1-1 0,1 0 0,0 0 0,-1 0 0,1 0 0,-1 0 0,0 0 0,0 1 0,-53 111 0,36-72 35,11-26-647,0 2 0,-5 17 0,28-77-26064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1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4386,'0'0'25388,"13"108"-25997,-8-65-1328,1-2-2945,7 1-4850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1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0 15015,'0'0'11093,"-113"30"-6131,94-5-3265,9 5-1697,7 0 0,3-2 0,0 0 0,0-5-496,13-8-1185,13-7-720,6-8-1089,10 0-1552,8-21-4626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2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234 517 8292,'0'0'18083,"-18"1"-13625,-60 7-2748,72-6-1698,-1-1 1,0 1-1,0 1 1,1 0-1,0 0 1,-1 0-1,1 0 1,0 1-1,0 0 0,1 0 1,0 1-1,-1-1 1,1 1-1,1 1 1,-1-1-1,1 1 1,-6 9-1,5-8-12,1 1 0,1-1 0,0 1 0,0-1 0,0 1 0,1 0 0,0 0 0,0 1 0,1-1 0,0 0 0,1 12 0,0-20 0,0 1 0,0-1 0,0 1 0,1-1 0,-1 1 0,0-1 0,0 1 0,1-1 0,-1 1 0,0-1 0,1 0 0,-1 1 0,1-1 0,-1 0 0,0 1 0,1-1 0,-1 0 0,1 1 0,-1-1 0,1 0 0,-1 0 0,1 0 0,-1 1 0,1-1 0,-1 0 0,1 0 0,-1 0 0,1 0 0,-1 0 0,1 0 0,0 0 0,23 0 0,-16-1 0,3 1-405,0-1 0,0-1 0,0 0 1,0 0-1,-1-1 0,1-1 0,-1 1 0,0-2 0,0 1 0,0-2 1,0 1-1,-1-1 0,0-1 0,0 1 0,9-11 0,-14 9 4717,-11 8-3041,-12 7-728,16-4-516,1-1 1,0 0-1,0 1 0,0 0 1,0-1-1,0 1 0,1 0 1,-1 0-1,1 0 1,0 0-1,-1 0 0,2 1 1,-1-1-1,-1 6 0,0 51-295,2-43-26,0-16 221,0 1 1,0-1-1,0 1 1,0-1-1,0 1 0,1-1 1,-1 1-1,0-1 1,1 0-1,-1 1 1,1-1-1,0 0 0,-1 1 1,1-1-1,0 0 1,0 0-1,0 0 1,0 0-1,0 0 0,0 0 1,0 0-1,2 2 1,-1-2-26,0 0 1,0 0-1,1-1 1,-1 1-1,0 0 1,1-1-1,-1 1 1,1-1 0,-1 0-1,1 0 1,-1 0-1,4 0 1,3-2-156,0 1 0,0-1 0,0-1 0,0 1 0,-1-2 0,12-5 1,13-10-935,0-1 0,-1-2 0,-2-2 0,0 0 0,-2-2-1,35-40 1,-13 5 724,-3-1-1,44-76 0,-81 121 781,22-40 935,-30 53-622,-1 0 1,0-1-1,1 1 0,-1 0 1,-1-1-1,2-8 1,-2 13-570,0 0 1,0 0 0,0 0-1,0 0 1,0 0 0,0-1 0,0 1-1,0 0 1,0 0 0,0 0-1,-1 0 1,1 0 0,0-1-1,0 1 1,0 0 0,0 0 0,0 0-1,0 0 1,0 0 0,0 0-1,0 0 1,0-1 0,-1 1 0,1 0-1,0 0 1,0 0 0,0 0-1,0 0 1,0 0 0,-1 0 0,1 0-1,0 0 1,0 0 0,0 0-1,0 0 1,0 0 0,-1 0-1,1 0 1,0 0 0,0 0 0,0 0-1,0 0 1,0 0 0,-1 0-1,1 0 1,0 0 0,0 0 0,0 0-1,0 0 1,0 0 0,0 0-1,-1 0 1,1 1 0,-7 0 252,1 0 1,-1 1-1,1 0 1,-1 0-1,1 0 1,0 1-1,0 0 1,0 1-1,0-1 1,1 1-1,-1 0 1,1 0-1,0 1 1,0 0-1,-7 8 1,-8 10-127,1 0 1,-20 34-1,27-35-188,0 0 0,1 1 0,1 0 0,1 1 0,2 0 0,-6 26 0,5-9 0,3 0 0,-2 78 0,7-112 3,0 1 0,0-1 0,1 0-1,0 0 1,0 1 0,0-1 0,4 9 0,-4-14-18,0 0 1,0-1 0,1 1-1,-1 0 1,0 0 0,1-1-1,-1 1 1,1 0-1,0-1 1,0 0 0,-1 1-1,1-1 1,0 0-1,0 0 1,0 0 0,0 0-1,0 0 1,1-1 0,-1 1-1,0-1 1,0 1-1,0-1 1,0 0 0,1 0-1,-1 0 1,4 0 0,1-1-142,1 0 1,-1 0 0,1-1 0,-1 0 0,1 0 0,-1 0 0,0-1 0,0-1 0,0 1-1,-1-1 1,1 0 0,6-6 0,13-10-964,34-37 1,-49 46 772,36-38-1388,-2-3 0,-3-1-1,42-69 1,85-182-6787,-158 283 8232,-2 5 585,-1-1 1,0-1-1,9-31 1,-17 49-32,0-1 0,1 0 0,-1 0 0,0 0-1,0 0 1,0 0 0,0 0 0,0 0 0,0 0 0,0 0 0,0 0 0,0 0 0,0 0 0,0 0 0,-1 0 0,1 1 0,0-1 0,-1 0 0,1 0 0,-1-1 0,0 2-35,1-1 1,-1 1-1,0 0 1,1-1 0,-1 1-1,0 0 1,1-1-1,-1 1 1,0 0 0,1 0-1,-1 0 1,0 0-1,1 0 1,-1 0 0,0 0-1,1 0 1,-1 0-1,0 0 1,0 0 0,0 1-1,-4 0 456,0 1 0,0 0 1,1 0-1,-1 0 0,1 0 0,-7 6 0,-4 4-137,1 1 0,0 1 0,1 0 0,0 1 0,1 0 0,1 1 0,-14 25 0,2 4-587,-31 82 1,34-66 37,3 2 0,2-1 0,3 2 0,3-1 0,3 1 0,2 75 0,4-139-36,0 1-1,0-1 1,0 0 0,0 1-1,0-1 1,0 1 0,0-1-1,0 1 1,0-1 0,0 0-1,0 1 1,0-1 0,0 1-1,1-1 1,-1 0 0,0 1-1,0-1 1,0 1 0,1-1-1,-1 0 1,0 1 0,0-1-1,1 0 1,-1 1 0,0-1-1,1 0 1,-1 0 0,0 1-1,1-1 1,-1 0 0,0 0-1,1 0 1,-1 1-1,1-1 1,-1 0 0,0 0-1,1 0 1,-1 0 0,1 0-1,-1 0 1,0 0 0,1 0-1,-1 0 1,1 0 0,-1 0-1,1 0 1,0 0 0,19-12-3598,7-19-1774,7-10-2935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2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3073,'0'0'27837,"90"108"-27837,-71-101-80,2 1-1248,-2-8-1154,3 0-687,5 0-1745,1-15-2754,0-8-2881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2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999 0 10805,'0'0'9668,"-139"115"-4545,71-45-1730,-13 14-1040,-7 8-928,0 6-1425,5-4 0,4-7 0,-2-10 0,0-11-128,2-13-3218,7-16-3008,12-14-930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3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507 313 10085,'0'0'4324,"-23"2"-535,-153 19 2984,136-16-5441,9 1-740,0-2 0,0-2 0,0-1 1,-53-4-1,81 2-592,0 0 0,0 0 0,0 0-1,0 0 1,0 0 0,1-1 0,-1 0 0,0 1 0,1-1 0,-1 0-1,1 0 1,0 0 0,-1 0 0,1-1 0,0 1 0,1-1-1,-1 1 1,0-1 0,1 0 0,-1 1 0,1-1 0,0 0 0,0 0-1,0 0 1,-1-5 0,1 2-47,0 0 0,0-1 0,0 1 1,1 0-1,0 0 0,0 0 0,1-1 0,0 1 0,0 0 0,0 0 0,1 0 0,3-9 0,1 5-71,0 0 0,0 0 0,1 0-1,1 1 1,0 0 0,0 1 0,0 0-1,1 0 1,13-9 0,0 2-231,1 1-1,0 1 1,27-11 0,-33 17 245,1 0 1,0 1-1,0 1 1,0 1 0,0 1-1,1 0 1,30 1 0,-47 2 135,1 0 0,-1 0 0,1 1 0,-1-1 0,1 1 0,-1-1 1,1 1-1,-1 0 0,0 0 0,0 0 0,1 1 0,-1-1 0,0 0 1,0 1-1,0 0 0,0-1 0,0 1 0,-1 0 0,1 0 0,0 0 1,-1 0-1,0 0 0,1 0 0,-1 0 0,0 1 0,0-1 0,0 0 1,0 1-1,-1-1 0,1 1 0,0-1 0,-1 4 0,3 12 433,-2 0-1,0 0 1,-2 32-1,0-23-42,-3 22-15,-1 0 1,-2 0 0,-3-1-1,-1 0 1,-3 0-1,-1-2 1,-3 0 0,-24 45-1,20-54-170,-50 67 0,65-95-244,6-8-308,2-3-360,4-6 330,0 0 1,0 0-1,0 1 0,1-1 0,0 1 1,0 0-1,1 1 0,11-10 0,4 0-1023,39-24-1,-47 32 1186,-5 2 258,-1 1 0,0 0 0,1 1 0,0 0 0,0 0 1,0 1-1,1 0 0,-1 0 0,15-1 0,-23 19 3327,-1 140-494,0-154-2908,0 0 0,0 0 0,0 0 0,0 0 0,0 0 0,0 0 0,0 0 0,0 0 0,1 0 0,-1 0 0,1 0 0,-1 0 0,0 0 0,1 0 0,0 0 0,-1 0 0,1 0 0,-1 0 0,1 0 0,0-1 0,0 1 0,0 0 0,-1-1 0,1 1 0,2 1 0,-1-2 0,0 1 0,0-1 0,0 1 0,0-1 0,0 0 0,0 1 0,1-1 0,-1 0 0,0-1 0,0 1 0,0 0 0,3-1 0,1-1 0,1 0 0,0 0 0,-1 0 0,1-1 0,-1 0 0,0-1 0,6-3 0,34-32-482,-25 20-600,42-29-1,-63 48 1136,1 0 0,-1 0-1,0-1 1,0 1-1,1 0 1,-1 0-1,0 0 1,0-1 0,1 1-1,-1 0 1,0 0-1,0 0 1,1 0-1,-1 0 1,0 0 0,0 0-1,1 0 1,-1 0-1,0 0 1,1 0-1,-1 0 1,0 0 0,1 0-1,-1 0 1,0 0-1,0 0 1,1 0-1,-1 0 1,0 0 0,0 0-1,1 1 1,-1-1-1,1 10 684,-12 22-644,8-25-8,-1 8-394,1 0 0,0 1 0,1-1 0,1 0 0,0 23 0,2-38-41,-1 1 0,0-1-1,0 1 1,0-1 0,1 0-1,-1 1 1,0-1 0,1 1-1,-1-1 1,0 0-1,1 1 1,-1-1 0,0 0-1,1 1 1,-1-1 0,1 0-1,-1 0 1,1 1-1,-1-1 1,1 0 0,-1 0-1,1 0 1,-1 0 0,1 0-1,-1 1 1,1-1-1,-1 0 1,1 0 0,-1 0-1,1 0 1,-1 0 0,1-1-1,-1 1 1,1 0-1,-1 0 1,1 0 0,-1 0-1,0 0 1,1-1 0,-1 1-1,1 0 1,-1-1-1,1 1 1,9-8-8213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4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0 6739,'0'0'20553,"-54"153"-17399,24-82-833,1 10-2321,7-2 0,3 2 0,2-8 0,2-9 0,-2-9 0,-4-8 0,4-11-560,-3-10-2834,-3-11-1520,-7-11-2513,8-4-4227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4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5026,'0'0'8623,"22"-1"-4264,294 5 7956,-300-3-12079,9 1-3,-1 0 1,1-2-1,35-4 0,-58 3-249,0 0 0,0 0 0,0 0 0,0 0 0,0-1 0,0 1-1,0 0 1,-1-1 0,1 1 0,-1-1 0,1 0 0,-1 0 0,0 0 0,1 1 0,-1-1 0,0 0 0,0 0 0,0-1 0,-1 1 0,1 0 0,0 0 0,-1 0 0,0 0 0,1-1 0,-1 1 0,0 0 0,0 0 0,0-1 0,-1-2-1,1 0-9,0 1 0,0-1-1,0 1 1,-1-1-1,0 1 1,0-1 0,0 1-1,0 0 1,-1-1-1,0 1 1,0 0 0,0 0-1,-5-7 1,5 9 56,-1 0 0,1 0 0,-1 1 0,1 0 0,-1-1 0,0 1 1,1 0-1,-1 0 0,0 0 0,0 1 0,1-1 0,-1 1 0,0-1 0,0 1 0,0 0 1,0 0-1,0 0 0,0 1 0,0-1 0,1 1 0,-1-1 0,-5 3 0,2-1 89,1 0 0,-1 1 0,0 0 0,1 0-1,-1 0 1,1 0 0,0 1 0,0 0 0,-6 6 0,2 3-103,0-1 0,0 1 1,1 1-1,1 0 0,0 0 1,1 0-1,1 1 0,0 0 1,1 0-1,0 0 1,1 0-1,1 1 0,1-1 1,0 27-1,1-39-77,0 0 1,0-1-1,0 1 0,0 0 0,1 0 1,-1-1-1,1 1 0,0-1 1,0 1-1,0 0 0,0-1 0,0 0 1,0 1-1,1-1 0,-1 0 1,1 1-1,-1-1 0,1 0 0,0 0 1,0 0-1,0-1 0,0 1 1,0 0-1,1-1 0,-1 0 0,0 1 1,1-1-1,2 1 0,5 1-1267,0-1 1,0 0-1,0 0 0,0-1 0,1 0 0,12-1 0,21 0-7401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5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192 274 272,'0'0'16274,"6"1"-13152,16 1 375,-38-5 1649,-24-1-931,16 3-4940,19 0 797,1 1-1,0 0 0,0 1 0,0-1 1,0 1-1,0 0 0,0 0 1,0 0-1,0 0 0,0 1 0,-4 1 1,6-1-67,0 0 1,0-1-1,1 1 1,-1 0-1,0 0 1,1 0-1,-1 1 1,1-1-1,0 0 1,0 0-1,0 1 1,0-1-1,0 0 1,0 1-1,1-1 1,-1 1-1,1-1 1,0 1-1,0 4 1,0 25-116,1-1 0,2 1 0,1-1 0,1 0 0,11 32 0,-7-25-565,-1 1 1,5 58-1,-13-83 438,1-7 47,-1 1 0,0 0 0,0 0 0,-1 0 0,-2 10 0,3-16 161,-1 0-1,0 0 1,1 0-1,-1 0 1,0 0 0,-1 0-1,1 0 1,0-1-1,0 1 1,-1 0-1,1-1 1,-1 1-1,1-1 1,-1 0 0,0 1-1,1-1 1,-1 0-1,0 0 1,0 0-1,0 0 1,0-1-1,0 1 1,-4 1-1,4-1 17,-1-1-1,1 1 0,0-1 0,-1 1 0,1-1 0,0 0 0,-1 1 0,1-1 0,0 0 0,-1-1 0,1 1 1,0 0-1,-1-1 0,1 1 0,0-1 0,-1 0 0,1 0 0,0 0 0,0 0 0,0 0 0,0 0 0,0-1 1,0 1-1,0-1 0,-2-1 0,1-2-13,1 1 1,-1 0 0,1-1-1,0 1 1,1-1 0,-1 0-1,1 0 1,0 1 0,0-1 0,0 0-1,0-8 1,0 2 0,0 0 0,1 0 0,0 0-1,0 0 1,1 1 0,1-1 0,0 0 0,0 0 0,1 1 0,0-1 0,1 1 0,0 0-1,10-16 1,-1 7-323,0 0-1,2 1 1,0 1-1,0 1 1,2 0 0,0 1-1,25-17 1,15-4-558,69-33 1,-110 61 950,75-45 172,-35 12 6104,-56 40-6252,0 1-1,0 0 1,0 0-1,0 0 1,0 0 0,1-1-1,-1 1 1,0 0-1,0 0 1,0 0 0,0 0-1,1 0 1,-1-1 0,0 1-1,0 0 1,0 0-1,1 0 1,-1 0 0,0 0-1,0 0 1,0 0-1,1 0 1,-1 0 0,0 0-1,0 0 1,0 0 0,1 0-1,-1 0 1,0 0-1,0 0 1,0 0 0,1 0-1,-1 0 1,0 0-1,0 0 1,1 0 0,-1 0-1,0 0 1,0 1 0,0-1-1,0 0 1,1 0-1,-1 0 1,0 0 0,0 0-1,0 1 1,0-1-1,0 0 1,1 0 0,-1 0-1,0 1 1,0-1 0,0 0-1,0 0 1,0 0-1,0 1 1,0-1 0,0 0-1,0 0 1,0 0-1,0 1 1,0 17-747,0-13 1005,2 50-326,11 68 0,-14-134 0,1 0 0,1 0 0,0 0 0,0 0 0,1 0 0,0 0 0,1 1 0,5-14 0,38-85 0,10 3 7,-47 93-21,0-1 0,1 1 0,1 0 0,0 1 0,15-13 0,-24 23-143,-1 1 0,1 0 0,0-1 1,0 1-1,-1 0 0,1 0 0,0 0 1,0 0-1,0 0 0,0 1 0,0-1 1,0 1-1,0-1 0,0 1 1,0 0-1,1 0 0,-1-1 0,0 2 1,0-1-1,0 0 0,0 0 0,0 1 1,0-1-1,0 1 0,0-1 0,0 1 1,0 0-1,3 1 0,2 4-1305,0-1-1,0 1 1,-1 0-1,0 0 1,10 12 0,12 12-3992,11 2-2811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5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0 4034,'0'0'23941,"-13"3"-21033,-44 14-1299,54-16-1594,1 0-1,0 0 0,0 1 1,0-1-1,0 0 0,0 1 1,0-1-1,0 1 1,0 0-1,0 0 0,1 0 1,-1 0-1,1 0 0,0 0 1,-1 0-1,1 0 0,0 1 1,0-1-1,0 0 1,0 4-1,-1 1-24,1 0 0,0 1 0,1-1 0,0 13 0,0-11 33,1-8-37,0 0 0,-1-1 0,1 1 0,0-1 0,-1 1 0,1-1 0,0 0 0,0 1 0,-1-1 0,1 0 0,0 1 0,0-1 0,0 0 0,0 0 0,-1 0-1,1 0 1,0 0 0,0 0 0,0 0 0,0 0 0,-1 0 0,2 0 0,23-1-1002,-22 0 916,0 0 1,1 1-1,-1-1 1,0 0-1,0-1 1,0 1-1,0-1 1,0 1-1,0-1 1,0 0-1,0 0 1,-1 0-1,1 0 1,-1 0-1,1-1 1,2-4 2056,-3 16-1794,-2-1 1,1 0-1,-1 1 0,0-1 0,-2 12 1,-1 12-239,3-26 134,0-1-474,0 0 1,0 0-1,0 0 0,1 0 0,0 0 0,0 0 0,2 6 0,-2-9 64,-1-1-1,1 0 1,0 0 0,0 0-1,0 1 1,0-1-1,0 0 1,0 0 0,1 0-1,-1-1 1,0 1-1,0 0 1,1 0 0,-1-1-1,0 1 1,1-1 0,-1 1-1,1-1 1,-1 1-1,1-1 1,-1 0 0,1 0-1,-1 0 1,1 0 0,-1 0-1,1 0 1,-1 0-1,0 0 1,4-1 0,21-8-7013,5-17-3545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6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418 1 13510,'0'0'13927,"-128"105"-9862,96-33-2800,5 12-1265,1 5 0,4-4 0,-1-8 0,2-13 0,1-14 0,-1-12 0,2-12 0,-3-12-816,3-14-2434,2 0-1296,4-14-3121,5-18-8613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6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 7139,'0'0'6128,"21"5"-1403,137 33 4002,-116-27-6222,47 6 0,-55-14-1986,66 0 0,-98-3-519,0 0 0,-1 0 0,1 0 0,0-1 0,0 1 0,-1 0 0,1-1 0,0 0 0,-1 1 0,1-1 0,0 0 0,-1 0 0,1 0 0,-1 0 0,0 0 0,1 0 0,-1 0 0,0 0 0,0-1 0,1 1 0,-1 0 0,0-1 0,0 1 0,-1-1 0,1 1 0,0-1 0,0 0 0,-1 1 0,1-1 0,-1 0 0,1 0 0,-1 1 0,0-1 0,0 0 0,0 0 0,0 1 0,0-1 0,0 0 0,0 0 0,0 1 0,-2-4 0,1-2 0,0 1 0,-1 0 0,0-1 0,0 1 0,0 0 0,-1 0 0,0 0 0,0 1 0,-1-1 0,-5-6 0,8 10 0,0 1 0,0-1 0,-1 1 0,1-1 0,0 1 0,-1 0 0,1 0 0,-1 0 0,1 0 0,-1 0 0,0 0 0,1 0 0,-1 1 0,0-1 0,1 0 0,-1 1 0,0 0 0,0-1 0,0 1 0,0 0 0,1 0 0,-1 0 0,0 0 0,0 0 0,-3 1 0,2 0 0,0 1 0,1-1 0,-1 1 0,0 0 0,1 0 0,0 0 0,-1 0 0,1 1 0,0-1 0,0 0 0,0 1 0,1 0 0,-4 4 0,-2 7 0,1 0 0,1 0 0,0 1 0,0 0 0,-2 16 0,5-17-144,0 0 1,1 0-1,0 0 0,2 24 1,0-33-277,0 0 1,0-1 0,0 1 0,0 0 0,1-1-1,0 1 1,3 5 0,-3-7-160,0-1-1,0 1 1,0-1 0,0 0 0,0 0-1,0 0 1,0 0 0,1 0-1,-1 0 1,1 0 0,-1-1 0,6 3-1,30 7-8274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6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178 586 14599,'0'0'9180,"-19"-2"-4463,-5-3-3485,7 2-518,0 1 1,0 0-1,-22 1 1,37 1-709,0 0 0,1 0 1,-1 0-1,0 1 1,1-1-1,-1 0 1,1 1-1,-1-1 0,0 1 1,1 0-1,-1-1 1,1 1-1,0 0 1,-1 0-1,1 0 0,0 0 1,-1 0-1,1 0 1,0 1-1,0-1 0,0 0 1,0 1-1,0-1 1,0 0-1,0 1 1,1-1-1,-1 1 0,0 0 1,1-1-1,-1 3 1,-1 5-14,1 0 1,0 0 0,0 0-1,1 14 1,0-12 20,0-9-18,1-1-1,-1 1 1,0 0 0,1-1-1,-1 1 1,1-1 0,-1 1-1,1 0 1,0-1-1,0 0 1,0 1 0,-1-1-1,1 1 1,1-1 0,-1 0-1,0 0 1,0 1 0,0-1-1,1 0 1,-1 0 0,1 0-1,-1-1 1,0 1 0,1 0-1,0 0 1,-1-1 0,1 1-1,-1-1 1,1 0-1,0 1 1,-1-1 0,1 0-1,0 0 1,2 0 0,4 1-163,1-1 1,0 0 0,0-1 0,0 0-1,14-3 1,-10 0-187,0-1-1,-1 0 1,1-1-1,-1 0 1,0-1-1,0 0 1,17-15-1,2-4-842,38-42-1,-27 23 627,-2-3 0,-2-1 0,-2-1 0,-2-3 0,53-110 0,-82 149 847,0 0 0,0 0 0,2-19 0,-2-18 3897,-6 50-4050,1 0 0,0 1 0,0-1 0,-1 1 0,1-1 1,0 0-1,-1 1 0,1-1 0,-1 1 0,1-1 0,-1 1 0,1-1 0,-1 1 0,1-1 0,-1 1 0,1-1 0,-1 1 0,0 0 0,1-1 0,-1 1 0,0 0 0,1 0 0,-1 0 0,0-1 0,1 1 0,-1 0 0,0 0 0,1 0 1,-1 0-1,0 0 0,0 0 0,1 0 0,-1 0 0,-1 1 0,-28 5 43,21-2-167,1 2 0,0-1 0,0 1 0,0 0 0,0 1 0,1 0 0,0 0 0,1 0 0,0 1 0,0 0 0,-9 17 0,0 1 0,2 2 0,-18 49 0,6 14 0,4 0 0,-13 138 0,21-133 0,6-51-590,0 60 1,7-102 283,0-2 140,0-1 0,0 1 0,0-1 0,-1 1 0,1-1 0,0 1 1,0-1-1,0 1 0,0-1 0,0 1 0,0-1 0,0 1 0,0 0 0,1-1 1,-1 1-1,0-1 0,0 1 0,0-1 0,1 1 0,-1-1 0,0 1 0,0-1 1,1 1-1,-1-1 0,0 0 0,1 1 0,-1-1 0,1 1 0,-1-1 0,0 0 1,1 1-1,-1-1 0,1 0 0,-1 0 0,1 1 0,-1-1 0,1 0 0,-1 0 1,1 0-1,-1 0 0,1 0 0,-1 1 0,1-1 0,0 0 0,-1 0 0,1 0 1,-1-1-1,1 1 0,-1 0 0,1 0 0,-1 0 0,2-1 0,28 1-8990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2:17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17032,'0'0'15735,"0"37"-15735,0-35 0,0 2 0,-17-4-8436,-4-6-960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7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993 10 2977,'0'0'7462,"6"2"-6720,0 1-438,-1-1 179,0 0 0,0 0 1,0 0-1,1 0 0,-1-1 1,8 1-1,-12-2-24,-2 0-350,1-1-1,0 0 1,0 0-1,0 1 1,-1-1-1,1 0 1,0 1-1,-1-1 1,1 0-1,-1 1 1,1-1-1,0 1 1,-1-1-1,0 0 1,1 1-1,-1-1 1,1 1-1,-1-1 1,0 1-1,1 0 1,-1-1-1,0 1 1,-1-1-1,-27-7 360,-34 2-544,32 7 239,-1 1 0,0 2 1,1 1-1,0 1 0,0 1 0,-54 22 0,21-2 293,2 4 0,-62 38 1,75-39-235,2 1 1,1 3-1,1 1 1,-50 53-1,78-70-121,1 1-1,1 1 1,1 0 0,1 1 0,-12 25-1,18-30-44,1 0-1,0 0 0,1 1 0,1 0 1,0 0-1,1 0 0,1 1 1,1 19-1,0-20-48,1-8-1,0 0 0,0 0 0,1 0 1,0 0-1,3 13 0,-3-19-5,0-1 0,0 1 0,0-1 0,0 1 0,1-1 0,-1 0 0,1 0 0,0 0 0,-1 0 0,1 0 0,0 0 0,0 0 0,0 0 0,0-1 0,1 1 0,-1-1 0,0 0 0,1 1 0,-1-1 0,1 0 0,-1 0 0,6 1 0,6 0 59,1 1 1,0-1 0,0-1 0,-1-1-1,1 0 1,0-1 0,0-1 0,25-5-1,8-6 445,60-25-1,-70 23-340,1 1 1,65-13 0,-68 24-2294,-20 2-7943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7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 4306,'0'0'14879,"-19"14"-13348,-61 51-402,69-55-908,-1 0-1,2 0 1,-1 1 0,2 1 0,-1 0 0,1 0 0,1 1 0,1 0 0,-9 18 0,14-26-210,0 0-1,0 0 1,0 1 0,1-1 0,-2 10 0,3-14-15,0 0 1,0 0-1,-1 0 1,1 0-1,0 0 0,0 0 1,1 0-1,-1 0 1,0 0-1,0-1 1,0 1-1,1 0 0,-1 0 1,0 0-1,1 0 1,-1 0-1,1 0 0,-1-1 1,1 1-1,-1 0 1,1 0-1,-1-1 0,1 1 1,0 0-1,-1-1 1,1 1-1,0-1 0,0 1 1,0-1-1,-1 1 1,1-1-1,0 1 1,0-1-1,0 0 0,0 1 1,0-1-1,0 0 1,1 0-1,8 1 1,0 0 0,0-1 0,0 0 0,0-1 0,0 0 0,0-1 0,-1 0 0,1 0 0,0-1 0,-1-1 1,0 1-1,0-1 0,0-1 0,0 0 0,-1 0 0,1-1 0,-1 1 0,12-14 0,-18 17 2,-1 0 0,1 1 0,-1-1 0,0 0 0,0 0 0,0 0 0,0 0 0,0-1 0,0 1 0,-1 0 0,1 0 0,-1 0 0,1-1 0,-1 1 1,0 0-1,0 0 0,0-1 0,0 1 0,0 0 0,-1-1 0,1 1 0,-1 0 0,1 0 0,-1 0 0,0-1 0,0 1 0,0 0 0,0 0 0,0 0 0,0 0 0,-1 1 0,1-1 0,-1 0 0,1 0 0,-1 1 0,1-1 0,-1 1 0,0 0 0,0-1 1,0 1-1,0 0 0,0 0 0,0 0 0,0 0 0,0 1 0,-1-1 0,1 0 0,0 1 0,-4-1 0,3 1-176,-32-1-2281,34 0 2140,0 1-1,-1 1 1,1-1-1,0 0 1,0 0-1,0 0 1,0 1-1,0-1 1,-1 0-1,1 1 1,0-1-1,0 1 1,0-1-1,0 1 1,0 0-1,0-1 1,1 1-1,-1 0 1,0 0-1,0 0 1,0 0 0,1-1-1,-1 1 1,-1 2-1,1 12-6764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8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9332,'0'0'9621,"13"4"-8191,4 0-987,-11-3-271,1 0 1,-1 1-1,0 0 1,0 0-1,1 1 1,-2 0-1,1 0 1,9 6-1,-13-8-95,0 1 0,0-1 0,-1 1 0,1 0-1,0 0 1,-1 0 0,1 0 0,-1 0 0,1 0 0,-1 0-1,0 0 1,0 1 0,0-1 0,-1 0 0,1 1 0,0 2 0,3 47 447,-4-44-394,0-7-197,12-10-1208,6-7 961,1 1 0,0 1 0,1 0-1,1 2 1,0 0 0,0 2 0,1 0-1,32-9 1,-53 19 349,0-1 0,0 1 0,0 0-1,0-1 1,0 1 0,0 0 0,0 0 0,0 0-1,0 0 1,0 0 0,0 0 0,0 0 0,0 1 0,0-1-1,0 0 1,0 1 0,0-1 0,0 0 0,0 1-1,0-1 1,0 1 0,-1-1 0,1 1 0,0 0-1,1 0 1,5 23 1595,-1 1-889,-3-24-789,1 0 0,-1 0 0,1 0-1,-1-1 1,1 1 0,-1-1 0,1 0 0,-1 0-1,1 0 1,0 0 0,4-1 0,3 0-158,-2 1-70,0-2 0,-1 1-1,1-1 1,0 0 0,-1-1 0,1 0-1,15-8 1,-7 2-216,0-1-1,25-20 1,-42 30 759,0 1 0,0-1 0,-1 1 1,1-1-1,0 0 0,0 1 0,0-1 0,-1 1 0,1-1 0,0 1 0,0-1 1,0 1-1,0-1 0,0 0 0,0 1 0,0-1 0,0 1 0,0-1 0,0 1 1,0-1-1,1 1 0,-1-1 0,0 1 0,0 0 0,10 17 703,-8-14-1546,1 1-1,1-1 1,-1 0-1,1 0 0,-1-1 1,6 5-1,-5-6-437,1 0 0,-1 0 0,1 0 0,0 0 0,0-1 0,0 0 0,0 0 0,9 1-1,29 2-7674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8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9492,'0'0'4693,"-12"18"-1772,4-6-2353,-2 1 95,2 1 1,-1 0-1,2 0 1,0 1-1,1 0 0,0 0 1,-6 28-1,-11 103 1525,14-77-1975,-30 111 1,34-171-3043,2-13 765,-1-15-529,1-72-6428,3 27 3854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8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1 6307,'0'0'17125,"14"18"-15140,43 60-142,-53-71-1598,0 1 0,0 0 0,-1 0 0,-1 0 0,1 0 0,-1 0 0,-1 0 0,1 1 0,-1-1-1,-1 0 1,0 1 0,0-1 0,0 1 0,-3 10 0,2-12-93,1-5-114,-1 0 0,1 0 0,-1 1 0,0-1 0,0 0 0,0 0 0,0 0 0,0 0 0,-1 0 0,1 0 0,-1 0 0,1 0 0,-1-1 0,0 1 0,1 0 0,-1-1 0,0 0 0,0 1 0,0-1 0,0 0 0,0 0 0,-1 0 0,1 0 0,0 0 0,0-1 0,-1 1 0,1-1 0,-4 1 0,-9 1-150,-1 0 1,1-1 0,-21-2-1,19 1-426,14 0 213,-1 0 0,1 0 1,0 0-1,0 0 1,0 0-1,0-1 0,0 0 1,0 1-1,0-1 1,0 0-1,0-1 1,0 1-1,0 0 0,0-1 1,-4-3-1,5 3-374,1 0 0,0-1-1,-1 1 1,1 0 0,0-1-1,0 1 1,1-1 0,-1 1 0,0-1-1,1 1 1,0-1 0,-1 1-1,1-1 1,0 1 0,0-1 0,1 0-1,-1 1 1,1-1 0,-1 1-1,2-4 1,6-18-9457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9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2209,'0'0'14615,"16"12"-12793,54 36-651,-65-44-1064,0-1-1,0 0 0,1 0 1,-1 0-1,1-1 1,0 0-1,-1 0 1,1 0-1,0-1 1,0 0-1,1 0 1,-1 0-1,0-1 0,0 0 1,0 0-1,0 0 1,1-1-1,-1 0 1,0 0-1,0-1 1,0 0-1,5-2 1,-7 2-105,0-1 0,0 1 0,0-1 0,-1 1 0,1-1 0,-1 0 0,0-1 0,0 1 0,0-1 0,0 1 0,0-1 0,-1 0 0,0 0 0,0 0 0,0 0 0,0 0 0,0 0 0,-1 0 0,0-1 0,0 1 0,0-1 0,-1 1 0,1-1 0,-1 1 0,0-1 0,-1-6 0,1 9 18,-1-1 1,0 1-1,1-1 0,-1 1 1,0 0-1,0-1 1,0 1-1,-1 0 1,1-1-1,-1 1 1,1 0-1,-1 0 1,1 0-1,-1 1 1,0-1-1,0 0 1,0 0-1,0 1 1,0 0-1,-1-1 1,1 1-1,0 0 1,-1 0-1,1 0 1,-1 0-1,1 1 1,-1-1-1,1 1 0,-1-1 1,1 1-1,-4 0 1,1-1 77,0 1-1,0 0 1,0 0-1,0 0 1,1 1 0,-1 0-1,0 0 1,0 0-1,0 0 1,0 1 0,1 0-1,-1 0 1,1 0-1,0 0 1,-7 6 0,4-1 19,0 0 1,0 0 0,1 1 0,0 0-1,1 0 1,0 1 0,0 0 0,1 0-1,0 0 1,1 0 0,-1 1 0,2-1-1,0 1 1,0 0 0,0-1 0,1 1-1,1 0 1,0 0 0,0 0 0,1 0-1,2 14 1,-2-22-136,0 1 0,0-1 0,-1 1 0,2-1 0,-1 1 0,0-1 0,0 0 0,1 1 0,-1-1 0,1 0 0,0 0 0,0 0 0,0 0 0,0-1 0,0 1 0,0 0 0,2 1 1,1-1-110,0 0 0,0 1 0,0-2 0,0 1 0,1 0 0,-1-1 1,0 0-1,7 0 0,1 0-457,1-1 1,0 0 0,-1-2-1,1 1 1,-1-1-1,16-5 1,-13 1-944,1 0 0,18-10 0,34-24-5545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9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1 14855,'0'0'6403,"-66"135"-1937,42-67-1937,3 0-1088,2 1 127,2 1-463,-2-8-705,0-11-400,-1-8 0,-3-11-672,3-9-641,-1-6-768,-6-14-1056,-1-3-1377,-6-5-3778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9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9332,'19'-3'3903,"218"-8"5912,-129 10-8286,44 1-219,-151 0-1291,0 0-1,-1 1 0,1-1 1,-1 0-1,1 1 1,-1-1-1,1 0 0,-1 1 1,0-1-1,1 0 1,-1 1-1,1-1 0,-1 1 1,0-1-1,1 1 1,-1-1-1,0 1 0,1-1 1,-1 1-1,0 0 1,0-1-1,0 1 0,0-1 1,0 1-1,1-1 1,-1 1-1,0 0 0,0-1 1,0 1-1,-1 0 0,1 26 196,0-20-91,0 5 31,0 0 0,-1 0-1,-1-1 1,-4 18-1,5-25-310,0 1 0,-1 0 0,0-1 0,0 1 0,-1-1 0,1 0 0,-1 0 0,0 0 0,0 0 0,0 0 0,0-1 0,-1 1 0,-6 4 0,4-6-878,5-12-15404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39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13670,'0'0'9653,"11"7"-12295,8 1-1279,4-6-3619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0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1 11029,'0'0'5459,"-59"99"-2178,27-29 2338,0 5-1682,4-3-1888,4-3-656,3-7-1393,2-9 0,4-10 0,2-9 0,-2-7-176,0-7-1521,-4-8-608,0-7-1185,-7-5-1888,-1 0-2866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0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10325,'0'0'4516,"21"-1"-130,140-2 1505,54 3-2863,-213 0-3014,1 0 0,-1 0 1,0 0-1,1 0 0,-1 0 0,1 0 0,-1 1 0,0-1 0,1 1 1,-1 0-1,0 0 0,0 0 0,0 0 0,0 0 0,0 0 0,0 0 1,0 1-1,0-1 0,0 1 0,2 1 0,-3 1 30,1-1-1,-1 0 1,1 1 0,-1-1-1,0 1 1,0 0 0,0-1-1,-1 1 1,0 0 0,1-1-1,-1 1 1,-1 4 0,1-6-395,0 6 705,0 0-1,0-1 1,-1 1 0,-2 9-1,-8 3-3074,10-18 1745,0-1-1,0 0 1,-1 0-1,1 0 1,0 0-1,-1 0 1,1 0-1,-1 0 0,1-1 1,-1 1-1,0 0 1,-1 0-1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0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13558,'0'0'10261,"11"36"-11798,-2-10-1904,1-3-3619,1-4-4721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0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18 163 11605,'0'0'8991,"-3"19"-4565,3-18-4360,-7 50 2634,0 55 1,7-104-2601,3 40 955,-3-41-1052,0 0-1,0 0 0,1 0 0,-1 0 0,0 0 1,0 0-1,1-1 0,-1 1 0,1 0 0,-1 0 1,1 0-1,-1-1 0,1 1 0,-1 0 1,1 0-1,1 0 0,-2-1-22,1 0 0,0 0 0,-1 0 0,1 0 0,-1 0 1,1 0-1,0 0 0,-1-1 0,1 1 0,-1 0 0,1 0 0,0-1 0,-1 1 0,1 0 1,-1-1-1,1 1 0,-1 0 0,1-1 0,-1 1 0,1-1 0,-1 1 0,0-1 0,1 1 0,-1-1 1,0 1-1,1-1 0,-1 1 0,1-2 0,15-25-599,-1-1 0,-1-1 1,16-48-1,1-2 410,-23 60 244,-2 3 114,1-1 1,1 1-1,0 1 1,1 0-1,1 0 0,16-19 1,-26 34-131,0 0 1,0 0-1,0 0 1,0 0 0,0 0-1,0 0 1,1-1-1,-1 1 1,0 0 0,0 0-1,0 0 1,0 0-1,0 0 1,1 0 0,-1 0-1,0 0 1,0 0-1,0 0 1,0-1-1,0 1 1,1 0 0,-1 0-1,0 0 1,0 0-1,0 0 1,0 0 0,1 0-1,-1 0 1,0 0-1,0 0 1,0 1 0,0-1-1,0 0 1,1 0-1,-1 0 1,0 0 0,0 0-1,0 0 1,0 0-1,0 0 1,1 0 0,-1 0-1,0 1 1,0-1-1,0 0 1,0 0 0,0 0-1,0 0 1,0 0-1,0 0 1,1 1 0,2 13 94,-3 27-1647,0-33 751,0 12-1558,-1 4-2167,2-8-2765,1-7-3503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1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88 5250,'0'0'17659,"14"6"-16522,42 18-305,-54-23-815,0 0 0,-1-1 0,1 1 0,0 0 0,0-1 0,0 1 0,0-1 0,-1 1 0,1-1 0,0 0 0,0 0 0,0 0 0,0 0 0,0 0 0,0 0 0,0 0 0,0-1 0,0 1 0,0-1 0,-1 0 0,1 1 0,0-1 0,0 0 0,-1 0 0,1 0 0,0 0 0,-1 0 0,1 0 0,-1-1 0,1 1 0,-1-1 0,0 1 0,0-1 0,0 1 0,1-1 0,-2 1 0,1-1 0,1-3 0,1-3 46,-1 1 1,0-1-1,-1 0 1,0 0-1,0 0 1,-1-13-1,0 20 9,0-1-1,0 1 0,-1 0 1,1 0-1,0 0 0,-1 0 1,1 0-1,0 0 0,-1 0 1,0-1-1,1 1 0,-1 1 1,1-1-1,-1 0 0,0 0 1,0 0-1,0 0 0,0 0 1,1 1-1,-1-1 0,0 0 1,0 1-1,0-1 0,0 1 1,-1-1-1,1 1 0,0-1 1,0 1-1,0 0 0,0 0 1,0-1-1,-3 1 0,-44 0 1064,34 0-934,10 1-91,-1-1 0,1 0 0,0 1 0,-1 0 0,1 0 0,0 1 0,0-1 0,0 1 0,0 0 0,0 0 0,0 0 0,1 0 0,-1 1 0,-3 2 0,5-3-109,1-1 1,-1 1-1,1 0 1,-1-1-1,1 1 1,-1 0-1,1 0 1,0 0-1,0 0 1,0 0-1,0 0 1,0 0-1,1 1 1,-1-1-1,1 0 0,-1 0 1,1 0-1,0 1 1,0-1-1,0 0 1,0 1-1,0-1 1,0 0-1,1 0 1,-1 1-1,1-1 1,-1 0-1,1 0 1,1 3-1,0-3-158,0 1 0,0-1 0,0 1 0,0-1 0,0 1 0,0-1 0,1 0 0,-1 0-1,1-1 1,-1 1 0,1 0 0,0-1 0,0 1 0,0-1 0,3 1 0,51 13-2886,-50-13 2588,63 9-3643,15-6-2980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1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 1 16824,'0'0'4530,"-20"5"-1593,3-1-2138,-4 1 336,0 1 0,0 1-1,1 0 1,-37 20-1,21-7-803,0 1 0,2 2 0,0 1 0,2 2 0,-30 30-1,60-54-385,-1 0 0,1 1 0,1-1 0,-1 1-1,0-1 1,1 1 0,-1 0 0,1 0 0,0 0-1,0 0 1,0 0 0,0 0 0,-1 4 0,2-6-69,0 1 1,1 0 0,-1 0-1,0 0 1,0-1 0,1 1 0,-1 0-1,1 0 1,0-1 0,-1 1-1,1 0 1,0-1 0,0 1-1,0-1 1,0 1 0,0-1 0,2 2-1,5 3-425,0 0-1,0 0 0,0-1 0,1 0 0,0-1 1,16 7-1,45 16-1986,-36-15-103,0 2 0,0 1 0,53 34 1,-82-46 2513,-1 0 0,0 1 1,0-1-1,0 1 1,-1 0-1,1 0 1,-1 0-1,0 0 1,5 10-1,-7-12 287,0 0 0,-1-1 0,1 1 0,-1 0 0,1 0 0,-1 0 0,0 0 0,0 0 0,0 0 0,0 0 0,0 0 0,0 0 0,0 0 0,-1 0 0,1 0 0,-1-1 0,1 1 0,-1 0 0,0 0 0,0 0 0,0-1 0,0 1 0,0 0 0,0-1 0,0 1 0,-1-1 0,1 1 0,0-1 1,-3 2-1,-10 8 1189,0-1 1,0 0-1,-2-1 1,1-1-1,-29 11 1,-87 24 1597,99-34-3325,-40 6 1,3-10-6075,68-4 6024,0-1 0,0 0 1,0 0-1,0 0 0,1 0 0,-1 0 0,0 0 0,0 0 0,0-1 0,0 1 0,0 0 0,0-1 0,0 1 0,1 0 0,-1-1 1,-1 0-1,-1-16-11422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1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0 10341,'0'0'11381,"-21"138"-6163,-5-65-1248,-6 10-2177,0-4-1729,2-8-64,0-10 0,0-5 0,1-13 0,3-11 0,2-2-1601,1-13-1504,2-5-1745,1-12-3378,1 0-3906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2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0 151 12486,'0'0'4487,"17"-1"-258,-6 0-3626,2 0 185,0 1 0,0 0-1,1 0 1,-1 1 0,0 1 0,0 0 0,0 1-1,0 0 1,24 10 0,-20-4-251,-1 1-1,0 1 1,24 21-1,-36-28-485,1 0 0,-1 0 0,-1 0-1,1 0 1,0 1 0,-1 0 0,0 0-1,0 0 1,-1 0 0,1 0 0,-1 0-1,0 1 1,0-1 0,-1 1 0,0-1 0,1 11-1,-1-24-135,0 0-1,1 1 0,0-1 1,4-9-1,0-3-105,0-1-98,1 0 0,1 1 0,1 0 0,1 1 0,23-36 0,-24 43-444,1 0 0,0 1 1,0-1-1,1 2 0,19-15 1,3 9-4777,-9 12-3040,-2 3-1687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2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1 8948,'0'0'10704,"-19"19"-5867,-65 65-1012,73-72-3344,-1 0 1,1 1-1,1 0 0,0 0 0,1 1 0,1 0 0,0 1 0,-8 21 0,14-25-505,5-11-62,-1 0 31,5 0-151,1-1-1,0 0 1,-1 0-1,1-1 1,-1 1 0,1-2-1,-1 1 1,0-1 0,0 0-1,7-5 1,6-4-495,-1-1 0,18-17 0,-12 9 552,-25 25 4671,-9 17-4455,5-11-162,1 0 0,0 1 0,0 0 0,1-1 0,0 1 0,1 0 1,0 0-1,1 14 0,1-24-120,-1 0 1,0 0-1,1 0 1,-1 0-1,0 0 1,1 0-1,-1 0 1,1 0-1,0 0 1,-1 0-1,1 0 1,0 0-1,-1 0 1,1-1-1,0 1 1,0 0-1,0-1 1,0 1 0,0-1-1,0 1 1,0-1-1,0 1 1,0-1-1,0 1 1,0-1-1,0 0 1,0 0-1,0 1 1,0-1-1,0 0 1,0 0-1,0 0 1,0 0-1,2-1 1,4 1-1102,-1 0 1,0-1 0,1 1-1,-1-1 1,7-3 0,29-16-9119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2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0 2081,'0'0'16023,"-87"109"-13718,48-30 2257,3 12-48,10 3-2673,3 2-752,2-8-737,1-7-352,-3-15 0,2-15 0,1-14-160,5-12-1921,3-14-304,1-11-2033,0-11-2385,0-23-7012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3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9604,'0'0'4424,"25"9"183,4 3-3197,3 2 349,1-2-1,58 13 1,-32-16-480,0-2-1,110-3 1,-147-4-1244,-13 0-44,-1 0 0,1 0 0,-1-1 0,0 0 1,1 0-1,-1-1 0,0 0 0,0-1 0,0 0 0,0 0 0,0-1 0,-1 1 0,1-2 1,9-6-1,-16 9 14,1 1 1,-1 0-1,0-1 1,1 1-1,-1-1 1,0 1-1,0-1 1,0 1-1,0-1 1,0 0-1,-1 0 1,1 1 0,0-1-1,-1 0 1,0 0-1,1 0 1,-1 0-1,0 1 1,0-1-1,0 0 1,0 0-1,0 0 1,0 0-1,0 0 1,-1 0-1,1 0 1,-2-3 0,1 3 6,-1-1 0,1 0 0,-1 0 0,0 1 0,1-1 0,-1 1 0,0-1-1,-1 1 1,1 0 0,0 0 0,-1 0 0,1 0 0,-1 0 0,1 1 0,-5-3 0,-2 1 38,0-1 0,0 2 0,0-1 0,0 1 0,-1 0 0,1 1-1,0 0 1,-1 1 0,1 0 0,-1 0 0,-14 3 0,20-2-22,0 0 1,0 0 0,0 0-1,1 1 1,-1-1-1,0 1 1,0 0-1,1 0 1,-1 0 0,1 0-1,0 1 1,0-1-1,0 1 1,0 0 0,0 0-1,0 0 1,1 0-1,-1 1 1,1-1-1,0 1 1,0-1 0,1 1-1,-1 0 1,1 0-1,-1 0 1,1 0 0,0 0-1,0 5 1,-1 1-32,1 0 1,1-1-1,0 1 1,0 0-1,0-1 1,3 13-1,-2-19-131,0 1 0,1-1 0,-1 1 0,1-1 0,-1 0 0,1 1 0,0-1 0,0 0 0,0 0 0,1 0 0,-1-1 0,1 1 0,-1-1 0,1 1 0,0-1 0,0 0 1,0 0-1,0 0 0,4 2 0,0-2-678,0 1 0,0-1 1,0 0-1,0-1 0,0 0 1,0 0-1,0 0 1,12-2-1,26 1-5788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4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942 0 4626,'0'0'9930,"-22"0"-4853,19 0-4948,-28 0 2004,1 2 1,-1 0 0,-33 8-1,52-7-1476,0 0 0,0 1 0,0 1-1,1 0 1,-15 8 0,20-10-613,1 1 0,-1 0 1,1 0-1,0 1 0,0-1 0,1 1 0,-1 0 0,1 0 1,0 0-1,1 1 0,-5 8 0,7-12-48,-1-1 0,1 1 0,1 0 0,-1 0 1,0 0-1,0-1 0,1 1 0,-1 0 0,1 0 0,-1 0 0,1 0 0,0 0 0,0 0 0,0 0 1,0 0-1,0 0 0,0 0 0,1 0 0,-1 0 0,0 0 0,1 0 0,0 0 0,-1 0 0,1 0 1,0-1-1,0 1 0,0 0 0,0-1 0,1 1 0,-1 0 0,0-1 0,1 1 0,-1-1 0,1 0 1,-1 0-1,1 1 0,0-1 0,-1 0 0,1 0 0,0 0 0,0-1 0,0 1 0,0 0 0,-1-1 1,1 1-1,4-1 0,4 2-190,1 0-1,-1-1 1,0 0 0,1-1 0,-1-1 0,1 1-1,19-5 1,-17 1-59,1 0 1,-1-1-1,16-9 0,-23 11 204,0 0 0,0-1 0,0 0 1,0 0-1,0 0 0,-1-1 0,0 0 0,7-8 0,-11 12 358,-6 6 233,-34 46-249,3 3 0,-51 98 0,64-110-145,-81 179 484,16-28-5,76-171-613,-1 0 0,0-1-1,-18 20 1,23-31-14,-1-1-1,0 0 1,0-1-1,-1 1 1,0-2-1,0 0 1,-21 11-1,25-15 2,0-1-1,-1 1 1,1-1-1,-1-1 1,1 0-1,-1 1 1,0-2-1,1 1 1,-1-1-1,0 0 1,1-1-1,-1 1 1,0-1-1,1-1 1,-1 1-1,1-1 1,-1 0-1,1-1 1,0 1-1,0-1 1,0 0-1,0-1 1,-5-3-1,-4-5-116,1 0 0,0-1 0,0-1 0,1 0 0,1 0 0,-19-31 0,22 31-105,1-2 1,0 1 0,2-1 0,-1 0 0,2 0-1,0-1 1,1 1 0,1-1 0,1 0 0,0 0 0,1-1-1,1 1 1,0 0 0,6-32 0,-4 43 69,0-1 1,1 1 0,0-1-1,0 1 1,0 0 0,1 0-1,0 0 1,0 1 0,0-1-1,1 1 1,0 0-1,0 0 1,0 1 0,1 0-1,-1 0 1,1 0 0,0 0-1,0 1 1,7-3-1,11-4-431,2 0 0,-1 2 0,42-8 0,63-9-774,-69 16 1147,0-4 0,-1-1 0,-1-4 0,66-28 0,50-47-1237,-59 30 2484,-38 25 3663,-71 38 1722,-5 7-4599,-2 15-3169,0-15 1990,-15 138-645,15-144-4,0-1 0,0 0-1,0 0 1,0 1 0,0-1 0,0 0 0,1 0-1,-1 0 1,0 1 0,0-1 0,0 0 0,0 0-1,1 0 1,-1 0 0,0 1 0,0-1 0,0 0-1,1 0 1,-1 0 0,0 0 0,0 0 0,1 0 0,-1 1-1,0-1 1,0 0 0,1 0 0,-1 0 0,0 0-1,0 0 1,1 0 0,-1 0 0,0 0 0,0 0-1,1 0 1,-1 0 0,0-1 0,0 1 0,1 0-1,-1 0 1,3 0-156,5 0-755,-1 0 0,1 0 0,0 0 0,0-1 0,0-1 1,-1 1-1,1-1 0,0-1 0,-1 1 0,0-1 0,0 0 0,9-6 0,29-22-11194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4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14887,'0'0'14631,"-11"32"-14631,11-17-673,0-6-1696,7 4-1905,8-5-4002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4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31 129 12662,'0'0'14980,"9"6"-14116,-7-4-810,4 3 86,0-1 0,0 0 0,1 0 0,11 5 0,-15-8-144,0 0 1,0 0-1,0 0 0,1-1 1,-1 1-1,0-1 1,0 0-1,0 0 1,1 0-1,-1 0 0,0 0 1,0-1-1,0 1 1,0-1-1,0 0 1,0 0-1,0 0 1,5-3-1,-2 1-147,0-1 1,-1 0-1,1 0 1,-1-1-1,0 0 0,0 0 1,0 0-1,-1 0 1,5-8-1,-7 10 176,0-1 0,0 1-1,0-1 1,-1 0 0,1 1 0,-1-1 0,0 0 0,0 0-1,0 0 1,-1 0 0,0 0 0,1 0 0,-1 0 0,-1 0-1,1 0 1,-1 0 0,-1-6 0,1 8 62,0 0 1,-1 0-1,1 0 1,-1 0-1,0 0 1,0 0-1,0 0 1,1 1-1,-2-1 1,1 1-1,0-1 1,0 1-1,0 0 1,-1 0-1,1 0 1,0 0-1,-1 0 1,1 1-1,-1-1 1,1 1-1,-1-1 1,0 1-1,1 0 1,-4 0-1,-1 0 202,0-1-1,-1 1 1,1 1-1,-1-1 1,1 1-1,0 1 1,-12 3-1,14-2-279,0 0-1,0 0 0,0 1 1,0-1-1,0 1 1,1 1-1,0-1 0,-1 0 1,2 1-1,-1 0 0,1 0 1,-1 0-1,1 1 1,1-1-1,-1 1 0,1-1 1,-3 9-1,1 2-10,-1 1 0,2-1 0,0 0 0,1 1 0,1 20 0,1-25 87,-1-6-184,1 1 0,0-1 0,1 1 1,0-1-1,2 9 0,-3-13-72,1-1 0,-1 1-1,1 0 1,0-1-1,0 1 1,0-1 0,0 1-1,0-1 1,0 1 0,1-1-1,-1 0 1,0 1-1,1-1 1,-1 0 0,1 0-1,-1 0 1,1 0-1,-1 0 1,1-1 0,0 1-1,-1 0 1,1-1 0,3 1-1,3 1-1286,0-1 0,0-1 0,1 1-1,-1-2 1,0 1 0,16-3 0,24-11-8429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4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1 8564,'0'0'16882,"-20"11"-12272,-64 39-2275,77-47-2306,2 1 0,-1 0 1,0 1-1,1 0 0,0 0 0,0 0 0,0 0 1,1 1-1,-1 0 0,1 0 0,1 0 1,-1 0-1,-3 11 0,4-7-33,1 0 0,0 0 0,0 0 0,1 0-1,1 0 1,0 0 0,1 13 0,0-16-63,1-1 0,-1 1 1,1 0-1,1-1 0,-1 1 0,1-1 1,0 0-1,0 0 0,8 10 0,-7-10-556,0-1-1,0 1 0,-1 0 1,0 1-1,0-1 0,-1 1 1,1-1-1,-2 1 0,2 7 1,-3-14 574,0 1 0,0-1 0,0 1 1,0-1-1,0 1 0,0-1 0,0 1 1,0-1-1,0 1 0,0-1 0,-1 1 1,1-1-1,0 0 0,0 1 0,-1-1 1,1 1-1,0-1 0,-1 0 0,1 1 1,0-1-1,-1 1 0,1-1 0,0 0 1,-1 0-1,1 1 0,-1-1 0,1 0 1,-1 0-1,1 1 0,-1-1 0,0 0 1,-18 3 100,12-2-108,-172 4-1363,133-5-1089,-43 0-5426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46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0 393 544,'0'0'587,"20"-1"262,2 1-610,104-9 653,-16-5 1,786-77 7482,260 2-6418,-337 20-2649,-410 40 1017,810-43 1214,561 55 1633,-1770 17-3171,268-2 53,535 13 308,-325 4-342,126 8 179,-65 22-139,531 34-227,-843-69 250,348 26 957,-542-30-973,21 2 34,-63-8 286,-35 0 427,-14 2-946,24-1-2377,-1 0-4489,7-1-630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8:56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17 256,'0'3'17744,"0"-3"-17635,0 1 0,0-1 0,0 0 0,0 1 0,0-1 0,0 0 0,0 1 0,0-1 0,0 0 0,0 1 0,0-1 0,0 0 0,0 0 0,1 1 0,-1-1 0,0 0 0,0 1 0,0-1 0,1 0 0,-1 0 0,0 1 0,0-1 0,1 0 0,-1 0 0,0 0 0,0 1 0,1-1 0,-1 0 0,0 0 0,1 0 0,-1 0 0,0 1 0,1-1 0,122 0-1003,367-6 254,-452 5 657,-20 1 114,-1 0 1,26-5-1,-39 3-482,-10-6-8339,6 8 8673,-9-7-7282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2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0 352,'0'0'6118,"20"2"-2018,-62 1 3636,30-1-7727,0 1-1,0 0 1,1 1-1,0 0 1,0 1-1,-17 9 1,0 2 205,1 1 1,1 1 0,0 1 0,1 2-1,2 1 1,0 0 0,1 2-1,-31 43 1,38-45-7,2 1 0,0 0 0,2 0 0,0 1 0,2 1 0,0 0 0,2 0 0,1 1 0,1-1 0,1 1 0,0 29 0,3-27-38,2 1-1,1 0 1,1-1-1,1 0 1,2 1-1,12 37 0,-10-45-41,1 1 0,1-1-1,0-1 1,2 0-1,0-1 1,2 0 0,0 0-1,24 23 1,-31-35-74,1 0 0,1 0 0,-1-1 0,1 0 0,0-1 1,12 6-1,-20-18-9168,-1-7 516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2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631 22 9925,'0'0'8337,"-18"-4"-7660,-2-1-519,9 2-27,0 0 0,0 1 1,-1 0-1,1 1 0,-1 0 1,1 1-1,-1 0 0,-19 3 1,-1 6 222,0 2 1,0 1-1,1 1 0,1 1 1,0 2-1,-30 22 1,29-19-134,0 2 1,2 2-1,-27 26 1,48-43-239,1 2 1,1-1-1,-1 1 0,1 0 1,1 0-1,-1 1 0,1 0 1,1 0-1,0 0 0,0 0 1,1 1-1,0-1 0,0 1 1,1 0-1,1 0 0,-1 11 1,2-19-38,0 0 1,0 0-1,0 0 1,1 0-1,-1 0 1,1 0-1,-1 0 1,1 0-1,0 0 1,0 0-1,0 0 1,0-1-1,0 1 1,0 0-1,0-1 1,1 1-1,-1-1 1,0 1-1,1-1 1,0 0-1,-1 1 1,1-1-1,0 0 1,-1 0-1,1 0 1,0 0-1,0-1 1,0 1-1,0 0 1,0-1-1,4 1 1,6 1-174,1 0 1,0-1-1,-1-1 1,16-1-1,-7 0 102,7 0 46,-1 0 0,1-3 0,-1 0 0,52-15 0,-70 16 62,26-4 42,-35 10 99,1 0-1,0 0 0,-1 0 0,0 0 0,1 0 0,-1 0 1,-1 5-1,1-3 47,-2 32 502,-2-1 0,-2 0-1,-1 1 1,-1-2 0,-2 1 0,-18 40 0,-2 7-1283,37-97-10095,9-14 3938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3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91 6435,'0'0'10551,"1"12"-10052,7 35 54,-7-46-526,-1 0 0,0 0 1,1 0-1,-1 0 1,1 0-1,-1 0 1,1 0-1,-1 0 1,1 0-1,0 0 0,0 0 1,-1-1-1,1 1 1,0 0-1,0 0 1,0-1-1,0 1 0,0-1 1,0 1-1,0-1 1,0 1-1,0-1 1,0 0-1,0 1 1,0-1-1,1 0 0,28 0 230,-22-1-137,-3 1-84,0 0-1,0 0 0,0-1 1,0 1-1,0-1 1,0 0-1,0-1 0,0 1 1,-1-1-1,1 0 0,0 0 1,5-4-1,-7 3-25,-1 1 0,1-1 1,0 1-1,-1-1 0,0 0 0,0 0 0,0 0 1,0 0-1,0 0 0,0 0 0,-1-1 0,1 1 0,-1-1 1,0 1-1,0-1 0,-1 1 0,1-8 0,0 8-1,0-1-1,-1 1 1,0 0 0,1-1-1,-1 1 1,-1 0-1,1-1 1,0 1-1,-1 0 1,0-1-1,0 1 1,0 0-1,0 0 1,0 0-1,-1 0 1,1 0-1,-1 0 1,0 0-1,-3-4 1,2 5 18,-1 0 0,1-1 0,-1 2 0,0-1 0,0 0 0,0 1 0,0-1 0,0 1 0,0 0 0,0 0 0,0 1 0,-1-1 0,1 1 0,0 0 0,-5 1 0,3-1 15,-1 0 0,1 0 0,0 1 0,0 0-1,-1 0 1,1 1 0,0 0 0,0 0 0,0 0-1,0 1 1,1 0 0,-7 4 0,8-5 7,0 1 1,1 1-1,0-1 0,0 0 1,0 1-1,0 0 1,0-1-1,1 1 0,0 0 1,-1 1-1,1-1 1,1 0-1,-1 0 0,1 1 1,0-1-1,0 1 1,-1 8-1,0-2 48,1 1 1,1-1-1,0 1 0,0-1 1,1 1-1,3 13 0,-3-22-102,-1 1-1,2-1 0,-1 0 0,0 0 0,0 0 1,1 0-1,0 0 0,0 0 0,0 0 1,0-1-1,0 1 0,0-1 0,1 0 0,-1 1 1,1-1-1,-1 0 0,1 0 0,0 0 0,0-1 1,0 1-1,0-1 0,0 0 0,0 0 0,0 0 1,6 1-1,1 0-230,1-1-1,-1-1 1,1 1 0,-1-2-1,1 1 1,-1-2 0,1 1-1,-1-1 1,0-1 0,0 0 0,0 0-1,0-1 1,-1-1 0,16-8-1,-4-1-808,0 0-1,-2-1 1,0-1-1,0-1 1,17-21-1,-34 35 1197,15-16-634,-12 5 7832,-5 25-6066,0-3-734,-1 0-289,1 0 0,1 1 0,-1-1 0,1 0 0,1 0 0,2 9 1,-4-16-268,1 1 0,-1-1 0,1 0 0,0 0 0,0 0 0,-1 1 0,1-1 1,0 0-1,0 0 0,0 0 0,0 0 0,0 0 0,0 0 0,0-1 0,0 1 1,1 0-1,1 0 0,-1 0-38,0-1 0,0 1-1,1-1 1,-1 0 0,0 0 0,0 0 0,0 0 0,0-1-1,0 1 1,1 0 0,-1-1 0,0 0 0,0 1 0,0-1-1,2-1 1,14-7-369,-1-1-1,19-13 0,10-7 125,-46 30 377,0 0 0,1 0 0,-1 0 0,1 0 0,-1 0 0,1 0 0,-1 0 0,0 0 0,1 0 0,-1 0 0,1 1 0,-1-1 0,1 0 0,-1 0 0,0 0 0,1 0 0,-1 1 0,0-1 0,1 0 0,-1 0 0,0 1 0,1-1 0,-1 0-1,0 1 1,1-1 0,-1 0 0,0 1 0,0-1 0,1 0 0,-1 1 0,12 18-202,-1-3-158,-10-14-6,1 0 0,0-1 0,0 1 0,0-1-1,0 0 1,0 0 0,0 0 0,1 0 0,-1 0 0,0 0 0,4 0 0,27 2-7745,-13-3 863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3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93 6339,'0'0'6411,"20"5"-6259,60 17-3,-75-21-131,1 0 0,-1 0 0,0 0 0,0-1 0,1 0 0,5 0 0,-10 0-14,1 0 0,-1-1-1,0 1 1,1 0 0,-1-1 0,0 1-1,0-1 1,1 1 0,-1-1 0,0 0-1,0 1 1,0-1 0,0 0 0,0 0 0,0 0-1,2-1 1,-2 0 7,0 0-1,0-1 1,-1 1-1,1-1 1,0 1-1,-1 0 1,0-1-1,1 1 1,-1-1-1,0 1 1,0-1-1,0 1 1,-1-1-1,1 1 1,-1 0-1,1-1 1,-1 1-1,-1-4 1,0 2 90,1 1 0,-1 0 1,1 0-1,-1 0 0,0 0 1,0 0-1,-1 0 0,1 0 1,0 1-1,-1-1 0,0 1 1,0 0-1,1 0 0,-1 0 0,0 0 1,-1 0-1,1 1 0,0-1 1,-7-1-1,0 0 489,0 0 1,0 1-1,-1 0 0,1 1 0,-17 0 1,24 1-496,0 1 0,-1-1 0,1 1 1,0 0-1,0 0 0,0 0 0,0 0 1,0 1-1,0-1 0,0 1 0,0-1 1,1 1-1,-1 0 0,0 0 0,1 1 1,0-1-1,0 0 0,-1 1 0,1 0 1,1-1-1,-1 1 0,0 0 0,1 0 1,-1 0-1,1 0 0,0 0 0,0 0 1,-1 6-1,-1 2-16,1 0 0,0-1 0,1 1 0,0 0-1,1 0 1,0 0 0,3 20 0,-3-28-200,1 1 0,0-1 1,0 1-1,0-1 0,1 1 0,-1-1 0,1 0 0,0 0 0,0 0 0,0 0 1,0 0-1,0 0 0,1 0 0,-1-1 0,1 1 0,0-1 0,0 0 0,0 0 0,0 0 1,0 0-1,0 0 0,1-1 0,-1 1 0,0-1 0,5 1 0,7 2-1856,0-2 1,0 0-1,0 0 0,26-2 0,4 0-4229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4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33 211 6131,'0'0'13587,"-2"17"-12418,-6 53-222,7-58-721,-2 1 560,2-12-680,1-1 289,-4-10 723,0-3-1022,1-1 0,1 1 0,0-1 0,0 1 0,1-1 0,1 0 0,1 0 0,2-18 0,-2 25-184,1-1-1,-1 1 0,1 0 0,1-1 1,-1 1-1,1 0 0,1 0 1,-1 0-1,1 1 0,0-1 1,1 1-1,-1 0 0,1 0 1,1 1-1,-1-1 0,10-7 1,-5 8-561,-1-1 1,0 1-1,1 1 1,0 0-1,13-3 1,27-6-6126,-44 12 5649,26-7-7097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4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1761,'0'0'24827,"-32"98"-24555,32-92-272,0-5-240,0 1-832,0-24-10326,11-14 1138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4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8452,'0'0'11589,"10"107"-11589,-7-67-144,3-5-2001,5-1-2209,1-7-2881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4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12486,'0'0'2700,"-17"7"560,11-5-2849,-18 7 1336,1 1 1,1 1-1,-42 26 1,57-32-1439,1 0 0,0 0 0,0 0 1,0 1-1,1 0 0,0 0 1,0 1-1,-5 8 0,8-11-286,0 0-1,1 0 1,-1 0 0,1 0-1,0 0 1,0 0-1,1 1 1,-1-1 0,1 0-1,0 0 1,0 0 0,0 1-1,0-1 1,1 0-1,0 0 1,0 0 0,1 5-1,0-5-41,0 0 0,0 0 0,1 0 0,-1-1-1,1 1 1,0-1 0,0 0 0,0 0 0,0 0 0,1 0-1,-1 0 1,1 0 0,0-1 0,-1 0 0,1 0 0,0 0-1,0 0 1,1-1 0,-1 1 0,0-1 0,8 1 0,1 0-599,0 0 0,0 0 0,0-2 0,0 0 1,0 0-1,16-3 0,-21 1-318,0 1-1,0-2 1,0 1-1,15-8 1,36-26-4442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6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36 4130,'0'0'11920,"9"-6"-9866,26-17-47,-30 16 629,-12 8-2367,5-1 107,-10 1 10,0 1-1,-1 1 1,1 0-1,0 0 1,-13 7-1,-63 30-65,61-27-77,24-12-227,-94 50 635,85-44-617,1 0 0,1 1 1,-1 0-1,1 1 0,1 0 1,-11 12-1,19-19-80,-1-1-1,1 1 1,-1 0 0,1 0-1,0 0 1,-1 0 0,1 0-1,0 0 1,0 0 0,1 0-1,-1 0 1,0 1-1,1-1 1,-1 0 0,1 1-1,0-1 1,0 0 0,0 0-1,0 1 1,0-1 0,0 0-1,1 1 1,-1-1 0,1 0-1,-1 0 1,1 1-1,0-1 1,0 0 0,0 0-1,0 0 1,0 0 0,1 0-1,-1 0 1,0-1 0,1 1-1,0 0 1,-1-1 0,1 1-1,0-1 1,4 3-1,7 4-345,0 0 1,1-1-1,1-1 0,28 9 0,-23-8 152,7 2-343,55 22-1448,-74-28 1741,-1 1 1,0 0 0,1 0 0,-2 1 0,1-1-1,0 2 1,9 9 0,-15-14 304,0 0 0,0 0 0,0 0 0,0 1 1,0-1-1,0 0 0,-1 1 0,1-1 0,-1 0 0,1 1 0,-1-1 0,1 1 1,-1-1-1,0 0 0,1 1 0,-1-1 0,0 1 0,0-1 0,0 1 0,0-1 1,-1 1-1,1-1 0,0 1 0,-1-1 0,1 1 0,-1-1 0,1 1 0,-1-1 0,1 0 1,-1 0-1,0 1 0,0-1 0,0 0 0,0 0 0,0 0 0,0 0 0,0 0 1,-1 2-1,-6 2 531,1 0 0,-1 0 0,1 0 1,-18 7-1,22-11-415,-159 62 3087,29-13-3253,130-49-1334,7-5-1563,16-20-2793,13-14-4725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6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 2481,'0'0'14983,"-30"99"-12758,11-38 1649,2-1-1777,-1-2-1313,4-7-224,1-2-143,-2-8-321,2-9-96,-2-7-192,4-5-657,-2-8-816,-1-5-752,-3-7-1905,-1 0-2785,-5-7-3442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6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7235,'0'0'4306,"17"-4"-819,9-3-918,44-6 1,-58 12-2015,1 0 1,0 0-1,-1 2 1,1-1 0,0 2-1,-1-1 1,20 7-1,-13-2-138,-1 1-1,1 1 0,20 13 1,-33-18-348,0 1 0,0 0 1,0 1-1,0 0 0,-1 0 1,1 0-1,-1 0 0,-1 1 1,1 0-1,-1 0 0,7 12 0,-10-15-52,0-1 0,-1 0-1,1 0 1,0 1-1,-1-1 1,0 0-1,1 1 1,-1-1 0,-1 4-1,1-4-6,0-2-79,1-26-2033,1 21 1770,-1 0 0,1 1 0,0-1 0,0 1 0,0-1 1,1 1-1,0 0 0,-1 0 0,1 0 0,1 0 0,-1 1 0,0-1 0,1 1 1,7-5-1,6-4-2458,0 2 0,21-11 0,10-2-4573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7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0 6515,'0'0'16733,"-17"11"-14841,5-4-1571,-116 78 2778,112-69-3119,16-16-10,-1 0 0,1 0 0,0 1 0,0-1 0,0 0 0,0 0 1,0 0-1,0 1 0,-1-1 0,1 0 0,0 0 0,0 1 0,0-1 0,0 0 1,0 0-1,0 0 0,0 1 0,0-1 0,0 0 0,0 0 0,0 1 1,0-1-1,0 0 0,0 0 0,0 0 0,0 1 0,1-1 0,-1 0 0,0 0 1,0 0-1,0 1 0,0-1 0,0 0 0,0 0 0,1 0 0,-1 1 0,0-1 1,0 0-1,3 1-218,1 0 1,-1-1-1,0 1 0,0-1 1,0 0-1,1 1 0,5-2 1,-1 1 406,1 0-449,0 0-1,0-1 1,0 1-1,0-2 1,0 0 0,0 0-1,0 0 1,-1-1 0,1 0-1,-1-1 1,0 0-1,13-8 1,-19 20 4453,-4 18-3335,0-15-1186,1 1 1,0-1 0,2 13 0,-1-23 228,0 0 1,1 0-1,-1 0 1,1 0-1,-1 0 1,1 0-1,0 0 1,-1 0-1,1-1 1,0 1-1,-1 0 1,1 0-1,0-1 1,0 1-1,0-1 1,0 1-1,0 0 0,0-1 1,0 0-1,0 1 1,0-1-1,0 0 1,0 1-1,0-1 1,0 0-1,1 0 1,33 1-3454,-25-1 2056,35 0-4975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7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1 14583,'0'0'9060,"-96"105"-6387,71-47-1120,7 4-241,1-1-399,3-3-513,3-7-368,-2-4-32,4-8-720,-1-7-529,-3-6-800,-2-9-912,-4-11-1505,-3-6-2369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7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 7555,'0'0'3397,"23"0"338,149-1 2678,88 1-3809,-258 0-2590,0 0-1,-1 0 0,1 0 1,-1 0-1,1 0 1,0-1-1,-1 1 0,1 0 1,-1-1-1,1 1 1,-1-1-1,1 0 0,-1 1 1,1-1-1,-1 0 1,0 0-1,1 0 0,-1 0 1,0 0-1,2-2 1,-3 2 20,1 0 0,-1-1 0,1 1 0,-1-1 1,0 1-1,0 0 0,0-1 0,1 1 0,-1-1 1,-1 1-1,1 0 0,0-1 0,0 1 0,0-1 1,-1 1-1,1 0 0,-1-1 0,1 1 0,-1 0 1,0-1-1,1 1 0,-1 0 0,0 0 1,-1-2-1,-2-3 69,-1 0 0,0 0 0,0 1 1,0-1-1,0 1 0,-1 0 0,0 1 0,0 0 1,-1-1-1,1 2 0,-1-1 0,1 1 0,-1 0 1,0 0-1,-1 1 0,1 0 0,0 0 0,-15-1 1,19 4-99,0-1 1,1 1-1,-1 0 0,0 0 1,1 0-1,-1 0 1,1 0-1,0 1 1,-1-1-1,1 1 1,0-1-1,0 1 1,0 0-1,0 0 1,0 0-1,0 0 1,0 0-1,1 0 0,-1 1 1,1-1-1,0 0 1,-1 1-1,1-1 1,0 4-1,-4 4-26,1 1 0,1-1 0,0 1 1,-2 17-1,4-21-192,0 0 1,0 1 0,1-1-1,0 1 1,0-1 0,1 1-1,0-1 1,0 0 0,4 12-1,-3-16-49,-1 0-1,1 0 1,0 0-1,-1 0 1,1-1-1,1 1 0,-1-1 1,0 0-1,1 1 1,-1-1-1,1 0 0,-1 0 1,1-1-1,0 1 1,0-1-1,0 1 1,0-1-1,0 0 0,0 0 1,1 0-1,-1 0 1,0-1-1,5 1 0,11 1-3318,0-1 0,33-3 0,-6-5-3860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8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547 0 6883,'0'0'16186,"-18"2"-14999,-58 7 137,69-8-1177,1 1 0,0 1 1,0-1-1,0 1 0,0 0 0,0 0 1,0 1-1,1-1 0,0 1 1,0 0-1,0 1 0,0 0 1,0-1-1,1 1 0,0 1 0,0-1 1,1 1-1,-5 8 0,6-12-176,1 0 0,-1 1-1,1-1 1,0 0 0,0 1-1,0-1 1,0 0 0,0 1 0,1-1-1,-1 1 1,1-1 0,0 1-1,-1-1 1,1 1 0,0 0-1,0-1 1,1 1 0,-1-1-1,1 1 1,-1-1 0,1 1-1,1 2 1,-1-4-60,1 1 1,0 0-1,0 0 0,-1-1 1,1 1-1,0 0 0,1-1 1,-1 0-1,0 0 0,0 0 1,0 0-1,1 0 0,-1 0 1,1 0-1,-1-1 0,0 1 1,1-1-1,-1 1 0,1-1 1,-1 0-1,6-1 0,40-2-1114,23 1-1153,-70 2 2348,1 1 0,-1 0 0,1-1 0,-1 1 0,1 0 0,-1 0 0,0 0 0,1 0 0,-1 0 0,0 0 0,0 0 0,0 0 0,1 1 0,-1-1 0,-1 0 0,1 1 0,0-1 0,0 1 0,0-1 0,-1 1 0,1-1-1,-1 1 1,1 2 0,9 42 70,-7-20-13,-1 1-1,-1-1 1,-1 1-1,-1-1 1,-2 1-1,-1-1 1,-1 0-1,-11 37 0,9-44 53,0-1 1,0 0-1,-2 0 0,0-1 0,-1 0 0,-1-1 0,-1 0 0,0 0 0,-1-1 0,0-1 0,-1 0 0,-20 14 1,24-22 46,0 0 0,-1 0 1,1-1-1,-1-1 1,0 0-1,-1 0 0,1-1 1,-1 0-1,0-1 1,1 0-1,-1-1 0,0-1 1,0 0-1,0 0 1,-14-3-1,18 2-145,0-1 0,0 0 0,0 0 0,1-1 0,-1 0 1,1-1-1,0 1 0,0-1 0,0-1 0,0 1 0,1-1 0,0 0 0,0-1 0,0 1 0,-5-8 1,5 6-35,-1-1 0,2 0 1,-1-1-1,1 1 1,1-1-1,-1 0 0,2 0 1,-1-1-1,1 1 1,0-1-1,-2-17 1,4 20-51,1 0 1,0 0 0,0 0 0,1 0 0,-1 1 0,1-1 0,1 0-1,-1 0 1,1 1 0,1-1 0,-1 1 0,1 0 0,5-9 0,-2 6-259,2 0 1,-1 0 0,1 1-1,1-1 1,-1 2 0,1-1-1,12-6 1,103-59-8183,-109 65 7030,39-19-4936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8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 11861,'0'0'15399,"-40"113"-14118,27-83-705,2-6-432,1-5-144,3-4-144,1-5-704,1 3-1185,-1-8-1184,0-5-1794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8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13750,'0'0'10421,"6"57"-10661,-4-29-1313,-2 4-1712,0-2-1537,0-5-3458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9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1 127 10709,'0'0'10511,"16"3"-9769,-2 0-558,-3 1-135,0-1 0,1-1 0,0 0 0,-1 0 0,1-2 0,0 1 0,0-1-1,20-3 1,-29 2-58,0 0-1,0 0 0,0 0 1,0 0-1,-1-1 0,1 1 1,0-1-1,-1 0 1,1 0-1,-1 0 0,0 0 1,1 0-1,-1 0 0,0 0 1,-1-1-1,1 1 0,0-1 1,-1 0-1,1 1 0,-1-1 1,0 0-1,2-5 0,-1-3 6,0 0 0,0 0 0,-1 0 0,-1-20-1,0 27 24,0 3 73,-1 0-1,1 1 0,-1-1 0,1 0 1,-1 0-1,1 0 0,-1 1 1,0-1-1,0 0 0,1 0 1,-1 1-1,0-1 0,0 1 1,0-1-1,0 1 0,0-1 0,1 1 1,-1 0-1,0-1 0,0 1 1,0 0-1,0 0 0,0-1 1,0 1-1,0 0 0,0 0 1,0 0-1,0 0 0,0 0 0,-2 1 1,-34 3 882,32-2-890,0 1 1,-1 0 0,1 0-1,1 0 1,-1 1 0,0-1-1,1 1 1,-1 0 0,1 0-1,1 1 1,-1 0 0,0-1-1,1 1 1,0 0 0,-4 10-1,2-6-180,1 1 0,1 0-1,-1 0 1,2 0 0,-1 0 0,1 1-1,1-1 1,-1 13 0,2-21-72,0 0 1,0 0-1,1 0 0,-1 0 1,0 0-1,1 0 0,-1 0 1,1 0-1,-1 0 1,1 0-1,0 0 0,0 0 1,0-1-1,0 1 0,0 0 1,1 0-1,-1-1 1,0 1-1,1-1 0,-1 1 1,1-1-1,2 2 0,-1-1-443,1 0 0,0-1-1,1 1 1,-1-1-1,0 0 1,0 0 0,1 0-1,-1 0 1,0-1-1,7 0 1,26 1-5586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9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0 6771,'0'0'20575,"-13"2"-19543,3 0-835,0 0 0,0 0 0,0 1 0,0 1 0,0 0 0,1 0 0,-12 7 0,17-8-297,0-1 0,0 1 0,1 0 0,-1 0 1,1 0-1,-1 1 0,1-1 0,0 1 0,0 0 1,1 0-1,-1 0 0,1 0 0,0 0 0,0 0 0,0 1 1,0-1-1,1 1 0,0-1 0,0 1 0,0 0 1,1-1-1,-1 6 0,2-7-106,-1 0 0,1 1 0,0-1 0,0 0 0,0-1 0,0 1 0,0 0 0,1 0 0,-1 0 0,1-1 0,0 1 0,0-1 0,0 1 0,0-1 0,0 0 0,0 0 0,1 0 0,-1 0 0,1 0 0,0 0 0,2 1 0,14 11-507,-19-13 761,1-1 0,-1 1-1,1-1 1,0 1 0,-1-1 0,0 1 0,1 0 0,-1-1-1,1 1 1,-1 0 0,0-1 0,0 1 0,1 0 0,-1-1 0,0 1-1,0 0 1,0 0 0,0-1 0,0 1 0,1 0 0,-2 0-1,1-1 1,0 1 0,0 0 0,0 0 0,0-1 0,0 1-1,-1 0 1,1 0 0,0-1 0,0 1 0,-1 0 0,1-1-1,-1 1 1,1-1 0,-1 1 0,1 0 0,-1-1 0,1 1-1,-1-1 1,1 1 0,-1-1 0,0 0 0,0 1 0,-30 18 1255,30-19-1333,-22 12-345,-21 8-1145,29-16-2782,1-3-3444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09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5026,'0'0'11758,"1"8"-10368,9 45 1945,27 88 1,5 25-913,-29-94-2012,-4 0-1,-3 1 0,-5 124 0,-2-182-249,-2 0-1,1-1 1,-2 0-1,0 1 1,0-1 0,-2 0-1,1-1 1,-2 1-1,0-1 1,0-1-1,-18 23 1,8-16 115,0 0 0,-1-1 0,-1-1-1,-1 0 1,-1-2 0,-22 14 0,29-20-513,13-8-1039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2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0 2097,'0'0'9620,"1"5"-8152,2 21 126,-2-1 0,-3 48-1,-1-46-1248,-1 0 0,-1-1 0,-2 0 0,0 0 0,-13 28 0,-119 212 900,10-22-575,129-243-654,-1 0 0,1-1-1,-1 1 1,1 0-1,-1 0 1,1 0-1,0 0 1,-1 0 0,1 0-1,0 0 1,0 0-1,0 0 1,0 0-1,0 0 1,0 0 0,0 0-1,0 0 1,1 1-1,-1-1-7,1-1-1,-1 0 1,1 0-1,-1 1 1,1-1-1,-1 0 1,0 0-1,1 0 1,-1 1-1,1-1 1,-1 0-1,1 0 0,0 0 1,-1 0-1,1 0 1,-1 0-1,1 0 1,-1 0-1,1 0 1,-1-1-1,1 1 1,-1 0-1,1 0 1,-1 0-1,1-1 1,43-23 259,-29 16-107,7-2-79,0 2 0,0 1 0,1 1 1,43-7-1,1 5-3567,10-2-9329,-62 6 6321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3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212 107 3730,'0'0'15329,"1"-12"-13130,0 6-1906,-1 2-117,1-1 1,-1 0 0,0 1 0,0-1-1,-1-9 1,1 14-152,-1-1 0,1 1 0,0-1-1,0 0 1,-1 1 0,1-1 0,0 1 0,0-1 0,-1 1 0,1-1 0,-1 1-1,1-1 1,0 1 0,-1-1 0,1 1 0,-1-1 0,1 1 0,-1 0-1,0-1 1,1 1 0,-1-1 0,-1 1 13,1 0 0,0 0 0,0 0 0,0 0 0,-1 0 1,1 0-1,0 0 0,0 1 0,0-1 0,-1 0 0,1 1 0,0-1 0,0 1 0,0-1 0,0 1 0,-1 0 1,-16 10 280,1 1 0,1 0 0,0 1 0,-22 23 0,29-26-157,0 0 1,0 0-1,1 1 0,0 1 1,1-1-1,1 1 1,-10 24-1,14-32-146,1 0 0,0 0 0,0 0 0,1 0 0,-1 0 0,1 1 0,0-1 0,0 8 0,0-11-20,1 0 0,-1 1-1,0-1 1,1 0 0,-1 0 0,1 0 0,-1 0-1,1 0 1,0 0 0,-1 0 0,1 0 0,0 0-1,0 0 1,0 0 0,0 0 0,0 0 0,-1-1-1,1 1 1,1 0 0,-1-1 0,0 1 0,0-1 0,0 1-1,0-1 1,0 0 0,0 1 0,1-1 0,-1 0-1,0 0 1,0 0 0,0 0 0,2 0 0,9 0-10,0 0 0,-1-2 0,1 1 0,-1-1 0,0-1 0,1 0 0,-1-1 0,0 0 0,-1-1 0,1 0 0,-1 0 0,0-1 0,0-1 0,-1 1 0,0-2 0,0 1 0,0-1 1,-1-1-1,0 1 0,-1-1 0,9-15 0,-13 20-14,0 0 0,-1-1 1,0 1-1,0-1 0,0 1 0,0-1 1,-1 0-1,0 0 0,0 0 0,0 0 1,-1 0-1,1 0 0,-1 0 0,0 0 1,-1 0-1,1 0 0,-1 0 1,0 1-1,0-1 0,0 0 0,-1 0 1,0 0-1,0 1 0,0-1 0,-1 1 1,1 0-1,-1 0 0,0-1 0,0 2 1,0-1-1,-1 0 0,1 1 1,-1-1-1,0 1 0,0 0 0,0 1 1,-1-1-1,1 1 0,-1-1 0,1 1 1,-1 1-1,-8-3 0,3 1-636,0 2 0,1-1-1,-1 2 1,-14-1 0,23 1 461,1 1 1,-1-1 0,1 0 0,-1 1 0,0-1-1,1 0 1,-1 1 0,1-1 0,-1 1-1,1-1 1,-1 1 0,1-1 0,0 1-1,-1-1 1,1 1 0,-1-1 0,1 1 0,0 0-1,0-1 1,-1 1 0,1-1 0,0 1-1,0 0 1,0-1 0,0 1 0,0 0 0,-1-1-1,1 1 1,0 0 0,1-1 0,-1 2-1,0 0-396,0-1 1,0 1-1,0 0 0,0 0 0,0-1 0,0 1 0,1 0 0,-1 0 0,1-1 0,-1 1 0,1-1 0,1 4 0,13 5-4579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3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53 101 7860,'0'0'11573,"-2"17"-9967,-8 32-25,-17 53-1,24-93-1466,0 0-1,1 0 1,0 0-1,1 0 0,-2 14 1,6-22-128,0-1 1,0 1-1,0-1 0,0 1 1,0-1-1,0 0 1,0 0-1,0 0 0,-1-1 1,6 0-1,5-4-214,1 0 1,-1-1-1,-1-1 0,1 0 0,-1-1 0,0 0 0,-1-1 1,0 0-1,15-15 0,-25 23 147,-1 0-1,1 0 1,0 1 0,-1-1-1,1 1 1,0-1 0,0 1-1,0-1 1,0 1 0,0-1-1,0 1 1,-1 0 0,1-1-1,0 1 1,0 0 0,0 0-1,0 0 1,0 0 0,0 0-1,0 0 1,0 0 0,0 0-1,0 0 1,0 0 0,0 1-1,0-1 1,0 0 0,0 1 0,0-1-1,1 1 1,27 24 106,-8-6-221,-15-15 165,0-1 1,0 1-1,1-1 1,-1 0-1,1-1 0,0 1 1,0-1-1,0-1 1,0 1-1,0-1 1,1-1-1,-1 1 0,0-1 1,0-1-1,1 1 1,-1-1-1,0 0 0,0-1 1,0 1-1,0-2 1,0 1-1,0-1 0,-1 0 1,1 0-1,-1-1 1,0 1-1,0-1 0,0-1 1,6-6-1,1 0 116,-2-2-1,0 1 0,0-1 1,-1-1-1,12-23 0,-19 32 118,0-1-1,0 0 0,-1 1 0,0-1 0,0 0 0,0 0 0,-1-1 0,0 1 0,0 0 1,0 0-1,-1-1 0,0 1 0,0 0 0,-1-1 0,0 1 0,0 0 0,0 0 1,-3-7-1,2 10-108,1 0 0,-1 0 0,0 0 1,0 1-1,0-1 0,0 1 0,0-1 1,0 1-1,-1 0 0,1 0 0,-1 0 1,0 0-1,1 0 0,-1 1 0,0-1 1,0 1-1,0 0 0,0 0 0,0 0 1,-6-1-1,-5 0-55,0 0-1,0 1 1,-20 1 0,19 0-272,14 0 125,0 0-1,-1 0 1,1 0 0,0 0-1,0 1 1,0-1 0,-1 0-1,1 0 1,0 1-1,0-1 1,0 1 0,0 0-1,0-1 1,0 1 0,0-1-1,0 1 1,0 0-1,0 0 1,0 0 0,0 0-1,1 0 1,-1 0 0,0 0-1,1 0 1,-2 1-1,2-1-267,0 0-1,-1 0 1,1 0-1,0 0 1,-1 0-1,1 0 1,0 1-1,0-1 1,0 0-1,0 0 1,0 0-1,0 0 1,0 1-1,0-1 1,1 0-1,-1 0 1,0 0-1,1 0 1,-1 0-1,1 0 1,-1 0-1,1 0 1,0 0-1,-1 0 1,1 0-1,0 0 1,-1 0-1,1 0 1,0-1-1,0 1 1,0 0-1,0-1 0,0 1 1,0 0-1,0-1 1,0 1-1,2 0 1,23 2-6600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4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1 6195,'0'0'15642,"0"17"-13972,-1 7-1071,0-8 191,1-1 0,3 33 0,-3-45-494,1 0-1,-1 0 1,1 1-1,0-1 0,0 0 1,0 0-1,0 0 1,0 0-1,1 0 1,-1 0-1,4 5 1,-3-11-374,-1 0 0,0 0 0,0 0 0,0 0 0,0 0 0,-1 0 0,1 0 1,-1 0-1,0-5 0,1-86-4143,-1 93 4183,0 0 1,0 0-1,-1 0 0,1 0 0,0 0 0,0 0 1,-1 0-1,1 0 0,-1 0 0,1 0 1,-1 0-1,1 0 0,-1 0 0,0 1 1,1-1-1,-1 0 0,0 0 0,1 1 0,-1-1 1,0 0-1,0 1 0,0-1 0,0 1 1,0-1-1,0 1 0,0-1 0,0 1 0,0 0 1,0 0-1,0-1 0,0 1 0,0 0 1,0 0-1,0 0 0,0 0 0,0 0 0,0 0 1,0 0-1,0 1 0,0-1 0,0 0 1,0 0-1,-2 1 0,-2 1 18,-1-1 0,0 1 0,1 0 0,-1 0 0,1 0 0,0 1 0,-6 3 0,-1 3 121,0 1 1,1 1 0,0 0-1,1 0 1,0 1-1,1 0 1,0 0-1,-13 28 1,17-30 5,0 0 1,1 0-1,0 1 1,1 0 0,0-1-1,1 1 1,0 1-1,1-1 1,0 0-1,1 0 1,0 0 0,0 0-1,3 13 1,-2-21-116,0 0 0,0-1 0,1 1 0,-1-1 0,0 1 0,1-1 0,0 1 0,-1-1 0,1 0 0,0 1 0,0-1 0,1 0 0,-1-1 0,0 1 0,1 0 0,-1-1 0,1 1 0,-1-1 0,1 0 0,0 0 0,-1 0 0,1 0 0,0 0 0,0 0 0,3 0 0,10 1-512,0 0 1,0 0-1,20-2 1,-28 0 75,4 0 4,3 1-1200,0-1 1,0-1-1,0-1 1,0 0-1,0 0 1,17-6-1,14-12-5619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18 4002,'0'0'10917,"-21"5"-7526,-72 18-174,86-20-3007,0 0 0,0 1 0,0 0 0,1 0 0,-1 0 0,1 1 0,0 0 0,0 0 0,1 1 0,-1-1 0,1 1 0,0 1 0,1-1 0,0 0 0,0 1 0,0 0 0,1 0 0,0 0 0,0 1 0,0-1 0,1 1 0,1-1 0,-2 13 0,2-13-191,0 0 0,0 0 0,1 0 0,0 0 0,1 0 0,2 14 0,-2-19-34,0 0 0,-1 0 0,1 0 0,0-1 1,0 1-1,1 0 0,-1-1 0,0 1 0,0 0 0,1-1 0,-1 0 1,1 1-1,0-1 0,-1 0 0,1 0 0,0 0 0,0 0 1,-1 0-1,1 0 0,0 0 0,0-1 0,0 1 0,0-1 0,0 1 1,0-1-1,0 0 0,4 0 0,0 1-33,0-1 1,0 0-1,0-1 1,1 1-1,-1-1 0,0 0 1,0-1-1,-1 1 0,1-1 1,0 0-1,0-1 0,-1 1 1,1-1-1,7-6 1,-6 3-9,0 0 1,0-1-1,-1 1 0,0-1 1,0 0-1,0-1 1,-1 0-1,0 0 1,4-10-1,-5 7 51,0 0 1,-1 0-1,0-1 0,0 1 0,-1-1 0,-1 0 1,0 1-1,-1-1 0,-1-15 0,1 25-1,-1-1-1,1 1 1,-1-1-1,0 1 1,1-1-1,-1 1 1,0 0-1,-1-1 1,1 1-1,0 0 1,-1 0-1,1 0 1,-1 0-1,1 0 1,-1 0-1,0 0 1,0 1-1,0-1 1,0 1-1,0-1 1,0 1-1,0 0 1,-1-1-1,1 1 1,0 1-1,-1-1 1,1 0-1,-1 0 1,1 1-1,-1 0 1,1-1-1,-4 1 1,1-1-239,-1 1 0,1 0 0,0 0 0,-1 0 0,1 0 0,0 1-1,-1 0 1,1 0 0,0 1 0,0-1 0,0 1 0,0 0 0,0 1 0,-7 3 0,-14 20-3864,25-24 3482,0-1-1,1 1 0,-1-1 0,0 1 0,1 0 1,-1-1-1,1 1 0,-1 0 0,1 0 0,0-1 0,-1 3 1,1 6-6326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5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0 8212,'0'0'15671,"-19"6"-14436,-63 18-69,76-22-1092,0 0 1,1 0-1,-1 0 1,0 1-1,1 0 0,-1 0 1,1 0-1,0 1 1,0 0-1,0 0 0,1 0 1,0 0-1,-1 1 0,1-1 1,1 1-1,-5 7 1,8-11-140,0 0 0,-1 0 0,1 0 0,0 0 0,0-1 0,0 1 0,0 0 0,0 0 0,0 0 0,0 0 0,0 0 0,0 0 0,0 0 0,0 0 0,1 0 0,-1 0 0,0 0 0,1 0 0,-1 0 0,1 0 0,-1 0 0,1 0 0,-1-1 0,1 1 0,0 0 0,-1 0 0,1-1 0,0 1 0,0-1 0,0 1 0,-1 0 0,1-1 0,0 1 0,2 0 1,36 12-1284,-30-10 986,12 2-302,-10-2-64,0 0 0,0 0 0,0 0 0,-1 2 0,1-1 0,-1 1 0,19 13 0,-28-17 700,-1-1 0,1 1 0,0 0 0,0-1 0,-1 1 0,1 0 0,0 0 0,-1 0 0,1 0 0,0 0 0,-1 0 0,0-1 0,1 1 0,-1 0-1,1 0 1,-1 1 0,0-1 0,0 0 0,0 0 0,0 0 0,0 0 0,0 0 0,0 0 0,0 0 0,0 0 0,0 0 0,0 0 0,-1 0 0,1 0 0,0 0 0,-1 0 0,1 0 0,-1 0 0,1 0 0,-1 0 0,1 0-1,-1-1 1,0 1 0,1 0 0,-1 0 0,0 0 0,0-1 0,0 1 0,1-1 0,-2 2 0,-6 3 416,-1 0 0,1 0 0,-1-1-1,-10 4 1,3-1-31,-27 17 450,-6 2-3268,45-25-1408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5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12758,'0'0'6840,"-8"20"-3318,-49 135 851,21-66-1677,-8 28-341,38-99-2322,2 0 1,0 0-1,1 1 1,-1 34-1,4-49-154,0 0 1,0-1-1,1 1 0,-1 0 1,1 0-1,0-1 0,-1 1 1,2 0-1,-1-1 0,0 1 1,3 4-1,-2-6-55,0 0 1,-1 0-1,1 0 1,0-1-1,0 1 1,0 0-1,1-1 1,-1 0-1,0 1 1,0-1-1,1 0 1,-1 0-1,1 0 1,-1 0-1,1-1 1,-1 1-1,6 0 1,3 0-1071,1 0 0,-1-1 0,13 0 0,-20 0 369,-1-1 1,1 0-1,0 1 0,0-1 0,0-1 1,0 1-1,5-3 0,14-17-8970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5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 9524,'0'0'3058,"111"-11"527,-30 2-2176,9-3-1313,0-1-96,-5 0-2113,-1-2-3217,12-6-3698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5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459 1 3121,'0'0'13359,"-19"16"-9704,8-7-3039,-14 12 604,1 0-1,1 1 0,1 2 0,-21 29 0,-95 165 3693,25 16-3904,105-212-1162,0 1 1,1 0-1,2 0 0,0 0 0,2 1 1,0 0-1,1 25 0,2-47-39,1 0-1,-1-1 1,0 1 0,1 0-1,-1 0 1,1 0 0,-1 0-1,1-1 1,0 1 0,0 0-1,0-1 1,0 1 0,0-1-1,0 1 1,0-1 0,1 1-1,-1-1 1,0 0 0,1 1-1,-1-1 1,1 0-1,-1 0 1,1 0 0,0 0-1,-1-1 1,1 1 0,0 0-1,0-1 1,0 1 0,-1-1-1,1 1 1,2-1 0,3 1-1127,0 0 1,-1-1-1,1 0 0,0 0 1,0 0-1,-1-1 1,1 0-1,8-3 1,26-15-9881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6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 9412,'0'0'11440,"17"10"-10354,57 34-264,-62-39-757,-1 0 0,1-1 1,0-1-1,0 0 0,0 0 0,0-1 1,0-1-1,0 0 0,1-1 1,19-2-1,1 2-103,-28 0-76,0 0 0,1-1-1,-1 1 1,0-1 0,1 0 0,-1 0 0,0 0-1,0-1 1,0 0 0,8-4 0,-11 5 30,0-1-1,1 0 1,-1 0 0,0 0-1,0 0 1,0 0 0,-1 0-1,1-1 1,0 1 0,-1-1 0,0 1-1,1-1 1,-1 1 0,0-1-1,0 0 1,-1 1 0,1-1 0,-1 0-1,1 0 1,-1 0 0,0-4-1,1 3 76,-1 0-1,0 0 1,0 1-1,0-1 1,-1 0-1,1 0 1,-1 0-1,0 1 1,0-1-1,0 1 1,-1-1-1,1 1 0,-4-5 1,3 5 73,0 1 0,0 0 0,0 0 1,-1 1-1,1-1 0,-1 0 0,1 1 0,-1-1 0,1 1 1,-1 0-1,0 0 0,0 0 0,0 0 0,0 1 0,0-1 1,1 1-1,-1-1 0,-4 1 0,-10-1 306,0 1 0,0 0 1,-1 1-1,1 1 0,0 1 0,-22 5 0,32-6-176,0 0 0,0 1 0,0 0-1,0 0 1,0 0 0,0 1 0,1 0-1,0 1 1,0-1 0,0 1 0,0 0 0,1 0-1,0 1 1,0 0 0,0 0 0,-7 12 0,10-14-231,0 0 1,0 1 0,1-1 0,-1 0 0,1 1 0,0-1 0,0 1-1,0-1 1,1 1 0,0 0 0,0-1 0,0 1 0,0-1 0,1 1 0,0 0-1,-1-1 1,2 1 0,-1-1 0,1 0 0,-1 1 0,1-1 0,0 0-1,1 0 1,-1 0 0,1 0 0,-1-1 0,1 1 0,0-1 0,1 1 0,3 2-1,1 1-669,0-1 0,0-1 0,0 0 0,1 0 0,0 0 0,0-1 0,0 0 0,0-1 0,1 0 0,0-1 0,-1 1 0,20 0 0,25-2-5723,3-3-1295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236 0 5507,'0'0'17669,"-19"4"-15908,-63 12 133,74-13-1615,-1-1 0,0 1 0,1 1 1,0 0-1,0 0 0,0 0 0,0 1 0,1 0 1,0 1-1,0-1 0,0 1 0,1 1 0,-10 10 0,14-14-265,0 0-1,0 0 1,0 1-1,0-1 1,1 0-1,0 1 0,-1-1 1,1 1-1,-1 4 1,2-7-32,0 0 1,-1 0 0,1 0-1,0 1 1,0-1-1,0 0 1,0 0 0,0 0-1,0 0 1,0 0-1,1 0 1,-1 0 0,0 0-1,0 0 1,1 0-1,-1 0 1,1 0-1,-1 0 1,1 0 0,-1 0-1,1 0 1,0 0-1,-1-1 1,1 1 0,0 0-1,0 0 1,-1-1-1,1 1 1,0 0 0,0-1-1,0 1 1,0-1-1,0 1 1,2 0 0,7 1-235,0 0 0,0-1 0,0 0 0,1-1 1,-1 0-1,0 0 0,0-1 0,1-1 0,-1 0 1,0 0-1,0 0 0,-1-2 0,1 1 1,-1-1-1,1 0 0,-1-1 0,0 0 0,-1-1 1,1 0-1,-1 0 0,0-1 0,-1 0 1,8-9-1,-13 15 378,-1-1 0,0 1-1,0-1 1,0 1 0,-1-1 0,1 0 0,0 1 0,0-1 0,-1 0 0,1 0 0,-1 0-1,0 1 1,0-1 0,1 0 0,-1-3 1894,0 33-2009,-1-23-265,1 0-1,1 0 1,-1-1-1,1 1 1,-1 0 0,1-1-1,2 7 1,-1-9 19,-1 0 0,0 0 0,0 0-1,1 0 1,-1 0 0,1 0 0,0-1 0,0 1 0,-1 0 0,1-1 0,0 0 0,0 1 0,1-1-1,-1 0 1,0 0 0,0 0 0,3 1 0,10 2-2014,1 0 0,-1-1 0,1 0 0,31 1 0,29-3-7868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7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331 642 13446,'0'0'2255,"-17"-1"1250,-58-2 310,64 3-3493,0 0 0,0 1-1,0 1 1,0 0 0,0 0-1,1 1 1,-1 1 0,1 0-1,0 0 1,0 1 0,0 0-1,0 0 1,1 1 0,0 1-1,1 0 1,-1 0 0,1 0-1,0 1 1,1 0 0,-12 18-1,15-20-280,1 0 0,0 1-1,0-1 1,0 1 0,1 0-1,-1 7 1,2-12-53,1-1 0,-1 0 1,1 1-1,-1 0 0,1-1 1,0 1-1,0-1 0,0 1 1,0-1-1,0 1 0,0-1 1,0 1-1,0-1 0,1 1 0,-1-1 1,1 1-1,-1-1 0,1 1 1,-1-1-1,1 1 0,0-1 1,0 0-1,0 1 0,-1-1 0,1 0 1,1 0-1,-1 0 0,0 0 1,0 0-1,0 0 0,0 0 1,3 1-1,4 0-107,1 0 1,0-1-1,-1 0 0,1-1 1,0 1-1,0-2 1,0 1-1,-1-1 0,1-1 1,0 0-1,-1 0 1,1 0-1,-1-1 0,0-1 1,0 1-1,9-6 0,12-8-913,-1-1-1,49-41 1,-22 11-185,-2-3 1,-2-2-1,69-93 1,98-196-423,-189 286 1942,-13 20 3535,-15 35-1325,-4 5-584,-66 86 179,-62 111 0,106-155-1964,2 0-1,1 1 0,3 1 1,-24 94-1,39-121-969,1 0 0,1 0 1,1 29-1,1-49 688,0-1 0,0 1 1,0 0-1,0-1 0,1 1 0,-1-1 0,0 1 1,0-1-1,0 1 0,0-1 0,1 1 0,-1-1 1,0 1-1,0-1 0,1 1 0,-1-1 0,0 1 1,1-1-1,-1 1 0,1-1 0,-1 0 0,1 1 1,-1-1-1,1 0 0,-1 1 0,0-1 0,1 0 1,0 0-1,-1 1 0,1-1 0,-1 0 0,1 0 1,25-1-3345,-19-1 1839,0-1 0,1 1 0,-2-1-1,13-7 1,14-17-8428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7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8420,'0'0'11733,"20"11"-10599,63 38-368,-76-45-721,1-1 0,-1 0 0,0 0 0,1-1 1,-1 0-1,1 0 0,0-1 0,-1 0 0,1 0 1,0-1-1,0 0 0,0 0 0,-1-1 0,13-2 0,-18 2-32,1 0 0,-1 0 0,0 0 0,0 0 0,0-1 0,0 1 0,0 0 0,0-1-1,0 0 1,0 1 0,-1-1 0,1 0 0,-1 0 0,1 0 0,-1 0 0,0 0 0,0 0-1,0 0 1,0 0 0,0-1 0,0 1 0,0 0 0,-1-1 0,1 1 0,-1 0 0,0-4-1,1 3 25,0-1 0,-1 1 0,0-1 0,0 1 0,0-1 0,0 1 0,0 0 0,-1-1 0,0 1 0,1-1 0,-1 1 1,-1 0-1,1 0 0,0 0 0,-1-1 0,1 1 0,-1 0 0,-2-2 0,-2 0 132,0 1 1,0 0 0,0 0 0,0 1 0,-1-1-1,1 2 1,-1-1 0,0 1 0,0 0 0,0 0 0,0 0-1,0 1 1,0 1 0,0-1 0,-1 1 0,1 0-1,-11 2 1,13-2-107,1 1 0,-1 0 0,1 0 0,0 0 0,0 0 0,-1 0-1,1 1 1,0 0 0,0 0 0,1 0 0,-1 0 0,0 1 0,1 0 0,-1-1 0,1 1 0,0 0-1,0 1 1,0-1 0,0 1 0,0-1 0,1 1 0,0 0 0,0 0 0,0 0 0,0 0 0,1 0-1,-1 0 1,1 0 0,-1 6 0,1-1-63,0-1-1,0 1 0,1 0 1,0 0-1,1 0 0,0 0 1,0-1-1,1 1 1,3 9-1,-4-14-151,1 0 0,0-1 0,0 1 0,0 0 0,1-1 0,-1 0 0,1 1 0,0-1 0,0 0 0,0-1 0,0 1 0,0 0 0,1-1 0,-1 0 0,1 1 0,-1-2-1,1 1 1,0 0 0,0-1 0,0 1 0,6 0 0,3 1-984,0-1 1,1 0-1,-1-1 0,1-1 0,0 0 0,19-3 0,-23 2-525,0-1 0,0 0 0,0-1 0,-1 0 0,12-6 0,20-12-5748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7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52 258 800,'0'0'19897,"0"15"-18120,1 57 23,-1-8 2278,-7-67-3350,2-4-660,0 0-1,1 0 1,0 0-1,0-1 1,1 1 0,0-1-1,0 0 1,0 0-1,1 0 1,-1-17 0,-1-8-85,2-45 0,2 68-16,0 0 0,1 0-1,1 0 1,0 1 0,0-1 0,1 0 0,0 1 0,0 0 0,1 0 0,1 0 0,7-12 0,-9 16-301,1-1 1,0 1-1,1 0 0,-1 1 1,1-1-1,0 1 0,0 0 1,0 0-1,1 1 0,-1-1 1,1 1-1,0 0 0,0 1 1,0-1-1,0 1 0,0 1 1,1-1-1,9 0 0,88 1-13395,-52 1 5205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0 11701,'0'0'7844,"-20"3"-3914,14-3-3789,-131 23 4540,119-19-4133,0 0-1,1 2 1,0 0 0,0 0 0,0 2 0,-27 17 0,43-25-576,0 0 0,0 1-1,0 0 1,1-1 0,-1 1 0,0 0 0,0-1-1,0 1 1,1 0 0,-1 0 0,0-1 0,1 1-1,-1 0 1,1 0 0,-1 0 0,1 0 0,-1 0-1,1 0 1,0 0 0,-1 0 0,1 0 0,0 0-1,0 0 1,0 0 0,0 0 0,0 0-1,0 0 1,0 1 0,0-1 0,0 0 0,1 0-1,-1 0 1,0 0 0,1 0 0,-1 0 0,0 0-1,1 0 1,-1-1 0,1 1 0,0 0 0,-1 0-1,1 0 1,0 0 0,-1-1 0,3 2 0,2 3-248,2 0 0,-1 0 0,1-1 0,12 7 0,-13-8 299,10 5-241,-3-2-380,0 1 1,18 12-1,-29-17 478,0-1-1,1 1 0,-1 0 0,0 0 0,0 0 1,0 0-1,0 0 0,-1 1 0,1-1 0,-1 0 1,1 1-1,-1-1 0,0 1 0,0-1 0,0 1 1,0 0-1,0 0 0,-1-1 0,1 4 0,-1-5 133,0 0 0,-1 0 0,1 0 0,0 0 0,-1 0-1,1 0 1,-1-1 0,1 1 0,-1 0 0,1 0 0,-1-1-1,0 1 1,1 0 0,-1-1 0,0 1 0,0 0 0,1-1-1,-1 1 1,0-1 0,0 1 0,0-1 0,0 0 0,0 1-1,-1-1 1,-29 10 563,21-8-330,-16 5 109,-73 24 618,89-27-1137,0 0-1,1 1 1,-1 0 0,1 0 0,0 1 0,0 1 0,-9 8 0,33-16-7252,66-46-1907,-27 13 2518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8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62 4914,'0'0'23016,"11"-13"-20713,21-31-693,-31 40-1190,-7 6-94,-31 28-148,-20 20-178,-75 86 0,105-103 0,1 0 0,3 2 0,0 1 0,-23 51 0,33-61 0,2-1 0,1 2 0,2-1 0,0 1 0,2 1 0,0-1 0,-2 48 0,8-74 0,0-1 0,1 1 0,-1-1 0,0 1 0,0-1 0,0 0 0,0 1 0,0-1 1,1 1-1,-1-1 0,0 1 0,0-1 0,1 1 0,-1-1 0,0 0 0,1 1 0,-1-1 0,0 0 0,1 1 0,-1-1 0,1 0 0,-1 1 0,0-1 0,1 0 0,-1 0 1,1 1-1,-1-1 0,1 0 0,-1 0 0,1 0 0,-1 0 0,2 0 0,20 1-29,-14-2-24,6 1-145,-1-2 0,1 0 0,-1 0-1,0-1 1,0-1 0,0 0 0,13-7 0,2-2-347,-1-2 0,29-18 0,-48 27 802,-3 3 1160,-4 6 196,6 15-1600,-5-14-177,1-1-1,0 1 1,-1-1-1,1 0 1,0 0 0,1 0-1,-1-1 1,0 1 0,1-1-1,0 1 1,-1-1-1,1 0 1,0-1 0,0 1-1,0-1 1,0 1 0,9 0-1,4 1-1456,1-2 0,0 0 0,19-1 0,-12-1-373,-5 1-560,0-1-1,36-7 1,4-11 436,-60 19 2152,19-15 19675,-1 27-18234,-14-7-1593,1 0-1,0-1 1,1 1-1,-1-1 1,13 6 0,9-2-3879,-25-8 3248,0 0-1,0 0 1,0 0-1,0 0 1,0 0 0,0-1-1,0 1 1,0-1 0,0 1-1,-1-1 1,5-2-1,11-14-7608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9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1088,'0'0'29326,"-13"10"-29726,26 12-577,2 3-1984,4-3-1889,0-9-3570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9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1 10757,'0'0'10661,"-49"103"-5459,27-39-1664,-1 11-2114,-3 2-399,3-1-865,3-10-160,1-10 0,6-11 0,-3-13 0,1-9-736,6-6-449,0-12-608,3-5-1472,2-2-1169,2-26-3490,-1-13-5426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9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14247,'0'0'8774,"17"-2"-6391,59-5-1052,-69 7-1220,-1 0 0,1 1 0,-1 0 0,1 0 0,-1 0 0,0 1 0,0 0 0,1 1 0,-1-1 0,-1 1 0,1 0 1,0 0-1,-1 1 0,1 0 0,-1 0 0,0 0 0,0 1 0,-1-1 0,0 1 0,1 0 0,-2 1 0,1-1 0,3 8 0,-5-11-105,-1 0 0,0 0 0,0 0 0,0 1 0,0-1 0,0 0 0,-1 1 0,1-1 0,-1 0 0,1 1 0,-1-1 0,0 1 0,0-1 0,0 1 0,-1-1 0,1 1 0,0-1 0,-1 0 0,1 1 1,-1-1-1,0 0 0,0 1 0,0-1 0,0 0 0,0 0 0,-1 0 0,1 0 0,-1 0 0,1 0 0,-1 0 0,0 0 0,1-1 0,-1 1 0,0-1 0,0 1 0,0-1 0,-1 0 0,-2 2 0,-22 10 345,-1-2 0,-1-1-1,-55 13 1,76-23-261,23-3-22862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19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19017,'0'0'13750,"-4"0"-13750,4 2 0,0 2 0,0 0-2209,-16-4-10485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1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589 0 4770,'0'0'12793,"-9"4"-11145,-11 7-1177,0 1 0,1 0 0,1 2 0,0 0 0,-24 26-1,-82 97 1196,73-77-1192,3 2 0,3 2 1,3 2-1,-51 105 0,86-156-542,1 1 0,0-1 1,1 1-1,1 0 0,0 0 0,1 1 0,1-1 0,0 1 0,1-1 0,3 31 0,-1-42-103,0-1-1,0 0 1,0 0-1,1 1 1,0-1-1,0 0 1,0-1-1,0 1 1,1 0-1,-1-1 1,1 1-1,0-1 1,0 0-1,0 0 1,1 0-1,-1 0 1,1 0-1,-1-1 1,1 0-1,0 0 1,0 0-1,0 0 1,0 0-1,0-1 1,1 0-1,7 2 0,10 1-1985,1-1 0,0-1 0,42-1 0,-47-1 308,55 0-6384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2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1 661 5090,'0'0'17667,"3"-9"-16952,5-14-286,2 1 0,1 0 0,24-37-1,57-69-300,-45 64-117,115-174-534,-120 175 531,-40 61 184,-4 30 315,-18 79-335,12-79-152,2 0 1,2 1-1,0 0 0,2 0 1,2 45-1,0-71-47,1 0 1,0 1-1,-1-1 1,1 0-1,1 1 1,-1-1-1,0 0 1,1 0-1,0 0 1,2 4-1,-3-6 3,-1-1-1,1 1 0,0 0 1,0 0-1,0 0 1,0 0-1,0-1 1,0 1-1,0 0 1,0-1-1,0 1 1,0-1-1,0 1 1,0-1-1,0 0 1,1 1-1,-1-1 0,0 0 1,0 0-1,0 0 1,1 0-1,-1 0 1,0 0-1,0 0 1,0 0-1,1 0 1,-1-1-1,0 1 1,0 0-1,0-1 1,0 1-1,0-1 0,2-1 1,13-9-33,0-2-1,0 0 1,-2-1 0,0-1-1,21-27 1,-7 8-191,197-243-502,-216 269 1916,-4 10 337,-5 21-142,-1-18-1701,-3 29 506,-3 0 1,-18 61 0,1-8-86,23-86-96,-29 135-225,14-44-4616,15-72-1571,1-16 1734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2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4 7123,'0'0'20426,"0"78"-20026,-2-71-400,2-3-32,0-21-9957,0-17 2402,2-7 1344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2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8564,'0'0'8756,"35"66"-11477,-25-29-2338,3-1-2336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2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10 3602,'0'0'15799,"-109"-9"-12710,72 26-1808,-1 9 31,4 2-79,10 4-737,7 0-496,9-5 0,8-1-272,0-7-368,23-6-96,13-9-385,11-4-688,5-2-1312,5-23-1329,-3-10-2610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3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375 0 13270,'0'0'3668,"-16"14"-592,-30 31-439,3 2 0,-57 79 0,74-87-2112,2 2 1,2 0-1,-28 72 1,38-81-868,-11 62 0,17-63-1161,3 1-1,-1 39 1,24-74-285,2-7 1279,0-1-1,-2-1 1,1-2-1,19-16 1,-9 7 452,-17 12 226,18-14-167,-31 24 260,0 0 0,0 1 0,0-1 0,0 1 0,1-1 0,-1 1 0,0-1 0,0 1 0,0 0 0,1 0 0,-1 0 0,0 0 0,0 0 0,3 0 0,-3 1-264,1 0-1,-1 0 1,0 0-1,1 0 1,-1 0 0,0 0-1,1 1 1,-1-1 0,0 1-1,0-1 1,0 1 0,0-1-1,-1 1 1,2 1 0,13 31-80,-11-24-25,-1-1-163,3 6-814,1-1-1,12 20 0,-17-31 314,0 1 1,1-1-1,0 0 0,-1 0 1,1 0-1,0 0 0,1 0 0,-1-1 1,0 1-1,1-1 0,-1 0 1,1 0-1,0 0 0,5 1 1,18 1-6767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3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16 3714,'0'0'17637,"-1"-6"-10528,-3 2-5638,-6 2-1385,-1 1 0,1 0-1,-1 0 1,1 1 0,-1 0 0,1 1-1,-1 0 1,1 0 0,0 1 0,-1 1-1,1 0 1,0 0 0,-17 9 0,18-6-118,1 0 0,-1 0 0,1 0 1,0 1-1,-13 15 0,18-18-173,0 0 0,0 0 0,1 1-1,-1-1 1,1 0 0,0 1 0,0 0 0,0 0 0,1 0-1,-1-1 1,1 1 0,1 0 0,-2 10 0,3-15 172,-1 1 1,0-1 0,1 0-1,-1 1 1,1-1-1,-1 1 1,1-1-1,-1 0 1,1 1 0,-1-1-1,1 0 1,-1 0-1,1 1 1,-1-1-1,1 0 1,-1 0 0,1 0-1,0 0 1,-1 0-1,1 0 1,-1 0-1,1 0 1,0 0 0,-1 0-1,1 0 1,22 0 61,-18 0-69,6 0 74,0-1 0,-1 1 0,1-2 0,0 0 0,0 0 0,-1 0 0,0-2 1,1 1-1,-1-1 0,0-1 0,-1 0 0,1 0 0,-1-1 0,0 0 0,0 0 0,-1-1 0,0-1 0,0 1 0,-1-1 0,10-13 0,-25 42 3184,1 46-3541,7-63 8,0-1 0,0 0 1,0 1-1,1-1 0,-1 0 0,1 1 1,0-1-1,1 4 0,-1-6 72,0 0 1,0 1-1,0-1 0,0 0 0,0 0 0,0 0 1,0 0-1,0 0 0,0-1 0,1 1 0,-1 0 1,0 0-1,0-1 0,1 1 0,-1-1 0,1 1 0,-1-1 1,1 0-1,-1 1 0,0-1 0,4 0 0,31 1-5477,4-1-3270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4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86 458 7475,'0'0'14887,"-1"7"-13910,1-6-972,-1 3 73,1 0 0,0 0 0,0 0 0,0 0 0,1 0-1,-1 0 1,1 0 0,1 4 0,-1-6-62,-1-1 0,1 1-1,0-1 1,0 1 0,0-1 0,0 0-1,1 0 1,-1 1 0,0-1 0,0 0-1,1 0 1,-1 0 0,1 0 0,-1 0-1,1-1 1,-1 1 0,1 0-1,-1-1 1,1 1 0,0-1 0,-1 1-1,1-1 1,0 0 0,-1 0 0,1 0-1,0 0 1,3 0 0,0 0-169,1 0 0,-1 0 1,0 0-1,1-1 0,-1 0 1,1 0-1,-1 0 0,0-1 1,0 0-1,0 0 0,6-3 0,-9 3 42,1 0-1,-1 0 1,0 0 0,0-1-1,0 1 1,0 0-1,0-1 1,-1 1-1,1-1 1,-1 0-1,0 0 1,1 0-1,-1 1 1,0-1-1,-1 0 1,1 0 0,-1 0-1,1 0 1,-1 0-1,0-1 1,0-4-1,0 4 108,0 0 0,-1 0 0,1 0 0,-1 1 0,0-1 0,0 0 0,0 0-1,-1 1 1,1-1 0,-1 1 0,0-1 0,0 1 0,0-1 0,0 1 0,0 0 0,-1 0-1,0 0 1,1 1 0,-1-1 0,0 1 0,0-1 0,-1 1 0,1 0 0,0 0 0,-6-2 0,0 0 144,0 1 0,0 0 1,0 1-1,-1 0 0,1 0 1,-1 1-1,1 0 0,-1 1 1,-14 1-1,21 0-81,0-1 0,1 1 0,-1 0-1,0 0 1,0 0 0,0 1 0,1-1 0,-1 1 0,1-1 0,-1 1 0,1 0 0,0 0 0,-1 0-1,1 0 1,0 0 0,0 1 0,1-1 0,-1 1 0,0-1 0,1 1 0,0 0 0,-1-1 0,1 1 0,0 0-1,0 0 1,1 0 0,-1 0 0,0 4 0,-1 5 62,0 1 1,1-1-1,0 1 0,1 0 0,3 18 1,-3-24-135,1-1 1,1 0-1,-1 1 1,1-1-1,0 0 1,0 0-1,1 0 1,0 0-1,0 0 1,1-1-1,-1 1 1,1-1-1,0 0 1,1 0-1,7 7 1,-7-9-98,-1 1 0,1-1 0,0-1 0,0 1 1,0-1-1,0 0 0,1 0 0,-1 0 0,1-1 1,-1 0-1,1 0 0,-1 0 0,1-1 0,0 1 0,-1-2 1,1 1-1,0 0 0,8-3 0,-2-1-169,0 0 0,0-2 1,0 1-1,-1-1 0,0-1 0,0 0 0,-1 0 0,0-1 0,10-9 0,0 0-240,19-16-787,-1-2 1,-2-2-1,-1-1 1,52-78-1,-54 66 1046,48-101 0,-79 145 753,16-38 1137,-15 29 1813,-2-1 3578,-11 23-3421,-2 0-3167,-5 10 55,0 1-1,1 0 0,1 2 0,-22 35 1,17-19 124,1 1 1,-14 40-1,23-47-548,1-1 0,2 1-1,1 1 1,1-1 0,1 1 0,2 0-1,3 46 1,-1-75-191,0-1-1,0 1 1,0-1-1,0 1 1,1-1-1,-1 1 1,1-1-1,-1 0 1,1 1-1,-1-1 1,1 1 0,0-1-1,0 0 1,-1 0-1,1 0 1,0 1-1,0-1 1,0 0-1,1 0 1,-1 0 0,0 0-1,0-1 1,0 1-1,1 0 1,-1 0-1,0-1 1,1 1-1,-1-1 1,1 1-1,1 0 1,2-1-953,0 1 0,0-1 0,0 1 1,0-1-1,0-1 0,0 1 0,9-3 0,19-8-8028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5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 9076,'0'0'11045,"-21"111"-7763,8-43-1041,-2 3-48,3 1-1953,3-5 432,7-8-576,-2-10-96,4-14 0,0-10-688,0-10-641,0-8-944,0-14-10437,0-23 1537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5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53 9412,'0'0'4805,"18"-8"-1430,59-27-37,-72 33-3118,0 0 0,0 1 1,0-1-1,-1 1 0,1 1 1,1-1-1,-1 1 0,0 0 0,0 0 1,0 0-1,0 0 0,0 1 1,0 0-1,0 0 0,-1 1 1,1-1-1,0 1 0,0 0 1,-1 0-1,1 1 0,-1-1 1,0 1-1,0 0 0,0 0 1,0 0-1,0 1 0,-1 0 1,6 6-1,-2 0-148,-1-1 1,0 1-1,0 0 1,-1 0 0,-1 0-1,0 1 1,0-1-1,-1 1 1,0 0-1,2 19 1,-4-19-89,0-1 1,-1 1-1,0-1 0,-3 18 0,3-25 12,-1 0-1,0-1 0,0 1 1,0 0-1,0 0 0,0-1 1,-1 1-1,1-1 0,-1 1 1,1-1-1,-1 0 0,0 1 1,0-1-1,0 0 0,0 0 1,0 0-1,-1-1 0,1 1 1,-1 0-1,1-1 0,-4 2 0,-7 2-22,0-1-1,-1 0 0,0 0 1,0-2-1,-20 2 0,-76-1-1225,49-2-1060,34-1-899,18 0-1009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6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49 8436,'0'0'15311,"-19"18"-13262,-93 93 595,108-107-2603,1 0 1,0 1-1,1-1 1,-1 0 0,1 1-1,-1 0 1,1-1-1,1 1 1,-1 0-1,1 0 1,-1 0-1,2 0 1,-1 0 0,0 1-1,1-1 1,0 0-1,0 0 1,2 9-1,-2-13-41,1 1 0,-1 0 0,1-1 0,-1 1 0,1-1 0,0 1 0,0-1 0,0 0 0,-1 1 0,1-1 0,1 0 0,-1 1 0,0-1 0,0 0 0,0 0 0,1 0 0,-1 0 0,0 0 0,1 0 0,-1-1 0,1 1 0,-1 0 0,1-1 0,-1 1 0,1-1 0,0 1 0,2-1 0,48 5-35,-49-5 30,5-1-55,0 1 1,0-2-1,0 1 0,-1-1 0,1 0 0,0 0 0,-1-1 0,1 0 0,-1 0 0,0-1 0,0 0 0,0-1 0,0 1 0,-1-1 1,0 0-1,0-1 0,0 1 0,-1-1 0,0 0 0,0-1 0,0 1 0,-1-1 0,0 0 0,0 0 0,-1-1 0,0 1 1,0-1-1,-1 1 0,0-1 0,0 0 0,0 0 0,-1 0 0,-1 0 0,1 0 0,-1 0 0,-2-9 0,1 12 145,0 1-1,0-1 1,-1 1-1,1-1 1,-1 1-1,0 0 1,-1 0-1,1 0 1,-1 0-1,0 1 1,1-1-1,-2 1 1,1-1-1,-6-4 1,4 3-201,0 1 1,1-1 0,-1 0 0,1 0 0,-5-10 0,25 13-7729,17 7 3806,-1 2 0,-1 2 0,51 19 1,-78-26 3872,0-1 1,0 1-1,0 0 1,0 0-1,0 0 1,0 1-1,0-1 1,-1 1-1,0 0 1,1 0-1,3 5 1,-5-5 707,0 1 0,0-1 0,0 1 0,-1 0 0,1-1 0,-1 1 0,0 0 0,0 0 0,0 0 1,-1 0-1,0 0 0,1 0 0,-1 4 0,0 150 19322,0-183-17845,-2-18-1570,1 19-344,0 0-1,6-46 1,-4 65-156,0-1 1,0 1-1,0 0 1,1-1-1,0 1 1,0 0-1,0 0 1,1 0-1,-1 0 1,1 1-1,0-1 1,1 1-1,-1 0 1,1 0-1,0 0 1,0 0-1,0 1 1,6-5-1,-6 6-185,0 0 0,1 1 0,-1-1 0,0 1 0,1 0 0,0 0 0,-1 0 0,1 1 0,6-1 0,26 2-4143,-14 0-894,0-1-3345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6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0 17352,'0'0'5827,"-65"139"-849,38-63-2145,3 5-1232,3-4-1425,4-10-176,4-5 0,0-9 0,3-10 0,1-7 0,0-11-1569,1-12-1648,-3-11-1986,0-2-5393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6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10789,'0'0'3159,"20"6"-150,26 6-667,250 62 3458,-271-71-5804,0 0 0,30-1-1,-54-5 13,0 1 0,-1-1 1,1 0-1,-1 1 0,1-1 0,-1 0 0,0 1 0,0-1 1,0 0-1,-1-4 0,1 7-7,-1-4 110,0 0 0,1 1-1,-2-1 1,1 0 0,0 1 0,-1-1 0,1 1 0,-1-1 0,0 1 0,0 0-1,0 0 1,-1 0 0,1 0 0,-1 0 0,0 0 0,0 1 0,0-1-1,0 1 1,0 0 0,0 0 0,0 0 0,-1 0 0,1 1 0,-1-1 0,0 1-1,1 0 1,-1 0 0,0 0 0,0 0 0,1 1 0,-1 0 0,0 0-1,0 0 1,0 0 0,-6 1 0,8 0-78,0 0 1,0 1-1,0-1 0,0 0 0,1 1 1,-1-1-1,0 1 0,0-1 1,1 1-1,-1 0 0,1 0 0,0 0 1,0 0-1,-1 0 0,1 0 1,0 0-1,1 0 0,-1 0 0,-1 5 1,-7 43 146,8-40-385,1 0 0,0 0 1,1 0-1,-1 0 0,2 0 0,0 0 1,0-1-1,1 1 0,5 13 0,-6-18-303,1-1 0,0 1-1,0-1 1,0 1 0,0-1-1,1 0 1,6 6 0,-4-6-585,-1 0 1,1 0-1,0-1 1,0 0 0,0 0-1,12 4 1,18 2-8326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7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2 251 10389,'0'0'16989,"0"17"-15287,0 79 1371,0-100-2744,0-39-386,-1 11 217,1-1-1,8-54 1,-6 77-490,0 1 0,0 0 0,1 0 1,0 0-1,0 0 0,1 1 0,0-1 0,1 1 1,0 0-1,0 0 0,1 1 0,0-1 0,0 1 1,9-7-1,-10 11-890,0-1 1,0 2 0,0-1 0,0 1-1,0-1 1,0 1 0,1 1-1,-1-1 1,12-1 0,-12 2-304,23-6-8444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6:59:27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0 12054,'0'0'9436,"8"20"-8572,116 255 4232,-101-219-4209,-2 0 0,-3 1 0,-3 2 0,15 103 0,-21-69-593,-3 0 0,-9 126 0,2-202-293,-1 0 0,-1 0 0,0 0 0,-1 0 0,-1 0 0,0-1 0,-9 18 0,10-27-6,1 0-1,-1-1 1,0 1-1,-1-1 1,1 0-1,-1-1 1,0 1-1,-1-1 1,1 0-1,-1 0 1,0 0-1,-1-1 1,1 0-1,-1 0 1,1-1-1,-1 0 1,0 0-1,-12 3 1,-48 2-2019,23-8-3601,32-1-92,3-5-4384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5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86 912,'0'0'7865,"-6"0"-6904,-7 0-580,-33 0 5599,24 0-1029,52 0-4871,239-22 408,-171 11-432,224-37 2444,-314 45-642,-5 1-2648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8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314 526 6419,'0'0'8478,"0"0"-8363,0 0-1,1 0 0,-1 0 0,0 0 1,1 0-1,-1 0 0,1 0 0,-1 0 0,0 0 1,1 0-1,-1 0 0,0 0 0,1 0 1,-1-1-1,0 1 0,1 0 0,-1 0 0,0 0 1,0 0-1,1-1 0,-1 1 0,0 0 1,0 0-1,1-1 0,-1 1 0,0 0 0,0-1 1,0 1-1,1 0 0,-1-1 0,0 1 0,0-3-92,1 0-1,-1 0 0,0 0 1,-1 0-1,1 0 0,0 0 0,-1 0 1,0 1-1,0-1 0,1 0 1,-2 0-1,1 1 0,0-1 0,0 1 1,-1-1-1,0 1 0,1-1 0,-1 1 1,0 0-1,0 0 0,0 0 1,0 0-1,-1 0 0,1 1 0,0-1 1,-1 0-1,1 1 0,-1 0 0,0 0 1,1 0-1,-1 0 0,0 0 1,0 0-1,0 1 0,1-1 0,-1 1 1,0 0-1,-5 0 0,-1-1-59,0 1-1,0 1 1,0 0-1,0 0 1,0 0-1,0 1 1,0 0-1,0 1 1,-11 5-1,7-1 26,0 0-1,1 1 0,0 0 1,0 1-1,-13 12 0,18-13-2,-1-1-1,1 1 1,0 0-1,0 1 1,-7 12 0,12-18-5,0 1 0,1-1 1,-1 1-1,1 0 0,-1-1 1,1 1-1,1 0 0,-1 0 1,0 0-1,1-1 1,0 1-1,0 0 0,0 0 1,0 0-1,0 0 0,1 0 1,0 0-1,1 4 0,0-5 10,0-1 0,0 1 0,0 0 0,0-1 0,0 0 0,0 0 0,1 1 0,-1-1 0,1-1 0,0 1 0,0 0 0,-1-1 0,1 1 0,0-1-1,0 0 1,5 1 0,3 2-18,-1-1 0,0-1 0,21 2 0,-20-3-20,0-1 0,0 0 1,0-1-1,0 0 0,-1-1 0,1 0 0,0-1 0,-1 0 0,1 0 0,-1-1 0,0-1 0,0 1 0,0-2 1,17-12-1,37-32-735,-1-3 0,-4-2 0,-1-4 0,54-71 0,-80 91 440,-2-1 0,-2-1 0,-1-1 0,-3-2 0,25-59 0,-71 150 6960,-27 39-4379,8-13-843,7-13-701,-72 148 707,92-176-1348,2 0-1,1 1 1,1 0-1,-8 60 0,17-53-803,37-41-331,-21-5 943,0-1 1,0 0-1,0-1 1,25-18-1,-2 2 0,31-19 2725,-57 47-1768,-9-1-827,-1 1 1,1 0 0,-1 0 0,0 0 0,0 0-1,0 0 1,-1 0 0,3 8 0,-3-7-358,1 0 0,0 0 0,0 0 0,0 0 0,5 8 0,-5-12-93,-1 1 0,0-1 1,1 0-1,-1 1 0,1-1 1,-1 0-1,1 0 0,-1 0 0,1 0 1,0 0-1,0 0 0,-1-1 1,1 1-1,0 0 0,0-1 0,0 0 1,0 1-1,0-1 0,-1 0 1,4 0-1,17 0-7560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8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7139,'0'0'12406,"47"27"-13174,-17-9-833,10-1-2145,9-3-2097,4-7-1520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8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698 187 3554,'0'-16'4170,"-1"11"-4049,1-8 951,-1 0 1,-1 0-1,0 1 0,-6-19 0,6 26-670,1 1 0,-1-1-1,0 1 1,0 0 0,-1-1 0,1 1 0,-1 0-1,0 1 1,0-1 0,-1 0 0,1 1-1,-1 0 1,1 0 0,-1 0 0,0 0 0,0 0-1,0 1 1,-1 0 0,-4-2 0,1 1-174,1 1 0,-1 0 1,0 0-1,1 1 1,-1 0-1,0 1 0,0 0 1,0 0-1,0 0 0,0 1 1,0 0-1,1 1 1,-10 2-1,5 0-36,1 1 0,-1 0 0,1 1 0,1 0 0,-1 1 0,1 0 0,-16 14 0,3 3 60,1 0 1,0 1-1,2 1 1,2 1-1,-24 43 1,12-12 50,4 1 0,1 1 0,-17 71 0,-34 193-1114,69-293 519,-15 51-2714,22-83 2890,0 1 1,0 0 0,0 0-1,0-1 1,0 1 0,0 0-1,0 0 1,0-1 0,0 1-1,0 0 1,0 0 0,0 0-1,0-1 1,-1 1 0,1 0-1,0 0 1,0 0 0,0-1-1,0 1 1,0 0 0,-1 0-1,1 0 1,0 0 0,0-1-1,0 1 1,-1 0 0,1 0-1,0 0 1,0 0 0,0 0-1,-1 0 1,1 0 0,0 0-1,0 0 1,-1 0 0,1 0-1,0 0 1,0 0 0,0 0-1,-1 0 1,1 0 0,0 0-1,0 0 1,-1 0 0,1 0-1,0 0 1,0 0 0,0 0-1,-1 0 1,1 0 0,0 0 0,0 1-1,0-1 1,-1 0 0,1 0-1,0 0 1,0 0 0,0 1-1,0-1 1,-1 0 0,1 0-1,0 0 1,0 1 0,0-1-1,0 0 1,0 0 0,0 0-1,0 1 1,0-1 0,-11-20-5952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8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8356,'0'0'9796,"122"0"-8419,-77 4-1153,6-3-224,7-1-672,10 0-1473,9-3-2113,0-16-2353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9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779 70 8820,'0'0'7785,"-16"-11"-4346,-57-34-1134,68 42-2167,0 1 0,1 1 0,-1-1 0,0 0 0,0 1 0,0 0 1,0 1-1,0-1 0,0 1 0,0-1 0,0 2 0,0-1 0,0 0 0,0 1 0,-6 2 0,2 0 70,-1 1-1,1 0 1,1 0 0,-1 1-1,-12 9 1,-16 14 109,2 0 1,1 3-1,2 0 1,0 3 0,3 0-1,1 2 1,1 1-1,-22 40 1,19-20-224,1 0 1,4 1 0,2 2-1,2 0 1,-14 72-1,23-74-82,-1 5-1075,-27 81-1,33-165-11902,6-13 6069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9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5218,'0'0'7668,"22"6"-3981,147 37 667,-136-35-3796,0-1 0,0-2 0,0-2 0,1-1 0,-1-1 0,53-6 0,-79 3-564,1 0 0,-1 0 0,0 0 0,0-1-1,0 0 1,-1 0 0,1-1 0,-1 0 0,1 0 0,-1-1 0,-1 1 0,1-1 0,-1 0 0,1-1 0,-1 1 0,-1-1 0,1 0 0,-1-1 0,0 1 0,-1-1 0,1 1 0,-1-1 0,-1 0 0,1 0 0,-1-1-1,-1 1 1,1 0 0,-1-1 0,0-8 0,-1 15 38,0 0-1,-1 0 0,1-1 1,-1 1-1,0 0 0,1 0 1,-1 0-1,0 0 0,1 0 1,-1 1-1,0-1 0,0 0 1,0 0-1,0 0 0,0 1 1,0-1-1,0 0 1,0 1-1,0-1 0,0 1 1,0-1-1,-1 1 0,1 0 1,0 0-1,0-1 0,0 1 1,-1 0-1,1 0 0,0 0 1,0 0-1,-2 0 0,-3 0 161,1 0 1,-1 0-1,0 0 0,0 1 0,-9 2 0,11-1-111,0-1 0,0 1 0,1 1 0,-1-1 0,0 0 0,1 1 0,0 0 0,0 0 0,0 0 0,0 0 0,0 0 0,0 1 0,1-1 0,0 1 0,0 0 0,0-1 0,0 1 0,0 0 0,1 0 0,0 0 0,0 1 0,-2 7 0,0 8 59,1 1 0,1-1-1,2 29 1,-1-46-275,0 0 0,0 1 0,1-1 0,0 0 0,0 1-1,-1-1 1,2 0 0,-1 0 0,0 1 0,1-1 0,-1 0-1,1-1 1,0 1 0,0 0 0,0 0 0,1-1 0,-1 1-1,0-1 1,1 0 0,0 0 0,-1 0 0,1 0 0,0 0-1,0-1 1,0 1 0,0-1 0,1 1 0,4 0 0,2 0-1299,0 0 1,0 0-1,0-1 1,1 0-1,-1-1 1,0 0-1,0-1 1,16-2-1,11-8-5211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39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1 259 1361,'0'0'20532,"0"3"-18758,3 35 1241,0-26-2231,-2-31-637,-1-13-247,-1-2-287,8-64 0,-6 88 204,1 0 1,1 0-1,-1 0 1,2 0-1,-1 0 1,2 1-1,-1 0 1,1 0-1,0 0 1,11-14-1,-2 13-1647,-13 10 1481,-1 0 0,1 0 0,0 0 1,0 0-1,0 0 0,0 1 0,0-1 0,0 0 0,0 0 0,0 1 0,-1-1 0,1 0 0,0 1 0,0-1 0,0 1 0,-1-1 0,1 1 0,0-1 1,-1 1-1,1-1 0,0 1 0,-1 0 0,1 0 0,-1-1 0,1 1 0,-1 0 0,1 0 0,-1-1 0,0 1 0,1 0 0,-1 0 0,1 1 1,8 20-6877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0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1 207 2785,'0'0'15543,"20"-4"-13747,63-15-716,-76 17-1029,-1-1 0,0 1 0,0-1 0,0 0 0,0-1 0,0 1 0,-1-1 0,1 0 0,-1-1 0,0 1 0,-1-1 0,1 0 0,-1 0 0,0 0 0,0-1 0,0 0 0,-1 1 0,0-1 0,3-7 0,-4 10-39,-1 0 0,1 0 0,-1 0 0,0 0 0,0 0 1,0 0-1,0-1 0,-1 1 0,1 0 0,-1 0 1,0-1-1,0 1 0,0 0 0,-1 0 0,1-1 1,-2-5-1,1 7 12,0 0 0,-1 0 1,1 1-1,0-1 0,-1 0 0,0 0 1,1 1-1,-1-1 0,0 1 0,0-1 1,0 1-1,0 0 0,0 0 1,0 0-1,0 0 0,0 0 0,0 0 1,-1 1-1,1-1 0,0 1 0,0-1 1,-1 1-1,-3 0 0,-1-1 1,0 0 0,-1 1-1,1 0 1,0 0-1,0 1 1,-1 0 0,1 0-1,0 1 1,0-1 0,-9 5-1,12-4-21,0 1-1,1-1 0,-1 0 0,1 1 0,0 0 0,-1 0 1,1 0-1,1 0 0,-1 0 0,0 1 0,1-1 1,0 1-1,0 0 0,0 0 0,0 0 0,0 0 0,1 0 1,0 0-1,-1 5 0,0 0 3,0 0 1,0 0-1,1 0 1,1 1-1,-1-1 1,2 0-1,-1 0 1,1 1-1,1-1 1,-1 0-1,2 0 1,4 15-1,-5-20-29,1 1-1,0 0 0,-1-1 0,1 1 1,1-1-1,-1 0 0,1 0 0,-1 0 1,1-1-1,0 1 0,0-1 0,1 0 0,-1 0 1,1 0-1,-1-1 0,1 0 0,0 0 1,0 0-1,0 0 0,0-1 0,1 0 1,-1 0-1,9 1 0,-2-1-274,0-1 0,-1 0-1,1 0 1,0-1 0,-1-1 0,1 0-1,-1-1 1,0 0 0,1 0 0,19-11 0,-18 7-18,0 0 0,-1-1 0,-1-1 0,1 0 0,-2-1 0,1 0 0,-1-1 0,12-16 0,-14 17 619,0-1 0,-1 1 1,0-1-1,-1 0 0,0-1 0,7-20 1,-13 31 1425,0 11 1084,-3 56 115,1 29-1334,2-93-1595,1 0 0,-1-1 1,1 1-1,0-1 1,-1 1-1,1-1 0,0 1 1,0-1-1,0 1 0,0-1 1,0 0-1,0 1 0,0-1 1,0 0-1,0 0 1,1 0-1,-1 0 0,1 0 1,-1 0-1,0-1 0,1 1 1,0 0-1,-1-1 1,1 1-1,-1-1 0,1 1 1,0-1-1,-1 0 0,1 0 1,0 1-1,1-1 0,4 0-98,-1 1 0,1-1-1,0-1 1,-1 1 0,1-1-1,11-3 1,-4-2-86,-1 0 0,1-1 0,-2-1 0,1 0 0,-1-1 0,0 0 0,-1-1 0,0-1 0,15-17 0,-35 75 4927,8-44-4868,0 0 1,1 0 0,0-1-1,0 1 1,0 0 0,0 0 0,0 0-1,0-1 1,1 1 0,-1 0-1,1 0 1,0-1 0,0 1-1,0 0 1,0-1 0,0 1 0,1-1-1,-1 0 1,1 1 0,0-1-1,-1 0 1,4 3 0,1-2-566,0-1 0,0 0-1,0 0 1,0-1 0,0 0 0,0 0 0,0 0 0,1-1 0,-1 0 0,11-1 0,1 1-1964,25 0-5073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0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1 12758,'0'0'12069,"-126"127"-9091,99-64-1426,7 2-127,5 1-160,3-4-721,5 0-544,1-11-208,-1-9-817,-1-12-623,4-11-930,-3-14-831,-1-5-1489,-5-4-2322,4-24-4177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1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9156,'0'0'3519,"17"1"534,254 46 5901,-46 0-7807,-225-47-2152,1 1 0,0-1 1,-1 1-1,1-1 0,0 1 0,-1-1 0,1 1 0,-1-1 0,1 1 0,-1 0 1,1-1-1,-1 1 0,1 0 0,-1-1 0,0 1 0,0 0 0,1 0 1,-1-1-1,0 1 0,0 0 0,0 0 0,1-1 0,-1 1 0,0 0 0,0 0 1,0 0-1,-1 0 0,-1 26-59,-2-13-304,-2 1-1,1 0 1,-2-1-1,0-1 1,-1 1 0,-13 18-1,7-11-3535,11-16-599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1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11205,'0'0'11926,"72"27"-12599,-42-3-1344,0-1-1648,8-4-2162,3-4-3057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1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0 8788,'0'0'8465,"-19"3"-4001,-65 12-1423,79-14-2840,1 0 1,-1 1-1,0 0 1,1 0-1,-1 0 1,1 0-1,0 1 0,0 0 1,0 0-1,0 0 1,0 0-1,0 1 0,1-1 1,0 1-1,0 0 1,0 0-1,0 0 1,0 0-1,-1 6 0,0-2-124,1 0 0,0 1 1,1 0-1,0-1 0,0 1 0,1 0 0,0 18 0,1-27-93,0 1 1,0 0-1,0 0 1,0 0-1,1-1 0,-1 1 1,0 0-1,0 0 1,1-1-1,-1 1 1,0 0-1,1-1 0,-1 1 1,1 0-1,-1-1 1,1 1-1,-1-1 1,1 1-1,-1-1 0,1 1 1,0-1-1,-1 1 1,1-1-1,1 1 1,23 5-353,-17-6 184,0 0-1,0-1 1,-1 0 0,14-3 0,-9-1-37,0 0 1,0-1 0,-1 0 0,0-1 0,-1 0-1,1-1 1,-1 0 0,-1-1 0,0 0-1,11-13 1,-15 12 1131,-8 7 1589,1 3-2413,1 1 1,0-1 0,0 1 0,0-1 0,0 1 0,0-1-1,0 1 1,0 0 0,0 0 0,0-1 0,0 1 0,1 0-1,-1 0 1,0 0 0,0 0 0,0 2 0,-3 6-130,1 0 0,0 0 0,1 0 0,0 1 1,0 0-1,1-1 0,0 1 0,1-1 0,1 14 0,-1-14-273,0-8 128,0 1 0,0-1 1,1 1-1,-1 0 0,1-1 0,-1 1 0,1-1 0,-1 0 1,1 1-1,0-1 0,0 0 0,0 1 0,0-1 0,0 0 1,0 0-1,0 0 0,0 1 0,0-1 0,1-1 0,-1 1 1,0 0-1,1 0 0,-1 0 0,1-1 0,-1 1 0,1-1 1,-1 1-1,1-1 0,-1 1 0,1-1 0,-1 0 0,1 0 1,0 0-1,1 0 0,4 0-1159,0 0 0,0 0 0,-1 0 0,1-1 0,0 0 0,-1 0 1,11-4-1,26-19-8803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1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422 0 14455,'0'0'11813,"-74"115"-8852,35-38-1040,1 12-304,2-3-1617,1-3 0,3-4 0,0-11 0,1-10 0,5-15-928,5-15-1281,5-14-897,0-14-944,1 0-2657,4-19-5330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2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5475,'0'0'5535,"24"0"-1618,313 1 7616,-47 1-7331,-293 15-3452,-6-1-625,0 0 1,-2-1 0,0-1-1,-19 21 1,2-3-301,21-23-542,3-4 271,0 0-1,0 0 1,0-1-1,-10 9 1,1-7-4253,-1-4-4103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2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7091,'0'0'22394,"23"15"-22474,-20 15-384,1 6-1233,-2 0-1568,0-2-1425,3-4-3282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06:43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96 8004,'0'0'12808,"-23"9"-8003,-73 33-1065,87-38-3457,0 1-1,1 0 0,0 0 0,0 1 0,1 0 1,-1 0-1,1 1 0,1 0 0,-1 0 0,-8 13 1,12-16-266,1 1 1,-1 0 0,1 0 0,0 0 0,0 0 0,0 0 0,1 1 0,0-1 0,0 0 0,0 1 0,1-1 0,-1 1 0,1-1 0,1 1 0,-1-1 0,3 10 0,-3-13-18,1-1 0,0 1 0,0-1 0,-1 1 0,1-1 0,0 0 0,0 1 0,1-1 0,-1 0 0,0 0 0,0 0 0,1 0 0,-1 0 0,0 0 0,1 0 0,-1 0 0,1 0 0,-1-1 0,1 1 0,0-1 0,-1 1 0,1-1 0,0 1 0,-1-1 0,4 0 0,50 1 0,-36-2 0,-7 0-40,0 0 0,0-1 1,0 0-1,0-1 0,0-1 0,-1 0 1,1 0-1,-1-1 0,0-1 0,-1 0 0,1 0 1,-1-1-1,0 0 0,-1-1 0,15-15 1,-16 16 52,0-2 0,-1 1 0,0-1 0,-1 0 0,0 0 0,0-1 0,-1 1 1,0-1-1,-1-1 0,0 1 0,0-1 0,-1 1 0,-1-1 0,0 0 0,0 0 1,-1 0-1,-1-17 0,0 26 12,-1-1-1,1 1 1,-1-1 0,0 1 0,0-1-1,0 1 1,0 0 0,0 0 0,0-1 0,-1 1-1,1 0 1,-1 0 0,1 0 0,-1 1-1,-2-3 1,-32-21-23,35 24 0,15-1-2,3 4 0,0 0 0,-1 0 0,1 2 0,0 0 0,-1 1 0,0 1 0,0 0 0,-1 1 0,1 1 0,-1 0 0,-1 1 0,0 1 0,0 0 0,-1 1 0,20 22 0,-27-26-11,-1 0 0,0 0 0,-1 0 0,0 1-1,0 0 1,-1-1 0,0 1 0,0 1 0,1 8 0,-3-15 14,0 1 0,-1-1 0,0 0 0,1 1 0,-1-1 0,0 0 0,0 1 1,-1-1-1,1 1 0,0-1 0,-1 0 0,1 1 0,-1-1 0,0 0 0,0 0 0,0 1 0,0-1 0,0 0 1,0 0-1,0 0 0,-1 0 0,1 0 0,-1-1 0,0 1 0,1 0 0,-1-1 0,0 1 0,0-1 0,0 1 0,0-1 1,0 0-1,0 0 0,-1 0 0,1 0 0,-3 0 0,1 1-2,0-1 0,0 0 0,0 0 1,0-1-1,0 1 0,-7-1 0,10 0-10,0 0 0,0 0 0,1 0 0,-1-1 0,0 1 1,0 0-1,0-1 0,1 1 0,-1-1 0,0 1 0,1-1 0,-1 1 0,0-1 0,1 1 1,-1-1-1,1 1 0,-1-1 0,1 0 0,-1 1 0,1-1 0,-1 0 0,1 0 0,0 1 1,0-1-1,-1 0 0,1 0 0,0 0 0,0 1 0,0-1 0,0 0 0,-1 0 0,1 0 1,0 0-1,1 1 0,-1-3 0,1-4-69,0 0 1,0 0-1,0 0 1,1 1-1,1-1 1,-1 0-1,1 1 1,0-1-1,0 1 1,1 0-1,0 0 1,0 0-1,0 1 0,1-1 1,-1 1-1,1 0 1,1 1-1,8-8 1,8-3-85,0 0 0,1 1 0,38-17 0,-39 20 97,1 1 0,0 1 0,0 1 0,1 1 0,0 1 0,0 2 0,39-4 0,-63 8 143,1 0 1,0 1 0,0-1-1,-1 0 1,1 1 0,0-1-1,0 0 1,-1 1 0,1-1 0,0 1-1,-1-1 1,1 1 0,-1-1-1,1 1 1,-1 0 0,1-1-1,-1 1 1,1 0 0,-1-1-1,1 1 1,-1 0 0,0 0 0,1-1-1,-1 1 1,0 0 0,0 0-1,0 0 1,0-1 0,0 1-1,1 0 1,-1 0 0,-1 0-1,1-1 1,0 3 0,-3 33 83,3-34-125,-5 18-37,-1-1 0,0 1 0,-2-1 0,-14 26 0,1 1 0,20-42 33,-1 0 1,0-1-1,0 1 1,0 0-1,-1-1 0,1 0 1,-5 5-1,7-8-191,-1 1 0,1-1 0,-1 1 0,0-1 0,0 1 0,1-1-1,-1 0 1,0 1 0,1-1 0,-1 0 0,0 1 0,0-1 0,0 0 0,1 0 0,-1 0-1,0 0 1,-1 0 0,1 0-434,-1 0-1,1-1 0,0 1 1,0-1-1,0 1 0,0-1 1,0 1-1,0-1 0,0 0 1,0 0-1,0 1 0,0-1 1,1 0-1,-1 0 1,0 0-1,0-1 0,-7-13-6714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2CB0-0CC1-8F6D-9DEE-88C08F0D3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8D029-BC34-6990-14C2-95EA6D059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DCF82-9011-57CF-BEE5-5E6A47F81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CBE1F-0EBC-BCBB-D110-C28A331E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3D265-F8D5-AB32-9A83-3C22A783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042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7DCC-0408-250C-4325-F9BD2CD4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15BA4-3118-E5C6-5667-88062E6B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C47FF-F088-E914-4296-DF4D8735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5740D-6F7D-5A32-1840-B0BBADA7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2752B-D907-76CD-B2FA-88FAB2E1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345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F03C-58DB-4B7F-4F69-2E92FEA6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58939-AD62-6F73-7D8D-68A7EBCC3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C922A-3E57-C47F-D0E6-4D716408A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728B3-7417-E9CA-D0A1-F967B8D0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DA736-367A-5BB3-FC8B-ED8816EC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300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33D9-98B7-79D3-EDF2-6DABBA22B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E8A4-9F82-2D91-45CD-D7CCE4F29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E1592-FD0C-79D8-1EE6-0C9A7C94D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24F34-D53E-F6E4-ACFB-BF439F61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A91FB-832A-AF94-8BC9-4E725464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F5119-0344-B5A0-A811-E41DC5B3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404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50D5-A49B-CDE5-CDAA-9DF8ECF6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714F3-39E7-F218-D9DA-634603365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71A59-D836-4F9F-5B79-BD8CDF606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BADD3-CD15-1CFF-591E-49A5691BB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EAF8C-9043-50F7-D67A-466F826B2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D681C-9AC6-79DD-A6F9-40086F69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9D5EA-077D-7572-9ADD-19107346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E35859-53A5-8DA6-08FB-80F1EEC4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095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C4B9-9D5E-34BB-8780-3FB3C39E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93BAE-4A51-5BA2-3042-11FD597C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9F1D1-E971-13B6-BEE0-7FF2AACBF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03433-8E24-A745-0FCB-8FB802C2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78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C33D89-3684-E351-D556-CDBEF2D0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BFDF4-72C3-0D74-8199-E0A8B216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F3446-D47C-FD45-8E00-847EB13F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753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14AA-0C1B-4FE2-BBE1-4B1BEC84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BD0AB-0F34-89CC-91B2-BD0ADA237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BA84A-D164-4722-708C-FF7EAC9B8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F9D6C-E3FD-FB40-8B8D-CCDEA198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2CA2E-6306-BD43-6C90-22240FE8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6AC93-D735-F254-B5B6-682FCDB7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41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DAFA-5F47-1161-EE8D-DA30D98E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0964D-02C6-85EC-7A14-40DCD4AC3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EB89B-4E8D-6C1C-B975-B14BB7699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603D1-551E-61BA-2257-7A32A0F8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FCA24-7D59-9AF9-DB23-3636FCB98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9E73F-FE91-9A41-BC37-56EB906D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91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BED4-38A6-F332-267E-D7E553D6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9C5BD-883B-612D-531C-507226ECF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0227-DD03-A6A2-A2A2-E6CA9754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3FC00-109F-7E65-02E0-F31919F4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68FE1-5BEA-E52D-101C-3B0E2ABB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7794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70A42-488D-6DC4-8F34-BCB4D02D4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E4739-8526-FCE9-5424-E7C50EE4F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D554-4E1F-DE82-4438-3CB1F441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2832-368F-E4F0-A694-69120E1F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D7560-2D38-C040-93A0-42CE5DA5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92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BD43A-B4FB-F2F3-7736-016A0D99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68D8B-FFE8-26EF-9C6C-ED7FE75DB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59EC2-7A34-7AA2-C298-9AEAAD63D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4DF96-4B35-4167-A4C3-FA4A8DDA345B}" type="datetimeFigureOut">
              <a:rPr lang="en-ZA" smtClean="0"/>
              <a:t>2025/10/16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E7BD8-9AFD-BEBF-CDD6-140815979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78958-698C-0E3F-EEF3-1F95C45FC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935FE-51F4-4BE0-8544-3D18F42D19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48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.png"/><Relationship Id="rId299" Type="http://schemas.openxmlformats.org/officeDocument/2006/relationships/image" Target="../media/image175.png"/><Relationship Id="rId21" Type="http://schemas.openxmlformats.org/officeDocument/2006/relationships/customXml" Target="../ink/ink36.xml"/><Relationship Id="rId63" Type="http://schemas.openxmlformats.org/officeDocument/2006/relationships/customXml" Target="../ink/ink57.xml"/><Relationship Id="rId159" Type="http://schemas.openxmlformats.org/officeDocument/2006/relationships/image" Target="../media/image105.png"/><Relationship Id="rId324" Type="http://schemas.openxmlformats.org/officeDocument/2006/relationships/customXml" Target="../ink/ink188.xml"/><Relationship Id="rId366" Type="http://schemas.openxmlformats.org/officeDocument/2006/relationships/customXml" Target="../ink/ink209.xml"/><Relationship Id="rId170" Type="http://schemas.openxmlformats.org/officeDocument/2006/relationships/customXml" Target="../ink/ink111.xml"/><Relationship Id="rId226" Type="http://schemas.openxmlformats.org/officeDocument/2006/relationships/customXml" Target="../ink/ink139.xml"/><Relationship Id="rId268" Type="http://schemas.openxmlformats.org/officeDocument/2006/relationships/customXml" Target="../ink/ink160.xml"/><Relationship Id="rId32" Type="http://schemas.openxmlformats.org/officeDocument/2006/relationships/image" Target="../media/image42.png"/><Relationship Id="rId74" Type="http://schemas.openxmlformats.org/officeDocument/2006/relationships/image" Target="../media/image63.png"/><Relationship Id="rId128" Type="http://schemas.openxmlformats.org/officeDocument/2006/relationships/customXml" Target="../ink/ink90.xml"/><Relationship Id="rId335" Type="http://schemas.openxmlformats.org/officeDocument/2006/relationships/image" Target="../media/image193.png"/><Relationship Id="rId5" Type="http://schemas.openxmlformats.org/officeDocument/2006/relationships/customXml" Target="../ink/ink28.xml"/><Relationship Id="rId181" Type="http://schemas.openxmlformats.org/officeDocument/2006/relationships/image" Target="../media/image116.png"/><Relationship Id="rId237" Type="http://schemas.openxmlformats.org/officeDocument/2006/relationships/image" Target="../media/image144.png"/><Relationship Id="rId279" Type="http://schemas.openxmlformats.org/officeDocument/2006/relationships/image" Target="../media/image165.png"/><Relationship Id="rId43" Type="http://schemas.openxmlformats.org/officeDocument/2006/relationships/customXml" Target="../ink/ink47.xml"/><Relationship Id="rId139" Type="http://schemas.openxmlformats.org/officeDocument/2006/relationships/image" Target="../media/image95.png"/><Relationship Id="rId290" Type="http://schemas.openxmlformats.org/officeDocument/2006/relationships/customXml" Target="../ink/ink171.xml"/><Relationship Id="rId304" Type="http://schemas.openxmlformats.org/officeDocument/2006/relationships/customXml" Target="../ink/ink178.xml"/><Relationship Id="rId346" Type="http://schemas.openxmlformats.org/officeDocument/2006/relationships/customXml" Target="../ink/ink199.xml"/><Relationship Id="rId85" Type="http://schemas.openxmlformats.org/officeDocument/2006/relationships/customXml" Target="../ink/ink68.xml"/><Relationship Id="rId150" Type="http://schemas.openxmlformats.org/officeDocument/2006/relationships/customXml" Target="../ink/ink101.xml"/><Relationship Id="rId192" Type="http://schemas.openxmlformats.org/officeDocument/2006/relationships/customXml" Target="../ink/ink122.xml"/><Relationship Id="rId206" Type="http://schemas.openxmlformats.org/officeDocument/2006/relationships/customXml" Target="../ink/ink129.xml"/><Relationship Id="rId248" Type="http://schemas.openxmlformats.org/officeDocument/2006/relationships/customXml" Target="../ink/ink150.xml"/><Relationship Id="rId12" Type="http://schemas.openxmlformats.org/officeDocument/2006/relationships/image" Target="../media/image32.png"/><Relationship Id="rId108" Type="http://schemas.openxmlformats.org/officeDocument/2006/relationships/image" Target="../media/image80.png"/><Relationship Id="rId315" Type="http://schemas.openxmlformats.org/officeDocument/2006/relationships/image" Target="../media/image183.png"/><Relationship Id="rId357" Type="http://schemas.openxmlformats.org/officeDocument/2006/relationships/image" Target="../media/image204.png"/><Relationship Id="rId54" Type="http://schemas.openxmlformats.org/officeDocument/2006/relationships/image" Target="../media/image53.png"/><Relationship Id="rId96" Type="http://schemas.openxmlformats.org/officeDocument/2006/relationships/image" Target="../media/image74.png"/><Relationship Id="rId161" Type="http://schemas.openxmlformats.org/officeDocument/2006/relationships/image" Target="../media/image106.png"/><Relationship Id="rId217" Type="http://schemas.openxmlformats.org/officeDocument/2006/relationships/image" Target="../media/image134.png"/><Relationship Id="rId259" Type="http://schemas.openxmlformats.org/officeDocument/2006/relationships/image" Target="../media/image155.png"/><Relationship Id="rId23" Type="http://schemas.openxmlformats.org/officeDocument/2006/relationships/customXml" Target="../ink/ink37.xml"/><Relationship Id="rId119" Type="http://schemas.openxmlformats.org/officeDocument/2006/relationships/image" Target="../media/image85.png"/><Relationship Id="rId270" Type="http://schemas.openxmlformats.org/officeDocument/2006/relationships/customXml" Target="../ink/ink161.xml"/><Relationship Id="rId326" Type="http://schemas.openxmlformats.org/officeDocument/2006/relationships/customXml" Target="../ink/ink189.xml"/><Relationship Id="rId65" Type="http://schemas.openxmlformats.org/officeDocument/2006/relationships/customXml" Target="../ink/ink58.xml"/><Relationship Id="rId130" Type="http://schemas.openxmlformats.org/officeDocument/2006/relationships/customXml" Target="../ink/ink91.xml"/><Relationship Id="rId368" Type="http://schemas.openxmlformats.org/officeDocument/2006/relationships/customXml" Target="../ink/ink210.xml"/><Relationship Id="rId172" Type="http://schemas.openxmlformats.org/officeDocument/2006/relationships/customXml" Target="../ink/ink112.xml"/><Relationship Id="rId228" Type="http://schemas.openxmlformats.org/officeDocument/2006/relationships/customXml" Target="../ink/ink140.xml"/><Relationship Id="rId281" Type="http://schemas.openxmlformats.org/officeDocument/2006/relationships/image" Target="../media/image166.png"/><Relationship Id="rId337" Type="http://schemas.openxmlformats.org/officeDocument/2006/relationships/image" Target="../media/image194.png"/><Relationship Id="rId34" Type="http://schemas.openxmlformats.org/officeDocument/2006/relationships/image" Target="../media/image43.png"/><Relationship Id="rId76" Type="http://schemas.openxmlformats.org/officeDocument/2006/relationships/image" Target="../media/image64.png"/><Relationship Id="rId141" Type="http://schemas.openxmlformats.org/officeDocument/2006/relationships/image" Target="../media/image96.png"/><Relationship Id="rId7" Type="http://schemas.openxmlformats.org/officeDocument/2006/relationships/customXml" Target="../ink/ink29.xml"/><Relationship Id="rId183" Type="http://schemas.openxmlformats.org/officeDocument/2006/relationships/image" Target="../media/image117.png"/><Relationship Id="rId239" Type="http://schemas.openxmlformats.org/officeDocument/2006/relationships/image" Target="../media/image145.png"/><Relationship Id="rId250" Type="http://schemas.openxmlformats.org/officeDocument/2006/relationships/customXml" Target="../ink/ink151.xml"/><Relationship Id="rId292" Type="http://schemas.openxmlformats.org/officeDocument/2006/relationships/customXml" Target="../ink/ink172.xml"/><Relationship Id="rId306" Type="http://schemas.openxmlformats.org/officeDocument/2006/relationships/customXml" Target="../ink/ink179.xml"/><Relationship Id="rId45" Type="http://schemas.openxmlformats.org/officeDocument/2006/relationships/customXml" Target="../ink/ink48.xml"/><Relationship Id="rId87" Type="http://schemas.openxmlformats.org/officeDocument/2006/relationships/customXml" Target="../ink/ink69.xml"/><Relationship Id="rId110" Type="http://schemas.openxmlformats.org/officeDocument/2006/relationships/image" Target="../media/image81.png"/><Relationship Id="rId348" Type="http://schemas.openxmlformats.org/officeDocument/2006/relationships/customXml" Target="../ink/ink200.xml"/><Relationship Id="rId152" Type="http://schemas.openxmlformats.org/officeDocument/2006/relationships/customXml" Target="../ink/ink102.xml"/><Relationship Id="rId194" Type="http://schemas.openxmlformats.org/officeDocument/2006/relationships/customXml" Target="../ink/ink123.xml"/><Relationship Id="rId208" Type="http://schemas.openxmlformats.org/officeDocument/2006/relationships/customXml" Target="../ink/ink130.xml"/><Relationship Id="rId261" Type="http://schemas.openxmlformats.org/officeDocument/2006/relationships/image" Target="../media/image156.png"/><Relationship Id="rId14" Type="http://schemas.openxmlformats.org/officeDocument/2006/relationships/image" Target="../media/image33.png"/><Relationship Id="rId56" Type="http://schemas.openxmlformats.org/officeDocument/2006/relationships/image" Target="../media/image54.png"/><Relationship Id="rId317" Type="http://schemas.openxmlformats.org/officeDocument/2006/relationships/image" Target="../media/image184.png"/><Relationship Id="rId359" Type="http://schemas.openxmlformats.org/officeDocument/2006/relationships/image" Target="../media/image205.png"/><Relationship Id="rId98" Type="http://schemas.openxmlformats.org/officeDocument/2006/relationships/image" Target="../media/image75.png"/><Relationship Id="rId121" Type="http://schemas.openxmlformats.org/officeDocument/2006/relationships/image" Target="../media/image86.png"/><Relationship Id="rId163" Type="http://schemas.openxmlformats.org/officeDocument/2006/relationships/image" Target="../media/image107.png"/><Relationship Id="rId219" Type="http://schemas.openxmlformats.org/officeDocument/2006/relationships/image" Target="../media/image135.png"/><Relationship Id="rId370" Type="http://schemas.openxmlformats.org/officeDocument/2006/relationships/customXml" Target="../ink/ink211.xml"/><Relationship Id="rId230" Type="http://schemas.openxmlformats.org/officeDocument/2006/relationships/customXml" Target="../ink/ink141.xml"/><Relationship Id="rId25" Type="http://schemas.openxmlformats.org/officeDocument/2006/relationships/customXml" Target="../ink/ink38.xml"/><Relationship Id="rId67" Type="http://schemas.openxmlformats.org/officeDocument/2006/relationships/customXml" Target="../ink/ink59.xml"/><Relationship Id="rId272" Type="http://schemas.openxmlformats.org/officeDocument/2006/relationships/customXml" Target="../ink/ink162.xml"/><Relationship Id="rId328" Type="http://schemas.openxmlformats.org/officeDocument/2006/relationships/customXml" Target="../ink/ink190.xml"/><Relationship Id="rId132" Type="http://schemas.openxmlformats.org/officeDocument/2006/relationships/customXml" Target="../ink/ink92.xml"/><Relationship Id="rId174" Type="http://schemas.openxmlformats.org/officeDocument/2006/relationships/customXml" Target="../ink/ink113.xml"/><Relationship Id="rId241" Type="http://schemas.openxmlformats.org/officeDocument/2006/relationships/image" Target="../media/image146.png"/><Relationship Id="rId36" Type="http://schemas.openxmlformats.org/officeDocument/2006/relationships/image" Target="../media/image44.png"/><Relationship Id="rId283" Type="http://schemas.openxmlformats.org/officeDocument/2006/relationships/image" Target="../media/image167.png"/><Relationship Id="rId339" Type="http://schemas.openxmlformats.org/officeDocument/2006/relationships/image" Target="../media/image195.png"/><Relationship Id="rId78" Type="http://schemas.openxmlformats.org/officeDocument/2006/relationships/image" Target="../media/image65.png"/><Relationship Id="rId99" Type="http://schemas.openxmlformats.org/officeDocument/2006/relationships/customXml" Target="../ink/ink75.xml"/><Relationship Id="rId101" Type="http://schemas.openxmlformats.org/officeDocument/2006/relationships/customXml" Target="../ink/ink76.xml"/><Relationship Id="rId122" Type="http://schemas.openxmlformats.org/officeDocument/2006/relationships/customXml" Target="../ink/ink87.xml"/><Relationship Id="rId143" Type="http://schemas.openxmlformats.org/officeDocument/2006/relationships/image" Target="../media/image97.png"/><Relationship Id="rId164" Type="http://schemas.openxmlformats.org/officeDocument/2006/relationships/customXml" Target="../ink/ink108.xml"/><Relationship Id="rId185" Type="http://schemas.openxmlformats.org/officeDocument/2006/relationships/image" Target="../media/image118.png"/><Relationship Id="rId350" Type="http://schemas.openxmlformats.org/officeDocument/2006/relationships/customXml" Target="../ink/ink201.xml"/><Relationship Id="rId371" Type="http://schemas.openxmlformats.org/officeDocument/2006/relationships/image" Target="../media/image211.png"/><Relationship Id="rId9" Type="http://schemas.openxmlformats.org/officeDocument/2006/relationships/customXml" Target="../ink/ink30.xml"/><Relationship Id="rId210" Type="http://schemas.openxmlformats.org/officeDocument/2006/relationships/customXml" Target="../ink/ink131.xml"/><Relationship Id="rId26" Type="http://schemas.openxmlformats.org/officeDocument/2006/relationships/image" Target="../media/image39.png"/><Relationship Id="rId231" Type="http://schemas.openxmlformats.org/officeDocument/2006/relationships/image" Target="../media/image141.png"/><Relationship Id="rId252" Type="http://schemas.openxmlformats.org/officeDocument/2006/relationships/customXml" Target="../ink/ink152.xml"/><Relationship Id="rId273" Type="http://schemas.openxmlformats.org/officeDocument/2006/relationships/image" Target="../media/image162.png"/><Relationship Id="rId294" Type="http://schemas.openxmlformats.org/officeDocument/2006/relationships/customXml" Target="../ink/ink173.xml"/><Relationship Id="rId308" Type="http://schemas.openxmlformats.org/officeDocument/2006/relationships/customXml" Target="../ink/ink180.xml"/><Relationship Id="rId329" Type="http://schemas.openxmlformats.org/officeDocument/2006/relationships/image" Target="../media/image190.png"/><Relationship Id="rId47" Type="http://schemas.openxmlformats.org/officeDocument/2006/relationships/customXml" Target="../ink/ink49.xml"/><Relationship Id="rId68" Type="http://schemas.openxmlformats.org/officeDocument/2006/relationships/image" Target="../media/image60.png"/><Relationship Id="rId89" Type="http://schemas.openxmlformats.org/officeDocument/2006/relationships/customXml" Target="../ink/ink70.xml"/><Relationship Id="rId112" Type="http://schemas.openxmlformats.org/officeDocument/2006/relationships/image" Target="../media/image82.png"/><Relationship Id="rId133" Type="http://schemas.openxmlformats.org/officeDocument/2006/relationships/image" Target="../media/image92.png"/><Relationship Id="rId154" Type="http://schemas.openxmlformats.org/officeDocument/2006/relationships/customXml" Target="../ink/ink103.xml"/><Relationship Id="rId175" Type="http://schemas.openxmlformats.org/officeDocument/2006/relationships/image" Target="../media/image113.png"/><Relationship Id="rId340" Type="http://schemas.openxmlformats.org/officeDocument/2006/relationships/customXml" Target="../ink/ink196.xml"/><Relationship Id="rId361" Type="http://schemas.openxmlformats.org/officeDocument/2006/relationships/image" Target="../media/image206.png"/><Relationship Id="rId196" Type="http://schemas.openxmlformats.org/officeDocument/2006/relationships/customXml" Target="../ink/ink124.xml"/><Relationship Id="rId200" Type="http://schemas.openxmlformats.org/officeDocument/2006/relationships/customXml" Target="../ink/ink126.xml"/><Relationship Id="rId16" Type="http://schemas.openxmlformats.org/officeDocument/2006/relationships/image" Target="../media/image34.png"/><Relationship Id="rId221" Type="http://schemas.openxmlformats.org/officeDocument/2006/relationships/image" Target="../media/image136.png"/><Relationship Id="rId242" Type="http://schemas.openxmlformats.org/officeDocument/2006/relationships/customXml" Target="../ink/ink147.xml"/><Relationship Id="rId263" Type="http://schemas.openxmlformats.org/officeDocument/2006/relationships/image" Target="../media/image157.png"/><Relationship Id="rId284" Type="http://schemas.openxmlformats.org/officeDocument/2006/relationships/customXml" Target="../ink/ink168.xml"/><Relationship Id="rId319" Type="http://schemas.openxmlformats.org/officeDocument/2006/relationships/image" Target="../media/image185.png"/><Relationship Id="rId37" Type="http://schemas.openxmlformats.org/officeDocument/2006/relationships/customXml" Target="../ink/ink44.xml"/><Relationship Id="rId58" Type="http://schemas.openxmlformats.org/officeDocument/2006/relationships/image" Target="../media/image55.png"/><Relationship Id="rId79" Type="http://schemas.openxmlformats.org/officeDocument/2006/relationships/customXml" Target="../ink/ink65.xml"/><Relationship Id="rId102" Type="http://schemas.openxmlformats.org/officeDocument/2006/relationships/image" Target="../media/image77.png"/><Relationship Id="rId123" Type="http://schemas.openxmlformats.org/officeDocument/2006/relationships/image" Target="../media/image87.png"/><Relationship Id="rId144" Type="http://schemas.openxmlformats.org/officeDocument/2006/relationships/customXml" Target="../ink/ink98.xml"/><Relationship Id="rId330" Type="http://schemas.openxmlformats.org/officeDocument/2006/relationships/customXml" Target="../ink/ink191.xml"/><Relationship Id="rId90" Type="http://schemas.openxmlformats.org/officeDocument/2006/relationships/image" Target="../media/image71.png"/><Relationship Id="rId165" Type="http://schemas.openxmlformats.org/officeDocument/2006/relationships/image" Target="../media/image108.png"/><Relationship Id="rId186" Type="http://schemas.openxmlformats.org/officeDocument/2006/relationships/customXml" Target="../ink/ink119.xml"/><Relationship Id="rId351" Type="http://schemas.openxmlformats.org/officeDocument/2006/relationships/image" Target="../media/image201.png"/><Relationship Id="rId372" Type="http://schemas.openxmlformats.org/officeDocument/2006/relationships/customXml" Target="../ink/ink212.xml"/><Relationship Id="rId211" Type="http://schemas.openxmlformats.org/officeDocument/2006/relationships/image" Target="../media/image131.png"/><Relationship Id="rId232" Type="http://schemas.openxmlformats.org/officeDocument/2006/relationships/customXml" Target="../ink/ink142.xml"/><Relationship Id="rId253" Type="http://schemas.openxmlformats.org/officeDocument/2006/relationships/image" Target="../media/image152.png"/><Relationship Id="rId274" Type="http://schemas.openxmlformats.org/officeDocument/2006/relationships/customXml" Target="../ink/ink163.xml"/><Relationship Id="rId295" Type="http://schemas.openxmlformats.org/officeDocument/2006/relationships/image" Target="../media/image173.png"/><Relationship Id="rId309" Type="http://schemas.openxmlformats.org/officeDocument/2006/relationships/image" Target="../media/image180.png"/><Relationship Id="rId27" Type="http://schemas.openxmlformats.org/officeDocument/2006/relationships/customXml" Target="../ink/ink39.xml"/><Relationship Id="rId48" Type="http://schemas.openxmlformats.org/officeDocument/2006/relationships/image" Target="../media/image50.png"/><Relationship Id="rId69" Type="http://schemas.openxmlformats.org/officeDocument/2006/relationships/customXml" Target="../ink/ink60.xml"/><Relationship Id="rId113" Type="http://schemas.openxmlformats.org/officeDocument/2006/relationships/customXml" Target="../ink/ink82.xml"/><Relationship Id="rId134" Type="http://schemas.openxmlformats.org/officeDocument/2006/relationships/customXml" Target="../ink/ink93.xml"/><Relationship Id="rId320" Type="http://schemas.openxmlformats.org/officeDocument/2006/relationships/customXml" Target="../ink/ink186.xml"/><Relationship Id="rId80" Type="http://schemas.openxmlformats.org/officeDocument/2006/relationships/image" Target="../media/image66.png"/><Relationship Id="rId155" Type="http://schemas.openxmlformats.org/officeDocument/2006/relationships/image" Target="../media/image103.png"/><Relationship Id="rId176" Type="http://schemas.openxmlformats.org/officeDocument/2006/relationships/customXml" Target="../ink/ink114.xml"/><Relationship Id="rId197" Type="http://schemas.openxmlformats.org/officeDocument/2006/relationships/image" Target="../media/image124.png"/><Relationship Id="rId341" Type="http://schemas.openxmlformats.org/officeDocument/2006/relationships/image" Target="../media/image196.png"/><Relationship Id="rId362" Type="http://schemas.openxmlformats.org/officeDocument/2006/relationships/customXml" Target="../ink/ink207.xml"/><Relationship Id="rId201" Type="http://schemas.openxmlformats.org/officeDocument/2006/relationships/image" Target="../media/image126.png"/><Relationship Id="rId222" Type="http://schemas.openxmlformats.org/officeDocument/2006/relationships/customXml" Target="../ink/ink137.xml"/><Relationship Id="rId243" Type="http://schemas.openxmlformats.org/officeDocument/2006/relationships/image" Target="../media/image147.png"/><Relationship Id="rId264" Type="http://schemas.openxmlformats.org/officeDocument/2006/relationships/customXml" Target="../ink/ink158.xml"/><Relationship Id="rId285" Type="http://schemas.openxmlformats.org/officeDocument/2006/relationships/image" Target="../media/image168.png"/><Relationship Id="rId17" Type="http://schemas.openxmlformats.org/officeDocument/2006/relationships/customXml" Target="../ink/ink34.xml"/><Relationship Id="rId38" Type="http://schemas.openxmlformats.org/officeDocument/2006/relationships/image" Target="../media/image45.png"/><Relationship Id="rId59" Type="http://schemas.openxmlformats.org/officeDocument/2006/relationships/customXml" Target="../ink/ink55.xml"/><Relationship Id="rId103" Type="http://schemas.openxmlformats.org/officeDocument/2006/relationships/customXml" Target="../ink/ink77.xml"/><Relationship Id="rId124" Type="http://schemas.openxmlformats.org/officeDocument/2006/relationships/customXml" Target="../ink/ink88.xml"/><Relationship Id="rId310" Type="http://schemas.openxmlformats.org/officeDocument/2006/relationships/customXml" Target="../ink/ink181.xml"/><Relationship Id="rId70" Type="http://schemas.openxmlformats.org/officeDocument/2006/relationships/image" Target="../media/image61.png"/><Relationship Id="rId91" Type="http://schemas.openxmlformats.org/officeDocument/2006/relationships/customXml" Target="../ink/ink71.xml"/><Relationship Id="rId145" Type="http://schemas.openxmlformats.org/officeDocument/2006/relationships/image" Target="../media/image98.png"/><Relationship Id="rId166" Type="http://schemas.openxmlformats.org/officeDocument/2006/relationships/customXml" Target="../ink/ink109.xml"/><Relationship Id="rId187" Type="http://schemas.openxmlformats.org/officeDocument/2006/relationships/image" Target="../media/image119.png"/><Relationship Id="rId331" Type="http://schemas.openxmlformats.org/officeDocument/2006/relationships/image" Target="../media/image191.png"/><Relationship Id="rId352" Type="http://schemas.openxmlformats.org/officeDocument/2006/relationships/customXml" Target="../ink/ink202.xml"/><Relationship Id="rId373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2.xml"/><Relationship Id="rId233" Type="http://schemas.openxmlformats.org/officeDocument/2006/relationships/image" Target="../media/image142.png"/><Relationship Id="rId254" Type="http://schemas.openxmlformats.org/officeDocument/2006/relationships/customXml" Target="../ink/ink153.xml"/><Relationship Id="rId28" Type="http://schemas.openxmlformats.org/officeDocument/2006/relationships/image" Target="../media/image40.png"/><Relationship Id="rId49" Type="http://schemas.openxmlformats.org/officeDocument/2006/relationships/customXml" Target="../ink/ink50.xml"/><Relationship Id="rId114" Type="http://schemas.openxmlformats.org/officeDocument/2006/relationships/customXml" Target="../ink/ink83.xml"/><Relationship Id="rId275" Type="http://schemas.openxmlformats.org/officeDocument/2006/relationships/image" Target="../media/image163.png"/><Relationship Id="rId296" Type="http://schemas.openxmlformats.org/officeDocument/2006/relationships/customXml" Target="../ink/ink174.xml"/><Relationship Id="rId300" Type="http://schemas.openxmlformats.org/officeDocument/2006/relationships/customXml" Target="../ink/ink176.xml"/><Relationship Id="rId60" Type="http://schemas.openxmlformats.org/officeDocument/2006/relationships/image" Target="../media/image56.png"/><Relationship Id="rId81" Type="http://schemas.openxmlformats.org/officeDocument/2006/relationships/customXml" Target="../ink/ink66.xml"/><Relationship Id="rId135" Type="http://schemas.openxmlformats.org/officeDocument/2006/relationships/image" Target="../media/image93.png"/><Relationship Id="rId156" Type="http://schemas.openxmlformats.org/officeDocument/2006/relationships/customXml" Target="../ink/ink104.xml"/><Relationship Id="rId177" Type="http://schemas.openxmlformats.org/officeDocument/2006/relationships/image" Target="../media/image114.png"/><Relationship Id="rId198" Type="http://schemas.openxmlformats.org/officeDocument/2006/relationships/customXml" Target="../ink/ink125.xml"/><Relationship Id="rId321" Type="http://schemas.openxmlformats.org/officeDocument/2006/relationships/image" Target="../media/image186.png"/><Relationship Id="rId342" Type="http://schemas.openxmlformats.org/officeDocument/2006/relationships/customXml" Target="../ink/ink197.xml"/><Relationship Id="rId363" Type="http://schemas.openxmlformats.org/officeDocument/2006/relationships/image" Target="../media/image207.png"/><Relationship Id="rId202" Type="http://schemas.openxmlformats.org/officeDocument/2006/relationships/customXml" Target="../ink/ink127.xml"/><Relationship Id="rId223" Type="http://schemas.openxmlformats.org/officeDocument/2006/relationships/image" Target="../media/image137.png"/><Relationship Id="rId244" Type="http://schemas.openxmlformats.org/officeDocument/2006/relationships/customXml" Target="../ink/ink148.xml"/><Relationship Id="rId18" Type="http://schemas.openxmlformats.org/officeDocument/2006/relationships/image" Target="../media/image35.png"/><Relationship Id="rId39" Type="http://schemas.openxmlformats.org/officeDocument/2006/relationships/customXml" Target="../ink/ink45.xml"/><Relationship Id="rId265" Type="http://schemas.openxmlformats.org/officeDocument/2006/relationships/image" Target="../media/image158.png"/><Relationship Id="rId286" Type="http://schemas.openxmlformats.org/officeDocument/2006/relationships/customXml" Target="../ink/ink169.xml"/><Relationship Id="rId50" Type="http://schemas.openxmlformats.org/officeDocument/2006/relationships/image" Target="../media/image51.png"/><Relationship Id="rId104" Type="http://schemas.openxmlformats.org/officeDocument/2006/relationships/image" Target="../media/image78.png"/><Relationship Id="rId125" Type="http://schemas.openxmlformats.org/officeDocument/2006/relationships/image" Target="../media/image88.png"/><Relationship Id="rId146" Type="http://schemas.openxmlformats.org/officeDocument/2006/relationships/customXml" Target="../ink/ink99.xml"/><Relationship Id="rId167" Type="http://schemas.openxmlformats.org/officeDocument/2006/relationships/image" Target="../media/image109.png"/><Relationship Id="rId188" Type="http://schemas.openxmlformats.org/officeDocument/2006/relationships/customXml" Target="../ink/ink120.xml"/><Relationship Id="rId311" Type="http://schemas.openxmlformats.org/officeDocument/2006/relationships/image" Target="../media/image181.png"/><Relationship Id="rId332" Type="http://schemas.openxmlformats.org/officeDocument/2006/relationships/customXml" Target="../ink/ink192.xml"/><Relationship Id="rId353" Type="http://schemas.openxmlformats.org/officeDocument/2006/relationships/image" Target="../media/image202.png"/><Relationship Id="rId71" Type="http://schemas.openxmlformats.org/officeDocument/2006/relationships/customXml" Target="../ink/ink61.xml"/><Relationship Id="rId92" Type="http://schemas.openxmlformats.org/officeDocument/2006/relationships/image" Target="../media/image72.png"/><Relationship Id="rId213" Type="http://schemas.openxmlformats.org/officeDocument/2006/relationships/image" Target="../media/image132.png"/><Relationship Id="rId234" Type="http://schemas.openxmlformats.org/officeDocument/2006/relationships/customXml" Target="../ink/ink143.xml"/><Relationship Id="rId2" Type="http://schemas.openxmlformats.org/officeDocument/2006/relationships/image" Target="../media/image27.png"/><Relationship Id="rId29" Type="http://schemas.openxmlformats.org/officeDocument/2006/relationships/customXml" Target="../ink/ink40.xml"/><Relationship Id="rId255" Type="http://schemas.openxmlformats.org/officeDocument/2006/relationships/image" Target="../media/image153.png"/><Relationship Id="rId276" Type="http://schemas.openxmlformats.org/officeDocument/2006/relationships/customXml" Target="../ink/ink164.xml"/><Relationship Id="rId297" Type="http://schemas.openxmlformats.org/officeDocument/2006/relationships/image" Target="../media/image174.png"/><Relationship Id="rId40" Type="http://schemas.openxmlformats.org/officeDocument/2006/relationships/image" Target="../media/image46.png"/><Relationship Id="rId115" Type="http://schemas.openxmlformats.org/officeDocument/2006/relationships/image" Target="../media/image83.png"/><Relationship Id="rId136" Type="http://schemas.openxmlformats.org/officeDocument/2006/relationships/customXml" Target="../ink/ink94.xml"/><Relationship Id="rId157" Type="http://schemas.openxmlformats.org/officeDocument/2006/relationships/image" Target="../media/image104.png"/><Relationship Id="rId178" Type="http://schemas.openxmlformats.org/officeDocument/2006/relationships/customXml" Target="../ink/ink115.xml"/><Relationship Id="rId301" Type="http://schemas.openxmlformats.org/officeDocument/2006/relationships/image" Target="../media/image176.png"/><Relationship Id="rId322" Type="http://schemas.openxmlformats.org/officeDocument/2006/relationships/customXml" Target="../ink/ink187.xml"/><Relationship Id="rId343" Type="http://schemas.openxmlformats.org/officeDocument/2006/relationships/image" Target="../media/image197.png"/><Relationship Id="rId364" Type="http://schemas.openxmlformats.org/officeDocument/2006/relationships/customXml" Target="../ink/ink208.xml"/><Relationship Id="rId61" Type="http://schemas.openxmlformats.org/officeDocument/2006/relationships/customXml" Target="../ink/ink56.xml"/><Relationship Id="rId82" Type="http://schemas.openxmlformats.org/officeDocument/2006/relationships/image" Target="../media/image67.png"/><Relationship Id="rId199" Type="http://schemas.openxmlformats.org/officeDocument/2006/relationships/image" Target="../media/image125.png"/><Relationship Id="rId203" Type="http://schemas.openxmlformats.org/officeDocument/2006/relationships/image" Target="../media/image127.png"/><Relationship Id="rId19" Type="http://schemas.openxmlformats.org/officeDocument/2006/relationships/customXml" Target="../ink/ink35.xml"/><Relationship Id="rId224" Type="http://schemas.openxmlformats.org/officeDocument/2006/relationships/customXml" Target="../ink/ink138.xml"/><Relationship Id="rId245" Type="http://schemas.openxmlformats.org/officeDocument/2006/relationships/image" Target="../media/image148.png"/><Relationship Id="rId266" Type="http://schemas.openxmlformats.org/officeDocument/2006/relationships/customXml" Target="../ink/ink159.xml"/><Relationship Id="rId287" Type="http://schemas.openxmlformats.org/officeDocument/2006/relationships/image" Target="../media/image169.png"/><Relationship Id="rId30" Type="http://schemas.openxmlformats.org/officeDocument/2006/relationships/image" Target="../media/image41.png"/><Relationship Id="rId105" Type="http://schemas.openxmlformats.org/officeDocument/2006/relationships/customXml" Target="../ink/ink78.xml"/><Relationship Id="rId126" Type="http://schemas.openxmlformats.org/officeDocument/2006/relationships/customXml" Target="../ink/ink89.xml"/><Relationship Id="rId147" Type="http://schemas.openxmlformats.org/officeDocument/2006/relationships/image" Target="../media/image99.png"/><Relationship Id="rId168" Type="http://schemas.openxmlformats.org/officeDocument/2006/relationships/customXml" Target="../ink/ink110.xml"/><Relationship Id="rId312" Type="http://schemas.openxmlformats.org/officeDocument/2006/relationships/customXml" Target="../ink/ink182.xml"/><Relationship Id="rId333" Type="http://schemas.openxmlformats.org/officeDocument/2006/relationships/image" Target="../media/image192.png"/><Relationship Id="rId354" Type="http://schemas.openxmlformats.org/officeDocument/2006/relationships/customXml" Target="../ink/ink203.xml"/><Relationship Id="rId51" Type="http://schemas.openxmlformats.org/officeDocument/2006/relationships/customXml" Target="../ink/ink51.xml"/><Relationship Id="rId72" Type="http://schemas.openxmlformats.org/officeDocument/2006/relationships/image" Target="../media/image62.png"/><Relationship Id="rId93" Type="http://schemas.openxmlformats.org/officeDocument/2006/relationships/customXml" Target="../ink/ink72.xml"/><Relationship Id="rId189" Type="http://schemas.openxmlformats.org/officeDocument/2006/relationships/image" Target="../media/image120.png"/><Relationship Id="rId3" Type="http://schemas.openxmlformats.org/officeDocument/2006/relationships/customXml" Target="../ink/ink27.xml"/><Relationship Id="rId214" Type="http://schemas.openxmlformats.org/officeDocument/2006/relationships/customXml" Target="../ink/ink133.xml"/><Relationship Id="rId235" Type="http://schemas.openxmlformats.org/officeDocument/2006/relationships/image" Target="../media/image143.png"/><Relationship Id="rId256" Type="http://schemas.openxmlformats.org/officeDocument/2006/relationships/customXml" Target="../ink/ink154.xml"/><Relationship Id="rId277" Type="http://schemas.openxmlformats.org/officeDocument/2006/relationships/image" Target="../media/image164.png"/><Relationship Id="rId298" Type="http://schemas.openxmlformats.org/officeDocument/2006/relationships/customXml" Target="../ink/ink175.xml"/><Relationship Id="rId116" Type="http://schemas.openxmlformats.org/officeDocument/2006/relationships/customXml" Target="../ink/ink84.xml"/><Relationship Id="rId137" Type="http://schemas.openxmlformats.org/officeDocument/2006/relationships/image" Target="../media/image94.png"/><Relationship Id="rId158" Type="http://schemas.openxmlformats.org/officeDocument/2006/relationships/customXml" Target="../ink/ink105.xml"/><Relationship Id="rId302" Type="http://schemas.openxmlformats.org/officeDocument/2006/relationships/customXml" Target="../ink/ink177.xml"/><Relationship Id="rId323" Type="http://schemas.openxmlformats.org/officeDocument/2006/relationships/image" Target="../media/image187.png"/><Relationship Id="rId344" Type="http://schemas.openxmlformats.org/officeDocument/2006/relationships/customXml" Target="../ink/ink198.xml"/><Relationship Id="rId20" Type="http://schemas.openxmlformats.org/officeDocument/2006/relationships/image" Target="../media/image36.png"/><Relationship Id="rId41" Type="http://schemas.openxmlformats.org/officeDocument/2006/relationships/customXml" Target="../ink/ink46.xml"/><Relationship Id="rId62" Type="http://schemas.openxmlformats.org/officeDocument/2006/relationships/image" Target="../media/image57.png"/><Relationship Id="rId83" Type="http://schemas.openxmlformats.org/officeDocument/2006/relationships/customXml" Target="../ink/ink67.xml"/><Relationship Id="rId179" Type="http://schemas.openxmlformats.org/officeDocument/2006/relationships/image" Target="../media/image115.png"/><Relationship Id="rId365" Type="http://schemas.openxmlformats.org/officeDocument/2006/relationships/image" Target="../media/image208.png"/><Relationship Id="rId190" Type="http://schemas.openxmlformats.org/officeDocument/2006/relationships/customXml" Target="../ink/ink121.xml"/><Relationship Id="rId204" Type="http://schemas.openxmlformats.org/officeDocument/2006/relationships/customXml" Target="../ink/ink128.xml"/><Relationship Id="rId225" Type="http://schemas.openxmlformats.org/officeDocument/2006/relationships/image" Target="../media/image138.png"/><Relationship Id="rId246" Type="http://schemas.openxmlformats.org/officeDocument/2006/relationships/customXml" Target="../ink/ink149.xml"/><Relationship Id="rId267" Type="http://schemas.openxmlformats.org/officeDocument/2006/relationships/image" Target="../media/image159.png"/><Relationship Id="rId288" Type="http://schemas.openxmlformats.org/officeDocument/2006/relationships/customXml" Target="../ink/ink170.xml"/><Relationship Id="rId106" Type="http://schemas.openxmlformats.org/officeDocument/2006/relationships/image" Target="../media/image79.png"/><Relationship Id="rId127" Type="http://schemas.openxmlformats.org/officeDocument/2006/relationships/image" Target="../media/image89.png"/><Relationship Id="rId313" Type="http://schemas.openxmlformats.org/officeDocument/2006/relationships/image" Target="../media/image182.png"/><Relationship Id="rId10" Type="http://schemas.openxmlformats.org/officeDocument/2006/relationships/image" Target="../media/image31.png"/><Relationship Id="rId31" Type="http://schemas.openxmlformats.org/officeDocument/2006/relationships/customXml" Target="../ink/ink41.xml"/><Relationship Id="rId52" Type="http://schemas.openxmlformats.org/officeDocument/2006/relationships/image" Target="../media/image52.png"/><Relationship Id="rId73" Type="http://schemas.openxmlformats.org/officeDocument/2006/relationships/customXml" Target="../ink/ink62.xml"/><Relationship Id="rId94" Type="http://schemas.openxmlformats.org/officeDocument/2006/relationships/image" Target="../media/image73.png"/><Relationship Id="rId148" Type="http://schemas.openxmlformats.org/officeDocument/2006/relationships/customXml" Target="../ink/ink100.xml"/><Relationship Id="rId169" Type="http://schemas.openxmlformats.org/officeDocument/2006/relationships/image" Target="../media/image110.png"/><Relationship Id="rId334" Type="http://schemas.openxmlformats.org/officeDocument/2006/relationships/customXml" Target="../ink/ink193.xml"/><Relationship Id="rId355" Type="http://schemas.openxmlformats.org/officeDocument/2006/relationships/image" Target="../media/image203.png"/><Relationship Id="rId4" Type="http://schemas.openxmlformats.org/officeDocument/2006/relationships/image" Target="../media/image28.png"/><Relationship Id="rId180" Type="http://schemas.openxmlformats.org/officeDocument/2006/relationships/customXml" Target="../ink/ink116.xml"/><Relationship Id="rId215" Type="http://schemas.openxmlformats.org/officeDocument/2006/relationships/image" Target="../media/image133.png"/><Relationship Id="rId236" Type="http://schemas.openxmlformats.org/officeDocument/2006/relationships/customXml" Target="../ink/ink144.xml"/><Relationship Id="rId257" Type="http://schemas.openxmlformats.org/officeDocument/2006/relationships/image" Target="../media/image154.png"/><Relationship Id="rId278" Type="http://schemas.openxmlformats.org/officeDocument/2006/relationships/customXml" Target="../ink/ink165.xml"/><Relationship Id="rId303" Type="http://schemas.openxmlformats.org/officeDocument/2006/relationships/image" Target="../media/image177.png"/><Relationship Id="rId42" Type="http://schemas.openxmlformats.org/officeDocument/2006/relationships/image" Target="../media/image47.png"/><Relationship Id="rId84" Type="http://schemas.openxmlformats.org/officeDocument/2006/relationships/image" Target="../media/image68.png"/><Relationship Id="rId138" Type="http://schemas.openxmlformats.org/officeDocument/2006/relationships/customXml" Target="../ink/ink95.xml"/><Relationship Id="rId345" Type="http://schemas.openxmlformats.org/officeDocument/2006/relationships/image" Target="../media/image198.png"/><Relationship Id="rId191" Type="http://schemas.openxmlformats.org/officeDocument/2006/relationships/image" Target="../media/image121.png"/><Relationship Id="rId205" Type="http://schemas.openxmlformats.org/officeDocument/2006/relationships/image" Target="../media/image128.png"/><Relationship Id="rId247" Type="http://schemas.openxmlformats.org/officeDocument/2006/relationships/image" Target="../media/image149.png"/><Relationship Id="rId107" Type="http://schemas.openxmlformats.org/officeDocument/2006/relationships/customXml" Target="../ink/ink79.xml"/><Relationship Id="rId289" Type="http://schemas.openxmlformats.org/officeDocument/2006/relationships/image" Target="../media/image170.png"/><Relationship Id="rId11" Type="http://schemas.openxmlformats.org/officeDocument/2006/relationships/customXml" Target="../ink/ink31.xml"/><Relationship Id="rId53" Type="http://schemas.openxmlformats.org/officeDocument/2006/relationships/customXml" Target="../ink/ink52.xml"/><Relationship Id="rId149" Type="http://schemas.openxmlformats.org/officeDocument/2006/relationships/image" Target="../media/image100.png"/><Relationship Id="rId314" Type="http://schemas.openxmlformats.org/officeDocument/2006/relationships/customXml" Target="../ink/ink183.xml"/><Relationship Id="rId356" Type="http://schemas.openxmlformats.org/officeDocument/2006/relationships/customXml" Target="../ink/ink204.xml"/><Relationship Id="rId95" Type="http://schemas.openxmlformats.org/officeDocument/2006/relationships/customXml" Target="../ink/ink73.xml"/><Relationship Id="rId160" Type="http://schemas.openxmlformats.org/officeDocument/2006/relationships/customXml" Target="../ink/ink106.xml"/><Relationship Id="rId216" Type="http://schemas.openxmlformats.org/officeDocument/2006/relationships/customXml" Target="../ink/ink134.xml"/><Relationship Id="rId258" Type="http://schemas.openxmlformats.org/officeDocument/2006/relationships/customXml" Target="../ink/ink155.xml"/><Relationship Id="rId22" Type="http://schemas.openxmlformats.org/officeDocument/2006/relationships/image" Target="../media/image37.png"/><Relationship Id="rId64" Type="http://schemas.openxmlformats.org/officeDocument/2006/relationships/image" Target="../media/image58.png"/><Relationship Id="rId118" Type="http://schemas.openxmlformats.org/officeDocument/2006/relationships/customXml" Target="../ink/ink85.xml"/><Relationship Id="rId325" Type="http://schemas.openxmlformats.org/officeDocument/2006/relationships/image" Target="../media/image188.png"/><Relationship Id="rId367" Type="http://schemas.openxmlformats.org/officeDocument/2006/relationships/image" Target="../media/image209.png"/><Relationship Id="rId171" Type="http://schemas.openxmlformats.org/officeDocument/2006/relationships/image" Target="../media/image111.png"/><Relationship Id="rId227" Type="http://schemas.openxmlformats.org/officeDocument/2006/relationships/image" Target="../media/image139.png"/><Relationship Id="rId269" Type="http://schemas.openxmlformats.org/officeDocument/2006/relationships/image" Target="../media/image160.png"/><Relationship Id="rId33" Type="http://schemas.openxmlformats.org/officeDocument/2006/relationships/customXml" Target="../ink/ink42.xml"/><Relationship Id="rId129" Type="http://schemas.openxmlformats.org/officeDocument/2006/relationships/image" Target="../media/image90.png"/><Relationship Id="rId280" Type="http://schemas.openxmlformats.org/officeDocument/2006/relationships/customXml" Target="../ink/ink166.xml"/><Relationship Id="rId336" Type="http://schemas.openxmlformats.org/officeDocument/2006/relationships/customXml" Target="../ink/ink194.xml"/><Relationship Id="rId75" Type="http://schemas.openxmlformats.org/officeDocument/2006/relationships/customXml" Target="../ink/ink63.xml"/><Relationship Id="rId140" Type="http://schemas.openxmlformats.org/officeDocument/2006/relationships/customXml" Target="../ink/ink96.xml"/><Relationship Id="rId182" Type="http://schemas.openxmlformats.org/officeDocument/2006/relationships/customXml" Target="../ink/ink117.xml"/><Relationship Id="rId6" Type="http://schemas.openxmlformats.org/officeDocument/2006/relationships/image" Target="../media/image29.png"/><Relationship Id="rId238" Type="http://schemas.openxmlformats.org/officeDocument/2006/relationships/customXml" Target="../ink/ink145.xml"/><Relationship Id="rId291" Type="http://schemas.openxmlformats.org/officeDocument/2006/relationships/image" Target="../media/image171.png"/><Relationship Id="rId305" Type="http://schemas.openxmlformats.org/officeDocument/2006/relationships/image" Target="../media/image178.png"/><Relationship Id="rId347" Type="http://schemas.openxmlformats.org/officeDocument/2006/relationships/image" Target="../media/image199.png"/><Relationship Id="rId44" Type="http://schemas.openxmlformats.org/officeDocument/2006/relationships/image" Target="../media/image48.png"/><Relationship Id="rId86" Type="http://schemas.openxmlformats.org/officeDocument/2006/relationships/image" Target="../media/image69.png"/><Relationship Id="rId151" Type="http://schemas.openxmlformats.org/officeDocument/2006/relationships/image" Target="../media/image101.png"/><Relationship Id="rId193" Type="http://schemas.openxmlformats.org/officeDocument/2006/relationships/image" Target="../media/image122.png"/><Relationship Id="rId207" Type="http://schemas.openxmlformats.org/officeDocument/2006/relationships/image" Target="../media/image129.png"/><Relationship Id="rId249" Type="http://schemas.openxmlformats.org/officeDocument/2006/relationships/image" Target="../media/image150.png"/><Relationship Id="rId13" Type="http://schemas.openxmlformats.org/officeDocument/2006/relationships/customXml" Target="../ink/ink32.xml"/><Relationship Id="rId109" Type="http://schemas.openxmlformats.org/officeDocument/2006/relationships/customXml" Target="../ink/ink80.xml"/><Relationship Id="rId260" Type="http://schemas.openxmlformats.org/officeDocument/2006/relationships/customXml" Target="../ink/ink156.xml"/><Relationship Id="rId316" Type="http://schemas.openxmlformats.org/officeDocument/2006/relationships/customXml" Target="../ink/ink184.xml"/><Relationship Id="rId55" Type="http://schemas.openxmlformats.org/officeDocument/2006/relationships/customXml" Target="../ink/ink53.xml"/><Relationship Id="rId97" Type="http://schemas.openxmlformats.org/officeDocument/2006/relationships/customXml" Target="../ink/ink74.xml"/><Relationship Id="rId120" Type="http://schemas.openxmlformats.org/officeDocument/2006/relationships/customXml" Target="../ink/ink86.xml"/><Relationship Id="rId358" Type="http://schemas.openxmlformats.org/officeDocument/2006/relationships/customXml" Target="../ink/ink205.xml"/><Relationship Id="rId162" Type="http://schemas.openxmlformats.org/officeDocument/2006/relationships/customXml" Target="../ink/ink107.xml"/><Relationship Id="rId218" Type="http://schemas.openxmlformats.org/officeDocument/2006/relationships/customXml" Target="../ink/ink135.xml"/><Relationship Id="rId271" Type="http://schemas.openxmlformats.org/officeDocument/2006/relationships/image" Target="../media/image161.png"/><Relationship Id="rId24" Type="http://schemas.openxmlformats.org/officeDocument/2006/relationships/image" Target="../media/image38.png"/><Relationship Id="rId66" Type="http://schemas.openxmlformats.org/officeDocument/2006/relationships/image" Target="../media/image59.png"/><Relationship Id="rId131" Type="http://schemas.openxmlformats.org/officeDocument/2006/relationships/image" Target="../media/image91.png"/><Relationship Id="rId327" Type="http://schemas.openxmlformats.org/officeDocument/2006/relationships/image" Target="../media/image189.png"/><Relationship Id="rId369" Type="http://schemas.openxmlformats.org/officeDocument/2006/relationships/image" Target="../media/image210.png"/><Relationship Id="rId173" Type="http://schemas.openxmlformats.org/officeDocument/2006/relationships/image" Target="../media/image112.png"/><Relationship Id="rId229" Type="http://schemas.openxmlformats.org/officeDocument/2006/relationships/image" Target="../media/image140.png"/><Relationship Id="rId240" Type="http://schemas.openxmlformats.org/officeDocument/2006/relationships/customXml" Target="../ink/ink146.xml"/><Relationship Id="rId35" Type="http://schemas.openxmlformats.org/officeDocument/2006/relationships/customXml" Target="../ink/ink43.xml"/><Relationship Id="rId77" Type="http://schemas.openxmlformats.org/officeDocument/2006/relationships/customXml" Target="../ink/ink64.xml"/><Relationship Id="rId100" Type="http://schemas.openxmlformats.org/officeDocument/2006/relationships/image" Target="../media/image76.png"/><Relationship Id="rId282" Type="http://schemas.openxmlformats.org/officeDocument/2006/relationships/customXml" Target="../ink/ink167.xml"/><Relationship Id="rId338" Type="http://schemas.openxmlformats.org/officeDocument/2006/relationships/customXml" Target="../ink/ink195.xml"/><Relationship Id="rId8" Type="http://schemas.openxmlformats.org/officeDocument/2006/relationships/image" Target="../media/image30.png"/><Relationship Id="rId142" Type="http://schemas.openxmlformats.org/officeDocument/2006/relationships/customXml" Target="../ink/ink97.xml"/><Relationship Id="rId184" Type="http://schemas.openxmlformats.org/officeDocument/2006/relationships/customXml" Target="../ink/ink118.xml"/><Relationship Id="rId251" Type="http://schemas.openxmlformats.org/officeDocument/2006/relationships/image" Target="../media/image151.png"/><Relationship Id="rId46" Type="http://schemas.openxmlformats.org/officeDocument/2006/relationships/image" Target="../media/image49.png"/><Relationship Id="rId293" Type="http://schemas.openxmlformats.org/officeDocument/2006/relationships/image" Target="../media/image172.png"/><Relationship Id="rId307" Type="http://schemas.openxmlformats.org/officeDocument/2006/relationships/image" Target="../media/image179.png"/><Relationship Id="rId349" Type="http://schemas.openxmlformats.org/officeDocument/2006/relationships/image" Target="../media/image200.png"/><Relationship Id="rId88" Type="http://schemas.openxmlformats.org/officeDocument/2006/relationships/image" Target="../media/image70.png"/><Relationship Id="rId111" Type="http://schemas.openxmlformats.org/officeDocument/2006/relationships/customXml" Target="../ink/ink81.xml"/><Relationship Id="rId153" Type="http://schemas.openxmlformats.org/officeDocument/2006/relationships/image" Target="../media/image102.png"/><Relationship Id="rId195" Type="http://schemas.openxmlformats.org/officeDocument/2006/relationships/image" Target="../media/image123.png"/><Relationship Id="rId209" Type="http://schemas.openxmlformats.org/officeDocument/2006/relationships/image" Target="../media/image130.png"/><Relationship Id="rId360" Type="http://schemas.openxmlformats.org/officeDocument/2006/relationships/customXml" Target="../ink/ink206.xml"/><Relationship Id="rId220" Type="http://schemas.openxmlformats.org/officeDocument/2006/relationships/customXml" Target="../ink/ink136.xml"/><Relationship Id="rId15" Type="http://schemas.openxmlformats.org/officeDocument/2006/relationships/customXml" Target="../ink/ink33.xml"/><Relationship Id="rId57" Type="http://schemas.openxmlformats.org/officeDocument/2006/relationships/customXml" Target="../ink/ink54.xml"/><Relationship Id="rId262" Type="http://schemas.openxmlformats.org/officeDocument/2006/relationships/customXml" Target="../ink/ink157.xml"/><Relationship Id="rId318" Type="http://schemas.openxmlformats.org/officeDocument/2006/relationships/customXml" Target="../ink/ink18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8.xml"/><Relationship Id="rId18" Type="http://schemas.openxmlformats.org/officeDocument/2006/relationships/image" Target="../media/image221.png"/><Relationship Id="rId26" Type="http://schemas.openxmlformats.org/officeDocument/2006/relationships/image" Target="../media/image225.png"/><Relationship Id="rId39" Type="http://schemas.openxmlformats.org/officeDocument/2006/relationships/customXml" Target="../ink/ink231.xml"/><Relationship Id="rId21" Type="http://schemas.openxmlformats.org/officeDocument/2006/relationships/customXml" Target="../ink/ink222.xml"/><Relationship Id="rId34" Type="http://schemas.openxmlformats.org/officeDocument/2006/relationships/image" Target="../media/image229.png"/><Relationship Id="rId42" Type="http://schemas.openxmlformats.org/officeDocument/2006/relationships/image" Target="../media/image233.png"/><Relationship Id="rId47" Type="http://schemas.openxmlformats.org/officeDocument/2006/relationships/customXml" Target="../ink/ink235.xml"/><Relationship Id="rId50" Type="http://schemas.openxmlformats.org/officeDocument/2006/relationships/image" Target="../media/image237.png"/><Relationship Id="rId7" Type="http://schemas.openxmlformats.org/officeDocument/2006/relationships/customXml" Target="../ink/ink215.xml"/><Relationship Id="rId2" Type="http://schemas.openxmlformats.org/officeDocument/2006/relationships/image" Target="../media/image213.png"/><Relationship Id="rId16" Type="http://schemas.openxmlformats.org/officeDocument/2006/relationships/image" Target="../media/image220.png"/><Relationship Id="rId29" Type="http://schemas.openxmlformats.org/officeDocument/2006/relationships/customXml" Target="../ink/ink226.xml"/><Relationship Id="rId11" Type="http://schemas.openxmlformats.org/officeDocument/2006/relationships/customXml" Target="../ink/ink217.xml"/><Relationship Id="rId24" Type="http://schemas.openxmlformats.org/officeDocument/2006/relationships/image" Target="../media/image224.png"/><Relationship Id="rId32" Type="http://schemas.openxmlformats.org/officeDocument/2006/relationships/image" Target="../media/image228.png"/><Relationship Id="rId37" Type="http://schemas.openxmlformats.org/officeDocument/2006/relationships/customXml" Target="../ink/ink230.xml"/><Relationship Id="rId40" Type="http://schemas.openxmlformats.org/officeDocument/2006/relationships/image" Target="../media/image232.png"/><Relationship Id="rId45" Type="http://schemas.openxmlformats.org/officeDocument/2006/relationships/customXml" Target="../ink/ink234.xml"/><Relationship Id="rId5" Type="http://schemas.openxmlformats.org/officeDocument/2006/relationships/customXml" Target="../ink/ink214.xml"/><Relationship Id="rId15" Type="http://schemas.openxmlformats.org/officeDocument/2006/relationships/customXml" Target="../ink/ink219.xml"/><Relationship Id="rId23" Type="http://schemas.openxmlformats.org/officeDocument/2006/relationships/customXml" Target="../ink/ink223.xml"/><Relationship Id="rId28" Type="http://schemas.openxmlformats.org/officeDocument/2006/relationships/image" Target="../media/image226.png"/><Relationship Id="rId36" Type="http://schemas.openxmlformats.org/officeDocument/2006/relationships/image" Target="../media/image230.png"/><Relationship Id="rId49" Type="http://schemas.openxmlformats.org/officeDocument/2006/relationships/customXml" Target="../ink/ink236.xml"/><Relationship Id="rId10" Type="http://schemas.openxmlformats.org/officeDocument/2006/relationships/image" Target="../media/image217.png"/><Relationship Id="rId19" Type="http://schemas.openxmlformats.org/officeDocument/2006/relationships/customXml" Target="../ink/ink221.xml"/><Relationship Id="rId31" Type="http://schemas.openxmlformats.org/officeDocument/2006/relationships/customXml" Target="../ink/ink227.xml"/><Relationship Id="rId44" Type="http://schemas.openxmlformats.org/officeDocument/2006/relationships/image" Target="../media/image234.png"/><Relationship Id="rId52" Type="http://schemas.openxmlformats.org/officeDocument/2006/relationships/image" Target="../media/image238.png"/><Relationship Id="rId4" Type="http://schemas.openxmlformats.org/officeDocument/2006/relationships/image" Target="../media/image214.png"/><Relationship Id="rId9" Type="http://schemas.openxmlformats.org/officeDocument/2006/relationships/customXml" Target="../ink/ink216.xml"/><Relationship Id="rId14" Type="http://schemas.openxmlformats.org/officeDocument/2006/relationships/image" Target="../media/image219.png"/><Relationship Id="rId22" Type="http://schemas.openxmlformats.org/officeDocument/2006/relationships/image" Target="../media/image223.png"/><Relationship Id="rId27" Type="http://schemas.openxmlformats.org/officeDocument/2006/relationships/customXml" Target="../ink/ink225.xml"/><Relationship Id="rId30" Type="http://schemas.openxmlformats.org/officeDocument/2006/relationships/image" Target="../media/image227.png"/><Relationship Id="rId35" Type="http://schemas.openxmlformats.org/officeDocument/2006/relationships/customXml" Target="../ink/ink229.xml"/><Relationship Id="rId43" Type="http://schemas.openxmlformats.org/officeDocument/2006/relationships/customXml" Target="../ink/ink233.xml"/><Relationship Id="rId48" Type="http://schemas.openxmlformats.org/officeDocument/2006/relationships/image" Target="../media/image236.png"/><Relationship Id="rId8" Type="http://schemas.openxmlformats.org/officeDocument/2006/relationships/image" Target="../media/image216.png"/><Relationship Id="rId51" Type="http://schemas.openxmlformats.org/officeDocument/2006/relationships/customXml" Target="../ink/ink237.xml"/><Relationship Id="rId3" Type="http://schemas.openxmlformats.org/officeDocument/2006/relationships/customXml" Target="../ink/ink213.xml"/><Relationship Id="rId12" Type="http://schemas.openxmlformats.org/officeDocument/2006/relationships/image" Target="../media/image218.png"/><Relationship Id="rId17" Type="http://schemas.openxmlformats.org/officeDocument/2006/relationships/customXml" Target="../ink/ink220.xml"/><Relationship Id="rId25" Type="http://schemas.openxmlformats.org/officeDocument/2006/relationships/customXml" Target="../ink/ink224.xml"/><Relationship Id="rId33" Type="http://schemas.openxmlformats.org/officeDocument/2006/relationships/customXml" Target="../ink/ink228.xml"/><Relationship Id="rId38" Type="http://schemas.openxmlformats.org/officeDocument/2006/relationships/image" Target="../media/image231.png"/><Relationship Id="rId46" Type="http://schemas.openxmlformats.org/officeDocument/2006/relationships/image" Target="../media/image235.png"/><Relationship Id="rId20" Type="http://schemas.openxmlformats.org/officeDocument/2006/relationships/image" Target="../media/image222.png"/><Relationship Id="rId41" Type="http://schemas.openxmlformats.org/officeDocument/2006/relationships/customXml" Target="../ink/ink2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6.png"/><Relationship Id="rId21" Type="http://schemas.openxmlformats.org/officeDocument/2006/relationships/image" Target="../media/image248.png"/><Relationship Id="rId63" Type="http://schemas.openxmlformats.org/officeDocument/2006/relationships/image" Target="../media/image269.png"/><Relationship Id="rId159" Type="http://schemas.openxmlformats.org/officeDocument/2006/relationships/image" Target="../media/image317.png"/><Relationship Id="rId170" Type="http://schemas.openxmlformats.org/officeDocument/2006/relationships/customXml" Target="../ink/ink322.xml"/><Relationship Id="rId226" Type="http://schemas.openxmlformats.org/officeDocument/2006/relationships/customXml" Target="../ink/ink350.xml"/><Relationship Id="rId268" Type="http://schemas.openxmlformats.org/officeDocument/2006/relationships/customXml" Target="../ink/ink371.xml"/><Relationship Id="rId32" Type="http://schemas.openxmlformats.org/officeDocument/2006/relationships/customXml" Target="../ink/ink253.xml"/><Relationship Id="rId74" Type="http://schemas.openxmlformats.org/officeDocument/2006/relationships/customXml" Target="../ink/ink274.xml"/><Relationship Id="rId128" Type="http://schemas.openxmlformats.org/officeDocument/2006/relationships/customXml" Target="../ink/ink301.xml"/><Relationship Id="rId5" Type="http://schemas.openxmlformats.org/officeDocument/2006/relationships/image" Target="../media/image240.png"/><Relationship Id="rId181" Type="http://schemas.openxmlformats.org/officeDocument/2006/relationships/image" Target="../media/image328.png"/><Relationship Id="rId237" Type="http://schemas.openxmlformats.org/officeDocument/2006/relationships/image" Target="../media/image356.png"/><Relationship Id="rId279" Type="http://schemas.openxmlformats.org/officeDocument/2006/relationships/image" Target="../media/image377.png"/><Relationship Id="rId22" Type="http://schemas.openxmlformats.org/officeDocument/2006/relationships/customXml" Target="../ink/ink248.xml"/><Relationship Id="rId43" Type="http://schemas.openxmlformats.org/officeDocument/2006/relationships/image" Target="../media/image259.png"/><Relationship Id="rId64" Type="http://schemas.openxmlformats.org/officeDocument/2006/relationships/customXml" Target="../ink/ink269.xml"/><Relationship Id="rId118" Type="http://schemas.openxmlformats.org/officeDocument/2006/relationships/customXml" Target="../ink/ink296.xml"/><Relationship Id="rId139" Type="http://schemas.openxmlformats.org/officeDocument/2006/relationships/image" Target="../media/image307.png"/><Relationship Id="rId85" Type="http://schemas.openxmlformats.org/officeDocument/2006/relationships/image" Target="../media/image280.png"/><Relationship Id="rId150" Type="http://schemas.openxmlformats.org/officeDocument/2006/relationships/customXml" Target="../ink/ink312.xml"/><Relationship Id="rId171" Type="http://schemas.openxmlformats.org/officeDocument/2006/relationships/image" Target="../media/image323.png"/><Relationship Id="rId192" Type="http://schemas.openxmlformats.org/officeDocument/2006/relationships/customXml" Target="../ink/ink333.xml"/><Relationship Id="rId206" Type="http://schemas.openxmlformats.org/officeDocument/2006/relationships/customXml" Target="../ink/ink340.xml"/><Relationship Id="rId227" Type="http://schemas.openxmlformats.org/officeDocument/2006/relationships/image" Target="../media/image351.png"/><Relationship Id="rId248" Type="http://schemas.openxmlformats.org/officeDocument/2006/relationships/customXml" Target="../ink/ink361.xml"/><Relationship Id="rId269" Type="http://schemas.openxmlformats.org/officeDocument/2006/relationships/image" Target="../media/image372.png"/><Relationship Id="rId12" Type="http://schemas.openxmlformats.org/officeDocument/2006/relationships/customXml" Target="../ink/ink243.xml"/><Relationship Id="rId33" Type="http://schemas.openxmlformats.org/officeDocument/2006/relationships/image" Target="../media/image254.png"/><Relationship Id="rId108" Type="http://schemas.openxmlformats.org/officeDocument/2006/relationships/customXml" Target="../ink/ink291.xml"/><Relationship Id="rId129" Type="http://schemas.openxmlformats.org/officeDocument/2006/relationships/image" Target="../media/image302.png"/><Relationship Id="rId280" Type="http://schemas.openxmlformats.org/officeDocument/2006/relationships/customXml" Target="../ink/ink377.xml"/><Relationship Id="rId54" Type="http://schemas.openxmlformats.org/officeDocument/2006/relationships/customXml" Target="../ink/ink264.xml"/><Relationship Id="rId75" Type="http://schemas.openxmlformats.org/officeDocument/2006/relationships/image" Target="../media/image275.png"/><Relationship Id="rId96" Type="http://schemas.openxmlformats.org/officeDocument/2006/relationships/customXml" Target="../ink/ink285.xml"/><Relationship Id="rId140" Type="http://schemas.openxmlformats.org/officeDocument/2006/relationships/customXml" Target="../ink/ink307.xml"/><Relationship Id="rId161" Type="http://schemas.openxmlformats.org/officeDocument/2006/relationships/image" Target="../media/image318.png"/><Relationship Id="rId182" Type="http://schemas.openxmlformats.org/officeDocument/2006/relationships/customXml" Target="../ink/ink328.xml"/><Relationship Id="rId217" Type="http://schemas.openxmlformats.org/officeDocument/2006/relationships/image" Target="../media/image346.png"/><Relationship Id="rId6" Type="http://schemas.openxmlformats.org/officeDocument/2006/relationships/customXml" Target="../ink/ink240.xml"/><Relationship Id="rId238" Type="http://schemas.openxmlformats.org/officeDocument/2006/relationships/customXml" Target="../ink/ink356.xml"/><Relationship Id="rId259" Type="http://schemas.openxmlformats.org/officeDocument/2006/relationships/image" Target="../media/image367.png"/><Relationship Id="rId23" Type="http://schemas.openxmlformats.org/officeDocument/2006/relationships/image" Target="../media/image249.png"/><Relationship Id="rId119" Type="http://schemas.openxmlformats.org/officeDocument/2006/relationships/image" Target="../media/image297.png"/><Relationship Id="rId270" Type="http://schemas.openxmlformats.org/officeDocument/2006/relationships/customXml" Target="../ink/ink372.xml"/><Relationship Id="rId44" Type="http://schemas.openxmlformats.org/officeDocument/2006/relationships/customXml" Target="../ink/ink259.xml"/><Relationship Id="rId65" Type="http://schemas.openxmlformats.org/officeDocument/2006/relationships/image" Target="../media/image270.png"/><Relationship Id="rId86" Type="http://schemas.openxmlformats.org/officeDocument/2006/relationships/customXml" Target="../ink/ink280.xml"/><Relationship Id="rId130" Type="http://schemas.openxmlformats.org/officeDocument/2006/relationships/customXml" Target="../ink/ink302.xml"/><Relationship Id="rId151" Type="http://schemas.openxmlformats.org/officeDocument/2006/relationships/image" Target="../media/image313.png"/><Relationship Id="rId172" Type="http://schemas.openxmlformats.org/officeDocument/2006/relationships/customXml" Target="../ink/ink323.xml"/><Relationship Id="rId193" Type="http://schemas.openxmlformats.org/officeDocument/2006/relationships/image" Target="../media/image334.png"/><Relationship Id="rId207" Type="http://schemas.openxmlformats.org/officeDocument/2006/relationships/image" Target="../media/image341.png"/><Relationship Id="rId228" Type="http://schemas.openxmlformats.org/officeDocument/2006/relationships/customXml" Target="../ink/ink351.xml"/><Relationship Id="rId249" Type="http://schemas.openxmlformats.org/officeDocument/2006/relationships/image" Target="../media/image362.png"/><Relationship Id="rId13" Type="http://schemas.openxmlformats.org/officeDocument/2006/relationships/image" Target="../media/image244.png"/><Relationship Id="rId109" Type="http://schemas.openxmlformats.org/officeDocument/2006/relationships/image" Target="../media/image292.png"/><Relationship Id="rId260" Type="http://schemas.openxmlformats.org/officeDocument/2006/relationships/customXml" Target="../ink/ink367.xml"/><Relationship Id="rId281" Type="http://schemas.openxmlformats.org/officeDocument/2006/relationships/image" Target="../media/image378.png"/><Relationship Id="rId34" Type="http://schemas.openxmlformats.org/officeDocument/2006/relationships/customXml" Target="../ink/ink254.xml"/><Relationship Id="rId55" Type="http://schemas.openxmlformats.org/officeDocument/2006/relationships/image" Target="../media/image265.png"/><Relationship Id="rId76" Type="http://schemas.openxmlformats.org/officeDocument/2006/relationships/customXml" Target="../ink/ink275.xml"/><Relationship Id="rId97" Type="http://schemas.openxmlformats.org/officeDocument/2006/relationships/image" Target="../media/image286.png"/><Relationship Id="rId120" Type="http://schemas.openxmlformats.org/officeDocument/2006/relationships/customXml" Target="../ink/ink297.xml"/><Relationship Id="rId141" Type="http://schemas.openxmlformats.org/officeDocument/2006/relationships/image" Target="../media/image308.png"/><Relationship Id="rId7" Type="http://schemas.openxmlformats.org/officeDocument/2006/relationships/image" Target="../media/image241.png"/><Relationship Id="rId162" Type="http://schemas.openxmlformats.org/officeDocument/2006/relationships/customXml" Target="../ink/ink318.xml"/><Relationship Id="rId183" Type="http://schemas.openxmlformats.org/officeDocument/2006/relationships/image" Target="../media/image329.png"/><Relationship Id="rId218" Type="http://schemas.openxmlformats.org/officeDocument/2006/relationships/customXml" Target="../ink/ink346.xml"/><Relationship Id="rId239" Type="http://schemas.openxmlformats.org/officeDocument/2006/relationships/image" Target="../media/image357.png"/><Relationship Id="rId250" Type="http://schemas.openxmlformats.org/officeDocument/2006/relationships/customXml" Target="../ink/ink362.xml"/><Relationship Id="rId271" Type="http://schemas.openxmlformats.org/officeDocument/2006/relationships/image" Target="../media/image373.png"/><Relationship Id="rId24" Type="http://schemas.openxmlformats.org/officeDocument/2006/relationships/customXml" Target="../ink/ink249.xml"/><Relationship Id="rId45" Type="http://schemas.openxmlformats.org/officeDocument/2006/relationships/image" Target="../media/image260.png"/><Relationship Id="rId66" Type="http://schemas.openxmlformats.org/officeDocument/2006/relationships/customXml" Target="../ink/ink270.xml"/><Relationship Id="rId87" Type="http://schemas.openxmlformats.org/officeDocument/2006/relationships/image" Target="../media/image281.png"/><Relationship Id="rId110" Type="http://schemas.openxmlformats.org/officeDocument/2006/relationships/customXml" Target="../ink/ink292.xml"/><Relationship Id="rId131" Type="http://schemas.openxmlformats.org/officeDocument/2006/relationships/image" Target="../media/image303.png"/><Relationship Id="rId152" Type="http://schemas.openxmlformats.org/officeDocument/2006/relationships/customXml" Target="../ink/ink313.xml"/><Relationship Id="rId173" Type="http://schemas.openxmlformats.org/officeDocument/2006/relationships/image" Target="../media/image324.png"/><Relationship Id="rId194" Type="http://schemas.openxmlformats.org/officeDocument/2006/relationships/customXml" Target="../ink/ink334.xml"/><Relationship Id="rId208" Type="http://schemas.openxmlformats.org/officeDocument/2006/relationships/customXml" Target="../ink/ink341.xml"/><Relationship Id="rId229" Type="http://schemas.openxmlformats.org/officeDocument/2006/relationships/image" Target="../media/image352.png"/><Relationship Id="rId240" Type="http://schemas.openxmlformats.org/officeDocument/2006/relationships/customXml" Target="../ink/ink357.xml"/><Relationship Id="rId261" Type="http://schemas.openxmlformats.org/officeDocument/2006/relationships/image" Target="../media/image368.png"/><Relationship Id="rId14" Type="http://schemas.openxmlformats.org/officeDocument/2006/relationships/customXml" Target="../ink/ink244.xml"/><Relationship Id="rId35" Type="http://schemas.openxmlformats.org/officeDocument/2006/relationships/image" Target="../media/image255.png"/><Relationship Id="rId56" Type="http://schemas.openxmlformats.org/officeDocument/2006/relationships/customXml" Target="../ink/ink265.xml"/><Relationship Id="rId77" Type="http://schemas.openxmlformats.org/officeDocument/2006/relationships/image" Target="../media/image276.png"/><Relationship Id="rId100" Type="http://schemas.openxmlformats.org/officeDocument/2006/relationships/customXml" Target="../ink/ink287.xml"/><Relationship Id="rId8" Type="http://schemas.openxmlformats.org/officeDocument/2006/relationships/customXml" Target="../ink/ink241.xml"/><Relationship Id="rId98" Type="http://schemas.openxmlformats.org/officeDocument/2006/relationships/customXml" Target="../ink/ink286.xml"/><Relationship Id="rId121" Type="http://schemas.openxmlformats.org/officeDocument/2006/relationships/image" Target="../media/image298.png"/><Relationship Id="rId142" Type="http://schemas.openxmlformats.org/officeDocument/2006/relationships/customXml" Target="../ink/ink308.xml"/><Relationship Id="rId163" Type="http://schemas.openxmlformats.org/officeDocument/2006/relationships/image" Target="../media/image319.png"/><Relationship Id="rId184" Type="http://schemas.openxmlformats.org/officeDocument/2006/relationships/customXml" Target="../ink/ink329.xml"/><Relationship Id="rId219" Type="http://schemas.openxmlformats.org/officeDocument/2006/relationships/image" Target="../media/image347.png"/><Relationship Id="rId230" Type="http://schemas.openxmlformats.org/officeDocument/2006/relationships/customXml" Target="../ink/ink352.xml"/><Relationship Id="rId251" Type="http://schemas.openxmlformats.org/officeDocument/2006/relationships/image" Target="../media/image363.png"/><Relationship Id="rId25" Type="http://schemas.openxmlformats.org/officeDocument/2006/relationships/image" Target="../media/image250.png"/><Relationship Id="rId46" Type="http://schemas.openxmlformats.org/officeDocument/2006/relationships/customXml" Target="../ink/ink260.xml"/><Relationship Id="rId67" Type="http://schemas.openxmlformats.org/officeDocument/2006/relationships/image" Target="../media/image271.png"/><Relationship Id="rId272" Type="http://schemas.openxmlformats.org/officeDocument/2006/relationships/customXml" Target="../ink/ink373.xml"/><Relationship Id="rId88" Type="http://schemas.openxmlformats.org/officeDocument/2006/relationships/customXml" Target="../ink/ink281.xml"/><Relationship Id="rId111" Type="http://schemas.openxmlformats.org/officeDocument/2006/relationships/image" Target="../media/image293.png"/><Relationship Id="rId132" Type="http://schemas.openxmlformats.org/officeDocument/2006/relationships/customXml" Target="../ink/ink303.xml"/><Relationship Id="rId153" Type="http://schemas.openxmlformats.org/officeDocument/2006/relationships/image" Target="../media/image314.png"/><Relationship Id="rId174" Type="http://schemas.openxmlformats.org/officeDocument/2006/relationships/customXml" Target="../ink/ink324.xml"/><Relationship Id="rId195" Type="http://schemas.openxmlformats.org/officeDocument/2006/relationships/image" Target="../media/image335.png"/><Relationship Id="rId209" Type="http://schemas.openxmlformats.org/officeDocument/2006/relationships/image" Target="../media/image342.png"/><Relationship Id="rId220" Type="http://schemas.openxmlformats.org/officeDocument/2006/relationships/customXml" Target="../ink/ink347.xml"/><Relationship Id="rId241" Type="http://schemas.openxmlformats.org/officeDocument/2006/relationships/image" Target="../media/image358.png"/><Relationship Id="rId15" Type="http://schemas.openxmlformats.org/officeDocument/2006/relationships/image" Target="../media/image245.png"/><Relationship Id="rId36" Type="http://schemas.openxmlformats.org/officeDocument/2006/relationships/customXml" Target="../ink/ink255.xml"/><Relationship Id="rId57" Type="http://schemas.openxmlformats.org/officeDocument/2006/relationships/image" Target="../media/image266.png"/><Relationship Id="rId262" Type="http://schemas.openxmlformats.org/officeDocument/2006/relationships/customXml" Target="../ink/ink368.xml"/><Relationship Id="rId78" Type="http://schemas.openxmlformats.org/officeDocument/2006/relationships/customXml" Target="../ink/ink276.xml"/><Relationship Id="rId99" Type="http://schemas.openxmlformats.org/officeDocument/2006/relationships/image" Target="../media/image287.png"/><Relationship Id="rId101" Type="http://schemas.openxmlformats.org/officeDocument/2006/relationships/image" Target="../media/image288.png"/><Relationship Id="rId122" Type="http://schemas.openxmlformats.org/officeDocument/2006/relationships/customXml" Target="../ink/ink298.xml"/><Relationship Id="rId143" Type="http://schemas.openxmlformats.org/officeDocument/2006/relationships/image" Target="../media/image309.png"/><Relationship Id="rId164" Type="http://schemas.openxmlformats.org/officeDocument/2006/relationships/customXml" Target="../ink/ink319.xml"/><Relationship Id="rId185" Type="http://schemas.openxmlformats.org/officeDocument/2006/relationships/image" Target="../media/image330.png"/><Relationship Id="rId9" Type="http://schemas.openxmlformats.org/officeDocument/2006/relationships/image" Target="../media/image242.png"/><Relationship Id="rId210" Type="http://schemas.openxmlformats.org/officeDocument/2006/relationships/customXml" Target="../ink/ink342.xml"/><Relationship Id="rId26" Type="http://schemas.openxmlformats.org/officeDocument/2006/relationships/customXml" Target="../ink/ink250.xml"/><Relationship Id="rId231" Type="http://schemas.openxmlformats.org/officeDocument/2006/relationships/image" Target="../media/image353.png"/><Relationship Id="rId252" Type="http://schemas.openxmlformats.org/officeDocument/2006/relationships/customXml" Target="../ink/ink363.xml"/><Relationship Id="rId273" Type="http://schemas.openxmlformats.org/officeDocument/2006/relationships/image" Target="../media/image374.png"/><Relationship Id="rId47" Type="http://schemas.openxmlformats.org/officeDocument/2006/relationships/image" Target="../media/image261.png"/><Relationship Id="rId68" Type="http://schemas.openxmlformats.org/officeDocument/2006/relationships/customXml" Target="../ink/ink271.xml"/><Relationship Id="rId89" Type="http://schemas.openxmlformats.org/officeDocument/2006/relationships/image" Target="../media/image282.png"/><Relationship Id="rId112" Type="http://schemas.openxmlformats.org/officeDocument/2006/relationships/customXml" Target="../ink/ink293.xml"/><Relationship Id="rId133" Type="http://schemas.openxmlformats.org/officeDocument/2006/relationships/image" Target="../media/image304.png"/><Relationship Id="rId154" Type="http://schemas.openxmlformats.org/officeDocument/2006/relationships/customXml" Target="../ink/ink314.xml"/><Relationship Id="rId175" Type="http://schemas.openxmlformats.org/officeDocument/2006/relationships/image" Target="../media/image325.png"/><Relationship Id="rId196" Type="http://schemas.openxmlformats.org/officeDocument/2006/relationships/customXml" Target="../ink/ink335.xml"/><Relationship Id="rId200" Type="http://schemas.openxmlformats.org/officeDocument/2006/relationships/customXml" Target="../ink/ink337.xml"/><Relationship Id="rId16" Type="http://schemas.openxmlformats.org/officeDocument/2006/relationships/customXml" Target="../ink/ink245.xml"/><Relationship Id="rId221" Type="http://schemas.openxmlformats.org/officeDocument/2006/relationships/image" Target="../media/image348.png"/><Relationship Id="rId242" Type="http://schemas.openxmlformats.org/officeDocument/2006/relationships/customXml" Target="../ink/ink358.xml"/><Relationship Id="rId263" Type="http://schemas.openxmlformats.org/officeDocument/2006/relationships/image" Target="../media/image369.png"/><Relationship Id="rId37" Type="http://schemas.openxmlformats.org/officeDocument/2006/relationships/image" Target="../media/image256.png"/><Relationship Id="rId58" Type="http://schemas.openxmlformats.org/officeDocument/2006/relationships/customXml" Target="../ink/ink266.xml"/><Relationship Id="rId79" Type="http://schemas.openxmlformats.org/officeDocument/2006/relationships/image" Target="../media/image277.png"/><Relationship Id="rId102" Type="http://schemas.openxmlformats.org/officeDocument/2006/relationships/customXml" Target="../ink/ink288.xml"/><Relationship Id="rId123" Type="http://schemas.openxmlformats.org/officeDocument/2006/relationships/image" Target="../media/image299.png"/><Relationship Id="rId144" Type="http://schemas.openxmlformats.org/officeDocument/2006/relationships/customXml" Target="../ink/ink309.xml"/><Relationship Id="rId90" Type="http://schemas.openxmlformats.org/officeDocument/2006/relationships/customXml" Target="../ink/ink282.xml"/><Relationship Id="rId165" Type="http://schemas.openxmlformats.org/officeDocument/2006/relationships/image" Target="../media/image320.png"/><Relationship Id="rId186" Type="http://schemas.openxmlformats.org/officeDocument/2006/relationships/customXml" Target="../ink/ink330.xml"/><Relationship Id="rId211" Type="http://schemas.openxmlformats.org/officeDocument/2006/relationships/image" Target="../media/image343.png"/><Relationship Id="rId232" Type="http://schemas.openxmlformats.org/officeDocument/2006/relationships/customXml" Target="../ink/ink353.xml"/><Relationship Id="rId253" Type="http://schemas.openxmlformats.org/officeDocument/2006/relationships/image" Target="../media/image364.png"/><Relationship Id="rId274" Type="http://schemas.openxmlformats.org/officeDocument/2006/relationships/customXml" Target="../ink/ink374.xml"/><Relationship Id="rId27" Type="http://schemas.openxmlformats.org/officeDocument/2006/relationships/image" Target="../media/image251.png"/><Relationship Id="rId48" Type="http://schemas.openxmlformats.org/officeDocument/2006/relationships/customXml" Target="../ink/ink261.xml"/><Relationship Id="rId69" Type="http://schemas.openxmlformats.org/officeDocument/2006/relationships/image" Target="../media/image272.png"/><Relationship Id="rId113" Type="http://schemas.openxmlformats.org/officeDocument/2006/relationships/image" Target="../media/image294.png"/><Relationship Id="rId134" Type="http://schemas.openxmlformats.org/officeDocument/2006/relationships/customXml" Target="../ink/ink304.xml"/><Relationship Id="rId80" Type="http://schemas.openxmlformats.org/officeDocument/2006/relationships/customXml" Target="../ink/ink277.xml"/><Relationship Id="rId155" Type="http://schemas.openxmlformats.org/officeDocument/2006/relationships/image" Target="../media/image315.png"/><Relationship Id="rId176" Type="http://schemas.openxmlformats.org/officeDocument/2006/relationships/customXml" Target="../ink/ink325.xml"/><Relationship Id="rId197" Type="http://schemas.openxmlformats.org/officeDocument/2006/relationships/image" Target="../media/image336.png"/><Relationship Id="rId201" Type="http://schemas.openxmlformats.org/officeDocument/2006/relationships/image" Target="../media/image338.png"/><Relationship Id="rId222" Type="http://schemas.openxmlformats.org/officeDocument/2006/relationships/customXml" Target="../ink/ink348.xml"/><Relationship Id="rId243" Type="http://schemas.openxmlformats.org/officeDocument/2006/relationships/image" Target="../media/image359.png"/><Relationship Id="rId264" Type="http://schemas.openxmlformats.org/officeDocument/2006/relationships/customXml" Target="../ink/ink369.xml"/><Relationship Id="rId17" Type="http://schemas.openxmlformats.org/officeDocument/2006/relationships/image" Target="../media/image246.png"/><Relationship Id="rId38" Type="http://schemas.openxmlformats.org/officeDocument/2006/relationships/customXml" Target="../ink/ink256.xml"/><Relationship Id="rId59" Type="http://schemas.openxmlformats.org/officeDocument/2006/relationships/image" Target="../media/image267.png"/><Relationship Id="rId103" Type="http://schemas.openxmlformats.org/officeDocument/2006/relationships/image" Target="../media/image289.png"/><Relationship Id="rId124" Type="http://schemas.openxmlformats.org/officeDocument/2006/relationships/customXml" Target="../ink/ink299.xml"/><Relationship Id="rId70" Type="http://schemas.openxmlformats.org/officeDocument/2006/relationships/customXml" Target="../ink/ink272.xml"/><Relationship Id="rId91" Type="http://schemas.openxmlformats.org/officeDocument/2006/relationships/image" Target="../media/image283.png"/><Relationship Id="rId145" Type="http://schemas.openxmlformats.org/officeDocument/2006/relationships/image" Target="../media/image310.png"/><Relationship Id="rId166" Type="http://schemas.openxmlformats.org/officeDocument/2006/relationships/customXml" Target="../ink/ink320.xml"/><Relationship Id="rId187" Type="http://schemas.openxmlformats.org/officeDocument/2006/relationships/image" Target="../media/image33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43.xml"/><Relationship Id="rId233" Type="http://schemas.openxmlformats.org/officeDocument/2006/relationships/image" Target="../media/image354.png"/><Relationship Id="rId254" Type="http://schemas.openxmlformats.org/officeDocument/2006/relationships/customXml" Target="../ink/ink364.xml"/><Relationship Id="rId28" Type="http://schemas.openxmlformats.org/officeDocument/2006/relationships/customXml" Target="../ink/ink251.xml"/><Relationship Id="rId49" Type="http://schemas.openxmlformats.org/officeDocument/2006/relationships/image" Target="../media/image262.png"/><Relationship Id="rId114" Type="http://schemas.openxmlformats.org/officeDocument/2006/relationships/customXml" Target="../ink/ink294.xml"/><Relationship Id="rId275" Type="http://schemas.openxmlformats.org/officeDocument/2006/relationships/image" Target="../media/image375.png"/><Relationship Id="rId60" Type="http://schemas.openxmlformats.org/officeDocument/2006/relationships/customXml" Target="../ink/ink267.xml"/><Relationship Id="rId81" Type="http://schemas.openxmlformats.org/officeDocument/2006/relationships/image" Target="../media/image278.png"/><Relationship Id="rId135" Type="http://schemas.openxmlformats.org/officeDocument/2006/relationships/image" Target="../media/image305.png"/><Relationship Id="rId156" Type="http://schemas.openxmlformats.org/officeDocument/2006/relationships/customXml" Target="../ink/ink315.xml"/><Relationship Id="rId177" Type="http://schemas.openxmlformats.org/officeDocument/2006/relationships/image" Target="../media/image326.png"/><Relationship Id="rId198" Type="http://schemas.openxmlformats.org/officeDocument/2006/relationships/customXml" Target="../ink/ink336.xml"/><Relationship Id="rId202" Type="http://schemas.openxmlformats.org/officeDocument/2006/relationships/customXml" Target="../ink/ink338.xml"/><Relationship Id="rId223" Type="http://schemas.openxmlformats.org/officeDocument/2006/relationships/image" Target="../media/image349.png"/><Relationship Id="rId244" Type="http://schemas.openxmlformats.org/officeDocument/2006/relationships/customXml" Target="../ink/ink359.xml"/><Relationship Id="rId18" Type="http://schemas.openxmlformats.org/officeDocument/2006/relationships/customXml" Target="../ink/ink246.xml"/><Relationship Id="rId39" Type="http://schemas.openxmlformats.org/officeDocument/2006/relationships/image" Target="../media/image257.png"/><Relationship Id="rId265" Type="http://schemas.openxmlformats.org/officeDocument/2006/relationships/image" Target="../media/image370.png"/><Relationship Id="rId50" Type="http://schemas.openxmlformats.org/officeDocument/2006/relationships/customXml" Target="../ink/ink262.xml"/><Relationship Id="rId104" Type="http://schemas.openxmlformats.org/officeDocument/2006/relationships/customXml" Target="../ink/ink289.xml"/><Relationship Id="rId125" Type="http://schemas.openxmlformats.org/officeDocument/2006/relationships/image" Target="../media/image300.png"/><Relationship Id="rId146" Type="http://schemas.openxmlformats.org/officeDocument/2006/relationships/customXml" Target="../ink/ink310.xml"/><Relationship Id="rId167" Type="http://schemas.openxmlformats.org/officeDocument/2006/relationships/image" Target="../media/image321.png"/><Relationship Id="rId188" Type="http://schemas.openxmlformats.org/officeDocument/2006/relationships/customXml" Target="../ink/ink331.xml"/><Relationship Id="rId71" Type="http://schemas.openxmlformats.org/officeDocument/2006/relationships/image" Target="../media/image273.png"/><Relationship Id="rId92" Type="http://schemas.openxmlformats.org/officeDocument/2006/relationships/customXml" Target="../ink/ink283.xml"/><Relationship Id="rId213" Type="http://schemas.openxmlformats.org/officeDocument/2006/relationships/image" Target="../media/image344.png"/><Relationship Id="rId234" Type="http://schemas.openxmlformats.org/officeDocument/2006/relationships/customXml" Target="../ink/ink354.xml"/><Relationship Id="rId2" Type="http://schemas.openxmlformats.org/officeDocument/2006/relationships/customXml" Target="../ink/ink238.xml"/><Relationship Id="rId29" Type="http://schemas.openxmlformats.org/officeDocument/2006/relationships/image" Target="../media/image252.png"/><Relationship Id="rId255" Type="http://schemas.openxmlformats.org/officeDocument/2006/relationships/image" Target="../media/image365.png"/><Relationship Id="rId276" Type="http://schemas.openxmlformats.org/officeDocument/2006/relationships/customXml" Target="../ink/ink375.xml"/><Relationship Id="rId40" Type="http://schemas.openxmlformats.org/officeDocument/2006/relationships/customXml" Target="../ink/ink257.xml"/><Relationship Id="rId115" Type="http://schemas.openxmlformats.org/officeDocument/2006/relationships/image" Target="../media/image295.png"/><Relationship Id="rId136" Type="http://schemas.openxmlformats.org/officeDocument/2006/relationships/customXml" Target="../ink/ink305.xml"/><Relationship Id="rId157" Type="http://schemas.openxmlformats.org/officeDocument/2006/relationships/image" Target="../media/image316.png"/><Relationship Id="rId178" Type="http://schemas.openxmlformats.org/officeDocument/2006/relationships/customXml" Target="../ink/ink326.xml"/><Relationship Id="rId61" Type="http://schemas.openxmlformats.org/officeDocument/2006/relationships/image" Target="../media/image268.png"/><Relationship Id="rId82" Type="http://schemas.openxmlformats.org/officeDocument/2006/relationships/customXml" Target="../ink/ink278.xml"/><Relationship Id="rId199" Type="http://schemas.openxmlformats.org/officeDocument/2006/relationships/image" Target="../media/image337.png"/><Relationship Id="rId203" Type="http://schemas.openxmlformats.org/officeDocument/2006/relationships/image" Target="../media/image339.png"/><Relationship Id="rId19" Type="http://schemas.openxmlformats.org/officeDocument/2006/relationships/image" Target="../media/image247.png"/><Relationship Id="rId224" Type="http://schemas.openxmlformats.org/officeDocument/2006/relationships/customXml" Target="../ink/ink349.xml"/><Relationship Id="rId245" Type="http://schemas.openxmlformats.org/officeDocument/2006/relationships/image" Target="../media/image360.png"/><Relationship Id="rId266" Type="http://schemas.openxmlformats.org/officeDocument/2006/relationships/customXml" Target="../ink/ink370.xml"/><Relationship Id="rId30" Type="http://schemas.openxmlformats.org/officeDocument/2006/relationships/customXml" Target="../ink/ink252.xml"/><Relationship Id="rId105" Type="http://schemas.openxmlformats.org/officeDocument/2006/relationships/image" Target="../media/image290.png"/><Relationship Id="rId126" Type="http://schemas.openxmlformats.org/officeDocument/2006/relationships/customXml" Target="../ink/ink300.xml"/><Relationship Id="rId147" Type="http://schemas.openxmlformats.org/officeDocument/2006/relationships/image" Target="../media/image311.png"/><Relationship Id="rId168" Type="http://schemas.openxmlformats.org/officeDocument/2006/relationships/customXml" Target="../ink/ink321.xml"/><Relationship Id="rId51" Type="http://schemas.openxmlformats.org/officeDocument/2006/relationships/image" Target="../media/image263.png"/><Relationship Id="rId72" Type="http://schemas.openxmlformats.org/officeDocument/2006/relationships/customXml" Target="../ink/ink273.xml"/><Relationship Id="rId93" Type="http://schemas.openxmlformats.org/officeDocument/2006/relationships/image" Target="../media/image284.png"/><Relationship Id="rId189" Type="http://schemas.openxmlformats.org/officeDocument/2006/relationships/image" Target="../media/image332.png"/><Relationship Id="rId3" Type="http://schemas.openxmlformats.org/officeDocument/2006/relationships/image" Target="../media/image239.png"/><Relationship Id="rId214" Type="http://schemas.openxmlformats.org/officeDocument/2006/relationships/customXml" Target="../ink/ink344.xml"/><Relationship Id="rId235" Type="http://schemas.openxmlformats.org/officeDocument/2006/relationships/image" Target="../media/image355.png"/><Relationship Id="rId256" Type="http://schemas.openxmlformats.org/officeDocument/2006/relationships/customXml" Target="../ink/ink365.xml"/><Relationship Id="rId277" Type="http://schemas.openxmlformats.org/officeDocument/2006/relationships/image" Target="../media/image376.png"/><Relationship Id="rId116" Type="http://schemas.openxmlformats.org/officeDocument/2006/relationships/customXml" Target="../ink/ink295.xml"/><Relationship Id="rId137" Type="http://schemas.openxmlformats.org/officeDocument/2006/relationships/image" Target="../media/image306.png"/><Relationship Id="rId158" Type="http://schemas.openxmlformats.org/officeDocument/2006/relationships/customXml" Target="../ink/ink316.xml"/><Relationship Id="rId20" Type="http://schemas.openxmlformats.org/officeDocument/2006/relationships/customXml" Target="../ink/ink247.xml"/><Relationship Id="rId41" Type="http://schemas.openxmlformats.org/officeDocument/2006/relationships/image" Target="../media/image258.png"/><Relationship Id="rId62" Type="http://schemas.openxmlformats.org/officeDocument/2006/relationships/customXml" Target="../ink/ink268.xml"/><Relationship Id="rId83" Type="http://schemas.openxmlformats.org/officeDocument/2006/relationships/image" Target="../media/image279.png"/><Relationship Id="rId179" Type="http://schemas.openxmlformats.org/officeDocument/2006/relationships/image" Target="../media/image327.png"/><Relationship Id="rId190" Type="http://schemas.openxmlformats.org/officeDocument/2006/relationships/customXml" Target="../ink/ink332.xml"/><Relationship Id="rId204" Type="http://schemas.openxmlformats.org/officeDocument/2006/relationships/customXml" Target="../ink/ink339.xml"/><Relationship Id="rId225" Type="http://schemas.openxmlformats.org/officeDocument/2006/relationships/image" Target="../media/image350.png"/><Relationship Id="rId246" Type="http://schemas.openxmlformats.org/officeDocument/2006/relationships/customXml" Target="../ink/ink360.xml"/><Relationship Id="rId267" Type="http://schemas.openxmlformats.org/officeDocument/2006/relationships/image" Target="../media/image371.png"/><Relationship Id="rId106" Type="http://schemas.openxmlformats.org/officeDocument/2006/relationships/customXml" Target="../ink/ink290.xml"/><Relationship Id="rId127" Type="http://schemas.openxmlformats.org/officeDocument/2006/relationships/image" Target="../media/image301.png"/><Relationship Id="rId10" Type="http://schemas.openxmlformats.org/officeDocument/2006/relationships/customXml" Target="../ink/ink242.xml"/><Relationship Id="rId31" Type="http://schemas.openxmlformats.org/officeDocument/2006/relationships/image" Target="../media/image253.png"/><Relationship Id="rId52" Type="http://schemas.openxmlformats.org/officeDocument/2006/relationships/customXml" Target="../ink/ink263.xml"/><Relationship Id="rId73" Type="http://schemas.openxmlformats.org/officeDocument/2006/relationships/image" Target="../media/image274.png"/><Relationship Id="rId94" Type="http://schemas.openxmlformats.org/officeDocument/2006/relationships/customXml" Target="../ink/ink284.xml"/><Relationship Id="rId148" Type="http://schemas.openxmlformats.org/officeDocument/2006/relationships/customXml" Target="../ink/ink311.xml"/><Relationship Id="rId169" Type="http://schemas.openxmlformats.org/officeDocument/2006/relationships/image" Target="../media/image322.png"/><Relationship Id="rId4" Type="http://schemas.openxmlformats.org/officeDocument/2006/relationships/customXml" Target="../ink/ink239.xml"/><Relationship Id="rId180" Type="http://schemas.openxmlformats.org/officeDocument/2006/relationships/customXml" Target="../ink/ink327.xml"/><Relationship Id="rId215" Type="http://schemas.openxmlformats.org/officeDocument/2006/relationships/image" Target="../media/image345.png"/><Relationship Id="rId236" Type="http://schemas.openxmlformats.org/officeDocument/2006/relationships/customXml" Target="../ink/ink355.xml"/><Relationship Id="rId257" Type="http://schemas.openxmlformats.org/officeDocument/2006/relationships/image" Target="../media/image366.png"/><Relationship Id="rId278" Type="http://schemas.openxmlformats.org/officeDocument/2006/relationships/customXml" Target="../ink/ink376.xml"/><Relationship Id="rId42" Type="http://schemas.openxmlformats.org/officeDocument/2006/relationships/customXml" Target="../ink/ink258.xml"/><Relationship Id="rId84" Type="http://schemas.openxmlformats.org/officeDocument/2006/relationships/customXml" Target="../ink/ink279.xml"/><Relationship Id="rId138" Type="http://schemas.openxmlformats.org/officeDocument/2006/relationships/customXml" Target="../ink/ink306.xml"/><Relationship Id="rId191" Type="http://schemas.openxmlformats.org/officeDocument/2006/relationships/image" Target="../media/image333.png"/><Relationship Id="rId205" Type="http://schemas.openxmlformats.org/officeDocument/2006/relationships/image" Target="../media/image340.png"/><Relationship Id="rId247" Type="http://schemas.openxmlformats.org/officeDocument/2006/relationships/image" Target="../media/image361.png"/><Relationship Id="rId107" Type="http://schemas.openxmlformats.org/officeDocument/2006/relationships/image" Target="../media/image291.png"/><Relationship Id="rId11" Type="http://schemas.openxmlformats.org/officeDocument/2006/relationships/image" Target="../media/image243.png"/><Relationship Id="rId53" Type="http://schemas.openxmlformats.org/officeDocument/2006/relationships/image" Target="../media/image264.png"/><Relationship Id="rId149" Type="http://schemas.openxmlformats.org/officeDocument/2006/relationships/image" Target="../media/image312.png"/><Relationship Id="rId95" Type="http://schemas.openxmlformats.org/officeDocument/2006/relationships/image" Target="../media/image285.png"/><Relationship Id="rId160" Type="http://schemas.openxmlformats.org/officeDocument/2006/relationships/customXml" Target="../ink/ink317.xml"/><Relationship Id="rId216" Type="http://schemas.openxmlformats.org/officeDocument/2006/relationships/customXml" Target="../ink/ink345.xml"/><Relationship Id="rId258" Type="http://schemas.openxmlformats.org/officeDocument/2006/relationships/customXml" Target="../ink/ink366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6.png"/><Relationship Id="rId21" Type="http://schemas.openxmlformats.org/officeDocument/2006/relationships/image" Target="../media/image388.png"/><Relationship Id="rId42" Type="http://schemas.openxmlformats.org/officeDocument/2006/relationships/customXml" Target="../ink/ink398.xml"/><Relationship Id="rId63" Type="http://schemas.openxmlformats.org/officeDocument/2006/relationships/image" Target="../media/image409.png"/><Relationship Id="rId84" Type="http://schemas.openxmlformats.org/officeDocument/2006/relationships/customXml" Target="../ink/ink419.xml"/><Relationship Id="rId138" Type="http://schemas.openxmlformats.org/officeDocument/2006/relationships/customXml" Target="../ink/ink446.xml"/><Relationship Id="rId159" Type="http://schemas.openxmlformats.org/officeDocument/2006/relationships/image" Target="../media/image457.png"/><Relationship Id="rId170" Type="http://schemas.openxmlformats.org/officeDocument/2006/relationships/customXml" Target="../ink/ink462.xml"/><Relationship Id="rId191" Type="http://schemas.openxmlformats.org/officeDocument/2006/relationships/image" Target="../media/image473.png"/><Relationship Id="rId107" Type="http://schemas.openxmlformats.org/officeDocument/2006/relationships/image" Target="../media/image431.png"/><Relationship Id="rId11" Type="http://schemas.openxmlformats.org/officeDocument/2006/relationships/image" Target="../media/image383.png"/><Relationship Id="rId32" Type="http://schemas.openxmlformats.org/officeDocument/2006/relationships/customXml" Target="../ink/ink393.xml"/><Relationship Id="rId53" Type="http://schemas.openxmlformats.org/officeDocument/2006/relationships/image" Target="../media/image404.png"/><Relationship Id="rId74" Type="http://schemas.openxmlformats.org/officeDocument/2006/relationships/customXml" Target="../ink/ink414.xml"/><Relationship Id="rId128" Type="http://schemas.openxmlformats.org/officeDocument/2006/relationships/customXml" Target="../ink/ink441.xml"/><Relationship Id="rId149" Type="http://schemas.openxmlformats.org/officeDocument/2006/relationships/image" Target="../media/image452.png"/><Relationship Id="rId5" Type="http://schemas.openxmlformats.org/officeDocument/2006/relationships/image" Target="../media/image380.png"/><Relationship Id="rId95" Type="http://schemas.openxmlformats.org/officeDocument/2006/relationships/image" Target="../media/image425.png"/><Relationship Id="rId160" Type="http://schemas.openxmlformats.org/officeDocument/2006/relationships/customXml" Target="../ink/ink457.xml"/><Relationship Id="rId181" Type="http://schemas.openxmlformats.org/officeDocument/2006/relationships/image" Target="../media/image468.png"/><Relationship Id="rId22" Type="http://schemas.openxmlformats.org/officeDocument/2006/relationships/customXml" Target="../ink/ink388.xml"/><Relationship Id="rId43" Type="http://schemas.openxmlformats.org/officeDocument/2006/relationships/image" Target="../media/image399.png"/><Relationship Id="rId64" Type="http://schemas.openxmlformats.org/officeDocument/2006/relationships/customXml" Target="../ink/ink409.xml"/><Relationship Id="rId118" Type="http://schemas.openxmlformats.org/officeDocument/2006/relationships/customXml" Target="../ink/ink436.xml"/><Relationship Id="rId139" Type="http://schemas.openxmlformats.org/officeDocument/2006/relationships/image" Target="../media/image447.png"/><Relationship Id="rId85" Type="http://schemas.openxmlformats.org/officeDocument/2006/relationships/image" Target="../media/image420.png"/><Relationship Id="rId150" Type="http://schemas.openxmlformats.org/officeDocument/2006/relationships/customXml" Target="../ink/ink452.xml"/><Relationship Id="rId171" Type="http://schemas.openxmlformats.org/officeDocument/2006/relationships/image" Target="../media/image463.png"/><Relationship Id="rId192" Type="http://schemas.openxmlformats.org/officeDocument/2006/relationships/customXml" Target="../ink/ink473.xml"/><Relationship Id="rId12" Type="http://schemas.openxmlformats.org/officeDocument/2006/relationships/customXml" Target="../ink/ink383.xml"/><Relationship Id="rId33" Type="http://schemas.openxmlformats.org/officeDocument/2006/relationships/image" Target="../media/image394.png"/><Relationship Id="rId108" Type="http://schemas.openxmlformats.org/officeDocument/2006/relationships/customXml" Target="../ink/ink431.xml"/><Relationship Id="rId129" Type="http://schemas.openxmlformats.org/officeDocument/2006/relationships/image" Target="../media/image442.png"/><Relationship Id="rId54" Type="http://schemas.openxmlformats.org/officeDocument/2006/relationships/customXml" Target="../ink/ink404.xml"/><Relationship Id="rId75" Type="http://schemas.openxmlformats.org/officeDocument/2006/relationships/image" Target="../media/image415.png"/><Relationship Id="rId96" Type="http://schemas.openxmlformats.org/officeDocument/2006/relationships/customXml" Target="../ink/ink425.xml"/><Relationship Id="rId140" Type="http://schemas.openxmlformats.org/officeDocument/2006/relationships/customXml" Target="../ink/ink447.xml"/><Relationship Id="rId161" Type="http://schemas.openxmlformats.org/officeDocument/2006/relationships/image" Target="../media/image458.png"/><Relationship Id="rId182" Type="http://schemas.openxmlformats.org/officeDocument/2006/relationships/customXml" Target="../ink/ink468.xml"/><Relationship Id="rId6" Type="http://schemas.openxmlformats.org/officeDocument/2006/relationships/customXml" Target="../ink/ink380.xml"/><Relationship Id="rId23" Type="http://schemas.openxmlformats.org/officeDocument/2006/relationships/image" Target="../media/image389.png"/><Relationship Id="rId119" Type="http://schemas.openxmlformats.org/officeDocument/2006/relationships/image" Target="../media/image437.png"/><Relationship Id="rId44" Type="http://schemas.openxmlformats.org/officeDocument/2006/relationships/customXml" Target="../ink/ink399.xml"/><Relationship Id="rId65" Type="http://schemas.openxmlformats.org/officeDocument/2006/relationships/image" Target="../media/image410.png"/><Relationship Id="rId86" Type="http://schemas.openxmlformats.org/officeDocument/2006/relationships/customXml" Target="../ink/ink420.xml"/><Relationship Id="rId130" Type="http://schemas.openxmlformats.org/officeDocument/2006/relationships/customXml" Target="../ink/ink442.xml"/><Relationship Id="rId151" Type="http://schemas.openxmlformats.org/officeDocument/2006/relationships/image" Target="../media/image453.png"/><Relationship Id="rId172" Type="http://schemas.openxmlformats.org/officeDocument/2006/relationships/customXml" Target="../ink/ink463.xml"/><Relationship Id="rId193" Type="http://schemas.openxmlformats.org/officeDocument/2006/relationships/image" Target="../media/image474.png"/><Relationship Id="rId13" Type="http://schemas.openxmlformats.org/officeDocument/2006/relationships/image" Target="../media/image384.png"/><Relationship Id="rId109" Type="http://schemas.openxmlformats.org/officeDocument/2006/relationships/image" Target="../media/image432.png"/><Relationship Id="rId34" Type="http://schemas.openxmlformats.org/officeDocument/2006/relationships/customXml" Target="../ink/ink394.xml"/><Relationship Id="rId55" Type="http://schemas.openxmlformats.org/officeDocument/2006/relationships/image" Target="../media/image405.png"/><Relationship Id="rId76" Type="http://schemas.openxmlformats.org/officeDocument/2006/relationships/customXml" Target="../ink/ink415.xml"/><Relationship Id="rId97" Type="http://schemas.openxmlformats.org/officeDocument/2006/relationships/image" Target="../media/image426.png"/><Relationship Id="rId120" Type="http://schemas.openxmlformats.org/officeDocument/2006/relationships/customXml" Target="../ink/ink437.xml"/><Relationship Id="rId141" Type="http://schemas.openxmlformats.org/officeDocument/2006/relationships/image" Target="../media/image448.png"/><Relationship Id="rId7" Type="http://schemas.openxmlformats.org/officeDocument/2006/relationships/image" Target="../media/image381.png"/><Relationship Id="rId71" Type="http://schemas.openxmlformats.org/officeDocument/2006/relationships/image" Target="../media/image413.png"/><Relationship Id="rId92" Type="http://schemas.openxmlformats.org/officeDocument/2006/relationships/customXml" Target="../ink/ink423.xml"/><Relationship Id="rId162" Type="http://schemas.openxmlformats.org/officeDocument/2006/relationships/customXml" Target="../ink/ink458.xml"/><Relationship Id="rId183" Type="http://schemas.openxmlformats.org/officeDocument/2006/relationships/image" Target="../media/image469.png"/><Relationship Id="rId2" Type="http://schemas.openxmlformats.org/officeDocument/2006/relationships/customXml" Target="../ink/ink378.xml"/><Relationship Id="rId29" Type="http://schemas.openxmlformats.org/officeDocument/2006/relationships/image" Target="../media/image392.png"/><Relationship Id="rId24" Type="http://schemas.openxmlformats.org/officeDocument/2006/relationships/customXml" Target="../ink/ink389.xml"/><Relationship Id="rId40" Type="http://schemas.openxmlformats.org/officeDocument/2006/relationships/customXml" Target="../ink/ink397.xml"/><Relationship Id="rId45" Type="http://schemas.openxmlformats.org/officeDocument/2006/relationships/image" Target="../media/image400.png"/><Relationship Id="rId66" Type="http://schemas.openxmlformats.org/officeDocument/2006/relationships/customXml" Target="../ink/ink410.xml"/><Relationship Id="rId87" Type="http://schemas.openxmlformats.org/officeDocument/2006/relationships/image" Target="../media/image421.png"/><Relationship Id="rId110" Type="http://schemas.openxmlformats.org/officeDocument/2006/relationships/customXml" Target="../ink/ink432.xml"/><Relationship Id="rId115" Type="http://schemas.openxmlformats.org/officeDocument/2006/relationships/image" Target="../media/image435.png"/><Relationship Id="rId131" Type="http://schemas.openxmlformats.org/officeDocument/2006/relationships/image" Target="../media/image443.png"/><Relationship Id="rId136" Type="http://schemas.openxmlformats.org/officeDocument/2006/relationships/customXml" Target="../ink/ink445.xml"/><Relationship Id="rId157" Type="http://schemas.openxmlformats.org/officeDocument/2006/relationships/image" Target="../media/image456.png"/><Relationship Id="rId178" Type="http://schemas.openxmlformats.org/officeDocument/2006/relationships/customXml" Target="../ink/ink466.xml"/><Relationship Id="rId61" Type="http://schemas.openxmlformats.org/officeDocument/2006/relationships/image" Target="../media/image408.png"/><Relationship Id="rId82" Type="http://schemas.openxmlformats.org/officeDocument/2006/relationships/customXml" Target="../ink/ink418.xml"/><Relationship Id="rId152" Type="http://schemas.openxmlformats.org/officeDocument/2006/relationships/customXml" Target="../ink/ink453.xml"/><Relationship Id="rId173" Type="http://schemas.openxmlformats.org/officeDocument/2006/relationships/image" Target="../media/image464.png"/><Relationship Id="rId194" Type="http://schemas.openxmlformats.org/officeDocument/2006/relationships/customXml" Target="../ink/ink474.xml"/><Relationship Id="rId19" Type="http://schemas.openxmlformats.org/officeDocument/2006/relationships/image" Target="../media/image387.png"/><Relationship Id="rId14" Type="http://schemas.openxmlformats.org/officeDocument/2006/relationships/customXml" Target="../ink/ink384.xml"/><Relationship Id="rId30" Type="http://schemas.openxmlformats.org/officeDocument/2006/relationships/customXml" Target="../ink/ink392.xml"/><Relationship Id="rId35" Type="http://schemas.openxmlformats.org/officeDocument/2006/relationships/image" Target="../media/image395.png"/><Relationship Id="rId56" Type="http://schemas.openxmlformats.org/officeDocument/2006/relationships/customXml" Target="../ink/ink405.xml"/><Relationship Id="rId77" Type="http://schemas.openxmlformats.org/officeDocument/2006/relationships/image" Target="../media/image416.png"/><Relationship Id="rId100" Type="http://schemas.openxmlformats.org/officeDocument/2006/relationships/customXml" Target="../ink/ink427.xml"/><Relationship Id="rId105" Type="http://schemas.openxmlformats.org/officeDocument/2006/relationships/image" Target="../media/image430.png"/><Relationship Id="rId126" Type="http://schemas.openxmlformats.org/officeDocument/2006/relationships/customXml" Target="../ink/ink440.xml"/><Relationship Id="rId147" Type="http://schemas.openxmlformats.org/officeDocument/2006/relationships/image" Target="../media/image451.png"/><Relationship Id="rId168" Type="http://schemas.openxmlformats.org/officeDocument/2006/relationships/customXml" Target="../ink/ink461.xml"/><Relationship Id="rId8" Type="http://schemas.openxmlformats.org/officeDocument/2006/relationships/customXml" Target="../ink/ink381.xml"/><Relationship Id="rId51" Type="http://schemas.openxmlformats.org/officeDocument/2006/relationships/image" Target="../media/image403.png"/><Relationship Id="rId72" Type="http://schemas.openxmlformats.org/officeDocument/2006/relationships/customXml" Target="../ink/ink413.xml"/><Relationship Id="rId93" Type="http://schemas.openxmlformats.org/officeDocument/2006/relationships/image" Target="../media/image424.png"/><Relationship Id="rId98" Type="http://schemas.openxmlformats.org/officeDocument/2006/relationships/customXml" Target="../ink/ink426.xml"/><Relationship Id="rId121" Type="http://schemas.openxmlformats.org/officeDocument/2006/relationships/image" Target="../media/image438.png"/><Relationship Id="rId142" Type="http://schemas.openxmlformats.org/officeDocument/2006/relationships/customXml" Target="../ink/ink448.xml"/><Relationship Id="rId163" Type="http://schemas.openxmlformats.org/officeDocument/2006/relationships/image" Target="../media/image459.png"/><Relationship Id="rId184" Type="http://schemas.openxmlformats.org/officeDocument/2006/relationships/customXml" Target="../ink/ink469.xml"/><Relationship Id="rId189" Type="http://schemas.openxmlformats.org/officeDocument/2006/relationships/image" Target="../media/image472.png"/><Relationship Id="rId3" Type="http://schemas.openxmlformats.org/officeDocument/2006/relationships/image" Target="../media/image379.png"/><Relationship Id="rId25" Type="http://schemas.openxmlformats.org/officeDocument/2006/relationships/image" Target="../media/image390.png"/><Relationship Id="rId46" Type="http://schemas.openxmlformats.org/officeDocument/2006/relationships/customXml" Target="../ink/ink400.xml"/><Relationship Id="rId67" Type="http://schemas.openxmlformats.org/officeDocument/2006/relationships/image" Target="../media/image411.png"/><Relationship Id="rId116" Type="http://schemas.openxmlformats.org/officeDocument/2006/relationships/customXml" Target="../ink/ink435.xml"/><Relationship Id="rId137" Type="http://schemas.openxmlformats.org/officeDocument/2006/relationships/image" Target="../media/image446.png"/><Relationship Id="rId158" Type="http://schemas.openxmlformats.org/officeDocument/2006/relationships/customXml" Target="../ink/ink456.xml"/><Relationship Id="rId20" Type="http://schemas.openxmlformats.org/officeDocument/2006/relationships/customXml" Target="../ink/ink387.xml"/><Relationship Id="rId41" Type="http://schemas.openxmlformats.org/officeDocument/2006/relationships/image" Target="../media/image398.png"/><Relationship Id="rId62" Type="http://schemas.openxmlformats.org/officeDocument/2006/relationships/customXml" Target="../ink/ink408.xml"/><Relationship Id="rId83" Type="http://schemas.openxmlformats.org/officeDocument/2006/relationships/image" Target="../media/image419.png"/><Relationship Id="rId88" Type="http://schemas.openxmlformats.org/officeDocument/2006/relationships/customXml" Target="../ink/ink421.xml"/><Relationship Id="rId111" Type="http://schemas.openxmlformats.org/officeDocument/2006/relationships/image" Target="../media/image433.png"/><Relationship Id="rId132" Type="http://schemas.openxmlformats.org/officeDocument/2006/relationships/customXml" Target="../ink/ink443.xml"/><Relationship Id="rId153" Type="http://schemas.openxmlformats.org/officeDocument/2006/relationships/image" Target="../media/image454.png"/><Relationship Id="rId174" Type="http://schemas.openxmlformats.org/officeDocument/2006/relationships/customXml" Target="../ink/ink464.xml"/><Relationship Id="rId179" Type="http://schemas.openxmlformats.org/officeDocument/2006/relationships/image" Target="../media/image467.png"/><Relationship Id="rId195" Type="http://schemas.openxmlformats.org/officeDocument/2006/relationships/image" Target="../media/image475.png"/><Relationship Id="rId190" Type="http://schemas.openxmlformats.org/officeDocument/2006/relationships/customXml" Target="../ink/ink472.xml"/><Relationship Id="rId15" Type="http://schemas.openxmlformats.org/officeDocument/2006/relationships/image" Target="../media/image385.png"/><Relationship Id="rId36" Type="http://schemas.openxmlformats.org/officeDocument/2006/relationships/customXml" Target="../ink/ink395.xml"/><Relationship Id="rId57" Type="http://schemas.openxmlformats.org/officeDocument/2006/relationships/image" Target="../media/image406.png"/><Relationship Id="rId106" Type="http://schemas.openxmlformats.org/officeDocument/2006/relationships/customXml" Target="../ink/ink430.xml"/><Relationship Id="rId127" Type="http://schemas.openxmlformats.org/officeDocument/2006/relationships/image" Target="../media/image441.png"/><Relationship Id="rId10" Type="http://schemas.openxmlformats.org/officeDocument/2006/relationships/customXml" Target="../ink/ink382.xml"/><Relationship Id="rId31" Type="http://schemas.openxmlformats.org/officeDocument/2006/relationships/image" Target="../media/image393.png"/><Relationship Id="rId52" Type="http://schemas.openxmlformats.org/officeDocument/2006/relationships/customXml" Target="../ink/ink403.xml"/><Relationship Id="rId73" Type="http://schemas.openxmlformats.org/officeDocument/2006/relationships/image" Target="../media/image414.png"/><Relationship Id="rId78" Type="http://schemas.openxmlformats.org/officeDocument/2006/relationships/customXml" Target="../ink/ink416.xml"/><Relationship Id="rId94" Type="http://schemas.openxmlformats.org/officeDocument/2006/relationships/customXml" Target="../ink/ink424.xml"/><Relationship Id="rId99" Type="http://schemas.openxmlformats.org/officeDocument/2006/relationships/image" Target="../media/image427.png"/><Relationship Id="rId101" Type="http://schemas.openxmlformats.org/officeDocument/2006/relationships/image" Target="../media/image428.png"/><Relationship Id="rId122" Type="http://schemas.openxmlformats.org/officeDocument/2006/relationships/customXml" Target="../ink/ink438.xml"/><Relationship Id="rId143" Type="http://schemas.openxmlformats.org/officeDocument/2006/relationships/image" Target="../media/image449.png"/><Relationship Id="rId148" Type="http://schemas.openxmlformats.org/officeDocument/2006/relationships/customXml" Target="../ink/ink451.xml"/><Relationship Id="rId164" Type="http://schemas.openxmlformats.org/officeDocument/2006/relationships/customXml" Target="../ink/ink459.xml"/><Relationship Id="rId169" Type="http://schemas.openxmlformats.org/officeDocument/2006/relationships/image" Target="../media/image462.png"/><Relationship Id="rId185" Type="http://schemas.openxmlformats.org/officeDocument/2006/relationships/image" Target="../media/image470.png"/><Relationship Id="rId4" Type="http://schemas.openxmlformats.org/officeDocument/2006/relationships/customXml" Target="../ink/ink379.xml"/><Relationship Id="rId9" Type="http://schemas.openxmlformats.org/officeDocument/2006/relationships/image" Target="../media/image382.png"/><Relationship Id="rId180" Type="http://schemas.openxmlformats.org/officeDocument/2006/relationships/customXml" Target="../ink/ink467.xml"/><Relationship Id="rId26" Type="http://schemas.openxmlformats.org/officeDocument/2006/relationships/customXml" Target="../ink/ink390.xml"/><Relationship Id="rId47" Type="http://schemas.openxmlformats.org/officeDocument/2006/relationships/image" Target="../media/image401.png"/><Relationship Id="rId68" Type="http://schemas.openxmlformats.org/officeDocument/2006/relationships/customXml" Target="../ink/ink411.xml"/><Relationship Id="rId89" Type="http://schemas.openxmlformats.org/officeDocument/2006/relationships/image" Target="../media/image422.png"/><Relationship Id="rId112" Type="http://schemas.openxmlformats.org/officeDocument/2006/relationships/customXml" Target="../ink/ink433.xml"/><Relationship Id="rId133" Type="http://schemas.openxmlformats.org/officeDocument/2006/relationships/image" Target="../media/image444.png"/><Relationship Id="rId154" Type="http://schemas.openxmlformats.org/officeDocument/2006/relationships/customXml" Target="../ink/ink454.xml"/><Relationship Id="rId175" Type="http://schemas.openxmlformats.org/officeDocument/2006/relationships/image" Target="../media/image465.png"/><Relationship Id="rId196" Type="http://schemas.openxmlformats.org/officeDocument/2006/relationships/customXml" Target="../ink/ink475.xml"/><Relationship Id="rId16" Type="http://schemas.openxmlformats.org/officeDocument/2006/relationships/customXml" Target="../ink/ink385.xml"/><Relationship Id="rId37" Type="http://schemas.openxmlformats.org/officeDocument/2006/relationships/image" Target="../media/image396.png"/><Relationship Id="rId58" Type="http://schemas.openxmlformats.org/officeDocument/2006/relationships/customXml" Target="../ink/ink406.xml"/><Relationship Id="rId79" Type="http://schemas.openxmlformats.org/officeDocument/2006/relationships/image" Target="../media/image417.png"/><Relationship Id="rId102" Type="http://schemas.openxmlformats.org/officeDocument/2006/relationships/customXml" Target="../ink/ink428.xml"/><Relationship Id="rId123" Type="http://schemas.openxmlformats.org/officeDocument/2006/relationships/image" Target="../media/image439.png"/><Relationship Id="rId144" Type="http://schemas.openxmlformats.org/officeDocument/2006/relationships/customXml" Target="../ink/ink449.xml"/><Relationship Id="rId90" Type="http://schemas.openxmlformats.org/officeDocument/2006/relationships/customXml" Target="../ink/ink422.xml"/><Relationship Id="rId165" Type="http://schemas.openxmlformats.org/officeDocument/2006/relationships/image" Target="../media/image460.png"/><Relationship Id="rId186" Type="http://schemas.openxmlformats.org/officeDocument/2006/relationships/customXml" Target="../ink/ink470.xml"/><Relationship Id="rId27" Type="http://schemas.openxmlformats.org/officeDocument/2006/relationships/image" Target="../media/image391.png"/><Relationship Id="rId48" Type="http://schemas.openxmlformats.org/officeDocument/2006/relationships/customXml" Target="../ink/ink401.xml"/><Relationship Id="rId69" Type="http://schemas.openxmlformats.org/officeDocument/2006/relationships/image" Target="../media/image412.png"/><Relationship Id="rId113" Type="http://schemas.openxmlformats.org/officeDocument/2006/relationships/image" Target="../media/image434.png"/><Relationship Id="rId134" Type="http://schemas.openxmlformats.org/officeDocument/2006/relationships/customXml" Target="../ink/ink444.xml"/><Relationship Id="rId80" Type="http://schemas.openxmlformats.org/officeDocument/2006/relationships/customXml" Target="../ink/ink417.xml"/><Relationship Id="rId155" Type="http://schemas.openxmlformats.org/officeDocument/2006/relationships/image" Target="../media/image455.png"/><Relationship Id="rId176" Type="http://schemas.openxmlformats.org/officeDocument/2006/relationships/customXml" Target="../ink/ink465.xml"/><Relationship Id="rId197" Type="http://schemas.openxmlformats.org/officeDocument/2006/relationships/image" Target="../media/image476.png"/><Relationship Id="rId17" Type="http://schemas.openxmlformats.org/officeDocument/2006/relationships/image" Target="../media/image386.png"/><Relationship Id="rId38" Type="http://schemas.openxmlformats.org/officeDocument/2006/relationships/customXml" Target="../ink/ink396.xml"/><Relationship Id="rId59" Type="http://schemas.openxmlformats.org/officeDocument/2006/relationships/image" Target="../media/image407.png"/><Relationship Id="rId103" Type="http://schemas.openxmlformats.org/officeDocument/2006/relationships/image" Target="../media/image429.png"/><Relationship Id="rId124" Type="http://schemas.openxmlformats.org/officeDocument/2006/relationships/customXml" Target="../ink/ink439.xml"/><Relationship Id="rId70" Type="http://schemas.openxmlformats.org/officeDocument/2006/relationships/customXml" Target="../ink/ink412.xml"/><Relationship Id="rId91" Type="http://schemas.openxmlformats.org/officeDocument/2006/relationships/image" Target="../media/image423.png"/><Relationship Id="rId145" Type="http://schemas.openxmlformats.org/officeDocument/2006/relationships/image" Target="../media/image450.png"/><Relationship Id="rId166" Type="http://schemas.openxmlformats.org/officeDocument/2006/relationships/customXml" Target="../ink/ink460.xml"/><Relationship Id="rId187" Type="http://schemas.openxmlformats.org/officeDocument/2006/relationships/image" Target="../media/image471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91.xml"/><Relationship Id="rId49" Type="http://schemas.openxmlformats.org/officeDocument/2006/relationships/image" Target="../media/image402.png"/><Relationship Id="rId114" Type="http://schemas.openxmlformats.org/officeDocument/2006/relationships/customXml" Target="../ink/ink434.xml"/><Relationship Id="rId60" Type="http://schemas.openxmlformats.org/officeDocument/2006/relationships/customXml" Target="../ink/ink407.xml"/><Relationship Id="rId81" Type="http://schemas.openxmlformats.org/officeDocument/2006/relationships/image" Target="../media/image418.png"/><Relationship Id="rId135" Type="http://schemas.openxmlformats.org/officeDocument/2006/relationships/image" Target="../media/image445.png"/><Relationship Id="rId156" Type="http://schemas.openxmlformats.org/officeDocument/2006/relationships/customXml" Target="../ink/ink455.xml"/><Relationship Id="rId177" Type="http://schemas.openxmlformats.org/officeDocument/2006/relationships/image" Target="../media/image466.png"/><Relationship Id="rId18" Type="http://schemas.openxmlformats.org/officeDocument/2006/relationships/customXml" Target="../ink/ink386.xml"/><Relationship Id="rId39" Type="http://schemas.openxmlformats.org/officeDocument/2006/relationships/image" Target="../media/image397.png"/><Relationship Id="rId50" Type="http://schemas.openxmlformats.org/officeDocument/2006/relationships/customXml" Target="../ink/ink402.xml"/><Relationship Id="rId104" Type="http://schemas.openxmlformats.org/officeDocument/2006/relationships/customXml" Target="../ink/ink429.xml"/><Relationship Id="rId125" Type="http://schemas.openxmlformats.org/officeDocument/2006/relationships/image" Target="../media/image440.png"/><Relationship Id="rId146" Type="http://schemas.openxmlformats.org/officeDocument/2006/relationships/customXml" Target="../ink/ink450.xml"/><Relationship Id="rId167" Type="http://schemas.openxmlformats.org/officeDocument/2006/relationships/image" Target="../media/image461.png"/><Relationship Id="rId188" Type="http://schemas.openxmlformats.org/officeDocument/2006/relationships/customXml" Target="../ink/ink47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2F53-BCD5-2E4F-D83B-7B1CC6045C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8DD53-8A8B-768E-8743-346E14F33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923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5D8BA6A-ECFA-97F7-F3FA-0C83EBBC39FB}"/>
                  </a:ext>
                </a:extLst>
              </p14:cNvPr>
              <p14:cNvContentPartPr/>
              <p14:nvPr/>
            </p14:nvContentPartPr>
            <p14:xfrm>
              <a:off x="1758827" y="5611227"/>
              <a:ext cx="7160040" cy="637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5D8BA6A-ECFA-97F7-F3FA-0C83EBBC3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4507" y="5606907"/>
                <a:ext cx="7168680" cy="64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DDF72731-C382-5842-B821-0EFCC04BD5AF}"/>
              </a:ext>
            </a:extLst>
          </p:cNvPr>
          <p:cNvGrpSpPr/>
          <p:nvPr/>
        </p:nvGrpSpPr>
        <p:grpSpPr>
          <a:xfrm>
            <a:off x="278507" y="123027"/>
            <a:ext cx="8670240" cy="5862240"/>
            <a:chOff x="278507" y="123027"/>
            <a:chExt cx="8670240" cy="586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BF97C83-742C-E5E3-1EE9-28CF9EADDA14}"/>
                    </a:ext>
                  </a:extLst>
                </p14:cNvPr>
                <p14:cNvContentPartPr/>
                <p14:nvPr/>
              </p14:nvContentPartPr>
              <p14:xfrm>
                <a:off x="4491587" y="264507"/>
                <a:ext cx="741960" cy="1280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BF97C83-742C-E5E3-1EE9-28CF9EADDA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87267" y="260187"/>
                  <a:ext cx="750600" cy="12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961C07-8039-B5B4-B142-C3AEF7CF87DC}"/>
                    </a:ext>
                  </a:extLst>
                </p14:cNvPr>
                <p14:cNvContentPartPr/>
                <p14:nvPr/>
              </p14:nvContentPartPr>
              <p14:xfrm>
                <a:off x="5231027" y="240387"/>
                <a:ext cx="713160" cy="1358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961C07-8039-B5B4-B142-C3AEF7CF87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26707" y="236067"/>
                  <a:ext cx="721800" cy="13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9507C2-05F5-08E6-D2A3-9A78A2879707}"/>
                    </a:ext>
                  </a:extLst>
                </p14:cNvPr>
                <p14:cNvContentPartPr/>
                <p14:nvPr/>
              </p14:nvContentPartPr>
              <p14:xfrm>
                <a:off x="4481867" y="1537107"/>
                <a:ext cx="1385640" cy="57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9507C2-05F5-08E6-D2A3-9A78A28797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77547" y="1532787"/>
                  <a:ext cx="1394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1C8BD9-6BC0-47DC-2A19-BBD6324ED79D}"/>
                    </a:ext>
                  </a:extLst>
                </p14:cNvPr>
                <p14:cNvContentPartPr/>
                <p14:nvPr/>
              </p14:nvContentPartPr>
              <p14:xfrm>
                <a:off x="3497267" y="1861107"/>
                <a:ext cx="816840" cy="1692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31C8BD9-6BC0-47DC-2A19-BBD6324ED7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92947" y="1856787"/>
                  <a:ext cx="825480" cy="17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3681E9-CADB-5DAE-996E-2555BEE5235D}"/>
                    </a:ext>
                  </a:extLst>
                </p14:cNvPr>
                <p14:cNvContentPartPr/>
                <p14:nvPr/>
              </p14:nvContentPartPr>
              <p14:xfrm>
                <a:off x="4322027" y="1852467"/>
                <a:ext cx="2659680" cy="171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3681E9-CADB-5DAE-996E-2555BEE5235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17707" y="1848147"/>
                  <a:ext cx="2668320" cy="17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CE27E9-8F85-5BF3-AA84-4171F3EF7268}"/>
                    </a:ext>
                  </a:extLst>
                </p14:cNvPr>
                <p14:cNvContentPartPr/>
                <p14:nvPr/>
              </p14:nvContentPartPr>
              <p14:xfrm>
                <a:off x="3531827" y="3536547"/>
                <a:ext cx="147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CE27E9-8F85-5BF3-AA84-4171F3EF72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7507" y="3532227"/>
                  <a:ext cx="23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6B8ABC-E0B4-648F-5792-D942CFD03AF4}"/>
                    </a:ext>
                  </a:extLst>
                </p14:cNvPr>
                <p14:cNvContentPartPr/>
                <p14:nvPr/>
              </p14:nvContentPartPr>
              <p14:xfrm>
                <a:off x="3177947" y="3536547"/>
                <a:ext cx="3767400" cy="443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6B8ABC-E0B4-648F-5792-D942CFD03A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73627" y="3532227"/>
                  <a:ext cx="37760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2C4A9B-C191-7F0F-2352-8BE2D723AB9D}"/>
                    </a:ext>
                  </a:extLst>
                </p14:cNvPr>
                <p14:cNvContentPartPr/>
                <p14:nvPr/>
              </p14:nvContentPartPr>
              <p14:xfrm>
                <a:off x="6642227" y="3546987"/>
                <a:ext cx="571320" cy="37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2C4A9B-C191-7F0F-2352-8BE2D723AB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37907" y="3542667"/>
                  <a:ext cx="5799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3E4728-9BB3-E1D5-9CF7-9F4EDB70F88A}"/>
                    </a:ext>
                  </a:extLst>
                </p14:cNvPr>
                <p14:cNvContentPartPr/>
                <p14:nvPr/>
              </p14:nvContentPartPr>
              <p14:xfrm>
                <a:off x="2333747" y="4389387"/>
                <a:ext cx="745560" cy="1281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3E4728-9BB3-E1D5-9CF7-9F4EDB70F8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9427" y="4385067"/>
                  <a:ext cx="754200" cy="12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BF2D38-D51E-987E-D2A9-E8549C480E68}"/>
                    </a:ext>
                  </a:extLst>
                </p14:cNvPr>
                <p14:cNvContentPartPr/>
                <p14:nvPr/>
              </p14:nvContentPartPr>
              <p14:xfrm>
                <a:off x="3127547" y="4324587"/>
                <a:ext cx="5821200" cy="1660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BF2D38-D51E-987E-D2A9-E8549C480E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23227" y="4320267"/>
                  <a:ext cx="5829840" cy="16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EF4912-3392-8A2F-D889-8416014EBF24}"/>
                    </a:ext>
                  </a:extLst>
                </p14:cNvPr>
                <p14:cNvContentPartPr/>
                <p14:nvPr/>
              </p14:nvContentPartPr>
              <p14:xfrm>
                <a:off x="310187" y="189987"/>
                <a:ext cx="408240" cy="23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EF4912-3392-8A2F-D889-8416014EBF2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867" y="185667"/>
                  <a:ext cx="416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A84354-005C-6EE3-6DB1-A29FACF5BE8C}"/>
                    </a:ext>
                  </a:extLst>
                </p14:cNvPr>
                <p14:cNvContentPartPr/>
                <p14:nvPr/>
              </p14:nvContentPartPr>
              <p14:xfrm>
                <a:off x="769187" y="309867"/>
                <a:ext cx="23760" cy="61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A84354-005C-6EE3-6DB1-A29FACF5BE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4867" y="305547"/>
                  <a:ext cx="32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2DBBA5-8BBD-3356-8B82-D68DFFACD47A}"/>
                    </a:ext>
                  </a:extLst>
                </p14:cNvPr>
                <p14:cNvContentPartPr/>
                <p14:nvPr/>
              </p14:nvContentPartPr>
              <p14:xfrm>
                <a:off x="881147" y="145707"/>
                <a:ext cx="8640" cy="52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2DBBA5-8BBD-3356-8B82-D68DFFACD4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6827" y="141387"/>
                  <a:ext cx="17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727085-D1A3-EE29-4959-A327C88340D1}"/>
                    </a:ext>
                  </a:extLst>
                </p14:cNvPr>
                <p14:cNvContentPartPr/>
                <p14:nvPr/>
              </p14:nvContentPartPr>
              <p14:xfrm>
                <a:off x="876827" y="316707"/>
                <a:ext cx="109440" cy="57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727085-D1A3-EE29-4959-A327C88340D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2507" y="312387"/>
                  <a:ext cx="118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649F62F-8903-BCC0-F492-0EEE253FD4EB}"/>
                    </a:ext>
                  </a:extLst>
                </p14:cNvPr>
                <p14:cNvContentPartPr/>
                <p14:nvPr/>
              </p14:nvContentPartPr>
              <p14:xfrm>
                <a:off x="1125947" y="151107"/>
                <a:ext cx="53640" cy="268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649F62F-8903-BCC0-F492-0EEE253FD4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1627" y="146787"/>
                  <a:ext cx="62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1004C79-A243-B490-3E68-291E2D8A2EA8}"/>
                    </a:ext>
                  </a:extLst>
                </p14:cNvPr>
                <p14:cNvContentPartPr/>
                <p14:nvPr/>
              </p14:nvContentPartPr>
              <p14:xfrm>
                <a:off x="1034147" y="289347"/>
                <a:ext cx="135000" cy="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1004C79-A243-B490-3E68-291E2D8A2E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9827" y="285027"/>
                  <a:ext cx="1436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1E2EF0-8D31-26FB-6AB1-BB129EF67C93}"/>
                    </a:ext>
                  </a:extLst>
                </p14:cNvPr>
                <p14:cNvContentPartPr/>
                <p14:nvPr/>
              </p14:nvContentPartPr>
              <p14:xfrm>
                <a:off x="1241867" y="251187"/>
                <a:ext cx="150840" cy="160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1E2EF0-8D31-26FB-6AB1-BB129EF67C9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37547" y="246867"/>
                  <a:ext cx="159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0169E2-45A1-3CBE-862D-0BD437BCB0B4}"/>
                    </a:ext>
                  </a:extLst>
                </p14:cNvPr>
                <p14:cNvContentPartPr/>
                <p14:nvPr/>
              </p14:nvContentPartPr>
              <p14:xfrm>
                <a:off x="1228187" y="330027"/>
                <a:ext cx="144720" cy="19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0169E2-45A1-3CBE-862D-0BD437BCB0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23867" y="325707"/>
                  <a:ext cx="153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15D337-1EB9-EBB9-68B4-C2F89A87F217}"/>
                    </a:ext>
                  </a:extLst>
                </p14:cNvPr>
                <p14:cNvContentPartPr/>
                <p14:nvPr/>
              </p14:nvContentPartPr>
              <p14:xfrm>
                <a:off x="1433027" y="123027"/>
                <a:ext cx="121320" cy="317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15D337-1EB9-EBB9-68B4-C2F89A87F21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28707" y="118707"/>
                  <a:ext cx="129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DE159D-0A01-E1C3-8E6D-931E2D6A5EC4}"/>
                    </a:ext>
                  </a:extLst>
                </p14:cNvPr>
                <p14:cNvContentPartPr/>
                <p14:nvPr/>
              </p14:nvContentPartPr>
              <p14:xfrm>
                <a:off x="1579547" y="285027"/>
                <a:ext cx="87120" cy="115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DE159D-0A01-E1C3-8E6D-931E2D6A5E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75227" y="280707"/>
                  <a:ext cx="95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FE0B2D-9A7F-63E4-73FF-4010DDAC45AC}"/>
                    </a:ext>
                  </a:extLst>
                </p14:cNvPr>
                <p14:cNvContentPartPr/>
                <p14:nvPr/>
              </p14:nvContentPartPr>
              <p14:xfrm>
                <a:off x="1712027" y="237507"/>
                <a:ext cx="89280" cy="167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FE0B2D-9A7F-63E4-73FF-4010DDAC45A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07707" y="233187"/>
                  <a:ext cx="97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B63AF4-3E35-CBFB-2B93-07EA09078B05}"/>
                    </a:ext>
                  </a:extLst>
                </p14:cNvPr>
                <p14:cNvContentPartPr/>
                <p14:nvPr/>
              </p14:nvContentPartPr>
              <p14:xfrm>
                <a:off x="1688987" y="274947"/>
                <a:ext cx="266400" cy="424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B63AF4-3E35-CBFB-2B93-07EA09078B0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84667" y="270627"/>
                  <a:ext cx="2750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5F3CAA-341C-08BD-766A-B3AEEB25449E}"/>
                    </a:ext>
                  </a:extLst>
                </p14:cNvPr>
                <p14:cNvContentPartPr/>
                <p14:nvPr/>
              </p14:nvContentPartPr>
              <p14:xfrm>
                <a:off x="278507" y="394827"/>
                <a:ext cx="1843200" cy="294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5F3CAA-341C-08BD-766A-B3AEEB25449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4187" y="390507"/>
                  <a:ext cx="18518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BC1D722-E59E-92B0-F7A6-8E041B762D43}"/>
                    </a:ext>
                  </a:extLst>
                </p14:cNvPr>
                <p14:cNvContentPartPr/>
                <p14:nvPr/>
              </p14:nvContentPartPr>
              <p14:xfrm>
                <a:off x="3738107" y="1867227"/>
                <a:ext cx="938880" cy="2058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BC1D722-E59E-92B0-F7A6-8E041B762D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33787" y="1862907"/>
                  <a:ext cx="947520" cy="20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23C894A-7BA9-92D0-BCDA-329CE923ECBE}"/>
                    </a:ext>
                  </a:extLst>
                </p14:cNvPr>
                <p14:cNvContentPartPr/>
                <p14:nvPr/>
              </p14:nvContentPartPr>
              <p14:xfrm>
                <a:off x="5702627" y="1889547"/>
                <a:ext cx="783360" cy="2148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23C894A-7BA9-92D0-BCDA-329CE923EC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98307" y="1885227"/>
                  <a:ext cx="792000" cy="215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02067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32309F-FEBE-FD00-27F4-4843B7B7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14" y="0"/>
            <a:ext cx="9195371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59C5EFB-1E97-BFC1-EACA-45704DA67CEB}"/>
                  </a:ext>
                </a:extLst>
              </p14:cNvPr>
              <p14:cNvContentPartPr/>
              <p14:nvPr/>
            </p14:nvContentPartPr>
            <p14:xfrm>
              <a:off x="5245020" y="1551840"/>
              <a:ext cx="314640" cy="28616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59C5EFB-1E97-BFC1-EACA-45704DA67C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0700" y="1547520"/>
                <a:ext cx="323280" cy="28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B86F652A-75D0-70B0-E421-5DC79E6111FE}"/>
              </a:ext>
            </a:extLst>
          </p:cNvPr>
          <p:cNvGrpSpPr/>
          <p:nvPr/>
        </p:nvGrpSpPr>
        <p:grpSpPr>
          <a:xfrm>
            <a:off x="5519700" y="1533480"/>
            <a:ext cx="274320" cy="2894760"/>
            <a:chOff x="5519700" y="1533480"/>
            <a:chExt cx="274320" cy="28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42028AE-CFF0-B79E-25CF-283AB41E21D9}"/>
                    </a:ext>
                  </a:extLst>
                </p14:cNvPr>
                <p14:cNvContentPartPr/>
                <p14:nvPr/>
              </p14:nvContentPartPr>
              <p14:xfrm>
                <a:off x="5589900" y="1533480"/>
                <a:ext cx="204120" cy="2814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42028AE-CFF0-B79E-25CF-283AB41E21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85580" y="1529160"/>
                  <a:ext cx="212760" cy="28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3F0825B-874C-3D61-BDA3-D05AE9691163}"/>
                    </a:ext>
                  </a:extLst>
                </p14:cNvPr>
                <p14:cNvContentPartPr/>
                <p14:nvPr/>
              </p14:nvContentPartPr>
              <p14:xfrm>
                <a:off x="5519700" y="4318440"/>
                <a:ext cx="96480" cy="68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3F0825B-874C-3D61-BDA3-D05AE969116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15380" y="4314120"/>
                  <a:ext cx="105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0B57ED1-E53F-F72C-BD31-C92B2E96C035}"/>
                    </a:ext>
                  </a:extLst>
                </p14:cNvPr>
                <p14:cNvContentPartPr/>
                <p14:nvPr/>
              </p14:nvContentPartPr>
              <p14:xfrm>
                <a:off x="5589180" y="4292520"/>
                <a:ext cx="76320" cy="135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0B57ED1-E53F-F72C-BD31-C92B2E96C03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84860" y="4288200"/>
                  <a:ext cx="849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6457B71-B401-47AE-1A4A-8380CEBE446D}"/>
              </a:ext>
            </a:extLst>
          </p:cNvPr>
          <p:cNvGrpSpPr/>
          <p:nvPr/>
        </p:nvGrpSpPr>
        <p:grpSpPr>
          <a:xfrm>
            <a:off x="2606220" y="1249080"/>
            <a:ext cx="834480" cy="955440"/>
            <a:chOff x="2606220" y="1249080"/>
            <a:chExt cx="834480" cy="95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A822273-8500-D373-6293-16821966E742}"/>
                    </a:ext>
                  </a:extLst>
                </p14:cNvPr>
                <p14:cNvContentPartPr/>
                <p14:nvPr/>
              </p14:nvContentPartPr>
              <p14:xfrm>
                <a:off x="2888820" y="1677840"/>
                <a:ext cx="48600" cy="526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A822273-8500-D373-6293-16821966E74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84500" y="1673520"/>
                  <a:ext cx="5724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7ECEB25-A441-59A8-86A6-DC9EF37B1CFF}"/>
                    </a:ext>
                  </a:extLst>
                </p14:cNvPr>
                <p14:cNvContentPartPr/>
                <p14:nvPr/>
              </p14:nvContentPartPr>
              <p14:xfrm>
                <a:off x="2816820" y="1623840"/>
                <a:ext cx="219600" cy="197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7ECEB25-A441-59A8-86A6-DC9EF37B1C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12500" y="1619520"/>
                  <a:ext cx="228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1023B37-0543-35C2-20DF-95258F2BEFF9}"/>
                    </a:ext>
                  </a:extLst>
                </p14:cNvPr>
                <p14:cNvContentPartPr/>
                <p14:nvPr/>
              </p14:nvContentPartPr>
              <p14:xfrm>
                <a:off x="2606220" y="1265280"/>
                <a:ext cx="158760" cy="252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1023B37-0543-35C2-20DF-95258F2BEFF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01900" y="1260960"/>
                  <a:ext cx="167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E6A3EFA-E928-AD47-CEB3-8963E3954D10}"/>
                    </a:ext>
                  </a:extLst>
                </p14:cNvPr>
                <p14:cNvContentPartPr/>
                <p14:nvPr/>
              </p14:nvContentPartPr>
              <p14:xfrm>
                <a:off x="2748060" y="1381200"/>
                <a:ext cx="64440" cy="84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E6A3EFA-E928-AD47-CEB3-8963E3954D1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43740" y="1376880"/>
                  <a:ext cx="73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57735A1-10B0-0757-6F88-D262B158E803}"/>
                    </a:ext>
                  </a:extLst>
                </p14:cNvPr>
                <p14:cNvContentPartPr/>
                <p14:nvPr/>
              </p14:nvContentPartPr>
              <p14:xfrm>
                <a:off x="2815740" y="1378320"/>
                <a:ext cx="38520" cy="147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57735A1-10B0-0757-6F88-D262B158E8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11420" y="1374000"/>
                  <a:ext cx="47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FD41516-22B7-9AD0-6DF5-CB8AF6DA5F46}"/>
                    </a:ext>
                  </a:extLst>
                </p14:cNvPr>
                <p14:cNvContentPartPr/>
                <p14:nvPr/>
              </p14:nvContentPartPr>
              <p14:xfrm>
                <a:off x="2850300" y="1324680"/>
                <a:ext cx="56520" cy="98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FD41516-22B7-9AD0-6DF5-CB8AF6DA5F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45980" y="1320360"/>
                  <a:ext cx="65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C395CB8-DED4-8853-9401-06EF0053E5F6}"/>
                    </a:ext>
                  </a:extLst>
                </p14:cNvPr>
                <p14:cNvContentPartPr/>
                <p14:nvPr/>
              </p14:nvContentPartPr>
              <p14:xfrm>
                <a:off x="2933820" y="1328280"/>
                <a:ext cx="69120" cy="87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C395CB8-DED4-8853-9401-06EF0053E5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29500" y="1323960"/>
                  <a:ext cx="77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017E37A-E88A-3241-A34C-43C8334AEB5B}"/>
                    </a:ext>
                  </a:extLst>
                </p14:cNvPr>
                <p14:cNvContentPartPr/>
                <p14:nvPr/>
              </p14:nvContentPartPr>
              <p14:xfrm>
                <a:off x="3081060" y="1259880"/>
                <a:ext cx="34920" cy="137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017E37A-E88A-3241-A34C-43C8334AEB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76740" y="1255560"/>
                  <a:ext cx="43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75FD2AE-E8D7-204D-EE0E-8357CB320FE9}"/>
                    </a:ext>
                  </a:extLst>
                </p14:cNvPr>
                <p14:cNvContentPartPr/>
                <p14:nvPr/>
              </p14:nvContentPartPr>
              <p14:xfrm>
                <a:off x="3068100" y="1333320"/>
                <a:ext cx="90720" cy="41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75FD2AE-E8D7-204D-EE0E-8357CB320FE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63780" y="1329000"/>
                  <a:ext cx="99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B49D097-2FB7-2669-1B35-0F89D34AA259}"/>
                    </a:ext>
                  </a:extLst>
                </p14:cNvPr>
                <p14:cNvContentPartPr/>
                <p14:nvPr/>
              </p14:nvContentPartPr>
              <p14:xfrm>
                <a:off x="3203820" y="1249080"/>
                <a:ext cx="19440" cy="23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B49D097-2FB7-2669-1B35-0F89D34AA2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99500" y="1244760"/>
                  <a:ext cx="28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53939C-008C-E827-94A1-F35D5796262B}"/>
                    </a:ext>
                  </a:extLst>
                </p14:cNvPr>
                <p14:cNvContentPartPr/>
                <p14:nvPr/>
              </p14:nvContentPartPr>
              <p14:xfrm>
                <a:off x="3218580" y="1326120"/>
                <a:ext cx="87120" cy="29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53939C-008C-E827-94A1-F35D5796262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14260" y="1321800"/>
                  <a:ext cx="95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74D2ECC-7EC4-BA62-948A-17DA81DEE6EA}"/>
                    </a:ext>
                  </a:extLst>
                </p14:cNvPr>
                <p14:cNvContentPartPr/>
                <p14:nvPr/>
              </p14:nvContentPartPr>
              <p14:xfrm>
                <a:off x="3321540" y="1294080"/>
                <a:ext cx="119160" cy="186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74D2ECC-7EC4-BA62-948A-17DA81DEE6E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17220" y="1289760"/>
                  <a:ext cx="127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85CBF98-5B63-AD7B-AAC2-EEA538C96574}"/>
              </a:ext>
            </a:extLst>
          </p:cNvPr>
          <p:cNvGrpSpPr/>
          <p:nvPr/>
        </p:nvGrpSpPr>
        <p:grpSpPr>
          <a:xfrm>
            <a:off x="8170380" y="1713840"/>
            <a:ext cx="249840" cy="858240"/>
            <a:chOff x="8170380" y="1713840"/>
            <a:chExt cx="249840" cy="85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2AA36E8-FD7A-9013-00E7-4EFA2D7D707D}"/>
                    </a:ext>
                  </a:extLst>
                </p14:cNvPr>
                <p14:cNvContentPartPr/>
                <p14:nvPr/>
              </p14:nvContentPartPr>
              <p14:xfrm>
                <a:off x="8283420" y="1713840"/>
                <a:ext cx="30960" cy="785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2AA36E8-FD7A-9013-00E7-4EFA2D7D707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279100" y="1709520"/>
                  <a:ext cx="3960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0CC0E4A-6BA7-6FDC-075F-2B2C44BDED96}"/>
                    </a:ext>
                  </a:extLst>
                </p14:cNvPr>
                <p14:cNvContentPartPr/>
                <p14:nvPr/>
              </p14:nvContentPartPr>
              <p14:xfrm>
                <a:off x="8170380" y="2434920"/>
                <a:ext cx="136440" cy="100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0CC0E4A-6BA7-6FDC-075F-2B2C44BDED9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6060" y="2430600"/>
                  <a:ext cx="145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B2B9BFE-2F82-D25D-5C50-6C4571A258F1}"/>
                    </a:ext>
                  </a:extLst>
                </p14:cNvPr>
                <p14:cNvContentPartPr/>
                <p14:nvPr/>
              </p14:nvContentPartPr>
              <p14:xfrm>
                <a:off x="8266860" y="2427360"/>
                <a:ext cx="153360" cy="144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B2B9BFE-2F82-D25D-5C50-6C4571A258F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62540" y="2423040"/>
                  <a:ext cx="1620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A5E920C-EA2E-6C9B-1C4D-74ED7FE6747E}"/>
              </a:ext>
            </a:extLst>
          </p:cNvPr>
          <p:cNvGrpSpPr/>
          <p:nvPr/>
        </p:nvGrpSpPr>
        <p:grpSpPr>
          <a:xfrm>
            <a:off x="7773660" y="2830920"/>
            <a:ext cx="1075680" cy="245520"/>
            <a:chOff x="7773660" y="2830920"/>
            <a:chExt cx="107568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3E11BFC-0B5E-5547-4F68-83E9D7EB3C32}"/>
                    </a:ext>
                  </a:extLst>
                </p14:cNvPr>
                <p14:cNvContentPartPr/>
                <p14:nvPr/>
              </p14:nvContentPartPr>
              <p14:xfrm>
                <a:off x="7773660" y="2860440"/>
                <a:ext cx="104040" cy="19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3E11BFC-0B5E-5547-4F68-83E9D7EB3C3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69340" y="2856120"/>
                  <a:ext cx="112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0872176-A3A7-A962-C9E6-039AB00E31AC}"/>
                    </a:ext>
                  </a:extLst>
                </p14:cNvPr>
                <p14:cNvContentPartPr/>
                <p14:nvPr/>
              </p14:nvContentPartPr>
              <p14:xfrm>
                <a:off x="7925220" y="3005160"/>
                <a:ext cx="108000" cy="39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0872176-A3A7-A962-C9E6-039AB00E31A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920900" y="3000840"/>
                  <a:ext cx="116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D77544E-9524-5954-6C5A-BB76AF217C7F}"/>
                    </a:ext>
                  </a:extLst>
                </p14:cNvPr>
                <p14:cNvContentPartPr/>
                <p14:nvPr/>
              </p14:nvContentPartPr>
              <p14:xfrm>
                <a:off x="8025300" y="2979960"/>
                <a:ext cx="54000" cy="96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D77544E-9524-5954-6C5A-BB76AF217C7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020980" y="2975640"/>
                  <a:ext cx="62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B4A814-749F-3CE1-F00D-CDA4928680F6}"/>
                    </a:ext>
                  </a:extLst>
                </p14:cNvPr>
                <p14:cNvContentPartPr/>
                <p14:nvPr/>
              </p14:nvContentPartPr>
              <p14:xfrm>
                <a:off x="8154180" y="2870520"/>
                <a:ext cx="23400" cy="168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B4A814-749F-3CE1-F00D-CDA4928680F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149860" y="2866200"/>
                  <a:ext cx="32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0731B4E-B373-23AB-6617-8FA9E2111951}"/>
                    </a:ext>
                  </a:extLst>
                </p14:cNvPr>
                <p14:cNvContentPartPr/>
                <p14:nvPr/>
              </p14:nvContentPartPr>
              <p14:xfrm>
                <a:off x="8137980" y="2922360"/>
                <a:ext cx="125640" cy="111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0731B4E-B373-23AB-6617-8FA9E211195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133660" y="2918040"/>
                  <a:ext cx="134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12D7227-C01F-5CE0-F415-37791C1480B7}"/>
                    </a:ext>
                  </a:extLst>
                </p14:cNvPr>
                <p14:cNvContentPartPr/>
                <p14:nvPr/>
              </p14:nvContentPartPr>
              <p14:xfrm>
                <a:off x="8256780" y="2969880"/>
                <a:ext cx="92160" cy="34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12D7227-C01F-5CE0-F415-37791C1480B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52460" y="2965560"/>
                  <a:ext cx="100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C292040-9D76-9EDF-BBC6-893EC61D5914}"/>
                    </a:ext>
                  </a:extLst>
                </p14:cNvPr>
                <p14:cNvContentPartPr/>
                <p14:nvPr/>
              </p14:nvContentPartPr>
              <p14:xfrm>
                <a:off x="8342460" y="2955120"/>
                <a:ext cx="83520" cy="54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C292040-9D76-9EDF-BBC6-893EC61D591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38140" y="2950800"/>
                  <a:ext cx="92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18E3ACF-80DD-F4E9-E3B0-FE2870DE52EC}"/>
                    </a:ext>
                  </a:extLst>
                </p14:cNvPr>
                <p14:cNvContentPartPr/>
                <p14:nvPr/>
              </p14:nvContentPartPr>
              <p14:xfrm>
                <a:off x="8453340" y="2830920"/>
                <a:ext cx="48600" cy="18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18E3ACF-80DD-F4E9-E3B0-FE2870DE52E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49020" y="2826600"/>
                  <a:ext cx="57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01177D3-510B-2AB8-9454-9AF64707129D}"/>
                    </a:ext>
                  </a:extLst>
                </p14:cNvPr>
                <p14:cNvContentPartPr/>
                <p14:nvPr/>
              </p14:nvContentPartPr>
              <p14:xfrm>
                <a:off x="8460180" y="2948280"/>
                <a:ext cx="79560" cy="51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01177D3-510B-2AB8-9454-9AF6470712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55860" y="2943960"/>
                  <a:ext cx="88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3C87850-D803-6377-73C2-41C70CBDBAEE}"/>
                    </a:ext>
                  </a:extLst>
                </p14:cNvPr>
                <p14:cNvContentPartPr/>
                <p14:nvPr/>
              </p14:nvContentPartPr>
              <p14:xfrm>
                <a:off x="8575380" y="2874480"/>
                <a:ext cx="4320" cy="32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3C87850-D803-6377-73C2-41C70CBDBAE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71060" y="2870160"/>
                  <a:ext cx="12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36BBAB-D5D0-24FC-8F5A-B9A78280D531}"/>
                    </a:ext>
                  </a:extLst>
                </p14:cNvPr>
                <p14:cNvContentPartPr/>
                <p14:nvPr/>
              </p14:nvContentPartPr>
              <p14:xfrm>
                <a:off x="8586900" y="2910480"/>
                <a:ext cx="162720" cy="106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36BBAB-D5D0-24FC-8F5A-B9A78280D53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582580" y="2906160"/>
                  <a:ext cx="171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2ABCC0E-F9F4-3826-4D31-620A8220BC6C}"/>
                    </a:ext>
                  </a:extLst>
                </p14:cNvPr>
                <p14:cNvContentPartPr/>
                <p14:nvPr/>
              </p14:nvContentPartPr>
              <p14:xfrm>
                <a:off x="8796780" y="2921280"/>
                <a:ext cx="52560" cy="87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2ABCC0E-F9F4-3826-4D31-620A8220BC6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92460" y="2916960"/>
                  <a:ext cx="612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8BDCEB1-28EF-9FBB-45CC-65F77E5D547C}"/>
              </a:ext>
            </a:extLst>
          </p:cNvPr>
          <p:cNvGrpSpPr/>
          <p:nvPr/>
        </p:nvGrpSpPr>
        <p:grpSpPr>
          <a:xfrm>
            <a:off x="7734780" y="3215760"/>
            <a:ext cx="250560" cy="186840"/>
            <a:chOff x="7734780" y="3215760"/>
            <a:chExt cx="25056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B114AB6-CDD6-47D6-510D-52A13CCA9303}"/>
                    </a:ext>
                  </a:extLst>
                </p14:cNvPr>
                <p14:cNvContentPartPr/>
                <p14:nvPr/>
              </p14:nvContentPartPr>
              <p14:xfrm>
                <a:off x="7734780" y="3246360"/>
                <a:ext cx="122400" cy="156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B114AB6-CDD6-47D6-510D-52A13CCA930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730460" y="3242040"/>
                  <a:ext cx="131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E3ACB06-E265-6C66-BB67-8F2559775530}"/>
                    </a:ext>
                  </a:extLst>
                </p14:cNvPr>
                <p14:cNvContentPartPr/>
                <p14:nvPr/>
              </p14:nvContentPartPr>
              <p14:xfrm>
                <a:off x="7891380" y="3333120"/>
                <a:ext cx="24840" cy="69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E3ACB06-E265-6C66-BB67-8F255977553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887060" y="3328800"/>
                  <a:ext cx="33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B750F9-94E3-E6FC-A2C9-E017ABF6E1ED}"/>
                    </a:ext>
                  </a:extLst>
                </p14:cNvPr>
                <p14:cNvContentPartPr/>
                <p14:nvPr/>
              </p14:nvContentPartPr>
              <p14:xfrm>
                <a:off x="7972740" y="3215760"/>
                <a:ext cx="12600" cy="42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B750F9-94E3-E6FC-A2C9-E017ABF6E1E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68420" y="3211440"/>
                  <a:ext cx="212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C6CED96-46AD-F27F-22F6-BFCD448C20D3}"/>
              </a:ext>
            </a:extLst>
          </p:cNvPr>
          <p:cNvGrpSpPr/>
          <p:nvPr/>
        </p:nvGrpSpPr>
        <p:grpSpPr>
          <a:xfrm>
            <a:off x="3078900" y="2256720"/>
            <a:ext cx="3257280" cy="1176120"/>
            <a:chOff x="3078900" y="2256720"/>
            <a:chExt cx="3257280" cy="11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FEE3D77-F7C3-51EF-07F9-9324FAC8EC87}"/>
                    </a:ext>
                  </a:extLst>
                </p14:cNvPr>
                <p14:cNvContentPartPr/>
                <p14:nvPr/>
              </p14:nvContentPartPr>
              <p14:xfrm>
                <a:off x="4935420" y="2256720"/>
                <a:ext cx="1400760" cy="1176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FEE3D77-F7C3-51EF-07F9-9324FAC8EC8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31100" y="2252400"/>
                  <a:ext cx="1409400" cy="11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DBCF251-F756-CB4B-DDDE-A4AF12B746EE}"/>
                    </a:ext>
                  </a:extLst>
                </p14:cNvPr>
                <p14:cNvContentPartPr/>
                <p14:nvPr/>
              </p14:nvContentPartPr>
              <p14:xfrm>
                <a:off x="3078900" y="2776560"/>
                <a:ext cx="2130480" cy="265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DBCF251-F756-CB4B-DDDE-A4AF12B746E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074580" y="2772240"/>
                  <a:ext cx="213912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48CADA6-3B73-0EAD-7B9D-9A8B38262591}"/>
                  </a:ext>
                </a:extLst>
              </p14:cNvPr>
              <p14:cNvContentPartPr/>
              <p14:nvPr/>
            </p14:nvContentPartPr>
            <p14:xfrm>
              <a:off x="748260" y="2759280"/>
              <a:ext cx="155160" cy="3135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48CADA6-3B73-0EAD-7B9D-9A8B3826259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43940" y="2754960"/>
                <a:ext cx="163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9905BA9-2BA7-2DBD-2B3C-37477648C569}"/>
                  </a:ext>
                </a:extLst>
              </p14:cNvPr>
              <p14:cNvContentPartPr/>
              <p14:nvPr/>
            </p14:nvContentPartPr>
            <p14:xfrm>
              <a:off x="923940" y="2940720"/>
              <a:ext cx="226080" cy="698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9905BA9-2BA7-2DBD-2B3C-37477648C56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19620" y="2936400"/>
                <a:ext cx="2347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20C8BFB-D82B-B7DE-2E6B-1DFCE49B1848}"/>
                  </a:ext>
                </a:extLst>
              </p14:cNvPr>
              <p14:cNvContentPartPr/>
              <p14:nvPr/>
            </p14:nvContentPartPr>
            <p14:xfrm>
              <a:off x="1103220" y="2985000"/>
              <a:ext cx="85680" cy="2131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20C8BFB-D82B-B7DE-2E6B-1DFCE49B184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98900" y="2980680"/>
                <a:ext cx="943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A16392B-3036-04C5-DDC8-5B7E2282A932}"/>
                  </a:ext>
                </a:extLst>
              </p14:cNvPr>
              <p14:cNvContentPartPr/>
              <p14:nvPr/>
            </p14:nvContentPartPr>
            <p14:xfrm>
              <a:off x="1151100" y="2928480"/>
              <a:ext cx="75960" cy="874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A16392B-3036-04C5-DDC8-5B7E2282A93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146780" y="2924160"/>
                <a:ext cx="846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055A74F-B862-1B9F-69C9-42356F995CA6}"/>
                  </a:ext>
                </a:extLst>
              </p14:cNvPr>
              <p14:cNvContentPartPr/>
              <p14:nvPr/>
            </p14:nvContentPartPr>
            <p14:xfrm>
              <a:off x="1265940" y="2771520"/>
              <a:ext cx="101160" cy="2354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055A74F-B862-1B9F-69C9-42356F995CA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261620" y="2767200"/>
                <a:ext cx="1098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1CD166F6-82E4-BF8D-639E-A5E8CE1D20FF}"/>
                  </a:ext>
                </a:extLst>
              </p14:cNvPr>
              <p14:cNvContentPartPr/>
              <p14:nvPr/>
            </p14:nvContentPartPr>
            <p14:xfrm>
              <a:off x="1337940" y="2886000"/>
              <a:ext cx="72000" cy="838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1CD166F6-82E4-BF8D-639E-A5E8CE1D20F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333620" y="2881680"/>
                <a:ext cx="80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1E1988E-BC14-6051-A5B6-CB88231230B5}"/>
                  </a:ext>
                </a:extLst>
              </p14:cNvPr>
              <p14:cNvContentPartPr/>
              <p14:nvPr/>
            </p14:nvContentPartPr>
            <p14:xfrm>
              <a:off x="1421820" y="2888160"/>
              <a:ext cx="219960" cy="637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1E1988E-BC14-6051-A5B6-CB88231230B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417500" y="2883840"/>
                <a:ext cx="2286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D7DFFAC-6B96-4566-607F-AC8AF1DFCAA2}"/>
                  </a:ext>
                </a:extLst>
              </p14:cNvPr>
              <p14:cNvContentPartPr/>
              <p14:nvPr/>
            </p14:nvContentPartPr>
            <p14:xfrm>
              <a:off x="1677060" y="2859360"/>
              <a:ext cx="248400" cy="954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D7DFFAC-6B96-4566-607F-AC8AF1DFCAA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672740" y="2855040"/>
                <a:ext cx="2570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6A2537D-A045-0984-6DB4-5AB46D3C041F}"/>
                  </a:ext>
                </a:extLst>
              </p14:cNvPr>
              <p14:cNvContentPartPr/>
              <p14:nvPr/>
            </p14:nvContentPartPr>
            <p14:xfrm>
              <a:off x="1949220" y="2739840"/>
              <a:ext cx="141120" cy="2278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6A2537D-A045-0984-6DB4-5AB46D3C041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944900" y="2735520"/>
                <a:ext cx="1497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CF459E4-06A3-B112-A282-59CC52C7924D}"/>
                  </a:ext>
                </a:extLst>
              </p14:cNvPr>
              <p14:cNvContentPartPr/>
              <p14:nvPr/>
            </p14:nvContentPartPr>
            <p14:xfrm>
              <a:off x="1961460" y="2865120"/>
              <a:ext cx="129600" cy="658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CF459E4-06A3-B112-A282-59CC52C7924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957140" y="2860800"/>
                <a:ext cx="1382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7F855AD-B95B-1D6B-A2DA-E4107FAEED4F}"/>
                  </a:ext>
                </a:extLst>
              </p14:cNvPr>
              <p14:cNvContentPartPr/>
              <p14:nvPr/>
            </p14:nvContentPartPr>
            <p14:xfrm>
              <a:off x="2151180" y="2767560"/>
              <a:ext cx="8640" cy="45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7F855AD-B95B-1D6B-A2DA-E4107FAEED4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46860" y="2763240"/>
                <a:ext cx="172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6F43A66-26AE-6195-5837-23A3C4CF6DAD}"/>
                  </a:ext>
                </a:extLst>
              </p14:cNvPr>
              <p14:cNvContentPartPr/>
              <p14:nvPr/>
            </p14:nvContentPartPr>
            <p14:xfrm>
              <a:off x="2176020" y="2852880"/>
              <a:ext cx="99360" cy="453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6F43A66-26AE-6195-5837-23A3C4CF6DA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171700" y="2848560"/>
                <a:ext cx="108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5C6B29E-70E1-35F0-8225-EBA51960A7A2}"/>
                  </a:ext>
                </a:extLst>
              </p14:cNvPr>
              <p14:cNvContentPartPr/>
              <p14:nvPr/>
            </p14:nvContentPartPr>
            <p14:xfrm>
              <a:off x="2195100" y="2828400"/>
              <a:ext cx="252360" cy="363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5C6B29E-70E1-35F0-8225-EBA51960A7A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190780" y="2824080"/>
                <a:ext cx="26100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96B5A85-953F-306C-108A-3A4D20EEECE5}"/>
                  </a:ext>
                </a:extLst>
              </p14:cNvPr>
              <p14:cNvContentPartPr/>
              <p14:nvPr/>
            </p14:nvContentPartPr>
            <p14:xfrm>
              <a:off x="603540" y="3214320"/>
              <a:ext cx="124200" cy="282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96B5A85-953F-306C-108A-3A4D20EEECE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99220" y="3210000"/>
                <a:ext cx="13284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78E0FD3-8EFB-44A2-6645-7531382D8883}"/>
                  </a:ext>
                </a:extLst>
              </p14:cNvPr>
              <p14:cNvContentPartPr/>
              <p14:nvPr/>
            </p14:nvContentPartPr>
            <p14:xfrm>
              <a:off x="654300" y="3170760"/>
              <a:ext cx="317160" cy="279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78E0FD3-8EFB-44A2-6645-7531382D8883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49980" y="3166440"/>
                <a:ext cx="3258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3270DDD-05B4-F77F-2574-E20C5A4D8C0B}"/>
                  </a:ext>
                </a:extLst>
              </p14:cNvPr>
              <p14:cNvContentPartPr/>
              <p14:nvPr/>
            </p14:nvContentPartPr>
            <p14:xfrm>
              <a:off x="896940" y="3355800"/>
              <a:ext cx="66240" cy="763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3270DDD-05B4-F77F-2574-E20C5A4D8C0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92620" y="3351480"/>
                <a:ext cx="748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49F6B0A-CD66-E16D-23AF-4D0BCC603184}"/>
                  </a:ext>
                </a:extLst>
              </p14:cNvPr>
              <p14:cNvContentPartPr/>
              <p14:nvPr/>
            </p14:nvContentPartPr>
            <p14:xfrm>
              <a:off x="1099980" y="3300360"/>
              <a:ext cx="118800" cy="1292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49F6B0A-CD66-E16D-23AF-4D0BCC60318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95660" y="3296040"/>
                <a:ext cx="1274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1EFF8C4-9D84-54B2-9537-441659A3685D}"/>
                  </a:ext>
                </a:extLst>
              </p14:cNvPr>
              <p14:cNvContentPartPr/>
              <p14:nvPr/>
            </p14:nvContentPartPr>
            <p14:xfrm>
              <a:off x="1259820" y="3202080"/>
              <a:ext cx="105480" cy="2455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1EFF8C4-9D84-54B2-9537-441659A3685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255500" y="3197760"/>
                <a:ext cx="1141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AB4D755-5611-C619-785C-DE7B538E057E}"/>
                  </a:ext>
                </a:extLst>
              </p14:cNvPr>
              <p14:cNvContentPartPr/>
              <p14:nvPr/>
            </p14:nvContentPartPr>
            <p14:xfrm>
              <a:off x="1300500" y="3309360"/>
              <a:ext cx="360" cy="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AB4D755-5611-C619-785C-DE7B538E057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296180" y="330504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75FC62A-AE68-D201-FF76-848B1D28DFD6}"/>
                  </a:ext>
                </a:extLst>
              </p14:cNvPr>
              <p14:cNvContentPartPr/>
              <p14:nvPr/>
            </p14:nvContentPartPr>
            <p14:xfrm>
              <a:off x="1354140" y="3312600"/>
              <a:ext cx="360" cy="3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75FC62A-AE68-D201-FF76-848B1D28DFD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349820" y="330828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5B6C0C4-3B31-9855-C6A6-B80F40B843F6}"/>
                  </a:ext>
                </a:extLst>
              </p14:cNvPr>
              <p14:cNvContentPartPr/>
              <p14:nvPr/>
            </p14:nvContentPartPr>
            <p14:xfrm>
              <a:off x="1249020" y="3313320"/>
              <a:ext cx="111960" cy="486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5B6C0C4-3B31-9855-C6A6-B80F40B843F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244700" y="3309000"/>
                <a:ext cx="1206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84619E2-0F1C-B840-B97B-07389985339A}"/>
                  </a:ext>
                </a:extLst>
              </p14:cNvPr>
              <p14:cNvContentPartPr/>
              <p14:nvPr/>
            </p14:nvContentPartPr>
            <p14:xfrm>
              <a:off x="1387980" y="3244920"/>
              <a:ext cx="113400" cy="123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84619E2-0F1C-B840-B97B-07389985339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383660" y="3240600"/>
                <a:ext cx="1220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2C500A8-F3EF-B132-BD7F-DA22A52A0A2E}"/>
                  </a:ext>
                </a:extLst>
              </p14:cNvPr>
              <p14:cNvContentPartPr/>
              <p14:nvPr/>
            </p14:nvContentPartPr>
            <p14:xfrm>
              <a:off x="1485540" y="3292440"/>
              <a:ext cx="75240" cy="81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2C500A8-F3EF-B132-BD7F-DA22A52A0A2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481220" y="3288120"/>
                <a:ext cx="838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5423385-9148-DEE7-32D9-5F5A9493BDCC}"/>
                  </a:ext>
                </a:extLst>
              </p14:cNvPr>
              <p14:cNvContentPartPr/>
              <p14:nvPr/>
            </p14:nvContentPartPr>
            <p14:xfrm>
              <a:off x="1671660" y="3154200"/>
              <a:ext cx="87840" cy="2300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5423385-9148-DEE7-32D9-5F5A9493BDC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667340" y="3149880"/>
                <a:ext cx="96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ACD6675-30CD-7C3C-4119-CE30A5D7A218}"/>
                  </a:ext>
                </a:extLst>
              </p14:cNvPr>
              <p14:cNvContentPartPr/>
              <p14:nvPr/>
            </p14:nvContentPartPr>
            <p14:xfrm>
              <a:off x="1664100" y="3256440"/>
              <a:ext cx="188280" cy="1062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ACD6675-30CD-7C3C-4119-CE30A5D7A21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59780" y="3252120"/>
                <a:ext cx="1969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DED8BBA3-A88E-9922-D187-D3BC7A3CD9ED}"/>
                  </a:ext>
                </a:extLst>
              </p14:cNvPr>
              <p14:cNvContentPartPr/>
              <p14:nvPr/>
            </p14:nvContentPartPr>
            <p14:xfrm>
              <a:off x="1752660" y="3259680"/>
              <a:ext cx="188280" cy="3052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DED8BBA3-A88E-9922-D187-D3BC7A3CD9E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748340" y="3255360"/>
                <a:ext cx="1969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09C782D-F9A0-4B55-7C1B-FC2F69CFEE59}"/>
                  </a:ext>
                </a:extLst>
              </p14:cNvPr>
              <p14:cNvContentPartPr/>
              <p14:nvPr/>
            </p14:nvContentPartPr>
            <p14:xfrm>
              <a:off x="1978380" y="3283440"/>
              <a:ext cx="86400" cy="316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09C782D-F9A0-4B55-7C1B-FC2F69CFEE5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974060" y="3279120"/>
                <a:ext cx="950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E049B84-A30E-3E78-4029-54815A16C1F7}"/>
                  </a:ext>
                </a:extLst>
              </p14:cNvPr>
              <p14:cNvContentPartPr/>
              <p14:nvPr/>
            </p14:nvContentPartPr>
            <p14:xfrm>
              <a:off x="1913220" y="3267240"/>
              <a:ext cx="190440" cy="2545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E049B84-A30E-3E78-4029-54815A16C1F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908900" y="3262920"/>
                <a:ext cx="1990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53DADB9-8CF0-D615-0E20-775FD83A2025}"/>
                  </a:ext>
                </a:extLst>
              </p14:cNvPr>
              <p14:cNvContentPartPr/>
              <p14:nvPr/>
            </p14:nvContentPartPr>
            <p14:xfrm>
              <a:off x="2264220" y="3321600"/>
              <a:ext cx="14760" cy="205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53DADB9-8CF0-D615-0E20-775FD83A202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259900" y="3317280"/>
                <a:ext cx="2340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0611B38-75AB-3BDC-524B-C6D4B056C75C}"/>
              </a:ext>
            </a:extLst>
          </p:cNvPr>
          <p:cNvGrpSpPr/>
          <p:nvPr/>
        </p:nvGrpSpPr>
        <p:grpSpPr>
          <a:xfrm>
            <a:off x="362340" y="3680520"/>
            <a:ext cx="2374200" cy="1017720"/>
            <a:chOff x="362340" y="3680520"/>
            <a:chExt cx="2374200" cy="10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1327617-436C-975F-A176-C946C488BF9D}"/>
                    </a:ext>
                  </a:extLst>
                </p14:cNvPr>
                <p14:cNvContentPartPr/>
                <p14:nvPr/>
              </p14:nvContentPartPr>
              <p14:xfrm>
                <a:off x="431460" y="3778080"/>
                <a:ext cx="227880" cy="271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1327617-436C-975F-A176-C946C488BF9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7140" y="3773760"/>
                  <a:ext cx="2365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18D9962-AB0F-B2E5-FAC9-5B78C42E5F5A}"/>
                    </a:ext>
                  </a:extLst>
                </p14:cNvPr>
                <p14:cNvContentPartPr/>
                <p14:nvPr/>
              </p14:nvContentPartPr>
              <p14:xfrm>
                <a:off x="525780" y="3858000"/>
                <a:ext cx="185400" cy="87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18D9962-AB0F-B2E5-FAC9-5B78C42E5F5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1460" y="3853680"/>
                  <a:ext cx="194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C8A2161-20A2-577C-B7D6-7A9E79E9EE7A}"/>
                    </a:ext>
                  </a:extLst>
                </p14:cNvPr>
                <p14:cNvContentPartPr/>
                <p14:nvPr/>
              </p14:nvContentPartPr>
              <p14:xfrm>
                <a:off x="726660" y="3776640"/>
                <a:ext cx="82440" cy="190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C8A2161-20A2-577C-B7D6-7A9E79E9EE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2340" y="3772320"/>
                  <a:ext cx="91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C44B2A8-B53A-52A0-1557-0843861C2C17}"/>
                    </a:ext>
                  </a:extLst>
                </p14:cNvPr>
                <p14:cNvContentPartPr/>
                <p14:nvPr/>
              </p14:nvContentPartPr>
              <p14:xfrm>
                <a:off x="814860" y="3715080"/>
                <a:ext cx="111960" cy="262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C44B2A8-B53A-52A0-1557-0843861C2C1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0540" y="3710760"/>
                  <a:ext cx="120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6D4B585-DB0C-84A2-4CEC-F1A7D1CDCE5D}"/>
                    </a:ext>
                  </a:extLst>
                </p14:cNvPr>
                <p14:cNvContentPartPr/>
                <p14:nvPr/>
              </p14:nvContentPartPr>
              <p14:xfrm>
                <a:off x="890460" y="3865560"/>
                <a:ext cx="60120" cy="81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6D4B585-DB0C-84A2-4CEC-F1A7D1CDCE5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6140" y="3861240"/>
                  <a:ext cx="68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7A6FC4-3AD6-7A31-3F0D-A73FFCB3AF96}"/>
                    </a:ext>
                  </a:extLst>
                </p14:cNvPr>
                <p14:cNvContentPartPr/>
                <p14:nvPr/>
              </p14:nvContentPartPr>
              <p14:xfrm>
                <a:off x="1016820" y="3845760"/>
                <a:ext cx="87840" cy="81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7A6FC4-3AD6-7A31-3F0D-A73FFCB3AF9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2500" y="3841440"/>
                  <a:ext cx="96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7B387CA-E5F5-4615-5A21-3A0896640C65}"/>
                    </a:ext>
                  </a:extLst>
                </p14:cNvPr>
                <p14:cNvContentPartPr/>
                <p14:nvPr/>
              </p14:nvContentPartPr>
              <p14:xfrm>
                <a:off x="1130940" y="3838920"/>
                <a:ext cx="103320" cy="90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7B387CA-E5F5-4615-5A21-3A0896640C6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6620" y="3834600"/>
                  <a:ext cx="111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84DC70A-488F-30D3-C548-ACDF913E61DB}"/>
                    </a:ext>
                  </a:extLst>
                </p14:cNvPr>
                <p14:cNvContentPartPr/>
                <p14:nvPr/>
              </p14:nvContentPartPr>
              <p14:xfrm>
                <a:off x="1337580" y="3693840"/>
                <a:ext cx="80280" cy="234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84DC70A-488F-30D3-C548-ACDF913E61D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333260" y="3689520"/>
                  <a:ext cx="88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9B64F8C-D629-BDCE-45C2-01B2F72A7BD3}"/>
                    </a:ext>
                  </a:extLst>
                </p14:cNvPr>
                <p14:cNvContentPartPr/>
                <p14:nvPr/>
              </p14:nvContentPartPr>
              <p14:xfrm>
                <a:off x="1284300" y="3833520"/>
                <a:ext cx="100440" cy="15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9B64F8C-D629-BDCE-45C2-01B2F72A7BD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79980" y="3829200"/>
                  <a:ext cx="109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6EA7C5D-596C-A76A-6877-1EBEB8265A2A}"/>
                    </a:ext>
                  </a:extLst>
                </p14:cNvPr>
                <p14:cNvContentPartPr/>
                <p14:nvPr/>
              </p14:nvContentPartPr>
              <p14:xfrm>
                <a:off x="1425060" y="3828480"/>
                <a:ext cx="133200" cy="63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6EA7C5D-596C-A76A-6877-1EBEB8265A2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20740" y="3824160"/>
                  <a:ext cx="141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8574C41-D842-D9FD-8857-13980B77556A}"/>
                    </a:ext>
                  </a:extLst>
                </p14:cNvPr>
                <p14:cNvContentPartPr/>
                <p14:nvPr/>
              </p14:nvContentPartPr>
              <p14:xfrm>
                <a:off x="1693620" y="3743160"/>
                <a:ext cx="162720" cy="114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8574C41-D842-D9FD-8857-13980B77556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689300" y="3738840"/>
                  <a:ext cx="171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D0784A7-EC23-ED66-58BB-7F2330FB0F6A}"/>
                    </a:ext>
                  </a:extLst>
                </p14:cNvPr>
                <p14:cNvContentPartPr/>
                <p14:nvPr/>
              </p14:nvContentPartPr>
              <p14:xfrm>
                <a:off x="1924740" y="3732720"/>
                <a:ext cx="79920" cy="107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D0784A7-EC23-ED66-58BB-7F2330FB0F6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20420" y="3728400"/>
                  <a:ext cx="88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2F3898F-DFFE-1346-A6C7-908B342EF39A}"/>
                    </a:ext>
                  </a:extLst>
                </p14:cNvPr>
                <p14:cNvContentPartPr/>
                <p14:nvPr/>
              </p14:nvContentPartPr>
              <p14:xfrm>
                <a:off x="2038140" y="3707160"/>
                <a:ext cx="244800" cy="93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2F3898F-DFFE-1346-A6C7-908B342EF39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33820" y="3702840"/>
                  <a:ext cx="253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E356F68-66E5-ACC0-C8EE-DD0A26789B6A}"/>
                    </a:ext>
                  </a:extLst>
                </p14:cNvPr>
                <p14:cNvContentPartPr/>
                <p14:nvPr/>
              </p14:nvContentPartPr>
              <p14:xfrm>
                <a:off x="2310300" y="3680520"/>
                <a:ext cx="49680" cy="1105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E356F68-66E5-ACC0-C8EE-DD0A26789B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05980" y="3676200"/>
                  <a:ext cx="58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47DE75B-3F6D-33A6-796A-6EA8F4B33B5D}"/>
                    </a:ext>
                  </a:extLst>
                </p14:cNvPr>
                <p14:cNvContentPartPr/>
                <p14:nvPr/>
              </p14:nvContentPartPr>
              <p14:xfrm>
                <a:off x="2393460" y="3698160"/>
                <a:ext cx="81720" cy="72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47DE75B-3F6D-33A6-796A-6EA8F4B33B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89140" y="3693840"/>
                  <a:ext cx="90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FC322A-0452-86C2-765F-17BD54B686F6}"/>
                    </a:ext>
                  </a:extLst>
                </p14:cNvPr>
                <p14:cNvContentPartPr/>
                <p14:nvPr/>
              </p14:nvContentPartPr>
              <p14:xfrm>
                <a:off x="2474820" y="3681960"/>
                <a:ext cx="119520" cy="123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FC322A-0452-86C2-765F-17BD54B686F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70500" y="3677640"/>
                  <a:ext cx="128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C34D9EE-FBF9-50B3-6597-F897581501B9}"/>
                    </a:ext>
                  </a:extLst>
                </p14:cNvPr>
                <p14:cNvContentPartPr/>
                <p14:nvPr/>
              </p14:nvContentPartPr>
              <p14:xfrm>
                <a:off x="2628540" y="3683040"/>
                <a:ext cx="108000" cy="146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C34D9EE-FBF9-50B3-6597-F897581501B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24220" y="3678720"/>
                  <a:ext cx="116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0947E5F-709E-E60C-3A02-EC4B5EF02A77}"/>
                    </a:ext>
                  </a:extLst>
                </p14:cNvPr>
                <p14:cNvContentPartPr/>
                <p14:nvPr/>
              </p14:nvContentPartPr>
              <p14:xfrm>
                <a:off x="362340" y="4223040"/>
                <a:ext cx="64080" cy="98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0947E5F-709E-E60C-3A02-EC4B5EF02A7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8020" y="4218720"/>
                  <a:ext cx="72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D56DB2B-8819-B7CA-60C6-CAB5DECEA9DF}"/>
                    </a:ext>
                  </a:extLst>
                </p14:cNvPr>
                <p14:cNvContentPartPr/>
                <p14:nvPr/>
              </p14:nvContentPartPr>
              <p14:xfrm>
                <a:off x="442980" y="4177680"/>
                <a:ext cx="131040" cy="120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D56DB2B-8819-B7CA-60C6-CAB5DECEA9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8660" y="4173360"/>
                  <a:ext cx="139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CFA408F-915E-FE5A-88F2-9EC15144D2C4}"/>
                    </a:ext>
                  </a:extLst>
                </p14:cNvPr>
                <p14:cNvContentPartPr/>
                <p14:nvPr/>
              </p14:nvContentPartPr>
              <p14:xfrm>
                <a:off x="611100" y="4095600"/>
                <a:ext cx="43200" cy="182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CFA408F-915E-FE5A-88F2-9EC15144D2C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6780" y="4091280"/>
                  <a:ext cx="51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AB36EB6-A912-D553-83B5-825C270643FE}"/>
                    </a:ext>
                  </a:extLst>
                </p14:cNvPr>
                <p14:cNvContentPartPr/>
                <p14:nvPr/>
              </p14:nvContentPartPr>
              <p14:xfrm>
                <a:off x="586620" y="4173360"/>
                <a:ext cx="130320" cy="30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AB36EB6-A912-D553-83B5-825C270643F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82300" y="4169040"/>
                  <a:ext cx="138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5538DDF-CDA9-9CEA-CA90-F837BB10161D}"/>
                    </a:ext>
                  </a:extLst>
                </p14:cNvPr>
                <p14:cNvContentPartPr/>
                <p14:nvPr/>
              </p14:nvContentPartPr>
              <p14:xfrm>
                <a:off x="803700" y="4034400"/>
                <a:ext cx="281880" cy="271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5538DDF-CDA9-9CEA-CA90-F837BB10161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9380" y="4030080"/>
                  <a:ext cx="2905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A1139F5-BB8A-D09A-23CA-371FE0E96348}"/>
                    </a:ext>
                  </a:extLst>
                </p14:cNvPr>
                <p14:cNvContentPartPr/>
                <p14:nvPr/>
              </p14:nvContentPartPr>
              <p14:xfrm>
                <a:off x="1090620" y="4162920"/>
                <a:ext cx="41760" cy="85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A1139F5-BB8A-D09A-23CA-371FE0E9634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6300" y="4158600"/>
                  <a:ext cx="504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CF7818F-330E-E899-B9BC-5932824776BB}"/>
                    </a:ext>
                  </a:extLst>
                </p14:cNvPr>
                <p14:cNvContentPartPr/>
                <p14:nvPr/>
              </p14:nvContentPartPr>
              <p14:xfrm>
                <a:off x="1231380" y="4135920"/>
                <a:ext cx="48960" cy="968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CF7818F-330E-E899-B9BC-5932824776B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27060" y="4131600"/>
                  <a:ext cx="57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7582440-1CA1-C7C5-635A-40E750977216}"/>
                    </a:ext>
                  </a:extLst>
                </p14:cNvPr>
                <p14:cNvContentPartPr/>
                <p14:nvPr/>
              </p14:nvContentPartPr>
              <p14:xfrm>
                <a:off x="1369620" y="4017120"/>
                <a:ext cx="91800" cy="211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7582440-1CA1-C7C5-635A-40E75097721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365300" y="4012800"/>
                  <a:ext cx="100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6455E22-66EE-3A1C-D579-E2F87C4794D4}"/>
                    </a:ext>
                  </a:extLst>
                </p14:cNvPr>
                <p14:cNvContentPartPr/>
                <p14:nvPr/>
              </p14:nvContentPartPr>
              <p14:xfrm>
                <a:off x="1345860" y="4086240"/>
                <a:ext cx="174600" cy="91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6455E22-66EE-3A1C-D579-E2F87C4794D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341540" y="4081920"/>
                  <a:ext cx="183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B76D2E1-FEAE-7DD3-DCEE-92820AC17553}"/>
                    </a:ext>
                  </a:extLst>
                </p14:cNvPr>
                <p14:cNvContentPartPr/>
                <p14:nvPr/>
              </p14:nvContentPartPr>
              <p14:xfrm>
                <a:off x="1542420" y="4090200"/>
                <a:ext cx="48960" cy="85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B76D2E1-FEAE-7DD3-DCEE-92820AC175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38100" y="4085880"/>
                  <a:ext cx="576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07F8C18-98D9-C4EE-45D4-752D741ABB8F}"/>
                    </a:ext>
                  </a:extLst>
                </p14:cNvPr>
                <p14:cNvContentPartPr/>
                <p14:nvPr/>
              </p14:nvContentPartPr>
              <p14:xfrm>
                <a:off x="1830780" y="3960960"/>
                <a:ext cx="55080" cy="197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07F8C18-98D9-C4EE-45D4-752D741ABB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26460" y="3956640"/>
                  <a:ext cx="63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156F52E-5D0F-7EA5-AA6D-C8A51CA6ED36}"/>
                    </a:ext>
                  </a:extLst>
                </p14:cNvPr>
                <p14:cNvContentPartPr/>
                <p14:nvPr/>
              </p14:nvContentPartPr>
              <p14:xfrm>
                <a:off x="1814580" y="4017840"/>
                <a:ext cx="250920" cy="1555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156F52E-5D0F-7EA5-AA6D-C8A51CA6ED3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10260" y="4013520"/>
                  <a:ext cx="259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554B552-CAE5-BF26-3F15-531BDD807A4F}"/>
                    </a:ext>
                  </a:extLst>
                </p14:cNvPr>
                <p14:cNvContentPartPr/>
                <p14:nvPr/>
              </p14:nvContentPartPr>
              <p14:xfrm>
                <a:off x="2083500" y="4030800"/>
                <a:ext cx="266040" cy="71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554B552-CAE5-BF26-3F15-531BDD807A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79180" y="4026480"/>
                  <a:ext cx="274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9B476B2-2441-0DA8-F1AB-D843EC47EA81}"/>
                    </a:ext>
                  </a:extLst>
                </p14:cNvPr>
                <p14:cNvContentPartPr/>
                <p14:nvPr/>
              </p14:nvContentPartPr>
              <p14:xfrm>
                <a:off x="453060" y="4259040"/>
                <a:ext cx="644760" cy="439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9B476B2-2441-0DA8-F1AB-D843EC47EA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8740" y="4254720"/>
                  <a:ext cx="6534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3A2DCA0-4B82-F0CF-A169-94C686C26A1D}"/>
                    </a:ext>
                  </a:extLst>
                </p14:cNvPr>
                <p14:cNvContentPartPr/>
                <p14:nvPr/>
              </p14:nvContentPartPr>
              <p14:xfrm>
                <a:off x="1087740" y="4445160"/>
                <a:ext cx="57240" cy="77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3A2DCA0-4B82-F0CF-A169-94C686C26A1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3420" y="4440840"/>
                  <a:ext cx="6588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F07A40E-A30F-52A6-44D4-83AF588BEC8D}"/>
                  </a:ext>
                </a:extLst>
              </p14:cNvPr>
              <p14:cNvContentPartPr/>
              <p14:nvPr/>
            </p14:nvContentPartPr>
            <p14:xfrm>
              <a:off x="1327500" y="4513560"/>
              <a:ext cx="34920" cy="25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F07A40E-A30F-52A6-44D4-83AF588BEC8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323180" y="4509240"/>
                <a:ext cx="43560" cy="1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0A2774E-62F8-BF08-4807-4B21CAC7C6A7}"/>
              </a:ext>
            </a:extLst>
          </p:cNvPr>
          <p:cNvGrpSpPr/>
          <p:nvPr/>
        </p:nvGrpSpPr>
        <p:grpSpPr>
          <a:xfrm>
            <a:off x="6139120" y="504560"/>
            <a:ext cx="4112780" cy="1255480"/>
            <a:chOff x="6139120" y="504560"/>
            <a:chExt cx="4112780" cy="125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3BCB0AE-539E-3EFD-6C34-76361ACFC322}"/>
                    </a:ext>
                  </a:extLst>
                </p14:cNvPr>
                <p14:cNvContentPartPr/>
                <p14:nvPr/>
              </p14:nvContentPartPr>
              <p14:xfrm>
                <a:off x="6176920" y="701480"/>
                <a:ext cx="896760" cy="231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3BCB0AE-539E-3EFD-6C34-76361ACFC32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72600" y="697160"/>
                  <a:ext cx="905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372D7D-3BBA-12CE-609F-B61F1AA64450}"/>
                    </a:ext>
                  </a:extLst>
                </p14:cNvPr>
                <p14:cNvContentPartPr/>
                <p14:nvPr/>
              </p14:nvContentPartPr>
              <p14:xfrm>
                <a:off x="6139120" y="882200"/>
                <a:ext cx="72000" cy="83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372D7D-3BBA-12CE-609F-B61F1AA6445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34800" y="877880"/>
                  <a:ext cx="80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315849-4F67-3B31-6002-06284B32EBC6}"/>
                    </a:ext>
                  </a:extLst>
                </p14:cNvPr>
                <p14:cNvContentPartPr/>
                <p14:nvPr/>
              </p14:nvContentPartPr>
              <p14:xfrm>
                <a:off x="7136680" y="657200"/>
                <a:ext cx="75600" cy="89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315849-4F67-3B31-6002-06284B32EBC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32360" y="652880"/>
                  <a:ext cx="84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A24233E-E71E-ADA8-B9FE-E9D9E4A07D66}"/>
                    </a:ext>
                  </a:extLst>
                </p14:cNvPr>
                <p14:cNvContentPartPr/>
                <p14:nvPr/>
              </p14:nvContentPartPr>
              <p14:xfrm>
                <a:off x="7241800" y="596000"/>
                <a:ext cx="59400" cy="129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A24233E-E71E-ADA8-B9FE-E9D9E4A07D6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37480" y="591680"/>
                  <a:ext cx="68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70557A-2B57-CB26-C8F5-E2EF8AD56473}"/>
                    </a:ext>
                  </a:extLst>
                </p14:cNvPr>
                <p14:cNvContentPartPr/>
                <p14:nvPr/>
              </p14:nvContentPartPr>
              <p14:xfrm>
                <a:off x="7257280" y="626960"/>
                <a:ext cx="110520" cy="73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70557A-2B57-CB26-C8F5-E2EF8AD564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52960" y="622640"/>
                  <a:ext cx="119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EA0761-FD4A-8D5A-04CA-6476D4BF3DE0}"/>
                    </a:ext>
                  </a:extLst>
                </p14:cNvPr>
                <p14:cNvContentPartPr/>
                <p14:nvPr/>
              </p14:nvContentPartPr>
              <p14:xfrm>
                <a:off x="7359160" y="651800"/>
                <a:ext cx="40680" cy="57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5EA0761-FD4A-8D5A-04CA-6476D4BF3DE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354840" y="647480"/>
                  <a:ext cx="49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23D848-495B-169F-8951-C11CDB0ADAE9}"/>
                    </a:ext>
                  </a:extLst>
                </p14:cNvPr>
                <p14:cNvContentPartPr/>
                <p14:nvPr/>
              </p14:nvContentPartPr>
              <p14:xfrm>
                <a:off x="7437280" y="550280"/>
                <a:ext cx="95760" cy="178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23D848-495B-169F-8951-C11CDB0ADAE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32960" y="545960"/>
                  <a:ext cx="104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E346AB-65B3-60FD-B65D-C2F934DBD06A}"/>
                    </a:ext>
                  </a:extLst>
                </p14:cNvPr>
                <p14:cNvContentPartPr/>
                <p14:nvPr/>
              </p14:nvContentPartPr>
              <p14:xfrm>
                <a:off x="7420000" y="641000"/>
                <a:ext cx="143640" cy="7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E346AB-65B3-60FD-B65D-C2F934DBD06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415680" y="636680"/>
                  <a:ext cx="152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5818D4E-A7B5-BCE2-0D5F-CE1C36E53CC6}"/>
                    </a:ext>
                  </a:extLst>
                </p14:cNvPr>
                <p14:cNvContentPartPr/>
                <p14:nvPr/>
              </p14:nvContentPartPr>
              <p14:xfrm>
                <a:off x="7445560" y="657200"/>
                <a:ext cx="194040" cy="198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5818D4E-A7B5-BCE2-0D5F-CE1C36E53CC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441240" y="652880"/>
                  <a:ext cx="202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2A48CCB-F61B-974B-BBBA-505A46F7A839}"/>
                    </a:ext>
                  </a:extLst>
                </p14:cNvPr>
                <p14:cNvContentPartPr/>
                <p14:nvPr/>
              </p14:nvContentPartPr>
              <p14:xfrm>
                <a:off x="7663360" y="651800"/>
                <a:ext cx="53280" cy="28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2A48CCB-F61B-974B-BBBA-505A46F7A83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659040" y="647480"/>
                  <a:ext cx="61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2D5905-4D4D-2E7A-6331-AB85374B532C}"/>
                    </a:ext>
                  </a:extLst>
                </p14:cNvPr>
                <p14:cNvContentPartPr/>
                <p14:nvPr/>
              </p14:nvContentPartPr>
              <p14:xfrm>
                <a:off x="7600720" y="651800"/>
                <a:ext cx="136440" cy="241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2D5905-4D4D-2E7A-6331-AB85374B532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96400" y="647480"/>
                  <a:ext cx="145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90C8EA-24AF-576F-9CC3-5DF3D67BFB41}"/>
                    </a:ext>
                  </a:extLst>
                </p14:cNvPr>
                <p14:cNvContentPartPr/>
                <p14:nvPr/>
              </p14:nvContentPartPr>
              <p14:xfrm>
                <a:off x="7819240" y="676280"/>
                <a:ext cx="99720" cy="12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90C8EA-24AF-576F-9CC3-5DF3D67BFB4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14920" y="671960"/>
                  <a:ext cx="108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34B7580-5982-C972-970F-3AF89E95B85E}"/>
                    </a:ext>
                  </a:extLst>
                </p14:cNvPr>
                <p14:cNvContentPartPr/>
                <p14:nvPr/>
              </p14:nvContentPartPr>
              <p14:xfrm>
                <a:off x="7993840" y="581600"/>
                <a:ext cx="66240" cy="123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34B7580-5982-C972-970F-3AF89E95B85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89520" y="577280"/>
                  <a:ext cx="74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8CF679-DEEF-ABEA-EFC7-E3D09FE54ADA}"/>
                    </a:ext>
                  </a:extLst>
                </p14:cNvPr>
                <p14:cNvContentPartPr/>
                <p14:nvPr/>
              </p14:nvContentPartPr>
              <p14:xfrm>
                <a:off x="8038120" y="659720"/>
                <a:ext cx="171000" cy="5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8CF679-DEEF-ABEA-EFC7-E3D09FE54AD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33800" y="655400"/>
                  <a:ext cx="179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1E9A62-53B1-17E0-99AD-42197DF201C9}"/>
                    </a:ext>
                  </a:extLst>
                </p14:cNvPr>
                <p14:cNvContentPartPr/>
                <p14:nvPr/>
              </p14:nvContentPartPr>
              <p14:xfrm>
                <a:off x="8083840" y="674480"/>
                <a:ext cx="183960" cy="226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31E9A62-53B1-17E0-99AD-42197DF201C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79520" y="670160"/>
                  <a:ext cx="192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3C4396-EE80-2863-3EAC-834A16D1C878}"/>
                    </a:ext>
                  </a:extLst>
                </p14:cNvPr>
                <p14:cNvContentPartPr/>
                <p14:nvPr/>
              </p14:nvContentPartPr>
              <p14:xfrm>
                <a:off x="8422600" y="535520"/>
                <a:ext cx="53280" cy="16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3C4396-EE80-2863-3EAC-834A16D1C87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18280" y="531200"/>
                  <a:ext cx="61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7BA384-DD71-A796-8E65-C4244DA2E41D}"/>
                    </a:ext>
                  </a:extLst>
                </p14:cNvPr>
                <p14:cNvContentPartPr/>
                <p14:nvPr/>
              </p14:nvContentPartPr>
              <p14:xfrm>
                <a:off x="8386960" y="621560"/>
                <a:ext cx="126720" cy="67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7BA384-DD71-A796-8E65-C4244DA2E41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382640" y="617240"/>
                  <a:ext cx="1353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E9F349-E2CF-E5EC-C1C8-CD68C4A3E31E}"/>
                    </a:ext>
                  </a:extLst>
                </p14:cNvPr>
                <p14:cNvContentPartPr/>
                <p14:nvPr/>
              </p14:nvContentPartPr>
              <p14:xfrm>
                <a:off x="8524120" y="614720"/>
                <a:ext cx="51840" cy="90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E9F349-E2CF-E5EC-C1C8-CD68C4A3E31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519800" y="610400"/>
                  <a:ext cx="60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AF37517-7C95-0498-97B7-B6EF3EE67B63}"/>
                    </a:ext>
                  </a:extLst>
                </p14:cNvPr>
                <p14:cNvContentPartPr/>
                <p14:nvPr/>
              </p14:nvContentPartPr>
              <p14:xfrm>
                <a:off x="8610880" y="647120"/>
                <a:ext cx="113760" cy="39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AF37517-7C95-0498-97B7-B6EF3EE67B6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06560" y="642800"/>
                  <a:ext cx="122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3F2143-6A0D-FC1F-EA00-012B38DC5472}"/>
                    </a:ext>
                  </a:extLst>
                </p14:cNvPr>
                <p14:cNvContentPartPr/>
                <p14:nvPr/>
              </p14:nvContentPartPr>
              <p14:xfrm>
                <a:off x="8814280" y="504560"/>
                <a:ext cx="423000" cy="340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3F2143-6A0D-FC1F-EA00-012B38DC547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09960" y="500240"/>
                  <a:ext cx="4316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154DEF-6A7D-68C3-B3FD-2063EE4750DF}"/>
                    </a:ext>
                  </a:extLst>
                </p14:cNvPr>
                <p14:cNvContentPartPr/>
                <p14:nvPr/>
              </p14:nvContentPartPr>
              <p14:xfrm>
                <a:off x="9170680" y="624440"/>
                <a:ext cx="88560" cy="74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154DEF-6A7D-68C3-B3FD-2063EE4750D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66360" y="620120"/>
                  <a:ext cx="97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DD9CA9-1CFA-A88D-AB09-0FD6265A296C}"/>
                    </a:ext>
                  </a:extLst>
                </p14:cNvPr>
                <p14:cNvContentPartPr/>
                <p14:nvPr/>
              </p14:nvContentPartPr>
              <p14:xfrm>
                <a:off x="7215880" y="822800"/>
                <a:ext cx="153720" cy="200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DD9CA9-1CFA-A88D-AB09-0FD6265A296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11560" y="818480"/>
                  <a:ext cx="1623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36966C-888F-FBB1-6323-D41B91C5C33A}"/>
                    </a:ext>
                  </a:extLst>
                </p14:cNvPr>
                <p14:cNvContentPartPr/>
                <p14:nvPr/>
              </p14:nvContentPartPr>
              <p14:xfrm>
                <a:off x="7481920" y="825680"/>
                <a:ext cx="186120" cy="132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36966C-888F-FBB1-6323-D41B91C5C33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477600" y="821360"/>
                  <a:ext cx="194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DD9B22-CE76-5801-7AC5-D21AA28BB919}"/>
                    </a:ext>
                  </a:extLst>
                </p14:cNvPr>
                <p14:cNvContentPartPr/>
                <p14:nvPr/>
              </p14:nvContentPartPr>
              <p14:xfrm>
                <a:off x="7597840" y="938000"/>
                <a:ext cx="80640" cy="142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DD9B22-CE76-5801-7AC5-D21AA28BB91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93520" y="933680"/>
                  <a:ext cx="89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D4D9FC-A6EA-600B-75B3-7129B160D358}"/>
                    </a:ext>
                  </a:extLst>
                </p14:cNvPr>
                <p14:cNvContentPartPr/>
                <p14:nvPr/>
              </p14:nvContentPartPr>
              <p14:xfrm>
                <a:off x="7682800" y="893360"/>
                <a:ext cx="10800" cy="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D4D9FC-A6EA-600B-75B3-7129B160D35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678480" y="889040"/>
                  <a:ext cx="194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3A11A9-0CF3-281E-4CC8-CBE479AF2120}"/>
                    </a:ext>
                  </a:extLst>
                </p14:cNvPr>
                <p14:cNvContentPartPr/>
                <p14:nvPr/>
              </p14:nvContentPartPr>
              <p14:xfrm>
                <a:off x="7720240" y="921440"/>
                <a:ext cx="73800" cy="60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3A11A9-0CF3-281E-4CC8-CBE479AF212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15920" y="917120"/>
                  <a:ext cx="82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A9EEC6E-E047-F4B3-C9A6-92C102EFE3DF}"/>
                    </a:ext>
                  </a:extLst>
                </p14:cNvPr>
                <p14:cNvContentPartPr/>
                <p14:nvPr/>
              </p14:nvContentPartPr>
              <p14:xfrm>
                <a:off x="7799800" y="941960"/>
                <a:ext cx="51840" cy="3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A9EEC6E-E047-F4B3-C9A6-92C102EFE3D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795480" y="937640"/>
                  <a:ext cx="60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A45E639-CF0C-368E-54FC-10ADBEBAAE47}"/>
                    </a:ext>
                  </a:extLst>
                </p14:cNvPr>
                <p14:cNvContentPartPr/>
                <p14:nvPr/>
              </p14:nvContentPartPr>
              <p14:xfrm>
                <a:off x="7861720" y="852680"/>
                <a:ext cx="63720" cy="136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A45E639-CF0C-368E-54FC-10ADBEBAAE4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57400" y="848360"/>
                  <a:ext cx="72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FFE659-F2F4-E51A-FC79-C47227E53C48}"/>
                    </a:ext>
                  </a:extLst>
                </p14:cNvPr>
                <p14:cNvContentPartPr/>
                <p14:nvPr/>
              </p14:nvContentPartPr>
              <p14:xfrm>
                <a:off x="7863880" y="942320"/>
                <a:ext cx="91080" cy="34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FFE659-F2F4-E51A-FC79-C47227E53C4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59560" y="938000"/>
                  <a:ext cx="99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7DC5AF-D8BD-F5AD-6FD5-FF4CCEA77169}"/>
                    </a:ext>
                  </a:extLst>
                </p14:cNvPr>
                <p14:cNvContentPartPr/>
                <p14:nvPr/>
              </p14:nvContentPartPr>
              <p14:xfrm>
                <a:off x="7986640" y="877160"/>
                <a:ext cx="3600" cy="51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7DC5AF-D8BD-F5AD-6FD5-FF4CCEA7716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82320" y="872840"/>
                  <a:ext cx="12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7B78629-B900-DD8A-1DF1-1F160693D418}"/>
                    </a:ext>
                  </a:extLst>
                </p14:cNvPr>
                <p14:cNvContentPartPr/>
                <p14:nvPr/>
              </p14:nvContentPartPr>
              <p14:xfrm>
                <a:off x="8011480" y="923600"/>
                <a:ext cx="54360" cy="60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7B78629-B900-DD8A-1DF1-1F160693D41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007160" y="919280"/>
                  <a:ext cx="63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BB03998-306E-A3BC-FE45-5684709707B4}"/>
                    </a:ext>
                  </a:extLst>
                </p14:cNvPr>
                <p14:cNvContentPartPr/>
                <p14:nvPr/>
              </p14:nvContentPartPr>
              <p14:xfrm>
                <a:off x="8082760" y="935840"/>
                <a:ext cx="52560" cy="60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BB03998-306E-A3BC-FE45-5684709707B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78440" y="931520"/>
                  <a:ext cx="61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9C1917-2A69-96CB-8EB7-5321D6C5115E}"/>
                    </a:ext>
                  </a:extLst>
                </p14:cNvPr>
                <p14:cNvContentPartPr/>
                <p14:nvPr/>
              </p14:nvContentPartPr>
              <p14:xfrm>
                <a:off x="8152240" y="944120"/>
                <a:ext cx="68400" cy="5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9C1917-2A69-96CB-8EB7-5321D6C5115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47920" y="939800"/>
                  <a:ext cx="77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07CF41-2751-8BE6-FE30-2F7244E7320B}"/>
                    </a:ext>
                  </a:extLst>
                </p14:cNvPr>
                <p14:cNvContentPartPr/>
                <p14:nvPr/>
              </p14:nvContentPartPr>
              <p14:xfrm>
                <a:off x="8241880" y="993080"/>
                <a:ext cx="5040" cy="4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07CF41-2751-8BE6-FE30-2F7244E7320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37560" y="988760"/>
                  <a:ext cx="1368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AA07376-8C61-F59E-E8EC-40DC44BE6280}"/>
                    </a:ext>
                  </a:extLst>
                </p14:cNvPr>
                <p14:cNvContentPartPr/>
                <p14:nvPr/>
              </p14:nvContentPartPr>
              <p14:xfrm>
                <a:off x="6974680" y="1097480"/>
                <a:ext cx="81720" cy="137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AA07376-8C61-F59E-E8EC-40DC44BE62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970360" y="1093160"/>
                  <a:ext cx="90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57D5D77-1BDD-AD69-912E-94A72504827E}"/>
                    </a:ext>
                  </a:extLst>
                </p14:cNvPr>
                <p14:cNvContentPartPr/>
                <p14:nvPr/>
              </p14:nvContentPartPr>
              <p14:xfrm>
                <a:off x="7074400" y="1181000"/>
                <a:ext cx="39960" cy="38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57D5D77-1BDD-AD69-912E-94A72504827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070080" y="1176680"/>
                  <a:ext cx="48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EB7909-C699-779A-5F38-ED3BB946B6C4}"/>
                    </a:ext>
                  </a:extLst>
                </p14:cNvPr>
                <p14:cNvContentPartPr/>
                <p14:nvPr/>
              </p14:nvContentPartPr>
              <p14:xfrm>
                <a:off x="7143520" y="1169480"/>
                <a:ext cx="50400" cy="47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EB7909-C699-779A-5F38-ED3BB946B6C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139200" y="1165160"/>
                  <a:ext cx="59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494BE67-5B24-0867-11D7-C35AEAB10D79}"/>
                    </a:ext>
                  </a:extLst>
                </p14:cNvPr>
                <p14:cNvContentPartPr/>
                <p14:nvPr/>
              </p14:nvContentPartPr>
              <p14:xfrm>
                <a:off x="7244680" y="1096040"/>
                <a:ext cx="92520" cy="11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494BE67-5B24-0867-11D7-C35AEAB10D7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40360" y="1091720"/>
                  <a:ext cx="101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EEB47B-D919-678E-0AF1-24466C0AB5DF}"/>
                    </a:ext>
                  </a:extLst>
                </p14:cNvPr>
                <p14:cNvContentPartPr/>
                <p14:nvPr/>
              </p14:nvContentPartPr>
              <p14:xfrm>
                <a:off x="7427560" y="1161560"/>
                <a:ext cx="162000" cy="48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EEB47B-D919-678E-0AF1-24466C0AB5D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23240" y="1157240"/>
                  <a:ext cx="170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412A883-AA72-C1F3-76F5-40ECF6D8A1CF}"/>
                    </a:ext>
                  </a:extLst>
                </p14:cNvPr>
                <p14:cNvContentPartPr/>
                <p14:nvPr/>
              </p14:nvContentPartPr>
              <p14:xfrm>
                <a:off x="7640320" y="1097480"/>
                <a:ext cx="40680" cy="124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412A883-AA72-C1F3-76F5-40ECF6D8A1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636000" y="1093160"/>
                  <a:ext cx="49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FFD1991-8CE1-0798-0102-8A815BA17171}"/>
                    </a:ext>
                  </a:extLst>
                </p14:cNvPr>
                <p14:cNvContentPartPr/>
                <p14:nvPr/>
              </p14:nvContentPartPr>
              <p14:xfrm>
                <a:off x="7633840" y="1159760"/>
                <a:ext cx="68040" cy="9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FFD1991-8CE1-0798-0102-8A815BA1717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29520" y="1155440"/>
                  <a:ext cx="76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AFDA717-D81A-92CC-6DDE-AD6A4CA36190}"/>
                    </a:ext>
                  </a:extLst>
                </p14:cNvPr>
                <p14:cNvContentPartPr/>
                <p14:nvPr/>
              </p14:nvContentPartPr>
              <p14:xfrm>
                <a:off x="7710160" y="1159760"/>
                <a:ext cx="39960" cy="42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AFDA717-D81A-92CC-6DDE-AD6A4CA3619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705840" y="1155440"/>
                  <a:ext cx="48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8D75451-C93A-7EBA-0AAD-3EECC489B9ED}"/>
                    </a:ext>
                  </a:extLst>
                </p14:cNvPr>
                <p14:cNvContentPartPr/>
                <p14:nvPr/>
              </p14:nvContentPartPr>
              <p14:xfrm>
                <a:off x="7768840" y="1174880"/>
                <a:ext cx="10440" cy="2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8D75451-C93A-7EBA-0AAD-3EECC489B9E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64520" y="1170560"/>
                  <a:ext cx="19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6F7CEF-1A54-0268-4529-2BDAD18C7290}"/>
                    </a:ext>
                  </a:extLst>
                </p14:cNvPr>
                <p14:cNvContentPartPr/>
                <p14:nvPr/>
              </p14:nvContentPartPr>
              <p14:xfrm>
                <a:off x="7807000" y="1132400"/>
                <a:ext cx="7560" cy="22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6F7CEF-1A54-0268-4529-2BDAD18C729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802680" y="1128080"/>
                  <a:ext cx="16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0CF2CC-C613-D420-FCEC-E23718452CC9}"/>
                    </a:ext>
                  </a:extLst>
                </p14:cNvPr>
                <p14:cNvContentPartPr/>
                <p14:nvPr/>
              </p14:nvContentPartPr>
              <p14:xfrm>
                <a:off x="7818160" y="1074800"/>
                <a:ext cx="126720" cy="149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0CF2CC-C613-D420-FCEC-E23718452CC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13840" y="1070480"/>
                  <a:ext cx="135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BD023F-77DA-1223-4990-5C049B4707DB}"/>
                    </a:ext>
                  </a:extLst>
                </p14:cNvPr>
                <p14:cNvContentPartPr/>
                <p14:nvPr/>
              </p14:nvContentPartPr>
              <p14:xfrm>
                <a:off x="7917160" y="1172360"/>
                <a:ext cx="64800" cy="36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BD023F-77DA-1223-4990-5C049B4707D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912840" y="1168040"/>
                  <a:ext cx="73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196E62-5944-B057-ADAB-E9252604B647}"/>
                    </a:ext>
                  </a:extLst>
                </p14:cNvPr>
                <p14:cNvContentPartPr/>
                <p14:nvPr/>
              </p14:nvContentPartPr>
              <p14:xfrm>
                <a:off x="8129200" y="1099640"/>
                <a:ext cx="125280" cy="19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196E62-5944-B057-ADAB-E9252604B64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124880" y="1095320"/>
                  <a:ext cx="133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1928F18-B8D5-85E1-0DDE-A242E8770125}"/>
                    </a:ext>
                  </a:extLst>
                </p14:cNvPr>
                <p14:cNvContentPartPr/>
                <p14:nvPr/>
              </p14:nvContentPartPr>
              <p14:xfrm>
                <a:off x="8109760" y="1178480"/>
                <a:ext cx="201600" cy="65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1928F18-B8D5-85E1-0DDE-A242E877012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05440" y="1174160"/>
                  <a:ext cx="210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D1EEF7B-58BB-ABF7-9767-2DBCAB3B5E56}"/>
                    </a:ext>
                  </a:extLst>
                </p14:cNvPr>
                <p14:cNvContentPartPr/>
                <p14:nvPr/>
              </p14:nvContentPartPr>
              <p14:xfrm>
                <a:off x="8462560" y="1203320"/>
                <a:ext cx="56520" cy="52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D1EEF7B-58BB-ABF7-9767-2DBCAB3B5E5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58240" y="1199000"/>
                  <a:ext cx="65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F957E03-DB16-D134-013B-433C8E03819A}"/>
                    </a:ext>
                  </a:extLst>
                </p14:cNvPr>
                <p14:cNvContentPartPr/>
                <p14:nvPr/>
              </p14:nvContentPartPr>
              <p14:xfrm>
                <a:off x="8529520" y="1226720"/>
                <a:ext cx="39240" cy="115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F957E03-DB16-D134-013B-433C8E03819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25200" y="1222400"/>
                  <a:ext cx="47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57483AB-3101-C81B-9D04-3E53C5D1F501}"/>
                    </a:ext>
                  </a:extLst>
                </p14:cNvPr>
                <p14:cNvContentPartPr/>
                <p14:nvPr/>
              </p14:nvContentPartPr>
              <p14:xfrm>
                <a:off x="8597200" y="1174160"/>
                <a:ext cx="14040" cy="57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57483AB-3101-C81B-9D04-3E53C5D1F50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92880" y="1169840"/>
                  <a:ext cx="22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885B10-C4DE-F8C7-C67E-5400F884B2B2}"/>
                    </a:ext>
                  </a:extLst>
                </p14:cNvPr>
                <p14:cNvContentPartPr/>
                <p14:nvPr/>
              </p14:nvContentPartPr>
              <p14:xfrm>
                <a:off x="8618800" y="1227440"/>
                <a:ext cx="39960" cy="116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885B10-C4DE-F8C7-C67E-5400F884B2B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14480" y="1223120"/>
                  <a:ext cx="48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D8F0FA0-D6D5-D7C2-7DE3-6F6577F5B64A}"/>
                    </a:ext>
                  </a:extLst>
                </p14:cNvPr>
                <p14:cNvContentPartPr/>
                <p14:nvPr/>
              </p14:nvContentPartPr>
              <p14:xfrm>
                <a:off x="8684320" y="1177400"/>
                <a:ext cx="34920" cy="50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D8F0FA0-D6D5-D7C2-7DE3-6F6577F5B64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680000" y="1173080"/>
                  <a:ext cx="43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8900EA4-26BB-20ED-03F3-0385E62F28A6}"/>
                    </a:ext>
                  </a:extLst>
                </p14:cNvPr>
                <p14:cNvContentPartPr/>
                <p14:nvPr/>
              </p14:nvContentPartPr>
              <p14:xfrm>
                <a:off x="8748040" y="1172000"/>
                <a:ext cx="85680" cy="48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8900EA4-26BB-20ED-03F3-0385E62F28A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743720" y="1167680"/>
                  <a:ext cx="94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B3ACE5E-44EA-23D5-504D-210C8DBA7A3E}"/>
                    </a:ext>
                  </a:extLst>
                </p14:cNvPr>
                <p14:cNvContentPartPr/>
                <p14:nvPr/>
              </p14:nvContentPartPr>
              <p14:xfrm>
                <a:off x="8860000" y="1121600"/>
                <a:ext cx="66240" cy="128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B3ACE5E-44EA-23D5-504D-210C8DBA7A3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855680" y="1117280"/>
                  <a:ext cx="74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D98D57-A635-DBC4-0539-0420A8A56FA5}"/>
                    </a:ext>
                  </a:extLst>
                </p14:cNvPr>
                <p14:cNvContentPartPr/>
                <p14:nvPr/>
              </p14:nvContentPartPr>
              <p14:xfrm>
                <a:off x="8861440" y="1192880"/>
                <a:ext cx="110160" cy="36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D98D57-A635-DBC4-0539-0420A8A56FA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857120" y="1188560"/>
                  <a:ext cx="118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6C9AC7-05B8-1806-CCBC-70E8BA92426A}"/>
                    </a:ext>
                  </a:extLst>
                </p14:cNvPr>
                <p14:cNvContentPartPr/>
                <p14:nvPr/>
              </p14:nvContentPartPr>
              <p14:xfrm>
                <a:off x="9003640" y="1187840"/>
                <a:ext cx="60840" cy="42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6C9AC7-05B8-1806-CCBC-70E8BA92426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999320" y="1183520"/>
                  <a:ext cx="69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EE0923B-F2E7-83F3-A75B-0D8DEEC2A270}"/>
                    </a:ext>
                  </a:extLst>
                </p14:cNvPr>
                <p14:cNvContentPartPr/>
                <p14:nvPr/>
              </p14:nvContentPartPr>
              <p14:xfrm>
                <a:off x="9099040" y="1209440"/>
                <a:ext cx="25200" cy="36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EE0923B-F2E7-83F3-A75B-0D8DEEC2A27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94720" y="1205120"/>
                  <a:ext cx="33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182C14-EE87-80B7-C87E-5D53D36F70C1}"/>
                    </a:ext>
                  </a:extLst>
                </p14:cNvPr>
                <p14:cNvContentPartPr/>
                <p14:nvPr/>
              </p14:nvContentPartPr>
              <p14:xfrm>
                <a:off x="9145480" y="1103960"/>
                <a:ext cx="24120" cy="9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182C14-EE87-80B7-C87E-5D53D36F70C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141160" y="1099640"/>
                  <a:ext cx="32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94A6805-A98E-7216-72A2-7531539F22AD}"/>
                    </a:ext>
                  </a:extLst>
                </p14:cNvPr>
                <p14:cNvContentPartPr/>
                <p14:nvPr/>
              </p14:nvContentPartPr>
              <p14:xfrm>
                <a:off x="9159520" y="1125200"/>
                <a:ext cx="76680" cy="130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94A6805-A98E-7216-72A2-7531539F22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55200" y="1120880"/>
                  <a:ext cx="85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D7853F6-854D-69BF-5254-1E0853FD374A}"/>
                    </a:ext>
                  </a:extLst>
                </p14:cNvPr>
                <p14:cNvContentPartPr/>
                <p14:nvPr/>
              </p14:nvContentPartPr>
              <p14:xfrm>
                <a:off x="9159160" y="1194680"/>
                <a:ext cx="65520" cy="48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D7853F6-854D-69BF-5254-1E0853FD374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54840" y="1190360"/>
                  <a:ext cx="74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B44148-7486-E06F-4210-04A1FBAAD787}"/>
                    </a:ext>
                  </a:extLst>
                </p14:cNvPr>
                <p14:cNvContentPartPr/>
                <p14:nvPr/>
              </p14:nvContentPartPr>
              <p14:xfrm>
                <a:off x="9254200" y="1137440"/>
                <a:ext cx="12600" cy="36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B44148-7486-E06F-4210-04A1FBAAD78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249880" y="1133120"/>
                  <a:ext cx="21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132974C-51F9-09D9-0F36-2276D710A1E1}"/>
                    </a:ext>
                  </a:extLst>
                </p14:cNvPr>
                <p14:cNvContentPartPr/>
                <p14:nvPr/>
              </p14:nvContentPartPr>
              <p14:xfrm>
                <a:off x="9263920" y="1195760"/>
                <a:ext cx="51480" cy="54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132974C-51F9-09D9-0F36-2276D710A1E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259600" y="1191440"/>
                  <a:ext cx="60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34DFE75-DF76-3934-7B9F-CC044D270EBC}"/>
                    </a:ext>
                  </a:extLst>
                </p14:cNvPr>
                <p14:cNvContentPartPr/>
                <p14:nvPr/>
              </p14:nvContentPartPr>
              <p14:xfrm>
                <a:off x="9326200" y="1201520"/>
                <a:ext cx="68760" cy="62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34DFE75-DF76-3934-7B9F-CC044D270EB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321880" y="1197200"/>
                  <a:ext cx="77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09FCA4C-0FE5-BB2F-31E9-A52CA64CF308}"/>
                    </a:ext>
                  </a:extLst>
                </p14:cNvPr>
                <p14:cNvContentPartPr/>
                <p14:nvPr/>
              </p14:nvContentPartPr>
              <p14:xfrm>
                <a:off x="7190820" y="1526400"/>
                <a:ext cx="126720" cy="81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09FCA4C-0FE5-BB2F-31E9-A52CA64CF30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86500" y="1522080"/>
                  <a:ext cx="135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7836133-A88D-86F5-7221-FA43A6C6BA70}"/>
                    </a:ext>
                  </a:extLst>
                </p14:cNvPr>
                <p14:cNvContentPartPr/>
                <p14:nvPr/>
              </p14:nvContentPartPr>
              <p14:xfrm>
                <a:off x="7341300" y="1551240"/>
                <a:ext cx="144720" cy="59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7836133-A88D-86F5-7221-FA43A6C6BA7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36980" y="1546920"/>
                  <a:ext cx="153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10C6371-C095-8750-3CE9-12A25DE3B864}"/>
                    </a:ext>
                  </a:extLst>
                </p14:cNvPr>
                <p14:cNvContentPartPr/>
                <p14:nvPr/>
              </p14:nvContentPartPr>
              <p14:xfrm>
                <a:off x="7528860" y="1561680"/>
                <a:ext cx="30240" cy="189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10C6371-C095-8750-3CE9-12A25DE3B86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524540" y="1557360"/>
                  <a:ext cx="38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138346F-570A-0DEB-ED17-97BE31806F6B}"/>
                    </a:ext>
                  </a:extLst>
                </p14:cNvPr>
                <p14:cNvContentPartPr/>
                <p14:nvPr/>
              </p14:nvContentPartPr>
              <p14:xfrm>
                <a:off x="7583940" y="1485720"/>
                <a:ext cx="75960" cy="83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138346F-570A-0DEB-ED17-97BE31806F6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579620" y="1481400"/>
                  <a:ext cx="84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54A4C2D-EC50-864F-1C97-1207708C43AC}"/>
                    </a:ext>
                  </a:extLst>
                </p14:cNvPr>
                <p14:cNvContentPartPr/>
                <p14:nvPr/>
              </p14:nvContentPartPr>
              <p14:xfrm>
                <a:off x="7699500" y="1490760"/>
                <a:ext cx="88920" cy="88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54A4C2D-EC50-864F-1C97-1207708C43A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695180" y="1486440"/>
                  <a:ext cx="97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1EE9265-8584-961A-F1DC-CE5F4EDFAF79}"/>
                    </a:ext>
                  </a:extLst>
                </p14:cNvPr>
                <p14:cNvContentPartPr/>
                <p14:nvPr/>
              </p14:nvContentPartPr>
              <p14:xfrm>
                <a:off x="7773660" y="1518120"/>
                <a:ext cx="55440" cy="65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1EE9265-8584-961A-F1DC-CE5F4EDFAF7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769340" y="1513800"/>
                  <a:ext cx="64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B2C1426-E912-FD70-36DB-44E34F298D94}"/>
                    </a:ext>
                  </a:extLst>
                </p14:cNvPr>
                <p14:cNvContentPartPr/>
                <p14:nvPr/>
              </p14:nvContentPartPr>
              <p14:xfrm>
                <a:off x="7754580" y="1535760"/>
                <a:ext cx="154080" cy="22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B2C1426-E912-FD70-36DB-44E34F298D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750260" y="1531440"/>
                  <a:ext cx="162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F182E4-BAD9-0615-8C98-56919DD926AE}"/>
                    </a:ext>
                  </a:extLst>
                </p14:cNvPr>
                <p14:cNvContentPartPr/>
                <p14:nvPr/>
              </p14:nvContentPartPr>
              <p14:xfrm>
                <a:off x="7957620" y="1500840"/>
                <a:ext cx="133200" cy="87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F182E4-BAD9-0615-8C98-56919DD926A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953300" y="1496520"/>
                  <a:ext cx="141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7006D76-0959-4656-BB9D-CC2AFF6BFF4F}"/>
                    </a:ext>
                  </a:extLst>
                </p14:cNvPr>
                <p14:cNvContentPartPr/>
                <p14:nvPr/>
              </p14:nvContentPartPr>
              <p14:xfrm>
                <a:off x="8048700" y="1500840"/>
                <a:ext cx="83520" cy="87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7006D76-0959-4656-BB9D-CC2AFF6BFF4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044380" y="1496520"/>
                  <a:ext cx="92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40B86BB-4E84-8390-EDBE-D9882BE3BFE0}"/>
                    </a:ext>
                  </a:extLst>
                </p14:cNvPr>
                <p14:cNvContentPartPr/>
                <p14:nvPr/>
              </p14:nvContentPartPr>
              <p14:xfrm>
                <a:off x="8150580" y="1536120"/>
                <a:ext cx="133200" cy="56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40B86BB-4E84-8390-EDBE-D9882BE3BF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146260" y="1531800"/>
                  <a:ext cx="141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F038C53-B46A-3DF2-2F47-2BE602F5D991}"/>
                    </a:ext>
                  </a:extLst>
                </p14:cNvPr>
                <p14:cNvContentPartPr/>
                <p14:nvPr/>
              </p14:nvContentPartPr>
              <p14:xfrm>
                <a:off x="8325540" y="1530360"/>
                <a:ext cx="181080" cy="59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F038C53-B46A-3DF2-2F47-2BE602F5D99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321220" y="1526040"/>
                  <a:ext cx="189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8EA2F23-CADC-23F9-E77C-867554EDC64A}"/>
                    </a:ext>
                  </a:extLst>
                </p14:cNvPr>
                <p14:cNvContentPartPr/>
                <p14:nvPr/>
              </p14:nvContentPartPr>
              <p14:xfrm>
                <a:off x="8540820" y="1524960"/>
                <a:ext cx="80280" cy="676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8EA2F23-CADC-23F9-E77C-867554EDC64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536500" y="1520640"/>
                  <a:ext cx="88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BB73482-BFC9-CB74-8AB0-A70B2AA29C69}"/>
                    </a:ext>
                  </a:extLst>
                </p14:cNvPr>
                <p14:cNvContentPartPr/>
                <p14:nvPr/>
              </p14:nvContentPartPr>
              <p14:xfrm>
                <a:off x="8654580" y="1436760"/>
                <a:ext cx="179280" cy="156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BB73482-BFC9-CB74-8AB0-A70B2AA29C6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650260" y="1432440"/>
                  <a:ext cx="187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13E3678-C0CC-584D-8F86-AFF92B85A4C6}"/>
                    </a:ext>
                  </a:extLst>
                </p14:cNvPr>
                <p14:cNvContentPartPr/>
                <p14:nvPr/>
              </p14:nvContentPartPr>
              <p14:xfrm>
                <a:off x="8985780" y="1400400"/>
                <a:ext cx="218520" cy="174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13E3678-C0CC-584D-8F86-AFF92B85A4C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981460" y="1396080"/>
                  <a:ext cx="227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AF1F10E-98C3-C9C8-575B-6E386CCE0E68}"/>
                    </a:ext>
                  </a:extLst>
                </p14:cNvPr>
                <p14:cNvContentPartPr/>
                <p14:nvPr/>
              </p14:nvContentPartPr>
              <p14:xfrm>
                <a:off x="9184860" y="1488960"/>
                <a:ext cx="237240" cy="99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AF1F10E-98C3-C9C8-575B-6E386CCE0E6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180540" y="1484640"/>
                  <a:ext cx="245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AFA9434-44FD-0746-6974-6A67CC37730D}"/>
                    </a:ext>
                  </a:extLst>
                </p14:cNvPr>
                <p14:cNvContentPartPr/>
                <p14:nvPr/>
              </p14:nvContentPartPr>
              <p14:xfrm>
                <a:off x="9472860" y="1533960"/>
                <a:ext cx="18000" cy="38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AFA9434-44FD-0746-6974-6A67CC37730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468540" y="1529640"/>
                  <a:ext cx="26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072F6F2-8ACC-9E62-2B33-5EA7D5010D11}"/>
                    </a:ext>
                  </a:extLst>
                </p14:cNvPr>
                <p14:cNvContentPartPr/>
                <p14:nvPr/>
              </p14:nvContentPartPr>
              <p14:xfrm>
                <a:off x="9537300" y="1441800"/>
                <a:ext cx="11160" cy="48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072F6F2-8ACC-9E62-2B33-5EA7D5010D1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532980" y="1437480"/>
                  <a:ext cx="19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7C17812-C869-F00F-77C0-AEA0120AEF2C}"/>
                    </a:ext>
                  </a:extLst>
                </p14:cNvPr>
                <p14:cNvContentPartPr/>
                <p14:nvPr/>
              </p14:nvContentPartPr>
              <p14:xfrm>
                <a:off x="9540540" y="1496520"/>
                <a:ext cx="66240" cy="810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7C17812-C869-F00F-77C0-AEA0120AEF2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536220" y="1492200"/>
                  <a:ext cx="74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4E9170D-E637-8D63-968A-E05290519171}"/>
                    </a:ext>
                  </a:extLst>
                </p14:cNvPr>
                <p14:cNvContentPartPr/>
                <p14:nvPr/>
              </p14:nvContentPartPr>
              <p14:xfrm>
                <a:off x="9640620" y="1497600"/>
                <a:ext cx="27360" cy="59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4E9170D-E637-8D63-968A-E0529051917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636300" y="1493280"/>
                  <a:ext cx="36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3F73F9E-A114-0FDD-A84A-895E5727DED3}"/>
                    </a:ext>
                  </a:extLst>
                </p14:cNvPr>
                <p14:cNvContentPartPr/>
                <p14:nvPr/>
              </p14:nvContentPartPr>
              <p14:xfrm>
                <a:off x="9727380" y="1436400"/>
                <a:ext cx="9720" cy="687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3F73F9E-A114-0FDD-A84A-895E5727DED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723060" y="1432080"/>
                  <a:ext cx="18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CBE2E4-D312-3F52-98EC-92FEE6233AA1}"/>
                    </a:ext>
                  </a:extLst>
                </p14:cNvPr>
                <p14:cNvContentPartPr/>
                <p14:nvPr/>
              </p14:nvContentPartPr>
              <p14:xfrm>
                <a:off x="9738540" y="1503720"/>
                <a:ext cx="218160" cy="97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CBE2E4-D312-3F52-98EC-92FEE6233AA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734220" y="1499400"/>
                  <a:ext cx="226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92F6BC0-F915-B0EC-3CE2-9E898543C9FF}"/>
                    </a:ext>
                  </a:extLst>
                </p14:cNvPr>
                <p14:cNvContentPartPr/>
                <p14:nvPr/>
              </p14:nvContentPartPr>
              <p14:xfrm>
                <a:off x="9984420" y="1528920"/>
                <a:ext cx="78480" cy="80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92F6BC0-F915-B0EC-3CE2-9E898543C9F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980100" y="1524600"/>
                  <a:ext cx="87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CAA83BC-D30B-0E98-0276-A0E602810DE6}"/>
                    </a:ext>
                  </a:extLst>
                </p14:cNvPr>
                <p14:cNvContentPartPr/>
                <p14:nvPr/>
              </p14:nvContentPartPr>
              <p14:xfrm>
                <a:off x="10123740" y="1605240"/>
                <a:ext cx="2520" cy="20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CAA83BC-D30B-0E98-0276-A0E602810DE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119420" y="1600920"/>
                  <a:ext cx="11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06F53BA-CB27-AF1D-90CD-51666B3A5E93}"/>
                    </a:ext>
                  </a:extLst>
                </p14:cNvPr>
                <p14:cNvContentPartPr/>
                <p14:nvPr/>
              </p14:nvContentPartPr>
              <p14:xfrm>
                <a:off x="10102500" y="1320120"/>
                <a:ext cx="149400" cy="217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06F53BA-CB27-AF1D-90CD-51666B3A5E9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098180" y="1315800"/>
                  <a:ext cx="158040" cy="22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634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396080D-3C89-5A55-2CFE-835C57B3E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481013"/>
            <a:ext cx="11410950" cy="589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C90978-65E5-5ADB-34D4-F575E14B19C3}"/>
              </a:ext>
            </a:extLst>
          </p:cNvPr>
          <p:cNvGrpSpPr/>
          <p:nvPr/>
        </p:nvGrpSpPr>
        <p:grpSpPr>
          <a:xfrm>
            <a:off x="3201660" y="366360"/>
            <a:ext cx="824040" cy="346320"/>
            <a:chOff x="3201660" y="366360"/>
            <a:chExt cx="8240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DAFD058-252C-A7CE-C041-BA0EBA4BFDD4}"/>
                    </a:ext>
                  </a:extLst>
                </p14:cNvPr>
                <p14:cNvContentPartPr/>
                <p14:nvPr/>
              </p14:nvContentPartPr>
              <p14:xfrm>
                <a:off x="3201660" y="407760"/>
                <a:ext cx="225720" cy="304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DAFD058-252C-A7CE-C041-BA0EBA4BFD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97340" y="403440"/>
                  <a:ext cx="234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F9629F0-1CCC-049B-872A-43914D6245D5}"/>
                    </a:ext>
                  </a:extLst>
                </p14:cNvPr>
                <p14:cNvContentPartPr/>
                <p14:nvPr/>
              </p14:nvContentPartPr>
              <p14:xfrm>
                <a:off x="3388860" y="556080"/>
                <a:ext cx="162000" cy="124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F9629F0-1CCC-049B-872A-43914D6245D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84540" y="551760"/>
                  <a:ext cx="170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2581090-96D9-C7B0-932A-5EB297C3BD57}"/>
                    </a:ext>
                  </a:extLst>
                </p14:cNvPr>
                <p14:cNvContentPartPr/>
                <p14:nvPr/>
              </p14:nvContentPartPr>
              <p14:xfrm>
                <a:off x="3587580" y="366360"/>
                <a:ext cx="268560" cy="315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2581090-96D9-C7B0-932A-5EB297C3BD5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83260" y="362040"/>
                  <a:ext cx="277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0C0BB36-54D3-8170-E300-578976BD1BDD}"/>
                    </a:ext>
                  </a:extLst>
                </p14:cNvPr>
                <p14:cNvContentPartPr/>
                <p14:nvPr/>
              </p14:nvContentPartPr>
              <p14:xfrm>
                <a:off x="3880980" y="555720"/>
                <a:ext cx="144720" cy="105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0C0BB36-54D3-8170-E300-578976BD1BD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76660" y="551400"/>
                  <a:ext cx="1533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8DE689-E8DC-D381-99E1-EF1B647C31ED}"/>
              </a:ext>
            </a:extLst>
          </p:cNvPr>
          <p:cNvGrpSpPr/>
          <p:nvPr/>
        </p:nvGrpSpPr>
        <p:grpSpPr>
          <a:xfrm>
            <a:off x="4287420" y="382200"/>
            <a:ext cx="885600" cy="274320"/>
            <a:chOff x="4287420" y="382200"/>
            <a:chExt cx="88560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C061209-0DC2-F3F5-E325-2A8B43C46FFA}"/>
                    </a:ext>
                  </a:extLst>
                </p14:cNvPr>
                <p14:cNvContentPartPr/>
                <p14:nvPr/>
              </p14:nvContentPartPr>
              <p14:xfrm>
                <a:off x="4287420" y="421440"/>
                <a:ext cx="256320" cy="235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C061209-0DC2-F3F5-E325-2A8B43C46FF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83100" y="417120"/>
                  <a:ext cx="264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E7E09B-596B-EFB7-E300-759F64E7EA83}"/>
                    </a:ext>
                  </a:extLst>
                </p14:cNvPr>
                <p14:cNvContentPartPr/>
                <p14:nvPr/>
              </p14:nvContentPartPr>
              <p14:xfrm>
                <a:off x="4550940" y="382200"/>
                <a:ext cx="128520" cy="254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E7E09B-596B-EFB7-E300-759F64E7EA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46620" y="377880"/>
                  <a:ext cx="137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13E3F3-1887-022F-401C-6798FFC4D9B5}"/>
                    </a:ext>
                  </a:extLst>
                </p14:cNvPr>
                <p14:cNvContentPartPr/>
                <p14:nvPr/>
              </p14:nvContentPartPr>
              <p14:xfrm>
                <a:off x="4671180" y="521520"/>
                <a:ext cx="152280" cy="122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13E3F3-1887-022F-401C-6798FFC4D9B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66860" y="517200"/>
                  <a:ext cx="160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B2702FE-AB30-CDB9-B45C-3D60C092FCDF}"/>
                    </a:ext>
                  </a:extLst>
                </p14:cNvPr>
                <p14:cNvContentPartPr/>
                <p14:nvPr/>
              </p14:nvContentPartPr>
              <p14:xfrm>
                <a:off x="4911660" y="583800"/>
                <a:ext cx="17280" cy="64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B2702FE-AB30-CDB9-B45C-3D60C092FCD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07340" y="579480"/>
                  <a:ext cx="25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A57CBD-9DFD-5ADF-CB51-AA1785D8F879}"/>
                    </a:ext>
                  </a:extLst>
                </p14:cNvPr>
                <p14:cNvContentPartPr/>
                <p14:nvPr/>
              </p14:nvContentPartPr>
              <p14:xfrm>
                <a:off x="4946940" y="414600"/>
                <a:ext cx="26640" cy="7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A57CBD-9DFD-5ADF-CB51-AA1785D8F87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42620" y="410280"/>
                  <a:ext cx="35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93D7BE6-E11B-810F-EE1A-0FE07DC3656B}"/>
                    </a:ext>
                  </a:extLst>
                </p14:cNvPr>
                <p14:cNvContentPartPr/>
                <p14:nvPr/>
              </p14:nvContentPartPr>
              <p14:xfrm>
                <a:off x="5026140" y="538440"/>
                <a:ext cx="146880" cy="115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93D7BE6-E11B-810F-EE1A-0FE07DC3656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021820" y="534120"/>
                  <a:ext cx="15552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32F997-EC4D-705F-9EF7-E0205AF577D3}"/>
              </a:ext>
            </a:extLst>
          </p:cNvPr>
          <p:cNvGrpSpPr/>
          <p:nvPr/>
        </p:nvGrpSpPr>
        <p:grpSpPr>
          <a:xfrm>
            <a:off x="656820" y="379320"/>
            <a:ext cx="1390320" cy="408240"/>
            <a:chOff x="656820" y="379320"/>
            <a:chExt cx="139032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7C8126-781E-5861-21DC-F88E45A46799}"/>
                    </a:ext>
                  </a:extLst>
                </p14:cNvPr>
                <p14:cNvContentPartPr/>
                <p14:nvPr/>
              </p14:nvContentPartPr>
              <p14:xfrm>
                <a:off x="656820" y="459600"/>
                <a:ext cx="417960" cy="327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7C8126-781E-5861-21DC-F88E45A467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2500" y="455280"/>
                  <a:ext cx="4266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54BE0AC-5DDC-0921-23C7-0E990659ADE5}"/>
                    </a:ext>
                  </a:extLst>
                </p14:cNvPr>
                <p14:cNvContentPartPr/>
                <p14:nvPr/>
              </p14:nvContentPartPr>
              <p14:xfrm>
                <a:off x="1131300" y="624480"/>
                <a:ext cx="22680" cy="61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54BE0AC-5DDC-0921-23C7-0E990659ADE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26980" y="620160"/>
                  <a:ext cx="31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F722BD2-55A2-C7B7-7062-35F9A8AC9443}"/>
                    </a:ext>
                  </a:extLst>
                </p14:cNvPr>
                <p14:cNvContentPartPr/>
                <p14:nvPr/>
              </p14:nvContentPartPr>
              <p14:xfrm>
                <a:off x="1177020" y="525120"/>
                <a:ext cx="42480" cy="26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F722BD2-55A2-C7B7-7062-35F9A8AC944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72700" y="520800"/>
                  <a:ext cx="51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FD25B29-F488-7C5E-F65E-45F9392BD9B9}"/>
                    </a:ext>
                  </a:extLst>
                </p14:cNvPr>
                <p14:cNvContentPartPr/>
                <p14:nvPr/>
              </p14:nvContentPartPr>
              <p14:xfrm>
                <a:off x="1238940" y="583080"/>
                <a:ext cx="104400" cy="90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FD25B29-F488-7C5E-F65E-45F9392BD9B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34620" y="578760"/>
                  <a:ext cx="11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67E96C-0CE1-5830-706F-4A3AA3C29F68}"/>
                    </a:ext>
                  </a:extLst>
                </p14:cNvPr>
                <p14:cNvContentPartPr/>
                <p14:nvPr/>
              </p14:nvContentPartPr>
              <p14:xfrm>
                <a:off x="1371060" y="379320"/>
                <a:ext cx="151560" cy="301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67E96C-0CE1-5830-706F-4A3AA3C29F6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66740" y="375000"/>
                  <a:ext cx="160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7EDD515-E847-2D36-B5CD-8E1B86F49471}"/>
                    </a:ext>
                  </a:extLst>
                </p14:cNvPr>
                <p14:cNvContentPartPr/>
                <p14:nvPr/>
              </p14:nvContentPartPr>
              <p14:xfrm>
                <a:off x="1559700" y="573720"/>
                <a:ext cx="147960" cy="80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7EDD515-E847-2D36-B5CD-8E1B86F4947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55380" y="569400"/>
                  <a:ext cx="156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D41A33-5311-0160-581E-B4D563796CFE}"/>
                    </a:ext>
                  </a:extLst>
                </p14:cNvPr>
                <p14:cNvContentPartPr/>
                <p14:nvPr/>
              </p14:nvContentPartPr>
              <p14:xfrm>
                <a:off x="1785060" y="401640"/>
                <a:ext cx="262080" cy="23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D41A33-5311-0160-581E-B4D563796CF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80740" y="397320"/>
                  <a:ext cx="27072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D58784-EF1A-289E-261B-E95D5219AD8F}"/>
              </a:ext>
            </a:extLst>
          </p:cNvPr>
          <p:cNvGrpSpPr/>
          <p:nvPr/>
        </p:nvGrpSpPr>
        <p:grpSpPr>
          <a:xfrm>
            <a:off x="2264220" y="390120"/>
            <a:ext cx="702360" cy="290520"/>
            <a:chOff x="2264220" y="390120"/>
            <a:chExt cx="70236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F359351-44CE-AE6F-4C01-51905D77D7FD}"/>
                    </a:ext>
                  </a:extLst>
                </p14:cNvPr>
                <p14:cNvContentPartPr/>
                <p14:nvPr/>
              </p14:nvContentPartPr>
              <p14:xfrm>
                <a:off x="2264220" y="432960"/>
                <a:ext cx="55080" cy="247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F359351-44CE-AE6F-4C01-51905D77D7F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59900" y="428640"/>
                  <a:ext cx="637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ED5C3B4-A98A-E6FB-98D4-0A3FBFBFF543}"/>
                    </a:ext>
                  </a:extLst>
                </p14:cNvPr>
                <p14:cNvContentPartPr/>
                <p14:nvPr/>
              </p14:nvContentPartPr>
              <p14:xfrm>
                <a:off x="2299500" y="390120"/>
                <a:ext cx="82440" cy="16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ED5C3B4-A98A-E6FB-98D4-0A3FBFBFF54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95180" y="385800"/>
                  <a:ext cx="91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E37EB4-8CE4-DDF3-703D-7AA537B615F3}"/>
                    </a:ext>
                  </a:extLst>
                </p14:cNvPr>
                <p14:cNvContentPartPr/>
                <p14:nvPr/>
              </p14:nvContentPartPr>
              <p14:xfrm>
                <a:off x="2347380" y="515400"/>
                <a:ext cx="161640" cy="130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E37EB4-8CE4-DDF3-703D-7AA537B615F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43060" y="511080"/>
                  <a:ext cx="170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8EAE15-7D20-9E65-08E3-25D11E0737F9}"/>
                    </a:ext>
                  </a:extLst>
                </p14:cNvPr>
                <p14:cNvContentPartPr/>
                <p14:nvPr/>
              </p14:nvContentPartPr>
              <p14:xfrm>
                <a:off x="2568420" y="412440"/>
                <a:ext cx="81720" cy="228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8EAE15-7D20-9E65-08E3-25D11E0737F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64100" y="408120"/>
                  <a:ext cx="90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01D0B8-5BB4-D35C-A00C-97E9EF94D829}"/>
                    </a:ext>
                  </a:extLst>
                </p14:cNvPr>
                <p14:cNvContentPartPr/>
                <p14:nvPr/>
              </p14:nvContentPartPr>
              <p14:xfrm>
                <a:off x="2559060" y="488760"/>
                <a:ext cx="144000" cy="123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01D0B8-5BB4-D35C-A00C-97E9EF94D82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554740" y="484440"/>
                  <a:ext cx="152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E8DFDC-0D92-6A36-5521-3B566EC5BE08}"/>
                    </a:ext>
                  </a:extLst>
                </p14:cNvPr>
                <p14:cNvContentPartPr/>
                <p14:nvPr/>
              </p14:nvContentPartPr>
              <p14:xfrm>
                <a:off x="2708460" y="483720"/>
                <a:ext cx="42480" cy="126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E8DFDC-0D92-6A36-5521-3B566EC5BE0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04140" y="479400"/>
                  <a:ext cx="511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5434A3-D018-27A8-BCA1-E75667458B5F}"/>
                    </a:ext>
                  </a:extLst>
                </p14:cNvPr>
                <p14:cNvContentPartPr/>
                <p14:nvPr/>
              </p14:nvContentPartPr>
              <p14:xfrm>
                <a:off x="2838060" y="439080"/>
                <a:ext cx="84240" cy="99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5434A3-D018-27A8-BCA1-E75667458B5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833740" y="434760"/>
                  <a:ext cx="92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00B25C-854B-BC95-A8CE-723A6A098910}"/>
                    </a:ext>
                  </a:extLst>
                </p14:cNvPr>
                <p14:cNvContentPartPr/>
                <p14:nvPr/>
              </p14:nvContentPartPr>
              <p14:xfrm>
                <a:off x="2895660" y="552120"/>
                <a:ext cx="70920" cy="106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00B25C-854B-BC95-A8CE-723A6A09891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91340" y="547800"/>
                  <a:ext cx="79560" cy="11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021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2232609-3A76-779D-5FB6-98817149DC78}"/>
                  </a:ext>
                </a:extLst>
              </p14:cNvPr>
              <p14:cNvContentPartPr/>
              <p14:nvPr/>
            </p14:nvContentPartPr>
            <p14:xfrm>
              <a:off x="634500" y="3773760"/>
              <a:ext cx="1117440" cy="1501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2232609-3A76-779D-5FB6-98817149DC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180" y="3769440"/>
                <a:ext cx="112608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832E4A7-62DF-2CA7-B2F2-AE3E4CDC5640}"/>
              </a:ext>
            </a:extLst>
          </p:cNvPr>
          <p:cNvGrpSpPr/>
          <p:nvPr/>
        </p:nvGrpSpPr>
        <p:grpSpPr>
          <a:xfrm>
            <a:off x="585180" y="3653880"/>
            <a:ext cx="1229760" cy="776160"/>
            <a:chOff x="585180" y="3653880"/>
            <a:chExt cx="1229760" cy="77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B4ED8C1-2251-C5D0-B5D4-F2CFFDD0A691}"/>
                    </a:ext>
                  </a:extLst>
                </p14:cNvPr>
                <p14:cNvContentPartPr/>
                <p14:nvPr/>
              </p14:nvContentPartPr>
              <p14:xfrm>
                <a:off x="585180" y="3845400"/>
                <a:ext cx="60120" cy="584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B4ED8C1-2251-C5D0-B5D4-F2CFFDD0A6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0860" y="3841080"/>
                  <a:ext cx="687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34E92D-215E-6E04-FBFE-984C0EE24F3F}"/>
                    </a:ext>
                  </a:extLst>
                </p14:cNvPr>
                <p14:cNvContentPartPr/>
                <p14:nvPr/>
              </p14:nvContentPartPr>
              <p14:xfrm>
                <a:off x="655020" y="3653880"/>
                <a:ext cx="853920" cy="156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34E92D-215E-6E04-FBFE-984C0EE24F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700" y="3649560"/>
                  <a:ext cx="862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822D4F-0CAD-3C6A-B3ED-85BDD02DB19D}"/>
                    </a:ext>
                  </a:extLst>
                </p14:cNvPr>
                <p14:cNvContentPartPr/>
                <p14:nvPr/>
              </p14:nvContentPartPr>
              <p14:xfrm>
                <a:off x="665100" y="4346160"/>
                <a:ext cx="824760" cy="83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822D4F-0CAD-3C6A-B3ED-85BDD02DB1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0780" y="4341840"/>
                  <a:ext cx="833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E54D32-60CA-EFEF-8015-3683F3CB4FB1}"/>
                    </a:ext>
                  </a:extLst>
                </p14:cNvPr>
                <p14:cNvContentPartPr/>
                <p14:nvPr/>
              </p14:nvContentPartPr>
              <p14:xfrm>
                <a:off x="1481940" y="4103520"/>
                <a:ext cx="297360" cy="26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E54D32-60CA-EFEF-8015-3683F3CB4F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7620" y="4099200"/>
                  <a:ext cx="3060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A83FD77-605F-F4B6-5780-5277091D789B}"/>
                    </a:ext>
                  </a:extLst>
                </p14:cNvPr>
                <p14:cNvContentPartPr/>
                <p14:nvPr/>
              </p14:nvContentPartPr>
              <p14:xfrm>
                <a:off x="1509660" y="3731280"/>
                <a:ext cx="305280" cy="324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A83FD77-605F-F4B6-5780-5277091D78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05340" y="3726960"/>
                  <a:ext cx="313920" cy="33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E61E48E-99B7-BE5C-284E-C5E7E9F0C733}"/>
                  </a:ext>
                </a:extLst>
              </p14:cNvPr>
              <p14:cNvContentPartPr/>
              <p14:nvPr/>
            </p14:nvContentPartPr>
            <p14:xfrm>
              <a:off x="826380" y="1710240"/>
              <a:ext cx="52200" cy="641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E61E48E-99B7-BE5C-284E-C5E7E9F0C73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2060" y="1705920"/>
                <a:ext cx="60840" cy="6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6DFADE4-40DD-95E6-8177-FEB89C07166A}"/>
                  </a:ext>
                </a:extLst>
              </p14:cNvPr>
              <p14:cNvContentPartPr/>
              <p14:nvPr/>
            </p14:nvContentPartPr>
            <p14:xfrm>
              <a:off x="787860" y="1569480"/>
              <a:ext cx="1212480" cy="273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6DFADE4-40DD-95E6-8177-FEB89C0716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3540" y="1565160"/>
                <a:ext cx="12211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C011136-2DD8-D35B-66A0-F23C7DEBE7BF}"/>
                  </a:ext>
                </a:extLst>
              </p14:cNvPr>
              <p14:cNvContentPartPr/>
              <p14:nvPr/>
            </p14:nvContentPartPr>
            <p14:xfrm>
              <a:off x="877140" y="1965480"/>
              <a:ext cx="1068840" cy="406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C011136-2DD8-D35B-66A0-F23C7DEBE7B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2820" y="1961160"/>
                <a:ext cx="10774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761A6A8-D45D-500C-D3BD-97657995C770}"/>
                  </a:ext>
                </a:extLst>
              </p14:cNvPr>
              <p14:cNvContentPartPr/>
              <p14:nvPr/>
            </p14:nvContentPartPr>
            <p14:xfrm>
              <a:off x="824580" y="1184280"/>
              <a:ext cx="208440" cy="280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761A6A8-D45D-500C-D3BD-97657995C7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0260" y="1179960"/>
                <a:ext cx="2170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A83EABA-4FC6-D02C-35F5-C4F220DA210B}"/>
                  </a:ext>
                </a:extLst>
              </p14:cNvPr>
              <p14:cNvContentPartPr/>
              <p14:nvPr/>
            </p14:nvContentPartPr>
            <p14:xfrm>
              <a:off x="974700" y="1351320"/>
              <a:ext cx="97920" cy="92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A83EABA-4FC6-D02C-35F5-C4F220DA210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0380" y="1347000"/>
                <a:ext cx="1065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EA46166-CC3A-BB17-27A1-32C514AB3919}"/>
                  </a:ext>
                </a:extLst>
              </p14:cNvPr>
              <p14:cNvContentPartPr/>
              <p14:nvPr/>
            </p14:nvContentPartPr>
            <p14:xfrm>
              <a:off x="1131660" y="1337640"/>
              <a:ext cx="128880" cy="98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EA46166-CC3A-BB17-27A1-32C514AB391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27340" y="1333320"/>
                <a:ext cx="137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2433052-7116-496D-2EBD-1598C7DD606A}"/>
                  </a:ext>
                </a:extLst>
              </p14:cNvPr>
              <p14:cNvContentPartPr/>
              <p14:nvPr/>
            </p14:nvContentPartPr>
            <p14:xfrm>
              <a:off x="1364940" y="1204080"/>
              <a:ext cx="312480" cy="219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2433052-7116-496D-2EBD-1598C7DD606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60620" y="1199760"/>
                <a:ext cx="3211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FE3A6F2-F770-279A-D825-D6B60A43EB11}"/>
                  </a:ext>
                </a:extLst>
              </p14:cNvPr>
              <p14:cNvContentPartPr/>
              <p14:nvPr/>
            </p14:nvContentPartPr>
            <p14:xfrm>
              <a:off x="1652580" y="1317480"/>
              <a:ext cx="101160" cy="63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FE3A6F2-F770-279A-D825-D6B60A43EB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48260" y="1313160"/>
                <a:ext cx="109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0F111DC-65E7-EBCE-867A-2247EC5DB51E}"/>
                  </a:ext>
                </a:extLst>
              </p14:cNvPr>
              <p14:cNvContentPartPr/>
              <p14:nvPr/>
            </p14:nvContentPartPr>
            <p14:xfrm>
              <a:off x="1799100" y="1152240"/>
              <a:ext cx="96480" cy="252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0F111DC-65E7-EBCE-867A-2247EC5DB5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94780" y="1147920"/>
                <a:ext cx="1051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A96651A-5B2A-B20E-C3FC-5009DD08FC68}"/>
                  </a:ext>
                </a:extLst>
              </p14:cNvPr>
              <p14:cNvContentPartPr/>
              <p14:nvPr/>
            </p14:nvContentPartPr>
            <p14:xfrm>
              <a:off x="1803780" y="1302000"/>
              <a:ext cx="120960" cy="94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A96651A-5B2A-B20E-C3FC-5009DD08FC6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9460" y="1297680"/>
                <a:ext cx="1296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2492554-0510-B320-452D-0FB751D87016}"/>
                  </a:ext>
                </a:extLst>
              </p14:cNvPr>
              <p14:cNvContentPartPr/>
              <p14:nvPr/>
            </p14:nvContentPartPr>
            <p14:xfrm>
              <a:off x="1922940" y="1287600"/>
              <a:ext cx="56520" cy="124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2492554-0510-B320-452D-0FB751D8701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18620" y="1283280"/>
                <a:ext cx="651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5D5DA2D-99CF-45D3-20C9-6B4AEC3C06E3}"/>
                  </a:ext>
                </a:extLst>
              </p14:cNvPr>
              <p14:cNvContentPartPr/>
              <p14:nvPr/>
            </p14:nvContentPartPr>
            <p14:xfrm>
              <a:off x="2013660" y="1337640"/>
              <a:ext cx="7200" cy="16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5D5DA2D-99CF-45D3-20C9-6B4AEC3C06E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09340" y="1333320"/>
                <a:ext cx="158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D90A98F-2A9B-69AC-A758-B7126F4E8039}"/>
                  </a:ext>
                </a:extLst>
              </p14:cNvPr>
              <p14:cNvContentPartPr/>
              <p14:nvPr/>
            </p14:nvContentPartPr>
            <p14:xfrm>
              <a:off x="2062260" y="1209120"/>
              <a:ext cx="27360" cy="626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D90A98F-2A9B-69AC-A758-B7126F4E803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57940" y="1204800"/>
                <a:ext cx="360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7D83932-6219-8D65-9711-90421224874F}"/>
                  </a:ext>
                </a:extLst>
              </p14:cNvPr>
              <p14:cNvContentPartPr/>
              <p14:nvPr/>
            </p14:nvContentPartPr>
            <p14:xfrm>
              <a:off x="2102220" y="1104720"/>
              <a:ext cx="254520" cy="279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7D83932-6219-8D65-9711-90421224874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97900" y="1100400"/>
                <a:ext cx="2631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3249F9F-0D7F-38AF-DFDF-9DEBA69F1388}"/>
                  </a:ext>
                </a:extLst>
              </p14:cNvPr>
              <p14:cNvContentPartPr/>
              <p14:nvPr/>
            </p14:nvContentPartPr>
            <p14:xfrm>
              <a:off x="818100" y="2478840"/>
              <a:ext cx="1800" cy="18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3249F9F-0D7F-38AF-DFDF-9DEBA69F138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13780" y="2474520"/>
                <a:ext cx="104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7CB7ED9-642B-D16F-848E-52F633FDCC72}"/>
                  </a:ext>
                </a:extLst>
              </p14:cNvPr>
              <p14:cNvContentPartPr/>
              <p14:nvPr/>
            </p14:nvContentPartPr>
            <p14:xfrm>
              <a:off x="736020" y="2559840"/>
              <a:ext cx="207720" cy="255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7CB7ED9-642B-D16F-848E-52F633FDCC7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1700" y="2555520"/>
                <a:ext cx="2163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C0E2CBA-0679-5AA6-E749-B8A33EAF2B90}"/>
                  </a:ext>
                </a:extLst>
              </p14:cNvPr>
              <p14:cNvContentPartPr/>
              <p14:nvPr/>
            </p14:nvContentPartPr>
            <p14:xfrm>
              <a:off x="913140" y="2724000"/>
              <a:ext cx="140400" cy="89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C0E2CBA-0679-5AA6-E749-B8A33EAF2B9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08820" y="2719680"/>
                <a:ext cx="1490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66BE07D-2E83-3B92-1863-002C4B9A8C6A}"/>
                  </a:ext>
                </a:extLst>
              </p14:cNvPr>
              <p14:cNvContentPartPr/>
              <p14:nvPr/>
            </p14:nvContentPartPr>
            <p14:xfrm>
              <a:off x="1032660" y="2668200"/>
              <a:ext cx="122400" cy="336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66BE07D-2E83-3B92-1863-002C4B9A8C6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8340" y="2663880"/>
                <a:ext cx="1310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97091CE-1B2B-F689-FCA1-6BFA69E03328}"/>
                  </a:ext>
                </a:extLst>
              </p14:cNvPr>
              <p14:cNvContentPartPr/>
              <p14:nvPr/>
            </p14:nvContentPartPr>
            <p14:xfrm>
              <a:off x="1170540" y="2693760"/>
              <a:ext cx="107280" cy="281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97091CE-1B2B-F689-FCA1-6BFA69E0332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66220" y="2689440"/>
                <a:ext cx="1159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1D1059A-BF8A-7899-8686-38000BF4E722}"/>
                  </a:ext>
                </a:extLst>
              </p14:cNvPr>
              <p14:cNvContentPartPr/>
              <p14:nvPr/>
            </p14:nvContentPartPr>
            <p14:xfrm>
              <a:off x="1318140" y="2599440"/>
              <a:ext cx="48600" cy="171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1D1059A-BF8A-7899-8686-38000BF4E72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13820" y="2595120"/>
                <a:ext cx="572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77F9797-E0CB-615E-CB47-4E31A32FEF80}"/>
                  </a:ext>
                </a:extLst>
              </p14:cNvPr>
              <p14:cNvContentPartPr/>
              <p14:nvPr/>
            </p14:nvContentPartPr>
            <p14:xfrm>
              <a:off x="1402020" y="2694840"/>
              <a:ext cx="12600" cy="63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77F9797-E0CB-615E-CB47-4E31A32FEF8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97700" y="2690520"/>
                <a:ext cx="21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B21D02C-B473-428A-4652-19B1F0C44790}"/>
                  </a:ext>
                </a:extLst>
              </p14:cNvPr>
              <p14:cNvContentPartPr/>
              <p14:nvPr/>
            </p14:nvContentPartPr>
            <p14:xfrm>
              <a:off x="1436580" y="2558760"/>
              <a:ext cx="21960" cy="135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B21D02C-B473-428A-4652-19B1F0C4479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32260" y="2554440"/>
                <a:ext cx="306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D254989-741C-5301-B291-5B56A4C24BEC}"/>
                  </a:ext>
                </a:extLst>
              </p14:cNvPr>
              <p14:cNvContentPartPr/>
              <p14:nvPr/>
            </p14:nvContentPartPr>
            <p14:xfrm>
              <a:off x="1462500" y="2674320"/>
              <a:ext cx="114480" cy="74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D254989-741C-5301-B291-5B56A4C24BE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58180" y="2670000"/>
                <a:ext cx="123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7EBA02E-2810-6A99-B00B-B562F23F0443}"/>
                  </a:ext>
                </a:extLst>
              </p14:cNvPr>
              <p14:cNvContentPartPr/>
              <p14:nvPr/>
            </p14:nvContentPartPr>
            <p14:xfrm>
              <a:off x="1619100" y="2566320"/>
              <a:ext cx="86760" cy="204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7EBA02E-2810-6A99-B00B-B562F23F044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614780" y="2562000"/>
                <a:ext cx="954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E536F38-CC5E-C75F-4E82-BFFBD4E78F08}"/>
                  </a:ext>
                </a:extLst>
              </p14:cNvPr>
              <p14:cNvContentPartPr/>
              <p14:nvPr/>
            </p14:nvContentPartPr>
            <p14:xfrm>
              <a:off x="2158740" y="1874760"/>
              <a:ext cx="334440" cy="37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E536F38-CC5E-C75F-4E82-BFFBD4E78F0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154420" y="1870440"/>
                <a:ext cx="3430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E6F5253-95EF-1621-4E47-5FE570CF25B8}"/>
                  </a:ext>
                </a:extLst>
              </p14:cNvPr>
              <p14:cNvContentPartPr/>
              <p14:nvPr/>
            </p14:nvContentPartPr>
            <p14:xfrm>
              <a:off x="2523780" y="1817880"/>
              <a:ext cx="122040" cy="104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E6F5253-95EF-1621-4E47-5FE570CF25B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19460" y="1813560"/>
                <a:ext cx="1306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0228A7D-31E6-B042-0FB6-D8807156E25E}"/>
                  </a:ext>
                </a:extLst>
              </p14:cNvPr>
              <p14:cNvContentPartPr/>
              <p14:nvPr/>
            </p14:nvContentPartPr>
            <p14:xfrm>
              <a:off x="2732220" y="1440960"/>
              <a:ext cx="59760" cy="875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0228A7D-31E6-B042-0FB6-D8807156E25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727900" y="1436640"/>
                <a:ext cx="68400" cy="8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6ADB21F-C07B-DE82-FB55-114B4E4E5F57}"/>
                  </a:ext>
                </a:extLst>
              </p14:cNvPr>
              <p14:cNvContentPartPr/>
              <p14:nvPr/>
            </p14:nvContentPartPr>
            <p14:xfrm>
              <a:off x="2764620" y="1248720"/>
              <a:ext cx="1454400" cy="486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6ADB21F-C07B-DE82-FB55-114B4E4E5F5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760300" y="1244400"/>
                <a:ext cx="146304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EF522FE-C50D-EBD1-9B62-E9F055328261}"/>
                  </a:ext>
                </a:extLst>
              </p14:cNvPr>
              <p14:cNvContentPartPr/>
              <p14:nvPr/>
            </p14:nvContentPartPr>
            <p14:xfrm>
              <a:off x="2735820" y="2212800"/>
              <a:ext cx="810360" cy="87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EF522FE-C50D-EBD1-9B62-E9F05532826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31500" y="2208480"/>
                <a:ext cx="8190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B02C438-75E9-BD55-39E2-DFBED915CF2F}"/>
                  </a:ext>
                </a:extLst>
              </p14:cNvPr>
              <p14:cNvContentPartPr/>
              <p14:nvPr/>
            </p14:nvContentPartPr>
            <p14:xfrm>
              <a:off x="3691260" y="1788360"/>
              <a:ext cx="432720" cy="465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B02C438-75E9-BD55-39E2-DFBED915CF2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86940" y="1784040"/>
                <a:ext cx="44136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78EEB01-1810-80CB-D166-83D00C75DCB1}"/>
                  </a:ext>
                </a:extLst>
              </p14:cNvPr>
              <p14:cNvContentPartPr/>
              <p14:nvPr/>
            </p14:nvContentPartPr>
            <p14:xfrm>
              <a:off x="2624580" y="2507640"/>
              <a:ext cx="354600" cy="313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78EEB01-1810-80CB-D166-83D00C75DCB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620260" y="2503320"/>
                <a:ext cx="3632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B19455E-C9C8-265F-86D7-80AA4C2AD40C}"/>
                  </a:ext>
                </a:extLst>
              </p14:cNvPr>
              <p14:cNvContentPartPr/>
              <p14:nvPr/>
            </p14:nvContentPartPr>
            <p14:xfrm>
              <a:off x="2993220" y="2625360"/>
              <a:ext cx="138960" cy="124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B19455E-C9C8-265F-86D7-80AA4C2AD40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88900" y="2621040"/>
                <a:ext cx="1476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0786650-4E3D-FA99-A45E-031B4A6E3B34}"/>
                  </a:ext>
                </a:extLst>
              </p14:cNvPr>
              <p14:cNvContentPartPr/>
              <p14:nvPr/>
            </p14:nvContentPartPr>
            <p14:xfrm>
              <a:off x="3158820" y="2666760"/>
              <a:ext cx="156240" cy="669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0786650-4E3D-FA99-A45E-031B4A6E3B3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54500" y="2662440"/>
                <a:ext cx="164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1485E1-A172-ACA2-5548-3ECF01828883}"/>
                  </a:ext>
                </a:extLst>
              </p14:cNvPr>
              <p14:cNvContentPartPr/>
              <p14:nvPr/>
            </p14:nvContentPartPr>
            <p14:xfrm>
              <a:off x="3326580" y="2659200"/>
              <a:ext cx="115200" cy="525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1485E1-A172-ACA2-5548-3ECF0182888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322260" y="2654880"/>
                <a:ext cx="1238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278FCF9-1DB6-C010-9D60-9719E002C17E}"/>
                  </a:ext>
                </a:extLst>
              </p14:cNvPr>
              <p14:cNvContentPartPr/>
              <p14:nvPr/>
            </p14:nvContentPartPr>
            <p14:xfrm>
              <a:off x="3512340" y="2468760"/>
              <a:ext cx="147600" cy="377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278FCF9-1DB6-C010-9D60-9719E002C17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08020" y="2464440"/>
                <a:ext cx="1562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93A5F10-1F80-27E8-97EA-388F09EA7962}"/>
                  </a:ext>
                </a:extLst>
              </p14:cNvPr>
              <p14:cNvContentPartPr/>
              <p14:nvPr/>
            </p14:nvContentPartPr>
            <p14:xfrm>
              <a:off x="3454380" y="2659920"/>
              <a:ext cx="300240" cy="709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93A5F10-1F80-27E8-97EA-388F09EA796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450060" y="2655600"/>
                <a:ext cx="3088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49CBCAB-F462-8E04-B861-899A543CFE63}"/>
                  </a:ext>
                </a:extLst>
              </p14:cNvPr>
              <p14:cNvContentPartPr/>
              <p14:nvPr/>
            </p14:nvContentPartPr>
            <p14:xfrm>
              <a:off x="3773340" y="2671800"/>
              <a:ext cx="89640" cy="550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49CBCAB-F462-8E04-B861-899A543CFE6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769020" y="2667480"/>
                <a:ext cx="982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7DC4C94-C250-6913-D84D-CF0AB8E0543B}"/>
                  </a:ext>
                </a:extLst>
              </p14:cNvPr>
              <p14:cNvContentPartPr/>
              <p14:nvPr/>
            </p14:nvContentPartPr>
            <p14:xfrm>
              <a:off x="3908700" y="2403600"/>
              <a:ext cx="88560" cy="313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7DC4C94-C250-6913-D84D-CF0AB8E0543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04380" y="2399280"/>
                <a:ext cx="972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1A50CB1-EC57-312E-8B86-D790EDD953E9}"/>
                  </a:ext>
                </a:extLst>
              </p14:cNvPr>
              <p14:cNvContentPartPr/>
              <p14:nvPr/>
            </p14:nvContentPartPr>
            <p14:xfrm>
              <a:off x="3894660" y="2600520"/>
              <a:ext cx="206280" cy="460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1A50CB1-EC57-312E-8B86-D790EDD953E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90340" y="2596200"/>
                <a:ext cx="214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CB3F209-AB8F-671A-F35A-A18D5959D3AC}"/>
                  </a:ext>
                </a:extLst>
              </p14:cNvPr>
              <p14:cNvContentPartPr/>
              <p14:nvPr/>
            </p14:nvContentPartPr>
            <p14:xfrm>
              <a:off x="4136220" y="2524920"/>
              <a:ext cx="31680" cy="156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CB3F209-AB8F-671A-F35A-A18D5959D3A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131900" y="2520600"/>
                <a:ext cx="403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AFDF72E-C53E-7AD9-1470-8AD3D5B0D754}"/>
                  </a:ext>
                </a:extLst>
              </p14:cNvPr>
              <p14:cNvContentPartPr/>
              <p14:nvPr/>
            </p14:nvContentPartPr>
            <p14:xfrm>
              <a:off x="4225140" y="2538240"/>
              <a:ext cx="80280" cy="78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AFDF72E-C53E-7AD9-1470-8AD3D5B0D75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220820" y="2533920"/>
                <a:ext cx="889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D208B17-A430-989B-6780-B208CD43383E}"/>
                  </a:ext>
                </a:extLst>
              </p14:cNvPr>
              <p14:cNvContentPartPr/>
              <p14:nvPr/>
            </p14:nvContentPartPr>
            <p14:xfrm>
              <a:off x="4400820" y="2490360"/>
              <a:ext cx="78120" cy="1422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D208B17-A430-989B-6780-B208CD43383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96500" y="2486040"/>
                <a:ext cx="867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22EECB0-F29E-8C73-1E34-C01147A9D738}"/>
                  </a:ext>
                </a:extLst>
              </p14:cNvPr>
              <p14:cNvContentPartPr/>
              <p14:nvPr/>
            </p14:nvContentPartPr>
            <p14:xfrm>
              <a:off x="1944180" y="2589720"/>
              <a:ext cx="453960" cy="8964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22EECB0-F29E-8C73-1E34-C01147A9D73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39860" y="2585400"/>
                <a:ext cx="462600" cy="9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66073A8-B59D-6858-D7A0-4486CA62BA91}"/>
                  </a:ext>
                </a:extLst>
              </p14:cNvPr>
              <p14:cNvContentPartPr/>
              <p14:nvPr/>
            </p14:nvContentPartPr>
            <p14:xfrm>
              <a:off x="2153700" y="2498640"/>
              <a:ext cx="368280" cy="198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66073A8-B59D-6858-D7A0-4486CA62BA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149380" y="2494320"/>
                <a:ext cx="37692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5AA29E5-3A9E-1FE8-5DC8-62F0B34885F2}"/>
                  </a:ext>
                </a:extLst>
              </p14:cNvPr>
              <p14:cNvContentPartPr/>
              <p14:nvPr/>
            </p14:nvContentPartPr>
            <p14:xfrm>
              <a:off x="4316580" y="1688640"/>
              <a:ext cx="449640" cy="37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5AA29E5-3A9E-1FE8-5DC8-62F0B34885F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312260" y="1684320"/>
                <a:ext cx="4582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989EAC3-C028-F036-A648-47EE5BC4BFD8}"/>
                  </a:ext>
                </a:extLst>
              </p14:cNvPr>
              <p14:cNvContentPartPr/>
              <p14:nvPr/>
            </p14:nvContentPartPr>
            <p14:xfrm>
              <a:off x="4791420" y="1601160"/>
              <a:ext cx="191880" cy="173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989EAC3-C028-F036-A648-47EE5BC4BFD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87100" y="1596840"/>
                <a:ext cx="2005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FEEFC15-925B-979B-92A0-8F9E86D554DC}"/>
                  </a:ext>
                </a:extLst>
              </p14:cNvPr>
              <p14:cNvContentPartPr/>
              <p14:nvPr/>
            </p14:nvContentPartPr>
            <p14:xfrm>
              <a:off x="5190300" y="1146120"/>
              <a:ext cx="49680" cy="1099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FEEFC15-925B-979B-92A0-8F9E86D554D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185980" y="1141800"/>
                <a:ext cx="58320" cy="11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1D0E25F-73ED-EFC7-891B-07A84B7D00E3}"/>
                  </a:ext>
                </a:extLst>
              </p14:cNvPr>
              <p14:cNvContentPartPr/>
              <p14:nvPr/>
            </p14:nvContentPartPr>
            <p14:xfrm>
              <a:off x="5166900" y="1112640"/>
              <a:ext cx="742320" cy="529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1D0E25F-73ED-EFC7-891B-07A84B7D00E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162580" y="1108320"/>
                <a:ext cx="7509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12750C0-0993-EB47-96C2-1DE883914A9C}"/>
                  </a:ext>
                </a:extLst>
              </p14:cNvPr>
              <p14:cNvContentPartPr/>
              <p14:nvPr/>
            </p14:nvContentPartPr>
            <p14:xfrm>
              <a:off x="5925780" y="1109760"/>
              <a:ext cx="361440" cy="3938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12750C0-0993-EB47-96C2-1DE883914A9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921460" y="1105440"/>
                <a:ext cx="37008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B8AE074-AD50-1FB6-0705-44205AFD151F}"/>
                  </a:ext>
                </a:extLst>
              </p14:cNvPr>
              <p14:cNvContentPartPr/>
              <p14:nvPr/>
            </p14:nvContentPartPr>
            <p14:xfrm>
              <a:off x="5300100" y="2106600"/>
              <a:ext cx="591480" cy="71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B8AE074-AD50-1FB6-0705-44205AFD151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95780" y="2102280"/>
                <a:ext cx="6001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0D27C7F-6E9F-A855-3804-6D6F3D64887E}"/>
                  </a:ext>
                </a:extLst>
              </p14:cNvPr>
              <p14:cNvContentPartPr/>
              <p14:nvPr/>
            </p14:nvContentPartPr>
            <p14:xfrm>
              <a:off x="6014340" y="1587480"/>
              <a:ext cx="257040" cy="347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0D27C7F-6E9F-A855-3804-6D6F3D64887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10020" y="1583160"/>
                <a:ext cx="2656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AC1783E-44E5-64A8-DEC1-F50985F913D5}"/>
                  </a:ext>
                </a:extLst>
              </p14:cNvPr>
              <p14:cNvContentPartPr/>
              <p14:nvPr/>
            </p14:nvContentPartPr>
            <p14:xfrm>
              <a:off x="5314140" y="746520"/>
              <a:ext cx="5400" cy="85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AC1783E-44E5-64A8-DEC1-F50985F913D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309820" y="742200"/>
                <a:ext cx="140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D6ACEC2-03D1-BF7F-A6BD-F2CF814BC80A}"/>
                  </a:ext>
                </a:extLst>
              </p14:cNvPr>
              <p14:cNvContentPartPr/>
              <p14:nvPr/>
            </p14:nvContentPartPr>
            <p14:xfrm>
              <a:off x="5121180" y="688920"/>
              <a:ext cx="340560" cy="2358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D6ACEC2-03D1-BF7F-A6BD-F2CF814BC80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116860" y="684600"/>
                <a:ext cx="34920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25E8B26-CDA7-40A0-F7CD-45284250C855}"/>
                  </a:ext>
                </a:extLst>
              </p14:cNvPr>
              <p14:cNvContentPartPr/>
              <p14:nvPr/>
            </p14:nvContentPartPr>
            <p14:xfrm>
              <a:off x="5502420" y="833280"/>
              <a:ext cx="10440" cy="73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25E8B26-CDA7-40A0-F7CD-45284250C85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498100" y="828960"/>
                <a:ext cx="190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3967A8F-3840-DFA9-A8D5-6BF354C88EA5}"/>
                  </a:ext>
                </a:extLst>
              </p14:cNvPr>
              <p14:cNvContentPartPr/>
              <p14:nvPr/>
            </p14:nvContentPartPr>
            <p14:xfrm>
              <a:off x="5569380" y="687840"/>
              <a:ext cx="4320" cy="67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3967A8F-3840-DFA9-A8D5-6BF354C88EA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565060" y="683520"/>
                <a:ext cx="129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8C102AE-BE1D-947D-5884-1EA15BFF0E5F}"/>
                  </a:ext>
                </a:extLst>
              </p14:cNvPr>
              <p14:cNvContentPartPr/>
              <p14:nvPr/>
            </p14:nvContentPartPr>
            <p14:xfrm>
              <a:off x="5539140" y="800880"/>
              <a:ext cx="81000" cy="105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8C102AE-BE1D-947D-5884-1EA15BFF0E5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34820" y="796560"/>
                <a:ext cx="896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1BC3313-5C23-95EF-9672-B451E706CFCD}"/>
                  </a:ext>
                </a:extLst>
              </p14:cNvPr>
              <p14:cNvContentPartPr/>
              <p14:nvPr/>
            </p14:nvContentPartPr>
            <p14:xfrm>
              <a:off x="5684580" y="684960"/>
              <a:ext cx="54720" cy="2116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1BC3313-5C23-95EF-9672-B451E706CFC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680260" y="680640"/>
                <a:ext cx="633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9C2A3D0-3978-6785-81CB-BDA68DE12935}"/>
                  </a:ext>
                </a:extLst>
              </p14:cNvPr>
              <p14:cNvContentPartPr/>
              <p14:nvPr/>
            </p14:nvContentPartPr>
            <p14:xfrm>
              <a:off x="5706900" y="745080"/>
              <a:ext cx="140400" cy="101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9C2A3D0-3978-6785-81CB-BDA68DE1293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702580" y="740760"/>
                <a:ext cx="1490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83613F8-83FB-9B4B-F5DA-E5418E133E1D}"/>
                  </a:ext>
                </a:extLst>
              </p14:cNvPr>
              <p14:cNvContentPartPr/>
              <p14:nvPr/>
            </p14:nvContentPartPr>
            <p14:xfrm>
              <a:off x="5862780" y="844080"/>
              <a:ext cx="11880" cy="27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83613F8-83FB-9B4B-F5DA-E5418E133E1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858460" y="839760"/>
                <a:ext cx="20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64EA2E1-B3C1-BB1A-0B9D-CDC5D445EA2D}"/>
                  </a:ext>
                </a:extLst>
              </p14:cNvPr>
              <p14:cNvContentPartPr/>
              <p14:nvPr/>
            </p14:nvContentPartPr>
            <p14:xfrm>
              <a:off x="5935140" y="682800"/>
              <a:ext cx="24840" cy="1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64EA2E1-B3C1-BB1A-0B9D-CDC5D445EA2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930820" y="678480"/>
                <a:ext cx="3348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45E527F-44D4-F5D3-31DD-A5DED716FA9A}"/>
                  </a:ext>
                </a:extLst>
              </p14:cNvPr>
              <p14:cNvContentPartPr/>
              <p14:nvPr/>
            </p14:nvContentPartPr>
            <p14:xfrm>
              <a:off x="5961060" y="627360"/>
              <a:ext cx="125640" cy="2487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45E527F-44D4-F5D3-31DD-A5DED716FA9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956740" y="623040"/>
                <a:ext cx="134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6450C6E-DD15-5A9B-CFDA-FD3F8BC59ABD}"/>
                  </a:ext>
                </a:extLst>
              </p14:cNvPr>
              <p14:cNvContentPartPr/>
              <p14:nvPr/>
            </p14:nvContentPartPr>
            <p14:xfrm>
              <a:off x="6128820" y="818520"/>
              <a:ext cx="147960" cy="71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6450C6E-DD15-5A9B-CFDA-FD3F8BC59AB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24500" y="814200"/>
                <a:ext cx="1566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B8743FE-8C1B-917D-BE15-BE68A64FAAC6}"/>
                  </a:ext>
                </a:extLst>
              </p14:cNvPr>
              <p14:cNvContentPartPr/>
              <p14:nvPr/>
            </p14:nvContentPartPr>
            <p14:xfrm>
              <a:off x="6295500" y="702600"/>
              <a:ext cx="92520" cy="2088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B8743FE-8C1B-917D-BE15-BE68A64FAAC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291180" y="698280"/>
                <a:ext cx="1011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1F69A7C-7841-CB4C-E1E9-B3E6FCF9F84B}"/>
                  </a:ext>
                </a:extLst>
              </p14:cNvPr>
              <p14:cNvContentPartPr/>
              <p14:nvPr/>
            </p14:nvContentPartPr>
            <p14:xfrm>
              <a:off x="6281460" y="717360"/>
              <a:ext cx="378360" cy="1645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1F69A7C-7841-CB4C-E1E9-B3E6FCF9F84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277140" y="713040"/>
                <a:ext cx="3870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FFE91C2-91ED-1BAF-1A58-20A26EAB3584}"/>
                  </a:ext>
                </a:extLst>
              </p14:cNvPr>
              <p14:cNvContentPartPr/>
              <p14:nvPr/>
            </p14:nvContentPartPr>
            <p14:xfrm>
              <a:off x="6403140" y="1434120"/>
              <a:ext cx="372960" cy="29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FFE91C2-91ED-1BAF-1A58-20A26EAB358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398820" y="1429800"/>
                <a:ext cx="3816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4238E98-0A98-378F-C066-587A75A81E30}"/>
                  </a:ext>
                </a:extLst>
              </p14:cNvPr>
              <p14:cNvContentPartPr/>
              <p14:nvPr/>
            </p14:nvContentPartPr>
            <p14:xfrm>
              <a:off x="6838740" y="1376520"/>
              <a:ext cx="146520" cy="1026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4238E98-0A98-378F-C066-587A75A81E3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834420" y="1372200"/>
                <a:ext cx="1551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93BA299-44FE-5AB2-0D81-587954E4AEB6}"/>
                  </a:ext>
                </a:extLst>
              </p14:cNvPr>
              <p14:cNvContentPartPr/>
              <p14:nvPr/>
            </p14:nvContentPartPr>
            <p14:xfrm>
              <a:off x="6997860" y="1121640"/>
              <a:ext cx="96480" cy="807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93BA299-44FE-5AB2-0D81-587954E4AEB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993540" y="1117320"/>
                <a:ext cx="105120" cy="8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0E85364-DCFE-6538-D191-F6AC999910E1}"/>
                  </a:ext>
                </a:extLst>
              </p14:cNvPr>
              <p14:cNvContentPartPr/>
              <p14:nvPr/>
            </p14:nvContentPartPr>
            <p14:xfrm>
              <a:off x="7088580" y="1037400"/>
              <a:ext cx="1315440" cy="2934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0E85364-DCFE-6538-D191-F6AC999910E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084260" y="1033080"/>
                <a:ext cx="13240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90E0E61-322C-47A4-4A16-BFC56A673589}"/>
                  </a:ext>
                </a:extLst>
              </p14:cNvPr>
              <p14:cNvContentPartPr/>
              <p14:nvPr/>
            </p14:nvContentPartPr>
            <p14:xfrm>
              <a:off x="6880860" y="1966920"/>
              <a:ext cx="1201680" cy="1396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90E0E61-322C-47A4-4A16-BFC56A67358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876540" y="1962600"/>
                <a:ext cx="12103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CC86472-16E2-85DF-FA85-8133AABC7D8C}"/>
                  </a:ext>
                </a:extLst>
              </p14:cNvPr>
              <p14:cNvContentPartPr/>
              <p14:nvPr/>
            </p14:nvContentPartPr>
            <p14:xfrm>
              <a:off x="8088300" y="1474800"/>
              <a:ext cx="374040" cy="456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CC86472-16E2-85DF-FA85-8133AABC7D8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083980" y="1470480"/>
                <a:ext cx="38268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0A28402-0BAF-FDFA-B09A-1B9236A8B9D7}"/>
                  </a:ext>
                </a:extLst>
              </p14:cNvPr>
              <p14:cNvContentPartPr/>
              <p14:nvPr/>
            </p14:nvContentPartPr>
            <p14:xfrm>
              <a:off x="6946380" y="2166720"/>
              <a:ext cx="232560" cy="3650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0A28402-0BAF-FDFA-B09A-1B9236A8B9D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942060" y="2162400"/>
                <a:ext cx="24120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143418E-2AB0-AA8E-DDD9-21AC4C1C4B7F}"/>
                  </a:ext>
                </a:extLst>
              </p14:cNvPr>
              <p14:cNvContentPartPr/>
              <p14:nvPr/>
            </p14:nvContentPartPr>
            <p14:xfrm>
              <a:off x="7172100" y="2344560"/>
              <a:ext cx="144000" cy="131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143418E-2AB0-AA8E-DDD9-21AC4C1C4B7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167780" y="2340240"/>
                <a:ext cx="152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C55CC2B-C685-BEFA-04CB-D12B4C20ACEA}"/>
                  </a:ext>
                </a:extLst>
              </p14:cNvPr>
              <p14:cNvContentPartPr/>
              <p14:nvPr/>
            </p14:nvContentPartPr>
            <p14:xfrm>
              <a:off x="7345260" y="2214240"/>
              <a:ext cx="100440" cy="241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C55CC2B-C685-BEFA-04CB-D12B4C20ACE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340940" y="2209920"/>
                <a:ext cx="1090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583EB33-ECDA-2842-A02B-16544DB6877E}"/>
                  </a:ext>
                </a:extLst>
              </p14:cNvPr>
              <p14:cNvContentPartPr/>
              <p14:nvPr/>
            </p14:nvContentPartPr>
            <p14:xfrm>
              <a:off x="7295220" y="2336280"/>
              <a:ext cx="384480" cy="118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583EB33-ECDA-2842-A02B-16544DB6877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290900" y="2331960"/>
                <a:ext cx="3931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FCDB071-1707-2782-06AC-9602C6CDC33F}"/>
                  </a:ext>
                </a:extLst>
              </p14:cNvPr>
              <p14:cNvContentPartPr/>
              <p14:nvPr/>
            </p14:nvContentPartPr>
            <p14:xfrm>
              <a:off x="7674660" y="2195880"/>
              <a:ext cx="34920" cy="403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FCDB071-1707-2782-06AC-9602C6CDC33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670340" y="2191560"/>
                <a:ext cx="435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495BD41E-F694-C2A5-D00F-7491CA8F4149}"/>
                  </a:ext>
                </a:extLst>
              </p14:cNvPr>
              <p14:cNvContentPartPr/>
              <p14:nvPr/>
            </p14:nvContentPartPr>
            <p14:xfrm>
              <a:off x="7720740" y="2208120"/>
              <a:ext cx="82440" cy="227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495BD41E-F694-C2A5-D00F-7491CA8F414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716420" y="2203800"/>
                <a:ext cx="910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DCBA131-3E5A-897D-07FC-671FEF58180C}"/>
                  </a:ext>
                </a:extLst>
              </p14:cNvPr>
              <p14:cNvContentPartPr/>
              <p14:nvPr/>
            </p14:nvContentPartPr>
            <p14:xfrm>
              <a:off x="7784820" y="2348880"/>
              <a:ext cx="97200" cy="957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DCBA131-3E5A-897D-07FC-671FEF58180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780500" y="2344560"/>
                <a:ext cx="1058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E211A52-379F-E5FD-CD26-3A5E235B21CC}"/>
                  </a:ext>
                </a:extLst>
              </p14:cNvPr>
              <p14:cNvContentPartPr/>
              <p14:nvPr/>
            </p14:nvContentPartPr>
            <p14:xfrm>
              <a:off x="7922340" y="2279400"/>
              <a:ext cx="83880" cy="213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E211A52-379F-E5FD-CD26-3A5E235B21C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918020" y="2275080"/>
                <a:ext cx="925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8D0E887-E78B-FEAB-1D12-7BBA50BA1568}"/>
                  </a:ext>
                </a:extLst>
              </p14:cNvPr>
              <p14:cNvContentPartPr/>
              <p14:nvPr/>
            </p14:nvContentPartPr>
            <p14:xfrm>
              <a:off x="8722980" y="1424040"/>
              <a:ext cx="343080" cy="205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8D0E887-E78B-FEAB-1D12-7BBA50BA156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718660" y="1419720"/>
                <a:ext cx="351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5B8F69B-A69B-4FFB-71F2-126491543AA4}"/>
                  </a:ext>
                </a:extLst>
              </p14:cNvPr>
              <p14:cNvContentPartPr/>
              <p14:nvPr/>
            </p14:nvContentPartPr>
            <p14:xfrm>
              <a:off x="9117900" y="1349520"/>
              <a:ext cx="196560" cy="939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5B8F69B-A69B-4FFB-71F2-126491543AA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113580" y="1345200"/>
                <a:ext cx="20520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0E67767-4597-4430-B918-E8FC839F0AD0}"/>
              </a:ext>
            </a:extLst>
          </p:cNvPr>
          <p:cNvGrpSpPr/>
          <p:nvPr/>
        </p:nvGrpSpPr>
        <p:grpSpPr>
          <a:xfrm>
            <a:off x="9629100" y="1016520"/>
            <a:ext cx="1260000" cy="701640"/>
            <a:chOff x="9629100" y="1016520"/>
            <a:chExt cx="1260000" cy="70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C5D05EE-181C-2AC2-B439-C7CFF121D375}"/>
                    </a:ext>
                  </a:extLst>
                </p14:cNvPr>
                <p14:cNvContentPartPr/>
                <p14:nvPr/>
              </p14:nvContentPartPr>
              <p14:xfrm>
                <a:off x="9629100" y="1061520"/>
                <a:ext cx="14760" cy="587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C5D05EE-181C-2AC2-B439-C7CFF121D37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624780" y="1057200"/>
                  <a:ext cx="2340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6B4FBD6-8D14-B3BB-D88E-2BC269BBD336}"/>
                    </a:ext>
                  </a:extLst>
                </p14:cNvPr>
                <p14:cNvContentPartPr/>
                <p14:nvPr/>
              </p14:nvContentPartPr>
              <p14:xfrm>
                <a:off x="9635220" y="1016520"/>
                <a:ext cx="1253880" cy="701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6B4FBD6-8D14-B3BB-D88E-2BC269BBD33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30900" y="1012200"/>
                  <a:ext cx="126252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938468C-270A-961B-FBB1-163A1047E008}"/>
                    </a:ext>
                  </a:extLst>
                </p14:cNvPr>
                <p14:cNvContentPartPr/>
                <p14:nvPr/>
              </p14:nvContentPartPr>
              <p14:xfrm>
                <a:off x="9694260" y="1232160"/>
                <a:ext cx="172440" cy="144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938468C-270A-961B-FBB1-163A1047E00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89940" y="1227840"/>
                  <a:ext cx="181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80BF5C-A0E2-1626-6AB5-13964862BC7B}"/>
                    </a:ext>
                  </a:extLst>
                </p14:cNvPr>
                <p14:cNvContentPartPr/>
                <p14:nvPr/>
              </p14:nvContentPartPr>
              <p14:xfrm>
                <a:off x="9859860" y="1338720"/>
                <a:ext cx="138600" cy="46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80BF5C-A0E2-1626-6AB5-13964862BC7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855540" y="1334400"/>
                  <a:ext cx="147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33FCA6C-DCF8-40A6-634B-88FFEBCD9278}"/>
                    </a:ext>
                  </a:extLst>
                </p14:cNvPr>
                <p14:cNvContentPartPr/>
                <p14:nvPr/>
              </p14:nvContentPartPr>
              <p14:xfrm>
                <a:off x="9980820" y="1282920"/>
                <a:ext cx="60120" cy="110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33FCA6C-DCF8-40A6-634B-88FFEBCD927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76500" y="1278600"/>
                  <a:ext cx="68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4F2F9C3-2E14-F8C8-B576-029DA0CBD924}"/>
                    </a:ext>
                  </a:extLst>
                </p14:cNvPr>
                <p14:cNvContentPartPr/>
                <p14:nvPr/>
              </p14:nvContentPartPr>
              <p14:xfrm>
                <a:off x="10129140" y="1140000"/>
                <a:ext cx="81720" cy="269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4F2F9C3-2E14-F8C8-B576-029DA0CBD92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24820" y="1135680"/>
                  <a:ext cx="903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3B6F507-504F-5AB5-66A8-B163182CF500}"/>
                    </a:ext>
                  </a:extLst>
                </p14:cNvPr>
                <p14:cNvContentPartPr/>
                <p14:nvPr/>
              </p14:nvContentPartPr>
              <p14:xfrm>
                <a:off x="10086300" y="1255200"/>
                <a:ext cx="224640" cy="132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3B6F507-504F-5AB5-66A8-B163182CF50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81980" y="1250880"/>
                  <a:ext cx="233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FC139EF-A5D5-7CAD-B50A-85DB0F9BB4D3}"/>
                    </a:ext>
                  </a:extLst>
                </p14:cNvPr>
                <p14:cNvContentPartPr/>
                <p14:nvPr/>
              </p14:nvContentPartPr>
              <p14:xfrm>
                <a:off x="10336860" y="1309560"/>
                <a:ext cx="229320" cy="80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FC139EF-A5D5-7CAD-B50A-85DB0F9BB4D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32540" y="1305240"/>
                  <a:ext cx="237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1153CDE-CF94-69F3-C5F4-5379AF665A80}"/>
                    </a:ext>
                  </a:extLst>
                </p14:cNvPr>
                <p14:cNvContentPartPr/>
                <p14:nvPr/>
              </p14:nvContentPartPr>
              <p14:xfrm>
                <a:off x="10603980" y="1308120"/>
                <a:ext cx="92520" cy="98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1153CDE-CF94-69F3-C5F4-5379AF665A8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99660" y="1303800"/>
                  <a:ext cx="101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144A756-9883-50C8-CD95-C80C493C1A1F}"/>
                    </a:ext>
                  </a:extLst>
                </p14:cNvPr>
                <p14:cNvContentPartPr/>
                <p14:nvPr/>
              </p14:nvContentPartPr>
              <p14:xfrm>
                <a:off x="10751580" y="1268880"/>
                <a:ext cx="70560" cy="177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144A756-9883-50C8-CD95-C80C493C1A1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47260" y="1264560"/>
                  <a:ext cx="7920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0D83B8-92E9-19EA-DC17-5B07A9779AFA}"/>
              </a:ext>
            </a:extLst>
          </p:cNvPr>
          <p:cNvGrpSpPr/>
          <p:nvPr/>
        </p:nvGrpSpPr>
        <p:grpSpPr>
          <a:xfrm>
            <a:off x="1137060" y="339360"/>
            <a:ext cx="2576160" cy="551880"/>
            <a:chOff x="1137060" y="339360"/>
            <a:chExt cx="2576160" cy="55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78576C-642C-AED9-7E05-38B1A4E4DC8C}"/>
                    </a:ext>
                  </a:extLst>
                </p14:cNvPr>
                <p14:cNvContentPartPr/>
                <p14:nvPr/>
              </p14:nvContentPartPr>
              <p14:xfrm>
                <a:off x="1387980" y="436200"/>
                <a:ext cx="210960" cy="283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78576C-642C-AED9-7E05-38B1A4E4DC8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83660" y="431880"/>
                  <a:ext cx="2196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F0CD215-D995-F759-D62D-09024201D0BB}"/>
                    </a:ext>
                  </a:extLst>
                </p14:cNvPr>
                <p14:cNvContentPartPr/>
                <p14:nvPr/>
              </p14:nvContentPartPr>
              <p14:xfrm>
                <a:off x="1571220" y="595320"/>
                <a:ext cx="115920" cy="92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F0CD215-D995-F759-D62D-09024201D0B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566900" y="591000"/>
                  <a:ext cx="124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DABDAB1-F0B8-2E31-9785-82D4A3C5F726}"/>
                    </a:ext>
                  </a:extLst>
                </p14:cNvPr>
                <p14:cNvContentPartPr/>
                <p14:nvPr/>
              </p14:nvContentPartPr>
              <p14:xfrm>
                <a:off x="1769940" y="403080"/>
                <a:ext cx="192600" cy="261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DABDAB1-F0B8-2E31-9785-82D4A3C5F72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765620" y="398760"/>
                  <a:ext cx="201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E21A832-B125-5669-5D29-651D596075E7}"/>
                    </a:ext>
                  </a:extLst>
                </p14:cNvPr>
                <p14:cNvContentPartPr/>
                <p14:nvPr/>
              </p14:nvContentPartPr>
              <p14:xfrm>
                <a:off x="2003940" y="556440"/>
                <a:ext cx="129960" cy="119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E21A832-B125-5669-5D29-651D596075E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99620" y="552120"/>
                  <a:ext cx="1386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D7642B-2041-89D7-01F5-8D98060D643A}"/>
                    </a:ext>
                  </a:extLst>
                </p14:cNvPr>
                <p14:cNvContentPartPr/>
                <p14:nvPr/>
              </p14:nvContentPartPr>
              <p14:xfrm>
                <a:off x="2509740" y="339360"/>
                <a:ext cx="241200" cy="297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D7642B-2041-89D7-01F5-8D98060D64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05420" y="335040"/>
                  <a:ext cx="2498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B5608C-F52B-1470-AE93-3FD3960F994E}"/>
                    </a:ext>
                  </a:extLst>
                </p14:cNvPr>
                <p14:cNvContentPartPr/>
                <p14:nvPr/>
              </p14:nvContentPartPr>
              <p14:xfrm>
                <a:off x="2722140" y="517560"/>
                <a:ext cx="100080" cy="51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B5608C-F52B-1470-AE93-3FD3960F994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17820" y="513240"/>
                  <a:ext cx="1087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FF11F7F-68E1-EF03-D2CA-AE53F9110AF2}"/>
                    </a:ext>
                  </a:extLst>
                </p14:cNvPr>
                <p14:cNvContentPartPr/>
                <p14:nvPr/>
              </p14:nvContentPartPr>
              <p14:xfrm>
                <a:off x="2695140" y="510720"/>
                <a:ext cx="181800" cy="237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FF11F7F-68E1-EF03-D2CA-AE53F9110AF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90820" y="506400"/>
                  <a:ext cx="1904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C1D2D1-BBAA-F190-42A3-50D368740F19}"/>
                    </a:ext>
                  </a:extLst>
                </p14:cNvPr>
                <p14:cNvContentPartPr/>
                <p14:nvPr/>
              </p14:nvContentPartPr>
              <p14:xfrm>
                <a:off x="2888100" y="533400"/>
                <a:ext cx="104760" cy="148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C1D2D1-BBAA-F190-42A3-50D368740F1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83780" y="529080"/>
                  <a:ext cx="113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E55271-0EF2-217B-995F-646FE7287847}"/>
                    </a:ext>
                  </a:extLst>
                </p14:cNvPr>
                <p14:cNvContentPartPr/>
                <p14:nvPr/>
              </p14:nvContentPartPr>
              <p14:xfrm>
                <a:off x="3004380" y="391560"/>
                <a:ext cx="132480" cy="277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E55271-0EF2-217B-995F-646FE72878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000060" y="387240"/>
                  <a:ext cx="1411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AA630B-A032-2314-BED8-2A8DC99C6CB8}"/>
                    </a:ext>
                  </a:extLst>
                </p14:cNvPr>
                <p14:cNvContentPartPr/>
                <p14:nvPr/>
              </p14:nvContentPartPr>
              <p14:xfrm>
                <a:off x="3032820" y="534480"/>
                <a:ext cx="205920" cy="92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AA630B-A032-2314-BED8-2A8DC99C6CB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28500" y="530160"/>
                  <a:ext cx="214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23FB5E-BDDC-7171-FE88-8985526F8ED1}"/>
                    </a:ext>
                  </a:extLst>
                </p14:cNvPr>
                <p14:cNvContentPartPr/>
                <p14:nvPr/>
              </p14:nvContentPartPr>
              <p14:xfrm>
                <a:off x="3256380" y="561120"/>
                <a:ext cx="199440" cy="66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23FB5E-BDDC-7171-FE88-8985526F8ED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252060" y="556800"/>
                  <a:ext cx="208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D8EFEDD-49D6-31DB-4287-29DA370CABAC}"/>
                    </a:ext>
                  </a:extLst>
                </p14:cNvPr>
                <p14:cNvContentPartPr/>
                <p14:nvPr/>
              </p14:nvContentPartPr>
              <p14:xfrm>
                <a:off x="1137060" y="740400"/>
                <a:ext cx="2576160" cy="150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D8EFEDD-49D6-31DB-4287-29DA370CAB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32740" y="736080"/>
                  <a:ext cx="25848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4B1E5FD-CBCC-0BC8-2A12-5B9D67CAB969}"/>
              </a:ext>
            </a:extLst>
          </p:cNvPr>
          <p:cNvGrpSpPr/>
          <p:nvPr/>
        </p:nvGrpSpPr>
        <p:grpSpPr>
          <a:xfrm>
            <a:off x="3528180" y="4544160"/>
            <a:ext cx="487800" cy="312480"/>
            <a:chOff x="3528180" y="4544160"/>
            <a:chExt cx="48780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CE92DAB-6966-0841-3D6A-9DA1D6EA628D}"/>
                    </a:ext>
                  </a:extLst>
                </p14:cNvPr>
                <p14:cNvContentPartPr/>
                <p14:nvPr/>
              </p14:nvContentPartPr>
              <p14:xfrm>
                <a:off x="3528180" y="4544160"/>
                <a:ext cx="342360" cy="312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CE92DAB-6966-0841-3D6A-9DA1D6EA62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23860" y="4539840"/>
                  <a:ext cx="3510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9595ADA-1F3A-2672-6A48-26B156E80093}"/>
                    </a:ext>
                  </a:extLst>
                </p14:cNvPr>
                <p14:cNvContentPartPr/>
                <p14:nvPr/>
              </p14:nvContentPartPr>
              <p14:xfrm>
                <a:off x="3917700" y="4712280"/>
                <a:ext cx="92520" cy="49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9595ADA-1F3A-2672-6A48-26B156E8009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13380" y="4707960"/>
                  <a:ext cx="101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1713AD7-D76C-7EFE-CAB4-855C427C8017}"/>
                    </a:ext>
                  </a:extLst>
                </p14:cNvPr>
                <p14:cNvContentPartPr/>
                <p14:nvPr/>
              </p14:nvContentPartPr>
              <p14:xfrm>
                <a:off x="3920940" y="4720560"/>
                <a:ext cx="95040" cy="13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1713AD7-D76C-7EFE-CAB4-855C427C801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16620" y="4716240"/>
                  <a:ext cx="1036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C55F359-FF3A-366F-65E4-F2D291638EDD}"/>
              </a:ext>
            </a:extLst>
          </p:cNvPr>
          <p:cNvGrpSpPr/>
          <p:nvPr/>
        </p:nvGrpSpPr>
        <p:grpSpPr>
          <a:xfrm>
            <a:off x="4300020" y="4434720"/>
            <a:ext cx="1201680" cy="487800"/>
            <a:chOff x="4300020" y="4434720"/>
            <a:chExt cx="1201680" cy="48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F6AD052-F71C-AD15-C0A5-F18A639D622D}"/>
                    </a:ext>
                  </a:extLst>
                </p14:cNvPr>
                <p14:cNvContentPartPr/>
                <p14:nvPr/>
              </p14:nvContentPartPr>
              <p14:xfrm>
                <a:off x="4300020" y="4434720"/>
                <a:ext cx="248040" cy="316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F6AD052-F71C-AD15-C0A5-F18A639D622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95700" y="4430400"/>
                  <a:ext cx="256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5DF35D0-4102-D608-4780-6CA1652D0B7F}"/>
                    </a:ext>
                  </a:extLst>
                </p14:cNvPr>
                <p14:cNvContentPartPr/>
                <p14:nvPr/>
              </p14:nvContentPartPr>
              <p14:xfrm>
                <a:off x="4520340" y="4672320"/>
                <a:ext cx="339120" cy="69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5DF35D0-4102-D608-4780-6CA1652D0B7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16020" y="4668000"/>
                  <a:ext cx="347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1910C00-F6B2-2532-7581-929C475D8795}"/>
                    </a:ext>
                  </a:extLst>
                </p14:cNvPr>
                <p14:cNvContentPartPr/>
                <p14:nvPr/>
              </p14:nvContentPartPr>
              <p14:xfrm>
                <a:off x="4811580" y="4567200"/>
                <a:ext cx="203400" cy="355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1910C00-F6B2-2532-7581-929C475D879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07260" y="4562880"/>
                  <a:ext cx="212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32DB071-8152-5CF5-76A9-277C7E16F3FF}"/>
                    </a:ext>
                  </a:extLst>
                </p14:cNvPr>
                <p14:cNvContentPartPr/>
                <p14:nvPr/>
              </p14:nvContentPartPr>
              <p14:xfrm>
                <a:off x="5046300" y="4569000"/>
                <a:ext cx="138600" cy="133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32DB071-8152-5CF5-76A9-277C7E16F3F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041980" y="4564680"/>
                  <a:ext cx="147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DB425DC-ED90-8F2B-B466-E0A8BA02A342}"/>
                    </a:ext>
                  </a:extLst>
                </p14:cNvPr>
                <p14:cNvContentPartPr/>
                <p14:nvPr/>
              </p14:nvContentPartPr>
              <p14:xfrm>
                <a:off x="5216580" y="4619400"/>
                <a:ext cx="137160" cy="36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DB425DC-ED90-8F2B-B466-E0A8BA02A3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212260" y="4615080"/>
                  <a:ext cx="145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AA246AF-6E76-3FDA-39E8-78DC8AB8B30C}"/>
                    </a:ext>
                  </a:extLst>
                </p14:cNvPr>
                <p14:cNvContentPartPr/>
                <p14:nvPr/>
              </p14:nvContentPartPr>
              <p14:xfrm>
                <a:off x="5410260" y="4589160"/>
                <a:ext cx="59400" cy="29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AA246AF-6E76-3FDA-39E8-78DC8AB8B3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405940" y="4584840"/>
                  <a:ext cx="68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1D4104C-08E2-C699-47AE-FA278C783036}"/>
                    </a:ext>
                  </a:extLst>
                </p14:cNvPr>
                <p14:cNvContentPartPr/>
                <p14:nvPr/>
              </p14:nvContentPartPr>
              <p14:xfrm>
                <a:off x="5275620" y="4583760"/>
                <a:ext cx="226080" cy="281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1D4104C-08E2-C699-47AE-FA278C78303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271300" y="4579440"/>
                  <a:ext cx="23472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9B89C89-4A93-9A69-D614-4CDF87790E63}"/>
              </a:ext>
            </a:extLst>
          </p:cNvPr>
          <p:cNvGrpSpPr/>
          <p:nvPr/>
        </p:nvGrpSpPr>
        <p:grpSpPr>
          <a:xfrm>
            <a:off x="5819580" y="4485480"/>
            <a:ext cx="135720" cy="185760"/>
            <a:chOff x="5819580" y="4485480"/>
            <a:chExt cx="13572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9032742-7E52-295B-15AE-40BD172AC378}"/>
                    </a:ext>
                  </a:extLst>
                </p14:cNvPr>
                <p14:cNvContentPartPr/>
                <p14:nvPr/>
              </p14:nvContentPartPr>
              <p14:xfrm>
                <a:off x="5819580" y="4607520"/>
                <a:ext cx="16560" cy="63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9032742-7E52-295B-15AE-40BD172AC37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15260" y="4603200"/>
                  <a:ext cx="25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BB23C7D-35D2-8F89-1F93-059F3F78A2B2}"/>
                    </a:ext>
                  </a:extLst>
                </p14:cNvPr>
                <p14:cNvContentPartPr/>
                <p14:nvPr/>
              </p14:nvContentPartPr>
              <p14:xfrm>
                <a:off x="5893380" y="4485480"/>
                <a:ext cx="10440" cy="41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BB23C7D-35D2-8F89-1F93-059F3F78A2B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89060" y="4481160"/>
                  <a:ext cx="19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B06C0AF-4710-1759-A361-82C5306496D7}"/>
                    </a:ext>
                  </a:extLst>
                </p14:cNvPr>
                <p14:cNvContentPartPr/>
                <p14:nvPr/>
              </p14:nvContentPartPr>
              <p14:xfrm>
                <a:off x="5893020" y="4558200"/>
                <a:ext cx="62280" cy="109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B06C0AF-4710-1759-A361-82C5306496D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88700" y="4553520"/>
                  <a:ext cx="7092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1EE8A78-EA09-8006-6A9C-E289ACD85D58}"/>
              </a:ext>
            </a:extLst>
          </p:cNvPr>
          <p:cNvGrpSpPr/>
          <p:nvPr/>
        </p:nvGrpSpPr>
        <p:grpSpPr>
          <a:xfrm>
            <a:off x="6280740" y="4292160"/>
            <a:ext cx="1416600" cy="536040"/>
            <a:chOff x="6280740" y="4292160"/>
            <a:chExt cx="141660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CD304C2-6506-5B8B-70CF-2A2A4765B954}"/>
                    </a:ext>
                  </a:extLst>
                </p14:cNvPr>
                <p14:cNvContentPartPr/>
                <p14:nvPr/>
              </p14:nvContentPartPr>
              <p14:xfrm>
                <a:off x="6280740" y="4351200"/>
                <a:ext cx="194400" cy="317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CD304C2-6506-5B8B-70CF-2A2A4765B9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76420" y="4346880"/>
                  <a:ext cx="203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A292934-63DD-3AF6-477E-3C83BE6D68D7}"/>
                    </a:ext>
                  </a:extLst>
                </p14:cNvPr>
                <p14:cNvContentPartPr/>
                <p14:nvPr/>
              </p14:nvContentPartPr>
              <p14:xfrm>
                <a:off x="6472620" y="4517160"/>
                <a:ext cx="111240" cy="102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A292934-63DD-3AF6-477E-3C83BE6D68D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68300" y="4512840"/>
                  <a:ext cx="119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BC90AD7-D22F-8806-A1F9-0BBB7D91D628}"/>
                    </a:ext>
                  </a:extLst>
                </p14:cNvPr>
                <p14:cNvContentPartPr/>
                <p14:nvPr/>
              </p14:nvContentPartPr>
              <p14:xfrm>
                <a:off x="6632820" y="4480800"/>
                <a:ext cx="60120" cy="157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BC90AD7-D22F-8806-A1F9-0BBB7D91D62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28500" y="4476480"/>
                  <a:ext cx="68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8F4DC25-F5C8-4544-2780-89E1FF49ED56}"/>
                    </a:ext>
                  </a:extLst>
                </p14:cNvPr>
                <p14:cNvContentPartPr/>
                <p14:nvPr/>
              </p14:nvContentPartPr>
              <p14:xfrm>
                <a:off x="6801660" y="4392600"/>
                <a:ext cx="137160" cy="185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8F4DC25-F5C8-4544-2780-89E1FF49ED5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97340" y="4388280"/>
                  <a:ext cx="145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8D739BF-AAA2-B568-9D4E-101A265CA338}"/>
                    </a:ext>
                  </a:extLst>
                </p14:cNvPr>
                <p14:cNvContentPartPr/>
                <p14:nvPr/>
              </p14:nvContentPartPr>
              <p14:xfrm>
                <a:off x="6775740" y="4506000"/>
                <a:ext cx="218160" cy="95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8D739BF-AAA2-B568-9D4E-101A265CA33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771420" y="4501680"/>
                  <a:ext cx="226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5898004-5FDD-736D-6546-4D139B9CE08E}"/>
                    </a:ext>
                  </a:extLst>
                </p14:cNvPr>
                <p14:cNvContentPartPr/>
                <p14:nvPr/>
              </p14:nvContentPartPr>
              <p14:xfrm>
                <a:off x="7010100" y="4361640"/>
                <a:ext cx="14040" cy="84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5898004-5FDD-736D-6546-4D139B9CE08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05780" y="4357320"/>
                  <a:ext cx="22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21E4BB9-8042-63FD-C866-AF480648C8A3}"/>
                    </a:ext>
                  </a:extLst>
                </p14:cNvPr>
                <p14:cNvContentPartPr/>
                <p14:nvPr/>
              </p14:nvContentPartPr>
              <p14:xfrm>
                <a:off x="7049340" y="4499880"/>
                <a:ext cx="59400" cy="78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21E4BB9-8042-63FD-C866-AF480648C8A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045020" y="4495560"/>
                  <a:ext cx="68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37FC47D-64FD-7519-EBBB-0AB19B868905}"/>
                    </a:ext>
                  </a:extLst>
                </p14:cNvPr>
                <p14:cNvContentPartPr/>
                <p14:nvPr/>
              </p14:nvContentPartPr>
              <p14:xfrm>
                <a:off x="7174620" y="4292160"/>
                <a:ext cx="431640" cy="310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37FC47D-64FD-7519-EBBB-0AB19B86890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70300" y="4287840"/>
                  <a:ext cx="4402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B9CC983-97F6-C796-EE34-58CF66BCE6AD}"/>
                    </a:ext>
                  </a:extLst>
                </p14:cNvPr>
                <p14:cNvContentPartPr/>
                <p14:nvPr/>
              </p14:nvContentPartPr>
              <p14:xfrm>
                <a:off x="7590060" y="4493040"/>
                <a:ext cx="91800" cy="44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B9CC983-97F6-C796-EE34-58CF66BCE6A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85740" y="4488720"/>
                  <a:ext cx="100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F32B836-D1AB-68D2-7BDB-C07D8F75D29C}"/>
                    </a:ext>
                  </a:extLst>
                </p14:cNvPr>
                <p14:cNvContentPartPr/>
                <p14:nvPr/>
              </p14:nvContentPartPr>
              <p14:xfrm>
                <a:off x="7337340" y="4505280"/>
                <a:ext cx="360000" cy="322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F32B836-D1AB-68D2-7BDB-C07D8F75D29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333020" y="4500960"/>
                  <a:ext cx="36864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57035BB-EA83-483C-D384-67DCD69498F8}"/>
              </a:ext>
            </a:extLst>
          </p:cNvPr>
          <p:cNvGrpSpPr/>
          <p:nvPr/>
        </p:nvGrpSpPr>
        <p:grpSpPr>
          <a:xfrm>
            <a:off x="8049060" y="4255800"/>
            <a:ext cx="1490040" cy="444600"/>
            <a:chOff x="8049060" y="4255800"/>
            <a:chExt cx="1490040" cy="44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17D822D-D67E-4224-9CFF-722056F51C7E}"/>
                    </a:ext>
                  </a:extLst>
                </p14:cNvPr>
                <p14:cNvContentPartPr/>
                <p14:nvPr/>
              </p14:nvContentPartPr>
              <p14:xfrm>
                <a:off x="8049060" y="4286400"/>
                <a:ext cx="263520" cy="3110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17D822D-D67E-4224-9CFF-722056F51C7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44740" y="4282080"/>
                  <a:ext cx="272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2E520A1-D2F4-2A8B-F893-964D0527B53F}"/>
                    </a:ext>
                  </a:extLst>
                </p14:cNvPr>
                <p14:cNvContentPartPr/>
                <p14:nvPr/>
              </p14:nvContentPartPr>
              <p14:xfrm>
                <a:off x="8369460" y="4299360"/>
                <a:ext cx="121680" cy="2829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2E520A1-D2F4-2A8B-F893-964D0527B53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65140" y="4295040"/>
                  <a:ext cx="1303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F91264-54EE-38F1-97E8-33B62FED8EF4}"/>
                    </a:ext>
                  </a:extLst>
                </p14:cNvPr>
                <p14:cNvContentPartPr/>
                <p14:nvPr/>
              </p14:nvContentPartPr>
              <p14:xfrm>
                <a:off x="8364780" y="4431120"/>
                <a:ext cx="187920" cy="129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F91264-54EE-38F1-97E8-33B62FED8EF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360460" y="4426800"/>
                  <a:ext cx="196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4866F21-E651-3712-049C-0ECE0B69D0BC}"/>
                    </a:ext>
                  </a:extLst>
                </p14:cNvPr>
                <p14:cNvContentPartPr/>
                <p14:nvPr/>
              </p14:nvContentPartPr>
              <p14:xfrm>
                <a:off x="8577540" y="4400520"/>
                <a:ext cx="332640" cy="299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4866F21-E651-3712-049C-0ECE0B69D0B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573220" y="4396200"/>
                  <a:ext cx="341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C39C2C3-440D-CBD0-A004-C0A4EB8A046F}"/>
                    </a:ext>
                  </a:extLst>
                </p14:cNvPr>
                <p14:cNvContentPartPr/>
                <p14:nvPr/>
              </p14:nvContentPartPr>
              <p14:xfrm>
                <a:off x="8935380" y="4478280"/>
                <a:ext cx="71640" cy="92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C39C2C3-440D-CBD0-A004-C0A4EB8A046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31060" y="4473960"/>
                  <a:ext cx="80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060F6C4-DF5A-0ED8-9F6A-FB437E788F3C}"/>
                    </a:ext>
                  </a:extLst>
                </p14:cNvPr>
                <p14:cNvContentPartPr/>
                <p14:nvPr/>
              </p14:nvContentPartPr>
              <p14:xfrm>
                <a:off x="9011700" y="4312680"/>
                <a:ext cx="150840" cy="253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060F6C4-DF5A-0ED8-9F6A-FB437E788F3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07380" y="4308360"/>
                  <a:ext cx="1594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C7BC5F7-61AE-2967-0BDA-7CB775E0AEE4}"/>
                    </a:ext>
                  </a:extLst>
                </p14:cNvPr>
                <p14:cNvContentPartPr/>
                <p14:nvPr/>
              </p14:nvContentPartPr>
              <p14:xfrm>
                <a:off x="9060300" y="4428240"/>
                <a:ext cx="175320" cy="113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C7BC5F7-61AE-2967-0BDA-7CB775E0AEE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055980" y="4423920"/>
                  <a:ext cx="183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610DB33-AA49-EA2B-F7AB-D17E8ACF9AA7}"/>
                    </a:ext>
                  </a:extLst>
                </p14:cNvPr>
                <p14:cNvContentPartPr/>
                <p14:nvPr/>
              </p14:nvContentPartPr>
              <p14:xfrm>
                <a:off x="9273420" y="4255800"/>
                <a:ext cx="226800" cy="328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610DB33-AA49-EA2B-F7AB-D17E8ACF9AA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69100" y="4251480"/>
                  <a:ext cx="2354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5206F01-F5F2-E623-6364-1056F942ECB8}"/>
                    </a:ext>
                  </a:extLst>
                </p14:cNvPr>
                <p14:cNvContentPartPr/>
                <p14:nvPr/>
              </p14:nvContentPartPr>
              <p14:xfrm>
                <a:off x="9525060" y="4554600"/>
                <a:ext cx="14040" cy="15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5206F01-F5F2-E623-6364-1056F942ECB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520740" y="4550280"/>
                  <a:ext cx="22680" cy="2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727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2612620-6F12-AEDB-C30F-196E05CD6A3C}"/>
              </a:ext>
            </a:extLst>
          </p:cNvPr>
          <p:cNvGrpSpPr/>
          <p:nvPr/>
        </p:nvGrpSpPr>
        <p:grpSpPr>
          <a:xfrm>
            <a:off x="1443420" y="529080"/>
            <a:ext cx="4074840" cy="575280"/>
            <a:chOff x="1443420" y="529080"/>
            <a:chExt cx="407484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9FFBAA9-9B28-38E6-EAB4-CE98D7D460B2}"/>
                    </a:ext>
                  </a:extLst>
                </p14:cNvPr>
                <p14:cNvContentPartPr/>
                <p14:nvPr/>
              </p14:nvContentPartPr>
              <p14:xfrm>
                <a:off x="1806660" y="621240"/>
                <a:ext cx="378000" cy="306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9FFBAA9-9B28-38E6-EAB4-CE98D7D460B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02340" y="616920"/>
                  <a:ext cx="386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784500B-D311-932C-45DF-51CB19EF9E87}"/>
                    </a:ext>
                  </a:extLst>
                </p14:cNvPr>
                <p14:cNvContentPartPr/>
                <p14:nvPr/>
              </p14:nvContentPartPr>
              <p14:xfrm>
                <a:off x="2058300" y="812760"/>
                <a:ext cx="81000" cy="102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784500B-D311-932C-45DF-51CB19EF9E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3980" y="808440"/>
                  <a:ext cx="89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F0E17F-2B2B-3A97-31E2-559F450D8258}"/>
                    </a:ext>
                  </a:extLst>
                </p14:cNvPr>
                <p14:cNvContentPartPr/>
                <p14:nvPr/>
              </p14:nvContentPartPr>
              <p14:xfrm>
                <a:off x="2204100" y="862080"/>
                <a:ext cx="266040" cy="53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F0E17F-2B2B-3A97-31E2-559F450D82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99780" y="857760"/>
                  <a:ext cx="2746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EEC55E2-E48B-76C4-0FAA-E7C6C44B3C7A}"/>
                    </a:ext>
                  </a:extLst>
                </p14:cNvPr>
                <p14:cNvContentPartPr/>
                <p14:nvPr/>
              </p14:nvContentPartPr>
              <p14:xfrm>
                <a:off x="2481660" y="896280"/>
                <a:ext cx="61920" cy="208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EEC55E2-E48B-76C4-0FAA-E7C6C44B3C7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7340" y="891960"/>
                  <a:ext cx="70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902E35-3D12-44A9-B3DF-BBA5423A5802}"/>
                    </a:ext>
                  </a:extLst>
                </p14:cNvPr>
                <p14:cNvContentPartPr/>
                <p14:nvPr/>
              </p14:nvContentPartPr>
              <p14:xfrm>
                <a:off x="2545380" y="800520"/>
                <a:ext cx="78840" cy="102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902E35-3D12-44A9-B3DF-BBA5423A58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41060" y="796200"/>
                  <a:ext cx="87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ABE964-3FE1-8588-002D-73DC3F6C7A6D}"/>
                    </a:ext>
                  </a:extLst>
                </p14:cNvPr>
                <p14:cNvContentPartPr/>
                <p14:nvPr/>
              </p14:nvContentPartPr>
              <p14:xfrm>
                <a:off x="2675340" y="796920"/>
                <a:ext cx="145440" cy="105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ABE964-3FE1-8588-002D-73DC3F6C7A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71020" y="792600"/>
                  <a:ext cx="1540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13E1BE2-9464-D0FB-5A2F-0DA404A2D830}"/>
                    </a:ext>
                  </a:extLst>
                </p14:cNvPr>
                <p14:cNvContentPartPr/>
                <p14:nvPr/>
              </p14:nvContentPartPr>
              <p14:xfrm>
                <a:off x="2876580" y="674520"/>
                <a:ext cx="128880" cy="231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13E1BE2-9464-D0FB-5A2F-0DA404A2D8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72260" y="670200"/>
                  <a:ext cx="137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CBA45E-8E70-C87F-9308-87A2485E64E8}"/>
                    </a:ext>
                  </a:extLst>
                </p14:cNvPr>
                <p14:cNvContentPartPr/>
                <p14:nvPr/>
              </p14:nvContentPartPr>
              <p14:xfrm>
                <a:off x="2850300" y="805200"/>
                <a:ext cx="189720" cy="68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CBA45E-8E70-C87F-9308-87A2485E64E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45980" y="800880"/>
                  <a:ext cx="198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9BADAB-749A-4ADE-B47D-3E9F44C09A7B}"/>
                    </a:ext>
                  </a:extLst>
                </p14:cNvPr>
                <p14:cNvContentPartPr/>
                <p14:nvPr/>
              </p14:nvContentPartPr>
              <p14:xfrm>
                <a:off x="3112740" y="703680"/>
                <a:ext cx="19440" cy="6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9BADAB-749A-4ADE-B47D-3E9F44C09A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08420" y="699360"/>
                  <a:ext cx="280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9FA06AD-18EB-0251-4AC9-477E48C2D285}"/>
                    </a:ext>
                  </a:extLst>
                </p14:cNvPr>
                <p14:cNvContentPartPr/>
                <p14:nvPr/>
              </p14:nvContentPartPr>
              <p14:xfrm>
                <a:off x="3150180" y="641400"/>
                <a:ext cx="131040" cy="231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9FA06AD-18EB-0251-4AC9-477E48C2D2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45860" y="637080"/>
                  <a:ext cx="1396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76814C4-593E-0D27-7059-BAFAD2CBF301}"/>
                    </a:ext>
                  </a:extLst>
                </p14:cNvPr>
                <p14:cNvContentPartPr/>
                <p14:nvPr/>
              </p14:nvContentPartPr>
              <p14:xfrm>
                <a:off x="3141540" y="780720"/>
                <a:ext cx="164520" cy="5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76814C4-593E-0D27-7059-BAFAD2CBF3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37220" y="776400"/>
                  <a:ext cx="173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B880CF-678E-BDB7-9EB5-C6D7EF6B7A4E}"/>
                    </a:ext>
                  </a:extLst>
                </p14:cNvPr>
                <p14:cNvContentPartPr/>
                <p14:nvPr/>
              </p14:nvContentPartPr>
              <p14:xfrm>
                <a:off x="3326220" y="700440"/>
                <a:ext cx="15120" cy="37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B880CF-678E-BDB7-9EB5-C6D7EF6B7A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1900" y="696120"/>
                  <a:ext cx="23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9AD21C-744A-3831-87F5-CCF915214E64}"/>
                    </a:ext>
                  </a:extLst>
                </p14:cNvPr>
                <p14:cNvContentPartPr/>
                <p14:nvPr/>
              </p14:nvContentPartPr>
              <p14:xfrm>
                <a:off x="3364020" y="729240"/>
                <a:ext cx="81720" cy="144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9AD21C-744A-3831-87F5-CCF915214E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59700" y="724920"/>
                  <a:ext cx="90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D630F9-3363-86D4-88D7-6D21C597C61D}"/>
                    </a:ext>
                  </a:extLst>
                </p14:cNvPr>
                <p14:cNvContentPartPr/>
                <p14:nvPr/>
              </p14:nvContentPartPr>
              <p14:xfrm>
                <a:off x="3472740" y="768480"/>
                <a:ext cx="96480" cy="5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D630F9-3363-86D4-88D7-6D21C597C6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68420" y="764160"/>
                  <a:ext cx="105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9950CE-219F-D64D-9B6E-52AF3E879E5C}"/>
                    </a:ext>
                  </a:extLst>
                </p14:cNvPr>
                <p14:cNvContentPartPr/>
                <p14:nvPr/>
              </p14:nvContentPartPr>
              <p14:xfrm>
                <a:off x="3844260" y="587760"/>
                <a:ext cx="180000" cy="25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9950CE-219F-D64D-9B6E-52AF3E879E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39940" y="583440"/>
                  <a:ext cx="188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512853-3730-5E6D-3C4B-5C210B8EE0EB}"/>
                    </a:ext>
                  </a:extLst>
                </p14:cNvPr>
                <p14:cNvContentPartPr/>
                <p14:nvPr/>
              </p14:nvContentPartPr>
              <p14:xfrm>
                <a:off x="4067100" y="574440"/>
                <a:ext cx="131040" cy="250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512853-3730-5E6D-3C4B-5C210B8EE0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62780" y="570120"/>
                  <a:ext cx="1396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A4BB1E-AC2D-8B74-60CC-1EC85DAA0AB9}"/>
                    </a:ext>
                  </a:extLst>
                </p14:cNvPr>
                <p14:cNvContentPartPr/>
                <p14:nvPr/>
              </p14:nvContentPartPr>
              <p14:xfrm>
                <a:off x="4093020" y="667320"/>
                <a:ext cx="205560" cy="118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A4BB1E-AC2D-8B74-60CC-1EC85DAA0AB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88700" y="663000"/>
                  <a:ext cx="214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749720-2424-E5E2-8ADB-087B0601DC8E}"/>
                    </a:ext>
                  </a:extLst>
                </p14:cNvPr>
                <p14:cNvContentPartPr/>
                <p14:nvPr/>
              </p14:nvContentPartPr>
              <p14:xfrm>
                <a:off x="4255020" y="702240"/>
                <a:ext cx="102600" cy="112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749720-2424-E5E2-8ADB-087B0601DC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50700" y="697920"/>
                  <a:ext cx="111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9EAD0B5-9712-E52B-6E82-E73264714E3E}"/>
                    </a:ext>
                  </a:extLst>
                </p14:cNvPr>
                <p14:cNvContentPartPr/>
                <p14:nvPr/>
              </p14:nvContentPartPr>
              <p14:xfrm>
                <a:off x="4434300" y="529080"/>
                <a:ext cx="135720" cy="298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9EAD0B5-9712-E52B-6E82-E73264714E3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29980" y="524760"/>
                  <a:ext cx="1443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4F58C4-5870-8DD6-5DF4-A0B79FA1192A}"/>
                    </a:ext>
                  </a:extLst>
                </p14:cNvPr>
                <p14:cNvContentPartPr/>
                <p14:nvPr/>
              </p14:nvContentPartPr>
              <p14:xfrm>
                <a:off x="4403340" y="677400"/>
                <a:ext cx="240120" cy="86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4F58C4-5870-8DD6-5DF4-A0B79FA119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99020" y="673080"/>
                  <a:ext cx="248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EAD7BBD-B81C-EF85-80BF-EABBAF3269E3}"/>
                    </a:ext>
                  </a:extLst>
                </p14:cNvPr>
                <p14:cNvContentPartPr/>
                <p14:nvPr/>
              </p14:nvContentPartPr>
              <p14:xfrm>
                <a:off x="4453740" y="711240"/>
                <a:ext cx="455760" cy="37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EAD7BBD-B81C-EF85-80BF-EABBAF3269E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49420" y="706920"/>
                  <a:ext cx="4644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17D7B4-F397-A2EB-A9AA-974D5072CA25}"/>
                    </a:ext>
                  </a:extLst>
                </p14:cNvPr>
                <p14:cNvContentPartPr/>
                <p14:nvPr/>
              </p14:nvContentPartPr>
              <p14:xfrm>
                <a:off x="4912380" y="652920"/>
                <a:ext cx="8640" cy="2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17D7B4-F397-A2EB-A9AA-974D5072CA2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8060" y="648600"/>
                  <a:ext cx="17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B89CFE-248F-BAFF-1045-426C2426826E}"/>
                    </a:ext>
                  </a:extLst>
                </p14:cNvPr>
                <p14:cNvContentPartPr/>
                <p14:nvPr/>
              </p14:nvContentPartPr>
              <p14:xfrm>
                <a:off x="4959180" y="708360"/>
                <a:ext cx="79560" cy="11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B89CFE-248F-BAFF-1045-426C2426826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54860" y="704040"/>
                  <a:ext cx="88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27BDDA9-64DF-13B9-26A0-EB2831D0630E}"/>
                    </a:ext>
                  </a:extLst>
                </p14:cNvPr>
                <p14:cNvContentPartPr/>
                <p14:nvPr/>
              </p14:nvContentPartPr>
              <p14:xfrm>
                <a:off x="4981500" y="686760"/>
                <a:ext cx="170280" cy="145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27BDDA9-64DF-13B9-26A0-EB2831D063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77180" y="682440"/>
                  <a:ext cx="178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8F14FB-C338-B004-87C2-873CFA795C80}"/>
                    </a:ext>
                  </a:extLst>
                </p14:cNvPr>
                <p14:cNvContentPartPr/>
                <p14:nvPr/>
              </p14:nvContentPartPr>
              <p14:xfrm>
                <a:off x="1443420" y="932280"/>
                <a:ext cx="4074840" cy="141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8F14FB-C338-B004-87C2-873CFA795C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39100" y="927960"/>
                  <a:ext cx="4083480" cy="15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9D89926-CBE8-882F-94E2-C261C7DB6611}"/>
                  </a:ext>
                </a:extLst>
              </p14:cNvPr>
              <p14:cNvContentPartPr/>
              <p14:nvPr/>
            </p14:nvContentPartPr>
            <p14:xfrm>
              <a:off x="1485900" y="1721040"/>
              <a:ext cx="266400" cy="10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9D89926-CBE8-882F-94E2-C261C7DB661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81580" y="1716720"/>
                <a:ext cx="27504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2499D8F2-9D11-5092-5918-E6A88CE9F9A3}"/>
              </a:ext>
            </a:extLst>
          </p:cNvPr>
          <p:cNvGrpSpPr/>
          <p:nvPr/>
        </p:nvGrpSpPr>
        <p:grpSpPr>
          <a:xfrm>
            <a:off x="5541300" y="511440"/>
            <a:ext cx="1201680" cy="391680"/>
            <a:chOff x="5541300" y="511440"/>
            <a:chExt cx="120168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D9F4F2-F8CF-4530-7827-246C2EFF2CCC}"/>
                    </a:ext>
                  </a:extLst>
                </p14:cNvPr>
                <p14:cNvContentPartPr/>
                <p14:nvPr/>
              </p14:nvContentPartPr>
              <p14:xfrm>
                <a:off x="5541300" y="511440"/>
                <a:ext cx="180360" cy="38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D9F4F2-F8CF-4530-7827-246C2EFF2CC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36980" y="507120"/>
                  <a:ext cx="1890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BDB4E2-0A6F-E770-55FF-24669B06BE11}"/>
                    </a:ext>
                  </a:extLst>
                </p14:cNvPr>
                <p14:cNvContentPartPr/>
                <p14:nvPr/>
              </p14:nvContentPartPr>
              <p14:xfrm>
                <a:off x="5788260" y="611520"/>
                <a:ext cx="227160" cy="291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BDB4E2-0A6F-E770-55FF-24669B06BE1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83940" y="607200"/>
                  <a:ext cx="235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D86FB6-7C13-E002-F0D4-3B9C0ADC13E2}"/>
                    </a:ext>
                  </a:extLst>
                </p14:cNvPr>
                <p14:cNvContentPartPr/>
                <p14:nvPr/>
              </p14:nvContentPartPr>
              <p14:xfrm>
                <a:off x="5986620" y="726000"/>
                <a:ext cx="24840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D86FB6-7C13-E002-F0D4-3B9C0ADC13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82300" y="721680"/>
                  <a:ext cx="257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B75CD4-DD7B-F8B4-3DD3-5F7E81BA1547}"/>
                    </a:ext>
                  </a:extLst>
                </p14:cNvPr>
                <p14:cNvContentPartPr/>
                <p14:nvPr/>
              </p14:nvContentPartPr>
              <p14:xfrm>
                <a:off x="6258420" y="713760"/>
                <a:ext cx="78480" cy="89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B75CD4-DD7B-F8B4-3DD3-5F7E81BA15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54100" y="709440"/>
                  <a:ext cx="87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2CCB95-8B23-E440-F4CD-480629273CD2}"/>
                    </a:ext>
                  </a:extLst>
                </p14:cNvPr>
                <p14:cNvContentPartPr/>
                <p14:nvPr/>
              </p14:nvContentPartPr>
              <p14:xfrm>
                <a:off x="6384780" y="695040"/>
                <a:ext cx="83880" cy="117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2CCB95-8B23-E440-F4CD-480629273CD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80460" y="690720"/>
                  <a:ext cx="925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6E7B11-C661-5F6D-7B57-0E9ACE1F64E3}"/>
                    </a:ext>
                  </a:extLst>
                </p14:cNvPr>
                <p14:cNvContentPartPr/>
                <p14:nvPr/>
              </p14:nvContentPartPr>
              <p14:xfrm>
                <a:off x="6498900" y="753360"/>
                <a:ext cx="11880" cy="38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6E7B11-C661-5F6D-7B57-0E9ACE1F64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94580" y="749040"/>
                  <a:ext cx="20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260FA1-1CA7-70EC-91D5-641FA769B495}"/>
                    </a:ext>
                  </a:extLst>
                </p14:cNvPr>
                <p14:cNvContentPartPr/>
                <p14:nvPr/>
              </p14:nvContentPartPr>
              <p14:xfrm>
                <a:off x="6584220" y="560040"/>
                <a:ext cx="15120" cy="87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260FA1-1CA7-70EC-91D5-641FA769B4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79900" y="555720"/>
                  <a:ext cx="23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6463ED8-C043-61FA-F65F-8781EC852A55}"/>
                    </a:ext>
                  </a:extLst>
                </p14:cNvPr>
                <p14:cNvContentPartPr/>
                <p14:nvPr/>
              </p14:nvContentPartPr>
              <p14:xfrm>
                <a:off x="6631740" y="705120"/>
                <a:ext cx="111240" cy="101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6463ED8-C043-61FA-F65F-8781EC852A5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7420" y="700800"/>
                  <a:ext cx="11988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C4C869-3411-3184-3714-B05F6C9ECD60}"/>
              </a:ext>
            </a:extLst>
          </p:cNvPr>
          <p:cNvGrpSpPr/>
          <p:nvPr/>
        </p:nvGrpSpPr>
        <p:grpSpPr>
          <a:xfrm>
            <a:off x="7056180" y="457080"/>
            <a:ext cx="1392480" cy="471960"/>
            <a:chOff x="7056180" y="457080"/>
            <a:chExt cx="1392480" cy="47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AD8C6B-9229-1C2E-D5AC-B8BED3A90B43}"/>
                    </a:ext>
                  </a:extLst>
                </p14:cNvPr>
                <p14:cNvContentPartPr/>
                <p14:nvPr/>
              </p14:nvContentPartPr>
              <p14:xfrm>
                <a:off x="7056180" y="556080"/>
                <a:ext cx="161640" cy="222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AD8C6B-9229-1C2E-D5AC-B8BED3A90B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51860" y="551760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70C9B9-368C-ABF5-B544-578C251D0D97}"/>
                    </a:ext>
                  </a:extLst>
                </p14:cNvPr>
                <p14:cNvContentPartPr/>
                <p14:nvPr/>
              </p14:nvContentPartPr>
              <p14:xfrm>
                <a:off x="7241220" y="595320"/>
                <a:ext cx="90360" cy="18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70C9B9-368C-ABF5-B544-578C251D0D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36900" y="591000"/>
                  <a:ext cx="99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40538B-B627-E997-84D0-849B8F0DBB69}"/>
                    </a:ext>
                  </a:extLst>
                </p14:cNvPr>
                <p14:cNvContentPartPr/>
                <p14:nvPr/>
              </p14:nvContentPartPr>
              <p14:xfrm>
                <a:off x="7236900" y="661200"/>
                <a:ext cx="205560" cy="57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40538B-B627-E997-84D0-849B8F0DBB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32580" y="656880"/>
                  <a:ext cx="214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3D8AAF5-5B73-11F9-D3D5-33070567CCB2}"/>
                    </a:ext>
                  </a:extLst>
                </p14:cNvPr>
                <p14:cNvContentPartPr/>
                <p14:nvPr/>
              </p14:nvContentPartPr>
              <p14:xfrm>
                <a:off x="7480980" y="661200"/>
                <a:ext cx="100080" cy="74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3D8AAF5-5B73-11F9-D3D5-33070567CC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76660" y="656880"/>
                  <a:ext cx="108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8521A0-1D8F-B0FF-BAA9-C24B8A4E45E6}"/>
                    </a:ext>
                  </a:extLst>
                </p14:cNvPr>
                <p14:cNvContentPartPr/>
                <p14:nvPr/>
              </p14:nvContentPartPr>
              <p14:xfrm>
                <a:off x="7666380" y="527640"/>
                <a:ext cx="101880" cy="2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8521A0-1D8F-B0FF-BAA9-C24B8A4E45E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62060" y="523320"/>
                  <a:ext cx="110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FABDC8-C925-0D39-777D-155EA3C749B7}"/>
                    </a:ext>
                  </a:extLst>
                </p14:cNvPr>
                <p14:cNvContentPartPr/>
                <p14:nvPr/>
              </p14:nvContentPartPr>
              <p14:xfrm>
                <a:off x="7652700" y="608280"/>
                <a:ext cx="177120" cy="89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FABDC8-C925-0D39-777D-155EA3C749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48380" y="603960"/>
                  <a:ext cx="185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E7FE55-3EE0-337D-BAF1-99134A9CB2DB}"/>
                    </a:ext>
                  </a:extLst>
                </p14:cNvPr>
                <p14:cNvContentPartPr/>
                <p14:nvPr/>
              </p14:nvContentPartPr>
              <p14:xfrm>
                <a:off x="7702740" y="644280"/>
                <a:ext cx="200520" cy="284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E7FE55-3EE0-337D-BAF1-99134A9CB2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98420" y="639960"/>
                  <a:ext cx="2091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D070E7-C5FF-14EC-67E2-119C429F1827}"/>
                    </a:ext>
                  </a:extLst>
                </p14:cNvPr>
                <p14:cNvContentPartPr/>
                <p14:nvPr/>
              </p14:nvContentPartPr>
              <p14:xfrm>
                <a:off x="7999020" y="616920"/>
                <a:ext cx="37440" cy="83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D070E7-C5FF-14EC-67E2-119C429F18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4700" y="612600"/>
                  <a:ext cx="46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43F774F-AAA9-6C05-9FB1-32755BB465CA}"/>
                    </a:ext>
                  </a:extLst>
                </p14:cNvPr>
                <p14:cNvContentPartPr/>
                <p14:nvPr/>
              </p14:nvContentPartPr>
              <p14:xfrm>
                <a:off x="8081100" y="533760"/>
                <a:ext cx="3240" cy="61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43F774F-AAA9-6C05-9FB1-32755BB465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6780" y="529440"/>
                  <a:ext cx="11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1FE393-1CC9-3CCE-2A50-1D8B46B2B6D8}"/>
                    </a:ext>
                  </a:extLst>
                </p14:cNvPr>
                <p14:cNvContentPartPr/>
                <p14:nvPr/>
              </p14:nvContentPartPr>
              <p14:xfrm>
                <a:off x="8110620" y="613680"/>
                <a:ext cx="77400" cy="8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1FE393-1CC9-3CCE-2A50-1D8B46B2B6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6300" y="609360"/>
                  <a:ext cx="86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CB42DC6-2A55-7D2C-7FDB-180623F27452}"/>
                    </a:ext>
                  </a:extLst>
                </p14:cNvPr>
                <p14:cNvContentPartPr/>
                <p14:nvPr/>
              </p14:nvContentPartPr>
              <p14:xfrm>
                <a:off x="8214300" y="614400"/>
                <a:ext cx="83160" cy="102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CB42DC6-2A55-7D2C-7FDB-180623F2745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09980" y="610080"/>
                  <a:ext cx="91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77E3D3-3339-B106-6E48-570593EDB071}"/>
                    </a:ext>
                  </a:extLst>
                </p14:cNvPr>
                <p14:cNvContentPartPr/>
                <p14:nvPr/>
              </p14:nvContentPartPr>
              <p14:xfrm>
                <a:off x="8360100" y="457080"/>
                <a:ext cx="88560" cy="401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77E3D3-3339-B106-6E48-570593EDB07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55780" y="452760"/>
                  <a:ext cx="9720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42B0931-07C7-1362-3798-FFF516CD4703}"/>
              </a:ext>
            </a:extLst>
          </p:cNvPr>
          <p:cNvGrpSpPr/>
          <p:nvPr/>
        </p:nvGrpSpPr>
        <p:grpSpPr>
          <a:xfrm>
            <a:off x="1951380" y="1498200"/>
            <a:ext cx="1456560" cy="312840"/>
            <a:chOff x="1951380" y="1498200"/>
            <a:chExt cx="14565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700BB8-6331-440B-7C3C-3F1618D3DF99}"/>
                    </a:ext>
                  </a:extLst>
                </p14:cNvPr>
                <p14:cNvContentPartPr/>
                <p14:nvPr/>
              </p14:nvContentPartPr>
              <p14:xfrm>
                <a:off x="1951380" y="1505760"/>
                <a:ext cx="139680" cy="305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700BB8-6331-440B-7C3C-3F1618D3DF9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47060" y="1501440"/>
                  <a:ext cx="1483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0B9C85-B3A9-C8DF-32CE-9E2D919B6926}"/>
                    </a:ext>
                  </a:extLst>
                </p14:cNvPr>
                <p14:cNvContentPartPr/>
                <p14:nvPr/>
              </p14:nvContentPartPr>
              <p14:xfrm>
                <a:off x="2093220" y="1671000"/>
                <a:ext cx="101160" cy="11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0B9C85-B3A9-C8DF-32CE-9E2D919B692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88900" y="1666680"/>
                  <a:ext cx="109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E738697-BAEC-35AE-136C-87456E079813}"/>
                    </a:ext>
                  </a:extLst>
                </p14:cNvPr>
                <p14:cNvContentPartPr/>
                <p14:nvPr/>
              </p14:nvContentPartPr>
              <p14:xfrm>
                <a:off x="2259540" y="1638240"/>
                <a:ext cx="201600" cy="122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738697-BAEC-35AE-136C-87456E07981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55220" y="1633920"/>
                  <a:ext cx="210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AC4222A-3652-B143-FE0B-804623B6CF86}"/>
                    </a:ext>
                  </a:extLst>
                </p14:cNvPr>
                <p14:cNvContentPartPr/>
                <p14:nvPr/>
              </p14:nvContentPartPr>
              <p14:xfrm>
                <a:off x="2708460" y="1593600"/>
                <a:ext cx="120240" cy="136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AC4222A-3652-B143-FE0B-804623B6CF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04140" y="1589280"/>
                  <a:ext cx="128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A7F0FF9-D01E-877D-83C0-32ACB0C67553}"/>
                    </a:ext>
                  </a:extLst>
                </p14:cNvPr>
                <p14:cNvContentPartPr/>
                <p14:nvPr/>
              </p14:nvContentPartPr>
              <p14:xfrm>
                <a:off x="2857140" y="1619160"/>
                <a:ext cx="83880" cy="105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A7F0FF9-D01E-877D-83C0-32ACB0C6755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52820" y="1614840"/>
                  <a:ext cx="925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DC425D-78C7-8ABE-275B-9988536272B5}"/>
                    </a:ext>
                  </a:extLst>
                </p14:cNvPr>
                <p14:cNvContentPartPr/>
                <p14:nvPr/>
              </p14:nvContentPartPr>
              <p14:xfrm>
                <a:off x="3010500" y="1618800"/>
                <a:ext cx="72000" cy="114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DC425D-78C7-8ABE-275B-9988536272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06180" y="1614480"/>
                  <a:ext cx="80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9892A6C-45CE-C5E0-9B1C-77EA191A67CB}"/>
                    </a:ext>
                  </a:extLst>
                </p14:cNvPr>
                <p14:cNvContentPartPr/>
                <p14:nvPr/>
              </p14:nvContentPartPr>
              <p14:xfrm>
                <a:off x="3247740" y="1498200"/>
                <a:ext cx="62640" cy="210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9892A6C-45CE-C5E0-9B1C-77EA191A67C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43420" y="1493880"/>
                  <a:ext cx="712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7929335-7330-389E-D493-DE238EE5184A}"/>
                    </a:ext>
                  </a:extLst>
                </p14:cNvPr>
                <p14:cNvContentPartPr/>
                <p14:nvPr/>
              </p14:nvContentPartPr>
              <p14:xfrm>
                <a:off x="3177900" y="1574160"/>
                <a:ext cx="230040" cy="34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7929335-7330-389E-D493-DE238EE518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73580" y="1569840"/>
                  <a:ext cx="2386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110BF58-6479-92A8-BA76-95C959891032}"/>
              </a:ext>
            </a:extLst>
          </p:cNvPr>
          <p:cNvGrpSpPr/>
          <p:nvPr/>
        </p:nvGrpSpPr>
        <p:grpSpPr>
          <a:xfrm>
            <a:off x="3761820" y="1350600"/>
            <a:ext cx="1590480" cy="469080"/>
            <a:chOff x="3761820" y="1350600"/>
            <a:chExt cx="159048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2F4A9B8-486C-6519-6B7D-B863E1567187}"/>
                    </a:ext>
                  </a:extLst>
                </p14:cNvPr>
                <p14:cNvContentPartPr/>
                <p14:nvPr/>
              </p14:nvContentPartPr>
              <p14:xfrm>
                <a:off x="3761820" y="1375440"/>
                <a:ext cx="165600" cy="31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2F4A9B8-486C-6519-6B7D-B863E156718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57500" y="1371120"/>
                  <a:ext cx="1742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D81C7C-12E8-6384-41D8-95B3B6E87DEB}"/>
                    </a:ext>
                  </a:extLst>
                </p14:cNvPr>
                <p14:cNvContentPartPr/>
                <p14:nvPr/>
              </p14:nvContentPartPr>
              <p14:xfrm>
                <a:off x="3872700" y="1573800"/>
                <a:ext cx="133920" cy="104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D81C7C-12E8-6384-41D8-95B3B6E87DE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68380" y="1569480"/>
                  <a:ext cx="142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766DA27-FFCE-7813-96AB-9F0CCF5E905A}"/>
                    </a:ext>
                  </a:extLst>
                </p14:cNvPr>
                <p14:cNvContentPartPr/>
                <p14:nvPr/>
              </p14:nvContentPartPr>
              <p14:xfrm>
                <a:off x="4002660" y="1608000"/>
                <a:ext cx="175680" cy="64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766DA27-FFCE-7813-96AB-9F0CCF5E905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98340" y="1603680"/>
                  <a:ext cx="184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7F7C7AB-2C39-CC2B-6F5D-4ADBD779ABB9}"/>
                    </a:ext>
                  </a:extLst>
                </p14:cNvPr>
                <p14:cNvContentPartPr/>
                <p14:nvPr/>
              </p14:nvContentPartPr>
              <p14:xfrm>
                <a:off x="4185180" y="1365360"/>
                <a:ext cx="306360" cy="308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7F7C7AB-2C39-CC2B-6F5D-4ADBD779ABB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80860" y="1361040"/>
                  <a:ext cx="315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1045232-53E6-4588-C601-EDB1AE494676}"/>
                    </a:ext>
                  </a:extLst>
                </p14:cNvPr>
                <p14:cNvContentPartPr/>
                <p14:nvPr/>
              </p14:nvContentPartPr>
              <p14:xfrm>
                <a:off x="4441860" y="1538520"/>
                <a:ext cx="118800" cy="91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1045232-53E6-4588-C601-EDB1AE49467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37540" y="1534200"/>
                  <a:ext cx="127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FCCA4A0-7639-CD93-05D8-A1D5BE4588D3}"/>
                    </a:ext>
                  </a:extLst>
                </p14:cNvPr>
                <p14:cNvContentPartPr/>
                <p14:nvPr/>
              </p14:nvContentPartPr>
              <p14:xfrm>
                <a:off x="4570380" y="1503600"/>
                <a:ext cx="109440" cy="147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FCCA4A0-7639-CD93-05D8-A1D5BE4588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66060" y="1499280"/>
                  <a:ext cx="118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1823913-D7A5-1287-9B10-35420FFD7DB7}"/>
                    </a:ext>
                  </a:extLst>
                </p14:cNvPr>
                <p14:cNvContentPartPr/>
                <p14:nvPr/>
              </p14:nvContentPartPr>
              <p14:xfrm>
                <a:off x="4654980" y="1528800"/>
                <a:ext cx="154800" cy="132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1823913-D7A5-1287-9B10-35420FFD7DB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50660" y="1524480"/>
                  <a:ext cx="163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46A352A-570B-1336-554A-1B1AF51304D7}"/>
                    </a:ext>
                  </a:extLst>
                </p14:cNvPr>
                <p14:cNvContentPartPr/>
                <p14:nvPr/>
              </p14:nvContentPartPr>
              <p14:xfrm>
                <a:off x="4846860" y="1350600"/>
                <a:ext cx="282960" cy="257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46A352A-570B-1336-554A-1B1AF51304D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42540" y="1346280"/>
                  <a:ext cx="2916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2850345-31B8-B088-46CD-56ACF9780194}"/>
                    </a:ext>
                  </a:extLst>
                </p14:cNvPr>
                <p14:cNvContentPartPr/>
                <p14:nvPr/>
              </p14:nvContentPartPr>
              <p14:xfrm>
                <a:off x="5093460" y="1494960"/>
                <a:ext cx="24120" cy="33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2850345-31B8-B088-46CD-56ACF978019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089140" y="1490640"/>
                  <a:ext cx="32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73AF0D4-4078-EEA8-0D4D-FC562525B637}"/>
                    </a:ext>
                  </a:extLst>
                </p14:cNvPr>
                <p14:cNvContentPartPr/>
                <p14:nvPr/>
              </p14:nvContentPartPr>
              <p14:xfrm>
                <a:off x="5199660" y="1588920"/>
                <a:ext cx="93960" cy="230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73AF0D4-4078-EEA8-0D4D-FC562525B6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95340" y="1584600"/>
                  <a:ext cx="102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F8DA42-D771-19F2-CA56-EF9D29A36DC3}"/>
                    </a:ext>
                  </a:extLst>
                </p14:cNvPr>
                <p14:cNvContentPartPr/>
                <p14:nvPr/>
              </p14:nvContentPartPr>
              <p14:xfrm>
                <a:off x="5266620" y="1507560"/>
                <a:ext cx="85680" cy="80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F8DA42-D771-19F2-CA56-EF9D29A36DC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262300" y="1503240"/>
                  <a:ext cx="9432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ABF1651-CD7C-FBAC-5E9B-DAE4CF498E83}"/>
                  </a:ext>
                </a:extLst>
              </p14:cNvPr>
              <p14:cNvContentPartPr/>
              <p14:nvPr/>
            </p14:nvContentPartPr>
            <p14:xfrm>
              <a:off x="5525460" y="1595760"/>
              <a:ext cx="7920" cy="3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ABF1651-CD7C-FBAC-5E9B-DAE4CF498E8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521140" y="1591440"/>
                <a:ext cx="16560" cy="1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AD83469C-03D2-9B25-7E73-B0FBD442E980}"/>
              </a:ext>
            </a:extLst>
          </p:cNvPr>
          <p:cNvGrpSpPr/>
          <p:nvPr/>
        </p:nvGrpSpPr>
        <p:grpSpPr>
          <a:xfrm>
            <a:off x="9236700" y="502080"/>
            <a:ext cx="1903680" cy="849600"/>
            <a:chOff x="9236700" y="502080"/>
            <a:chExt cx="1903680" cy="84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C1FFA70-37AD-F3D9-C6AB-1AB05A2697DF}"/>
                    </a:ext>
                  </a:extLst>
                </p14:cNvPr>
                <p14:cNvContentPartPr/>
                <p14:nvPr/>
              </p14:nvContentPartPr>
              <p14:xfrm>
                <a:off x="9236700" y="506760"/>
                <a:ext cx="212040" cy="348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C1FFA70-37AD-F3D9-C6AB-1AB05A2697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32380" y="502440"/>
                  <a:ext cx="2206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9688007-65E8-B821-9C8F-63E341044A2A}"/>
                    </a:ext>
                  </a:extLst>
                </p14:cNvPr>
                <p14:cNvContentPartPr/>
                <p14:nvPr/>
              </p14:nvContentPartPr>
              <p14:xfrm>
                <a:off x="9453780" y="604680"/>
                <a:ext cx="287280" cy="238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9688007-65E8-B821-9C8F-63E341044A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49460" y="600360"/>
                  <a:ext cx="295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F75B3-0E7C-628D-3A16-306A424FF358}"/>
                    </a:ext>
                  </a:extLst>
                </p14:cNvPr>
                <p14:cNvContentPartPr/>
                <p14:nvPr/>
              </p14:nvContentPartPr>
              <p14:xfrm>
                <a:off x="9844020" y="726720"/>
                <a:ext cx="1080" cy="33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F75B3-0E7C-628D-3A16-306A424FF35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39700" y="722400"/>
                  <a:ext cx="9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30A8D8B-2A2B-4AC5-1548-79AE4C9136EB}"/>
                    </a:ext>
                  </a:extLst>
                </p14:cNvPr>
                <p14:cNvContentPartPr/>
                <p14:nvPr/>
              </p14:nvContentPartPr>
              <p14:xfrm>
                <a:off x="9898740" y="589200"/>
                <a:ext cx="21240" cy="50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30A8D8B-2A2B-4AC5-1548-79AE4C9136E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94420" y="584880"/>
                  <a:ext cx="29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F8455DE-12D0-54CF-4DEB-F4A664866280}"/>
                    </a:ext>
                  </a:extLst>
                </p14:cNvPr>
                <p14:cNvContentPartPr/>
                <p14:nvPr/>
              </p14:nvContentPartPr>
              <p14:xfrm>
                <a:off x="9935460" y="680640"/>
                <a:ext cx="97200" cy="81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F8455DE-12D0-54CF-4DEB-F4A6648662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31140" y="676320"/>
                  <a:ext cx="105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A3309E2-9168-DCFC-4383-6EBE67F3E279}"/>
                    </a:ext>
                  </a:extLst>
                </p14:cNvPr>
                <p14:cNvContentPartPr/>
                <p14:nvPr/>
              </p14:nvContentPartPr>
              <p14:xfrm>
                <a:off x="10062180" y="502080"/>
                <a:ext cx="141840" cy="275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A3309E2-9168-DCFC-4383-6EBE67F3E27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57860" y="497760"/>
                  <a:ext cx="150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AC83FE-0E00-CB38-2ECC-E031B099529D}"/>
                    </a:ext>
                  </a:extLst>
                </p14:cNvPr>
                <p14:cNvContentPartPr/>
                <p14:nvPr/>
              </p14:nvContentPartPr>
              <p14:xfrm>
                <a:off x="10225980" y="704400"/>
                <a:ext cx="125640" cy="70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AC83FE-0E00-CB38-2ECC-E031B099529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21660" y="700080"/>
                  <a:ext cx="134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6398520-46F3-BED8-BF69-4DB01860EFBD}"/>
                    </a:ext>
                  </a:extLst>
                </p14:cNvPr>
                <p14:cNvContentPartPr/>
                <p14:nvPr/>
              </p14:nvContentPartPr>
              <p14:xfrm>
                <a:off x="10405260" y="546000"/>
                <a:ext cx="244440" cy="228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6398520-46F3-BED8-BF69-4DB01860EFB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00940" y="541680"/>
                  <a:ext cx="253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5AEB8F-8629-3BF9-3E1F-782E9B6BF846}"/>
                    </a:ext>
                  </a:extLst>
                </p14:cNvPr>
                <p14:cNvContentPartPr/>
                <p14:nvPr/>
              </p14:nvContentPartPr>
              <p14:xfrm>
                <a:off x="10186740" y="987360"/>
                <a:ext cx="27360" cy="208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5AEB8F-8629-3BF9-3E1F-782E9B6BF84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82420" y="983040"/>
                  <a:ext cx="36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CDB2EBB-1344-2C2D-2AF7-23E37D046873}"/>
                    </a:ext>
                  </a:extLst>
                </p14:cNvPr>
                <p14:cNvContentPartPr/>
                <p14:nvPr/>
              </p14:nvContentPartPr>
              <p14:xfrm>
                <a:off x="10251180" y="862800"/>
                <a:ext cx="127080" cy="118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CDB2EBB-1344-2C2D-2AF7-23E37D0468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46860" y="858480"/>
                  <a:ext cx="135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E333EBD-4AFC-FDE9-F1DA-1373EABDDB54}"/>
                    </a:ext>
                  </a:extLst>
                </p14:cNvPr>
                <p14:cNvContentPartPr/>
                <p14:nvPr/>
              </p14:nvContentPartPr>
              <p14:xfrm>
                <a:off x="10317780" y="1031640"/>
                <a:ext cx="233640" cy="112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E333EBD-4AFC-FDE9-F1DA-1373EABDDB5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313460" y="1027320"/>
                  <a:ext cx="242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DB0768A-858C-4974-1173-7A8EFD714A09}"/>
                    </a:ext>
                  </a:extLst>
                </p14:cNvPr>
                <p14:cNvContentPartPr/>
                <p14:nvPr/>
              </p14:nvContentPartPr>
              <p14:xfrm>
                <a:off x="10624860" y="900960"/>
                <a:ext cx="86400" cy="243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DB0768A-858C-4974-1173-7A8EFD714A0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620540" y="896640"/>
                  <a:ext cx="95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4826411-10B6-DEC7-BD95-58BCAF2B3D52}"/>
                    </a:ext>
                  </a:extLst>
                </p14:cNvPr>
                <p14:cNvContentPartPr/>
                <p14:nvPr/>
              </p14:nvContentPartPr>
              <p14:xfrm>
                <a:off x="10616580" y="1021200"/>
                <a:ext cx="169920" cy="101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4826411-10B6-DEC7-BD95-58BCAF2B3D5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12260" y="1016880"/>
                  <a:ext cx="17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942F802-E5A8-93D6-F473-42C01D668124}"/>
                    </a:ext>
                  </a:extLst>
                </p14:cNvPr>
                <p14:cNvContentPartPr/>
                <p14:nvPr/>
              </p14:nvContentPartPr>
              <p14:xfrm>
                <a:off x="10853100" y="1013280"/>
                <a:ext cx="63360" cy="131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942F802-E5A8-93D6-F473-42C01D66812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48780" y="1008960"/>
                  <a:ext cx="72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5139E1C-643C-3010-27AA-93880A42094D}"/>
                    </a:ext>
                  </a:extLst>
                </p14:cNvPr>
                <p14:cNvContentPartPr/>
                <p14:nvPr/>
              </p14:nvContentPartPr>
              <p14:xfrm>
                <a:off x="11036700" y="866400"/>
                <a:ext cx="103680" cy="485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5139E1C-643C-3010-27AA-93880A42094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032380" y="862080"/>
                  <a:ext cx="112320" cy="49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CE2EBD1-946E-1377-74C9-EAF64132496C}"/>
                  </a:ext>
                </a:extLst>
              </p14:cNvPr>
              <p14:cNvContentPartPr/>
              <p14:nvPr/>
            </p14:nvContentPartPr>
            <p14:xfrm>
              <a:off x="1407780" y="2422440"/>
              <a:ext cx="263160" cy="31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CE2EBD1-946E-1377-74C9-EAF64132496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403460" y="2418120"/>
                <a:ext cx="27180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13C2924-9BAA-F112-78EF-55B74B3C1BA7}"/>
              </a:ext>
            </a:extLst>
          </p:cNvPr>
          <p:cNvGrpSpPr/>
          <p:nvPr/>
        </p:nvGrpSpPr>
        <p:grpSpPr>
          <a:xfrm>
            <a:off x="1990980" y="2128320"/>
            <a:ext cx="2268360" cy="398520"/>
            <a:chOff x="1990980" y="2128320"/>
            <a:chExt cx="22683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B7403F9-EE05-70D4-3E91-19C4060C0A22}"/>
                    </a:ext>
                  </a:extLst>
                </p14:cNvPr>
                <p14:cNvContentPartPr/>
                <p14:nvPr/>
              </p14:nvContentPartPr>
              <p14:xfrm>
                <a:off x="1990980" y="2201760"/>
                <a:ext cx="312840" cy="265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B7403F9-EE05-70D4-3E91-19C4060C0A2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86660" y="2197440"/>
                  <a:ext cx="3214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2C89CB7-88F7-DE18-E6EF-01C4E568C94F}"/>
                    </a:ext>
                  </a:extLst>
                </p14:cNvPr>
                <p14:cNvContentPartPr/>
                <p14:nvPr/>
              </p14:nvContentPartPr>
              <p14:xfrm>
                <a:off x="2323260" y="2287440"/>
                <a:ext cx="78840" cy="30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2C89CB7-88F7-DE18-E6EF-01C4E568C94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318940" y="2283120"/>
                  <a:ext cx="87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25E85D-7710-D626-511D-3DFF73B44596}"/>
                    </a:ext>
                  </a:extLst>
                </p14:cNvPr>
                <p14:cNvContentPartPr/>
                <p14:nvPr/>
              </p14:nvContentPartPr>
              <p14:xfrm>
                <a:off x="2384820" y="2130120"/>
                <a:ext cx="251640" cy="363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25E85D-7710-D626-511D-3DFF73B4459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80500" y="2125800"/>
                  <a:ext cx="2602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B2F183-667B-F9C5-110E-248A59A9691B}"/>
                    </a:ext>
                  </a:extLst>
                </p14:cNvPr>
                <p14:cNvContentPartPr/>
                <p14:nvPr/>
              </p14:nvContentPartPr>
              <p14:xfrm>
                <a:off x="2388780" y="2352960"/>
                <a:ext cx="180000" cy="8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B2F183-667B-F9C5-110E-248A59A9691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84460" y="2348640"/>
                  <a:ext cx="1886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3680D31-C653-FE3A-AF0C-25F2C5A72506}"/>
                    </a:ext>
                  </a:extLst>
                </p14:cNvPr>
                <p14:cNvContentPartPr/>
                <p14:nvPr/>
              </p14:nvContentPartPr>
              <p14:xfrm>
                <a:off x="2454660" y="2143800"/>
                <a:ext cx="280800" cy="383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3680D31-C653-FE3A-AF0C-25F2C5A7250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50340" y="2139480"/>
                  <a:ext cx="2894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3F3EE01-0B31-6503-0BF1-AB154D94975F}"/>
                    </a:ext>
                  </a:extLst>
                </p14:cNvPr>
                <p14:cNvContentPartPr/>
                <p14:nvPr/>
              </p14:nvContentPartPr>
              <p14:xfrm>
                <a:off x="2466180" y="2337480"/>
                <a:ext cx="244800" cy="100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3F3EE01-0B31-6503-0BF1-AB154D94975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61860" y="2333160"/>
                  <a:ext cx="253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F997B94-DF71-FF9B-20FD-1DD679BC29C7}"/>
                    </a:ext>
                  </a:extLst>
                </p14:cNvPr>
                <p14:cNvContentPartPr/>
                <p14:nvPr/>
              </p14:nvContentPartPr>
              <p14:xfrm>
                <a:off x="2738340" y="2310120"/>
                <a:ext cx="39600" cy="112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F997B94-DF71-FF9B-20FD-1DD679BC29C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34020" y="2305800"/>
                  <a:ext cx="48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687362D-A8D5-4748-941C-C1045DF026BD}"/>
                    </a:ext>
                  </a:extLst>
                </p14:cNvPr>
                <p14:cNvContentPartPr/>
                <p14:nvPr/>
              </p14:nvContentPartPr>
              <p14:xfrm>
                <a:off x="2833020" y="2305800"/>
                <a:ext cx="299880" cy="105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687362D-A8D5-4748-941C-C1045DF026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28700" y="2301480"/>
                  <a:ext cx="3085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02713C9-A278-AD74-22FF-7CA23EAF7E33}"/>
                    </a:ext>
                  </a:extLst>
                </p14:cNvPr>
                <p14:cNvContentPartPr/>
                <p14:nvPr/>
              </p14:nvContentPartPr>
              <p14:xfrm>
                <a:off x="3200220" y="2200680"/>
                <a:ext cx="97200" cy="213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02713C9-A278-AD74-22FF-7CA23EAF7E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5900" y="2196360"/>
                  <a:ext cx="105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F5FC38F-6DF8-0B10-31B5-7A052B2F2148}"/>
                    </a:ext>
                  </a:extLst>
                </p14:cNvPr>
                <p14:cNvContentPartPr/>
                <p14:nvPr/>
              </p14:nvContentPartPr>
              <p14:xfrm>
                <a:off x="3181500" y="2294280"/>
                <a:ext cx="188640" cy="10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F5FC38F-6DF8-0B10-31B5-7A052B2F214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77180" y="2289960"/>
                  <a:ext cx="197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9135EC-CB63-FB38-72BC-4D6D7B098BB6}"/>
                    </a:ext>
                  </a:extLst>
                </p14:cNvPr>
                <p14:cNvContentPartPr/>
                <p14:nvPr/>
              </p14:nvContentPartPr>
              <p14:xfrm>
                <a:off x="3402900" y="2247480"/>
                <a:ext cx="76320" cy="38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9135EC-CB63-FB38-72BC-4D6D7B098BB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98580" y="2243160"/>
                  <a:ext cx="84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F2C1112-C3EB-54F9-8EC6-9701BB7ADDDE}"/>
                    </a:ext>
                  </a:extLst>
                </p14:cNvPr>
                <p14:cNvContentPartPr/>
                <p14:nvPr/>
              </p14:nvContentPartPr>
              <p14:xfrm>
                <a:off x="3449700" y="2298960"/>
                <a:ext cx="118800" cy="87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F2C1112-C3EB-54F9-8EC6-9701BB7ADDD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45380" y="2294640"/>
                  <a:ext cx="127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4901724-4D4F-C80B-4967-17AB49D426E1}"/>
                    </a:ext>
                  </a:extLst>
                </p14:cNvPr>
                <p14:cNvContentPartPr/>
                <p14:nvPr/>
              </p14:nvContentPartPr>
              <p14:xfrm>
                <a:off x="3614940" y="2128320"/>
                <a:ext cx="151920" cy="266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4901724-4D4F-C80B-4967-17AB49D426E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10620" y="2124000"/>
                  <a:ext cx="160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4B6426E-5616-5F6D-6149-0086C3C88A1B}"/>
                    </a:ext>
                  </a:extLst>
                </p14:cNvPr>
                <p14:cNvContentPartPr/>
                <p14:nvPr/>
              </p14:nvContentPartPr>
              <p14:xfrm>
                <a:off x="3608100" y="2297520"/>
                <a:ext cx="234360" cy="71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4B6426E-5616-5F6D-6149-0086C3C88A1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03780" y="2293200"/>
                  <a:ext cx="243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32F9E9B-749A-B578-62CB-F9AD87DE5FFE}"/>
                    </a:ext>
                  </a:extLst>
                </p14:cNvPr>
                <p14:cNvContentPartPr/>
                <p14:nvPr/>
              </p14:nvContentPartPr>
              <p14:xfrm>
                <a:off x="3872700" y="2202120"/>
                <a:ext cx="14760" cy="65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32F9E9B-749A-B578-62CB-F9AD87DE5FF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68380" y="2197800"/>
                  <a:ext cx="23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C7A55D-6B15-7889-8327-596D52300FCD}"/>
                    </a:ext>
                  </a:extLst>
                </p14:cNvPr>
                <p14:cNvContentPartPr/>
                <p14:nvPr/>
              </p14:nvContentPartPr>
              <p14:xfrm>
                <a:off x="3900060" y="2259720"/>
                <a:ext cx="359280" cy="126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C7A55D-6B15-7889-8327-596D52300FC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95740" y="2255400"/>
                  <a:ext cx="367920" cy="13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424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DACB-0A17-9635-E05E-BBCD1D68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6B70-EE5F-97E6-5F10-D58AA8FF4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are we doing a project?  </a:t>
            </a:r>
          </a:p>
          <a:p>
            <a:pPr lvl="1"/>
            <a:r>
              <a:rPr lang="en-US" dirty="0"/>
              <a:t>Strategic</a:t>
            </a:r>
          </a:p>
          <a:p>
            <a:pPr lvl="1"/>
            <a:r>
              <a:rPr lang="en-US" dirty="0"/>
              <a:t>Tactical</a:t>
            </a:r>
          </a:p>
          <a:p>
            <a:r>
              <a:rPr lang="en-US" dirty="0"/>
              <a:t>Work Breakdown Structure (WBS)</a:t>
            </a:r>
          </a:p>
          <a:p>
            <a:pPr lvl="1"/>
            <a:r>
              <a:rPr lang="en-US" dirty="0"/>
              <a:t>Tactical and a bit </a:t>
            </a:r>
            <a:r>
              <a:rPr lang="en-US"/>
              <a:t>of strategic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2059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2025-10-08T16:40:10Z</dcterms:created>
  <dcterms:modified xsi:type="dcterms:W3CDTF">2025-10-16T14:58:16Z</dcterms:modified>
</cp:coreProperties>
</file>