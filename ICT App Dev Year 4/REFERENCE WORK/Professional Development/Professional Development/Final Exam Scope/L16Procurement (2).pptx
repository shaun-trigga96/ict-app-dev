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handoutMasterIdLst>
    <p:handoutMasterId r:id="rId23"/>
  </p:handoutMasterIdLst>
  <p:sldIdLst>
    <p:sldId id="256" r:id="rId2"/>
    <p:sldId id="271" r:id="rId3"/>
    <p:sldId id="274" r:id="rId4"/>
    <p:sldId id="257" r:id="rId5"/>
    <p:sldId id="275" r:id="rId6"/>
    <p:sldId id="258" r:id="rId7"/>
    <p:sldId id="259" r:id="rId8"/>
    <p:sldId id="273" r:id="rId9"/>
    <p:sldId id="260" r:id="rId10"/>
    <p:sldId id="261" r:id="rId11"/>
    <p:sldId id="262" r:id="rId12"/>
    <p:sldId id="263" r:id="rId13"/>
    <p:sldId id="264" r:id="rId14"/>
    <p:sldId id="265" r:id="rId15"/>
    <p:sldId id="266" r:id="rId16"/>
    <p:sldId id="267" r:id="rId17"/>
    <p:sldId id="268" r:id="rId18"/>
    <p:sldId id="269" r:id="rId19"/>
    <p:sldId id="270" r:id="rId20"/>
    <p:sldId id="272" r:id="rId21"/>
  </p:sldIdLst>
  <p:sldSz cx="9144000" cy="6858000" type="screen4x3"/>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262" autoAdjust="0"/>
  </p:normalViewPr>
  <p:slideViewPr>
    <p:cSldViewPr>
      <p:cViewPr>
        <p:scale>
          <a:sx n="75" d="100"/>
          <a:sy n="75" d="100"/>
        </p:scale>
        <p:origin x="1666" y="-22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5D7E6D2A-C040-4EF1-8015-90BC98A0594A}" type="datetimeFigureOut">
              <a:rPr lang="en-US" smtClean="0"/>
              <a:t>9/27/2023</a:t>
            </a:fld>
            <a:endParaRPr lang="en-US"/>
          </a:p>
        </p:txBody>
      </p:sp>
      <p:sp>
        <p:nvSpPr>
          <p:cNvPr id="4" name="Footer Placeholder 3"/>
          <p:cNvSpPr>
            <a:spLocks noGrp="1"/>
          </p:cNvSpPr>
          <p:nvPr>
            <p:ph type="ftr" sz="quarter" idx="2"/>
          </p:nvPr>
        </p:nvSpPr>
        <p:spPr>
          <a:xfrm>
            <a:off x="0" y="9428163"/>
            <a:ext cx="2946400" cy="4968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49688" y="9428163"/>
            <a:ext cx="2946400" cy="496887"/>
          </a:xfrm>
          <a:prstGeom prst="rect">
            <a:avLst/>
          </a:prstGeom>
        </p:spPr>
        <p:txBody>
          <a:bodyPr vert="horz" lIns="91440" tIns="45720" rIns="91440" bIns="45720" rtlCol="0" anchor="b"/>
          <a:lstStyle>
            <a:lvl1pPr algn="r">
              <a:defRPr sz="1200"/>
            </a:lvl1pPr>
          </a:lstStyle>
          <a:p>
            <a:fld id="{1B7AA44B-151A-4479-B36B-5C1A3CBA6B81}"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38:56.076"/>
    </inkml:context>
    <inkml:brush xml:id="br0">
      <inkml:brushProperty name="width" value="0.05" units="cm"/>
      <inkml:brushProperty name="height" value="0.05" units="cm"/>
      <inkml:brushProperty name="color" value="#004F8B"/>
    </inkml:brush>
  </inkml:definitions>
  <inkml:trace contextRef="#ctx0" brushRef="#br0">64 1 1400,'0'0'5004,"0"5"-4122,0 19 11293,1-20-12211,3 6 57,-1 1 0,0-1-1,0 1 1,-1 0-1,-1-1 1,0 1-1,0 0 1,-1 0 0,-1 0-1,1 0 1,-4 12-1,3-20 2,0 0 1,0 0-1,0 0 0,0 0 0,-1-1 1,1 1-1,-1 0 0,0-1 1,0 1-1,0-1 0,0 0 0,0 1 1,0-1-1,-1 0 0,1 0 0,-1-1 1,1 1-1,-1-1 0,0 1 0,0-1 1,1 0-1,-1 0 0,0 0 0,0 0 1,0 0-1,-1-1 0,1 1 0,-3-1 1,4 0 502,1 0-516,-4 0 6,3 0 497,4-1-509,0 1-1,0-1 0,0 0 1,0 0-1,0 0 0,0 0 1,0 0-1,0-1 0,-1 1 1,4-3-1,4-4 62,11-5-105,1 1 0,0 1 1,0 0-1,1 2 1,0 1-1,1 0 1,0 2-1,0 0 1,0 2-1,1 0 0,41 0 1,-50 4 6,-13 0 25,1-1 0,0 1 0,0 0 0,0 0 0,0 0 0,0 0 0,0 0 0,0 1 0,0-1 0,0 1 0,0 0 0,0 0 0,0 0 0,-1 0 0,1 0 0,0 1-1,-1-1 1,1 1 0,-1 0 0,0 0 0,1-1 0,1 4 0,0 0 6,0 0 0,-1 0 0,0 0 0,0 0 0,-1 0 0,1 1-1,-1-1 1,0 1 0,-1 0 0,1 0 0,-1-1 0,0 1 0,-1 0-1,0 0 1,1 0 0,-2 7 0,2 5 47,0 24 117,-1-40-147,0 0 0,0 0 0,-1 0 0,1 0 0,0 0-1,-1 1 1,0-1 0,1 0 0,-1-1 0,0 1 0,0 0 0,0 0 0,0 0 0,-2 2 0,-15 11 56,0-1 1,0-1 0,-2-1 0,-38 19 0,56-26 601,3-8-677,1 0-1,-1 0 1,1 0 0,0 0-1,-1 1 1,1-1-1,1 1 1,-1-1-1,0 1 1,0-1-1,1 1 1,-1 0-1,1 0 1,0 1-1,0-1 1,4-2-1,55-28-77,-41 23 15,0 1-1,0 2 1,1 0 0,-1 1-1,1 1 1,1 1-1,-1 1 1,35 2-1,-45 0 68,0 0 0,1 1-1,17 4 1,-27-5-1,0 1 0,0 0 0,0 0 0,0 0 0,0 0 0,0 1 1,0-1-1,0 1 0,-1 0 0,1 0 0,-1 0 0,1 0 0,-1 0 0,0 1 0,1-1 1,-1 1-1,-1-1 0,4 5 0,8 15-80,-11-19 81,0 0 1,0 0-1,0-1 0,0 1 1,-1 0-1,1 1 0,-1-1 1,0 0-1,0 0 1,0 0-1,-1 1 0,1-1 1,-1 6-1,1-4 22,-1 1 0,0-1-1,0 0 1,0 1 0,-1-1-1,0 0 1,0 1 0,-1-1-1,1 0 1,-1 0 0,0 0-1,0 0 1,-1 0 0,0 0-1,1-1 1,-1 1 0,-1-1-1,1 0 1,-1 0 0,0 0-1,-7 6 1,-6 5 76,-1-1 0,0 0 1,0-1-1,-1-1 0,-1-1 0,0-1 0,-23 8 0,16-14-1646,77-4-3151,-26-3-76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38:56.779"/>
    </inkml:context>
    <inkml:brush xml:id="br0">
      <inkml:brushProperty name="width" value="0.05" units="cm"/>
      <inkml:brushProperty name="height" value="0.05" units="cm"/>
      <inkml:brushProperty name="color" value="#004F8B"/>
    </inkml:brush>
  </inkml:definitions>
  <inkml:trace contextRef="#ctx0" brushRef="#br0">343 37 7402,'0'0'10535,"-16"-4"-7958,12 0-2449,-1 1-1,0-1 1,1 1 0,-1 1 0,-1-1 0,1 1 0,0 0-1,-1 0 1,1 0 0,-1 1 0,-10-1 0,-5 0-250,-40 2-1,26 1 195,27-1-80,0 1 0,1 0-1,-1 1 1,0-1 0,0 2-1,1-1 1,-1 1 0,1 0-1,-1 1 1,1-1 0,1 2-1,-1-1 1,0 1 0,1 0-1,-10 10 1,14-13-22,1 0-1,0 0 1,-1 0 0,1 1-1,0-1 1,1 0 0,-1 1-1,0-1 1,1 1 0,-1-1-1,1 1 1,0-1 0,-1 1-1,1-1 1,0 1 0,1-1-1,0 5 1,-1 5-110,1-11 114,-1-1-1,0 1 0,0 0 0,0-1 0,0 1 0,1-1 1,-1 1-1,0-1 0,1 1 0,-1-1 0,0 1 0,1-1 0,-1 1 1,0-1-1,1 1 0,-1-1 0,1 0 0,-1 1 0,1-1 0,-1 0 1,1 1-1,-1-1 0,1 0 0,-1 0 0,1 1 0,0-1 1,-1 0-1,1 0 0,-1 0 0,1 0 0,0 0 0,0 0 0,25 0-315,-18 0 197,38 1-185,-22 1 233,-1-2 0,0-1 0,32-5 0,-36-1 897,-26 16 1378,0 14-2299,-7 43 0,11-35-3276,1 0-4702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38:57.227"/>
    </inkml:context>
    <inkml:brush xml:id="br0">
      <inkml:brushProperty name="width" value="0.05" units="cm"/>
      <inkml:brushProperty name="height" value="0.05" units="cm"/>
      <inkml:brushProperty name="color" value="#004F8B"/>
    </inkml:brush>
  </inkml:definitions>
  <inkml:trace contextRef="#ctx0" brushRef="#br0">25 169 7274,'0'0'10464,"0"12"-9814,0 54 550,-6-66-824,5 0-329,0 0 0,0 0 0,0 1 0,0-1 0,0 0 0,0 0 1,0 0-1,0-1 0,0 1 0,0 0 0,0 0 0,0 0 0,0-1 0,0 1 1,-2-1-1,3-9-21,0 1 0,0 0 0,1-1 1,1 1-1,0 0 0,0 0 0,0 0 1,1 0-1,1 1 0,-1-1 0,1 1 0,1 0 1,0 0-1,0 0 0,0 1 0,1-1 1,7-6-1,-6 6-40,0 1 0,0 0 0,1 0 0,0 1 0,1 0 0,-1 0 0,1 1 0,0 0 0,0 0 0,1 1 0,-1 1 0,1-1 0,0 2 0,0-1 0,0 1 0,0 1 0,1 0 0,11 0 0,-16 1-14,-3 0 21,1 0 0,-1 0-1,1 0 1,-1 0 0,1 1 0,-1-1-1,1 1 1,3 1 0,-6-1-27,0 0 0,0 0-1,0 0 1,0 0 0,0-1 0,0 1 0,0 1-1,0-1 1,0 0 0,-1 0 0,1 0 0,0 0-1,-1 1 1,1-1 0,-1 0 0,1 0-1,-1 1 1,1-1 0,-1 0 0,0 1 0,0-1-1,0 1 1,0-1 0,0 0 0,0 3 0,0 34-3581,0-20-453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38:58.027"/>
    </inkml:context>
    <inkml:brush xml:id="br0">
      <inkml:brushProperty name="width" value="0.05" units="cm"/>
      <inkml:brushProperty name="height" value="0.05" units="cm"/>
      <inkml:brushProperty name="color" value="#004F8B"/>
    </inkml:brush>
  </inkml:definitions>
  <inkml:trace contextRef="#ctx0" brushRef="#br0">713 70 6937,'0'0'11499,"0"-9"-10388,-2-30-254,1 38-823,1 0 0,-1 0 0,0 0 0,0 0 0,1 0 0,-1 0 0,0 0 0,0 0 0,0 0 0,0 1 0,0-1 0,0 0 0,0 1 0,0-1 0,0 0 0,0 1 0,0 0 0,-1-1 0,1 1 0,0 0 0,0-1 0,0 1 0,-1 0 0,1 0 0,0 0 0,0 0 0,-1 0 0,-1 0 0,-4 0 93,-14-3 30,-1 1 1,-29 1-1,45 1-156,0 1-1,0 0 1,0 0-1,0 0 0,0 1 1,0-1-1,1 1 1,-1 1-1,0-1 1,1 1-1,0 0 0,0 0 1,-7 6-1,7-5-2,1 0-1,0 0 1,1 0-1,-1 0 0,1 1 1,0-1-1,0 1 1,0 0-1,1 0 1,0 0-1,-3 10 0,2-3-302,1 1-1,1 0 0,0 0 0,1 13 0,0-25 263,1-1 1,-1 1-1,0 0 0,1 0 1,-1-1-1,0 1 1,1 0-1,-1-1 0,1 1 1,-1 0-1,1-1 0,0 1 1,-1-1-1,1 1 0,0-1 1,-1 1-1,1-1 0,0 1 1,-1-1-1,1 0 0,0 0 1,0 1-1,-1-1 1,1 0-1,0 0 0,0 0 1,0 0-1,0 1 0,1-2 1,29 3-467,-27-2 377,45 2-171,-34-1 311,1 0 0,-1-1 0,1-1 0,-1 0 0,22-5 0,-40 8 195,-1 0-1,1-1 1,0 2 0,0-1 0,1 0 0,-1 0-1,0 1 1,1 0 0,-1-1 0,-2 5 0,-29 44-380,16-25 374,-224 333-25,227-335-155,-1-1-1,-1 0 0,-1-2 1,-1 0-1,-24 21 1,41-41 22,-1 1 1,0-1 0,0 1-1,0-1 1,0 0 0,-1 0-1,1 0 1,0-1-1,0 1 1,-1-1 0,1 0-1,0 0 1,0 0-1,-1 0 1,1 0 0,0-1-1,0 1 1,-1-1 0,1 0-1,0 0 1,0 0-1,0-1 1,0 1 0,0-1-1,1 1 1,-1-1 0,0 0-1,1 0 1,-1 0-1,-3-5 1,-6-8 140,1-1 1,0-1-1,2 1 1,0-1-1,0-1 1,2 0-1,-10-34 1,10 21-286,1-1 1,1 1-1,2-1 1,0-34 0,5 65-128,-1 0 0,1 0 0,0 1 0,-1-1 0,1 1 0,0 0 0,-1-1 0,1 1 0,0 0 0,0 0 0,-1 0 0,1 0 0,0 0 0,2 1 0,0-1-319,20 0-2501,0 0-2347</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38:58.403"/>
    </inkml:context>
    <inkml:brush xml:id="br0">
      <inkml:brushProperty name="width" value="0.05" units="cm"/>
      <inkml:brushProperty name="height" value="0.05" units="cm"/>
      <inkml:brushProperty name="color" value="#004F8B"/>
    </inkml:brush>
  </inkml:definitions>
  <inkml:trace contextRef="#ctx0" brushRef="#br0">223 0 1304,'0'0'17053,"-8"10"-16449,-7 7-232,-2 0 0,-28 22-1,20-19-568,1 1-1,-29 33 0,17-11-9104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38:58.746"/>
    </inkml:context>
    <inkml:brush xml:id="br0">
      <inkml:brushProperty name="width" value="0.05" units="cm"/>
      <inkml:brushProperty name="height" value="0.05" units="cm"/>
      <inkml:brushProperty name="color" value="#004F8B"/>
    </inkml:brush>
  </inkml:definitions>
  <inkml:trace contextRef="#ctx0" brushRef="#br0">1 1 12307,'0'0'9922,"8"28"-11475,-8 8-2992,-8 0-760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38:59.583"/>
    </inkml:context>
    <inkml:brush xml:id="br0">
      <inkml:brushProperty name="width" value="0.05" units="cm"/>
      <inkml:brushProperty name="height" value="0.05" units="cm"/>
      <inkml:brushProperty name="color" value="#004F8B"/>
    </inkml:brush>
  </inkml:definitions>
  <inkml:trace contextRef="#ctx0" brushRef="#br0">1 0 4961,'0'0'8653,"16"14"-8109,48 47-106,-60-58-377,-1 0 0,-1 0 0,1 1 0,0-1 0,-1 1 0,0-1 0,1 1 0,-1 0 0,-1 0 0,1 0 0,-1 0 0,1 0 0,-1 0 0,0 0 0,-1 1 0,1-1-1,-1 0 1,0 1 0,0-1 0,0 0 0,-1 6 0,0 8 452,1-14-389,-1-1 0,1 1 0,-1-1-1,0 0 1,0 1 0,0-1 0,0 0 0,-1 1-1,1-1 1,-1 0 0,0 0 0,0 0 0,0-1-1,0 1 1,0 0 0,-1-1 0,1 1 0,-1-1-1,0 0 1,1 0 0,-1 0 0,0 0 0,0 0-1,0-1 1,-1 0 0,1 1 0,0-1-1,-1 0 1,1 0 0,0-1 0,-1 1 0,1-1-1,-1 0 1,-5 0 0,8 0 154,1-15 450,0 12-736,1 1 0,0-1 0,0 1 0,0-1 0,0 1 0,0-1 0,0 1 0,1 0 0,-1 0 0,1-1 0,0 1 0,-1 0 0,1 0 0,0 1 0,0-1 0,0 0 0,4-2 0,43-24-206,-29 18 110,0 1 0,1 2-1,1 0 1,-1 1 0,1 1 0,0 1-1,0 1 1,0 1 0,40 1-1,-60 1 98,0 0-1,0 0 1,-1 0-1,1 0 1,0 0-1,0 0 1,-1 0-1,1 0 1,0 1-1,0-1 1,-1 1-1,1-1 1,0 1-1,-1 0 1,1 0-1,-1 0 1,1-1-1,-1 2 1,1-1-1,-1 0 1,0 0-1,0 0 1,1 1-1,-1-1 1,0 0-1,0 1 1,0-1-1,0 1 1,-1-1-1,1 1 1,0 0-1,-1-1 1,1 1-1,-1 0 1,1-1-1,-1 1 1,0 0-1,0 0 1,0-1-1,0 1 1,0 0-1,0 2 1,1 18-4,-1-17 137,1-1 0,-1 1 1,1 0-1,-1 0 0,-1-1 1,1 1-1,-1 0 0,0 0 0,0-1 1,0 1-1,0-1 0,-1 1 1,0-1-1,0 1 0,-5 7 0,-7 7 1734,9-2-3244,8-8-5280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39:01.315"/>
    </inkml:context>
    <inkml:brush xml:id="br0">
      <inkml:brushProperty name="width" value="0.05" units="cm"/>
      <inkml:brushProperty name="height" value="0.05" units="cm"/>
      <inkml:brushProperty name="color" value="#004F8B"/>
    </inkml:brush>
  </inkml:definitions>
  <inkml:trace contextRef="#ctx0" brushRef="#br0">88 0 1664,'0'0'2229,"12"11"2225,-9-8-5177,-4 7 9449,-6-1-5770,6-8-2927,1 0-1,-1-1 1,1 1 0,-1 0-1,0 0 1,1 0-1,-1-1 1,1 1-1,0 0 1,-1 0-1,1 0 1,0 0-1,-1 0 1,1 0 0,0 0-1,0 0 1,0 1-1,-33 33 616,28-28-602,0-1-1,1 1 1,0 0 0,0 0-1,1 0 1,-4 9-1,0-1 3,6-14-30,0 0 1,0 1-1,0-1 1,1 1-1,-1-1 1,0 1-1,1 0 1,0-1-1,-1 1 1,1-1-1,-1 4 0,-6 75 2435,9-78-2394,1 0 0,-1 0-1,1 0 1,0-1 0,0 1 0,0-1 0,0 1 0,0-1-1,0 0 1,0 0 0,7 1 0,-4 0-22,32 15 346,-37-17-457,-1 0 0,0 0 0,1 0 0,-1 0 0,1 0 0,-1 0 0,0 1 0,1-1 0,-1 0 0,0 0 0,1 0 0,-1 1 0,0-1 0,1 0 0,-1 0 0,0 1 0,0-1 1,1 0-1,-1 1 0,0-1 0,0 0 0,0 1 0,0-1 0,1 0 0,-1 1 0,0-1 0,0 1 0,0-1 0,0 0 0,0 1 0,0-1 0,0 1 0,0-1 0,0 0 0,0 1 0,0-1 1,0 0-1,0 1 0,0-1 0,0 1 0,-1-1 0,-12 13-7108,-3-6-2188</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2:43.011"/>
    </inkml:context>
    <inkml:brush xml:id="br0">
      <inkml:brushProperty name="width" value="0.05" units="cm"/>
      <inkml:brushProperty name="height" value="0.05" units="cm"/>
      <inkml:brushProperty name="color" value="#004F8B"/>
    </inkml:brush>
  </inkml:definitions>
  <inkml:trace contextRef="#ctx0" brushRef="#br0">627 9 1296,'0'-2'19030,"-8"-3"-19150,-27 4 114,4 0 20,0 2-1,0 0 1,0 2 0,-60 14-1,-17 5 422,101-19-342,1 0 0,0 1 0,-1 0 0,1 0 0,1 0 0,-1 0 0,-7 9 0,9-8-68,1 0 0,0 0 0,0 1 0,0-1 0,1 1 0,0-1 0,0 1 0,1 0 0,-1 0-1,0 10 1,-3 64 105,11 223 304,0-226-221,29 145 1,-30-198-109,-2 1 1,1 30 0,-1-6 110,0 229 62,-5-149 97,2-117-297,1-1-8,-1 0 0,0 0-1,0 0 1,-2 0 0,1 0-1,-1 0 1,-1-1-1,0 1 1,0-1 0,-1 1-1,-5 9 1,0-5-40,0-1 1,-2 0-1,1-1 0,-2 1 0,-18 16 1,24-25-13,-1 0 0,1 0 0,-1-1 1,0 1-1,0-1 0,-1-1 1,1 0-1,-1 0 0,1 0 1,-1-1-1,0 0 0,0 0 0,0-1 1,-11 0-1,18-1-15,1 0 1,-1 0-1,1-1 1,0 1-1,-1 0 0,1 0 1,-1-1-1,1 1 1,0 0-1,-1-1 0,1 1 1,0-1-1,0 1 0,-1 0 1,1-1-1,0 1 1,0-1-1,-1 1 0,1-1 1,0 1-1,0-1 1,0 1-1,0-1 0,0 1 1,0 0-1,0-1 0,0 1 1,0-1-1,0 0 1,0-23 1,0 15-7,1 8 3,0 1 0,0-1 0,0 1 0,0-1 0,1 1 0,-1-1 0,0 1 0,0 0-1,0 0 1,0-1 0,0 1 0,1 0 0,-1 0 0,0 0 0,0 0 0,0 0 0,2 1-1,1-1 11,-1 0-1,0 0 1,0 0-1,0 0 1,0 1-1,0 0 1,0-1-1,0 1 0,0 0 1,0 0-1,0 1 1,-1-1-1,1 1 1,0-1-1,-1 1 1,1 0-1,-1 0 0,0 0 1,1 0-1,-1 0 1,0 1-1,0-1 1,2 5-1,9 8 21,-11-12-18,0 0 0,0 0 0,-1 1 0,1-1 0,-1 0 0,0 1 0,0-1 0,0 1 0,0 0 0,0-1 0,-1 1 1,0 0-1,0 5 0,0-4 0,1 0 0,-1 0 0,1-1 0,0 1 0,0 0 1,0 0-1,3 4 0,-1 1 19,-1 0 0,0 0 0,0 1 0,-1-1 0,0 0 0,0 1 1,-1-1-1,-3 19 0,1 9-2,2 862 522,-15-617-75,7-72-81,8 351 564,0-559-957,0 0 0,0-1 0,0 1 0,1 0 0,-1-1 0,1 1 0,0 0 0,0-1 0,0 1 0,0-1 0,0 0 0,1 1 0,-1-1 0,0 0 0,1 0 0,0 0 0,0 0 0,-1 0 0,1 0 0,4 2 0,2 2-1,0-2-1,1 1 1,0-1 0,13 5 0,-12-6 10,0 1 0,0 1-1,11 6 1,-13-6 0,0-1 1,0 0-1,1-1 0,11 4 0,14 5 1,-23-8-14,0-2 0,0 1 1,0-2-1,1 1 0,-1-1 1,0-1-1,18-1 1,-4 0 19,-17 1-2,1-2-1,-1 1 1,0-1 0,0 0-1,0-1 1,0 0-1,15-7 1,27-9 105,-45 18-689,-1 1 0,1 0 0,-1 1 0,1-1 0,-1 1 1,0 0-1,1 0 0,-1 0 0,0 0 0,0 1 0,0 0 0,0 0 0,4 2 1,17 13-6628</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2:49.822"/>
    </inkml:context>
    <inkml:brush xml:id="br0">
      <inkml:brushProperty name="width" value="0.05" units="cm"/>
      <inkml:brushProperty name="height" value="0.05" units="cm"/>
      <inkml:brushProperty name="color" value="#004F8B"/>
    </inkml:brush>
  </inkml:definitions>
  <inkml:trace contextRef="#ctx0" brushRef="#br0">362 1 7642,'0'0'8791,"-25"0"-7279,1-1-1398,-1 1-1,0 2 0,1 0 1,-1 1-1,1 2 0,0 0 1,-38 14-1,58-16-113,-1-1 0,1 1 0,0 0-1,1 0 1,-1 1 0,1-1 0,-1 1 0,1-1-1,0 1 1,0 0 0,1 0 0,-4 7 0,-24 58 671,30-68-644,-6 20 216,1 0 0,2 0 0,0 1-1,0 32 1,0-7-14,1 146 708,3-107-683,1-38 94,1 0 1,12 52-1,28 95 327,-35-165-619,72 246 614,-4-16-19,2 20 188,-51-195-743,-9-31-60,21 108 0,-32-112-22,73 382 76,-47-276 31,-10-41 63,2 46 72,-3-8 218,39 92-145,-50-184-269,-5-15 3,11 59 160,-14-73-215,2-1 0,16 57-1,10 34 12,-15-52 22,40 157 45,-48-193-76,-3-16 12,-2 0 0,0 0-1,2 27 1,-5-42-17,0 0-1,1 0 1,-1 0 0,1 0-1,0 0 1,0 0-1,2 5 1,-1-5-3,-1 0 1,0 0-1,0 0 1,0 0-1,0 0 0,-1 0 1,1 6-1,1 19 43,1 0 1,10 46-1,2 6 60,-5-37-80,-7-34-19,0 0 1,-1 0-1,-1 0 0,2 14 0,5-6 17,7 37-8,-14-48-14,0-1-1,0 1 1,1-1 0,0 0 0,-1 1-1,2-1 1,-1 0 0,1 0-1,-1 0 1,1-1 0,5 6 0,12 24 6,-8-21 304,-11-12-241,-1-1 0,1 1 1,0-1-1,-1 0 0,1 1 1,-1-1-1,1 1 0,0 0 1,-1-1-1,1 1 0,-1-1 1,0 1-1,1 0 1,-1-1-1,0 1 0,1 0 1,-1-1-1,0 1 0,1 0 1,-1 0-1,0-1 0,0 1 1,0 0-1,0 0 0,0-1 1,0 1-1,0 1 0,0 17-22,8 1-46,2 8-2,-3-12 0,5 15-4,21 40 0,-27-57 4,5 10-2,107 110 22,60 75 90,-173-203-104,-4-3-5,1 0 1,0 0-1,0 0 0,1 0 1,-1-1-1,0 0 0,1 1 1,0-1-1,-1 0 1,1 0-1,0 0 0,5 2 1,39 22-25,46 13 26,65 22 10,-88-39-8,90 26-6,-130-41-2,1-1 0,0-2 0,44 1 0,-29-4-1,1 0 5,0-2-1,0-2 0,49-10 0,104-27 0,273-18 0,165 2-2,-104 7 27,115-19-4,252-15-29,947-5-146,-559 14 104,-371 64-176,-3 1 159,-813 5 71,546-36 0,414-14 337,-644 53-266,441 3 366,-472 27-420,-257-16-20,956 58 143,-178-65-46,-462-32-59,-417 24-29,2-1-9,59-13 0,-82 14 9,0 0-1,0-1 1,0 0-1,0-1 1,-1 1-1,1-1 1,-1-1 0,0 0-1,0 0 1,0 0-1,10-12 1,11-20 6,-1 0 0,23-47 0,-38 63-15,43-78-2,-41 77 1,-1 0 0,-2-1 0,0 0 0,-1-1 0,-1 0 0,-2 0 0,0-1 0,-2 0 0,5-45 0,11-323-223,-14 233 191,-3-141 110,-6 162-52,2 98-19,6-146 24,-3 150-23,2-15 74,3 6-43,-4 8-101,-5 22 17,0 14 30,-1 6 9,-2 11 12,0-1 0,-1 1 0,0-1-1,-1 0 1,-1-1 0,-16 25 0,13-18 10,-4 6 31,-19 17 22,-41 74 0,33-51-64,19-39 69,61-91 68,-28 42-216,2-1 0,1 2 0,0 0 0,28-29 0,49-40-83,-82 83 158,-1-1 0,0 0 0,-1 0 0,0 0 0,0-1 0,-1 0 0,0 0 0,7-14 0,-13 15 22,1 2 162,-1 8-105,0-1-60,1 12-54,3-6 55,0-1 1,0 0 0,0 0 0,0-1-1,1 1 1,6 5 0,-5-5 4,0 0 1,-1 0-1,0 0 0,5 9 1,-9-14-295,-1 0 0,1 0 1,-1 0-1,0 1 1,1-1-1,-1 0 1,0 0-1,0 1 1,0-1-1,0 0 0,0 1 1,0-1-1,0 0 1,0 0-1,-1 1 1,1-1-1,0 0 0,-1 0 1,1 1-1,-1-1 1,1 0-1,-1 0 1,0 0-1,1 0 0,-1 0 1,0 0-1,0 0 1,0 0-1,-2 2 1,-18-2-7084</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2:52.346"/>
    </inkml:context>
    <inkml:brush xml:id="br0">
      <inkml:brushProperty name="width" value="0.05" units="cm"/>
      <inkml:brushProperty name="height" value="0.05" units="cm"/>
      <inkml:brushProperty name="color" value="#004F8B"/>
    </inkml:brush>
  </inkml:definitions>
  <inkml:trace contextRef="#ctx0" brushRef="#br0">483 0 3393,'0'0'4657,"-10"0"-3709,-50 0 11520,70 0-11891,248 0 918,-337 4-665,-1 3 0,1 3 0,-122 33 0,187-40-697,-7 2 51,20-3-127,15-2-35,459 0-596,-472 0 642,-1-1-49,-1 1 0,0-1 0,0 0 0,0 1 0,0-1 0,0 1 0,0-1 0,0 1 0,0-1 0,-1 1 0,1 0 0,0 0 0,0-1 0,0 1 0,0 0 0,0 0 0,0 0 0,-2 1 0,-2-2 20,-50-4 222,-1 3 0,-110 10 0,126-3 13,-69 21-1,101-23-268,7-3-35,69 1-320,-16 1 254,1-3 0,0-2 0,70-13 0,-112 9 146,-12 7-39,1 0-1,0-1 0,0 1 0,-1 0 0,1-1 0,0 1 1,-1 0-1,1-1 0,-1 1 0,1 0 0,0 0 0,-1-1 0,1 1 1,-1 0-1,1 0 0,-1 0 0,1 0 0,-1 0 0,1 0 0,-1-1 1,1 1-1,0 0 0,-1 0 0,1 0 0,-1 1 0,1-1 1,-1 0-1,1 0 0,-1 0 0,-314 0 800,300 0-746,0 0 0,0 1 0,-1 1 0,1 0 1,0 1-1,-27 10 0,66-9-360,388-18-654,-763 17 2725,308-1-1649,-1-1 59,-85 14 0,176-12-438,345 4 641,-593-7 376,200 1-845,1 0-1,-1 0 0,0 0 0,1 0 0,-1 0 1,1 0-1,-1 0 0,1 0 0,-1 0 0,1 0 1,0 0-1,-1 0 0,1 0 0,0 0 0,0 0 1,0 0-1,0 0 0,0 0 0,0 1 0,0-1 1,0 1-1,0 37-3972,1-29 1092,-1 5-4981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06.128"/>
    </inkml:context>
    <inkml:brush xml:id="br0">
      <inkml:brushProperty name="width" value="0.05" units="cm"/>
      <inkml:brushProperty name="height" value="0.05" units="cm"/>
      <inkml:brushProperty name="color" value="#004F8B"/>
    </inkml:brush>
  </inkml:definitions>
  <inkml:trace contextRef="#ctx0" brushRef="#br0">1 0 3569,'0'0'552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12.688"/>
    </inkml:context>
    <inkml:brush xml:id="br0">
      <inkml:brushProperty name="width" value="0.05" units="cm"/>
      <inkml:brushProperty name="height" value="0.05" units="cm"/>
      <inkml:brushProperty name="color" value="#004F8B"/>
    </inkml:brush>
  </inkml:definitions>
  <inkml:trace contextRef="#ctx0" brushRef="#br0">54 666 2897,'0'0'9534,"-8"7"-8885,-37 32 222,45-47 5351,8-34-6044,50-75 198,91-134 0,-77 135-276,-45 73-82,-14 24 153,-1-1 1,0 0-1,-2-1 1,10-25-1,-20 46-133,-1 0-1,1 0 0,0-1 1,0 1-1,0 0 1,0-1-1,0 1 1,0 0-1,0 0 1,0-1-1,0 1 1,0 0-1,0-1 1,0 1-1,1 0 1,-1 0-1,0-1 1,0 1-1,0 0 0,0 0 1,0-1-1,0 1 1,1 0-1,-1 0 1,0-1-1,0 1 1,0 0-1,1 0 1,-1 0-1,0-1 1,0 1-1,1 0 1,-1 0-1,0 0 0,0 0 1,1 0-1,-1 0 1,0-1-1,1 1 1,-1 0-1,0 0 1,1 0-1,1 16 240,-4 29-321,-12 21 159,5-31-42,-6 61 0,2 31 30,-4 91 111,17-110-1718,0-107 626,9-21-8745,-11-8 7176,2 27 2030,-7-28-4157</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13.018"/>
    </inkml:context>
    <inkml:brush xml:id="br0">
      <inkml:brushProperty name="width" value="0.05" units="cm"/>
      <inkml:brushProperty name="height" value="0.05" units="cm"/>
      <inkml:brushProperty name="color" value="#004F8B"/>
    </inkml:brush>
  </inkml:definitions>
  <inkml:trace contextRef="#ctx0" brushRef="#br0">24 69 520,'0'0'16010,"-5"-11"-14676,-14-34-129,19 44-1157,1 1-1,-1-1 0,0 0 0,0 1 0,0-1 1,1 1-1,-1-1 0,0 1 0,0-1 1,1 1-1,-1-1 0,1 1 0,-1-1 0,0 1 1,1-1-1,-1 1 0,1-1 0,-1 1 0,1 0 1,-1-1-1,1 1 0,0 0 0,-1 0 0,1-1 1,-1 1-1,1 0 0,0 0 0,-1 0 1,1 0-1,-1 0 0,1 0 0,0 0 0,-1 0 1,1 0-1,0 0 0,-1 0 0,2 0 0,29 1 626,-27-1-602,147 0-91,-49 0-6653,-57 0 9</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13.357"/>
    </inkml:context>
    <inkml:brush xml:id="br0">
      <inkml:brushProperty name="width" value="0.05" units="cm"/>
      <inkml:brushProperty name="height" value="0.05" units="cm"/>
      <inkml:brushProperty name="color" value="#004F8B"/>
    </inkml:brush>
  </inkml:definitions>
  <inkml:trace contextRef="#ctx0" brushRef="#br0">470 226 6729,'0'0'10857,"2"-20"-10224,-1-64-151,-2 81-430,1-1 0,-1 0-1,0 0 1,0 1 0,-1-1-1,1 0 1,-1 1 0,0 0-1,0-1 1,0 1 0,0 0-1,0 0 1,-1 0 0,0 0-1,1 0 1,-1 1 0,-4-4-1,-2 0 83,0 1-1,-1 0 1,1 0-1,-12-4 1,18 8-126,-15-5 106,-1 0-1,0 1 1,0 1 0,0 1 0,-1 1-1,-37 0 1,52 3-99,0 0 0,0 0 0,1 0 0,-1 1 0,0-1 0,0 1 1,1 0-1,-1 1 0,1-1 0,0 1 0,0 0 0,0 0 0,0 0 0,0 1 0,1-1 0,-1 1 0,1 0 0,0 0 0,0 0 0,0 0 0,-2 6 0,-6 9 85,2 1-1,0 0 1,-10 33 0,9-18 7,2 0 1,1 1-1,-3 65 1,10 114 21,2-96-99,-6-69 119,0 2-2993,4-52 2690,0 1 0,0-1 0,-1 0 0,1 1 0,0-1 0,0 0 0,-1 0 1,1 1-1,0-1 0,0 0 0,-1 0 0,1 1 0,0-1 0,-1 0 0,1 0 0,-1 0 0,1 0 0,0 1 0,-1-1 0,1 0 1,0 0-1,-1 0 0,1 0 0,-1 0 0,1 0 0,0 0 0,-1 0 0,1 0 0,-1 0 0,1 0 0,0 0 0,-1 0 1,1-1-1,-1 1 0,-2 0-1601,-5 0-2812</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13.714"/>
    </inkml:context>
    <inkml:brush xml:id="br0">
      <inkml:brushProperty name="width" value="0.05" units="cm"/>
      <inkml:brushProperty name="height" value="0.05" units="cm"/>
      <inkml:brushProperty name="color" value="#004F8B"/>
    </inkml:brush>
  </inkml:definitions>
  <inkml:trace contextRef="#ctx0" brushRef="#br0">0 29 10458,'0'0'9306,"126"-29"-9298,-95 29-8,0 0 0,1 4-376,7-4-632,0 0-1145,-8 0-2704</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14.069"/>
    </inkml:context>
    <inkml:brush xml:id="br0">
      <inkml:brushProperty name="width" value="0.05" units="cm"/>
      <inkml:brushProperty name="height" value="0.05" units="cm"/>
      <inkml:brushProperty name="color" value="#004F8B"/>
    </inkml:brush>
  </inkml:definitions>
  <inkml:trace contextRef="#ctx0" brushRef="#br0">110 1 7666,'0'0'7209,"0"11"-5898,0-1-958,1-2-45,-1 1-1,0 0 1,-1-1-1,0 1 0,0-1 1,-1 1-1,-3 8 1,-8 24 1661,-10 58 1,7-27-1044,2-19-838,2 1 0,3 0 0,-4 93 0,13-73-1850,0-42-4139</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14.427"/>
    </inkml:context>
    <inkml:brush xml:id="br0">
      <inkml:brushProperty name="width" value="0.05" units="cm"/>
      <inkml:brushProperty name="height" value="0.05" units="cm"/>
      <inkml:brushProperty name="color" value="#004F8B"/>
    </inkml:brush>
  </inkml:definitions>
  <inkml:trace contextRef="#ctx0" brushRef="#br0">1 82 4689,'0'0'12403,"12"1"-11675,20 3-178,189 12 1652,-197-15-2149,29-2 162,-53-1-168,1-1 0,0 1 0,-1 0 0,0 0 0,1 0 0,-1-1 0,0 1 0,0 0 0,0 0 0,-1-5 0,1 6-13,0-3 14,0 0 1,0 1-1,0-1 0,0 0 0,-1 1 0,0-1 0,1 0 0,-1 1 1,-1-1-1,1 1 0,-1-1 0,1 1 0,-3-3 0,2 4 22,0 0-1,0 0 0,0 1 0,0-1 0,0 1 0,0-1 1,0 1-1,0 0 0,-1 0 0,1 0 0,-1 0 1,1 1-1,-1-1 0,1 1 0,-1-1 0,1 1 0,-1 0 1,1 0-1,-4 0 0,4 1-59,0-1 1,1 1-1,0-1 0,-1 1 0,1 0 1,-1 0-1,1 0 0,0 0 1,-1 0-1,1 0 0,0 0 0,0 0 1,0 0-1,0 0 0,0 1 1,0-1-1,0 0 0,1 1 1,-1-1-1,0 1 0,1-1 0,-1 1 1,1-1-1,-1 1 0,1-1 1,0 1-1,0 0 0,0 1 0,-5 50 0,5-33-15,-1-11-21,1 0 0,0 0-1,1 0 1,0 0 0,3 11-1,-3-16-78,0-1-1,1 0 1,0 0-1,-1 0 1,1 0-1,0 0 1,0 0-1,0 0 1,1 0-1,-1-1 1,1 1-1,0-1 1,-1 0-1,1 0 1,0 0-1,0 0 1,5 2-1,1-1-558,1 0-1,0-1 0,0 0 0,0 0 1,0-1-1,0-1 0,1 0 0,10-1 1,-2 1-962,15 0-3763</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14.771"/>
    </inkml:context>
    <inkml:brush xml:id="br0">
      <inkml:brushProperty name="width" value="0.05" units="cm"/>
      <inkml:brushProperty name="height" value="0.05" units="cm"/>
      <inkml:brushProperty name="color" value="#004F8B"/>
    </inkml:brush>
  </inkml:definitions>
  <inkml:trace contextRef="#ctx0" brushRef="#br0">0 253 7770,'0'0'10946,"0"20"-10690,1 65-77,4-57-74,2-21 4,-6-7-94,1 1 100,-2-1-95,0 0 1,0 0-1,0 0 0,1 0 1,-1 0-1,0 0 0,0 1 1,0-1-1,1 0 1,-1 0-1,0 0 0,0 0 1,1 0-1,-1 0 0,0 0 1,0 0-1,0 0 1,1 0-1,-1 0 0,0 0 1,0 0-1,0-1 0,1 1 1,-1 0-1,0 0 1,0 0-1,0 0 0,1 0 1,-1 0-1,0 0 0,0-1 1,0 1-1,0 0 0,0 0 1,1 0-1,-1 0 1,0-1-1,0 1 0,0 0 1,0 0-1,0 0 0,0-1 1,0 1-1,0 0 1,0 0-1,1-1 0,0-16 129,0 0-1,2 0 0,0 0 1,1 0-1,1 1 0,0 0 1,10-20-1,1 4-130,0 0 0,33-45 0,-42 67-6,1 1 1,0 1 0,0-1 0,0 1-1,1 1 1,1 0 0,13-9 0,-18 13-103,-1 0 0,1 1 0,0-1 1,0 1-1,0 0 0,1 1 0,-1-1 1,0 1-1,1 0 0,-1 0 0,1 1 1,-1 0-1,0 0 0,1 0 0,-1 0 0,1 1 1,9 2-1,-13-2-92,-1-1 0,0 1 0,0 0 0,1 0 0,-1-1 0,0 1 0,0 0 0,0 0 0,0 0 0,0 0 0,0 0 0,1 2 0,7 17-4220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15.396"/>
    </inkml:context>
    <inkml:brush xml:id="br0">
      <inkml:brushProperty name="width" value="0.05" units="cm"/>
      <inkml:brushProperty name="height" value="0.05" units="cm"/>
      <inkml:brushProperty name="color" value="#004F8B"/>
    </inkml:brush>
  </inkml:definitions>
  <inkml:trace contextRef="#ctx0" brushRef="#br0">479 17 9794,'0'0'10878,"-38"-3"-10229,-123-9-139,152 11-475,0 1-1,0 0 0,0 0 0,0 1 0,0 0 1,0 0-1,0 1 0,0 0 0,1 1 0,-1 0 0,1 0 1,-1 1-1,1 0 0,0 1 0,1 0 0,-12 8 1,-1 1 2,14-9-33,0-1-1,0 0 1,0 1-1,1 0 1,0 1-1,0-1 1,-8 12-1,11-13-17,0-1 0,1 0 0,-1 1 0,1-1 0,0 1 0,0-1 0,0 1 0,0 0 0,1 0 0,0-1 0,-1 1 0,1 0 0,0-1 0,1 1 0,-1 0 0,1 0 0,0-1-1,1 5 1,-1-5 2,1 1 1,-1-1-1,1 0 0,-1 0 0,1-1 0,0 1 0,0 0 0,1-1 0,-1 1 0,0-1 0,1 0 0,5 4 0,39 20-210,-26-16 6,7 5-59,2 0-275,42 29 0,-68-42 495,-1 1 1,0 0-1,-1 0 0,1 0 1,0 0-1,-1 0 0,0 0 0,0 1 1,0-1-1,0 1 0,0 0 1,-1-1-1,2 8 0,-2-9 52,-1 0 0,1 1 0,-1-1 0,0 0 0,0 1 0,0-1 0,0 0 0,0 1 0,0-1 0,-1 0 0,1 1 0,-1-1-1,0 0 1,0 0 0,1 1 0,-2-1 0,1 0 0,0 0 0,0 0 0,-1 0 0,1 0 0,-1-1 0,1 1 0,-1 0 0,-2 1-1,-10 7 175,0-1-1,-1-1 0,0 0 0,-25 9 0,-73 19 701,41-14-452,68-20-2695,10-2 1493,18-5-107,97-50-4522,-52 23-124</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15.802"/>
    </inkml:context>
    <inkml:brush xml:id="br0">
      <inkml:brushProperty name="width" value="0.05" units="cm"/>
      <inkml:brushProperty name="height" value="0.05" units="cm"/>
      <inkml:brushProperty name="color" value="#004F8B"/>
    </inkml:brush>
  </inkml:definitions>
  <inkml:trace contextRef="#ctx0" brushRef="#br0">267 0 8090,'0'0'14859,"-20"6"-14086,-3-1-525,12-3-135,0 1 1,0 0 0,1 0-1,-1 1 1,1 0 0,0 1 0,0 0-1,1 0 1,-18 14 0,11-7 84,6-5-142,0 1 1,0 0-1,1 1 0,0-1 1,0 2-1,1-1 1,-11 17-1,18-24-57,0 1-1,1-1 1,-1 1-1,1-1 1,0 1 0,-1-1-1,1 1 1,0-1-1,1 4 1,-1 2-46,19-8-55,-11 0 102,2 1 9,0-1-1,-1 0 1,1 0-1,-1-1 0,1-1 1,-1 0-1,1 0 0,-1-1 1,0 0-1,10-4 0,82-43-30,-100 49 36,-1 8-231,0 103-1862,0-109 1970,0 1-1,0-1 1,0 1 0,1-1-1,-1 0 1,0 1 0,1-1-1,-1 1 1,1-1 0,0 0-1,-1 1 1,1-1 0,0 0-1,0 0 1,0 0 0,0 0-1,0 0 1,0 0 0,0 0-1,0 0 1,0 0 0,0 0-1,1 0 1,-1-1-1,0 1 1,1 0 0,-1-1-1,0 1 1,1-1 0,-1 0-1,1 1 1,1-1 0,7 2-788,0-1 1,0-1-1,18-1 1,-9 0-712,22 1-3289</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16.146"/>
    </inkml:context>
    <inkml:brush xml:id="br0">
      <inkml:brushProperty name="width" value="0.05" units="cm"/>
      <inkml:brushProperty name="height" value="0.05" units="cm"/>
      <inkml:brushProperty name="color" value="#004F8B"/>
    </inkml:brush>
  </inkml:definitions>
  <inkml:trace contextRef="#ctx0" brushRef="#br0">250 1 12099,'0'0'8529,"-28"34"-7395,-91 113-215,112-138-814,0 0 0,1 0 0,0 1 0,0 0 0,1 0 0,0 0 0,1 1 0,1 0 0,-1 0 0,-1 12 0,-1 3 128,-7 36-478,2 0 1,3 0-1,1 115 0,7-176 98,1-1 0,-1 1 0,0-1 0,0 1 0,1-1 0,-1 1 0,0-1 0,1 0-1,-1 1 1,1-1 0,-1 1 0,1-1 0,-1 0 0,1 1 0,-1-1 0,1 0 0,-1 0 0,1 1 0,-1-1-1,1 0 1,-1 0 0,1 0 0,-1 0 0,1 0 0,0 0 0,-1 0 0,1 0 0,-1 0 0,2 0 0,23 0-3306,-19 0 1911,18 0-5420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16.503"/>
    </inkml:context>
    <inkml:brush xml:id="br0">
      <inkml:brushProperty name="width" value="0.05" units="cm"/>
      <inkml:brushProperty name="height" value="0.05" units="cm"/>
      <inkml:brushProperty name="color" value="#004F8B"/>
    </inkml:brush>
  </inkml:definitions>
  <inkml:trace contextRef="#ctx0" brushRef="#br0">1 60 6369,'0'0'14993,"5"-2"-14900,24-1 4,1 0-1,52 3 0,-42 0-19,-39 0-72,1 0 1,-1-1-1,0 1 1,-1-1-1,1 1 1,0-1-1,0 1 1,0-1 0,0 0-1,0 1 1,0-1-1,-1 0 1,1 0-1,0 0 1,-1 0-1,1 0 1,-1 1-1,1-1 1,-1 0 0,1 0-1,-1 0 1,1 0-1,-1-1 1,0 1-1,0 0 1,0 0-1,1 0 1,-1 0-1,0 0 1,0 0-1,-1 0 1,1 0 0,0 0-1,0 0 1,0 0-1,-1-1 1,1 1-1,0 0 1,-1 0-1,1 0 1,-1 1-1,0-1 1,1 0 0,-1 0-1,0 0 1,1 0-1,-1 0 1,0 1-1,0-1 1,-1-1-1,-12 0 62,0 0 0,0 0 0,-1 1 0,1 1 0,0 1 0,-16 2-1,28-3-53,0 1-1,-1-1 0,1 1 0,0 0 0,0 0 1,0 0-1,0 0 0,0 0 0,0 0 0,0 0 0,0 1 1,1-1-1,-1 1 0,0-1 0,1 1 0,-1 0 0,1 0 1,-1 0-1,1-1 0,0 1 0,0 0 0,0 1 0,0-1 1,0 0-1,1 0 0,-1 0 0,1 1 0,-1 3 0,-1 8-23,0 0-1,2 0 0,1 24 0,-1-15 28,0-16-37,0-4-24,-1-1 1,1 0 0,0 0 0,0 0 0,0 0-1,0 0 1,0 0 0,1 0 0,-1 1 0,1-1 0,-1 0-1,1 0 1,0 0 0,0 0 0,0 0 0,0-1-1,0 1 1,0 0 0,0 0 0,1-1 0,-1 1 0,3 2-1,10 3-1091,0-1-1,0 0 0,1-1 0,22 5 0,10-4-3536</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16.849"/>
    </inkml:context>
    <inkml:brush xml:id="br0">
      <inkml:brushProperty name="width" value="0.05" units="cm"/>
      <inkml:brushProperty name="height" value="0.05" units="cm"/>
      <inkml:brushProperty name="color" value="#004F8B"/>
    </inkml:brush>
  </inkml:definitions>
  <inkml:trace contextRef="#ctx0" brushRef="#br0">332 0 10426,'0'0'13897,"-11"2"-13536,5-1-312,-26 5 71,31-6-115,-1 1 0,0-1-1,1 1 1,-1 0 0,0 0-1,1 0 1,-1 0 0,1 0 0,-1 0-1,1 0 1,0 0 0,0 1-1,-1-1 1,1 0 0,0 1 0,0-1-1,0 1 1,-1 2 0,-1 6-30,1 0 0,0 0 0,1 0 0,0 0 0,0 1 0,1-1 0,2 15 0,-2-13-107,1 1 0,-1-1 0,-1 1 0,-3 13-1,3-23 128,0 0 0,-1-1 0,1 1 0,-1-1 0,0 0 0,1 1 0,-1-1-1,0 0 1,0 0 0,-1 0 0,1 0 0,0-1 0,-1 1 0,1-1 0,-1 1-1,0-1 1,-5 2 0,-51 15 128,-78 1 97,132-18-734,14 0-883,15 0-3161,8-1-1463</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21.224"/>
    </inkml:context>
    <inkml:brush xml:id="br0">
      <inkml:brushProperty name="width" value="0.05" units="cm"/>
      <inkml:brushProperty name="height" value="0.05" units="cm"/>
      <inkml:brushProperty name="color" value="#004F8B"/>
    </inkml:brush>
  </inkml:definitions>
  <inkml:trace contextRef="#ctx0" brushRef="#br0">478 54 656,'0'-10'20908,"-1"5"-21309,-3 2 464,-1 0 0,1-1 0,0 2 0,-1-1-1,0 0 1,0 1 0,1 0 0,-2 0 0,1 0 0,0 1 0,0-1-1,0 1 1,-1 1 0,1-1 0,-7 1 0,-46-4 315,43 2-355,1 1 1,-1 1-1,0 0 0,0 0 1,0 2-1,-17 3 0,20 0-17,-1 0-1,1 1 0,0 0 1,0 1-1,1 1 0,-1 0 1,2 0-1,-1 1 0,-17 20 1,-11 35 2,33-50 1,1 0 0,0 0 1,1 0-1,0 1 1,2-1-1,-2 19 1,3-28 4,-6 71 46,4 108 0,4-109-95,-1-58 53,1-1 1,1 0-1,1 1 0,0-1 1,1 0-1,1 0 0,1 0 1,0-1-1,0 0 0,10 15 0,10 11 32,2-2 0,35 40 0,-38-49-14,-13-14 63,0 1 1,-1 0-1,-1 0 0,-1 1 1,0 0-1,8 26 1,-3 3 371,11 70 1,-13-65-441,2-1 0,25 58 1,-17-52-18,16 70 0,-31-91 64,-2-1 0,-1 1 0,-2 0 0,-1 0 0,-6 48 0,3-76-61,0 1 0,-1-1 0,0 1 0,0-1 0,-1 0 0,0 0 0,-7 9 0,-2 7 14,8-14-13,-1-1-1,0 0 1,0 0-1,-1 0 1,0-1-1,0 0 1,-1 0-1,0-1 1,0 0-1,-1 0 1,0-1-1,0 0 1,-19 8 0,26-13-11,1 0 1,-1-1-1,0 1 1,1 0 0,-1-1-1,0 1 1,0-1-1,0 0 1,1 0-1,-1 0 1,0 0 0,-2 0-1,-4 0 29,7 0 327,-7-14-299,0-38-272,8 51 172,3 1-53,16 0 52,-13-1 33,1 0 0,-1 1 0,1 0-1,-1 0 1,1 1 0,0 0 0,-1 0-1,0 0 1,1 1 0,-1 0 0,0 0 0,0 1-1,0 0 1,0 0 0,0 0 0,6 5 0,-4 2 7,0 0 1,-1 0 0,0 1 0,-1 0-1,0 0 1,-1 0 0,0 1 0,0 0-1,-2 0 1,5 19 0,-6-19 19,-1 0-1,0 1 1,-1 12-1,3 34 31,-1-45-44,-1 0-1,0 1 1,-3 15 0,1-19 1,1 1 0,0 0 0,0-1 0,1 1 1,5 21-1,-4-23 10,0 0 0,-1 0 0,-1 1 1,1-1-1,-4 21 0,2 4 25,1 696 565,-8-663-594,0 17 325,8 101 395,8-161-685,-8-25-51,0 1-1,0-1 1,0 1-1,0-1 1,0 1 0,0-1-1,0 1 1,0-1-1,1 1 1,-1-1 0,0 0-1,0 1 1,1-1-1,-1 1 1,0-1 0,0 0-1,1 1 1,-1-1-1,0 0 1,1 1 0,-1-1-1,1 0 1,-1 1-1,0-1 1,1 0 0,-1 0-1,2 1 1,-2-1 5,1 0 0,-1 0 0,0 0-1,1 1 1,-1-1 0,1 0 0,-1 0 0,0 1 0,1-1 0,-1 0 0,0 1-1,1-1 1,-1 0 0,0 1 0,1-1 0,-1 0 0,0 1 0,0-1 0,0 1-1,1-1 1,-1 1 0,0-1 0,0 0 0,0 1 0,0-1 0,0 1 0,0 0-1,41 24 134,-21-17 37,37 10 1,-36-12 53,36 14 0,-41-17 92,-12-3-277,-10 0-1162,-25-1-5380,9-8-550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26.886"/>
    </inkml:context>
    <inkml:brush xml:id="br0">
      <inkml:brushProperty name="width" value="0.05" units="cm"/>
      <inkml:brushProperty name="height" value="0.05" units="cm"/>
      <inkml:brushProperty name="color" value="#004F8B"/>
    </inkml:brush>
  </inkml:definitions>
  <inkml:trace contextRef="#ctx0" brushRef="#br0">438 3240 5457,'0'0'6045,"-22"0"631,13 0-6766,-23 1 675,20 0-418,0 0-1,0-1 0,-22-3 1,32 2-140,-1 0 1,1 0 0,-1 0-1,1-1 1,0 1-1,-1 0 1,1-1 0,0 0-1,0 1 1,0-1-1,0 0 1,0 0-1,0 0 1,1 0 0,-1-1-1,-1-1 1,-19-43 415,19 39-352,-9-27-10,2-1 0,1 0 1,-6-53-1,12 60 27,0 7 27,-8-37 1,8 44-107,0 0 1,0-27 0,-3-16 42,-4 9 24,-2 0-1,-29-74 1,23 73-60,2 0 0,2 0 1,3-2-1,-10-92 0,11 75 5,6 43-40,-4-50 0,8-570 6,3 589-11,10-60 1,-5 60-1,0-60 0,-7 89 5,10-54 0,-1 23 1,-4 2-4,20-116-9,-16 104 11,-8 49 0,1 0 0,6-25 1,3-9 3,-10 40-4,0 1 1,1 0 0,8-19 0,9-28 0,-17 48 0,1 0 0,0 0 0,1 0 0,0 1-1,10-16 1,13-18 3,-22 33 31,0 0-1,1 0 1,1 1 0,0 0 0,1 1-1,0 0 1,19-17 0,-21 24-36,-1 1 1,1 0-1,0 1 1,0-1-1,0 1 1,-1 1-1,1-1 1,0 1-1,0 0 1,0 1 0,8 1-1,14-1-17,57-1-20,-10-2 56,0 3 0,140 21 0,-101 2 70,1-5 1,176 5-1,-233-22 12,-34 0-9,0-2 0,0 0 0,0-2 0,-1 0 0,28-7 0,1 4 847</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27.974"/>
    </inkml:context>
    <inkml:brush xml:id="br0">
      <inkml:brushProperty name="width" value="0.05" units="cm"/>
      <inkml:brushProperty name="height" value="0.05" units="cm"/>
      <inkml:brushProperty name="color" value="#004F8B"/>
    </inkml:brush>
  </inkml:definitions>
  <inkml:trace contextRef="#ctx0" brushRef="#br0">313 25 5537,'0'0'11189,"3"-4"-9891,7-12 38,-7 12 11,-29 4 1180,-4 0-2431,0 1 0,-39 7 0,57-6-100,1 1-1,-1 0 1,0 1 0,1 1 0,0 0-1,0 0 1,0 1 0,-16 11 0,26-16-29,0 0 1,0 0-1,0 0 1,0 0-1,0 0 1,0 0-1,0 0 1,1 0-1,-1 0 1,0 0-1,1 0 1,-1 1-1,1-1 1,-1 0-1,1 1 1,0-1-1,-1 0 1,1 1-1,0-1 1,0 0-1,0 1 1,0-1-1,0 0 1,0 1-1,0-1 1,1 0-1,-1 1 1,0-1-1,1 0 1,-1 1-1,1-1 1,1 2-1,0 1-112,0-1 0,0 0 0,0 0 0,0 0 0,1 0 0,-1 0 0,1-1 0,0 1 0,0-1 0,3 3 0,48 21-1308,-44-22 1240,0 0 0,0 0 0,-1 1 1,1 0-1,-1 1 0,-1 0 0,1 0 0,-1 1 0,12 12 0,-19-17 238,0-1-1,0 0 1,0 1-1,0-1 1,0 1-1,-1-1 1,1 1 0,0 0-1,-1-1 1,1 1-1,-1-1 1,0 1-1,1 0 1,-1-1-1,0 1 1,0 0-1,0 0 1,0-1-1,-1 1 1,1 0-1,0-1 1,-1 1-1,1 0 1,-1-1-1,1 1 1,-1-1-1,0 1 1,0-1-1,1 1 1,-1-1-1,0 1 1,0-1-1,-1 0 1,1 0 0,0 1-1,0-1 1,-1 0-1,1 0 1,-3 1-1,-6 4 280,0 0-1,0 0 1,-1-1-1,-18 6 1,17-7-335,-120 43 380,132-47-397,0 0-1,-1 0 1,1 0-1,-1 0 1,1 0-1,-1 0 1,1 0 0,0 0-1,-1 1 1,1-1-1,-1 0 1,1 0 0,0 0-1,-1 1 1,1-1-1,0 0 1,-1 0 0,1 1-1,0-1 1,-1 0-1,1 1 1,0-1 0,0 0-1,-1 1 1,1-1-1,0 0 1,0 1-1,0-1 1,0 1 0,-1-1-1,1 0 1,0 1-1,0-1 1,0 1 0,15 3-1446,25-4 374,-20-3 389,-1 0 0,1-2 0,-1-1 0,0 0 0,-1-1 0,28-15 0,5-1-550,3 1 537,62-27 230,-98 40 1318,0-1 0,16-13-1,-32 22-528,-1 0-1,0 1 1,0-1-1,0 0 0,0 0 1,0 0-1,0 0 1,0 0-1,0 0 0,-1 0 1,1 0-1,0 0 1,0 0-1,-1 0 1,1-1-1,-1 1 0,1 0 1,-1 0-1,1-1 1,-1-3 3481,-31 19-2070,23-8-1485,0 1 0,0 0 1,0 0-1,-11 16 0,16-19-205,1 0 0,-1 1-1,1-1 1,0 0-1,1 1 1,-1 0 0,1-1-1,0 1 1,0 0-1,0 0 1,1 0 0,0 6-1,-1-2 47,4 13-591,-2-21 517,-1 0-1,1 0 1,0-1-1,0 1 1,0-1-1,-1 1 1,1 0-1,0-1 1,0 1-1,0-1 1,0 0 0,0 1-1,0-1 1,0 0-1,0 0 1,0 1-1,0-1 1,0 0-1,0 0 1,0 0-1,0 0 1,1-1 0,4 1-32,4 1 43,1-1-1,-1 0 0,0-1 1,0 0-1,0 0 0,0-1 1,0-1-1,0 0 0,17-7 0,-18 6 23,21-13 57,-29 17-48,0-1-1,0 0 1,0 1-1,0-1 1,0 0-1,0 0 1,0 0-1,0 0 1,0 0-1,0 0 1,-1 0 0,1 0-1,0-1 1,-1 1-1,1 0 1,0 0-1,-1-1 1,0 1-1,1-2 1418,-1 28-1198,0 23-680,0-16-2974,0-31 3174,0-1 0,0 1-1,0 0 1,0 0 0,0 0 0,0-1-1,1 1 1,-1 0 0,0 0-1,0-1 1,1 1 0,-1 0 0,0-1-1,1 1 1,-1 0 0,1-1 0,-1 1-1,1-1 1,-1 1 0,1 0 0,-1-1-1,1 1 1,0-1 0,0 1 0,13 4-5114</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28.346"/>
    </inkml:context>
    <inkml:brush xml:id="br0">
      <inkml:brushProperty name="width" value="0.05" units="cm"/>
      <inkml:brushProperty name="height" value="0.05" units="cm"/>
      <inkml:brushProperty name="color" value="#004F8B"/>
    </inkml:brush>
  </inkml:definitions>
  <inkml:trace contextRef="#ctx0" brushRef="#br0">150 1 9378,'0'0'8414,"-7"19"-7214,-97 299 933,90-281-2122,10-25-70,0 0 0,0 0 0,-2 13 0,0 24-4275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28.692"/>
    </inkml:context>
    <inkml:brush xml:id="br0">
      <inkml:brushProperty name="width" value="0.05" units="cm"/>
      <inkml:brushProperty name="height" value="0.05" units="cm"/>
      <inkml:brushProperty name="color" value="#004F8B"/>
    </inkml:brush>
  </inkml:definitions>
  <inkml:trace contextRef="#ctx0" brushRef="#br0">103 0 8370,'0'0'8239,"19"1"-7512,59 4 60,-77-5-740,1 1 0,-1-1 0,0 0 1,0 0-1,0 1 0,0-1 0,0 1 1,0-1-1,0 1 0,-1 0 0,1-1 1,0 1-1,0 0 0,0 0 1,0-1-1,-1 1 0,1 0 0,0 0 1,-1 0-1,1 0 0,-1 0 0,1 0 1,-1 0-1,1 0 0,-1 0 0,0 0 1,0 0-1,1 2 0,-2 29 1281,0-23-939,-1-8-338,0 1-1,-1-1 1,1 0 0,0 0 0,-1 0-1,1 0 1,-1-1 0,1 1 0,-1-1-1,1 1 1,-5-1 0,7 0-48,-28 2 133,-40-2 0,25-1-80,16-2 99,26 3-235,0 0 1,0 0 0,0 0 0,0 0-1,0-1 1,0 1 0,0 0-1,0-1 1,0 1 0,0 0 0,0-1-1,1 1 1,-1-1 0,0 1-1,0-1 1,0 0 0,0 1 0,1-1-1,-1 0 1,0 0 0,0-1-1,27 2-4277,9 0 71,-2 0-1902</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29.052"/>
    </inkml:context>
    <inkml:brush xml:id="br0">
      <inkml:brushProperty name="width" value="0.05" units="cm"/>
      <inkml:brushProperty name="height" value="0.05" units="cm"/>
      <inkml:brushProperty name="color" value="#004F8B"/>
    </inkml:brush>
  </inkml:definitions>
  <inkml:trace contextRef="#ctx0" brushRef="#br0">134 1 7210,'0'0'12341,"0"20"-10679,0-12-1507,0 22 338,-1-1 0,-1 0 0,-1 0 0,-8 29 0,-22 52-35,27-90-526,-1 0 1,-18 34 0,25-53-17,0-1-1,-1 1 1,1-1-1,-1 1 1,1 0-1,-1-1 1,1 1-1,-1-1 1,1 1-1,-1-1 1,1 0-1,-1 1 0,0-1 1,1 0-1,-1 1 1,0-1-1,1 0 1,-1 0-1,-1 1 1,1-1-284,-1 0 0,1 0 0,0 0 0,-1 0 0,1-1 0,0 1 0,-1 0 0,1-1 0,0 1 0,-1 0 0,1-1 0,0 0 0,0 1 0,0-1 0,-1 0 0,1 1 0,0-1 0,0 0 0,0 0 0,0 0 0,0 0 0,1 0 0,-1 0 0,0 0 0,-1-2 0,0-23-5766</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29.408"/>
    </inkml:context>
    <inkml:brush xml:id="br0">
      <inkml:brushProperty name="width" value="0.05" units="cm"/>
      <inkml:brushProperty name="height" value="0.05" units="cm"/>
      <inkml:brushProperty name="color" value="#004F8B"/>
    </inkml:brush>
  </inkml:definitions>
  <inkml:trace contextRef="#ctx0" brushRef="#br0">63 1 8226,'0'0'8986,"16"6"-8139,-1-1-530,0 1 0,17 11 1,-30-16-266,0 1 0,-1-1 1,1 1-1,-1 0 1,0-1-1,1 1 0,-1 0 1,0 0-1,0 0 0,0 0 1,0 0-1,-1 0 0,1 0 1,0 0-1,-1 0 0,0 0 1,1 1-1,-1-1 1,0 3-1,0 1 79,0-1 0,-1 0 0,1 0-1,-1 0 1,-3 10 0,2-10-53,-1 0 0,1 0 0,-1 0-1,-1 0 1,1-1 0,-1 1 0,0-1 0,0 0 0,0 0-1,0 0 1,-1-1 0,1 0 0,-1 1 0,-7 2 0,4-2-69,0 0 0,1 0 0,-1-1 0,0-1 0,-1 1 0,1-1 0,0-1 1,-17 2-1,23-3-584</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29.768"/>
    </inkml:context>
    <inkml:brush xml:id="br0">
      <inkml:brushProperty name="width" value="0.05" units="cm"/>
      <inkml:brushProperty name="height" value="0.05" units="cm"/>
      <inkml:brushProperty name="color" value="#004F8B"/>
    </inkml:brush>
  </inkml:definitions>
  <inkml:trace contextRef="#ctx0" brushRef="#br0">235 0 7818,'0'0'10925,"-34"16"-10343,-104 53-111,133-66-435,-1 0 1,1 0-1,0 1 0,0-1 0,1 1 1,-9 9-1,12-11-15,0 0 0,0 0 0,0 0 0,0 0 0,0 0 0,0 0 0,0 0 0,1 0-1,-1 0 1,1 3 0,-3 7 75,0 1-62,1 1 0,1-1 0,0 1 0,0 18 0,1-29-33,1-2-2,-1-1-1,1 1 1,-1 0 0,1 0-1,-1-1 1,1 1 0,-1 0-1,1-1 1,0 1 0,-1-1-1,1 1 1,0-1-1,0 1 1,-1-1 0,1 1-1,0-1 1,0 0 0,0 1-1,0-1 1,-1 0 0,1 0-1,0 1 1,0-1 0,0 0-1,0 0 1,0 0-1,0 0 1,0 0 0,-1-1-1,2 1 1,35-2 151,-35 2-130,5-2 8,1 0-1,-1 0 1,0 0 0,0-1 0,0 0-1,0 0 1,0-1 0,-1 0-1,1 0 1,-1-1 0,0 1-1,-1-1 1,1-1 0,-1 1-1,6-8 1,-6 6-12,0 1-1,0-1 1,0-1-1,-1 1 1,0-1 0,0 1-1,-1-1 1,0 0 0,-1 0-1,0-1 1,0 1-1,0 0 1,0-10 0,-2 16-26,0 1 1,0-1 0,0 1 0,0-1 0,0 0 0,0 1 0,0-1-1,-1 1 1,1-1 0,0 1 0,-1-1 0,1 1 0,-1-1 0,0 1 0,0-1-1,1 1 1,-1 0 0,0 0 0,0-1 0,0 1 0,0 0 0,0 0-1,-2-2 1,-1 2-116,1 0 0,0 0-1,-1 1 1,1-1 0,-1 0 0,1 1-1,-1 0 1,-6 0 0,7 0 25,-1 0-168,1-1 0,0 1 0,0 0 0,-1 0 0,1 0 0,0 1 0,0-1 0,-1 1 0,1-1 0,0 1 0,0 0 0,0 0 0,0 1 0,0-1 0,0 0 0,0 1 0,0 0 0,0 0 0,-4 4 0,3 6-4556</inkml:trace>
  <inkml:trace contextRef="#ctx0" brushRef="#br0" timeOffset="1">235 0 9794</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30.143"/>
    </inkml:context>
    <inkml:brush xml:id="br0">
      <inkml:brushProperty name="width" value="0.05" units="cm"/>
      <inkml:brushProperty name="height" value="0.05" units="cm"/>
      <inkml:brushProperty name="color" value="#004F8B"/>
    </inkml:brush>
  </inkml:definitions>
  <inkml:trace contextRef="#ctx0" brushRef="#br0">0 95 9794,'124'47'3837,"-99"-37"-2327,-25-5 510,0 74 3513,-1-79-5486,0 0 1,0 1-1,0-1 0,0 0 0,0 0 1,1 0-1,-1 0 0,0-1 1,0 1-1,0 0 0,0 0 0,0 0 1,0-1-1,1 1 0,-3-1 0,1-2-45,0 1 1,1 0-1,-1-1 0,1 0 0,-1 1 0,1-1 0,0 0 0,0 0 0,0 1 0,0-1 0,1 0 0,-1 0 1,1 0-1,-1-4 0,2-52-15,0 34-28,-1 22 14,0 0 1,0 0-1,1 0 1,-1 1-1,1-1 1,0 0-1,0 0 1,0 0-1,0 1 1,1-1-1,-1 0 1,1 1-1,-1-1 1,1 1-1,3-3 1,0 0-55,0 1 0,0-1 0,0 2 0,0-1-1,1 0 1,11-4 0,-6 3-746,1 1-1,24-6 0,18 3-5343,-39 7 2471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30.643"/>
    </inkml:context>
    <inkml:brush xml:id="br0">
      <inkml:brushProperty name="width" value="0.05" units="cm"/>
      <inkml:brushProperty name="height" value="0.05" units="cm"/>
      <inkml:brushProperty name="color" value="#004F8B"/>
    </inkml:brush>
  </inkml:definitions>
  <inkml:trace contextRef="#ctx0" brushRef="#br0">126 1 7074,'0'0'16136,"-8"19"-15264,2-4-729,-7 18 252,-16 62 1,-32 129 257,57-208-738,2 0 0,0 0 0,1 0-1,2 16 1,-1-18-474,0-13 493,0-1 0,0 1 0,0 0 0,0-1 0,0 1 0,1-1 0,-1 1 0,0 0 0,0-1 0,1 1 0,-1-1 0,0 1 0,1-1 0,-1 1 0,1-1 0,-1 1 0,0-1 0,1 1 0,-1-1 0,1 1 0,-1-1 0,1 0 0,0 1 0,-1-1 0,1 0 0,-1 0 0,1 1 0,0-1 0,-1 0 0,1 0 0,-1 0 0,1 0 0,1 0 0,28 1-1426,-17-2 376,2 2 176,-7-1-119,0 1 0,-1-1 0,1-1 1,-1 1-1,13-4 0,5-10-5415</inkml:trace>
  <inkml:trace contextRef="#ctx0" brushRef="#br0" timeOffset="1">16 282 9178,'0'0'11570,"79"-10"-11201,-32 10-257,0 10-112,46 1-233,1-1-1719,-8-3-3385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31.064"/>
    </inkml:context>
    <inkml:brush xml:id="br0">
      <inkml:brushProperty name="width" value="0.05" units="cm"/>
      <inkml:brushProperty name="height" value="0.05" units="cm"/>
      <inkml:brushProperty name="color" value="#004F8B"/>
    </inkml:brush>
  </inkml:definitions>
  <inkml:trace contextRef="#ctx0" brushRef="#br0">260 1 4257,'0'0'14095,"-5"0"-12179,-8 0-1288,-6-1-57,0 2 0,-1 0-1,1 1 1,-23 5 0,35-5-551,1 0 0,-1 1 1,1-1-1,0 1 0,0 0 0,0 1 0,0 0 1,1 0-1,-1 0 0,1 0 0,0 1 0,0 0 0,0 0 1,1 0-1,0 1 0,-5 8 0,5-5-49,0 0 0,0 0 0,1 0-1,1 0 1,-1 1 0,2-1 0,-1 1 0,1 0 0,1 0-1,0-1 1,1 11 0,-1-19 16,0 0-10,0-1-1,1 1 1,-1-1 0,1 1-1,-1-1 1,1 0-1,-1 1 1,1-1-1,-1 0 1,1 1-1,-1-1 1,1 0-1,0 1 1,-1-1-1,1 0 1,0 0-1,-1 0 1,1 0-1,-1 0 1,1 0-1,0 0 1,-1 0 0,1 0-1,1 0 1,24 0-204,-19 0 92,18 0-372,0-1-1,31-5 1,-47 4 399,1 0 1,-1-1-1,1 0 1,-1-1-1,0 0 1,-1 0-1,1 0 1,14-12-1,23-25 168,-39 31 3212,-10 29-3384,1 0 1,1 35-1,1-52 18,0 0 1,0 0-1,1-1 1,-1 1-1,0 0 1,1 0-1,-1 0 1,1-1-1,0 1 0,0 0 1,0-1-1,-1 1 1,2-1-1,-1 1 1,0-1-1,0 1 0,0-1 1,1 1-1,-1-1 1,0 0-1,3 2 1,40 17-3923,-43-20 3905,43 14-5471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31.420"/>
    </inkml:context>
    <inkml:brush xml:id="br0">
      <inkml:brushProperty name="width" value="0.05" units="cm"/>
      <inkml:brushProperty name="height" value="0.05" units="cm"/>
      <inkml:brushProperty name="color" value="#004F8B"/>
    </inkml:brush>
  </inkml:definitions>
  <inkml:trace contextRef="#ctx0" brushRef="#br0">305 1 9858,'0'0'11525,"-31"4"-10402,-99 15-183,121-18-843,1 0-1,0 1 1,0 0-1,0 0 1,0 1-1,0 0 0,1 1 1,-1-1-1,-7 6 1,9-5-44,2-2-38,1 1-1,-1-1 1,1 1 0,0 0 0,0 0 0,0 0-1,0 0 1,0 1 0,1-1 0,-1 1-1,1-1 1,0 1 0,0 0 0,-2 4 0,2 1-167,0-1 1,1 1 0,0 0 0,0 0 0,1 13-1,0-21 72,0 0-1,1 0 1,-1 1-1,0-1 1,0 0-1,1 1 0,-1-1 1,1 0-1,-1 0 1,1 0-1,-1 0 1,1 1-1,0-1 0,0 0 1,-1 0-1,1 0 1,0 0-1,0 0 1,0-1-1,0 1 0,0 0 1,0 0-1,2 0 1,1 1-176,0 0 0,1 0 1,-1-1-1,0 0 0,1 0 1,6 1-1,22 0-2193,33-1 0,-32-2-469,30 1-5384</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31.765"/>
    </inkml:context>
    <inkml:brush xml:id="br0">
      <inkml:brushProperty name="width" value="0.05" units="cm"/>
      <inkml:brushProperty name="height" value="0.05" units="cm"/>
      <inkml:brushProperty name="color" value="#004F8B"/>
    </inkml:brush>
  </inkml:definitions>
  <inkml:trace contextRef="#ctx0" brushRef="#br0">361 0 6977,'0'0'17262,"-20"25"-16182,-63 86-171,65-86-684,2 1 0,2 1 1,0 0-1,-18 54 0,-5 9-158,21-49-384,12-30 248,0 1 0,-1-1 0,0 0 0,-9 14 0,12-22-366,0 0 1,0-1 0,-1 1 0,0 0-1,1-1 1,-1 0 0,-6 4 0,7-4-277,-1-1 0,0 0 0,0 0 0,0 0 1,0 0-1,0 0 0,-1 0 0,1-1 1,0 0-1,-4 0 0,-8 0-6113</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32.156"/>
    </inkml:context>
    <inkml:brush xml:id="br0">
      <inkml:brushProperty name="width" value="0.05" units="cm"/>
      <inkml:brushProperty name="height" value="0.05" units="cm"/>
      <inkml:brushProperty name="color" value="#004F8B"/>
    </inkml:brush>
  </inkml:definitions>
  <inkml:trace contextRef="#ctx0" brushRef="#br0">0 25 7298,'0'0'5873,"35"-2"-4581,118-11-382,158 4 2604,-257 9-2657,-53 1-694,-1 1 0,1 0 0,-1 0 0,1-1 0,-1 1 1,0 0-1,0 0 0,0-1 0,0 1 0,0 0 0,0 3 0,0-3 47,-1 6-87,0 1 0,-1 0 0,0-1 0,0 1-1,0-1 1,-1 1 0,-1-1 0,1 0 0,-1 0-1,-1-1 1,1 1 0,-9 9 0,-12 23-33,11-23 837,9-12-3126</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32.495"/>
    </inkml:context>
    <inkml:brush xml:id="br0">
      <inkml:brushProperty name="width" value="0.05" units="cm"/>
      <inkml:brushProperty name="height" value="0.05" units="cm"/>
      <inkml:brushProperty name="color" value="#004F8B"/>
    </inkml:brush>
  </inkml:definitions>
  <inkml:trace contextRef="#ctx0" brushRef="#br0">24 1 10642,'0'0'11027,"-15"35"-11019,15-10-8,0 6-368,0 4-777,0 11-1095,-8-11-2417,8-10-5297</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32.853"/>
    </inkml:context>
    <inkml:brush xml:id="br0">
      <inkml:brushProperty name="width" value="0.05" units="cm"/>
      <inkml:brushProperty name="height" value="0.05" units="cm"/>
      <inkml:brushProperty name="color" value="#004F8B"/>
    </inkml:brush>
  </inkml:definitions>
  <inkml:trace contextRef="#ctx0" brushRef="#br0">7 71 7938,'0'0'12564,"-1"9"-11700,-2 13-215,1 0 0,2 40 0,0-50-601,2 0-1,0-1 1,0 1 0,1-1-1,0 1 1,1-1 0,9 20-1,-11-29-65,-1 0-1,1 0 1,0 0-1,-1-1 1,1 1-1,0-1 0,0 1 1,0-1-1,0 0 1,0 0-1,1 0 1,-1 0-1,0 0 1,0 0-1,1-1 0,-1 1 1,0-1-1,1 0 1,-1 1-1,0-1 1,1 0-1,-1 0 0,1-1 1,2 1-1,-2-1 9,-1 1-1,1 0 0,0-1 1,0 1-1,0-1 1,0 0-1,-1 0 0,1 0 1,0-1-1,-1 1 1,1-1-1,-1 1 0,1-1 1,-1 0-1,0 0 1,1 0-1,-1 0 0,0 0 1,2-3-1,5-17 55,-1-1 0,10-40 0,1-3 23,15-28 712,-26 84-263,-7 10-493,-1-1 0,0 1 1,1 0-1,-1-1 0,1 1 0,-1 0 0,0-1 1,1 1-1,-1-1 0,1 1 0,-1-1 0,0 1 1,0-1-1,1 1 0,-1-1 0,0 1 0,0-1 1,0 1-1,0-1 0,0 1 0,1-1 0,-1 1 1,0-1-1,0 0 0,0 0-11,2 3-1936,27 23-5546,-13-13-862</inkml:trace>
  <inkml:trace contextRef="#ctx0" brushRef="#br0" timeOffset="1">664 92 11042,'0'0'12211,"-47"95"-11995,47-77-120,-8 3-96,1-7 0,7 3-472,0-6-848</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33.226"/>
    </inkml:context>
    <inkml:brush xml:id="br0">
      <inkml:brushProperty name="width" value="0.05" units="cm"/>
      <inkml:brushProperty name="height" value="0.05" units="cm"/>
      <inkml:brushProperty name="color" value="#004F8B"/>
    </inkml:brush>
  </inkml:definitions>
  <inkml:trace contextRef="#ctx0" brushRef="#br0">0 1 11162,'0'0'7746,"0"63"-8642,0-35-1257,16-3-2504,-8-7-6377</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33.568"/>
    </inkml:context>
    <inkml:brush xml:id="br0">
      <inkml:brushProperty name="width" value="0.05" units="cm"/>
      <inkml:brushProperty name="height" value="0.05" units="cm"/>
      <inkml:brushProperty name="color" value="#004F8B"/>
    </inkml:brush>
  </inkml:definitions>
  <inkml:trace contextRef="#ctx0" brushRef="#br0">251 0 8874,'0'0'10045,"-8"38"-8520,-25 120-314,27-124-750,-2 0 0,-2 0-1,-19 44 1,15-43-450,6-18-317,0 0 0,0-1 0,-1-1 0,-1 0 0,-19 22 0,-1-10-2587,5-16-2614,9-6-789</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34.002"/>
    </inkml:context>
    <inkml:brush xml:id="br0">
      <inkml:brushProperty name="width" value="0.05" units="cm"/>
      <inkml:brushProperty name="height" value="0.05" units="cm"/>
      <inkml:brushProperty name="color" value="#004F8B"/>
    </inkml:brush>
  </inkml:definitions>
  <inkml:trace contextRef="#ctx0" brushRef="#br0">0 356 5841,'0'0'8778,"36"-1"-7834,112-1-177,-94 1-383,-38-1-126,0 2 0,0 0-1,-1 0 1,1 2 0,0 0-1,-1 0 1,1 2 0,18 6-1,-32-10-187,-1 1 0,0-1 0,1 1 0,-1-1 0,0 1 0,1 0 0,-1-1 0,0 1 0,0 0 0,0 0-1,1 0 1,-1 0 0,0 0 0,0 0 0,-1 0 0,1 0 0,0 1 0,0-1 0,0 0 0,-1 0 0,1 1 0,-1-1 0,1 1-1,-1-1 1,1 0 0,-1 1 0,0-1 0,0 1 0,0-1 0,0 1 0,0-1 0,0 0 0,0 1 0,0-1 0,0 1-1,-1-1 1,1 1 0,-1-1 0,1 0 0,-1 1 0,1-1 0,-1 0 0,-1 2 0,-4 8 137,-1 0 0,0 0 0,-1-1 0,-11 11 0,2 0-76,10-11-331,0 0 1,0 0 0,2 0 0,-1 1-1,1 0 1,1 0 0,0 0 0,0 1-1,-3 22 1,7-62-9538</inkml:trace>
  <inkml:trace contextRef="#ctx0" brushRef="#br0" timeOffset="1">611 0 5777,'0'0'12931,"15"67"-12931,-7-42-256,-8 10-1216,0-3-2673,0-8-3441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34.362"/>
    </inkml:context>
    <inkml:brush xml:id="br0">
      <inkml:brushProperty name="width" value="0.05" units="cm"/>
      <inkml:brushProperty name="height" value="0.05" units="cm"/>
      <inkml:brushProperty name="color" value="#004F8B"/>
    </inkml:brush>
  </inkml:definitions>
  <inkml:trace contextRef="#ctx0" brushRef="#br0">1 18 5737,'0'0'11989,"4"17"-11096,15 50-289,-17-64-565,-1-1 1,1 0-1,-1 0 1,1 0 0,0 0-1,0 0 1,0 0-1,0 0 1,0 0-1,0-1 1,1 1-1,-1-1 1,0 0-1,1 1 1,-1-1 0,1 0-1,0-1 1,-1 1-1,1 0 1,0-1-1,-1 1 1,1-1-1,0 0 1,-1 0 0,1 0-1,0 0 1,3-1-1,5 1 77,24 2 76,46-4 0,-80 2-196,1 0 0,0-1-1,-1 1 1,1-1 0,0 1 0,-1-1 0,1 1 0,-1-1 0,1 0 0,-1 0 0,1 0 0,-1 0 0,0 0-1,1 0 1,-1 0 0,0 0 0,0 0 0,0-1 0,1 1 0,-1 0 0,-1-1 0,1 1 0,0-1-1,0 1 1,-1-1 0,1 1 0,0-4 0,1-2 10,-1-1 0,0 0-1,0 0 1,-1-13 0,0 16 22,0 3-21,0 0-1,0 0 1,-1 0-1,1 1 1,-1-1-1,1 0 0,-1 0 1,1 1-1,-1-1 1,0 0-1,0 1 1,0-1-1,0 1 0,0-1 1,0 1-1,-1-1 1,1 1-1,0 0 1,-1 0-1,1-1 1,-1 1-1,1 0 0,-1 0 1,1 1-1,-1-1 1,0 0-1,0 0 1,1 1-1,-1-1 0,-3 0 1,-3 0 91,-1 0 1,1 0-1,-1 0 0,1 1 1,-13 1-1,18 0-84,-1 0-1,1 0 1,0 0 0,0 0-1,0 0 1,1 1 0,-1 0 0,0-1-1,0 1 1,1 0 0,-1 0-1,1 0 1,0 1 0,0-1 0,0 1-1,0-1 1,0 1 0,0-1-1,0 1 1,1 0 0,0 0-1,-1 0 1,1 0 0,-1 4 0,-1 4-7,0 0 0,0 0 1,1 0-1,1 0 0,-1 17 1,2-13 56,-1-8-226,1 1 0,1-1 1,-1 1-1,3 10 0,-2-16 19,0 1 0,0-1 1,0 1-1,1-1 0,-1 1 0,0-1 0,1 0 0,0 1 1,-1-1-1,1 0 0,0 0 0,0-1 0,0 1 0,1 0 1,1 1-1,28 15-3171,-1-7-2073</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34.734"/>
    </inkml:context>
    <inkml:brush xml:id="br0">
      <inkml:brushProperty name="width" value="0.05" units="cm"/>
      <inkml:brushProperty name="height" value="0.05" units="cm"/>
      <inkml:brushProperty name="color" value="#004F8B"/>
    </inkml:brush>
  </inkml:definitions>
  <inkml:trace contextRef="#ctx0" brushRef="#br0">305 0 4481,'0'0'17400,"-23"1"-17047,-78 8-112,97-9-234,-1 1-1,1 0 1,-1 0-1,1 0 0,-1 0 1,1 1-1,0 0 0,0 0 1,0 0-1,0 0 1,0 1-1,0 0 0,0-1 1,1 1-1,0 1 0,-1-1 1,-4 7-1,5-5-23,1 0-1,-1 0 1,1 1-1,0-1 1,1 1 0,-1-1-1,1 1 1,0 0-1,0-1 1,1 1-1,0 7 1,0-10-28,1-1-1,-1 1 1,1-1 0,-1 1 0,1-1-1,0 0 1,0 0 0,0 1 0,0-1 0,0 0-1,1 0 1,-1 0 0,1 0 0,-1 0 0,1 0-1,3 2 1,38 28-791,-20-15 318,-16-12 410,-1 0 0,0 0 0,0 1 0,-1-1 0,7 10 0,-11-13 113,1 1 1,0-1 0,-1 1-1,0 0 1,0 0-1,0 0 1,0 0 0,0 0-1,0 0 1,-1 0 0,0 0-1,1 0 1,-1 0-1,0 0 1,0 0 0,-1 0-1,0 6 1,0-7 56,0-1 0,1 1-1,-1-1 1,0 0 0,0 1 0,0-1 0,0 0 0,0 1-1,0-1 1,0 0 0,0 0 0,-1 0 0,1 0 0,0 0 0,-1 0-1,1 0 1,-1-1 0,1 1 0,-3 0 0,-36 11 841,26-9-519,-10 2-473,5 0 706,-35 11 1,48-13-1657,0 0-1,1 0 1,-1 0 0,1 0-1,-9 8 1,6-6-5672</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48.883"/>
    </inkml:context>
    <inkml:brush xml:id="br0">
      <inkml:brushProperty name="width" value="0.05" units="cm"/>
      <inkml:brushProperty name="height" value="0.05" units="cm"/>
      <inkml:brushProperty name="color" value="#004F8B"/>
    </inkml:brush>
  </inkml:definitions>
  <inkml:trace contextRef="#ctx0" brushRef="#br0">729 207 7986,'0'0'6985,"-12"-18"-6399,-56-90 861,63 102-1173,0 0 1,0 0 0,-1 1 0,0 0-1,0 0 1,0 0 0,-1 1 0,0-1-1,0 2 1,0-1 0,0 1 0,0 0-1,-1 0 1,1 1 0,-1 0 0,-11-1-1,-13-2-113,-1 2 0,-52 2 0,55 2 24,0-3 23,-26 2 5,52 0-211,0 1 0,0-1 0,1 1 1,-1 0-1,0 1 0,0-1 0,1 0 0,-1 1 0,1 0 1,-1 0-1,-4 4 0,-2 3 0,1 1-1,0 0 1,0 0-1,1 1 1,1 0 0,0 1-1,0 0 1,1 0 0,-5 16-1,-6 18 44,-11 56 1,24-85-40,-15 68 138,-15 174 0,24 88-18,10-297-130,-1-12-22,1 1 0,2 0 1,12 63-1,-13-94-471,-1-8 292,0 0 1,0 0-1,0 1 1,0-1 0,0 0-1,0 1 1,0-1-1,0 0 1,0 0 0,0 1-1,0-1 1,0 0 0,-1 1-1,1-1 1,0 0-1,0 0 1,0 1 0,0-1-1,-4 2-3065,4-2 3066,-1 0 0,1 0-1,0 0 1,-1 0-1,1 0 1,0 0 0,0 0-1,-1 0 1,1 0 0,-8-3-1107,-7-11-5116</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49.615"/>
    </inkml:context>
    <inkml:brush xml:id="br0">
      <inkml:brushProperty name="width" value="0.05" units="cm"/>
      <inkml:brushProperty name="height" value="0.05" units="cm"/>
      <inkml:brushProperty name="color" value="#004F8B"/>
    </inkml:brush>
  </inkml:definitions>
  <inkml:trace contextRef="#ctx0" brushRef="#br0">1 276 9114,'0'0'6163,"34"-13"-4846,109-43-506,-125 49-612,-1 1 0,1 1 0,0 0 0,0 2 0,0 0 0,0 0 0,1 2 0,24 1 0,-17 0 132,-25 0-218,-1 28 999,-8 134-582,8-159-537,1 0 0,-1 0 0,0 0 0,1-1-1,0 1 1,-1 0 0,1-1 0,0 1 0,0 0 0,1-1 0,-1 1 0,1-1 0,-1 0 0,1 1-1,0-1 1,-1 0 0,5 3 0,-1-1-6,0 0 0,0 0 0,1-1 0,-1 0 0,1 0-1,0 0 1,9 2 0,3 1-48,1-2-1,0 0 1,1-1-1,21 0 1,22-2-178,-61-1 244,0 0 0,0-1 0,0 1 0,0 0 0,0-1 0,0 1 0,0-1-1,-1 0 1,1 0 0,0 0 0,0 0 0,-1 0 0,1 0 0,0 0 0,-1 0 0,1-1 0,-1 1 0,0-1 0,1 1 0,-1-1 0,0 1 0,0-1-1,0 0 1,0 0 0,0 0 0,0 1 0,-1-1 0,1 0 0,0 0 0,-1 0 0,1-2 0,1-8 104,-1 0 1,1-1 0,-2-23-1,0 24 21,-1 5-69,0 0 1,0 0-1,0 0 1,-1 0 0,0 0-1,0 1 1,-1-1 0,0 1-1,-6-12 1,-12-31 95,20 48-159,1 0 1,-1 0-1,1 0 1,-1 0-1,1 0 0,0 0 1,0 0-1,-1 0 1,1 0-1,0 0 1,0-1-1,0 1 0,0 0 1,0 0-1,0 0 1,1 0-1,-1 0 0,0-1 1,0 1-1,1 0 1,-1 0-1,1 0 0,-1 0 1,1 0-1,-1 0 1,1 0-1,0 0 0,-1 1 1,1-1-1,0 0 1,0 0-1,0 0 0,1 0 1,2 0-1,0 0-1,0 0 1,-1 1-1,1-1 1,0 1 0,0 0-1,0 0 1,5 1 0,-4-1 14,1 1 3,0 1 0,-1-1-1,1 1 1,-1 0 0,0 1-1,0-1 1,0 1-1,0 0 1,0 0 0,0 1-1,-1 0 1,1-1 0,-1 1-1,6 8 1,8 9 12,26 39 0,-42-56-24,-1-2 9,0 0 0,0-1 0,0 1 0,0 0 0,0-1 0,0 1 0,1-1 0,-1 0 0,1 1 0,-1-1 1,1 0-1,1 2 0,-1-3 813,-2-20 986,0 7-1561,1 0 1,-2 0 0,0 0 0,-1 0 0,-4-19 0,0 9-146,2 0 0,1 0 0,1 0 0,1 0 0,2-28 0,-1 15-214,0 36 78,1-1-1,-1 1 0,0-1 1,0 1-1,0 0 1,1-1-1,-1 1 1,0 0-1,1-1 1,-1 1-1,0 0 0,0-1 1,1 1-1,-1 0 1,1 0-1,-1-1 1,0 1-1,1 0 1,-1 0-1,1 0 0,-1 0 1,0 0-1,1-1 1,-1 1-1,1 0 1,-1 0-1,1 0 1,-1 0-1,0 0 0,1 0 1,-1 0-1,1 0 1,-1 1-1,1-1 1,-1 0-1,0 0 1,1 0-1,5 1-388,68 0-7012,-35 5-334</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50.063"/>
    </inkml:context>
    <inkml:brush xml:id="br0">
      <inkml:brushProperty name="width" value="0.05" units="cm"/>
      <inkml:brushProperty name="height" value="0.05" units="cm"/>
      <inkml:brushProperty name="color" value="#004F8B"/>
    </inkml:brush>
  </inkml:definitions>
  <inkml:trace contextRef="#ctx0" brushRef="#br0">275 1 11506,'0'0'10831,"-34"15"-10392,-104 52-9,133-65-395,0 0-1,1 0 1,-1 1-1,1-1 1,-1 1-1,1 0 1,0 0-1,0 1 1,1-1-1,-1 1 1,-3 4-1,-3 4 98,6-8-136,0 1 0,1-1 1,-1 1-1,1-1 0,0 1 1,0 0-1,1 0 0,0 1 1,0-1-1,0 0 0,0 1 1,1-1-1,0 1 0,0-1 0,0 1 1,1 8-1,0-14-14,1 1 0,-1 0 0,1-1 0,0 1 0,-1-1 0,1 1 0,-1-1 1,1 1-1,0-1 0,0 1 0,-1-1 0,1 0 0,0 1 0,0-1 0,-1 0 0,1 0 0,0 1 0,0-1 0,0 0 0,-1 0 0,1 0 0,0 0 0,0 0 0,1 0 1,28 0-275,-24-1 200,8 2-19,0-2-1,25-3 1,-34 3 125,0-1-1,0 1 1,0-1-1,0 0 1,0 0 0,-1-1-1,1 1 1,-1-1 0,1 0-1,5-6 1,-6 10 1027,-2 9-775,0 22-1297,-1-12-497,0-15 812,0 0 1,0-1-1,1 1 1,0-1-1,-1 1 1,1-1-1,1 1 1,-1-1-1,5 6 1,9 6-5565</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50.456"/>
    </inkml:context>
    <inkml:brush xml:id="br0">
      <inkml:brushProperty name="width" value="0.05" units="cm"/>
      <inkml:brushProperty name="height" value="0.05" units="cm"/>
      <inkml:brushProperty name="color" value="#004F8B"/>
    </inkml:brush>
  </inkml:definitions>
  <inkml:trace contextRef="#ctx0" brushRef="#br0">1 1 14347,'0'0'9992,"0"7"-9754,0 0-163,-1 32 293,1-38-359,0 1 1,1-1 0,-1 1 0,0-1-1,0 1 1,1-1 0,-1 1 0,1-1 0,-1 1-1,1-1 1,-1 1 0,1-1 0,0 0-1,0 1 1,0-1 0,0 0 0,0 0 0,0 0-1,0 1 1,0-1 0,2 0 0,-1 0-35,0 0 0,0 0 1,1-1-1,-1 0 0,0 1 0,1-1 1,-1 0-1,0 0 0,0 0 0,1 0 1,-1-1-1,0 1 0,1-1 1,-1 1-1,4-3 0,31-16 20,-27 13 31,11-7 42,-14 9-30,-1-1 0,1 2-1,-1-1 1,1 1 0,0 0-1,0 0 1,11-2-1,-18 26-3,0-17-150,0 0 1,1-1 0,-1 1-1,1 0 1,0-1-1,0 1 1,0 0 0,0-1-1,1 0 1,-1 1 0,1-1-1,0 0 1,3 5-1,-1-3-600,1-1 0,-1 1 0,1-1 0,0 0 0,0 0 0,0-1 0,7 4-1,19 8-5695</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50.848"/>
    </inkml:context>
    <inkml:brush xml:id="br0">
      <inkml:brushProperty name="width" value="0.05" units="cm"/>
      <inkml:brushProperty name="height" value="0.05" units="cm"/>
      <inkml:brushProperty name="color" value="#004F8B"/>
    </inkml:brush>
  </inkml:definitions>
  <inkml:trace contextRef="#ctx0" brushRef="#br0">165 121 8266,'0'0'16070,"-13"-2"-15517,4-1-446,6 2-80,0 0-1,-1 0 0,1 0 1,0 1-1,-1-1 1,1 1-1,0 0 1,-1 0-1,1 0 0,-1 0 1,1 0-1,0 1 1,-1-1-1,1 1 1,0 0-1,-1 0 1,1 1-1,0-1 0,0 1 1,0-1-1,0 1 1,-4 4-1,1-2-8,0 2 0,1-1-1,0 1 1,0 0 0,1 0-1,0 0 1,0 0 0,0 1-1,1 0 1,-1 0 0,2 0-1,-1 0 1,1 0 0,0 0-1,1 1 1,0-1 0,0 1 0,0 14-1,1-22-25,0 1 1,0 0-1,0 0 0,0 0 0,0-1 0,1 1 0,-1 0 1,0 0-1,0-1 0,1 1 0,-1 0 0,0 0 0,1-1 1,-1 1-1,1 0 0,-1-1 0,1 1 0,-1-1 0,1 1 1,-1-1-1,1 1 0,0-1 0,-1 1 0,1-1 0,0 1 1,-1-1-1,1 0 0,0 1 0,0-1 0,-1 0 0,1 0 1,1 1-1,31-1-111,-18-1 13,-10 1 87,1 0-1,0 0 0,-1-1 0,1 0 1,-1 0-1,0-1 0,1 0 0,-1 1 0,0-2 1,0 1-1,0-1 0,0 1 0,0-1 1,6-6-1,-4 2 29,-1 1-1,0-1 1,0 0 0,-1 0 0,0-1 0,0 1-1,-1-1 1,6-14 0,-5 7 12,-1 1 0,-1-1 0,-1 0-1,0 0 1,-1 0 0,0-1 0,-3-19 0,2 5-245,0 30 145,0-1 0,0 1 1,0 0-1,0-1 0,0 1 0,0 0 1,-1 0-1,1-1 0,0 1 0,0 0 1,0-1-1,0 1 0,-1 0 1,1 0-1,0-1 0,0 1 0,0 0 1,-1 0-1,1 0 0,0-1 1,-1 1-1,1 0 0,0 0 0,0 0 1,-1 0-1,1 0 0,0 0 0,-1-1 1,1 1-1,0 0 0,-1 0 1,1 0-1,0 0 0,0 0 0,-1 0 1,1 0-1,0 0 0,-1 0 0,1 0 1,-1 1-1,-11 3-3669,3 13-2520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51.346"/>
    </inkml:context>
    <inkml:brush xml:id="br0">
      <inkml:brushProperty name="width" value="0.05" units="cm"/>
      <inkml:brushProperty name="height" value="0.05" units="cm"/>
      <inkml:brushProperty name="color" value="#004F8B"/>
    </inkml:brush>
  </inkml:definitions>
  <inkml:trace contextRef="#ctx0" brushRef="#br0">1 163 12619,'0'0'10210,"2"25"-9181,3 9-708,-1-7 92,-1 1-1,-2 37 0,1-117 646,10-56 0,23-63-2618,-35 170 1447,0 0 0,1 1-1,-1-1 1,1 0 0,-1 1-1,1-1 1,-1 0 0,1 1-1,0-1 1,-1 1 0,1-1-1,-1 1 1,1 0 0,0-1-1,0 1 1,-1 0-1,1-1 1,0 1 0,0 0-1,-1 0 1,1 0 0,0-1-1,0 1 1,0 0 0,0 0-1,26 1-3393,-18-1 1155,14 0-3107</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51.770"/>
    </inkml:context>
    <inkml:brush xml:id="br0">
      <inkml:brushProperty name="width" value="0.05" units="cm"/>
      <inkml:brushProperty name="height" value="0.05" units="cm"/>
      <inkml:brushProperty name="color" value="#004F8B"/>
    </inkml:brush>
  </inkml:definitions>
  <inkml:trace contextRef="#ctx0" brushRef="#br0">552 108 7986,'0'0'16651,"-22"-4"-16469,-5-1-144,-40-2 1,63 7-38,0 0 0,0 0 0,1 1 0,-1-1-1,0 1 1,1 0 0,-1 0 0,0 1 0,1-1 0,0 1 0,-1-1 0,1 1 0,0 0 0,0 1-1,0-1 1,0 0 0,0 1 0,-2 3 0,-8 5 2,8-8-58,0 1 0,0 0 0,1 0 0,0 0 0,-1 1 0,1 0 0,1 0 0,-1 0 0,1 0 0,0 0 0,0 1 0,0-1 1,1 1-1,0 0 0,0 0 0,0 0 0,1 0 0,-1 9 0,7-15-177,8 0 149,1-1 0,0 0 0,-1-1 0,0-1-1,1 0 1,-1-1 0,0 0 0,-1-1 0,1-1 0,14-8 0,105-71-951,-116 73 1012,0-1 0,-1 0 0,0-2 0,-2 1 0,21-29 1,-52 82 2524,-49 144-2371,46-88-61,-17 173 1,19-110-71,1-82 92,11-52 222,7-23-266,-1 0-1,1-1 1,-1 1-1,1 0 1,-1 0 0,0 0-1,1-1 1,-1 1 0,0 0-1,0-1 1,0 1 0,0-1-1,1 1 1,-1-1-1,0 1 1,0-1 0,0 0-1,0 1 1,0-1 0,0 0-1,0 0 1,0 0-1,0 1 1,-2-1 0,-32-1 898,23 1-740,-14 0-42,1-1 1,-1-1-1,0 0 0,1-2 1,-28-9-1,3-2-149,1-2-1,-67-34 1,111 49-49,1-1 0,0 0 0,0 1 0,0-2 0,0 1 0,1 0 0,-7-8 1,9 10-51,0 0 0,1 0 1,-1 0-1,0-1 0,1 1 1,-1 0-1,1-1 0,-1 1 1,1 0-1,-1-1 1,1 1-1,0 0 0,0-1 1,0 1-1,0-1 0,0 1 1,0 0-1,0-1 0,0 1 1,0-1-1,1 1 1,-1 0-1,1-1 0,-1 1 1,1 0-1,-1 0 0,1-1 1,0 1-1,0 0 1,-1 0-1,1 0 0,0 0 1,0 0-1,2-2 0,11-6-1382,0 0-1,0 1 0,1 0 0,0 1 0,19-6 1,-24 9 171,61-24-9882</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52.114"/>
    </inkml:context>
    <inkml:brush xml:id="br0">
      <inkml:brushProperty name="width" value="0.05" units="cm"/>
      <inkml:brushProperty name="height" value="0.05" units="cm"/>
      <inkml:brushProperty name="color" value="#004F8B"/>
    </inkml:brush>
  </inkml:definitions>
  <inkml:trace contextRef="#ctx0" brushRef="#br0">1 4 12995,'0'0'19476,"0"-3"-19508</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39.986"/>
    </inkml:context>
    <inkml:brush xml:id="br0">
      <inkml:brushProperty name="width" value="0.05" units="cm"/>
      <inkml:brushProperty name="height" value="0.05" units="cm"/>
      <inkml:brushProperty name="color" value="#004F8B"/>
    </inkml:brush>
  </inkml:definitions>
  <inkml:trace contextRef="#ctx0" brushRef="#br0">0 1 14051,'0'0'8874,"16"35"-13211,0-14-728,-9-3-7698</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56.918"/>
    </inkml:context>
    <inkml:brush xml:id="br0">
      <inkml:brushProperty name="width" value="0.05" units="cm"/>
      <inkml:brushProperty name="height" value="0.05" units="cm"/>
      <inkml:brushProperty name="color" value="#004F8B"/>
    </inkml:brush>
  </inkml:definitions>
  <inkml:trace contextRef="#ctx0" brushRef="#br0">138 715 7890,'0'0'12829,"2"31"-11841,2 6-725,5 153 811,-10-162-871,-1-1 0,-2 1 0,-1-1 0,-15 50 0,-50 99 242,25-92-393,44-81-99,-1-11-47,1-1-1,0 1 1,1 0-1,0-1 0,2-14 1,0-12 8,0-14-20,2 0 0,3 0 0,1 1 0,3 0 0,17-47 0,99-226-1132,-90 243 889,3 1-1,55-80 1,-68 119 236,0 2-1,3 0 0,1 3 1,1 0-1,63-47 0,-79 68 155,0 1 0,1 0 0,0 2 0,1 0 0,0 1 0,1 1 0,-1 0 0,2 1 0,-1 2 0,0 0 0,1 1 0,0 0 0,23 1 0,-40 2-11,0 0 0,0 0 0,0 1 0,0-1 0,0 0 0,0 1 0,0 0 0,0 0 0,-1 0 0,1 0 0,0 0-1,0 0 1,-1 1 0,1-1 0,-1 1 0,0 0 0,1 0 0,-1 0 0,0 0 0,0 0 0,0 0 0,0 0 0,0 1 0,-1-1 0,1 1 0,-1 0 0,1-1 0,-1 1 0,1 4 0,1 6 108,0 0 0,-1 0-1,-1 1 1,0-1 0,-1 18 0,0-22-70,0 1 55,-1 0 0,0 1 0,-1-1 1,0 0-1,0 0 0,-1 0 0,0-1 1,-1 1-1,-9 16 0,5-13 39,-1 0-1,0 0 0,-1-1 0,0 0 0,-21 18 1,-9 1 187,0-3 0,-2-1-1,-48 23 1,87-48-328,-111 58 460,-110 63 752,207-112-1048,1 0 0,-19 18 0,31-27-168,1 1 0,0 0 0,0 1 0,0-1 1,0 0-1,1 1 0,0-1 0,-1 1 0,1 0 1,0 0-1,1 0 0,-1 0 0,1 0 0,0 0 0,0 0 1,-1 6-1,2-6-16,-1 0-1,1 0 1,0 0 0,1 0 0,-1 0-1,1 0 1,0 0 0,0 0 0,0 0 0,0 0-1,1 0 1,-1 0 0,1-1 0,0 1-1,0 0 1,0-1 0,1 0 0,0 0-1,-1 0 1,1 0 0,0 0 0,0 0 0,0 0-1,1-1 1,4 3 0,158 92 119,-129-77-115,-20-12-37,0 1 0,1-2 0,1 0-1,-1-2 1,1 0 0,37 5 0,1-7-2627,2-5-3772,-42-1 1495</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57.291"/>
    </inkml:context>
    <inkml:brush xml:id="br0">
      <inkml:brushProperty name="width" value="0.05" units="cm"/>
      <inkml:brushProperty name="height" value="0.05" units="cm"/>
      <inkml:brushProperty name="color" value="#004F8B"/>
    </inkml:brush>
  </inkml:definitions>
  <inkml:trace contextRef="#ctx0" brushRef="#br0">1 106 10298,'0'0'12431,"38"1"-12164,122 4-41,-137-4-163,-1-1-1,1-1 1,33-6-1,-42 3-42,0 0 0,0-2 0,-1 1 0,15-10 0,-26 14 25,0 0 0,0 0 0,-1 0 0,1 0 0,-1-1 0,1 1 1,-1 0-1,1-1 0,-1 1 0,0-1 0,0 0 0,0 1 0,0-1 0,0 0 1,0 0-1,0 1 0,0-1 0,-1 0 0,1 0 0,0-2 0,-1 3 8,0 0-1,0-1 0,0 1 0,-1 0 1,1 0-1,0 0 0,0 0 0,-1 0 1,1 0-1,0 0 0,-1-1 0,1 1 1,-1 0-1,1 0 0,-1 0 0,0 1 1,1-1-1,-1 0 0,0 0 0,0 0 1,0 0-1,0 1 0,1-1 0,-1 0 1,0 1-1,0-1 0,0 1 0,0-1 1,-1 1-1,1-1 0,0 1 0,0 0 1,0 0-1,0-1 0,-2 1 0,-23-4 334,-1 2-1,0 0 1,-32 3-1,53 0-360,0 0 1,1 0-1,-1 1 0,0-1 0,1 1 1,-1 0-1,1 1 0,0 0 0,0-1 1,0 2-1,0-1 0,1 0 1,-1 1-1,1 0 0,0 0 0,0 0 1,0 1-1,0 0 0,-5 8 1,4-4-18,0 0 0,0 0 1,1 0-1,0 0 0,1 1 1,0 0-1,0 0 0,1 0 1,0 0-1,0 18 0,2-25-13,-1 12-21,1 0 1,1 0-1,0 0 0,1 0 0,8 28 1,-8-38-90,1 1 0,-1-1 0,1 0 0,1 0 0,-1 0 0,1 0 0,0-1 0,0 1 0,0-1 0,0 0 0,1 0 0,0 0 0,0-1 0,0 0 0,0 0 0,0 0 0,1-1 0,10 4 0,8 1-1342,0-1 0,0-1 0,1-2-1,49 2 1,5-4-4953</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57.651"/>
    </inkml:context>
    <inkml:brush xml:id="br0">
      <inkml:brushProperty name="width" value="0.05" units="cm"/>
      <inkml:brushProperty name="height" value="0.05" units="cm"/>
      <inkml:brushProperty name="color" value="#004F8B"/>
    </inkml:brush>
  </inkml:definitions>
  <inkml:trace contextRef="#ctx0" brushRef="#br0">227 0 6601,'0'0'19221,"-117"218"-18037,101-130-624,1 0-64,-1 4-8,8-11-104,0 3-240,8-24-88,0 0-56,0-14-128,0-4-496,0-14-888,-15-10-1265,-1-11-3328,0-7-4481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58.026"/>
    </inkml:context>
    <inkml:brush xml:id="br0">
      <inkml:brushProperty name="width" value="0.05" units="cm"/>
      <inkml:brushProperty name="height" value="0.05" units="cm"/>
      <inkml:brushProperty name="color" value="#004F8B"/>
    </inkml:brush>
  </inkml:definitions>
  <inkml:trace contextRef="#ctx0" brushRef="#br0">0 159 14635,'0'0'5867,"34"-13"-3823,2-2-1559,7-2 109,1 1-1,90-19 1,207-20 662,-316 52-1201,51-2 0,-73 7 273,-8 3-119,5-4-174,-111 93 1740,4-3-1296,82-68-390,18-18-76,0 1-1,0 0 1,1 0-1,0 1 1,0 0-1,0 0 1,1 0-1,0 1 1,1 0 0,-1 0-1,-3 10 1,8-17-16,0 0 0,-1 0 0,1 0 0,0 1 0,-1-1 0,1 0 0,0 0 0,0 0 0,0 1 1,0-1-1,0 0 0,1 0 0,-1 0 0,0 1 0,0-1 0,1 0 0,-1 0 0,1 0 0,-1 0 1,1 0-1,-1 1 0,1-1 0,0 0 0,0-1 0,-1 1 0,1 0 0,0 0 0,0 0 0,0 0 1,0-1-1,0 1 0,0 0 0,2 0 0,2 1-4,0-1 0,0 0 1,0 0-1,0 0 0,0-1 0,8 0 0,-1 1 4,21 0-207,55-3-1,-76 0 132,0 0-1,0 0 0,0-2 1,0 1-1,0-1 1,-1-1-1,19-10 1,-4 1 12,-20 12 71,0-1 0,0 0 0,-1 0 0,1 0-1,-1-1 1,0 0 0,0 0 0,0 0 0,5-7 0,-9 9 979,-1 12-803,-1 0 1,-1 0-1,0 0 0,-5 15 1,4-18-210,1 0 0,0 1 0,0-1 0,1 0 0,0 1 0,1-1 0,-1 1-1,1-1 1,1 1 0,0 7 0,-1-14-20,0 0 0,1 0-1,-1-1 1,0 1 0,1 0-1,-1 0 1,0 0 0,1 0 0,-1-1-1,1 1 1,-1 0 0,1-1-1,-1 1 1,1 0 0,0-1-1,-1 1 1,1 0 0,0-1-1,0 1 1,1 0 0,27 4-1487,19-3-1859,56-5 1,-32-9-5017</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58.367"/>
    </inkml:context>
    <inkml:brush xml:id="br0">
      <inkml:brushProperty name="width" value="0.05" units="cm"/>
      <inkml:brushProperty name="height" value="0.05" units="cm"/>
      <inkml:brushProperty name="color" value="#004F8B"/>
    </inkml:brush>
  </inkml:definitions>
  <inkml:trace contextRef="#ctx0" brushRef="#br0">94 525 12739,'0'0'14931,"-94"112"-14931,94-87-8,0-4-872,0-14-1385,8-3-2936</inkml:trace>
  <inkml:trace contextRef="#ctx0" brushRef="#br0" timeOffset="1">125 0 14507,'0'0'9250,"47"32"-11578,-15-22-2930,-17-10-5352</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58.742"/>
    </inkml:context>
    <inkml:brush xml:id="br0">
      <inkml:brushProperty name="width" value="0.05" units="cm"/>
      <inkml:brushProperty name="height" value="0.05" units="cm"/>
      <inkml:brushProperty name="color" value="#004F8B"/>
    </inkml:brush>
  </inkml:definitions>
  <inkml:trace contextRef="#ctx0" brushRef="#br0">141 30 8194,'0'0'15751,"0"-8"-14127,0-11-870,-2 17-71,-7 30 428,-4 21-417,-26 59 232,21-64-745,3 0 0,1 1 0,-14 84 0,25-34-186,4-68-47,-2-18 5,1-4-2,0-1 0,0 0 0,0 0 0,1 0 0,-1 0 0,1 0 0,1 4 0,-1-6-3,0 0 0,0-1 0,0 1 0,0-1 0,0 1 0,0-1 0,0 0 0,0 1 0,1-1 0,-1 0 0,0 0 0,1 0 0,-1 0 0,1 0 0,0 0 0,-1 0 0,1 0 0,0-1 0,-1 1 0,1-1 0,3 1 0,26 3-1490,0-2 0,47-2 0,-27-1-1490,50 1-5584</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0:51.814"/>
    </inkml:context>
    <inkml:brush xml:id="br0">
      <inkml:brushProperty name="width" value="0.05" units="cm"/>
      <inkml:brushProperty name="height" value="0.05" units="cm"/>
      <inkml:brushProperty name="color" value="#004F8B"/>
    </inkml:brush>
  </inkml:definitions>
  <inkml:trace contextRef="#ctx0" brushRef="#br0">0 60 384,'0'0'3343,"23"-5"-3085,155-36 15,-100 28-383,-61 12 5175,0 1 5484,-18 11-10371,-7 54-108,2-1-1,5 112 0,2-91-50,-3 36-5,0-12-5,15 130 0,5-105-15,-1-21-9,1 143 0,-10 103 24,0 45 162,-8-255 125,0-149-284,0-7-527,0-74-3526,0 32-692</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0:53.432"/>
    </inkml:context>
    <inkml:brush xml:id="br0">
      <inkml:brushProperty name="width" value="0.05" units="cm"/>
      <inkml:brushProperty name="height" value="0.05" units="cm"/>
      <inkml:brushProperty name="color" value="#004F8B"/>
    </inkml:brush>
  </inkml:definitions>
  <inkml:trace contextRef="#ctx0" brushRef="#br0">33 88 3265,'0'0'4606,"-5"0"-4419,-16 0-155,16 0 888,5 0-803,0 0 0,-1 1 0,1-1 0,0 1 0,0-1 0,0 1 0,0-1 0,0 1 0,0-1 0,0 1 0,0-1 0,0 0 0,0 1 0,0-1 0,0 1 0,0-1 0,1 1 0,-1-1 0,0 1 0,0-1 0,0 0 0,1 1 0,-1-1 0,0 1 0,0-1 0,1 0-1,-1 1 1,0-1 0,1 0 0,-1 1 0,1-1 0,12 5 57,1-1 0,0 0 0,0-1 0,0 0 0,15 0 0,80 2 110,-77-4-247,157 0 29,247-30 0,-72 13 9,0 0-44,207-4 47,-499 20-69,434-14-1,-426 10 52,87-15-1,-71 7-27,-95 13 134,0-1-1,0 1 1,0-1 0,0 1 0,0 0 0,0-1 0,-1 1-1,1 0 1,0 0 0,0-1 0,-1 1 0,1 0-1,-1 0 1,1 0 0,-1 0 0,1 0 0,-1 0-1,1 0 1,-1 0 0,1 2 0,10 16-331,27 12 429,-23-17-85,34 23-1,198 101 10,-189-107-169,219 109 477,157 89 1367,-311-164-1085,15 8-165,-105-57-537,-24-12-49,-1 0-1,0 0 1,0 1 0,9 6-1,-16-10 412,-3-1-788,-6 1-277,-1 0 0,1 1 0,0 0 0,0 1 0,1-1 0,-1 1 0,-11 7 0,-5 1-3217,-23 7-8530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0:55.820"/>
    </inkml:context>
    <inkml:brush xml:id="br0">
      <inkml:brushProperty name="width" value="0.05" units="cm"/>
      <inkml:brushProperty name="height" value="0.05" units="cm"/>
      <inkml:brushProperty name="color" value="#004F8B"/>
    </inkml:brush>
  </inkml:definitions>
  <inkml:trace contextRef="#ctx0" brushRef="#br0">22 1512 3425,'0'0'6819,"-22"0"58,92 0-6781,0-3-1,73-14 1,443-88 535,-199 38-505,-2 12-100,48-7 58,-265 25-88,46-7 26,-72 16-14,468 3-142,-607 26 144,-1 0 1,0 1-1,0-1 1,0 1-1,0 0 1,0-1 0,0 1-1,-1 0 1,1 0-1,-1 0 1,1 0 0,-1 0-1,0 1 1,0-1-1,2 5 1,14 19 106,-13-23-75,1 1 0,0-1 0,-1 0 0,1 0 0,0-1 0,0 0 0,1 0 0,-1 0 0,0 0-1,1-1 1,5 1 0,8 1 83,38-1-1,-25-2-89,158 1-63,-99-1 4796,-90-1-4769,1 1 1,-1-1-1,0 0 0,0 0 1,0 0-1,0 1 0,0-1 1,0 0-1,0 0 0,0-1 1,-1 1-1,1 0 1,0 0-1,-1 0 0,2-3 1,14-28-13,-10 18 16,23-34 1,2 1 0,3 2 1,63-67-1,38-50 0,48-103 278,-174 251-201,-1 1 1,12-28 0,13-22 41,-11 26-54,-13 23-45,-1 0 0,16-18 0,-13 20-23,1-1 24,0 0-1,-1-1 0,-1 0 0,0-1 0,8-17 1,-16 28 97,0-1 0,-1 1 1,1-1-1,-1 1 0,-1-1 1,2-7-1,-2 12-91,0 0-29,0 0 1,0 0 0,1 0 0,-1 0 0,0 0 0,0 0 0,1 0-1,-1 0 1,0 0 0,0 0 0,1 0 0,-1 0 0,0 0 0,0 0 0,1-1-1,-1 1 1,0 0 0,0 0 0,1 0 0,-1 0 0,0 0 0,0 0 0,0-1-1,1 1 1,-1 0 0,0 0 0,0 0 0,0-1 0,0 1 0,0 0 0,1 0-1,-1-1 1,0 1 0,0 0 0,0 0 0,0 0 0,0-1 0,0 1 0,0 0-1,0 0 1,0-1 0,0 1 0,0-17 119,2 1-5,-1 16-199,0-1 0,0 1 1,0 0-1,0 0 0,0 0 0,1-1 0,-1 1 0,0 1 0,0-1 0,0 0 0,0 0 0,1 0 1,-1 1-1,0-1 0,0 0 0,0 1 0,0-1 0,0 1 0,0-1 0,0 1 0,0 0 0,0-1 0,0 1 1,0 0-1,-1 0 0,2 1 0,22 12-3180,7-5-1886</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0:57.013"/>
    </inkml:context>
    <inkml:brush xml:id="br0">
      <inkml:brushProperty name="width" value="0.05" units="cm"/>
      <inkml:brushProperty name="height" value="0.05" units="cm"/>
      <inkml:brushProperty name="color" value="#004F8B"/>
    </inkml:brush>
  </inkml:definitions>
  <inkml:trace contextRef="#ctx0" brushRef="#br0">0 109 6025,'0'0'8477,"25"0"-6814,559-22-1298,116-21-291,-478 34 2,-39-1 6016,-183-5-12087,0 5 1813</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0:57.433"/>
    </inkml:context>
    <inkml:brush xml:id="br0">
      <inkml:brushProperty name="width" value="0.05" units="cm"/>
      <inkml:brushProperty name="height" value="0.05" units="cm"/>
      <inkml:brushProperty name="color" value="#004F8B"/>
    </inkml:brush>
  </inkml:definitions>
  <inkml:trace contextRef="#ctx0" brushRef="#br0">1 0 6545,'0'0'9205,"10"5"-7903,35 12 379,76 20 0,-80-26-1591,0 1 0,66 30 0,-103-40-80,-1 0-1,1 0 0,-1 0 0,0 1 0,1-1 0,-1 1 0,0 0 0,0 0 0,-1 0 0,1 0 1,-1 0-1,1 1 0,-1-1 0,2 5 0,-3-6 20,-1 1 0,1-1-1,0 0 1,-1 1 0,0-1 0,0 0-1,1 1 1,-1-1 0,-1 0 0,1 1-1,0-1 1,-1 0 0,1 1 0,-1-1-1,1 0 1,-1 1 0,0-1 0,0 0-1,0 0 1,-1 0 0,1 0 0,0 0-1,-1 0 1,1 0 0,-4 2 0,-13 13 259,0-1 0,-1-2 0,-36 22 0,34-23-251,0 1-1,1 0 1,0 2-1,-21 22 1,28-23-1376,0 1 1,-13 24-1,9-8-4794</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0:58.386"/>
    </inkml:context>
    <inkml:brush xml:id="br0">
      <inkml:brushProperty name="width" value="0.05" units="cm"/>
      <inkml:brushProperty name="height" value="0.05" units="cm"/>
      <inkml:brushProperty name="color" value="#004F8B"/>
    </inkml:brush>
  </inkml:definitions>
  <inkml:trace contextRef="#ctx0" brushRef="#br0">32 85 3641,'0'0'6181,"0"-10"-5390,0-31-136,0 39-570,0 1 1,0 0-1,0-1 1,0 1 0,0 0-1,-1 0 1,1-1-1,0 1 1,-1 0-1,1-1 1,-1 1 0,1 0-1,-1 0 1,0 0-1,1 0 1,-1-1-1,0 1 1,0 0 0,0 0-1,0 0 1,0 1-1,0-1 1,0 0 0,0 0-1,0 1 1,0-1-1,-1 0 1,1 1-1,0-1 1,0 1 0,-1-1-1,1 1 1,0 0-1,0 0 1,-4-1 1326,4 77 56,4-1 0,17 101 0,73 670 1199,-75 9-818,-12-682-1144,52 317 1,-52-452-624,27 133 74,-30-163-154,0 13-21,-3-21-1,1 0 0,-1 0 0,0 0 0,0 0-1,0 0 1,0 0 0,1 0 0,-1 0 0,0 0 0,0 0 0,0 0 0,0 0 0,1 0 0,-1 0-1,0 0 1,0 0 0,0 0 0,1 0 0,-1 0 0,0 0 0,0 0 0,0 0 0,0 0 0,1 0-1,-1 0 1,0 0 0,0 0 0,0 0 0,0-1 0,1 1 0,-1 0 0,0 0 0,0 0 0,0 0-1,0 0 1,0-1 0,0 1 0,0 0 0,1 0 0,-1 0 0,0-1 0,1-3-240,0-1 0,-1 1 0,1-1 0,-1 0 1,0 0-1,0 1 0,-1-7 0,0-20-975,1-174-7106,0 94 1574</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0:59.916"/>
    </inkml:context>
    <inkml:brush xml:id="br0">
      <inkml:brushProperty name="width" value="0.05" units="cm"/>
      <inkml:brushProperty name="height" value="0.05" units="cm"/>
      <inkml:brushProperty name="color" value="#004F8B"/>
    </inkml:brush>
  </inkml:definitions>
  <inkml:trace contextRef="#ctx0" brushRef="#br0">18 187 1896,'0'0'9365,"-4"0"-8341,-4 0 563,3 0 139,7 0-720,75 2-582,89 8 264,178-13 1,18-43-449,-239 26-174,244-28 20,531-2 0,-666 52-150,248-4 142,-456 0-69,0-1-1,35-9 0,6-2 114,-10 14 928,-53 0-962,-2 3-88,1 0 0,0 0 0,0 1 0,0-1 0,0 0 0,1 0 0,-1 0 1,1-1-1,0 1 0,0 0 0,0 0 0,0-1 0,0 0 0,1 1 0,-1-1 0,6 4 1,15 17 10,11 24 19,15 21 197,3-3 0,62 62 0,-98-113-114,1-1 0,1 0 0,1-1 0,-1 0 0,2-2 0,-1-1-1,35 12 1,153 34 276,-143-40-334,-63-15-54,199 56 73,-179-48-50,1 1 0,-1 0 0,-1 2 1,0 1-1,0 0 0,31 27 0,-14-10 180,1-1 1,1-2 0,2-2-1,0-1 1,53 19 0,23 14-88,-78-35-9,-39-21-103,0 0-1,-1 0 1,1 0-1,0 1 1,0-1-1,0 0 1,0 0-1,0 0 0,0 0 1,0 0-1,0 0 1,-1 0-1,1 0 1,0 0-1,0 0 1,0 0-1,0 0 0,0 0 1,0 1-1,0-1 1,0 0-1,0 0 1,0 0-1,0 0 1,0 0-1,0 0 1,-1 0-1,1 1 0,0-1 1,0 0-1,0 0 1,0 0-1,0 0 1,0 0-1,0 0 1,0 0-1,0 1 0,0-1 1,0 0-1,1 0 1,-1 0-1,0 0 1,0 0-1,0 0 1,0 0-1,0 1 0,0-1 1,0 0-1,0 0 1,0 0-1,0 0 1,0 0-1,0 0 1,0 0-1,1 0 0,-1 0 1,0 0-1,0 0 1,0 1-1,0-1 1,0 0-1,0 0 1,0 0-1,1 0 1,-1 0-1,0 0 0,0 0 1,0 0-1,0 0 1,-15 4-617,-73 23-3951,36-7-873</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01.728"/>
    </inkml:context>
    <inkml:brush xml:id="br0">
      <inkml:brushProperty name="width" value="0.05" units="cm"/>
      <inkml:brushProperty name="height" value="0.05" units="cm"/>
      <inkml:brushProperty name="color" value="#004F8B"/>
    </inkml:brush>
  </inkml:definitions>
  <inkml:trace contextRef="#ctx0" brushRef="#br0">0 1997 2721,'0'0'9310,"0"-3"-8468,1 2-713,-1-1-1,1 0 1,-1 1 0,1-1-1,0 0 1,0 1-1,0-1 1,0 1-1,0-1 1,0 1-1,0 0 1,0-1-1,1 1 1,-1 0-1,0 0 1,1 0-1,-1 0 1,1 0-1,-1 0 1,1 0 0,0 1-1,-1-1 1,1 1-1,0-1 1,0 1-1,1-1 1,60-12 131,-50 11-74,909-173 260,-619 114-469,144-35-58,-8 2 97,-438 94-16,262-46 1,-208 32 156,-29 7 25,47-8 0,191-3-182,-47 5 20,-153 5 329,-30 4-238,43-1 0,15 5 4705,-76-20-4855,-4-2 110,23-31 0,-8 13-30,71-100-23,51-82-4,-49 57 35,-79 128-54,1 1 0,1 2-1,2 0 1,2 2 0,1 0-1,1 2 1,56-44 0,-64 57 43,33-34-1,-48 44-3,0-1-1,0 0 1,0 1-1,-1-2 0,-1 1 1,1 0-1,-2-1 0,6-15 1,-1-4 324,22-53 0,-18 49-210,-10 26-122,0 0 0,0-1-1,1 1 1,0 0 0,5-7 0,46-55 394,-41 58-1066,6 9-5356,-3 1 266</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02.635"/>
    </inkml:context>
    <inkml:brush xml:id="br0">
      <inkml:brushProperty name="width" value="0.05" units="cm"/>
      <inkml:brushProperty name="height" value="0.05" units="cm"/>
      <inkml:brushProperty name="color" value="#004F8B"/>
    </inkml:brush>
  </inkml:definitions>
  <inkml:trace contextRef="#ctx0" brushRef="#br0">0 166 40,'0'0'8901,"7"0"-7756,83 0 3684,13 2-3639,198-23-1,172-45-769,489-4-1,-879 67-303,18-1-106,-30 4 5337,-68-1-3525,-1 0-4039,-22-1-13176</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02.995"/>
    </inkml:context>
    <inkml:brush xml:id="br0">
      <inkml:brushProperty name="width" value="0.05" units="cm"/>
      <inkml:brushProperty name="height" value="0.05" units="cm"/>
      <inkml:brushProperty name="color" value="#004F8B"/>
    </inkml:brush>
  </inkml:definitions>
  <inkml:trace contextRef="#ctx0" brushRef="#br0">1 0 6705,'0'0'11209,"22"3"-10426,-1 0-574,23 2 358,56 16 0,-81-16-359,20 3-26,0 3 0,-1 1 1,-1 1-1,0 2 1,43 25-1,-78-39-154,0 0 0,0 0 1,-1 0-1,1 1 0,0-1 1,0 0-1,0 1 0,-1-1 0,1 1 1,-1 0-1,1-1 0,-1 1 1,0 0-1,0 0 0,0 0 0,0 0 1,0 0-1,0 0 0,0 0 0,-1 0 1,1 0-1,-1 1 0,1-1 1,-1 0-1,0 0 0,0 0 0,0 1 1,0-1-1,0 0 0,-1 0 1,1 1-1,-1-1 0,1 0 0,-1 0 1,0 0-1,0 0 0,0 0 0,0 0 1,0 0-1,0 0 0,0 0 1,-1-1-1,1 1 0,-1 0 0,1-1 1,-1 1-1,0-1 0,-2 2 1,-28 23 928,-62 38 1,58-41-520,-57 47 0,91-68-469,-1 0 0,1 0 0,0 0-1,1 1 1,-1-1 0,0 1 0,1-1 0,-1 1 0,1 0 0,0-1 0,0 1 0,0 0 0,0 0 0,0 0 0,0 4-1,0 16-3563,1-11-2588</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04.011"/>
    </inkml:context>
    <inkml:brush xml:id="br0">
      <inkml:brushProperty name="width" value="0.05" units="cm"/>
      <inkml:brushProperty name="height" value="0.05" units="cm"/>
      <inkml:brushProperty name="color" value="#004F8B"/>
    </inkml:brush>
  </inkml:definitions>
  <inkml:trace contextRef="#ctx0" brushRef="#br0">94 16 5033,'0'0'9429,"-4"-3"-8654,-11-9-114,15 12-653,0 0 0,0 0 0,0 0 0,0 0 0,0 1 0,0-1 0,0 0 0,0 0 0,0 0 0,0 0 0,0 0 0,0 0 0,0 0 0,-1 1 0,1-1 0,0 0 0,0 0 0,0 0 0,0 0 0,0 0 1,0 0-1,0 0 0,0 0 0,0 0 0,0 0 0,0 1 0,-1-1 0,1 0 0,0 0 0,0 0 0,0 0 0,0 0 0,0 0 0,0 0 0,0 0 0,-1 0 0,1 0 0,0 0 0,0 0 0,0 0 0,0 0 0,0 0 0,0 0 0,0 0 0,-1 0 0,1 0 0,0 0 0,0 0 0,0 0 0,0 0 0,0 0 0,0 0 0,0-1 0,-1 1 0,1 0 0,0 0 0,0 0 0,0 0 0,0 0 0,0 0 0,0 0 0,0 0 0,0 0 0,0 0 0,0-1 0,0 1 0,0 0 1,-4 15 412,2 0 1,0 0 0,1 0-1,1 1 1,1 17 0,-1 30 372,-15 789 2043,15-753-2720,16 735 457,-16-695-288,-22 161 1,-14 137 88,31 1-996,5-407 472,1-34 5,-1 1 0,0 0 0,1 0 0,-1-1 0,1 1 0,-1 0 0,1 0 1,0 0-1,2-4 0,6-15-442,29-137-4522,-22 74-447</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05.490"/>
    </inkml:context>
    <inkml:brush xml:id="br0">
      <inkml:brushProperty name="width" value="0.05" units="cm"/>
      <inkml:brushProperty name="height" value="0.05" units="cm"/>
      <inkml:brushProperty name="color" value="#004F8B"/>
    </inkml:brush>
  </inkml:definitions>
  <inkml:trace contextRef="#ctx0" brushRef="#br0">1 25 3289,'0'0'6190,"8"14"-2546,9-8-3154,1-1 0,0 0 1,0-2-1,29 2 0,-38-3-362,531 13 1448,-361-17-1406,804-23 100,-365 4-394,-457 18 110,428-25-32,-508 28 3012,-81 31-2966,1-27-4,-1 0-1,1-1 1,0 1-1,0-1 0,1 1 1,-1-1-1,1 0 1,-1 1-1,1-1 0,0 0 1,1 0-1,4 5 1,8 15-17,10 19 78,2-1-1,48 57 1,-39-60 92,2-3 0,83 61 0,-76-63 39,-1 2 0,55 57 0,-54-41-132,72 73 630,-72-80-522,-32-30-4,0-1 1,1 0-1,1-1 0,0-1 1,28 17-1,222 107 730,-226-112-502,-39-23-384,0 0 0,0 1 0,1-1 0,-1 0 0,0 1 0,0-1 0,0 0 0,1 1 0,-1-1 0,0 1 0,0-1 0,0 0 0,0 1 0,0-1 0,0 1 0,0-1 0,0 1 0,0-1 0,0 0 0,0 1 0,0-1 0,0 1 0,0-1 0,-1 0 0,1 1 0,0-1 0,0 0 0,0 1 0,-1-1 0,1 1 0,0-1 0,0 0 0,-1 0 0,1 1 0,0-1 0,-1 0 0,1 1 0,0-1 0,-1 0 0,1 0 0,0 0 0,-1 1 0,1-1 0,0 0 0,-1 0 0,1 0 0,-1 0 0,0 0 0,-86 26-4131,33-11-1278</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07.226"/>
    </inkml:context>
    <inkml:brush xml:id="br0">
      <inkml:brushProperty name="width" value="0.05" units="cm"/>
      <inkml:brushProperty name="height" value="0.05" units="cm"/>
      <inkml:brushProperty name="color" value="#004F8B"/>
    </inkml:brush>
  </inkml:definitions>
  <inkml:trace contextRef="#ctx0" brushRef="#br0">2 1796 728,'0'0'10489,"0"-6"-10058,-1-13 36,1 18-361,-1 0 1,1 0-1,0-1 1,0 1 0,0 0-1,1 0 1,-1 0-1,0 0 1,0 0-1,0-1 1,1 1-1,-1 0 1,1 0 0,-1 0-1,1 0 1,-1 0-1,1 0 1,0 0-1,-1 0 1,1 0 0,1 0-1,51-15 2,1 3 0,73-8 1,-61 11-67,244-42-151,263-40 805,7 42 1003,129 46-1734,-458 5 159,-186-13-108,-7 9-352,101-10-1934,-160 13 2283,1 0 1,0-1-1,0 1 0,-1 0 1,1 0-1,0 0 0,0 0 0,0-1 1,-1 1-1,1 0 0,0 0 1,0-1-1,0 1 0,0 0 0,0 0 1,0-1-1,-1 1 0,1 0 1,0 0-1,0-1 0,0 1 1,0 0-1,0-1 0,0 1 0,0 0 1,0 0-1,0-1 0,0 1 1,0 0-1,0 0 0,1-1 0,-1 1 1,0 0-1,0-1 0,0 1 1,0 0-1,0 0 0,0-1 0,1 1 1,-1 0-1,0 0 0,0 0 1,0-1-1,1 1 0,-1 0 0,0 0 1,0 0-1,1 0 0,-1 0 1,0-1-1,0 1 0,1 0 1,-1 0-1,0 0 0,0 0 0,1 0 1,-1 0-1,0 0 0,0 0 1,1 0-1,-1 0 0,0 0 0,1 0 1,-1 0-1,0 0 0,0 0 1,1 0-1,-1 0 0,-20-9 674,14 9-576,5 0-87,0 0 0,-1 0 1,1 0-1,0 1 0,0-1 0,0 0 0,0 0 1,0-1-1,0 1 0,0 0 0,0 0 1,0 0-1,0-1 0,0 1 0,0 0 1,0-1-1,0 1 0,0-1 0,0 1 1,0-1-1,1 0 0,-1 1 0,-1-2 1,2 1 116,0-18 1059,1 13-1178,0 0-1,0 0 1,1 0 0,0 0-1,0 0 1,0 0 0,1 0-1,-1 1 1,2-1 0,-1 1-1,0 0 1,1 0-1,8-9 1,10-14-73,63-76-31,-36 37 51,104-110 1,75-41 44,10 28-65,-29 25 118,-166 127 14,-1-1-1,57-74 0,-86 94 261,0-1 0,-2 0-1,-1-1 1,0 0 0,-1-1-1,7-31 1,-13 43 760,-8 15-1676,-11 13-2304,-6-7-1275</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27.875"/>
    </inkml:context>
    <inkml:brush xml:id="br0">
      <inkml:brushProperty name="width" value="0.05" units="cm"/>
      <inkml:brushProperty name="height" value="0.05" units="cm"/>
      <inkml:brushProperty name="color" value="#004F8B"/>
    </inkml:brush>
  </inkml:definitions>
  <inkml:trace contextRef="#ctx0" brushRef="#br0">1 999 928,'0'-2'17269,"3"-14"-17461,110-219 78,23-40-604,33 22-364,-137 211 1065,-31 41-39,-1 26-145,-2 6 500,-2 1 1,-15 59-1,6-32-160,-1 6-79,6-32-58,1 0 0,2 0 0,-1 40 0,6-73-260,1 0 228,1 0 1,-1 0-1,0 0 1,1-1-1,-1 1 1,0 0-1,1-1 0,-1 1 1,0-1-1,1 0 1,-1 1-1,0-1 1,0 0-1,0 0 1,0 0-1,0 0 1,0 0-1,1-1 1,0 1-5,48-45-62,62-74 0,-26 28-51,177-187-500,-249 264 674,-7 7 43,0 1 1,0-1-1,0-1 0,-1 1 1,0-1-1,-1 0 0,8-17 1,-46 107 3493,-37 59-2551,18-37-404,36-70-501,-10 18-34,2 1 0,3 1 0,-15 57 0,35-102-260,0 1 1,0-1-1,1 17 0,0-11-1582</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28.252"/>
    </inkml:context>
    <inkml:brush xml:id="br0">
      <inkml:brushProperty name="width" value="0.05" units="cm"/>
      <inkml:brushProperty name="height" value="0.05" units="cm"/>
      <inkml:brushProperty name="color" value="#004F8B"/>
    </inkml:brush>
  </inkml:definitions>
  <inkml:trace contextRef="#ctx0" brushRef="#br0">87 1 10322,'0'0'10218,"-55"179"-10202,47-161-16,0-7-464,1-8-768,-1-3-5505,8-21-3818</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28.624"/>
    </inkml:context>
    <inkml:brush xml:id="br0">
      <inkml:brushProperty name="width" value="0.05" units="cm"/>
      <inkml:brushProperty name="height" value="0.05" units="cm"/>
      <inkml:brushProperty name="color" value="#004F8B"/>
    </inkml:brush>
  </inkml:definitions>
  <inkml:trace contextRef="#ctx0" brushRef="#br0">1 1 8530,'0'0'7193</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28.966"/>
    </inkml:context>
    <inkml:brush xml:id="br0">
      <inkml:brushProperty name="width" value="0.05" units="cm"/>
      <inkml:brushProperty name="height" value="0.05" units="cm"/>
      <inkml:brushProperty name="color" value="#004F8B"/>
    </inkml:brush>
  </inkml:definitions>
  <inkml:trace contextRef="#ctx0" brushRef="#br0">1 109 11082,'0'0'8941,"19"-3"-8646,62-7-143,-79 10-152,1 0 1,-1 0-1,0 0 0,0 1 1,0-1-1,0 0 1,1 1-1,-1 0 0,0-1 1,0 1-1,0 0 1,0 0-1,0 0 1,-1 0-1,1 0 0,0 1 1,0-1-1,-1 1 1,1-1-1,-1 1 0,1-1 1,-1 1-1,0 0 1,1 0-1,-1-1 0,0 1 1,0 0-1,0 0 1,-1 0-1,1 0 1,0 1-1,-1-1 0,1 0 1,-1 2-1,2 4-12,1 3-6,-1 0 0,0 0 0,-1 0 0,0 0-1,-2 20 1,1-15-261,0-23 243,0 1 0,1-1 0,0 0 0,0 0 0,0 0 0,1 1 0,0-1 0,0 0 0,1 1 0,0 0 0,0 0 0,0 0 0,1 0 0,0 0 0,8-9 0,6-4 33,1 0 1,37-28-1,-46 39 3,1 1 0,-1 0 0,1 1 0,0 1 0,1-1 0,-1 2 0,1 0 0,14-3 0,-25 7 21,-1 0 0,1 0-1,0 0 1,-1 0 0,1 0-1,-1 0 1,1 0 0,-1 0 0,1 0-1,-1 0 1,1 1 0,-1-1-1,1 0 1,-1 0 0,1 1 0,-1-1-1,1 0 1,-1 1 0,1-1-1,-1 0 1,0 1 0,1-1 0,-1 1-1,0-1 1,1 1 0,-1-1-1,0 1 1,1-1 0,-1 1 0,0-1-1,0 1 1,1 0 0,3 27 706,-7 29 328,1-47-947,0 0 0,-1 0 0,0 0 0,-7 13-1,1-1-70,8-12-231,-1-5-1564</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29.323"/>
    </inkml:context>
    <inkml:brush xml:id="br0">
      <inkml:brushProperty name="width" value="0.05" units="cm"/>
      <inkml:brushProperty name="height" value="0.05" units="cm"/>
      <inkml:brushProperty name="color" value="#004F8B"/>
    </inkml:brush>
  </inkml:definitions>
  <inkml:trace contextRef="#ctx0" brushRef="#br0">110 602 3201,'0'0'19724,"-110"190"-19724,110-182-152,0-1-800</inkml:trace>
  <inkml:trace contextRef="#ctx0" brushRef="#br0" timeOffset="1">258 0 9858,'0'0'9290,"0"233"-12483,0-177-951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29.696"/>
    </inkml:context>
    <inkml:brush xml:id="br0">
      <inkml:brushProperty name="width" value="0.05" units="cm"/>
      <inkml:brushProperty name="height" value="0.05" units="cm"/>
      <inkml:brushProperty name="color" value="#004F8B"/>
    </inkml:brush>
  </inkml:definitions>
  <inkml:trace contextRef="#ctx0" brushRef="#br0">1 1 7906,'0'0'14956,"0"10"-14416,1 31-133,-1-40-391,0 0 0,1 0 1,-1 1-1,0-1 0,1 0 0,-1 0 0,1 0 0,-1 1 0,1-1 1,-1 0-1,1 0 0,0 0 0,0 0 0,-1 0 0,1 0 1,0 0-1,0 0 0,0-1 0,0 1 0,0 0 0,0-1 0,0 1 1,1 0-1,-1-1 0,0 1 0,0-1 0,0 0 0,3 1 0,36 0-137,-27-2-50,-8 1 102,-1-1-1,0 0 1,0 0-1,0 0 1,0 0-1,0-1 1,-1 0 0,1 0-1,0 0 1,-1 0-1,1 0 1,-1 0-1,5-6 1,26-14-135,-33 22 915,-1 34-129,0-29-589,1 0-1,-1 1 0,1-1 1,1 0-1,-1 0 0,0 0 1,1 0-1,0 0 0,1 0 1,-1-1-1,1 1 0,-1-1 1,2 1-1,-1-1 0,5 5 1,28 21-2752,5-11-4783,-4-8-1688</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30.162"/>
    </inkml:context>
    <inkml:brush xml:id="br0">
      <inkml:brushProperty name="width" value="0.05" units="cm"/>
      <inkml:brushProperty name="height" value="0.05" units="cm"/>
      <inkml:brushProperty name="color" value="#004F8B"/>
    </inkml:brush>
  </inkml:definitions>
  <inkml:trace contextRef="#ctx0" brushRef="#br0">862 1 4561,'0'0'15938,"-22"18"-15027,-72 64-195,88-77-691,1 0 0,-1 0 0,1 1 1,0-1-1,1 1 0,-1 0 0,1 1 0,1-1 0,-1 1 0,1-1 0,0 1 1,0 0-1,1 0 0,0 0 0,0 1 0,1-1 0,0 0 0,0 1 0,0-1 1,1 1-1,2 14 0,-2 0-103,0-21 61,0 0 1,0 0-1,1 0 1,-1 0-1,0 0 1,0 0-1,1 0 0,-1 0 1,0 0-1,1-1 1,-1 1-1,1 0 1,-1 0-1,1 0 1,0-1-1,-1 1 1,1 0-1,0-1 0,-1 1 1,1 0-1,0-1 1,0 1-1,0-1 1,0 1-1,-1-1 1,1 0-1,0 1 1,0-1-1,0 0 0,0 1 1,0-1-1,0 0 1,1 0-1,42 0-192,-30-1 218,-7 0-54,1-1 0,-1 1-1,0-1 1,0 0 0,0-1 0,0 0 0,0 0-1,-1 0 1,1-1 0,-1 0 0,0-1-1,11-8 1,5-8-624,35-42-1,-57 62 667,6-5-20,0 0-1,-1-1 0,0 0 1,0-1-1,-1 1 0,0-1 1,0 1-1,-1-1 0,0 0 1,-1-1-1,1 1 0,-1 0 1,-1-1-1,1-12 1,-2 19 624,-4 2-68,1 0-499,0 0 0,0 1 0,0 0 0,0-1-1,0 1 1,1 0 0,-1 1 0,0-1-1,0 0 1,1 1 0,-1-1 0,1 1 0,-1 0-1,1 0 1,0 0 0,-3 3 0,-32 43 91,31-40-87,-21 34-4,3 1 0,1 0 0,2 2-1,-20 60 1,-38 196 56,35 77-79,23-145 15,20-226 22,0 0 0,0 0-1,-1 0 1,1-1 0,-2 1 0,1 0-1,-1-1 1,0 1 0,0-1 0,-6 9-1,7-13 63,0-1-1,0 1 1,0-1-1,0 1 1,0-1-1,0 0 0,0 0 1,0 0-1,-1 0 1,1 0-1,0 0 1,-1 0-1,1-1 1,-1 1-1,1-1 0,-1 0 1,1 0-1,-1 0 1,1 0-1,-4-1 1,-1 1 58,1-1 1,-1 0 0,0-1 0,1 0-1,-1 0 1,-8-4 0,-21-14 392,-51-38 0,39 25-203,-6-4-162,-201-129-265,251 161-413</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31.825"/>
    </inkml:context>
    <inkml:brush xml:id="br0">
      <inkml:brushProperty name="width" value="0.05" units="cm"/>
      <inkml:brushProperty name="height" value="0.05" units="cm"/>
      <inkml:brushProperty name="color" value="#004F8B"/>
    </inkml:brush>
  </inkml:definitions>
  <inkml:trace contextRef="#ctx0" brushRef="#br0">1 962 8002,'0'0'9994,"0"6"-8716,0-4-691,3-6-8,199-333-101,-25 45-1188,-101 157 490,-67 117 217,-4 5 1,2 1 0,0-1 0,10-15-1,-15 26 3,0-1 1,1 0-1,-1 1 0,0 0 0,1-1 0,-1 1 1,1 0-1,0 0 0,-1 1 0,1-1 0,0 1 1,0-1-1,0 1 0,1 0 0,-1 0 0,0 0 1,0 0-1,0 1 0,6-1 0,-8 1 3,1 1 0,-1-1 0,0 0 0,1 1 0,-1-1 0,0 1 0,1-1 0,-1 1 0,0 0 0,1-1 0,-1 1 0,0 0 0,0 0 0,0 0 0,0 0 0,0 0 0,0 0 0,0 0 0,0 0 0,-1 0 0,1 1 0,0-1 0,0 0 0,-1 1 0,1-1 0,-1 0 0,1 3 0,8 45 169,-8-38-102,29 291 1042,-29-280-1081,1 0-1,0 0 1,2 0 0,12 37-1,-16-58-32,0 1 0,1-1 0,-1 0 0,1 1 0,-1-1 0,1 0-1,0 1 1,0-1 0,-1 0 0,1 0 0,0 0 0,0 0 0,0 0 0,0 0 0,0 0-1,1 0 1,-1 0 0,0 0 0,0 0 0,0-1 0,1 1 0,-1 0 0,3 0 0,-2-1 8,0 0 0,0 0 1,1 0-1,-1-1 1,0 1-1,0 0 1,0-1-1,0 0 1,0 1-1,0-1 0,0 0 1,0 0-1,0 0 1,2-2-1,7-5 39,0 0 1,-1-1-1,18-20 0,-25 26-53,284-286-891,-264 263 719,179-204-683,-194 219 892,-7 9-3,0 0 0,1 0 0,-1 0 0,1 0 0,-1 0 0,1 1 0,0-1 0,-1 1 0,1-1 0,0 1 0,0 0 0,2-2 0,-2 3 489,-2 5-24,0 61 347,-2 0 1,-3-1-1,-20 91 1,-12 35-734,35-146-2800,7-44-1220,13-1 882,-2 0-2218</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32.261"/>
    </inkml:context>
    <inkml:brush xml:id="br0">
      <inkml:brushProperty name="width" value="0.05" units="cm"/>
      <inkml:brushProperty name="height" value="0.05" units="cm"/>
      <inkml:brushProperty name="color" value="#004F8B"/>
    </inkml:brush>
  </inkml:definitions>
  <inkml:trace contextRef="#ctx0" brushRef="#br0">481 0 11707,'0'0'9431,"-34"6"-8572,-112 20-198,133-24-546,1 1-1,-1 1 0,1 0 1,-1 1-1,2 1 0,-1-1 1,0 2-1,-17 13 1,9-7 57,14-9-120,-14 9 178,0 1 1,0 1-1,-28 29 0,44-41-218,1 1 0,-1 0 0,1-1-1,0 2 1,0-1 0,0 0 0,1 1-1,-1-1 1,1 1 0,0-1-1,1 1 1,-1 0 0,1 0 0,0 0-1,0 0 1,0 0 0,1 0 0,0 0-1,0 0 1,0 0 0,1 1-1,-1-1 1,1 0 0,2 6 0,-2-9-18,0-1 0,0 1 0,1 0 0,-1 0 0,0 0 0,0-1 0,1 1 0,0-1 0,-1 1 0,1-1 0,-1 0 1,1 1-1,0-1 0,0 0 0,0 0 0,0 0 0,0-1 0,0 1 0,0 0 0,0-1 0,0 1 0,4-1 0,6 2-4,0-1-1,25-2 1,-16 0-28,-4 0-142,-1 0 0,0-2 0,1 0 0,-1-1-1,0 0 1,-1-1 0,1-1 0,-1 0 0,0-2 0,0 1-1,-1-2 1,0 0 0,-1 0 0,0-2 0,0 1-1,-1-2 1,-1 1 0,19-25 0,-24 25 108,0 0 0,-1 0 1,4-13-1,-1 9 2571,-9 58-2526,2 51-1894,6-33-2301,1-25-1403</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32.726"/>
    </inkml:context>
    <inkml:brush xml:id="br0">
      <inkml:brushProperty name="width" value="0.05" units="cm"/>
      <inkml:brushProperty name="height" value="0.05" units="cm"/>
      <inkml:brushProperty name="color" value="#004F8B"/>
    </inkml:brush>
  </inkml:definitions>
  <inkml:trace contextRef="#ctx0" brushRef="#br0">0 18 11618,'0'0'9274,"10"14"-8348,27 47-44,-34-57-804,-1 0 0,0 0 0,0 0 0,0 0 0,-1 1 0,1-1 0,-1 0 0,0 1 0,0 0 1,-1-1-1,1 1 0,-1-1 0,0 1 0,-1 6 0,0 7 193,1-17-202,2-2-60,0 1 1,1-1 0,-1 1-1,0-1 1,0 0 0,0 0-1,0 0 1,0 0 0,0 0-1,-1 0 1,1 0 0,0-1-1,0 1 1,2-4 0,26-30-121,-12 13 18,-6 8 60,2 0 1,0 1 0,0 1-1,2 0 1,-1 1-1,31-17 1,-44 28 25,-1-1 0,1 0 0,-1 1 0,1-1 0,-1 1 0,1-1 0,-1 1 0,1 0 1,-1-1-1,1 1 0,0 0 0,-1 0 0,1 0 0,-1 1 0,4-1 0,-4 1 12,-1-1 0,1 1 0,0-1 0,0 1 0,0-1 0,-1 1 1,1 0-1,0-1 0,-1 1 0,1 0 0,-1-1 0,1 1 0,-1 0 0,1 0 0,-1 0 1,1 0-1,-1-1 0,0 1 0,1 2 0,0 4 85,0 1 1,0 0-1,-1-1 1,0 1-1,-2 11 0,0 6 181,2 52-1051,1-76 533,0-1 0,-1 1 0,1-1 0,-1 1 0,1-1 0,0 0 0,-1 1 0,1-1 0,0 0 0,0 1 0,-1-1 0,1 0 0,0 0 0,0 0 0,-1 0 0,1 0 0,0 0 0,0 0 0,-1 0 0,1 0 0,0 0 0,0 0 0,-1 0 0,2-1 0,3 1-3260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33.103"/>
    </inkml:context>
    <inkml:brush xml:id="br0">
      <inkml:brushProperty name="width" value="0.05" units="cm"/>
      <inkml:brushProperty name="height" value="0.05" units="cm"/>
      <inkml:brushProperty name="color" value="#004F8B"/>
    </inkml:brush>
  </inkml:definitions>
  <inkml:trace contextRef="#ctx0" brushRef="#br0">1 56 9514,'0'0'13260,"0"12"-12600,0 80-64,0-91-600,0 0 0,0 0-1,0 0 1,0 0 0,0 0-1,1 0 1,-1 0 0,1 0-1,-1 0 1,0 0 0,1-1-1,0 1 1,-1 0 0,1 0-1,-1 0 1,1 0 0,0-1-1,0 1 1,-1 0 0,1-1-1,0 1 1,0 0 0,0-1-1,2 1 1,0 1-46,1-1 0,0 0 1,0 0-1,0 0 0,0 0 0,0-1 1,5 1-1,-1-1-104,-1 0 0,1-1 1,0 1-1,0-2 0,-1 1 1,1-1-1,13-5 0,-9 0-30,-1 0-1,0 0 1,0-2-1,-1 1 1,10-12-1,46-53-420,-53 58 565,3-12 726,-15 25 789,-1 7-183,0 14-788,-4 14-441,3-26-91,-1 0 0,2 1 0,-1-1 0,1 1 0,1 9 0,-1-15-182,1 0 0,-1 0 1,1 0-1,-1 0 0,1 0 0,0 0 1,0 0-1,0-1 0,0 1 0,0 0 1,0 0-1,1-1 0,-1 1 0,1-1 1,-1 1-1,1-1 0,-1 0 1,1 0-1,0 1 0,0-1 0,-1 0 1,1 0-1,4 1 0,23 5-5755</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33.492"/>
    </inkml:context>
    <inkml:brush xml:id="br0">
      <inkml:brushProperty name="width" value="0.05" units="cm"/>
      <inkml:brushProperty name="height" value="0.05" units="cm"/>
      <inkml:brushProperty name="color" value="#004F8B"/>
    </inkml:brush>
  </inkml:definitions>
  <inkml:trace contextRef="#ctx0" brushRef="#br0">635 221 8738,'0'0'11488,"-2"-35"-10000,1-11-867,-9-50 1,9 94-588,1-1 0,-1 1 1,1-1-1,-1 1 0,0-1 1,0 1-1,0 0 0,0-1 1,0 1-1,-1 0 0,1 0 0,-4-3 1,4 4-11,0 0 0,0 0 0,-1 1 0,1-1 0,0 1 0,-1-1 0,1 1 0,-1-1-1,1 1 1,-1 0 0,1-1 0,0 1 0,-3 0 0,-14-2 119,0 1 0,-1 0 0,1 2 0,-1 0 0,1 1 0,0 1 0,0 0 0,0 2 0,0 0 0,1 1 0,-32 15-1,27-7-8,0 1-1,0 1 0,1 1 1,2 0-1,-1 2 1,2 0-1,1 2 0,0 0 1,1 0-1,-16 31 0,17-23-100,0 1-1,2 1 1,2 1-1,0 0 1,2 0-1,2 1 1,-6 61-1,-3 445-832,16-530 218,1 0 0,0 0 0,0 0 0,1 0 0,6 17 0,-7-23 209,1 9-6524</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34.059"/>
    </inkml:context>
    <inkml:brush xml:id="br0">
      <inkml:brushProperty name="width" value="0.05" units="cm"/>
      <inkml:brushProperty name="height" value="0.05" units="cm"/>
      <inkml:brushProperty name="color" value="#004F8B"/>
    </inkml:brush>
  </inkml:definitions>
  <inkml:trace contextRef="#ctx0" brushRef="#br0">1 48 10962,'0'0'10701,"41"-8"-9857,135-22-347,-152 26-389,0 1 0,0 1 0,41 2 0,-22 1-58,10-1 6,-49 0-94,-8 1 82,-23 9 36,0 1 0,1 1 0,0 1 0,1 1 1,1 2-1,0 0 0,-27 25 0,46-36-82,1-1-1,-1 1 1,1-1-1,0 1 1,1 0-1,-1 1 1,1-1-1,0 1 1,0-1-1,1 1 1,-1 0-1,-1 6 1,1 2-338,1-1 0,0 1 0,1 0 0,0 17 0,1-30 325,1 0 0,-1 0 0,1-1 1,0 1-1,-1 0 0,1 0 0,-1-1 0,1 1 1,0 0-1,0-1 0,-1 1 0,1-1 0,0 1 0,0-1 1,0 1-1,0-1 0,0 1 0,0-1 0,-1 0 1,1 0-1,0 1 0,0-1 0,0 0 0,0 0 1,0 0-1,0 0 0,0 0 0,0 0 0,0 0 1,0-1-1,1 1 0,4 0-33,17 1 49,0 0 0,1-2 0,-1-1 0,0 0 0,26-8 0,-38 7 6,-1 0 0,0-1 0,0 0 0,0-1 0,0 0 0,-1 0 0,0-1 0,0 0 0,0-1 0,-1 0 0,0-1 0,0 1 0,7-11 0,-10 12 200,-1 0-1,0 0 1,0 0-1,0 0 1,-1-1-1,1 1 1,-2-1-1,1 0 1,-1 0-1,0 0 1,0 0-1,1-13 1,-3 19 786,0 13-1002,-1 13-352,1 26-2371,0-47 2183,1-1 1,-1 1 0,1 0 0,0-1-1,0 1 1,0-1 0,1 1-1,-1-1 1,1 0 0,0 0 0,2 4-1,12 11-4076</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34.386"/>
    </inkml:context>
    <inkml:brush xml:id="br0">
      <inkml:brushProperty name="width" value="0.05" units="cm"/>
      <inkml:brushProperty name="height" value="0.05" units="cm"/>
      <inkml:brushProperty name="color" value="#004F8B"/>
    </inkml:brush>
  </inkml:definitions>
  <inkml:trace contextRef="#ctx0" brushRef="#br0">188 0 7738,'0'0'16459,"-164"85"-15971,148-50-264,8 0-128,8-3-96,0 3-48,0-7-312,0 0-512,24-14-664,31-14-641,-8 0-1672,7 0-3032</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34.725"/>
    </inkml:context>
    <inkml:brush xml:id="br0">
      <inkml:brushProperty name="width" value="0.05" units="cm"/>
      <inkml:brushProperty name="height" value="0.05" units="cm"/>
      <inkml:brushProperty name="color" value="#004F8B"/>
    </inkml:brush>
  </inkml:definitions>
  <inkml:trace contextRef="#ctx0" brushRef="#br0">251 0 13435,'0'0'8728,"-19"34"-7062,-63 112-416,73-128-1008,1-1 0,0 2 0,2-1 0,0 1 1,-6 33-1,4-12 133,-10 42 194,-16 150 0,32-169-587,1-28-913,-6 44-1,-3-57-1793,-2-12-2904,4-9-114</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35.069"/>
    </inkml:context>
    <inkml:brush xml:id="br0">
      <inkml:brushProperty name="width" value="0.05" units="cm"/>
      <inkml:brushProperty name="height" value="0.05" units="cm"/>
      <inkml:brushProperty name="color" value="#004F8B"/>
    </inkml:brush>
  </inkml:definitions>
  <inkml:trace contextRef="#ctx0" brushRef="#br0">1 4 8482,'0'0'14748,"16"0"-14254,55-3-84,-66 3-374,0 0 0,0 0 0,0 1 0,0-1 0,-1 1 0,1 0 0,0 0 0,0 1 0,5 2 0,-7-3-24,-1 0 1,0 1-1,0-1 0,0 1 0,0-1 1,0 1-1,0 0 0,0 0 0,0 0 1,-1 0-1,1 0 0,-1 0 0,2 3 1,-1 2-157,1 1 0,-1-1 1,-1 0-1,0 1 0,0-1 1,0 1-1,-1 0 1,0 11-1,-1-6-385,2-13 527,-1 0 1,0 0 0,0 1 0,1-1 0,-1 0-1,0 0 1,0 0 0,1 1 0,-1-1-1,0 0 1,1 0 0,-1 0 0,0 0 0,0 0-1,1 0 1,-1 0 0,0 0 0,1 0 0,-1 0-1,0 0 1,1 0 0,-1 0 0,0 0 0,1 0-1,-1 0 1,0 0 0,1 0 0,-1 0 0,0 0-1,0 0 1,1-1 0,-1 1 0,0 0 0,1 0-1,-1 0 1,0 0 0,1-1 0,11-6 129,1-9-103,-12 14 95,0 1 0,0-1-1,1 0 1,-1 0 0,1 1 0,-1-1-1,1 1 1,-1-1 0,1 1 0,0 0 0,0 0-1,0 0 1,-1 0 0,1 0 0,0 0 0,0 0-1,1 0 1,-1 1 0,0-1 0,0 1 0,0 0-1,0-1 1,0 1 0,1 0 0,2 1 0,-5-1-105,1 0 1,0 0 0,0 1-1,0-1 1,0 1 0,-1-1 0,1 1-1,0-1 1,0 1 0,-1-1-1,1 1 1,0-1 0,-1 1-1,1 0 1,-1-1 0,1 1 0,0 0-1,-1 0 1,0 0 0,1-1-1,0 3 1,10 24 175,-5-10-91,-3-12-238,-1-1 1,1 0-1,1 1 1,-1-1 0,0-1-1,1 1 1,0 0-1,0-1 1,0 0-1,0 0 1,0 0 0,1 0-1,6 2 1,-5-3-874,0 0 1,0 0 0,0 0 0,1-1-1,11 1 1,7-1-4951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35.409"/>
    </inkml:context>
    <inkml:brush xml:id="br0">
      <inkml:brushProperty name="width" value="0.05" units="cm"/>
      <inkml:brushProperty name="height" value="0.05" units="cm"/>
      <inkml:brushProperty name="color" value="#004F8B"/>
    </inkml:brush>
  </inkml:definitions>
  <inkml:trace contextRef="#ctx0" brushRef="#br0">58 142 12723,'0'0'12778,"-9"27"-12268,-28 85-93,25-55 111,15-77 66,-4-35-680,0 23 203,5-62 0,-3 85-288,1-1-1,0 1 1,0-1 0,1 1-1,0 0 1,1 0-1,0 0 1,1 0-1,0 1 1,9-14-1,-12 20-86,0 0 1,0 0-1,0 1 0,0-1 0,0 0 0,1 1 0,-1-1 1,1 1-1,-1 0 0,1-1 0,-1 1 0,1 0 0,0 1 1,-1-1-1,4 0 0,42 0-5380,-27 2 1864,10-1-4572</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35.769"/>
    </inkml:context>
    <inkml:brush xml:id="br0">
      <inkml:brushProperty name="width" value="0.05" units="cm"/>
      <inkml:brushProperty name="height" value="0.05" units="cm"/>
      <inkml:brushProperty name="color" value="#004F8B"/>
    </inkml:brush>
  </inkml:definitions>
  <inkml:trace contextRef="#ctx0" brushRef="#br0">0 532 3729,'211'53'6097,"-211"-35"-3200,0-4-329,0 3-279,0-6-649,0-4-560,0 0 625,0-14-2457,0-14-3009,0-14-3409</inkml:trace>
  <inkml:trace contextRef="#ctx0" brushRef="#br0" timeOffset="1">399 1 472,'0'0'23637,"0"155"-23637,0-103-592,0 12-1592,0-11-2409,0-15-2057</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36.190"/>
    </inkml:context>
    <inkml:brush xml:id="br0">
      <inkml:brushProperty name="width" value="0.05" units="cm"/>
      <inkml:brushProperty name="height" value="0.05" units="cm"/>
      <inkml:brushProperty name="color" value="#004F8B"/>
    </inkml:brush>
  </inkml:definitions>
  <inkml:trace contextRef="#ctx0" brushRef="#br0">0 1 13155,'0'0'13007,"1"10"-12171,0-1-698,-1-4-76,1 1 0,0-1 0,-1 1 0,2 0 0,-1-1 0,1 0 0,0 1 0,0-1-1,0 0 1,1 0 0,3 5 0,-5-8-125,0 0 0,1 0 0,-1 0-1,1 0 1,0 0 0,0 0 0,0-1 0,-1 1-1,2 0 1,-1-1 0,0 0 0,0 1-1,0-1 1,1 0 0,-1 0 0,0 0 0,1-1-1,-1 1 1,1-1 0,-1 1 0,1-1-1,-1 0 1,1 0 0,-1 0 0,1 0 0,4-1-1,4 1-749,22 1-186,-32-1 998,-1 0 1,1 0-1,0 0 1,0 0-1,-1 0 1,1 0 0,0 0-1,0 0 1,-1 0-1,1-1 1,0 1-1,-1 0 1,1 0-1,0-1 1,-1 1-1,1 0 1,0-1-1,-1 1 1,1-1-1,-1 1 1,1-1-1,-1 1 1,1-1-1,-1 1 1,1-1-1,-1 1 1,1-1-1,-1 0 1,1 0-1,-1-1 725,17 13-1508,-14-8-145,1 0 1,-1 0-1,1-1 0,0 0 0,0 1 1,5 1-1,13 1-5845</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36.581"/>
    </inkml:context>
    <inkml:brush xml:id="br0">
      <inkml:brushProperty name="width" value="0.05" units="cm"/>
      <inkml:brushProperty name="height" value="0.05" units="cm"/>
      <inkml:brushProperty name="color" value="#004F8B"/>
    </inkml:brush>
  </inkml:definitions>
  <inkml:trace contextRef="#ctx0" brushRef="#br0">767 1 12339,'0'0'11762,"-23"16"-11487,-72 55-111,92-69-158,0 0 1,1 0-1,0 0 0,-1 0 1,1 0-1,0 1 1,0-1-1,0 0 0,1 1 1,-1 0-1,1-1 0,-1 1 1,1 0-1,0 0 1,0 0-1,0 0 0,0 0 1,1 0-1,-1 0 0,1 0 1,0 0-1,-1 0 1,2 0-1,-1 0 0,1 6 1,1 8-20,-2-16 2,0 1 0,0-1-1,0 1 1,0-1-1,0 1 1,1-1 0,-1 1-1,1-1 1,-1 0-1,1 1 1,0-1 0,-1 0-1,1 0 1,0 1 0,0-1-1,0 0 1,0 0-1,0 0 1,0 0 0,0 0-1,0 0 1,1 0 0,-1 0-1,0-1 1,0 1-1,1 0 1,-1-1 0,1 1-1,-1-1 1,0 1 0,1-1-1,1 0 1,7 2-83,0-1 1,-1-1 0,1 1 0,11-3-1,-1 2-64,-13-1 83,0 0 0,-1 0 0,1 0-1,0-1 1,-1 0 0,0 0 0,1-1 0,-1 0 0,0 0-1,0 0 1,-1-1 0,9-7 0,-6 5 55,-1 0 1,0 0-1,-1-1 0,0 0 1,0 0-1,0-1 1,-1 0-1,8-15 0,-43 56 2161,14-6-2087,0 0 0,2 1 0,2 0 0,-16 49 0,13-34-21,-20 71 45,5 2 1,-18 149 0,26-135-14,16-96 27,-1 0 0,-2-1 0,-1 1 0,-23 48 0,28-71 30,-2 0-1,1-1 1,-1 1 0,-1-1-1,0-1 1,0 0 0,-10 9 0,12-13 12,0 0 0,-1-1 0,1 0 0,-1 0 1,0 0-1,0-1 0,0 0 0,-1-1 0,1 1 0,-1-1 1,1-1-1,-11 2 0,6-2-63,0-1-1,0 0 0,0 0 1,0-1-1,0-1 1,0 0-1,1-1 1,-1 0-1,0 0 1,1-1-1,0-1 0,0 0 1,1 0-1,-1-1 1,1-1-1,-12-9 1,-37-16-81,40 23-181,-33-21 1,24 5-2862,25 22 2129,1 0-1,0 0 1,-1-1 0,1 1-1,0-1 1,-2-7 0,1-15-10413</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47.708"/>
    </inkml:context>
    <inkml:brush xml:id="br0">
      <inkml:brushProperty name="width" value="0.05" units="cm"/>
      <inkml:brushProperty name="height" value="0.05" units="cm"/>
      <inkml:brushProperty name="color" value="#004F8B"/>
    </inkml:brush>
  </inkml:definitions>
  <inkml:trace contextRef="#ctx0" brushRef="#br0">1 797 4865,'0'0'12415,"8"-14"-11835,-3 6-521,0-3 74,1 0 1,0 1-1,1 0 1,0 0-1,1 1 1,0 0-1,0 0 1,1 1-1,17-13 0,-25 21-128,84-45 429,-76 41-435,1 0 0,0 1 1,1 0-1,-1 0 1,0 1-1,1 1 0,12-1 1,-22 2-5,-1 0 1,1 0-1,0 0 0,-1 0 1,1 0-1,0 1 1,-1-1-1,1 0 0,-1 0 1,1 1-1,0-1 0,-1 0 1,1 1-1,-1-1 1,1 1-1,-1-1 0,1 1 1,-1-1-1,0 1 0,1-1 1,-1 1-1,1-1 1,-1 1-1,0 0 0,0-1 1,1 1-1,-1-1 0,0 1 1,0 0-1,0-1 1,0 1-1,0 0 0,1 0 1,-1 31 12,-1-17 9,1 32 90,1 42 169,-17 143 0,12-209-301,2-1 1,0 27-1,21-52-39,-4-5 93,-1 0-1,-1-1 1,1 0-1,-1-1 1,17-18-1,-1 2-23,151-110 11,-175 132-17,0 1 0,0 0 0,1 0 0,-1 0 0,1 0 0,0 1 0,10-3 0,-14 4-20,0 1-51,-2 0 70,1 0 0,-1 0 0,0 0 0,1 0 0,-1 0 0,1 0 0,-1 0 0,1 0 0,-1 0 0,1 0 0,-1 0 0,1 0 0,-1 1 0,1-1 0,-1 0 0,1 0 0,-1 0 0,0 1 0,1-1 0,-1 0 0,1 0 0,-1 1 0,0-1 0,1 1 0,-1-1 0,0 0 0,0 1 0,1-1 0,-1 0 0,0 1 0,0-1 0,1 1 0,-1 0 0,1 1-3,14 30 16,-7-14-7,1 0-1,0 0 1,1-1 0,25 32 0,-33-48-5,7 9 3,0 0 1,1-1-1,12 9 1,-17-15-26,0 0-1,0 0 1,0-1 0,0 0-1,0 0 1,0 0 0,1-1-1,-1 1 1,1-1 0,9 0-1,-8 0-17,0-1 0,1 0 0,-1 0 0,0-1-1,13-2 1,-17 2 37,0 0 1,-1 0-1,1 0 0,-1 0 0,0-1 0,1 1 0,-1-1 1,0 1-1,0-1 0,0 0 0,0 0 0,0 0 0,0 0 0,0 0 1,-1 0-1,1 0 0,-1-1 0,2-3 0,2-8-9,0-1 0,-2 1 1,0-1-1,-1 0 0,0 0 0,-1-1 0,-1 1 0,-2-19 1,2 1 2,-1 18 12,0 1 0,-1-1 0,-1 0 1,0 1-1,-1-1 0,0 1 0,-1 0 0,-1 0 1,-9-16-1,-10-12 279,-45-58 1,60 87-159,7 8-69,-22-26 195,24 29-244,0 1 0,0-1 0,-1 1-1,1-1 1,-1 1 0,1 0 0,-1-1 0,0 1 0,0 0-1,1 0 1,-1 0 0,0 0 0,-3 0 0,3 1-155,4-1-192,-1 1 300,1 0-1,-1 0 1,0 0-1,1 0 1,-1 0 0,1 0-1,-1 0 1,1 0-1,-1 1 1,0-1 0,1 1-1,-1-1 1,0 1-1,3 1 1,4 1-125,22 3-102,1-2 1,0 0-1,0-2 0,0-2 1,0 0-1,0-2 1,0-2-1,0-1 1,-1-1-1,0-1 1,0-2-1,30-13 0,8-8 251,-1-4 0,-1-2 0,86-65 0,-128 84 115,0 0 1,-1-2-1,-1-1 0,-1-1 0,25-32 0,-43 49 205,0-1 0,-1 0 0,1 0 0,-1 0 1,0 0-1,-1 0 0,0 0 0,1-1 0,-2 1 0,1 0 0,0-1 0,-1 1 0,-1-10 0,1 10 155,0 3-355,0 1 0,-1-1-1,1 1 1,-1 0-1,1-1 1,-1 1-1,1 0 1,-1 0-1,0-1 1,1 1-1,-1 0 1,0 0-1,0 0 1,0 0 0,0 0-1,0 0 1,0 0-1,0 0 1,0 1-1,-1-1 1,1 0-1,0 0 1,0 1-1,-1-1 1,1 1-1,0 0 1,-1-1-1,1 1 1,0 0 0,-1 0-1,-1-1 1,-49-1 725,43 2-604,-4 1-104,-1 1 0,1 0 0,-1 0 0,1 2 0,0-1 0,0 2 0,0 0 0,1 0 0,0 2 0,0-1 0,0 1 0,1 1 0,0 0 0,-15 14 0,2 1 16,2 0 0,0 1 0,2 1-1,-34 55 1,28-33-104,1 1-1,3 1 0,2 2 0,2 0 1,2 0-1,2 2 0,3 0 1,2 0-1,3 1 0,0 84 1,6-77-173,0-60 68,6-1 51,1-1 1,0 0-1,-1 0 1,1-1-1,0 1 1,-1-2-1,0 1 1,1 0 0,-1-1-1,0-1 1,6-3-1,7-7-60,32-29-1,-19 15-52,-15 10 128,-15 16 14,0-1 0,1 1 1,-1 0-1,1 0 0,-1-1 0,1 1 0,0 1 0,3-3 0,-1 3-10,-4 1-41,-1 30-49,1-14 1,0 0-1,0 0 1,2 0-1,0 0 0,0-1 1,2 0-1,0 1 1,0-2-1,9 16 0,-9-23-549,0 0 0,0-1 0,1 0 0,0 0 0,1 0 0,-1-1 0,1 0 0,0 0 0,0 0 0,0-1 0,1 0 0,0-1 0,0 1 1,15 3-1,17 2-5151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48.065"/>
    </inkml:context>
    <inkml:brush xml:id="br0">
      <inkml:brushProperty name="width" value="0.05" units="cm"/>
      <inkml:brushProperty name="height" value="0.05" units="cm"/>
      <inkml:brushProperty name="color" value="#004F8B"/>
    </inkml:brush>
  </inkml:definitions>
  <inkml:trace contextRef="#ctx0" brushRef="#br0">212 75 11210,'0'0'12355,"-30"5"-11972,-92 25-67,119-29-308,0 0 0,0 0 0,0 0 0,0 0 0,0 1 1,0-1-1,1 1 0,-1 0 0,1 0 0,-1 0 0,1 0 0,0 0 0,0 1 0,0-1 1,0 1-1,0-1 0,0 1 0,1 0 0,-1 0 0,1 0 0,0-1 0,0 1 1,0 0-1,0 1 0,0-1 0,0 5 0,0 0-6,-2 39-40,3-35 23,0-11 14,0 1 1,1-1-1,-1 0 1,0 1-1,0-1 1,1 1-1,-1-1 1,1 0-1,0 0 1,-1 1-1,1-1 1,0 0-1,0 0 1,-1 0-1,1 0 1,0 0-1,0 0 0,0 0 1,0 0-1,1 0 1,-1 0-1,0 0 1,0-1-1,0 1 1,1 0-1,-1-1 1,0 1-1,1-1 1,-1 0-1,0 1 1,1-1-1,1 0 1,6 2-14,1-1 0,0-1 0,17 0 0,-12-1-36,-5 1 9,1 0-1,-1-1 1,0 0-1,1-1 1,-1 0 0,0-1-1,0 0 1,15-7-1,-20 8 20,-1-1 0,0 1-1,0-1 1,0 0-1,0 0 1,0-1 0,-1 1-1,1-1 1,-1 1-1,0-1 1,0 0 0,-1 0-1,1-1 1,-1 1 0,0 0-1,0-1 1,0 0-1,0 1 1,-1-1 0,2-8-1,-2 6-133,0 0 0,-1 0 0,1 0 1,-1 0-1,-1 0 0,1 0 0,-1 0 0,-1 0 0,1 0 0,-4-7 0,2 7-707,0 1 0,0-1 0,-1 1 0,0 0 0,0 0 0,-6-6 0,-4-5-4816,4 3-4224</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48.419"/>
    </inkml:context>
    <inkml:brush xml:id="br0">
      <inkml:brushProperty name="width" value="0.05" units="cm"/>
      <inkml:brushProperty name="height" value="0.05" units="cm"/>
      <inkml:brushProperty name="color" value="#004F8B"/>
    </inkml:brush>
  </inkml:definitions>
  <inkml:trace contextRef="#ctx0" brushRef="#br0">314 0 10562,'0'0'12935,"-10"34"-11529,5-18-1203,-12 39 583,-3-1 0,-36 74 1,15-50-182,-3 6-194,-51 135 1,88-198-789,2 0-1,0 1 1,2-1 0,0 1 0,1 40 0,2-61 225,1 0 0,-1 0 0,1 0-1,-1-1 1,1 1 0,-1 0 0,1-1 0,0 1 0,-1 0 0,1-1 0,0 1 0,0-1 0,-1 1 0,1-1 0,0 1 0,0-1 0,0 1 0,0-1 0,0 0 0,-1 1 0,1-1 0,0 0 0,0 0 0,0 0-1,0 0 1,0 0 0,0 0 0,0 0 0,0 0 0,1-1 0,34-1-2005,-34 2 1785,4-1-449,1 0-1,-1 0 1,1-1 0,-1 0-1,7-3 1,28-20-6829</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48.760"/>
    </inkml:context>
    <inkml:brush xml:id="br0">
      <inkml:brushProperty name="width" value="0.05" units="cm"/>
      <inkml:brushProperty name="height" value="0.05" units="cm"/>
      <inkml:brushProperty name="color" value="#004F8B"/>
    </inkml:brush>
  </inkml:definitions>
  <inkml:trace contextRef="#ctx0" brushRef="#br0">143 45 10138,'0'0'12192,"-4"16"-11880,-12 51-89,15-64-210,1 1-1,-1-1 1,1 0 0,-1 1 0,1-1-1,0 1 1,0-1 0,0 1-1,1-1 1,-1 0 0,1 1 0,0-1-1,0 0 1,0 1 0,0-1 0,1 0-1,-1 0 1,1 0 0,0 0-1,0 0 1,0 0 0,0-1 0,0 1-1,1-1 1,-1 1 0,1-1 0,0 0-1,0 0 1,-1 0 0,1 0-1,0-1 1,1 1 0,-1-1 0,4 2-1,7 1 6,0-1-1,0 0 0,0 0 0,0-2 0,1 0 0,13-1 0,-25 0-16,0 0-1,-1 0 0,1 0 0,0-1 0,0 1 0,-1-1 1,1 0-1,-1 0 0,1 0 0,0 0 0,-1 0 1,0 0-1,1-1 0,-1 1 0,0-1 0,0 1 1,0-1-1,0 0 0,3-3 0,-3 1 5,1 0 0,-1 1-1,0-1 1,0-1 0,0 1-1,-1 0 1,1 0 0,-1-1 0,0 1-1,-1 0 1,1-6 0,0 3 19,-1-1 0,0 1 0,0 0 0,-1 0 0,0-1 0,0 1 0,-1 0 0,0 0 0,0 0 0,0 0 1,-1 1-1,0-1 0,-1 1 0,-6-11 0,4 12 44,1 0 0,-1 1 0,1 0 0,-2 0 0,1 0 1,0 0-1,-1 1 0,1 0 0,-1 0 0,0 1 0,0 0 0,0 0 0,0 1 1,0 0-1,0 0 0,-15 1 0,15-1-21,-1 2-1,0-1 1,0 1 0,0 1-1,0-1 1,1 1-1,-1 1 1,1-1 0,-1 1-1,1 0 1,0 1 0,0 0-1,0 0 1,1 1 0,-9 6-1,7-2-51,0 0 0,1 0-1,0 1 1,0 0 0,1 0 0,0 1-1,1 0 1,0 0 0,1 0 0,0 0-1,1 1 1,0 0 0,1-1-1,0 1 1,1 0 0,0 0 0,1 0-1,2 23 1,-1-30-129,-1-1-1,1 0 1,0 1-1,1-1 0,-1 0 1,0 0-1,1 0 1,0 0-1,0 0 1,1 0-1,-1 0 1,1-1-1,-1 1 1,1-1-1,0 0 1,0 0-1,1 0 1,-1 0-1,1 0 0,-1-1 1,1 0-1,8 4 1,4 1-1226,1-1 0,0-1-1,0 0 1,24 2 0,-41-7 1340,56 6-7055</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49.245"/>
    </inkml:context>
    <inkml:brush xml:id="br0">
      <inkml:brushProperty name="width" value="0.05" units="cm"/>
      <inkml:brushProperty name="height" value="0.05" units="cm"/>
      <inkml:brushProperty name="color" value="#004F8B"/>
    </inkml:brush>
  </inkml:definitions>
  <inkml:trace contextRef="#ctx0" brushRef="#br0">383 3 3025,'0'0'18750,"-22"0"-17875,-4-1-601,13 0-136,0 0 1,0 1-1,0 1 0,0 0 1,1 1-1,-1 0 0,0 1 1,-18 6-1,14-3 22,-1 0 1,1 1-1,0 1 0,0 1 0,1 0 0,0 1 1,-18 16-1,33-25-179,-1 0 0,1 0 0,0 1 0,0-1 0,0 1 0,0-1 0,0 1 0,0-1 0,0 1 0,1-1 0,-1 1 0,1 0 0,-1-1 0,1 1 0,-1 0 0,1-1 0,0 1 0,0 0 0,0 0 0,0 0 0,0-1 0,0 1 0,1 0 0,-1-1 0,1 1 0,-1 0 0,1 0 0,-1-1 0,1 1 0,0-1 0,0 1 0,1 1 0,2 3-34,0-1 0,1 0 0,-1-1 0,1 1 0,0-1 0,10 7 0,99 78-1473,-96-74 1041,-15-13 354,-1-1 0,0 1 0,1 0 0,-1 0 1,0 1-1,0-1 0,0 0 0,0 1 0,0-1 0,-1 1 0,1-1 0,-1 1 0,0 0 0,0 0 0,0 0 0,0-1 0,0 1 0,0 0 1,-1 0-1,1 0 0,-1 0 0,0 6 0,0-9 128,0 1-1,0-1 1,0 0 0,0 1 0,0-1 0,0 0 0,0 1-1,-1-1 1,1 0 0,0 1 0,0-1 0,0 0 0,0 1-1,0-1 1,-1 0 0,1 1 0,0-1 0,0 0-1,0 0 1,-1 1 0,1-1 0,0 0 0,0 0 0,-1 0-1,1 1 1,0-1 0,-1 0 0,1 0 0,0 0-1,-1 0 1,1 0 0,0 1 0,-1-1 0,-33 13 334,-56 13 1,11-4-244,50-15-214,19-5-5415,16-2 952</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49.651"/>
    </inkml:context>
    <inkml:brush xml:id="br0">
      <inkml:brushProperty name="width" value="0.05" units="cm"/>
      <inkml:brushProperty name="height" value="0.05" units="cm"/>
      <inkml:brushProperty name="color" value="#004F8B"/>
    </inkml:brush>
  </inkml:definitions>
  <inkml:trace contextRef="#ctx0" brushRef="#br0">275 1 11562,'0'0'12831,"-30"24"-12011,-97 78-214,115-92-534,0-1 1,1 2 0,0-1-1,0 2 1,1-1 0,0 1-1,1 1 1,-8 14 0,13-20-78,3-4-11,-1-1 0,1 1 0,0 0-1,0 0 1,0 0 0,0 0 0,0 0 0,1 0-1,-1 0 1,1 0 0,0 1 0,0 3 0,10-6-402,-9-1 412,12 1-125,-1-1 0,0 0 0,0-1 0,0 0 0,0-1-1,0 0 1,0-1 0,0-1 0,0 1 0,19-11 0,-30 14 120,3-2-27,0-1 0,0 1 0,-1 0 0,1-1 0,0 0 0,-1 0 0,0 0 0,0 0 0,6-8 0,-9 11 36,0 0-1,0-1 0,0 1 1,0-1-1,1 1 1,-1 0-1,0-1 0,0 1 1,0 0-1,1-1 1,-1 1-1,0 0 0,0-1 1,1 1-1,-1 0 1,0-1-1,1 1 0,-1 0 1,0 0-1,1 0 1,-1-1-1,1 1 0,-1 0 1,0 0-1,1 0 1,-1 0-1,1 0 0,4 9-903,-4 22-779,-1-29 1690,0 3-466,-1 0 1,1 0-1,1-1 1,-1 1-1,1 0 1,0 0-1,0-1 1,0 1-1,3 6 0,-3-10 104,1 1 0,-1 0-1,1-1 1,-1 0-1,1 1 1,0-1 0,0 0-1,0 0 1,-1 0 0,1 0-1,0 0 1,0-1-1,0 1 1,1 0 0,-1-1-1,0 0 1,0 1-1,0-1 1,0 0 0,0 0-1,1 0 1,2-1-1,18 1-4581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49.992"/>
    </inkml:context>
    <inkml:brush xml:id="br0">
      <inkml:brushProperty name="width" value="0.05" units="cm"/>
      <inkml:brushProperty name="height" value="0.05" units="cm"/>
      <inkml:brushProperty name="color" value="#004F8B"/>
    </inkml:brush>
  </inkml:definitions>
  <inkml:trace contextRef="#ctx0" brushRef="#br0">337 0 12227,'0'0'11961,"-26"39"-10976,-86 128-134,86-127-358,1 1-1,3 1 0,-34 88 0,33-73-310,22-53-253,-9 20 126,1 0 0,1 1 1,-6 27-1,9 8-3353,30-60-556,5-2 796,2-3-1710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50.352"/>
    </inkml:context>
    <inkml:brush xml:id="br0">
      <inkml:brushProperty name="width" value="0.05" units="cm"/>
      <inkml:brushProperty name="height" value="0.05" units="cm"/>
      <inkml:brushProperty name="color" value="#004F8B"/>
    </inkml:brush>
  </inkml:definitions>
  <inkml:trace contextRef="#ctx0" brushRef="#br0">0 43 7786,'0'0'11398,"17"12"-10440,56 38-268,-65-45-637,-1-1-1,0 1 0,1-1 0,0-1 0,0 1 0,0-2 1,0 1-1,1-1 0,-1 0 0,1 0 0,-1-1 0,1-1 1,-1 1-1,15-2 0,-6 1 22,-14 0-67,-1 0 0,1 0-1,-1 0 1,1 0 0,-1 0 0,1-1 0,-1 1 0,1-1 0,-1 1 0,1-1 0,-1 0 0,1 0 0,-1 0 0,0-1 0,0 1 0,1 0 0,-1-1-1,0 0 1,0 1 0,-1-1 0,1 0 0,0 0 0,0 0 0,-1 0 0,1 0 0,0-3 0,1-3 97,-1 1-1,0-1 1,-1 1-1,0-1 1,0 0 0,0 0-1,-2-11 1,1 18-79,0 0 0,0 0 0,0-1 1,0 1-1,-1 0 0,1 0 0,0 0 0,-1 0 1,1 0-1,-1 0 0,1 1 0,-1-1 0,1 0 1,-1 0-1,0 0 0,1 0 0,-1 1 0,0-1 1,0 0-1,1 0 0,-3 0 0,-26-10 331,-34 7 36,59 4-363,-12 0 53,4-1 90,1 1 1,0 1 0,0 0-1,0 0 1,-14 4 0,22-4-121,0 0 1,0 0-1,0 1 0,0-1 1,1 1-1,-1 0 1,0-1-1,1 1 1,0 0-1,-1 1 1,1-1-1,0 0 0,0 1 1,0-1-1,0 1 1,1-1-1,-1 1 1,1 0-1,-1 0 1,1 0-1,0 0 0,0 0 1,0 4-1,-2 11 60,2 0 0,0 0 0,1 0-1,3 31 1,-2-45-105,-1 3-5,1 0 0,0 0 1,1 0-1,0 0 0,0 0 1,0-1-1,1 1 0,0-1 1,0 0-1,1 0 0,0 0 0,0 0 1,0-1-1,7 7 0,-1-2-82,1-1 0,0-1 0,0 0 0,1 0 0,0-1 0,14 6 0,-12-7-166,1-1 0,-1 0 1,1-1-1,0-1 0,0 0 0,0-1 0,1-1 0,-1 0 0,21-2 0,-5 1-250,95 1-3034,-7-1-3418</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52.992"/>
    </inkml:context>
    <inkml:brush xml:id="br0">
      <inkml:brushProperty name="width" value="0.05" units="cm"/>
      <inkml:brushProperty name="height" value="0.05" units="cm"/>
      <inkml:brushProperty name="color" value="#004F8B"/>
    </inkml:brush>
  </inkml:definitions>
  <inkml:trace contextRef="#ctx0" brushRef="#br0">21281 169 3265,'0'0'14356,"26"-10"-13510,86-31-44,-45 19 315,112-20 0,-86 23-841,-19 5-44,1 4 0,0 3-1,83 3 1,-156 4-211,0 0 0,0 1 0,0-1 0,0 0 0,0 1 1,0-1-1,0 1 0,0 0 0,-1-1 0,1 1 0,0 0 0,0 0 0,-1 0 0,1 1 0,0-1 0,-1 0 0,1 1 0,-1-1 0,0 1 0,1-1 0,-1 1 0,0-1 1,0 1-1,0 0 0,0 0 0,0 0 0,-1-1 0,1 1 0,0 0 0,-1 0 0,0 0 0,1 2 0,1 10 135,-1-1 1,0 0-1,-2 27 0,0-15 163,-13 354 1423,-17-3-1239,-33 274-19,30-362-188,5 387 0,14-297-152,4-282-59,-43 180 1,1-88 394,-119 272 0,162-438-416,0-1 1,-23 33 0,28-46-56,-1-1 0,0 0 0,0-1-1,0 1 1,-1-1 0,0 0 0,0-1 0,-1 0 0,0 0 0,-9 4 0,-49 18 42,-109 30 1,-80 4-47,147-37 3,-151 34-8,-575 115-100,231-50 59,-87 15 39,310-63 4,187-36 1,-861 165 11,-8-43-51,-684-14-724,-2-65 198,890-46 630,-361 54 105,693-46-180,204-18-21,-833 62-499,-3-37 325,83-47 211,722-4 7,-288-9 44,2 0-349,551 14-370,0 3 1,-99 24-1,40-7 167,-794 60-513,903-83 1017,16-2 38,0 1-1,-1 1 1,1 1-1,0 1 1,0 1-1,-35 12 1,54-15-51,0-1 0,1 1 1,-1 0-1,0 0 0,1 0 1,-1 0-1,1 1 0,-1-1 0,1 1 1,0-1-1,0 1 0,1 0 1,-1 0-1,-2 4 0,-14 49-99,8-19 89,2-18-2,0-1 0,-2 0 0,0-1 0,-1 0 0,-1-1 0,0 0 0,-1-1 0,-1 0 0,0-1 0,-1 0 0,0-2 0,-1 1 0,-26 13 0,-22 10 30,-1-3 0,-93 32 0,122-50-9,-65 24 2,31-14 33,2 3 1,-126 72-1,46-4-32,-318 184 1,164-144 195,-123 64 1240,396-181-1343,0 2 1,1 1-1,-49 49 0,60-56-69,-33 21 1,10-7 13,-7 2 26,36-25-6,0 0-1,0 1 1,1 1 0,0 0 0,1 0-1,-12 13 1,19-17-65,0-1 0,0 1-1,1-1 1,-1 1 0,1 0 0,0-1 0,0 1 0,0 0-1,1 0 1,-1 0 0,1 0 0,0 0 0,0 0 0,0 0-1,1 0 1,1 5 0,0 1-6,0 0 1,1-1-1,0 0 0,1 0 1,6 12-1,-5-12 15,9 16 8,0-1-1,23 28 1,-31-44-20,1 0 0,0-1 0,1 0 0,0-1 1,0 1-1,0-1 0,1-1 0,0 0 0,18 8 0,-1-4 35,-1-1 0,2-2 1,-1 0-1,50 3 0,114-7 248,-77-2-154,204 15 147,59 1 1515,-369-14-730,-4 0-2957</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53.350"/>
    </inkml:context>
    <inkml:brush xml:id="br0">
      <inkml:brushProperty name="width" value="0.05" units="cm"/>
      <inkml:brushProperty name="height" value="0.05" units="cm"/>
      <inkml:brushProperty name="color" value="#004F8B"/>
    </inkml:brush>
  </inkml:definitions>
  <inkml:trace contextRef="#ctx0" brushRef="#br0">0 0 7618,'0'0'15147,"30"3"-14147,95 12-178,-120-14-778,0 0 0,-1 0 1,1 1-1,0 0 1,-1 0-1,0 0 1,1 0-1,-1 1 0,0-1 1,0 1-1,-1 0 1,1 1-1,0-1 0,-1 0 1,0 1-1,0 0 1,0 0-1,0 0 1,2 6-1,0-3 50,1 4 36,-1-1-1,0 1 1,-1 0-1,0 0 1,-1 0-1,0 0 1,2 23-1,-4-26-55,0-1-1,-1 1 1,0-1 0,0 1-1,-1 0 1,0-1-1,0 1 1,0-1-1,-1 0 1,-1 1 0,1-1-1,-1 0 1,-4 8-1,-10 6 38,-1 0-1,-1-1 1,-1-1-1,-25 18 0,5-2-491,38-33 249,0-1 1,1 0 0,-1 1-1,1-1 1,0 1-1,0 0 1,-1-1-1,1 1 1,0 0-1,0 0 1,1 0 0,-2 2-1,0 15-8161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53.722"/>
    </inkml:context>
    <inkml:brush xml:id="br0">
      <inkml:brushProperty name="width" value="0.05" units="cm"/>
      <inkml:brushProperty name="height" value="0.05" units="cm"/>
      <inkml:brushProperty name="color" value="#004F8B"/>
    </inkml:brush>
  </inkml:definitions>
  <inkml:trace contextRef="#ctx0" brushRef="#br0">5 1 9354,'0'0'13256,"4"15"-11896,3 24-363,0 0 0,1 76-1,-10 105 573,0-144-1259,-9 219 616,0 110-64,9-252-652,0 11-116,21 190 0,-9-273-296,-2-6-779,21 83 0,-23-141-804,-5-17 1686,-1 0-1,0-1 0,0 1 1,0 0-1,0 0 0,0 0 1,0 0-1,0-1 0,0 1 1,0 0-1,0 0 0,1 0 1,-1 0-1,0 0 0,0 0 1,0-1-1,0 1 0,0 0 1,1 0-1,-1 0 1,0 0-1,0 0 0,0 0 1,0 0-1,1 0 0,-1 0 1,0 0-1,0 0 0,0 0 1,1 0-1,-1 0 0,0 0 1,0 0-1,0 0 0,0 0 1,1 0-1,-1 0 0,0 0 1,0 0-1,0 0 0,0 0 1,1 0-1,-1 0 0,0 1 1,0-1-1,0 0 0,0 0 1,0 0-1,1 0 1,-1 0-1,0 0 0,0 1 1,0-1-1,0 0 0,0 0 1,0 0-1,0 0 0,0 0 1,0 1-1,0-1 0,0 0 1,1 0-1,-1 0 0,0 1 1,0-1-1,1-21-4324</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54.564"/>
    </inkml:context>
    <inkml:brush xml:id="br0">
      <inkml:brushProperty name="width" value="0.05" units="cm"/>
      <inkml:brushProperty name="height" value="0.05" units="cm"/>
      <inkml:brushProperty name="color" value="#004F8B"/>
    </inkml:brush>
  </inkml:definitions>
  <inkml:trace contextRef="#ctx0" brushRef="#br0">38 317 2697,'0'0'13640,"-7"0"-13145,-16 0-266,15 0 7,18 0 543,10 0-601,423-12 1778,-192-11-1419,1231-54 401,-1357 72-891,0-6 1,-1-5 0,-1-6 0,151-47-1,-250 60 330,0 0 0,23-14-1,-24 11 830,35-12-1,-53 22-1081,0 1-1,0 0 1,1 1-1,-1-1 1,9 2 0,-9-1-47,-3 0 115,-2 59 2106,0-59-2288,0 20 46,0-12-58,1 0 0,0 0 0,0 0 0,1 0 0,0 0 0,0-1 0,1 1 0,3 8 0,36 55 31,-16-31 14,12 20 4,3-2-1,2-1 1,3-2 0,92 84 0,-58-71 3,3-3 0,143 84 0,-85-67-34,-30-20 24,130 98 1,-234-155 4,-1 0-1,1 1 0,-1 0 0,0 0 1,-1 1-1,1 0 0,-1 0 0,-1 0 1,6 11-1,-7-13-35,-2-4-51,0-1 1,-1 1-1,1-1 0,0 1 0,-1 0 1,1 0-1,-1-1 0,1 1 1,-1 0-1,0 0 0,1 0 0,-1-1 1,0 1-1,0 0 0,1 0 0,-1 0 1,0 0-1,0 0 0,0 0 0,0-1 1,0 1-1,0 0 0,0 0 0,0 0 1,-1 0-1,1 0 0,0 0 0,0-1 1,-1 1-1,1 0 0,0 0 0,-1 0 1,1-1-1,-1 1 0,1 0 0,-1 0 1,0-1-1,1 1 0,-1-1 1,0 1-1,1 0 0,-3 0 0,-24 12-3722,-35 10-1,50-19 2043,-50 20-8720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55.544"/>
    </inkml:context>
    <inkml:brush xml:id="br0">
      <inkml:brushProperty name="width" value="0.05" units="cm"/>
      <inkml:brushProperty name="height" value="0.05" units="cm"/>
      <inkml:brushProperty name="color" value="#004F8B"/>
    </inkml:brush>
  </inkml:definitions>
  <inkml:trace contextRef="#ctx0" brushRef="#br0">0 1993 4481,'0'0'9637,"30"-13"-8073,102-39-178,-100 41-982,0 1 1,1 2 0,-1 1-1,2 1 1,39-1 0,6 0 15,1712-158 742,-1350 130-1091,-353 28 937,112-25 1,-195 31-522,13-1 2563,-18 2-3030,1 0 0,-1 0 0,0 0 0,1 0-1,-1 0 1,1 0 0,-1 0 0,0 0 0,1 1 0,-1-1-1,0 0 1,1 0 0,-1 0 0,0 1 0,1-1-1,-1 0 1,0 0 0,0 1 0,1-1 0,-1 0 0,0 1-1,0-1 1,0 0 0,1 1 0,-1-1 0,0 0 0,0 1-1,0-1 1,0 0 0,0 1 0,0-1 0,0 1-1,0-1 1,0 0 0,0 1 0,0-1 0,0 1 0,2-21-51,0-1 1,1 1 0,1 0-1,1 0 1,1 0 0,0 1-1,2 0 1,18-35 0,13-13-70,47-61-1,-67 100 58,85-110-146,6 4-1,5 5 0,192-165 1,85-72 262,-375 349 334,-1-1 0,-1-1 0,0 0 0,-2-1 0,15-29 0,-25 50 253,-2 7-464,2 26-936,-4 36-3428,0-66 3368,0 0 0,-1 1-1,1-1 1,-1 0-1,1-1 1,-6 8 0,-15 16-7721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59.455"/>
    </inkml:context>
    <inkml:brush xml:id="br0">
      <inkml:brushProperty name="width" value="0.05" units="cm"/>
      <inkml:brushProperty name="height" value="0.05" units="cm"/>
      <inkml:brushProperty name="color" value="#004F8B"/>
    </inkml:brush>
  </inkml:definitions>
  <inkml:trace contextRef="#ctx0" brushRef="#br0">0 190 10202,'0'0'10466,"13"6"-9965,0-1-346,0 0 1,0-1-1,0-1 1,1 0-1,-1 0 1,1-2-1,17 1 1,117-10 978,255-46 0,-266 32-1012,88-15-59,543-63-166,-695 99-1014,-91 13-1882,-25 5-123,-10 4-1928</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59.853"/>
    </inkml:context>
    <inkml:brush xml:id="br0">
      <inkml:brushProperty name="width" value="0.05" units="cm"/>
      <inkml:brushProperty name="height" value="0.05" units="cm"/>
      <inkml:brushProperty name="color" value="#004F8B"/>
    </inkml:brush>
  </inkml:definitions>
  <inkml:trace contextRef="#ctx0" brushRef="#br0">0 0 11082,'0'0'14657,"40"5"-13778,126 15-309,-141-17-472,0 2-1,0 1 0,-1 1 0,44 18 0,-26-8-41,-34-14-58,-1 0 1,1 1-1,-1-1 0,0 1 0,0 0 1,-1 1-1,1 0 0,5 6 1,-9-8-11,-1 0 0,1 0 1,-1 0-1,0 0 0,0 1 1,0-1-1,-1 1 1,1 0-1,-1 0 0,0-1 1,0 1-1,0 0 1,0 0-1,-1 0 0,1 0 1,-1 0-1,0 0 0,-1 6 1,-1-2 30,1 0 1,-1 0 0,-1 0-1,1-1 1,-1 1-1,-1-1 1,0 0-1,0 0 1,0 0-1,0 0 1,-8 8-1,-10 9 138,-36 32 0,34-34-80,-47 39 129,-26 26-4306,79-65-1953</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2:01.277"/>
    </inkml:context>
    <inkml:brush xml:id="br0">
      <inkml:brushProperty name="width" value="0.05" units="cm"/>
      <inkml:brushProperty name="height" value="0.05" units="cm"/>
      <inkml:brushProperty name="color" value="#004F8B"/>
    </inkml:brush>
  </inkml:definitions>
  <inkml:trace contextRef="#ctx0" brushRef="#br0">1 46 5033,'0'0'9505,"3"5"-8700,24 22 364,-25-12 992,-3-13-1027,1-12-1223,0-74-1568,0 83 1600,-7 1-581,13 0-3090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2:03.859"/>
    </inkml:context>
    <inkml:brush xml:id="br0">
      <inkml:brushProperty name="width" value="0.05" units="cm"/>
      <inkml:brushProperty name="height" value="0.05" units="cm"/>
      <inkml:brushProperty name="color" value="#004F8B"/>
    </inkml:brush>
  </inkml:definitions>
  <inkml:trace contextRef="#ctx0" brushRef="#br0">1300 73 11386,'0'0'7769,"-43"-12"-5555,43 12-2214,-189-49 1588,175 45-1475,-1 2-1,1-1 1,-1 2 0,1 0 0,-1 1 0,0 0-1,1 1 1,-1 1 0,1 0 0,-1 1-1,1 1 1,0 0 0,0 1 0,-14 7 0,9-4 1,-56 22 533,2 4 0,-124 77 1,144-76-441,1 3 0,2 3 0,2 1 0,-47 54 1,76-75-183,1 2 0,1 0 0,0 1 0,2 1 0,2 0 0,0 1 0,1 0 0,1 1 0,2 1 0,1-1 0,1 1 0,1 1 1,2-1-1,-2 50 0,6-43-20,-1-5-17,2 1 0,0 0 1,8 34-1,-7-55-9,0-1-1,1 1 0,1-1 1,-1 0-1,2 0 0,-1 0 1,1-1-1,0 1 1,1-1-1,0 0 0,0-1 1,1 0-1,14 13 1,-10-12-71,1 0 1,0-1 0,1 0-1,-1-1 1,1 0 0,0-1-1,1-1 1,-1 0 0,1 0-1,19 1 1,17 0-705,78-3 0,-85-2 268,-11 0-405,0-2-1,1-1 1,-1-1-1,-1-2 1,1-1 0,-1-1-1,0-2 1,33-16-1,10-9-4584,-28 6-3515</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2:04.264"/>
    </inkml:context>
    <inkml:brush xml:id="br0">
      <inkml:brushProperty name="width" value="0.05" units="cm"/>
      <inkml:brushProperty name="height" value="0.05" units="cm"/>
      <inkml:brushProperty name="color" value="#004F8B"/>
    </inkml:brush>
  </inkml:definitions>
  <inkml:trace contextRef="#ctx0" brushRef="#br0">48 1 10898,'0'0'15108,"-8"12"-14068,2-3-870,2-4-105,0 1 0,0 0-1,1 0 1,0 0 0,0 0 0,1 0-1,-1 1 1,1-1 0,1 1 0,-1-1-1,1 1 1,0 10 0,0-9-38,2 1 0,-1-1 0,1 0 0,0 0-1,0 1 1,1-1 0,1 0 0,3 9 0,-4-14-26,0 1 1,0-1-1,0 1 0,1-1 0,-1 0 1,1 0-1,0 0 0,0 0 1,0-1-1,1 1 0,-1-1 1,1 0-1,-1 0 0,1 0 0,0 0 1,-1 0-1,1-1 0,6 2 1,0-1-41,0 0 1,0-1-1,0 0 1,0 0-1,0-1 1,0-1-1,0 0 1,0 0 0,0 0-1,0-2 1,0 1-1,-1-1 1,1 0-1,-1-1 1,0 0-1,0-1 1,16-10-1,5-7-127,-1-1-1,0-2 0,34-38 0,-62 62 169,38-42 75,-40 44 40,0 2 0,0-1 0,0 0-1,0 0 1,0 0 0,0 0 0,1 0-1,-1 1 1,1-1 0,0 0 0,0 0-1,0 5 1,1 42-377,0-25 251,-1-19-121,0-1-1,1 1 1,0-1 0,0 0 0,0 1 0,0-1 0,1 0-1,0 1 1,0-1 0,0 0 0,0-1 0,0 1 0,1 0-1,0-1 1,0 1 0,0-1 0,0 0 0,0 0 0,1 0-1,5 4 1,5 2-1415,1-1 1,0 0-1,31 11 0,3 0-4704</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2:04.606"/>
    </inkml:context>
    <inkml:brush xml:id="br0">
      <inkml:brushProperty name="width" value="0.05" units="cm"/>
      <inkml:brushProperty name="height" value="0.05" units="cm"/>
      <inkml:brushProperty name="color" value="#004F8B"/>
    </inkml:brush>
  </inkml:definitions>
  <inkml:trace contextRef="#ctx0" brushRef="#br0">404 1 12995,'0'0'11521,"-36"4"-10022,-115 20-644,146-23-818,1-1 0,-1 1 1,1 1-1,-1-1 0,1 1 0,0-1 1,0 1-1,0 1 0,0-1 1,0 0-1,0 1 0,1 0 0,-1 0 1,1 0-1,0 0 0,0 0 1,0 1-1,0 0 0,1-1 0,-4 8 1,4-6-23,0 0 1,1 0-1,0 0 0,0 1 1,1-1-1,-1 0 1,1 0-1,0 1 1,1-1-1,-1 0 1,3 9-1,-2-11-23,1 0 0,-1 0 0,1 0 0,0 0 0,0 0 0,0-1 0,0 1 0,1-1 0,-1 0 0,1 0 0,-1 0 0,1 0 0,0 0 1,0 0-1,0-1 0,0 1 0,0-1 0,6 2 0,9 6-160,-12-6 92,-1 1-1,1 0 0,-1 0 1,0 0-1,0 1 0,0-1 1,-1 1-1,1 1 0,-1-1 1,4 8-1,-7-11 74,0 0 1,0 0-1,0 0 0,0 0 0,-1 0 0,1 0 0,-1 0 0,1 0 1,-1 0-1,0 0 0,0 0 0,0 1 0,0-1 0,0 0 1,0 0-1,-1 0 0,1 0 0,-1 0 0,1 0 0,-1 0 1,0 0-1,0 0 0,0 0 0,0 0 0,0 0 0,0-1 1,-1 1-1,1 0 0,0-1 0,-1 1 0,0-1 0,1 1 1,-1-1-1,0 0 0,1 0 0,-1 0 0,-3 2 0,-15 7 37,0-1 0,-1 0 0,-35 9 0,-17 6-44,27-9-1220,67-29-12135</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2:04.953"/>
    </inkml:context>
    <inkml:brush xml:id="br0">
      <inkml:brushProperty name="width" value="0.05" units="cm"/>
      <inkml:brushProperty name="height" value="0.05" units="cm"/>
      <inkml:brushProperty name="color" value="#004F8B"/>
    </inkml:brush>
  </inkml:definitions>
  <inkml:trace contextRef="#ctx0" brushRef="#br0">321 1 12843,'0'0'10578,"-141"229"-8017,102-138-1073,8 11-664,7 0-232,16-7-328,1-10-144,7-11-72,-8-14-48,8-18-72,0-14-280,-8-14-656,-15-14-3401,7-38-1712,0-8-6618</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2:05.295"/>
    </inkml:context>
    <inkml:brush xml:id="br0">
      <inkml:brushProperty name="width" value="0.05" units="cm"/>
      <inkml:brushProperty name="height" value="0.05" units="cm"/>
      <inkml:brushProperty name="color" value="#004F8B"/>
    </inkml:brush>
  </inkml:definitions>
  <inkml:trace contextRef="#ctx0" brushRef="#br0">1 9 9706,'0'0'10929,"43"0"-9519,144 0-591,-127 0-559,220 6 284,-243-5-535,-25-2 3,0 1 1,0 1 0,15 2 0,-26-2-2,-1 0 1,0-1-1,1 1 0,-1-1 1,0 1-1,1 0 1,-1-1-1,0 1 1,0 0-1,0 0 0,0-1 1,0 1-1,0 0 1,0-1-1,0 1 1,0 0-1,0-1 0,0 1 1,0 0-1,0 0 1,0-1-1,-1 1 1,1 0-1,0-1 1,-1 1-1,1-1 0,-1 2 1,-26 24 449,22-22-448,0 0 0,1 0-1,-1 0 1,1 1 0,0-1 0,1 1 0,-6 9 0,5-7-35,2 1-1,-1 0 1,1 0-1,0 0 1,0 1 0,1-1-1,0 0 1,1 17 0,0-23 16,0-1 1,0 0-1,1 1 1,-1-1-1,0 0 1,1 1-1,-1-1 1,1 0-1,0 1 1,-1-1 0,1 0-1,0 0 1,0 0-1,0 0 1,0 0-1,0 0 1,0 0-1,0 0 1,0 0-1,0 0 1,0 0-1,0-1 1,1 1 0,-1-1-1,0 1 1,0-1-1,1 1 1,-1-1-1,1 1 1,-1-1-1,2 0 1,7 2-5,0-1 1,0-1-1,14 0 1,-13 0-19,-2 0 16,1-1 0,-1 0-1,0 0 1,0-1-1,0 0 1,0 0-1,0-1 1,0-1 0,-1 1-1,15-10 1,-18 10 11,0 0-1,0-1 1,-1 0 0,1 0 0,-1 0 0,0 0 0,0-1-1,-1 1 1,1-1 0,-1 0 0,0 0 0,0-1 0,-1 1 0,0 0-1,0-1 1,0 0 0,0 1 0,0-10 0,-1 12 9,0 0 0,0 0 0,-1-1 0,0 1 0,0 0 1,0-1-1,0 1 0,0 0 0,-1-1 0,1 1 0,-1 0 0,0-1 0,0 1 1,0 0-1,0 0 0,-1 0 0,1 0 0,-1 0 0,0 0 0,0 0 0,0 1 1,0-1-1,-1 1 0,1-1 0,0 1 0,-1 0 0,0 0 0,1 0 1,-1 0-1,0 1 0,0-1 0,0 1 0,0-1 0,-1 1 0,1 0 0,0 0 1,0 1-1,-1-1 0,1 1 0,0 0 0,-5-1 0,0 0-194,-1 0-1,0 1 0,0-1 1,0 2-1,0-1 1,-12 3-1,18-2-148,1 0-1,0-1 0,0 1 1,-1 0-1,1 1 1,0-1-1,0 0 1,0 1-1,0-1 1,0 1-1,1-1 0,-1 1 1,0 0-1,1 0 1,-1 0-1,1 0 1,0 0-1,0 0 1,0 0-1,0 0 0,0 1 1,0-1-1,0 0 1,1 1-1,-1-1 1,0 3-1,0 11-7666</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2:05.917"/>
    </inkml:context>
    <inkml:brush xml:id="br0">
      <inkml:brushProperty name="width" value="0.05" units="cm"/>
      <inkml:brushProperty name="height" value="0.05" units="cm"/>
      <inkml:brushProperty name="color" value="#004F8B"/>
    </inkml:brush>
  </inkml:definitions>
  <inkml:trace contextRef="#ctx0" brushRef="#br0">0 104 13835,'0'0'12820,"18"9"-12165,58 27-232,-72-34-400,-1 1-1,1-1 1,-1 1 0,0 0 0,0 0 0,0 0 0,0 0 0,0 0 0,-1 1 0,1 0 0,-1-1 0,0 1 0,0 0-1,-1 0 1,1 0 0,-1 0 0,1 0 0,-1 0 0,-1 1 0,1-1 0,-1 0 0,1 0 0,-1 1 0,0-1 0,-2 9 0,2-3 89,0-9-27,3-2-46,1-1-99,1 0 0,-1-1 1,1 1-1,-1-1 0,0 0 1,0 0-1,0-1 0,0 1 1,-1-1-1,6-7 0,10-9-235,21-17-60,1 2 0,2 1 0,2 3 0,49-27 0,-74 51 535,-19 7-162,-1 0 0,1 0 0,-1 0 1,1 0-1,-1 1 0,0-1 0,1 0 0,-1 0 0,1 0 1,-1 0-1,1 1 0,-1-1 0,0 0 0,1 0 0,-1 1 1,1-1-1,-1 0 0,0 1 0,1-1 0,-1 0 1,0 1-1,0-1 0,1 1 0,0 2 94,0 0 1,-1 0-1,1 0 0,-1 0 0,1 0 1,-1 0-1,0 1 0,-1 4 0,1 4 98,0 2-86,2 43 324,-2-53-433,1-1 1,-1 0-1,1 1 1,0-1-1,0 0 1,0 0-1,1 1 0,-1-1 1,1 0-1,0 0 1,-1-1-1,1 1 1,4 4-1,-4-6-15,0 0-1,0 0 1,-1-1 0,1 1-1,0 0 1,0-1 0,0 0 0,0 1-1,0-1 1,0 0 0,0 0-1,0 0 1,0 0 0,3-1-1,2 1-1,0-1-19,-1 1 0,1-1 0,-1-1-1,1 1 1,-1-1 0,0 0 0,0-1-1,0 1 1,9-6 0,51-37-453,-18 11 166,-6 6 106,11-5 486,-52 33 687,-1 8-433,0 11-398,1-1 1,5 34-1,-5-45-511,1 0 1,0-1-1,1 1 0,-1-1 0,1 1 1,0-1-1,1 0 0,-1 0 0,1 0 1,8 8-1,3 3-3647,-6-5-1596</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2:06.303"/>
    </inkml:context>
    <inkml:brush xml:id="br0">
      <inkml:brushProperty name="width" value="0.05" units="cm"/>
      <inkml:brushProperty name="height" value="0.05" units="cm"/>
      <inkml:brushProperty name="color" value="#004F8B"/>
    </inkml:brush>
  </inkml:definitions>
  <inkml:trace contextRef="#ctx0" brushRef="#br0">1 78 8706,'0'0'14083,"19"8"-13415,66 28 64,-70-31-593,1 0 0,-1-2 0,1 0-1,0 0 1,-1-2 0,1 0 0,30-2 0,-9 0-55,-35 1-83,0 0 0,0 0 0,0 0 0,0-1 0,0 1 0,0 0 0,0-1 0,0 0-1,0 1 1,0-1 0,0 0 0,0 0 0,0 0 0,-1 0 0,1-1 0,0 1 0,-1 0 0,1-1 0,-1 1 0,0-1 0,1 1-1,-1-1 1,0 0 0,0 0 0,0 1 0,0-1 0,0 0 0,0-2 0,2-3 0,-1-1 0,-1 1 0,0 0 0,0-1 1,0 1-1,-1-10 0,0 15 20,-1 1 0,1-1 1,-1 0-1,1 1 0,-1-1 1,1 1-1,-1-1 0,0 0 1,0 1-1,0 0 0,0-1 1,0 1-1,0-1 0,0 1 1,0 0-1,-1 0 0,1 0 1,0 0-1,-1 0 0,1 0 0,-1 0 1,1 0-1,-1 0 0,1 1 1,-1-1-1,0 1 0,-2-1 1,-5-2 108,0 1 0,0 1 0,-17-2 0,-1 2 153,12-1-34,-1 1 0,1 1 0,0 0 1,-29 5-1,42-4-233,0 0 1,0 0 0,0 0-1,0 1 1,0-1-1,0 0 1,1 1 0,-1-1-1,0 1 1,1-1-1,0 1 1,-1 0 0,1 0-1,0 0 1,-1 0-1,1 0 1,0 0 0,1 0-1,-1 0 1,0 0 0,1 0-1,-1 0 1,1 1-1,-1-1 1,1 3 0,-1 10 0,0 0 1,2 27-1,0-18-17,-1-16 3,0 11-126,1-1 0,0 0-1,5 27 1,-4-39-26,0 0 0,0 0-1,0 1 1,1-2 0,-1 1 0,2 0-1,-1-1 1,1 1 0,-1-1 0,1 0-1,1 0 1,-1-1 0,1 1-1,6 5 1,11 3-1379,-1 0 1,2-1-1,0-2 0,28 10 0,12-6-4474</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2:06.648"/>
    </inkml:context>
    <inkml:brush xml:id="br0">
      <inkml:brushProperty name="width" value="0.05" units="cm"/>
      <inkml:brushProperty name="height" value="0.05" units="cm"/>
      <inkml:brushProperty name="color" value="#004F8B"/>
    </inkml:brush>
  </inkml:definitions>
  <inkml:trace contextRef="#ctx0" brushRef="#br0">32 247 14891,'0'0'12011,"0"27"-11490,0 135-69,1-148-423,-2 7 51,1-20-70,0-1 0,-1 1 1,1-1-1,0 1 0,-1-1 0,1 1 0,0-1 0,-1 1 0,1-1 1,-1 1-1,1-1 0,-1 0 0,1 1 0,-1-1 0,1 0 1,-1 1-1,1-1 0,-1 0 0,0 0 0,1 1 0,-1-1 0,1 0 1,-1 0-1,0 0 0,1 0 0,-1 0 0,1 0 0,-1 0 1,0 0-1,0-1-5,0 1 0,0-1 0,0 1-1,0-1 1,0 1 0,0-1 0,1 0 0,-1 1 0,0-1 0,1 0 0,-1 0 0,0 1 0,1-1 0,-1 0 0,1 0 0,-1 0 0,1 0 0,-1 0 0,1 0 0,0 0 0,0 0 0,-1 0 0,1 0-1,0 0 1,0 0 0,0 0 0,0 0 0,0-1 0,-1-39-38,1 34 35,0-15-29,0-12-19,5-44 1,-4 67 25,1 0 0,1 0-1,-1 1 1,2-1 0,0 1 0,0 0 0,1 0 0,7-11 0,-4 8-72,1 0 1,1 1-1,0 0 1,0 1-1,2 0 1,-1 1-1,1 0 1,1 1-1,-1 0 1,2 1-1,-1 0 1,1 1-1,0 1 1,0 0-1,1 1 1,0 1-1,0 0 1,0 1-1,0 0 1,22 0-1,-18 3-509,38 1-4896,-33 1-2166</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09.264"/>
    </inkml:context>
    <inkml:brush xml:id="br0">
      <inkml:brushProperty name="width" value="0.05" units="cm"/>
      <inkml:brushProperty name="height" value="0.05" units="cm"/>
      <inkml:brushProperty name="color" value="#004F8B"/>
    </inkml:brush>
  </inkml:definitions>
  <inkml:trace contextRef="#ctx0" brushRef="#br0">1 278 3265,'0'0'10699,"1"-17"-5831,4 21-4874,-1-1 1,1 2-1,-1-1 0,0 0 0,-1 1 1,1 0-1,-1 0 0,5 8 0,-2-3 10,38 67 37,-4 2 0,-3 1 0,30 96 0,4 5-1,-3-28-306,-27-67 91,-41-85 160,1 1 0,-1-1-1,1 0 1,0 0 0,-1 0 0,1 0 0,0 0 0,0 1 0,0-1 0,0-1 0,0 1 0,0 0 0,0 0 0,0 0 0,0 0 0,0-1 0,0 1 0,0-1 0,1 1 0,-1-1 0,0 1 0,0-1-1,1 1 1,-1-1 0,0 0 0,1 0 0,-1 0 0,0 0 0,1 0 0,-1 0 0,0 0 0,1 0 0,-1-1 0,0 1 0,1 0 0,-1-1 0,0 1 0,0-1 0,1 0 0,-1 1 0,0-1 0,0 0-1,0 1 1,0-1 0,0 0 0,0 0 0,0 0 0,1-2 0,28-39 26,40-74 0,-52 85 7,23-47 58,-3-2 0,48-149 0,14-179 551,-69 248 687,-26 146-1077,1 13-205,8 22-82,-14-21 51,25 53-1054,-6-1-3713,-16-30-1027</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09.886"/>
    </inkml:context>
    <inkml:brush xml:id="br0">
      <inkml:brushProperty name="width" value="0.05" units="cm"/>
      <inkml:brushProperty name="height" value="0.05" units="cm"/>
      <inkml:brushProperty name="color" value="#004F8B"/>
    </inkml:brush>
  </inkml:definitions>
  <inkml:trace contextRef="#ctx0" brushRef="#br0">384 76 4137,'0'0'13517,"-5"-12"-12838,-18-36 69,22 47-714,0 0 0,1 0 0,-1 0 0,0 0 0,0 0 0,0 0 0,0 0 0,0 0 0,0 0 0,0 1 0,0-1 0,0 0 0,0 0 0,-1 1 0,1-1 0,0 1 0,0-1 0,-1 1 0,1 0-1,0-1 1,-1 1 0,1 0 0,0 0 0,-1 0 0,1 0 0,0 0 0,-1 0 0,1 1 0,-2-1 0,-4 1 105,-4-2-102,1 1 0,0 1 0,0 0 1,0 0-1,0 1 0,0 0 0,0 1 0,0 0 0,1 1 1,-1 0-1,1 0 0,0 1 0,0 0 0,-10 8 0,17-11-41,-20 14 16,1 0 0,0 2-1,-20 23 1,35-34-44,1-1-1,0 1 0,1 0 1,-1 0-1,2 1 1,-1-1-1,1 1 0,0 0 1,0 0-1,1 0 0,0 0 1,0 0-1,1 0 0,0 14 1,1-21 6,0 0 0,0 0 0,1 0 0,-1 0 0,0-1-1,1 1 1,-1 0 0,1 0 0,-1 0 0,0-1 0,1 1 0,0 0 0,-1-1 0,1 1 0,-1 0 0,1-1 0,0 1 0,-1-1 0,1 1 0,0-1 0,0 1 0,0-1 0,-1 0 0,1 1 0,0-1 0,0 0 0,0 0 0,0 0 0,-1 1 0,1-1 0,0 0 0,1 0 0,36 0-311,-27 0 295,17 1 39,-1-1 1,0-1-1,1-2 0,-1-1 1,0 0-1,-1-2 0,33-12 1,-31 7 3,-13 6 10,-1-1 0,0 0 0,0-1 1,-1 0-1,0-1 0,16-13 1,-50 88 1692,18-52-2520,1 0-1,0 0 1,1 28-1,1-42 691,0 0 0,0-1 0,0 1 0,0 0 0,0 0 0,0 0 0,0 0 0,1 0 0,-1 0 0,0 0 0,0 0 0,1 0 0,-1-1 0,1 1 0,-1 0 0,1 0 0,-1 0 0,1-1 0,-1 1 0,1 0 0,-1 0 0,1-1 0,0 1 0,0-1 0,-1 1 0,3 0 0,24 2-3642,-19-3 2948,24 0-4478</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10.648"/>
    </inkml:context>
    <inkml:brush xml:id="br0">
      <inkml:brushProperty name="width" value="0.05" units="cm"/>
      <inkml:brushProperty name="height" value="0.05" units="cm"/>
      <inkml:brushProperty name="color" value="#004F8B"/>
    </inkml:brush>
  </inkml:definitions>
  <inkml:trace contextRef="#ctx0" brushRef="#br0">346 0 9074,'0'0'9261,"-5"10"-8589,-64 113 885,-53 106-247,19 35-1015,91-224-293,2 0 0,2 0 0,1 1 0,-1 76 0,8-101-5,-1-9-15,1 1-1,0 0 1,1 0 0,-1-1 0,2 1 0,2 9 0,-4-15-6,1 0 0,1 0-1,-1 0 1,0 0 0,0 0 0,1 0 0,-1 0-1,1-1 1,-1 1 0,1 0 0,0-1-1,0 0 1,-1 1 0,1-1 0,0 0-1,0 0 1,0 0 0,1 0 0,-1 0 0,0-1-1,0 1 1,0 0 0,1-1 0,-1 0-1,3 1 1,3-1-39,0 1-1,-1-1 1,1-1-1,0 1 0,-1-1 1,1-1-1,-1 1 1,0-1-1,1-1 0,-1 1 1,0-1-1,0 0 1,0-1-1,-1 0 1,1 0-1,8-7 0,5-7-186,-1 0 0,-1-2 1,23-31-1,-27 33 110,15-18-15,-2 0-1,40-73 1,-54 87 947,-13 22-771,0 0-1,1 0 0,-1 0 0,0 0 1,0 0-1,0 0 0,0 0 1,1 0-1,-1 0 0,0 0 1,0 0-1,0 0 0,0 0 0,0 0 1,1 0-1,-1 0 0,0 0 1,0 0-1,0 0 0,0 0 1,0 0-1,0 0 0,1 1 1,-1-1-1,0 0 0,0 0 0,0 0 1,0 0-1,0 0 0,0 0 1,0 0-1,0 1 0,1-1 1,-1 0-1,0 0 0,0 0 1,0 0-1,0 0 0,0 1 0,0-1 1,0 0-1,0 0 0,0 0 1,0 0-1,0 0 0,0 1 1,0-1-1,0 0 0,0 0 1,0 0-1,0 0 0,0 1 0,0-1 1,0 0-1,-1 0 0,1 0 1,0 0-1,0 0 0,0 0 1,0 1-1,0-1 0,-7 46 1585,5-33-2011,-1 10 400,0 0-1,2 27 0,1-49-1,0-1 0,1 1 0,-1-1 0,0 1 0,0-1 0,0 1 0,1-1 0,-1 1 0,0-1 0,0 1 0,1-1 0,-1 1 0,0-1 0,1 1 0,-1-1 0,1 0 0,-1 1 0,1-1 0,-1 0 0,1 1 0,-1-1 0,1 0 0,-1 1-1,1-1 1,-1 0 0,1 0 0,0 0 0,24 5-269,27-8-262,-46 1 447,1 0 0,0 0 0,-1 0 0,1-1 1,-1 0-1,0 0 0,0-1 0,0 1 0,-1-1 1,1-1-1,7-7 0,-3 3 64,-2 0 0,1-1 1,-1 0-1,-1 0 0,10-19 1,-1 4 62,-13 22 18,-1-1-1,1 1 1,-1-1 0,0 1 0,0-1-1,-1 0 1,1 0 0,-1 0-1,0 0 1,0 0 0,0 0 0,0 0-1,-1-7 937,0 14-936,-1 0-1,0 0 0,1 0 1,0 0-1,0 0 0,0 1 1,0-1-1,1 5 1,0 6-3,-2 32 33,-1-27-271,2 0 1,0 0 0,5 31 0,-4-47-272,1 1-1,-1-1 0,1 0 0,0 0 1,0 0-1,1 0 0,-1 0 1,1 0-1,-1 0 0,1-1 1,0 1-1,0-1 0,0 0 0,0 0 1,0 0-1,1 0 0,6 2 1,-4-1-1132,13 8-5786</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11.100"/>
    </inkml:context>
    <inkml:brush xml:id="br0">
      <inkml:brushProperty name="width" value="0.05" units="cm"/>
      <inkml:brushProperty name="height" value="0.05" units="cm"/>
      <inkml:brushProperty name="color" value="#004F8B"/>
    </inkml:brush>
  </inkml:definitions>
  <inkml:trace contextRef="#ctx0" brushRef="#br0">26 43 5977,'0'0'7855,"1"8"-7100,1-1-671,0 0-1,0-1 0,1 1 1,-1 0-1,1-1 0,1 0 1,-1 0-1,1 0 1,0 0-1,1 0 0,-1-1 1,1 0-1,0 0 1,1 0-1,-1-1 0,1 1 1,0-1-1,9 4 0,1-1-43,-1-2-1,1 0 1,0-1-1,0-1 1,0-1-1,0 0 1,0 0-1,1-2 1,17-1-1,-20 1 16,-13 0-48,1 0 1,-1-1-1,1 1 1,-1 0-1,0 0 0,1-1 1,-1 1-1,0 0 1,0-1-1,1 1 0,-1-1 1,0 0-1,0 1 1,0-1-1,1 0 0,-1 0 1,0 0-1,0 0 1,0 0-1,-1 0 0,1 0 1,0 0-1,0 0 1,0 0-1,-1-1 0,1 1 1,-1 0-1,1 0 1,-1-1-1,1 1 0,-1-3 1,2-4 66,-1 0 1,-1 0-1,0 0 0,-1-11 1,1 3 93,0 12-123,-1 1-1,1-1 0,-1 0 0,0 1 0,0-1 0,0 1 0,-1-1 1,1 1-1,-1 0 0,0-1 0,0 1 0,0 0 0,0 0 1,-1 0-1,1 0 0,-1 1 0,1-1 0,-1 1 0,0-1 0,0 1 1,0 0-1,0 0 0,-1 1 0,1-1 0,-1 0 0,1 1 1,-7-2-1,-5-1 165,0 0 0,0 1-1,0 1 1,0 0 0,-23 0 0,33 3-134,-1-1 0,1 1-1,0-1 1,0 1 0,0 1-1,-1-1 1,1 1-1,1 0 1,-1 0 0,0 0-1,0 1 1,1 0 0,-8 5-1,6-2 26,-1 0-1,1 0 0,0 1 1,1 0-1,0 0 1,0 0-1,0 0 0,-3 9 1,3-5-49,1 0 0,0 0 0,0 0 0,1 1 0,0-1-1,1 1 1,0 0 0,1 0 0,1 0 0,0 0 0,0-1 0,4 22 0,-3-31-60,0 1-1,0 0 1,0 0 0,1-1-1,-1 1 1,1 0 0,-1-1-1,1 0 1,0 1-1,0-1 1,0 0 0,0 0-1,0 0 1,1 0 0,-1 0-1,1-1 1,-1 1 0,1-1-1,0 1 1,-1-1-1,1 0 1,0 0 0,0 0-1,3 0 1,13 3-165,-1-2 1,1 0-1,21 0 1,-38-2 157,67 1-1786,0-3 1,69-10-1,2-16-7041</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11.859"/>
    </inkml:context>
    <inkml:brush xml:id="br0">
      <inkml:brushProperty name="width" value="0.05" units="cm"/>
      <inkml:brushProperty name="height" value="0.05" units="cm"/>
      <inkml:brushProperty name="color" value="#004F8B"/>
    </inkml:brush>
  </inkml:definitions>
  <inkml:trace contextRef="#ctx0" brushRef="#br0">722 17 2897,'0'0'15944,"-11"-3"-14621,7 1-1204,-2 0-32,0 0 0,0 0 0,0 1 0,0-1 0,0 1 0,-1 1 0,1-1 0,0 1 0,-1 0 0,1 0 0,0 1 0,-1 0 0,-11 3 0,-34 16 362,-99 52 0,-46 43 134,189-110-569,-12 7 9,-3 1-15,0 1 0,0 1-1,1 2 1,1 0-1,-19 21 1,37-35-43,0 1 0,0 0-1,1-1 1,0 1 0,-1 1 0,1-1-1,0 0 1,1 0 0,-1 1 0,1-1 0,0 1-1,0-1 1,1 1 0,-1-1 0,1 1 0,0 0-1,0-1 1,0 1 0,2 8 0,-1-11-44,0 0 1,0 1-1,0-1 0,1 0 1,-1 0-1,0 0 0,1 0 1,-1 0-1,1 0 1,0 0-1,0 0 0,0-1 1,0 1-1,0-1 1,0 1-1,0-1 0,0 0 1,1 0-1,-1 0 0,0 0 1,1 0-1,-1 0 1,1-1-1,-1 1 0,5-1 1,4 3-220,176 42-2769,-131-35 1444,-1 2-1,-1 4 1,58 23-1,-103-35 1352,0 0 0,0 1 0,-1 0 0,1 0 1,8 9-1,-14-12 303,-1 1 1,1-1-1,-1 1 1,0 0 0,0-1-1,0 1 1,0 0-1,-1 0 1,1 1 0,-1-1-1,1 0 1,-1 0-1,0 1 1,-1-1 0,1 1-1,0-1 1,-1 6-1,0-6 188,-1-1 0,0 1-1,0-1 1,0 1 0,0-1-1,0 1 1,0-1 0,-1 0-1,1 0 1,-1 0 0,0 0-1,1 0 1,-1 0 0,0 0-1,0-1 1,0 1 0,0 0-1,-1-1 1,1 0 0,0 1-1,-1-1 1,-3 1 0,-13 6 960,-36 11 0,37-14-498,-49 13 1382,-89 13 1,22-6-1532,155-22-9503,10-3 4085</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12.218"/>
    </inkml:context>
    <inkml:brush xml:id="br0">
      <inkml:brushProperty name="width" value="0.05" units="cm"/>
      <inkml:brushProperty name="height" value="0.05" units="cm"/>
      <inkml:brushProperty name="color" value="#004F8B"/>
    </inkml:brush>
  </inkml:definitions>
  <inkml:trace contextRef="#ctx0" brushRef="#br0">0 1 8514,'0'0'10546,"55"25"-10298,-39-4-88,7-7-104,9 0-48,-9-4-8,8-2-424,-7-5-712,-1-3-985,-7 0-2032,0 0-2992</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12.562"/>
    </inkml:context>
    <inkml:brush xml:id="br0">
      <inkml:brushProperty name="width" value="0.05" units="cm"/>
      <inkml:brushProperty name="height" value="0.05" units="cm"/>
      <inkml:brushProperty name="color" value="#004F8B"/>
    </inkml:brush>
  </inkml:definitions>
  <inkml:trace contextRef="#ctx0" brushRef="#br0">736 0 10338,'0'0'9538,"-188"201"-8514,125-141-87,1 7-209,-16 7-280,-1 6-264,9-6-72,0-3-104,7-8-8,24-13-48,15-19-712,24-27-1665,16-4-2376,23 0-2576</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12.920"/>
    </inkml:context>
    <inkml:brush xml:id="br0">
      <inkml:brushProperty name="width" value="0.05" units="cm"/>
      <inkml:brushProperty name="height" value="0.05" units="cm"/>
      <inkml:brushProperty name="color" value="#004F8B"/>
    </inkml:brush>
  </inkml:definitions>
  <inkml:trace contextRef="#ctx0" brushRef="#br0">431 0 4297,'0'0'16924,"-34"5"-16391,-112 19 14,135-21-484,0 0 0,0 0 0,1 1 0,-1 0 0,1 1 0,0 0 0,0 1 1,1 0-1,-1 1 0,-11 11 0,5-6 15,12-8-56,-12 8 82,0 2 0,-23 25 1,35-35-116,0 1 1,1 0 0,-1 0-1,1 0 1,0 0 0,1 0-1,0 1 1,-1-1 0,2 1 0,-1 0-1,1-1 1,-1 1 0,2 0-1,-1 7 1,1-11-12,0 1 0,0-1 0,1 0 0,0 0 0,-1 0 0,1 1 0,0-1 0,0 0 0,0 0 0,0 0 0,0 0 0,0-1 0,1 1 0,-1 0 0,1 0 0,-1-1 0,1 1 0,0-1 0,0 0 0,-1 1 0,1-1 0,0 0 0,4 2 0,5 2-90,1 0 0,0-1-1,14 4 1,-10-4-27,19 6-228,-17-6-117,0 1-1,0 1 1,0 1 0,-1 0-1,20 12 1,-36-18 481,0 0 1,0 0-1,0 1 0,0-1 0,0 1 0,0-1 1,0 1-1,0-1 0,-1 1 0,1-1 1,0 1-1,-1 0 0,0-1 0,1 1 1,-1 0-1,0-1 0,0 1 0,0 0 0,0 0 1,0-1-1,0 1 0,0 0 0,0-1 1,-1 1-1,1 0 0,-1-1 0,0 1 1,1 0-1,-1-1 0,0 1 0,0-1 1,0 1-1,0-1 0,0 0 0,0 1 0,0-1 1,0 0-1,-1 0 0,1 0 0,-3 2 1,-15 8 645,-1-2-1,-36 13 1,43-18-1464,0 0 0,-26 3 0,22-6-3981,1-1-4339</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13.293"/>
    </inkml:context>
    <inkml:brush xml:id="br0">
      <inkml:brushProperty name="width" value="0.05" units="cm"/>
      <inkml:brushProperty name="height" value="0.05" units="cm"/>
      <inkml:brushProperty name="color" value="#004F8B"/>
    </inkml:brush>
  </inkml:definitions>
  <inkml:trace contextRef="#ctx0" brushRef="#br0">400 0 13483,'0'0'5632,"-24"43"-3405,-77 142-427,61-108-320,-48 132 1,76-177-1214,-18 54 72,3 1 1,-18 107 0,44-184 417,-4 10-5194,4-20 4236,1 0-1,-1 0 1,1 0 0,-1 1 0,1-1-1,-1 0 1,1 0 0,-1 0 0,1 0-1,-1 0 1,0 0 0,1 0 0,-1 0-1,1-1 1,-1 1 0,1 0-1,-1 0 1,1 0 0,-1 0 0,1-1-1,-1 1 1,1 0 0,-1-1 0,1 1-1,0 0 1,-1-1 0,1 1 0,-1 0-1,1-1 1,0 1 0,-1-1-1,1 1 1,0-1 0,0 1 0,-1-1-1,1 0 1,-9-15-7387</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13.638"/>
    </inkml:context>
    <inkml:brush xml:id="br0">
      <inkml:brushProperty name="width" value="0.05" units="cm"/>
      <inkml:brushProperty name="height" value="0.05" units="cm"/>
      <inkml:brushProperty name="color" value="#004F8B"/>
    </inkml:brush>
  </inkml:definitions>
  <inkml:trace contextRef="#ctx0" brushRef="#br0">0 75 10058,'0'0'7965,"38"6"-6847,124 18-532,-114-18-275,1-2 1,69-4-1,-50-1 34,-60 1-274,0 0 1,0 0-1,1-1 1,-1 0-1,0 0 1,0-1-1,0 0 1,0-1-1,0 0 0,-1 0 1,1 0-1,-1-1 1,1 0-1,-1-1 1,-1 1-1,10-10 1,-14 13 27,-1-1 0,0 1 1,0-1-1,0 0 0,0 0 1,0 0-1,0 0 0,0 0 1,-1 1-1,1-1 0,-1 0 1,1-1-1,-1-1 0,1 3-56,-1 0 0,0 0 0,0 0 0,0 0 1,0 0-1,0 0 0,0 0 0,0 0 0,-1 0 0,1 0 0,0 0 0,-1 0 0,1 0 0,0 0 0,-1 0 0,1 0 1,-1 0-1,1 0 0,-1 1 0,0-1 0,1 0 0,-1 0 0,0 1 0,1-1 0,-1 0 0,0 1 0,0-1 0,0 1 1,0-1-1,-1 0 0,-19-2 31,-1 0 1,1 1-1,0 1 0,-37 4 1,5-1-38,50-3-43,1 1 0,-1 0 1,0 0-1,1 1 0,-1-1 0,0 1 0,0-1 1,1 1-1,-1 0 0,1 0 0,-1 0 0,1 0 0,-1 0 1,1 1-1,0-1 0,-1 1 0,1 0 0,0-1 1,0 1-1,0 0 0,0 0 0,1 1 0,-3 2 0,2-1-23,1 0-1,-1 0 0,1-1 0,0 1 0,0 0 0,1 0 0,-1 0 1,1 0-1,0 0 0,0 0 0,1 0 0,-1 0 0,1 0 0,-1 0 0,4 7 1,-2-6-120,0 0 0,0 0 1,1 0-1,0-1 1,0 1-1,0-1 0,0 1 1,1-1-1,-1 0 0,1-1 1,0 1-1,1 0 1,-1-1-1,7 4 0,8 4-1420,2-1 0,24 10 1,-39-17 1067,47 15-4670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1:14.013"/>
    </inkml:context>
    <inkml:brush xml:id="br0">
      <inkml:brushProperty name="width" value="0.05" units="cm"/>
      <inkml:brushProperty name="height" value="0.05" units="cm"/>
      <inkml:brushProperty name="color" value="#004F8B"/>
    </inkml:brush>
  </inkml:definitions>
  <inkml:trace contextRef="#ctx0" brushRef="#br0">1 81 8362,'0'0'13176,"1"-5"-12484,14 64 1012,-12-51-1620,0 1 0,0 0 0,-1-1-1,2 16 1,-4-23-80,1-1-1,-1 1 1,1-1-1,-1 0 1,0 1-1,1-1 1,-1 0-1,1 1 1,-1-1-1,1 0 0,-1 0 1,0 1-1,1-1 1,-1 0-1,1 0 1,-1 0-1,1 0 1,0 0-1,-1 0 1,1 1-1,-1-1 1,1 0-1,-1-1 1,1 1-1,-1 0 1,2 0-1,17-2-257,-5-2 175,-1-1-1,0-1 1,1 0 0,-2 0-1,24-17 1,-6 5 95,-27 16-19,7-5-13,1 0-1,0 1 0,0 0 1,1 1-1,0 1 0,0 0 1,0 0-1,0 1 0,25-3 1,-36 7 15,0-1-1,0 1 1,0-1 0,-1 1 0,1-1 0,0 1-1,0 0 1,0-1 0,-1 1 0,1 0 0,0 0 0,-1 0-1,1-1 1,-1 1 0,1 0 0,-1 0 0,1 0-1,-1 0 1,0 0 0,1 0 0,-1 0 0,0 0 0,0 0-1,0 0 1,0 0 0,0 0 0,0 0 0,0 0-1,0 2 1,0 47 280,-1-32-202,1 41 107,0-58-182,1-1 1,-1 1 0,0 0-1,1-1 1,-1 1-1,0-1 1,1 1 0,-1-1-1,1 1 1,-1-1-1,1 1 1,-1-1-1,1 1 1,0-1 0,-1 0-1,1 1 1,-1-1-1,1 0 1,0 1 0,-1-1-1,1 0 1,0 0-1,0 0 1,-1 0 0,1 0-1,0 0 1,-1 0-1,1 0 1,0 0-1,-1 0 1,1 0 0,0 0-1,0 0 1,-1 0-1,1-1 1,0 1 0,0 0-1,35-11 9,38-28 32,123-55-104,-178 87 41,29-13-133,0 2 1,1 2-1,88-15 1,-136 31 209,-1 0 1,0 0-1,1 0 0,-1 0 0,1 0 1,-1 0-1,0 0 0,1 0 0,-1 0 1,1 1-1,-1-1 0,0 0 0,1 0 1,-1 0-1,0 1 0,1-1 0,-1 0 1,0 0-1,1 1 0,-1-1 0,0 0 1,0 1-1,1-1 0,-1 0 0,0 1 1,0-1-1,0 0 0,1 1 0,-1-1 1,0 0-1,0 1 0,0-1 0,0 1 1,1 21 712,-8 21-520,7-42-223,-4 10-339,0-1 1,0 0-1,-1-1 0,-1 1 1,0-1-1,0 0 0,-1 0 1,0-1-1,0 0 1,-12 11-1,5-6-1320,-23 23-5860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3:58.242"/>
    </inkml:context>
    <inkml:brush xml:id="br0">
      <inkml:brushProperty name="width" value="0.05" units="cm"/>
      <inkml:brushProperty name="height" value="0.05" units="cm"/>
      <inkml:brushProperty name="color" value="#004F8B"/>
    </inkml:brush>
  </inkml:definitions>
  <inkml:trace contextRef="#ctx0" brushRef="#br0">110 574 2865,'0'0'6940,"-11"0"-6307,-87 0 3576,97 0-3234,12-4-201,1524-102-592,-1420 90-221,251-24 924,-273 34 89,1-5 0,126-31 0,-131 21-659,131-11 1,94 10-274,73-8-49,93-11-30,-388 35 34,653-25 9,-422 20-1,651-38 55,-445 23-62,112-8-17,-465 19 39,189-9 951,-326 17 716,297 7 383,-195 0 1448,-139 0-3354,-2 0-218,0 0 0,0 1 0,0-1 1,0 0-1,0 0 0,0 1 0,0-1 0,0 0 1,0 0-1,0 1 0,0-1 0,0 0 1,0 0-1,0 0 0,0 1 0,0-1 0,0 0 1,0 0-1,0 1 0,0-1 0,0 0 1,0 0-1,0 0 0,0 1 0,-1-1 0,1 0 1,0 0-1,0 0 0,0 1 0,0-1 1,-1 0-1,1 0 0,0 0 0,0 0 0,0 0 1,-1 1-1,-45 8-6984,9-5 601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15.554"/>
    </inkml:context>
    <inkml:brush xml:id="br0">
      <inkml:brushProperty name="width" value="0.05" units="cm"/>
      <inkml:brushProperty name="height" value="0.05" units="cm"/>
      <inkml:brushProperty name="color" value="#004F8B"/>
    </inkml:brush>
  </inkml:definitions>
  <inkml:trace contextRef="#ctx0" brushRef="#br0">0 1074 5841,'0'0'7807,"4"0"-7411,12 0 55,-4 0 2220,4-25-1104,8-45-1011,34-76-428,83-187-172,-38 81-327,-48 121 276,-37 95 86,-14 29 20,0 0 0,0 0-1,-1 0 1,0 0 0,-1 0-1,1-1 1,-1 1 0,2-16 0,-4 23-13,0 15-290,0 364 1040,-1-377-745,1 0 0,0-1 0,0 1-1,0 0 1,1 0 0,-1-1-1,0 1 1,1 0 0,-1 0-1,1-1 1,-1 1 0,1-1-1,0 1 1,0 0 0,0-1-1,0 1 1,0-1 0,0 0-1,0 1 1,0-1 0,3 2 0,-3-2 12,1-1 0,0 1 0,0 0 0,0-1 0,1 1 0,-1-1 0,0 1 0,0-1 0,0 0 0,0 0 0,0 0 0,0 0 0,0-1 0,1 1 0,-1 0 0,0-1 0,3-1 0,1 0 31,0-1 0,0 0 1,0 0-1,-1 0 0,1-1 0,-1 0 1,0 0-1,0 0 0,8-10 0,37-50 52,-35 43-82,-2 4 63,23-30 329,-2-1 1,-3-2-1,27-55 0,-33 245 1727,-24-137-2094,60 235 115,-37-150-134,-15-50-1978,-1-1-1,-1 1 1,-3 1 0,1 47-1</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16.098"/>
    </inkml:context>
    <inkml:brush xml:id="br0">
      <inkml:brushProperty name="width" value="0.05" units="cm"/>
      <inkml:brushProperty name="height" value="0.05" units="cm"/>
      <inkml:brushProperty name="color" value="#004F8B"/>
    </inkml:brush>
  </inkml:definitions>
  <inkml:trace contextRef="#ctx0" brushRef="#br0">0 1 8362,'0'0'10747,"11"0"-10061,-5 1-572,-2-2-28,0 1 0,1 0 0,-1 0 0,0 1 0,0-1 0,1 1 0,-1 0 0,0 0 0,0 1 0,0-1 0,0 1 0,0 0 1,0 0-1,-1 0 0,1 0 0,0 1 0,4 4 0,55 91 1390,-56-88-1431,-5-6-44,0-1 0,1 0 1,-1 1-1,1-1 0,0 0 0,0 0 1,4 3-1,17 15-1092,-23-18 319</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16.491"/>
    </inkml:context>
    <inkml:brush xml:id="br0">
      <inkml:brushProperty name="width" value="0.05" units="cm"/>
      <inkml:brushProperty name="height" value="0.05" units="cm"/>
      <inkml:brushProperty name="color" value="#004F8B"/>
    </inkml:brush>
  </inkml:definitions>
  <inkml:trace contextRef="#ctx0" brushRef="#br0">706 1 6489,'0'0'8785,"4"0"-7728,11 0 48,-11 0 1534,-4 3-2084,0 2-457,-1 0 1,0-1 0,0 1-1,0 0 1,0 0-1,-1-1 1,0 1 0,0-1-1,0 1 1,-1-1-1,-3 6 1,-40 45 573,27-34-527,-74 82 141,-51 64-221,-110 191-895,231-324-472,-32 38 0,46-61-587,-1-1 1,-1 0 0,-21 15-1,22-14-3263</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17.105"/>
    </inkml:context>
    <inkml:brush xml:id="br0">
      <inkml:brushProperty name="width" value="0.05" units="cm"/>
      <inkml:brushProperty name="height" value="0.05" units="cm"/>
      <inkml:brushProperty name="color" value="#004F8B"/>
    </inkml:brush>
  </inkml:definitions>
  <inkml:trace contextRef="#ctx0" brushRef="#br0">573 1 9554,'0'0'8878,"-24"0"-8497,-77 3 49,93-2-372,0 1 1,0-1 0,0 1-1,0 0 1,0 1-1,1 0 1,-1 0-1,1 1 1,-9 5 0,-4 2 51,-14 8 137,0 0-1,1 2 1,-54 47 0,70-52-205,0 0-1,1 1 1,1 1 0,1 1-1,1 0 1,0 1 0,-16 36-1,25-46-60,0 0-1,1 1 0,1-1 0,-1 1 1,2-1-1,-1 1 0,1 0 1,1 0-1,0 0 0,1-1 1,0 1-1,2 11 0,-1-18-17,-1-1-1,1 0 1,0 0-1,0 0 1,0 0-1,0 0 1,1 0-1,-1-1 1,1 1 0,-1-1-1,1 0 1,0 0-1,0 0 1,0 0-1,0 0 1,1 0-1,-1-1 1,0 1-1,1-1 1,3 1 0,8 2-28,0-1 1,-1 0 0,23 1 0,-11-2 30,-1-1 0,49-4 0,-65 1 37,1 0 0,-1 0 1,1 0-1,-1-1 0,0-1 0,0 1 1,-1-2-1,1 1 0,-1-1 0,14-10 1,-10 4 59,0 0 1,-1 0 0,0-1-1,0-1 1,-2 1 0,0-2 0,0 1-1,-1-1 1,0-1 0,-2 0-1,0 0 1,0 0 0,-1 0 0,-1-1-1,-1 0 1,0 0 0,-1 0-1,-1 0 1,0 0 0,-1 0 0,-3-17-1,2 27 22,0-1-1,0 1 1,-1 0 0,0-1-1,0 1 1,-1 0 0,0 1-1,0-1 1,0 0-1,-1 1 1,0 0 0,-6-8-1,-4-1 66,-1 0-1,-25-20 1,35 31-183,0 0 1,0 0 0,0 0 0,0 0-1,-1 1 1,1 0 0,-1 0-1,1 0 1,-1 1 0,0-1 0,0 2-1,0-1 1,0 1 0,0-1 0,-7 2-1,11-1-78,1 1-1,0-1 1,-1 1-1,1 0 0,0-1 1,-1 1-1,1 0 0,0 0 1,0-1-1,0 1 1,0 0-1,0 0 0,0 0 1,0 1-1,0-1 1,0 0-1,0 0 0,1 0 1,-1 1-1,0-1 0,1 0 1,-1 1-1,1-1 1,-1 3-1,-10 42-2280,8-35 1420,-4 36-4328,5-3-2164</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17.537"/>
    </inkml:context>
    <inkml:brush xml:id="br0">
      <inkml:brushProperty name="width" value="0.05" units="cm"/>
      <inkml:brushProperty name="height" value="0.05" units="cm"/>
      <inkml:brushProperty name="color" value="#004F8B"/>
    </inkml:brush>
  </inkml:definitions>
  <inkml:trace contextRef="#ctx0" brushRef="#br0">0 220 8690,'0'0'9257,"2"13"-8592,0 4-494,2 48 243,-4-64-377,0 1 0,0-1-1,0 0 1,0 0-1,0 1 1,1-1-1,-1 0 1,0 0-1,1 0 1,-1 0 0,1 0-1,-1 0 1,1 1-1,-1-1 1,1 0-1,0 0 1,0-1 0,0 2-1,0-1 19,-1-1 1,1 0-1,-1 0 0,1 0 1,0 0-1,-1 0 0,1 0 1,-1 0-1,1 0 0,-1 0 1,1-1-1,-1 1 0,1 0 1,-1 0-1,1 0 0,-1-1 0,1 1 1,-1 0-1,1 0 0,-1-1 1,1 1-1,-1 0 0,0-1 1,1 1-1,-1-1 0,0 1 1,1-1-1,-1 1 0,0 0 1,1-1-1,-1 1 0,0-1 1,0 1-1,0-1 0,1 1 0,-1-1 1,0 0-1,0 1 0,0-1 1,0 1-1,0-2 0,11-28 222,-1 2 7,24-50 1,-19 51-312,-6 9-81,0 0 1,2 1 0,0 0-1,1 0 1,0 1-1,30-27 1,-21 32-463,-20 10 389,-1 1 0,1-1 0,0 1 0,-1 0 0,1-1 0,0 1 0,0 0 0,-1 0 0,1 0 0,0-1 0,0 1 0,0 0 0,-1 0 0,1 0 0,0 0 0,0 0 0,0 0 0,-1 1 0,1-1 0,0 0 0,0 0 0,-1 0 0,1 1 0,0-1 0,0 0 0,-1 1 0,1-1 0,0 1 0,0 0 0,2 15-5012,4 8-2495</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18.501"/>
    </inkml:context>
    <inkml:brush xml:id="br0">
      <inkml:brushProperty name="width" value="0.05" units="cm"/>
      <inkml:brushProperty name="height" value="0.05" units="cm"/>
      <inkml:brushProperty name="color" value="#004F8B"/>
    </inkml:brush>
  </inkml:definitions>
  <inkml:trace contextRef="#ctx0" brushRef="#br0">435 177 3225,'0'0'7981,"0"-4"-7467,0 2-454,0 0 1,0 1-1,0-1 1,0 0-1,0 1 1,-1-1-1,1 0 1,-1 1-1,1-1 1,-1 1-1,1-1 1,-1 1-1,0-1 1,0 1-1,0-1 1,0 1-1,0 0 1,0-1-1,0 1 1,0 0-1,0 0 1,-1 0-1,1 0 1,0 0-1,-1 0 1,1 0-1,-3-1 1,3 0 222,-1 0 0,1 0 0,0 0 1,0 0-1,0-1 0,0 1 1,0 0-1,1-1 0,-1 1 0,1 0 1,0-1-1,-1 1 0,1-1 0,0 1 1,0-1-1,1 1 0,-1-1 1,0 1-1,2-4 0,-2 2 177,1-1 1,-1 1-1,0 0 0,0-1 0,0 1 1,-2-8-1,1 9-470,-1 1 0,1-1 0,-1 0 1,0 1-1,1 0 0,-1-1 0,0 1 0,-1 0 0,1 0 1,0 0-1,0 0 0,-1 0 0,1 1 0,-1-1 1,0 1-1,1 0 0,-1 0 0,0 0 0,0 0 1,0 0-1,0 0 0,-4 0 0,-9-1-80,-1 1-1,1 0 1,-18 2-1,8 0 17,18-1 56,0 0 0,-1 1 1,2 0-1,-1 1 0,0-1 0,0 1 0,0 1 0,1-1 0,-1 1 0,1 1 0,0 0 0,0 0 0,0 0 0,0 0 0,1 1 0,0 0 1,0 1-1,0 0 0,1-1 0,0 2 0,0-1 0,0 1 0,1-1 0,0 1 0,0 0 0,0 1 0,1-1 0,1 1 0,-1-1 1,1 1-1,0 0 0,1 0 0,-1 13 0,1-16-50,1-1 1,0 0-1,0 1 0,1-1 1,-1 0-1,1 1 0,0-1 1,0 0-1,0 1 0,4 5 1,-3-7 4,0-1 0,1 0 0,-1 0 0,1 0 0,-1 0 0,1 0 1,0 0-1,0-1 0,0 1 0,0-1 0,0 0 0,0 0 1,0 0-1,7 1 0,14 2 58,1-1 0,0-1 0,0-1 0,41-4 0,-57 2 10,0 0 6,0 0 0,1-1 1,-1 0-1,0 0 0,0-1 0,-1 0 0,1-1 1,10-6-1,7-6 22,29-22-1,-3 1-8,-39 26 57,-7 6 760,-6 16-496,-17 54-290,-3 16 45,13-20-98,4 119 1,4-105-37,-1-15-5,3 0 0,20 106 1,8-36-197,-13-62-9,-3 1 0,-3 0 1,4 110-1,-15-177 269,-1 1 0,0-1 1,0 0-1,0 1 0,0-1 0,0 1 0,0-1 0,-1 1 0,1-1 1,-1 1-1,0-1 0,0 0 0,0 1 0,0-1 0,0 0 0,0 0 0,-2 3 1,-1-3 89,1-1 1,0 0 0,-1 0 0,1 0 0,0 0 0,-1-1 0,1 1 0,-1-1 0,0 0-1,1 0 1,-7-1 0,0 2-21,0-1 0,1-1 0,-1 0 0,0 0 0,0-1 0,1-1 0,-1 1 0,1-1-1,-1-1 1,1 0 0,-9-5 0,-68-41 235,-120-49 0,178 88-308,16 7-23,0 0 0,0-2-1,0 1 1,1-1 0,-20-15 0,61 18-9564,-6 3 4039</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31.796"/>
    </inkml:context>
    <inkml:brush xml:id="br0">
      <inkml:brushProperty name="width" value="0.05" units="cm"/>
      <inkml:brushProperty name="height" value="0.05" units="cm"/>
      <inkml:brushProperty name="color" value="#004F8B"/>
    </inkml:brush>
  </inkml:definitions>
  <inkml:trace contextRef="#ctx0" brushRef="#br0">0 0 4401,'0'0'8031,"0"39"-7007,0 129-185,0 482 2344,0-236-7720,0-426 1555,0-13-1208</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32.837"/>
    </inkml:context>
    <inkml:brush xml:id="br0">
      <inkml:brushProperty name="width" value="0.05" units="cm"/>
      <inkml:brushProperty name="height" value="0.05" units="cm"/>
      <inkml:brushProperty name="color" value="#004F8B"/>
    </inkml:brush>
  </inkml:definitions>
  <inkml:trace contextRef="#ctx0" brushRef="#br0">12 221 1568,'0'0'5079,"-3"1"-4528,3-1-471,-1 0 0,1 0 0,0 0 0,-1 0 0,1 0 0,-1 1 0,1-1 0,0 0 0,-1 0 0,1 0 0,-1 1 0,1-1 0,0 0 0,-1 0 0,1 1 0,0-1 0,0 0 0,-1 1 0,1-1 0,0 0 0,-1 1 0,1-1 0,0 1 0,0-1 1,0 0-1,0 1 0,-1-1 0,1 1 0,11 5 1179,33 0-251,-37-6-806,309 5 1170,-179-6-1078,452-37 271,-1-43-502,-480 64-54,387-67 743,-468 79-482,22-10 1734,-40 9-203,-32 10-1241,22-4-565,-1 0 1,1 1-1,0-1 1,0 0 0,0 1-1,0-1 1,0 1 0,-1-1-1,1 1 1,0-1 0,0 1-1,0 0 1,1-1 0,-1 1-1,0 0 1,0 0-1,0 0 1,0 0 0,1 0-1,-1 0 1,1 0 0,-1 0-1,0 0 1,1 0 0,-1 2-1,1-2-3,3 5-355,7 5 376,1-1 0,1 1 0,0-2 0,0 0 0,21 12 0,2 2 52,17 10 137,2-2-1,114 48 0,129 27 235,-86-34-348,-207-70-84,69 24 95,126 66 1,-178-78 315,37 31 0,-41-31-135,0-1 0,29 18 0,-37-26-234,-1-1 0,1 0-1,0 0 1,10 2 0,-18-6-67,-1 0 1,0 0-1,0 0 0,1 0 0,-1 0 1,0 0-1,0 0 0,0 0 0,1 0 1,-1 0-1,0 0 0,0 0 0,1 0 1,-1 0-1,0 0 0,0 0 0,0 0 1,1 0-1,-1 0 0,0 0 1,0 0-1,0 0 0,1 1 0,-1-1 1,0 0-1,0 0 0,0 0 0,1 0 1,-1 1-1,0-1 0,0 0 0,0 0 1,0 0-1,0 0 0,0 1 0,1-1 1,-1 0-1,0 0 0,0 1 0,0-1 1,0 0-1,0 0 0,0 1 0,-12 3-637,-21 1-577,-17-2-2215,-10 1-3458</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34.252"/>
    </inkml:context>
    <inkml:brush xml:id="br0">
      <inkml:brushProperty name="width" value="0.05" units="cm"/>
      <inkml:brushProperty name="height" value="0.05" units="cm"/>
      <inkml:brushProperty name="color" value="#004F8B"/>
    </inkml:brush>
  </inkml:definitions>
  <inkml:trace contextRef="#ctx0" brushRef="#br0">0 1106 3793,'0'0'7328,"16"-10"-3833,17 9-785,666-24-1773,167-43-193,-694 62 3101,20-1-3643,-80-1 349,-110 8 565,15-5-1964,119-114 1099,-136 119-251,559-421-318,-487 371 177,299-188-198,-308 203 438,2 3 0,114-40-1,-173 70 9,-5 3-77,0-2 1,-1 1-1,1 0 0,-1 0 0,1 0 1,0 0-1,-1 0 0,1 0 1,0-1-1,-1 1 0,1 0 1,-1 0-1,1-1 0,-1 1 1,1 0-1,-1-1 0,1 1 1,-1-1-1,2-1 2084,-14 5-7412,-49 36-1980,23-21 260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36.243"/>
    </inkml:context>
    <inkml:brush xml:id="br0">
      <inkml:brushProperty name="width" value="0.05" units="cm"/>
      <inkml:brushProperty name="height" value="0.05" units="cm"/>
      <inkml:brushProperty name="color" value="#004F8B"/>
    </inkml:brush>
  </inkml:definitions>
  <inkml:trace contextRef="#ctx0" brushRef="#br0">119 10 7906,'0'0'9382,"2"-3"-8523,1-3 198,-1 7-426,-2 17-261,-6 35-491,5-49 225,-2 17-13,-19 190 354,-23 137-1271,37-306-112,8-39 679,-1-1 1,1 0-1,-1 0 1,0 1-1,0-1 1,0 0-1,0 0 1,-1 0-1,1 0 0,-2 2 1,-7-1-2694,9-3 2658,0-1-1,0 1 1,1-1-1,-1 1 1,0-1-1,1 0 1,-1 1-1,0-1 1,1 0-1,-1 1 1,1-1-1,-1 0 1,1 0-1,0 0 1,-1 1-1,1-1 1,-1-1-1,-6-26-6488</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36.617"/>
    </inkml:context>
    <inkml:brush xml:id="br0">
      <inkml:brushProperty name="width" value="0.05" units="cm"/>
      <inkml:brushProperty name="height" value="0.05" units="cm"/>
      <inkml:brushProperty name="color" value="#004F8B"/>
    </inkml:brush>
  </inkml:definitions>
  <inkml:trace contextRef="#ctx0" brushRef="#br0">1 95 10970,'0'0'7669,"39"-10"-6859,133-32-380,-113 30-339,0 3-1,109-3 1,-82 8-212,-57 1-169,17 1-263,-15 3-2552,-36 6 935,-8 7 1171,-1 0 1,0-1-1,-28 21 0,-21 5-3293</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36.957"/>
    </inkml:context>
    <inkml:brush xml:id="br0">
      <inkml:brushProperty name="width" value="0.05" units="cm"/>
      <inkml:brushProperty name="height" value="0.05" units="cm"/>
      <inkml:brushProperty name="color" value="#004F8B"/>
    </inkml:brush>
  </inkml:definitions>
  <inkml:trace contextRef="#ctx0" brushRef="#br0">0 0 5881,'0'0'12595,"198"0"-11915,-127 0-384,9 0-216,-9 0-80,-8 7-456,1 0-872,-9 8-1473,-23-8-2304</inkml:trace>
  <inkml:trace contextRef="#ctx0" brushRef="#br0" timeOffset="1">689 121 6545,'0'0'12475,"0"107"-12355,0-82-72,0-11-48,0-3-112,8-7-1096,0-29-5274,0-14-1407</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37.315"/>
    </inkml:context>
    <inkml:brush xml:id="br0">
      <inkml:brushProperty name="width" value="0.05" units="cm"/>
      <inkml:brushProperty name="height" value="0.05" units="cm"/>
      <inkml:brushProperty name="color" value="#004F8B"/>
    </inkml:brush>
  </inkml:definitions>
  <inkml:trace contextRef="#ctx0" brushRef="#br0">1 0 10906,'0'0'6786,"0"246"-8058,0-192-1689,0-11-3128</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37.678"/>
    </inkml:context>
    <inkml:brush xml:id="br0">
      <inkml:brushProperty name="width" value="0.05" units="cm"/>
      <inkml:brushProperty name="height" value="0.05" units="cm"/>
      <inkml:brushProperty name="color" value="#004F8B"/>
    </inkml:brush>
  </inkml:definitions>
  <inkml:trace contextRef="#ctx0" brushRef="#br0">0 0 8786,'0'0'10605,"4"15"-10013,5 14-303,0-1 0,17 34 0,-25-60-292,1 0 0,0 0 0,-1 0 0,1 0 0,0 0 0,0 0 0,0 0 0,0 0 0,0-1 0,1 1 0,-1-1 0,0 0 0,1 0 1,-1 1-1,1-2 0,0 1 0,-1 0 0,1 0 0,-1-1 0,1 0 0,0 1 0,0-1 0,-1 0 0,1 0 0,5-1 0,-1 0 8,1 0 0,0 0 0,-1-1 0,1 0 0,-1-1 0,0 1 0,11-6-1,27-20 4,28-14 2,-72 42-15,-1 0 0,1 0 0,-1 0 0,0 0 0,1 0 0,-1 0 0,0 1 0,1-1 0,-1 0 0,0 0 0,1 0 1,-1 1-1,0-1 0,0 0 0,1 0 0,-1 1 0,0-1 0,0 0 0,0 1 0,1-1 0,-1 0 0,0 1 0,0-1 0,0 0 0,0 1 0,0-1 1,1 0-1,-1 1 0,0-1 0,0 1 0,0-1 0,0 0 0,0 1 0,0-1 0,0 0 0,-1 1 0,1 0 0,2 27-31,0-5-380,2-15-577,1 1 0,0-1 0,0-1 1,0 1-1,1-1 0,9 9 0,1-4-4749</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38.008"/>
    </inkml:context>
    <inkml:brush xml:id="br0">
      <inkml:brushProperty name="width" value="0.05" units="cm"/>
      <inkml:brushProperty name="height" value="0.05" units="cm"/>
      <inkml:brushProperty name="color" value="#004F8B"/>
    </inkml:brush>
  </inkml:definitions>
  <inkml:trace contextRef="#ctx0" brushRef="#br0">365 0 9898,'0'0'9525,"-40"3"-8544,-125 15-479,160-18-479,0 1-1,0 0 1,0 0 0,-1 0-1,1 1 1,0 0 0,1 0 0,-1 0-1,0 0 1,1 1 0,-1 0-1,1 0 1,0 0 0,0 0 0,0 1-1,0 0 1,1 0 0,-1 0-1,1 0 1,-3 5 0,-2 2 33,2-3-50,-1 0-1,1 1 1,1 0-1,0 1 0,0-1 1,1 1-1,0 0 1,1 0-1,0 0 1,0 0-1,1 0 1,-1 19-1,3-28-18,0 0 0,0 0 1,0 0-1,0 0 0,0 0 0,1 0 1,-1 0-1,0-1 0,1 1 0,-1 0 1,0 0-1,1 0 0,-1-1 1,1 1-1,0 0 0,-1 0 0,1-1 1,0 1-1,-1-1 0,1 1 0,0 0 1,1 0-1,26 8-192,41-8 58,-51-2 178,-6 1-33,1 0-1,-1-1 0,0 0 1,0-1-1,0-1 0,0 0 1,-1 0-1,1-1 0,-1-1 1,0 0-1,0-1 0,0 0 1,18-14-1,-29 20 23,0 0 1,1 0-1,-1 0 1,0 0-1,0 0 0,0 0 1,0 0-1,0 0 0,1 0 1,-1 0-1,0 0 0,0 0 1,0 0-1,0 0 0,1 0 1,-1 0-1,0 0 0,0 0 1,0 0-1,0 0 0,1 0 1,-1 0-1,0 0 0,0 0 1,0 0-1,0 0 0,0 0 1,1 0-1,-1 0 1,0 0-1,0 0 0,0 0 1,0 1-1,0-1 0,0 0 1,1 0-1,-1 0 0,0 0 1,0 0-1,0 0 0,0 1 1,0-1-1,0 0 0,0 0 1,0 0-1,0 0 0,0 1 1,0-1-1,0 0 1,3 16 100,-2 24-1135,-2-33 706,1 81-6908,0-69 1014</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38.350"/>
    </inkml:context>
    <inkml:brush xml:id="br0">
      <inkml:brushProperty name="width" value="0.05" units="cm"/>
      <inkml:brushProperty name="height" value="0.05" units="cm"/>
      <inkml:brushProperty name="color" value="#004F8B"/>
    </inkml:brush>
  </inkml:definitions>
  <inkml:trace contextRef="#ctx0" brushRef="#br0">1 54 10138,'0'0'10197,"4"1"-9447,-1 1-614,1-1 0,-1 1 1,0 0-1,0 1 1,0-1-1,0 0 1,-1 1-1,1 0 1,-1 0-1,1-1 1,-1 1-1,0 1 1,0-1-1,0 0 1,2 7-1,-1-3-50,1-1 0,0 0 0,0 0-1,7 8 1,-9-12-84,0 0 0,1 0 0,-1-1 0,0 1 0,0-1 0,1 1 0,-1-1 0,0 0 0,1 0 0,-1 0 1,1 0-1,0-1 0,-1 1 0,1-1 0,0 0 0,4 1 0,2-1-32,0 1 1,-1-1 0,1 0-1,0-1 1,0 0 0,-1-1-1,1 0 1,-1 0 0,1-1-1,-1 0 1,0 0 0,0-1-1,14-8 1,117-94-1547,-120 85 1669,-18 19 950,-2 5-698,-19 38 325,12-26-591,1 0 0,0 0 0,1 0 0,1 1 0,0 0 0,1 0 0,1 1 0,-2 28 0,4-43-226,1 0 1,0 0 0,0 1 0,1-1 0,-1 0 0,0 0 0,1 0-1,-1 0 1,1 0 0,-1 0 0,1 0 0,0 0 0,0 0-1,0-1 1,0 1 0,0 0 0,1-1 0,-1 1 0,1 0 0,1 1-1,0-1-570,1 0-1,0 0 1,0-1-1,0 1 1,0-1-1,0 0 0,0 0 1,0 0-1,8 0 1,20 0-7020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38.695"/>
    </inkml:context>
    <inkml:brush xml:id="br0">
      <inkml:brushProperty name="width" value="0.05" units="cm"/>
      <inkml:brushProperty name="height" value="0.05" units="cm"/>
      <inkml:brushProperty name="color" value="#004F8B"/>
    </inkml:brush>
  </inkml:definitions>
  <inkml:trace contextRef="#ctx0" brushRef="#br0">201 14 3937,'0'0'15707,"-2"-2"-14311,-2 0-1294,0 1 0,1-1 0,-1 1 0,0-1 0,0 1 0,0 0 0,0 1 0,0-1 0,0 1-1,0 0 1,0 0 0,0 0 0,0 0 0,0 1 0,0-1 0,0 1 0,0 0 0,0 1-1,0-1 1,0 1 0,0-1 0,1 1 0,-4 3 0,-3 0-109,1 1 0,0 0 0,0 1-1,0 0 1,1 0 0,0 1 0,-11 15 0,15-17-7,1 0 0,1 1 0,-1-1 0,1 1 0,1-1 0,-1 1 0,1 0 0,0 0 0,0 0 0,1-1 0,0 1 0,0 0 0,2 7 0,-2 10-122,0-21 80,1 0 0,-1 0 1,0 0-1,1 0 0,0 0 0,-1 0 0,1 0 1,0-1-1,0 1 0,1 0 0,-1 0 1,1-1-1,-1 1 0,1-1 0,0 1 0,3 2 1,-1-1-92,1 0 1,-1-1 0,1 1 0,0-1-1,0 0 1,1-1 0,10 5 0,5-1-412,1-1 1,-1 0-1,33 2 1,-46-7 412,87 9-2296,-6-7-2440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39.052"/>
    </inkml:context>
    <inkml:brush xml:id="br0">
      <inkml:brushProperty name="width" value="0.05" units="cm"/>
      <inkml:brushProperty name="height" value="0.05" units="cm"/>
      <inkml:brushProperty name="color" value="#004F8B"/>
    </inkml:brush>
  </inkml:definitions>
  <inkml:trace contextRef="#ctx0" brushRef="#br0">72 538 11402,'0'0'11075,"-55"-7"-11011,47 32-64,8 0-16,-8 7-136,8-3-664,0 3-873,0-7-1223,0-11-2938</inkml:trace>
  <inkml:trace contextRef="#ctx0" brushRef="#br0" timeOffset="1">207 0 11498,'0'0'6610,"-16"100"-10955,24-57-2745</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39.440"/>
    </inkml:context>
    <inkml:brush xml:id="br0">
      <inkml:brushProperty name="width" value="0.05" units="cm"/>
      <inkml:brushProperty name="height" value="0.05" units="cm"/>
      <inkml:brushProperty name="color" value="#004F8B"/>
    </inkml:brush>
  </inkml:definitions>
  <inkml:trace contextRef="#ctx0" brushRef="#br0">294 1 288,'0'0'18833,"-33"14"-17959,-106 51-397,122-57-375,0 1 0,-24 17 0,36-21-76,0-1 0,0 1 0,1-1 0,0 1-1,0 1 1,-5 7 0,7-10-37,0 1 0,1 0 0,0 0 0,-1 0 0,1 1 0,1-1 0,-1 0 0,0 0 0,1 0 0,0 9 0,0-11-9,1-1 6,-1 0 0,1 0 0,-1 0 0,1 0 0,0-1 0,-1 1 0,1 0 1,0 0-1,-1 0 0,1-1 0,0 1 0,0 0 0,0-1 0,0 1 0,-1-1 0,1 1 0,0-1 1,0 1-1,0-1 0,0 0 0,0 1 0,0-1 0,0 0 0,0 0 0,1 0 0,-1 0 0,0 0 0,0 0 1,1 0-1,4 1-59,37 5 22,1-3-1,-1-1 1,54-4 0,-9 0-140,-88 2 139,1 1 0,0-1-1,0 0 1,-1 1 0,1-1 0,0 1-1,-1-1 1,1 1 0,-1 0 0,1-1-1,-1 1 1,1 0 0,-1-1 0,1 1-1,-1 0 1,1-1 0,-1 1 0,0 0-1,0 0 1,1-1 0,-1 1 0,0 0-1,0 0 1,0 0 0,0-1-1,0 1 1,0 0 0,0 0 0,0 1-1,7 20-6027,8-8-1427</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39.857"/>
    </inkml:context>
    <inkml:brush xml:id="br0">
      <inkml:brushProperty name="width" value="0.05" units="cm"/>
      <inkml:brushProperty name="height" value="0.05" units="cm"/>
      <inkml:brushProperty name="color" value="#004F8B"/>
    </inkml:brush>
  </inkml:definitions>
  <inkml:trace contextRef="#ctx0" brushRef="#br0">365 1 8666,'0'0'13747,"-182"267"-13139,134-185-240,17 7-272,-1-7-80,16 0-8,-8 4-8,8-8-512,9 4-1897,-1-14-2744,8-26-3112</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40.853"/>
    </inkml:context>
    <inkml:brush xml:id="br0">
      <inkml:brushProperty name="width" value="0.05" units="cm"/>
      <inkml:brushProperty name="height" value="0.05" units="cm"/>
      <inkml:brushProperty name="color" value="#004F8B"/>
    </inkml:brush>
  </inkml:definitions>
  <inkml:trace contextRef="#ctx0" brushRef="#br0">294 1 8186,'0'0'10202,"-190"217"-9682,158-153-280,8-10-128,16-1-112,0-10-8,0-14-696,0-22-928,-7-7-8411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41.197"/>
    </inkml:context>
    <inkml:brush xml:id="br0">
      <inkml:brushProperty name="width" value="0.05" units="cm"/>
      <inkml:brushProperty name="height" value="0.05" units="cm"/>
      <inkml:brushProperty name="color" value="#004F8B"/>
    </inkml:brush>
  </inkml:definitions>
  <inkml:trace contextRef="#ctx0" brushRef="#br0">0 101 10610,'0'0'8330,"43"-9"-7755,-5 1-439,51-9 303,115-9-1,337-14 537,-514 40-1710,-37 6-2339,-107 63-3340,47-34-1281</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41.553"/>
    </inkml:context>
    <inkml:brush xml:id="br0">
      <inkml:brushProperty name="width" value="0.05" units="cm"/>
      <inkml:brushProperty name="height" value="0.05" units="cm"/>
      <inkml:brushProperty name="color" value="#004F8B"/>
    </inkml:brush>
  </inkml:definitions>
  <inkml:trace contextRef="#ctx0" brushRef="#br0">1 33 6145,'0'0'8574,"34"2"-6269,-15 0-2031,238 8 1907,-204-10-1796,60 2 163,1-6 1,159-25-1,-252 26-551,-14 2-34,1 0 0,-1-1-1,1 1 1,11-6-1,-17 7-750,-5 0-1014,-13 0-1221,-13 0-1585</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41.911"/>
    </inkml:context>
    <inkml:brush xml:id="br0">
      <inkml:brushProperty name="width" value="0.05" units="cm"/>
      <inkml:brushProperty name="height" value="0.05" units="cm"/>
      <inkml:brushProperty name="color" value="#004F8B"/>
    </inkml:brush>
  </inkml:definitions>
  <inkml:trace contextRef="#ctx0" brushRef="#br0">1 0 6513,'0'0'13773,"4"2"-12644,-1 0-996,1 1-1,-1 0 1,1-1 0,-1 1-1,0 0 1,-1 0-1,1 1 1,0-1 0,2 5-1,-2-2-108,1-1 0,0 0 0,0 0 0,1 0 0,-1-1 0,6 5 0,-5-8-116,-1 0 1,0 1-1,1-2 0,-1 1 1,1 0-1,-1-1 1,1 0-1,-1 0 0,1 0 1,6-1-1,5 0 36,5-1-46,1-1 1,-1-1-1,1-1 1,-1-1-1,0 0 1,27-14 0,-28 12 100,-8 2-26,-11 5 209,1 0 0,-1 0 0,1 0 0,-1 1 0,1-1 0,-1 0 0,1 1 0,0-1 0,0 1 1,-1-1-1,3 1 0,-5 33 302,0-28-693,-7 50 478,7-51-807,1-1 0,0 1-1,0-1 1,1 1-1,-1-1 1,1 0 0,0 1-1,1 3 1,4-1-4363</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42.289"/>
    </inkml:context>
    <inkml:brush xml:id="br0">
      <inkml:brushProperty name="width" value="0.05" units="cm"/>
      <inkml:brushProperty name="height" value="0.05" units="cm"/>
      <inkml:brushProperty name="color" value="#004F8B"/>
    </inkml:brush>
  </inkml:definitions>
  <inkml:trace contextRef="#ctx0" brushRef="#br0">223 2 96,'0'0'21374,"-4"0"-20594,-4 0-569,7 0-188,0-1 0,0 1 0,-1 0 0,1 0 0,0 0-1,0 0 1,0 0 0,-1 0 0,1 0 0,0 0 0,0 0-1,0 0 1,-1 1 0,1-1 0,0 0 0,0 1-1,0-1 1,0 1 0,0-1 0,0 1 0,0 0 0,0 0-1,0-1 1,0 1 0,0 0 0,0 0 0,0 0 0,1 0-1,-1 0 1,0 0 0,1 0 0,-1 0 0,1 0 0,-1 0-1,1 0 1,-1 0 0,1 0 0,0 1 0,-1-1-1,1 0 1,0 0 0,0 0 0,0 1 0,0-1 0,0 0-1,0 0 1,1 3 0,-1-2-68,-1 16-575,2-1-1,0 1 1,0-1 0,2 1 0,8 31 0,-9-44 450,-1 1-1,1 0 1,-1 0 0,0 0 0,-1 0-1,1 11 1,-1-14 164,-1 0-1,1-1 1,-1 1-1,0 0 1,1-1 0,-1 1-1,0-1 1,-1 1-1,1-1 1,0 0 0,-1 1-1,1-1 1,-1 0-1,0 0 1,0 0 0,0 0-1,0 0 1,-3 2-1,-10 5-19,-1 0-1,0-1 0,0 0 1,-1-1-1,0-1 0,0-1 1,-31 6-1,47-11-516,-5 0 262,4-18-13350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42.649"/>
    </inkml:context>
    <inkml:brush xml:id="br0">
      <inkml:brushProperty name="width" value="0.05" units="cm"/>
      <inkml:brushProperty name="height" value="0.05" units="cm"/>
      <inkml:brushProperty name="color" value="#004F8B"/>
    </inkml:brush>
  </inkml:definitions>
  <inkml:trace contextRef="#ctx0" brushRef="#br0">428 1 4369,'0'0'16671,"-9"12"-15924,-5 5-458,-16 21 178,1 1-1,-25 48 1,17-16-320,-4 6-104,3 1 1,-27 85-1,58-141-460,-1 0-1,-12 23 1,17-39-234,-1 1-1,0-1 1,-1 0 0,1 0 0,-11 10-1,-4-5-3998,-3-9-2660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42.990"/>
    </inkml:context>
    <inkml:brush xml:id="br0">
      <inkml:brushProperty name="width" value="0.05" units="cm"/>
      <inkml:brushProperty name="height" value="0.05" units="cm"/>
      <inkml:brushProperty name="color" value="#004F8B"/>
    </inkml:brush>
  </inkml:definitions>
  <inkml:trace contextRef="#ctx0" brushRef="#br0">1 19 9402,'0'0'5589,"34"-3"-3464,5 0-1613,173-6 1494,-126 8-1314,-31-1-391,71 6 0,-126-4-287,1 1-1,0-1 1,0 0-1,-1 1 1,1-1-1,0 0 1,-1 1-1,1-1 1,-1 1-1,1-1 1,-1 1-1,1-1 1,-1 1-1,1 0 1,-1-1-1,1 1 1,-1 0-1,0-1 1,1 1-1,-1 0 1,0-1-1,1 1 1,-1 0-1,0 0 1,0-1-1,0 1 1,0 0-1,0 0 1,0 0-1,0-1 1,0 2-1,0 0 20,0 0-1,0 1 1,0-1 0,-1 0-1,1 0 1,-1 0 0,1 0-1,-1 0 1,0 0 0,-1 3-1,-12 12 173,0 0-1,-23 20 0,11-13-99,23-20-137,-7 7-1718,-1 0-1,0-1 1,-1 0-1,0-1 1,-17 10 0,14-17-5808</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43.380"/>
    </inkml:context>
    <inkml:brush xml:id="br0">
      <inkml:brushProperty name="width" value="0.05" units="cm"/>
      <inkml:brushProperty name="height" value="0.05" units="cm"/>
      <inkml:brushProperty name="color" value="#004F8B"/>
    </inkml:brush>
  </inkml:definitions>
  <inkml:trace contextRef="#ctx0" brushRef="#br0">0 4 12779,'0'0'9090,"0"-4"-10067,0 29 17,0 0-832,0 0-1329,0-11-4760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43.940"/>
    </inkml:context>
    <inkml:brush xml:id="br0">
      <inkml:brushProperty name="width" value="0.05" units="cm"/>
      <inkml:brushProperty name="height" value="0.05" units="cm"/>
      <inkml:brushProperty name="color" value="#004F8B"/>
    </inkml:brush>
  </inkml:definitions>
  <inkml:trace contextRef="#ctx0" brushRef="#br0">429 1 912,'0'0'19827,"-8"11"-19660,-15 24 147,2 2-1,2 0 1,-20 51 0,8 3-114,-4 12-428,-4-1 0,-70 130 0,107-228 85,-30 45-1467,29-46 1202,0 0 0,0 0 0,0 0 0,0 0 0,0 0 0,-1-1 0,1 0 0,-1 0-1,0 0 1,1 0 0,-7 2 0,-14-2-4393</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44.423"/>
    </inkml:context>
    <inkml:brush xml:id="br0">
      <inkml:brushProperty name="width" value="0.05" units="cm"/>
      <inkml:brushProperty name="height" value="0.05" units="cm"/>
      <inkml:brushProperty name="color" value="#004F8B"/>
    </inkml:brush>
  </inkml:definitions>
  <inkml:trace contextRef="#ctx0" brushRef="#br0">1 19 9634,'0'0'7356,"38"-3"-5755,127-8-502,93 6 1211,-158 7-1637,-99-2-420,-2 12-259,-4 16-235,1 0-1,1 0 1,1 43 0,3-71 203,0 1 0,0 0 0,0-1 0,1 1 0,-1-1 0,0 1-1,1-1 1,-1 0 0,0 1 0,1-1 0,-1 0 0,0 0 0,1 0-1,-1 0 1,0 0 0,1 0 0,-1 0 0,2-1 0,5 1-18,7-1 141,0-1 1,0 0-1,0 0 0,0-2 1,0 0-1,-1-1 0,0 0 0,0-1 1,0 0-1,0-2 0,-1 1 0,-1-2 1,1 1-1,21-22 0,-31 89 1255,-3-51-1751,0 0 0,-1 0 0,1 0 0,-2 0 0,-2 9-1,-13 19-4632,9-25 315</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44.800"/>
    </inkml:context>
    <inkml:brush xml:id="br0">
      <inkml:brushProperty name="width" value="0.05" units="cm"/>
      <inkml:brushProperty name="height" value="0.05" units="cm"/>
      <inkml:brushProperty name="color" value="#004F8B"/>
    </inkml:brush>
  </inkml:definitions>
  <inkml:trace contextRef="#ctx0" brushRef="#br0">278 1 12067,'0'0'11874,"-95"264"-11674,87-200-104,0-4-24,-8-3-72,8-7 0,-8-3-400,1-12-952,-1-10-1065,-24-10-535,16-15-1825,-7 0-4929</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45.186"/>
    </inkml:context>
    <inkml:brush xml:id="br0">
      <inkml:brushProperty name="width" value="0.05" units="cm"/>
      <inkml:brushProperty name="height" value="0.05" units="cm"/>
      <inkml:brushProperty name="color" value="#004F8B"/>
    </inkml:brush>
  </inkml:definitions>
  <inkml:trace contextRef="#ctx0" brushRef="#br0">0 332 8330,'0'0'8759,"38"-3"-6845,123-6-463,-52 6 312,-108 3-1705,1 0 0,-1 1 0,1-1 0,-1 0 0,1 0 0,-1 1 0,1-1 0,-1 1 0,0-1 0,1 1 0,-1 0 0,1-1 0,-1 1 0,0 0 0,0 0 0,0 0 0,1 0 0,-1 0 0,0 0 0,1 2 1,0 0 5,0 1 1,0-1 0,-1 0-1,0 0 1,0 1 0,0-1-1,0 0 1,1 7 0,-1 4 9,-1-1 0,0 0 0,0 0 0,-4 15 0,3-24-63,0 1-1,-1-1 1,0 0 0,1 0-1,-2 0 1,1 0 0,-5 7-1,4-8-380,1 0-1,0-1 1,0 2-1,1-1 1,-1 0-1,1 0 1,-1 0-1,1 1 1,0-1-1,-1 7 1</inkml:trace>
  <inkml:trace contextRef="#ctx0" brushRef="#br0" timeOffset="1">555 14 11642,'0'0'11123,"0"-14"-11923,-8 43-561,-24 21-831,8-8-521,8-6-2224</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45.743"/>
    </inkml:context>
    <inkml:brush xml:id="br0">
      <inkml:brushProperty name="width" value="0.05" units="cm"/>
      <inkml:brushProperty name="height" value="0.05" units="cm"/>
      <inkml:brushProperty name="color" value="#004F8B"/>
    </inkml:brush>
  </inkml:definitions>
  <inkml:trace contextRef="#ctx0" brushRef="#br0">72 0 5657,'13'215'5584,"-11"-161"-1152,-3-49-3958,0 1 0,-1-1 1,0 0-1,0 0 0,-1 0 1,0 0-1,1 0 0,-2-1 1,-4 8-1,-11 16 45,12-15-423,1 1 1,1-1-1,0 1 0,1 0 1,0 1-1,1-1 0,1 1 0,0 0 1,0 24-1,3-38-95,-1 0 1,1 0-1,-1 0 1,1 0-1,0 0 0,-1 0 1,1 0-1,0 0 1,0 0-1,0 0 1,0-1-1,0 1 0,0 0 1,0-1-1,0 1 1,0 0-1,0-1 0,0 1 1,0-1-1,0 0 1,0 1-1,1-1 1,-1 0-1,0 0 0,0 1 1,0-1-1,1 0 1,-1 0-1,0 0 0,0-1 1,3 1-1,0 0 36,1 0 0,-1-1 0,0 1-1,1-1 1,-1 0 0,1 0 0,-1 0-1,7-3 1,-1-4-61,1 0-1,-1-1 0,0 0 1,-1 0-1,0-1 1,-1 0-1,0-1 1,0 0-1,6-13 1,0-2-211,0-2-1,18-54 1,-28 67 236,1 2 82,-1 0 0,0-1-1,-1 0 1,2-21 0,-5 35-66,-1 0 1,1-1-1,0 1 0,0-1 1,0 1-1,0-1 1,0 1-1,0 0 0,0-1 1,0 1-1,0-1 0,0 1 1,0 0-1,0-1 1,0 1-1,0-1 0,1 1 1,-1 0-1,0-1 0,0 1 1,0-1-1,0 1 1,1 0-1,-1-1 0,0 1 1,0 0-1,1 0 0,-1-1 1,0 1-1,1 0 1,-1 0-1,0-1 0,1 1 1,-1 0-1,1 0 0,-1 0 1,0-1-1,1 1 1,-1 0-1,0 0 0,1 0 1,-1 0-1,1 0 0,-1 0 1,1 0-1,0 0-2,0 1-1,0-1 1,0 1-1,0-1 1,0 1 0,0 0-1,0-1 1,0 1-1,-1 0 1,1 0-1,0-1 1,-1 1 0,1 0-1,0 0 1,-1 0-1,1 2 1,17 51 351,4 8-211,-6-18-102,-14-36-31,1 1-1,-1-1 1,2 0 0,7 15 0,-9-22-18,-1 0 1,1 0-1,-1 0 0,0 0 1,1 0-1,0-1 1,-1 1-1,1 0 1,-1-1-1,1 1 0,0-1 1,0 0-1,-1 1 1,1-1-1,0 0 1,0 0-1,-1 0 0,1 0 1,0 0-1,0-1 1,-1 1-1,1 0 1,0-1-1,-1 0 0,1 1 1,0-1-1,-1 0 1,1 0-1,1-1 0,49-30-302,-50 31 301,10-8-60,1 2 1,0 0-1,0 0 1,15-4-1,19-10 1207,-47 47-301,-1 2-524,-2-1 1,-2 1-1,0-1 0,-14 40 0,16-57-635,-1 1 0,0-1 0,-1 0 0,-1-1 0,-7 12 0,-22 18-4514,4-13-3256</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48.473"/>
    </inkml:context>
    <inkml:brush xml:id="br0">
      <inkml:brushProperty name="width" value="0.05" units="cm"/>
      <inkml:brushProperty name="height" value="0.05" units="cm"/>
      <inkml:brushProperty name="color" value="#004F8B"/>
    </inkml:brush>
  </inkml:definitions>
  <inkml:trace contextRef="#ctx0" brushRef="#br0">30 54 4481,'0'0'9113,"-5"-2"-8676,-16-5-74,18 2 1393,12 3-1617,14 0-445,355 3 411,427-2-730,-486-20 696,-201 10-15,-37 8 7726,-84 3-8132,-71 0-5029,38 0 641,-2 0-3366</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48.891"/>
    </inkml:context>
    <inkml:brush xml:id="br0">
      <inkml:brushProperty name="width" value="0.05" units="cm"/>
      <inkml:brushProperty name="height" value="0.05" units="cm"/>
      <inkml:brushProperty name="color" value="#004F8B"/>
    </inkml:brush>
  </inkml:definitions>
  <inkml:trace contextRef="#ctx0" brushRef="#br0">0 0 5497,'0'0'9550,"36"6"-8416,113 20 97,-129-23-647,0 1 1,38 14 0,-15-4 117,-27-10-563,7 1 62,0 1 1,-1 1 0,42 19 0,-63-25-188,1 0 0,-1 1-1,0-1 1,0 1 0,0-1 0,0 0 0,0 1 0,-1 0 0,1-1 0,0 1-1,-1-1 1,1 1 0,-1 0 0,0 0 0,1-1 0,-1 1 0,0 0 0,0 0-1,0-1 1,0 1 0,0 0 0,-1-1 0,1 1 0,0 0 0,-2 1 0,1 2 33,0 0 1,0 0 0,-1 0 0,0 0-1,0 0 1,0-1 0,-5 7 0,-104 121-766,33-48-4159,39-43-707</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20.373"/>
    </inkml:context>
    <inkml:brush xml:id="br0">
      <inkml:brushProperty name="width" value="0.05" units="cm"/>
      <inkml:brushProperty name="height" value="0.05" units="cm"/>
      <inkml:brushProperty name="color" value="#004F8B"/>
    </inkml:brush>
  </inkml:definitions>
  <inkml:trace contextRef="#ctx0" brushRef="#br0">1 1 4913,'0'0'9519,"0"4"-8750,0 16 11,-1-1-151,1 0 0,1-1 0,6 29 0,-5-31-402,0 0 0,-1 0 1,-1 1-1,-2 22 0,0 5 135,2 350 1176,1-375-1437,1-1 0,6 33 0,3 19 124,1 29-130,-6-54-42,1 53 0,-8 35 80,4 157 286,1-257-385,1 0 0,2 0 0,12 33 0,-11-38-20,0 0 1,-2 1-1,0 0 1,1 42-1,-7 364 697,3-435-693,10 1-3080,-13-2 2870,0 1 0,1 0-1,-1 0 1,0 0 0,1 0-1,-1 0 1,0 0 0,1 0 0,-1 0-1,0-1 1,1 1 0,-1 0-1,0 0 1,1 0 0,-1-1-1,0 1 1,0 0 0,1 0 0,-1-1-1,0 1 1,0 0 0,0 0-1,1-1 1,-1 1 0,0 0 0,0-1-1,0 1 1,0 0 0,0-1-1,0 1 1,0 0 0,0-1 0,1 1-1,-1-1 1,0-12-7270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04.811"/>
    </inkml:context>
    <inkml:brush xml:id="br0">
      <inkml:brushProperty name="width" value="0.05" units="cm"/>
      <inkml:brushProperty name="height" value="0.05" units="cm"/>
      <inkml:brushProperty name="color" value="#004F8B"/>
    </inkml:brush>
  </inkml:definitions>
  <inkml:trace contextRef="#ctx0" brushRef="#br0">0 0 6241,'0'0'4541,"0"23"-3596,0-4-694,0 8 169,2 0 1,0 0 0,7 31-1,2 30 736,-3 178-1,-8-206-915,-16 225 363,15-183-535,-1-14-50,4 0 1,15 101 0,17 37 67,5 236 0,-17-216 175,-13-171-112,18 134 488,18 220 377,-24 60-869,-21-176-112,-4-276-29,-2 0-1,-20 71 1,-2 9 7,18-65-74,3-18-293,2 1 0,-3 59 0,9-98 33,-1 1 0,1 0 0,0 0 0,0 0 0,0-1 1,1 1-1,-1 1 0,5-7 0,2-8-1671,2-18-3936</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06.754"/>
    </inkml:context>
    <inkml:brush xml:id="br0">
      <inkml:brushProperty name="width" value="0.05" units="cm"/>
      <inkml:brushProperty name="height" value="0.05" units="cm"/>
      <inkml:brushProperty name="color" value="#004F8B"/>
    </inkml:brush>
  </inkml:definitions>
  <inkml:trace contextRef="#ctx0" brushRef="#br0">313 716 1400,'0'0'5565,"-22"-20"-5376,-69-62 273,62 53 147,29 29-552,0 0 1,-1-1 0,1 1 0,0-1 0,0 1 0,0 0-1,-1-1 1,1 1 0,0 0 0,0-1 0,0 1-1,0-1 1,0 1 0,0 0 0,-1-1 0,1 1-1,0-1 1,0 1 0,0-1 0,1 1 0,-1 0-1,0-1 1,0 1 0,0-1 0,0 1 0,1-8 1362,-18 8-1035,13 0-389,-1 1 1,1 0-1,-1 1 0,1-1 0,0 1 1,0 0-1,-1 0 0,1 0 1,0 0-1,1 1 0,-6 3 0,-21 13-98,-17 4 21,26-18 3227,136-5-2291,742-25 1197,1671-160-1781,-904 78-53,-5 0 396,-1177 86-603,544-16-8,90-37 270,-6-8 621,-999 82-759,64 0 2949,-137 0-3084,1 1 1,-1-1-1,1 0 1,0 1-1,-1 0 0,1-1 1,0 1-1,0 0 1,0-1-1,-1 1 1,1 0-1,0 0 0,0 0 1,0 0-1,0 0 1,0 0-1,1 0 1,-1 0-1,0 1 0,0-1 1,0 2-1,-16 37 5,11-24-2,-17 51-1,4 1 1,-17 101-1,-51 386 5,62-336-1,-21 163 22,20-58 74,26 5 57,2-140-61,6 205 222,-3-296-65,5 0 1,38 166-1,8 66 119,-40 240 384,-16-432-466,1-109-286,1 0 1,8 34 0,0-2-8,1 5 21,3 29 37,4 47-140,-9-82 40,3 87 0,-12 66 411,0-212-452,6-1-285</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09.243"/>
    </inkml:context>
    <inkml:brush xml:id="br0">
      <inkml:brushProperty name="width" value="0.05" units="cm"/>
      <inkml:brushProperty name="height" value="0.05" units="cm"/>
      <inkml:brushProperty name="color" value="#004F8B"/>
    </inkml:brush>
  </inkml:definitions>
  <inkml:trace contextRef="#ctx0" brushRef="#br0">0 1 5233,'0'0'9862,"0"8"-5716,1 1-3953,0-1-1,0 0 0,5 15 1,2 14 235,13 131 936,-10 388-646,-12-376-722,1-179 89,1-1-93,1 0 7,-1-1 1,1 1 0,0-1-1,-1 1 1,1-1 0,-1 1-1,1-1 1,-1 0-1,0 0 1,1 0 0,-1 0-1,2-1 1,6-5 1,29-10 2,10-5 3,0 2 1,98-28 0,1213-225-286,-1159 237 277,345-60-15,2 30 9,158 34 2,2464 32-1082,-2561 17 1098,-235-2-12,280 21-57,166 3 100,-726-39-15,111-1 1015,-171-2-651,0-2-1,37-10 1,29-4-157,-22 12-15,103 6 1,-95 2 109,-60-3-100,0 0 0,35-9 0,28-3 223,14 4-196,-91 8 362,-10 0 870,-23-2-789,-82 22-2344,13-18-4530,51 0-276</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10.557"/>
    </inkml:context>
    <inkml:brush xml:id="br0">
      <inkml:brushProperty name="width" value="0.05" units="cm"/>
      <inkml:brushProperty name="height" value="0.05" units="cm"/>
      <inkml:brushProperty name="color" value="#004F8B"/>
    </inkml:brush>
  </inkml:definitions>
  <inkml:trace contextRef="#ctx0" brushRef="#br0">0 266 5641,'0'0'8690,"12"-2"-7867,20-2 867,35 0 1,-65 4-1627,-1 0 1,1 0 0,0 1 0,-1-1 0,1 1-1,-1-1 1,1 1 0,-1-1 0,1 1 0,-1 0 0,1 0-1,-1 0 1,0 0 0,1 0 0,-1 0 0,0 0-1,0 1 1,1 1 0,19 29 548,-13-19-378,85 149 525,-19-30-734,-4-4-216,-67-124 164,0 1 0,0 0 0,0-1 0,0 1 0,1-1 0,0 0 0,0 0 1,0-1-1,0 1 0,0-1 0,1 0 0,0 0 0,-1 0 0,1 0 0,0-1 0,1 0 0,-1 0 0,0-1 0,0 1 0,1-1 1,-1 0-1,10 0 0,-13-1 27,0-1 0,1 1 1,-1-1-1,0 0 0,0 1 1,0-1-1,0 0 0,0 0 1,0 0-1,0-1 0,0 1 0,0 0 1,-1-1-1,1 1 0,0-1 1,-1 0-1,1 1 0,-1-1 1,0 0-1,0 0 0,0 0 1,1 0-1,-2 0 0,1 0 1,0 0-1,1-5 0,2-8 22,0-1 0,4-29 1,-6 27-25,7-33 21,1 0 0,2 1 0,29-71 0,-17 60-17,22-43 0,-11 28 19,-21 45 15,0 2 0,19-29-1,-9 28 232,-13 21-134,-11 9-135,0 0 0,0 0 0,0 0 0,1 0 0,-1 0 0,0-1 0,0 1 0,0 0 0,0 0 0,0 0 0,0 0 0,1 0 0,-1 0 0,0 0 0,0 0 0,0 0 0,0 0 0,0 0 0,0 0 0,1 0 0,-1 0 0,0 0 0,0 0 0,0 0 0,0 1 0,0-1 0,0 0 0,0 0 0,1 0 0,-1 0 0,0 0 0,0 0 0,0 0 0,0 0 0,0 0 0,0 0-1,0 1 1,0-1 0,0 0 0,0 0 0,1 0 0,-1 0 0,0 0 0,0 0 0,0 0 0,0 1 0,0-1 0,0 0 0,0 0 0,0 0 0,0 0 0,0 0 0,0 0 0,0 1 0,0-1 0,0 0 0,0 0 0,0 0 0,0 25-554,-1 41-2415,-6-25-3526,-1-18-3089</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10.931"/>
    </inkml:context>
    <inkml:brush xml:id="br0">
      <inkml:brushProperty name="width" value="0.05" units="cm"/>
      <inkml:brushProperty name="height" value="0.05" units="cm"/>
      <inkml:brushProperty name="color" value="#004F8B"/>
    </inkml:brush>
  </inkml:definitions>
  <inkml:trace contextRef="#ctx0" brushRef="#br0">9 0 7818,'0'0'11889,"0"37"-11186,0 119-329,0 43-120,0-124-3883,-8-100-8611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11.462"/>
    </inkml:context>
    <inkml:brush xml:id="br0">
      <inkml:brushProperty name="width" value="0.05" units="cm"/>
      <inkml:brushProperty name="height" value="0.05" units="cm"/>
      <inkml:brushProperty name="color" value="#004F8B"/>
    </inkml:brush>
  </inkml:definitions>
  <inkml:trace contextRef="#ctx0" brushRef="#br0">9 154 7522,'0'0'10406,"26"-24"-9966,87-72-85,-108 92-331,-1 1 1,1 0 0,0-1-1,0 1 1,0 1 0,0-1-1,1 1 1,-1 0 0,1 0-1,-1 1 1,1-1 0,0 1-1,-1 1 1,1-1 0,0 1-1,0 0 1,0 0 0,8 2-1,13-1 140,-25-1-135,0 0 1,0 1-1,0-1 0,0 0 1,0 1-1,0-1 1,0 1-1,0-1 0,0 1 1,0 0-1,-1 0 1,1 0-1,0 0 1,0 0-1,-1 0 0,1 1 1,-1-1-1,1 0 1,-1 1-1,3 2 0,-2 0 24,0-1-1,0 1 1,0 1-1,0-1 1,-1 0-1,1 0 0,-1 1 1,0-1-1,0 6 1,1 10 114,-2 1 1,0-1-1,-4 27 1,4-43-154,-1 5 13,-1 0 1,0 0 0,0 0-1,-1 0 1,0-1 0,0 1 0,-1-1-1,-1 0 1,1 0 0,-1 0-1,0-1 1,-1 1 0,0-1 0,0 0-1,0-1 1,-1 0 0,0 0-1,0 0 1,-1-1 0,0 0 0,0 0-1,-10 4 1,9-5-24,-1 2-1709,20 3 354,-1-2 1712,11 9-604,-1 2 1,24 29-1,-14-15-245,-22-25 378,-2 0 0,1 0 0,-1 1 0,0 0 0,0-1 0,-1 2 0,0-1 0,-1 0 0,0 1 0,0 0 0,3 16 0,-6-21 147,1 0-1,-1 0 1,0 0 0,0 0 0,-1 0 0,1 0 0,-1 0 0,0 0 0,0 0 0,0-1 0,0 1 0,-1 0 0,1 0 0,-1-1 0,0 1-1,0-1 1,0 0 0,-1 0 0,1 1 0,-1-1 0,0-1 0,0 1 0,0 0 0,0-1 0,0 0 0,0 1 0,-1-1 0,1 0 0,-6 1-1,-9 4 529,0 0-1,0-2 0,0 0 1,-1-1-1,-28 2 0,-97-2 1629,106-5-2021,36 1-476,25 0-4217,4 0 529,10 0-2510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12.443"/>
    </inkml:context>
    <inkml:brush xml:id="br0">
      <inkml:brushProperty name="width" value="0.05" units="cm"/>
      <inkml:brushProperty name="height" value="0.05" units="cm"/>
      <inkml:brushProperty name="color" value="#004F8B"/>
    </inkml:brush>
  </inkml:definitions>
  <inkml:trace contextRef="#ctx0" brushRef="#br0">151 1 9338,'0'0'8562,"-8"40"-8015,-23 127-173,27-144-315,1 1-1,1-1 1,1 0 0,2 1-1,0-1 1,6 32-1,-3-30-204,1 43 0,-5-59-3,0-1 1,-1 1 0,0-1-1,0 1 1,-1-1 0,0 0-1,0 0 1,-1 0-1,0 0 1,-5 9 0,4-12-280,1 1-1,-1-1 1,-1 1 0,1-1 0,-1-1 0,0 1 0,0-1 0,-9 7 0,-9 3-2908,-1-8-2653</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13.398"/>
    </inkml:context>
    <inkml:brush xml:id="br0">
      <inkml:brushProperty name="width" value="0.05" units="cm"/>
      <inkml:brushProperty name="height" value="0.05" units="cm"/>
      <inkml:brushProperty name="color" value="#004F8B"/>
    </inkml:brush>
  </inkml:definitions>
  <inkml:trace contextRef="#ctx0" brushRef="#br0">0 21 4537,'0'0'7727,"3"-2"-6403,17-13 1031,-19 15-1474,32-4 2053,45 4-218,-78 0-2740,0 1-9,0-1 0,0 1 0,0-1-1,1 0 1,-1 1 0,0-1 0,0 1-1,0-1 1,0 1 0,0-1 0,0 1-1,0-1 1,0 1 0,0-1 0,-1 1-1,1-1 1,0 0 0,0 1 0,0-1 0,0 1-1,-1-1 1,1 0 0,0 1 0,0-1-1,-1 1 1,1-1 0,0 0 0,-1 1-1,1-1 1,0 0 0,-1 0 0,1 1-1,-1-1 1,1 0 0,0 0 0,-1 1-1,0-1 1,0 3 12,1 0 21,0-3 48,-15 4 53,14-4-114,-16 5-5026,-14 7-834,16-11-420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14.691"/>
    </inkml:context>
    <inkml:brush xml:id="br0">
      <inkml:brushProperty name="width" value="0.05" units="cm"/>
      <inkml:brushProperty name="height" value="0.05" units="cm"/>
      <inkml:brushProperty name="color" value="#004F8B"/>
    </inkml:brush>
  </inkml:definitions>
  <inkml:trace contextRef="#ctx0" brushRef="#br0">254 13 4689,'0'0'8759,"7"-11"-4727,-32 10-3204,9 1-549,0 0 0,-20 3 0,30-2-259,1 0 0,-1 1 0,1-1 0,-1 1 0,1 0 0,0 1 0,0-1 0,0 1 0,0 0 0,-6 5 0,-1 2-10,0 0-1,1 1 1,0 0-1,-16 23 1,22-27-37,2-1 0,-1 1-1,1 0 1,0 0 0,0 1 0,1-1 0,0 0-1,0 1 1,1 0 0,0-1 0,0 15 0,1-20 8,-1-1 1,1 1-1,0 0 1,0-1-1,1 1 1,-1 0-1,0-1 1,0 1-1,1-1 1,-1 1-1,1-1 1,-1 1-1,1-1 1,0 1-1,0-1 1,-1 1-1,1-1 1,0 0-1,0 1 1,0-1-1,1 0 1,1 2-1,0-2-13,0 0 0,1 0 0,-1 0 0,1 0 0,-1 0-1,1-1 1,0 1 0,-1-1 0,7-1 0,-1 1-38,0-1 0,0 0 0,0-1 0,0 0 0,0-1 0,0 0 0,-1 0 1,1 0-1,-1-1 0,15-10 0,-10 5-61,0-1-1,0 0 1,-1-1 0,0-1 0,14-17 0,-9 9 124,-12 14 60,0 1 0,0-1 0,0-1-1,-1 1 1,0-1 0,6-11-1,-2 5 196,-8 13-165,0 0 0,0 1-1,0-1 1,0 0-1,0 0 1,0 0-1,0 0 1,0 1-1,0-1 1,0 0-1,0 0 1,0 0 0,0 0-1,0 1 1,0-1-1,0 0 1,0 0-1,0 0 1,1 0-1,-1 1 1,0-1-1,0 0 1,0 0 0,0 0-1,0 0 1,0 0-1,0 0 1,1 0-1,-1 1 1,0-1-1,0 0 1,0 0-1,0 0 1,1 0 0,-1 0-1,0 0 1,0 0-1,0 0 1,0 0-1,1 0 1,-1 0-1,0 0 1,0 0 0,0 0-1,0 0 1,1 0-1,-1 0 1,0 0-1,0 0 1,0 0-1,0 0 1,1 0-1,-1 0 1,0 0 0,0-1-1,0 1 1,0 0-1,1 0 1,-2 41 638,0-22-699,0 0 0,2 0-1,0 1 1,1-1 0,1 0 0,8 30-1,-3-26-586,6 18-619,-13-39 892,-1 0 0,1-1 1,0 1-1,0-1 0,0 1 1,0-1-1,0 0 1,1 1-1,-1-1 0,0 0 1,1 0-1,-1 0 0,0 0 1,1 0-1,0 0 0,-1 0 1,1 0-1,2 0 0,4 0-3848</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16.028"/>
    </inkml:context>
    <inkml:brush xml:id="br0">
      <inkml:brushProperty name="width" value="0.05" units="cm"/>
      <inkml:brushProperty name="height" value="0.05" units="cm"/>
      <inkml:brushProperty name="color" value="#004F8B"/>
    </inkml:brush>
  </inkml:definitions>
  <inkml:trace contextRef="#ctx0" brushRef="#br0">171 0 7666,'0'0'8365,"-6"3"-7972,-17 7-85,1 2 0,-1 0 0,2 2 0,-35 27 0,55-40-326,-1 0-1,1 0 1,-1 0 0,1 0-1,-1 1 1,1-1 0,0 1-1,0-1 1,0 1 0,0-1 0,0 1-1,0-1 1,0 1 0,0 0-1,1-1 1,-2 5 0,3-5-18,0 0 0,0 0 0,0 1 1,0-1-1,0 0 0,0 0 0,0 0 0,1 0 1,-1-1-1,0 1 0,1 0 0,-1 0 0,0-1 1,1 1-1,-1-1 0,1 1 0,-1-1 0,1 0 1,-1 1-1,3-1 0,38 10-136,-15-4-579,0 1 0,33 13-1,-58-19 772,-1-1 1,1 1-1,-1 0 0,1 0 0,-1 0 0,0 0 1,1 0-1,-1 0 0,0 0 0,0 0 1,0 0-1,0 1 0,0-1 0,0 0 1,0 1-1,0-1 0,0 1 0,-1-1 0,1 1 1,0-1-1,-1 1 0,0-1 0,1 1 1,-1 0-1,0-1 0,0 1 0,0-1 0,0 1 1,0 0-1,0-1 0,0 1 0,0 0 1,-1-1-1,1 1 0,-1-1 0,1 1 0,-1-1 1,0 1-1,1-1 0,-1 1 0,0-1 1,0 0-1,0 1 0,0-1 0,0 0 1,-1 0-1,1 0 0,0 1 0,0-1 0,-1-1 1,1 1-1,-1 0 0,-2 1 0,-13 9 576,-2-1 0,0 0 0,-26 9 0,-4-4 320,48-11-2304,23-2-6041,-4-2 1044</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16.573"/>
    </inkml:context>
    <inkml:brush xml:id="br0">
      <inkml:brushProperty name="width" value="0.05" units="cm"/>
      <inkml:brushProperty name="height" value="0.05" units="cm"/>
      <inkml:brushProperty name="color" value="#004F8B"/>
    </inkml:brush>
  </inkml:definitions>
  <inkml:trace contextRef="#ctx0" brushRef="#br0">247 2 5089,'0'0'12473,"-4"-1"-11607,-1 1-763,1 0 0,0 0 0,-1 0-1,1 1 1,0 0 0,0 0 0,0 0 0,0 0 0,0 0 0,0 1 0,0 0 0,0 0-1,-5 4 1,-58 36 616,59-36-600,-3 2-11,-2 0 47,0 2 1,1-1 0,-13 15 0,22-21-157,0 0 0,0 1 0,0-1 0,1 1 0,-1 0 0,1 0 0,0 0 0,0 0 0,1 0 1,-1 1-1,1-1 0,0 0 0,0 1 0,1-1 0,-1 8 0,1-10-19,0-1 1,0 1-1,1 0 1,-1-1-1,0 1 1,1 0-1,-1-1 1,1 1-1,0-1 1,0 1-1,-1-1 1,1 1-1,0-1 1,0 0-1,0 1 1,0-1-1,1 0 1,-1 0-1,0 0 1,0 0-1,1 0 1,-1 0-1,1 0 1,2 1-1,3 1-47,1 0 0,-1 0 0,17 2 0,-14-2-60,29 4-1796,0-1 1,70 1-1,-59-6-4014</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23.590"/>
    </inkml:context>
    <inkml:brush xml:id="br0">
      <inkml:brushProperty name="width" value="0.05" units="cm"/>
      <inkml:brushProperty name="height" value="0.05" units="cm"/>
      <inkml:brushProperty name="color" value="#004F8B"/>
    </inkml:brush>
  </inkml:definitions>
  <inkml:trace contextRef="#ctx0" brushRef="#br0">7 493 1408,'0'0'3064,"-7"10"3425,108-6-3434,-36-18-1722,-9 14-1309,111 0 219,210-25 0,-47-18-240,132-21 4,552-61 2572,-484 100-941,-246 23-928,398-55 1,-226 24-504,-266 25-134,671-6 142,-718 14-220,38 5 4,106-3 43,-275-4-30,0-1 0,0 1-1,0-2 1,0 0 0,0 0-1,21-12 1,-16 8-6,35-12 1,-5 8-7,0 3 0,90-7 0,96 12-114,-153 5-3,-77-1 1368,-3 21-983,-2 65-16,0-24-121,7 62 1,9-65-18,-10-45-93,0-1 0,3 25 0,12 109 227,-13-85-155,2 45 2,0 161 171,0 42-26,-7-286-246,0 0 0,2 0 0,1 0 0,0 0 0,13 35 0,39 133 115,-39-100-6,-5-42-64,-10-37-21,1-1 0,0 1 1,1 0-1,0-1 1,9 16-1,4 9 174,-1 1 0,-2 1 0,-1 0 0,7 43 0,16 48 95,-11-8-123,13 11 193,-36-127-337,-2 0 0,1 0 0,-1 0 0,1 0-1,-2 6 1,0-7 3,1 0 0,0-1 0,0 1-1,0-1 1,1 1 0,-1-1 0,1 1-1,0-1 1,1 1 0,2 6 0,-3-9-20,0 0-1,0 0 1,0 1 0,0-1 0,-1 0 0,1 1-1,-1-1 1,0 0 0,1 1 0,-1-1-1,0 4 1,0-5 165,-848-3-2277,-895 5 1672,1106 17 1288,230-5-373,-53 19-694,276-18 144,81-7 73,-563 39 294,96-28-271,215-15 107,-57 2 56,310 4 88,-42 20-148,96-17-144,1 1 1,-80 37-1,79-40-133,43-11-62,-40 11 661,43-12-606,0 0 0,1 1 0,-1 0 0,1-1 1,0 1-1,-1 0 0,1 0 0,0 0 0,-1 0 0,1 0 0,0 0 0,0 0 0,0 0 0,0 0 1,0 0-1,0 1 0,0-1 0,0 0 0,0 1 0,1-1 0,-1 1 0,0-1 0,1 1 0,-1-1 1,1 4-1,0-5-58,0 1 0,0 0 1,1-1-1,-1 1 0,0-1 1,0 1-1,1 0 0,-1-1 1,1 1-1,-1-1 0,1 1 1,-1-1-1,1 1 0,-1-1 1,1 1-1,-1-1 0,1 1 1,-1-1-1,1 0 0,0 1 1,-1-1-1,1 0 0,0 0 1,-1 0-1,1 1 0,0-1 1,-1 0-1,1 0 0,1 0 1,13 1-6140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25.369"/>
    </inkml:context>
    <inkml:brush xml:id="br0">
      <inkml:brushProperty name="width" value="0.05" units="cm"/>
      <inkml:brushProperty name="height" value="0.05" units="cm"/>
      <inkml:brushProperty name="color" value="#004F8B"/>
    </inkml:brush>
  </inkml:definitions>
  <inkml:trace contextRef="#ctx0" brushRef="#br0">0 595 2481,'0'0'7920,"19"0"-7567,-13 0-265,9 1 47,1-1-1,-1-1 1,0-1-1,0 0 1,27-7-1,-30 6 13,1 0 0,0 1 0,0 1 0,1 0 0,17 1 0,26-2 74,343-53-82,-300 39 11,167-4 1,-110 11 644,-155 9-787,535-35 1375,107-35 659,-583 61-1754,191-41 424,-36 5-77,312-19-321,6 28-256,-76 18 133,260-7-151,-533 21-10,432-38 632,-401 8-95,-151 20-227,1 4-1,95-4 0,449 14 2895,-613 0-2679,-90 0-903,90 0 207,1 1 1,0-1-1,0 1 0,0-1 0,0 1 0,0 0 1,0 0-1,0 0 0,0 0 0,1 0 1,-1 0-1,0 1 0,1-1 0,-4 3 0,2-1-148,-1 0 0,1 0-1,-1 0 1,0-1 0,0 1-1,-1-1 1,-5 2 0,-96 27-7110,52-19 297</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27.072"/>
    </inkml:context>
    <inkml:brush xml:id="br0">
      <inkml:brushProperty name="width" value="0.05" units="cm"/>
      <inkml:brushProperty name="height" value="0.05" units="cm"/>
      <inkml:brushProperty name="color" value="#004F8B"/>
    </inkml:brush>
  </inkml:definitions>
  <inkml:trace contextRef="#ctx0" brushRef="#br0">0 777 3121,'0'0'7979,"18"0"-7561,-5 0-355,16 1 225,1-2-1,37-5 1,78-28 3218,30-5-1551,11 8-1546,742-101-96,-457 67-293,-4-24 357,-388 73-229,427-49 616,5 43-645,-34 2-114,-287 8 23,295-59-1,-386 52 507,177-12-1,102 24-350,-180 0-195,-155 3 181,-2-2 1,73-20 0,-68 14 9,0 2 0,1 1 0,0 3 0,93 0 0,175-5 1375,-242-3-785,161 7 915,-247 9-1709,1 1 0,0 0 0,0 0 0,0 1 0,0 1 0,-15 8 0,-7 2-1292,-59 21-2826,29-12-1624,9-3-2217</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28.821"/>
    </inkml:context>
    <inkml:brush xml:id="br0">
      <inkml:brushProperty name="width" value="0.05" units="cm"/>
      <inkml:brushProperty name="height" value="0.05" units="cm"/>
      <inkml:brushProperty name="color" value="#004F8B"/>
    </inkml:brush>
  </inkml:definitions>
  <inkml:trace contextRef="#ctx0" brushRef="#br0">1 620 3833,'0'0'14186,"26"0"-13952,50-2 354,148-23 0,-60 8-501,-44 7-19,682-107 736,-433 60-297,710-42 335,-143 16-142,-935 83-699,811-80 166,-367 71-167,-201 9 0,304-36 80,-364 12 465,234-1-1,-407 25-519,1 0 0,-1-1-1,1 0 1,-1 0 0,19-6-1,3-1 49,-1 2 0,1 1-1,1 1 1,53 2 0,-52 2-24,311-1 589,-380 2 2383,-96 7-4848,-172 30-7966,184-28 1781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33.424"/>
    </inkml:context>
    <inkml:brush xml:id="br0">
      <inkml:brushProperty name="width" value="0.05" units="cm"/>
      <inkml:brushProperty name="height" value="0.05" units="cm"/>
      <inkml:brushProperty name="color" value="#004F8B"/>
    </inkml:brush>
  </inkml:definitions>
  <inkml:trace contextRef="#ctx0" brushRef="#br0">0 15 5113,'0'0'5056,"31"0"-4489,-30 0 262,23-14 6049,-24 263-3370,0 333-3318,-16-405-120,8 84-92,8 112 14,1-336 12,7 41 0,5 7-9,-2-19 32,4 110-1,-15 292 1063,0-466-1089,0 0-1,1 1 0,0-1 0,-1 0 1,1 0-1,0 0 0,0 1 0,0-1 1,0 0-1,0 0 0,1 0 0,-1-1 1,1 1-1,-1 0 0,1 0 0,0-1 1,-1 1-1,1-1 0,0 0 0,2 2 1,7 6-358,-10-7 577</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34.965"/>
    </inkml:context>
    <inkml:brush xml:id="br0">
      <inkml:brushProperty name="width" value="0.05" units="cm"/>
      <inkml:brushProperty name="height" value="0.05" units="cm"/>
      <inkml:brushProperty name="color" value="#004F8B"/>
    </inkml:brush>
  </inkml:definitions>
  <inkml:trace contextRef="#ctx0" brushRef="#br0">0 1 3649,'0'0'8195,"0"21"-4868,0-19-3150,1 0 0,-1 1-1,0-1 1,1 1-1,0-1 1,-1 0 0,1 1-1,0-1 1,2 3 0,-2-2-62,0-1 1,0 0-1,0 1 1,0-1-1,0 1 1,0-1 0,-1 1-1,0-1 1,1 5-1,-1 2007 5509,1-2008-5612,-1 1 0,2 0 0,-1-1 0,1 0 0,0 1 0,0-1 0,1 0 0,5 10 0,-5-9 12,1 0 1,-1 0-1,0 0 1,1 9 0,1 8 187,-1-2 220,0 0 1,0 37-1,-4 287 779,8-318-1208,0 32-24,-8-59-18,1 1-1,-1-1 1,0 0 0,0 1 0,1-1 0,-1 1 0,1-1-1,-1 0 1,1 1 0,0-1 0,-1 0 0,1 0 0,0 0 0,1 2-1,6 11-1041,-7-13 957,-1 0-1,1 0 1,-1 0-1,1 0 1,-1 0 0,1-1-1,-1 1 1,1 0-1,0 0 1,-1-1-1,1 1 1,0 0-1,0-1 1,0 1-1,-1-1 1,1 1-1,0-1 1,0 0 0,2 1-1,13 3-5074,-1-3-147</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36.582"/>
    </inkml:context>
    <inkml:brush xml:id="br0">
      <inkml:brushProperty name="width" value="0.05" units="cm"/>
      <inkml:brushProperty name="height" value="0.05" units="cm"/>
      <inkml:brushProperty name="color" value="#004F8B"/>
    </inkml:brush>
  </inkml:definitions>
  <inkml:trace contextRef="#ctx0" brushRef="#br0">1 47 2777,'0'0'5058,"13"-8"-3780,40-26 173,-52 34-1002,-1-1 1,1 1 0,0-1 0,0 1 0,-1-1-1,1 1 1,0 0 0,0-1 0,0 1 0,0 0-1,-1 0 1,1-1 0,0 1 0,0 0 0,0 0-1,0 0 1,0 0 0,1 0 0,7 11 2331,-5 24-3605,-4-25 1874,8 105-120,-8 126 1,-1-9-664,3-173-49,21 112-1,38 189 276,-50-244-130,-5 185 0,-6-201 90,-8 346 210,8-21-80,1-417-580,0 0 0,0 0 0,1 0 0,5 14 0,-5-14 2,1 0 1,-1 0-1,0 0 0,1 16 0,5 65 42,-9-84-46,1 1 1,0-1-1,0 1 0,1-1 1,0 1-1,0-1 0,0 0 1,0 1-1,1-1 0,0 0 1,0 0-1,3 5 0,13 33 3,-16-35-4,1-1 1,-1 0-1,2 0 1,-1 0-1,1 0 0,8 11 1,-4 4-4578,-8-30-1168,0-6-1481</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47.239"/>
    </inkml:context>
    <inkml:brush xml:id="br0">
      <inkml:brushProperty name="width" value="0.05" units="cm"/>
      <inkml:brushProperty name="height" value="0.05" units="cm"/>
      <inkml:brushProperty name="color" value="#004F8B"/>
    </inkml:brush>
  </inkml:definitions>
  <inkml:trace contextRef="#ctx0" brushRef="#br0">64 2 8226,'0'0'9907,"2"0"-9680,-1 0 1,1-1-1,0 1 0,0 0 0,-1 0 1,1 0-1,0 0 0,0 0 0,-1 0 0,1 0 1,0 1-1,-1-1 0,1 1 0,0-1 0,2 2 1,1 20-19,-2-1 0,0 1 0,-2 0 0,0-1 0,-3 31 1,1 1 16,1 343 169,-1-367-620,-1 1-1,-1-1 1,-2 1 0,-16 56-1,20-83-28,0 1 0,0-1 0,-1 1 0,1-1-1,-1 0 1,0 0 0,0 0 0,0 1 0,-1-2 0,1 1-1,-4 4 1,4-6-385,0 1-1,0-1 1,-1 0-1,1 0 1,0 0-1,0 0 1,-1 0-1,1 0 1,-1-1-1,1 1 1,-3 0 0,-11-1-7131</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47.738"/>
    </inkml:context>
    <inkml:brush xml:id="br0">
      <inkml:brushProperty name="width" value="0.05" units="cm"/>
      <inkml:brushProperty name="height" value="0.05" units="cm"/>
      <inkml:brushProperty name="color" value="#004F8B"/>
    </inkml:brush>
  </inkml:definitions>
  <inkml:trace contextRef="#ctx0" brushRef="#br0">1 228 6729,'0'0'7885,"38"-10"-7034,124-32-29,-72 20-86,1 5 0,0 4-1,105-3 1,-141 13-622,153-6 481,65-5-208,-197 7-58,113-26-1,-170 29-179,-4 1 88,-1-1 1,0 0 0,1-1 0,13-7 0,-19 4 199,-8 6 295,-1 14-1278,0 37-3086,0-19-1642,0-14-2019</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49.102"/>
    </inkml:context>
    <inkml:brush xml:id="br0">
      <inkml:brushProperty name="width" value="0.05" units="cm"/>
      <inkml:brushProperty name="height" value="0.05" units="cm"/>
      <inkml:brushProperty name="color" value="#004F8B"/>
    </inkml:brush>
  </inkml:definitions>
  <inkml:trace contextRef="#ctx0" brushRef="#br0">0 307 5841,'0'0'10006,"7"2"-9081,-5-1-844,0 0 1,0-1-1,0 1 1,0 0-1,0 0 1,0 1 0,0-1-1,0 0 1,0 1-1,-1-1 1,1 1-1,0-1 1,-1 1 0,1 0-1,0 2 1,0 1 89,0 0 1,0 0-1,0 0 0,-1 0 1,0 0-1,0 1 1,0 5-1,13 324 2266,-14-370-2399,-1 9-37,1 0-1,1 0 0,1 0 1,1 0-1,1 0 1,14-44-1,2 24-56,2 1 0,2 2-1,2 0 1,1 1 0,3 2 0,1 1 0,54-52 0,-79 85 47,0 0 0,0 0 1,0 1-1,1 0 1,0 0-1,0 1 0,0 0 1,0 0-1,1 1 1,0-1-1,-1 2 1,1-1-1,0 1 0,0 0 1,14-1-1,-20 4 9,-1-1-1,0 1 1,0-1-1,0 1 1,0-1-1,1 1 1,-1 0-1,0 0 1,0-1 0,0 1-1,0 0 1,0 0-1,-1 0 1,1 0-1,0 0 1,0 0-1,-1 0 1,1 1-1,0-1 1,-1 0-1,1 0 1,-1 0-1,0 1 1,1 1 0,8 34-2,-8-30 6,0 1 1,-1-1-1,0 0 0,0 0 1,0 1-1,-1-1 1,0 0-1,0 0 0,-1 0 1,0 0-1,-5 12 1,4-14 3,0 0 1,0 0 0,-1 0 0,1-1-1,-1 1 1,0-1 0,-1 0 0,1 0 0,-1 0-1,1-1 1,-1 0 0,0 0 0,-1 0 0,1 0-1,-8 2 1,-122 37 437,34-13-270,97-28-166,1 0 0,-1 1 0,1-1 0,-1 1 0,1 0 0,0 0 0,-1 0 0,1 0 0,0 0 0,0 1 0,1 0 0,-1-1 0,0 1 0,1 0 0,0 0 0,-1 0 0,1 1 0,1-1 0,-1 0 0,0 1 0,1 0 0,0-1 0,0 1 0,0 0 0,0-1 0,0 1 0,1 0 0,-1 0 0,1 0 0,0-1 0,1 1 0,-1 0 0,1 0 0,-1 0 0,1-1 0,1 5 0,1-1 17,1 1 0,0-1-1,0 0 1,0 0-1,1 0 1,-1 0-1,2-1 1,-1 0 0,9 7-1,8 6 320,31 20-1,-17-14 107,-8-3-122,0-2 0,1-1 0,1-2 1,44 20-1,-59-31-378,-13-3-1048,-23-3-3413,4-1 641,8 1-1692</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49.636"/>
    </inkml:context>
    <inkml:brush xml:id="br0">
      <inkml:brushProperty name="width" value="0.05" units="cm"/>
      <inkml:brushProperty name="height" value="0.05" units="cm"/>
      <inkml:brushProperty name="color" value="#004F8B"/>
    </inkml:brush>
  </inkml:definitions>
  <inkml:trace contextRef="#ctx0" brushRef="#br0">2 1 9210,'0'0'10420,"0"20"-9200,0 163 1556,0-158-2396,-1-13-297,0 0-1,1 0 1,1 0 0,0 0 0,0 0-1,2 0 1,-1-1 0,1 1 0,1-1-1,7 16 1,-10-25-111,0 0 0,0-1 0,1 1 0,-1 0 0,1-1 1,0 1-1,-1-1 0,1 1 0,0-1 0,0 0 0,0 0 0,0 0 0,0 0 0,0 0 0,0 0 0,0 0 1,0-1-1,1 1 0,-1-1 0,0 0 0,0 0 0,1 1 0,-1-1 0,0-1 0,0 1 0,1 0 0,3-1 1,0-1-105,1 1 0,-1-1 0,0-1 0,1 1 0,-1-1 0,0 0 0,-1 0 0,8-5 1,13-12-235,-1-1 1,-1-1-1,-1-1 1,-1-1 0,-1-1-1,24-38 1,-42 59 484,-1-1 1,0 0 0,1 1-1,-2-1 1,1 0-1,0 0 1,-1 0 0,0-1-1,0-11 2437,-1 24-2145,0-5-393,0 43 278,1 1 1,14 83-1,-13-120-332,0 2-220,0-1 0,0 1 0,1-1 0,1 0 0,-1 1 0,2-2 0,-1 1 0,10 14 0,-12-23-152,0 0 0,-1 1 0,1-1 1,0 0-1,0 0 0,0 0 0,0 0 1,0-1-1,1 1 0,-1 0 0,0-1 0,0 0 1,0 1-1,1-1 0,1 0 0,-2 0-324,15 1-7593</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50.060"/>
    </inkml:context>
    <inkml:brush xml:id="br0">
      <inkml:brushProperty name="width" value="0.05" units="cm"/>
      <inkml:brushProperty name="height" value="0.05" units="cm"/>
      <inkml:brushProperty name="color" value="#004F8B"/>
    </inkml:brush>
  </inkml:definitions>
  <inkml:trace contextRef="#ctx0" brushRef="#br0">49 1 6737,'0'0'14070,"1"18"-12554,2 7-1002,-1-4-74,0 0 0,-2 0 0,-2 27 0,-3-3 215,-16 54 0,13-64-610,1 0-1,1 0 0,-1 45 0,7-78-49,0 0-1,0 0 1,0-1-1,0 1 1,0 0-1,0-1 1,0 1-1,1 0 1,-1-1-1,1 1 0,-1 0 1,1-1-1,0 1 1,-1-1-1,1 1 1,0-1-1,0 1 1,0-1-1,0 0 1,2 2-1,0-1-3,0-1 0,-1 0 0,1 0 0,0 0-1,0 0 1,1-1 0,-1 1 0,0-1 0,4 0 0,3 1 2,169 4-614,-114-6 164,-62 1 393,0 0 0,0 0 0,0 0 1,0 0-1,0 0 0,0-1 0,0 0 0,0 1 0,0-1 0,0 0 0,0-1 1,0 1-1,0 0 0,-1-1 0,1 1 0,-1-1 0,1 0 0,2-3 1,-3 2-387,0 0 1,0-1 0,0 1-1,-1-1 1,1 1-1,-1-1 1,0 0 0,0 1-1,0-1 1,-1 0 0,1 0-1,-1 1 1,0-1 0,0-4-1,0-10-5258,0 0-5014</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50.403"/>
    </inkml:context>
    <inkml:brush xml:id="br0">
      <inkml:brushProperty name="width" value="0.05" units="cm"/>
      <inkml:brushProperty name="height" value="0.05" units="cm"/>
      <inkml:brushProperty name="color" value="#004F8B"/>
    </inkml:brush>
  </inkml:definitions>
  <inkml:trace contextRef="#ctx0" brushRef="#br0">1 11 6913,'0'0'13318,"29"-1"-12702,187-8-108,-172 8-252,-9 1-3138,-36 0 2525,-1 1-1,0-1 0,0 0 1,0 1-1,0-1 0,1 1 1,-1 0-1,0 0 0,1 0 1,-1 0-1,-2 1 0,-4 3-950,-24 10-4083</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50.811"/>
    </inkml:context>
    <inkml:brush xml:id="br0">
      <inkml:brushProperty name="width" value="0.05" units="cm"/>
      <inkml:brushProperty name="height" value="0.05" units="cm"/>
      <inkml:brushProperty name="color" value="#004F8B"/>
    </inkml:brush>
  </inkml:definitions>
  <inkml:trace contextRef="#ctx0" brushRef="#br0">1 1 4417,'0'0'15347,"245"39"-14987,-205-35-264,-1-1-96,1 8-88,-16 0-824,-16-1-1560,0 4-3818</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51.480"/>
    </inkml:context>
    <inkml:brush xml:id="br0">
      <inkml:brushProperty name="width" value="0.05" units="cm"/>
      <inkml:brushProperty name="height" value="0.05" units="cm"/>
      <inkml:brushProperty name="color" value="#004F8B"/>
    </inkml:brush>
  </inkml:definitions>
  <inkml:trace contextRef="#ctx0" brushRef="#br0">1 1 7514,'0'0'13260,"4"17"-11893,-2-7-1172,5 22 631,5 51 0,33 194-850,-44-252-2623,-1-17-2025</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51.945"/>
    </inkml:context>
    <inkml:brush xml:id="br0">
      <inkml:brushProperty name="width" value="0.05" units="cm"/>
      <inkml:brushProperty name="height" value="0.05" units="cm"/>
      <inkml:brushProperty name="color" value="#004F8B"/>
    </inkml:brush>
  </inkml:definitions>
  <inkml:trace contextRef="#ctx0" brushRef="#br0">1 8 8090,'0'0'7732,"30"-2"-7173,98-3 182,-123 5-687,0 0-1,-1 1 1,1 0-1,0 0 1,-1 0-1,1 0 1,-1 1-1,1-1 1,-1 1-1,0 0 1,0 1-1,7 4 1,-10-7-39,155 115 1165,-129-92-1118,0 2-1,-2 1 0,32 41 1,-42-46-34,23 40 1,-34-53-24,0 1 1,-1-1-1,0 1 1,0-1-1,-1 1 1,0 0-1,0 0 1,0 17-1,-2-19 30,0 0 0,0 0 0,-1 0 0,0 0 0,0-1 0,0 1 0,-5 12-1,4-15 16,-1 1 0,0-1-1,0 0 1,0 0-1,-1 0 1,1 0-1,-1-1 1,0 0-1,0 1 1,0-2-1,-6 5 1,-18 10 506,-1 0 1,-1-2-1,-49 18 1,56-28-369,0-1 0,0 0 1,-1-2-1,1-1 0,-37-2 0,17 0-433,41 1-443,24 0-7935,-19 0 6780,28 0-9632</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52.319"/>
    </inkml:context>
    <inkml:brush xml:id="br0">
      <inkml:brushProperty name="width" value="0.05" units="cm"/>
      <inkml:brushProperty name="height" value="0.05" units="cm"/>
      <inkml:brushProperty name="color" value="#004F8B"/>
    </inkml:brush>
  </inkml:definitions>
  <inkml:trace contextRef="#ctx0" brushRef="#br0">72 0 10698,'0'0'11336,"-3"28"-10328,-10 93-236,-3-25-86,10-68-524,2 1 0,-2 49-1,6 55-947,-16-135-4126,10-12 443,5-9-2643</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52.877"/>
    </inkml:context>
    <inkml:brush xml:id="br0">
      <inkml:brushProperty name="width" value="0.05" units="cm"/>
      <inkml:brushProperty name="height" value="0.05" units="cm"/>
      <inkml:brushProperty name="color" value="#004F8B"/>
    </inkml:brush>
  </inkml:definitions>
  <inkml:trace contextRef="#ctx0" brushRef="#br0">25 88 7938,'0'0'8704,"37"-14"-7688,113-43-187,-99 40-253,-38 18-221,-4 1-157,-7-1-157,0 0 1,0 0-1,-1 0 0,1 0 0,0 0 0,-1 0 1,1 1-1,-1-1 0,1 1 0,-1-1 0,1 1 1,-1-1-1,0 1 0,0 0 0,0-1 1,0 1-1,0 0 0,0 0 0,-1 0 0,1 0 1,-1 0-1,1 0 0,0 3 0,8 53 551,-8-57-563,0 13 20,1-1 0,-2 1 0,0-1 0,-1 1 1,0-1-1,-1 1 0,-6 24 0,5-31-33,0 0 1,0-1-1,0 1 1,-1-1-1,1 0 1,-2 0-1,1 0 0,-1 0 1,1-1-1,-2 0 1,1 0-1,0 0 0,-1 0 1,0-1-1,0 0 1,-9 4-1,3-4 10,1 1 0,0-2 0,-1 0 0,-20 3 0,3 0-41,28-6-8,1 1 1,-1 0 0,1 0-1,0 0 1,-1-1-1,1 1 1,0 0 0,0 0-1,0 0 1,0 0-1,0 0 1,0-1 0,0 1-1,0 0 1,0 0-1,0 0 1,0 0 0,0 0-1,1-1 1,-1 1-1,0 0 1,0 0 0,2 1-1,3 5-122,2 1-1,-1-1 0,1-1 0,0 1 1,15 9-1,8 8-220,-7-1 101,-2 0-1,0 1 1,-2 0-1,-1 2 1,-1 0 0,21 44-1,-34-61 235,-1-1 0,0 1 0,-1 0 0,0 0 0,0 0 0,-1 0 0,0 0 0,-1 0 0,-1 13 0,1-21 33,0 1 31,0-1 0,0 1 1,0 0-1,0-1 0,-1 1 0,1-1 0,0 1 0,-1 0 0,0-1 0,1 1 1,-1-1-1,0 1 0,0-1 0,0 0 0,0 1 0,0-1 0,0 0 0,0 0 1,-2 2-1,0-1 80,-1 0 0,1 0 0,0 0 0,0-1 1,-1 1-1,1-1 0,-1 0 0,-6 1 0,-8 0 409,1-1 0,-1 0-1,-19-3 1,13 1-70,-189-2 1107,211 3-2667,2 1 377,0-1 560,0 1-1,0-1 1,0 1 0,0-1-1,0 1 1,0-1 0,0 1 0,0-1-1,0 1 1,0-1 0,0 1-1,1-1 1,-1 1 0,0-1-1,0 1 1,0-1 0,1 0 0,-1 1-1,0-1 1,0 1 0,1-1-1,-1 0 1,0 1 0,1-1-1,19 6-4703</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53.576"/>
    </inkml:context>
    <inkml:brush xml:id="br0">
      <inkml:brushProperty name="width" value="0.05" units="cm"/>
      <inkml:brushProperty name="height" value="0.05" units="cm"/>
      <inkml:brushProperty name="color" value="#004F8B"/>
    </inkml:brush>
  </inkml:definitions>
  <inkml:trace contextRef="#ctx0" brushRef="#br0">762 86 4545,'0'0'11726,"-11"-10"-10909,6 5-711,-1-1 19,0 0-1,-1 0 1,1 1-1,-1 0 1,0 0 0,0 0-1,-1 1 1,1 0 0,-1 1-1,0 0 1,-12-3-1,-22 0 413,-1 2 0,-1 2-1,-71 6 1,98-4-411,0 2-62,0 1-1,0 0 1,0 1 0,0 1-1,1 1 1,0 0 0,0 1 0,0 1-1,1 0 1,0 1 0,1 0-1,0 2 1,0-1 0,1 2 0,1 0-1,-12 14 1,11-11-57,1 0 1,0 0-1,2 1 0,0 1 1,0 0-1,2 0 1,0 1-1,1 0 0,1 0 1,0 0-1,2 1 0,0 0 1,1 0-1,-1 25 0,4-38-5,0 12-14,0-1 1,1 0-1,0 1 0,8 30 0,-7-42-10,0 0 0,1-1 0,-1 1 0,1-1 0,0 0 0,1 0-1,-1 0 1,1 0 0,0-1 0,0 1 0,1-1 0,-1 0 0,1 0 0,0-1 0,0 1 0,0-1 0,10 4 0,3 0-13,1-1 1,-1-1 0,1-1-1,1 0 1,-1-2 0,1 0-1,-1-1 1,1-1 0,-1-1 0,33-5-1,-41 3 34,0 0 0,0-1 0,0 0 0,0-1-1,-1-1 1,11-5 0,19-11 75,-26 12 122,-14 10-129,0 0-1,0 0 1,0 0-1,0 0 1,0 0 0,0 1-1,1-1 667,-1 0-667,0 0 1,0 1-1,0-1 1,0 0 0,0 0-1,0 0 1,0 0-1,0 0 1,1 0-1,-1 0 1,0 0 0,0 0-1,0 0 1,0 0-1,0 0 1,0 0 0,0 0-1,0 0 1,0 0-1,1 0 1,-1 0-1,0 0 1,0 0 0,0 0-1,0 0 1,0 0-1,0-1 1,0 1 0,0 282-195,0-161-9727</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54.309"/>
    </inkml:context>
    <inkml:brush xml:id="br0">
      <inkml:brushProperty name="width" value="0.05" units="cm"/>
      <inkml:brushProperty name="height" value="0.05" units="cm"/>
      <inkml:brushProperty name="color" value="#004F8B"/>
    </inkml:brush>
  </inkml:definitions>
  <inkml:trace contextRef="#ctx0" brushRef="#br0">91 236 10402,'0'0'11419,"-6"33"-10719,-16 103-229,13-79-246,8-48-194,0-1 0,-1 1 0,0-1 0,-1 1 1,-4 10-1,5-3 17,2-16-43,1 1 0,-1-1 0,0 1 0,0-1 0,0 1 0,0-1-1,0 1 1,0 0 0,0-1 0,0 1 0,0-1 0,0 1 0,0-1 0,0 1 0,0-1 0,0 1 0,-1-1 0,1 1 0,0-1 0,0 1-1,0-1 1,-1 1 0,1-1 0,0 0 0,-1 1 0,1-1 0,0 1 0,-1-1 0,1 0 0,-1 1 0,1-1 0,-1 0 0,1 1-1,0-1 1,-1 0 0,1 0 0,-1 0 0,1 1 0,-2-1 0,2-1-1,-1 1-1,0-1 1,1 1-1,-1-1 1,1 1-1,-1-1 1,0 0 0,1 0-1,-1 1 1,1-1-1,0 0 1,-1 0-1,1 1 1,0-1-1,-1 0 1,1 0 0,0 0-1,0 0 1,0 1-1,0-3 1,-5-28-53,3 17 7,-3-9-117,2 0 0,1 0 0,1 0 0,1-1 0,3-32 0,-1 42 46,1 0 0,0 0-1,1 0 1,0 1-1,1-1 1,1 1-1,0 1 1,1-1-1,16-22 1,-11 19 40,1 0 1,1 2 0,0-1 0,1 2 0,0 0 0,33-21 0,-35 27 95,0 1 1,0 0-1,0 0 1,1 2 0,0 0-1,0 0 1,0 1-1,0 1 1,1 0 0,18 1-1,-32 1 20,1 0 0,-1 1-1,1-1 1,-1 1 0,1-1-1,-1 1 1,0-1 0,1 1 0,-1 0-1,0 0 1,0 0 0,1 0-1,-1 0 1,0 0 0,0 0-1,0 0 1,0 0 0,0 0 0,-1 0-1,1 1 1,0-1 0,0 0-1,-1 1 1,1-1 0,-1 1 0,1-1-1,-1 1 1,0-1 0,0 0-1,1 1 1,-1 2 0,1 9 229,0-1 0,-1 24 0,0-22-96,0-11-156,0 0-1,0 1 0,0-1 0,-1 1 0,1-1 1,-1 0-1,0 0 0,0 1 0,0-1 0,0 0 1,0 0-1,-2 3 0,0-2-6,0-1-1,0 0 1,-1 0-1,1 0 1,0-1-1,-1 1 1,0-1-1,0 0 1,-4 2-1,-10 4 25,0-2 1,0 0-1,-1-1 0,0 0 1,-28 2-1,31-5 24,0 0 1,0 1-1,0 1 0,0 0 1,0 1-1,1 1 1,-1 1-1,-18 10 0,30-14-32,1 1 0,0-1 0,-1 0 0,1 1 1,0 0-1,0 0 0,1 0 0,-1 0 0,1 0 0,0 0 0,0 1 0,1-1 0,-1 0 0,1 1 0,0 0 0,0-1 0,0 1 0,1 0 0,0 0 0,-1-1 0,2 1 0,-1 0 0,1 0 0,-1-1 0,1 1 0,1-1 0,-1 1 1,0 0-1,1-1 0,0 0 0,0 1 0,1-1 0,-1 0 0,1 0 0,5 6 0,10 5 1,1-1 0,1 0 1,0-1-1,0-1 0,2-1 0,-1-1 1,1-1-1,1-1 0,27 7 1,-49-15-225,1 0 0,-1 0 0,1 1 1,-1-1-1,1 0 0,-1-1 0,0 1 1,1 0-1,-1 0 0,1-1 0,-1 1 1,0 0-1,1-1 0,-1 1 0,0-1 1,1 0-1,-1 0 0,0 1 0,0-1 1,0 0-1,1 0 0,-1 0 0,0 0 1,0 0-1,-1 0 0,1 0 0,0-1 1,0 1-1,0 0 0,-1 0 0,1-1 1,-1 1-1,2-3 0,8-13-3582,11-5-3016</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54.668"/>
    </inkml:context>
    <inkml:brush xml:id="br0">
      <inkml:brushProperty name="width" value="0.05" units="cm"/>
      <inkml:brushProperty name="height" value="0.05" units="cm"/>
      <inkml:brushProperty name="color" value="#004F8B"/>
    </inkml:brush>
  </inkml:definitions>
  <inkml:trace contextRef="#ctx0" brushRef="#br0">80 1 10810,'0'0'13059,"-71"206"-12587,63-170-296,8-7-168,0-1 0,0-10-8,0 0-352,0-11-728</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55.009"/>
    </inkml:context>
    <inkml:brush xml:id="br0">
      <inkml:brushProperty name="width" value="0.05" units="cm"/>
      <inkml:brushProperty name="height" value="0.05" units="cm"/>
      <inkml:brushProperty name="color" value="#004F8B"/>
    </inkml:brush>
  </inkml:definitions>
  <inkml:trace contextRef="#ctx0" brushRef="#br0">1 0 10490,'0'0'12088,"3"24"-11254,10 165 357,-13-50-2400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55.353"/>
    </inkml:context>
    <inkml:brush xml:id="br0">
      <inkml:brushProperty name="width" value="0.05" units="cm"/>
      <inkml:brushProperty name="height" value="0.05" units="cm"/>
      <inkml:brushProperty name="color" value="#004F8B"/>
    </inkml:brush>
  </inkml:definitions>
  <inkml:trace contextRef="#ctx0" brushRef="#br0">159 0 9026,'0'0'8840,"37"10"-8035,120 34-201,-147-41-534,-1 0 0,1 1 0,-1 0 0,0 1 0,0 0 0,0 0-1,-1 1 1,1 0 0,-1 0 0,-1 1 0,14 15 0,-8-8 52,8 8 94,0 1 0,-2 1-1,21 33 1,-33-44-154,0 1 0,-1-1 0,0 1 0,-1 1 0,-1-1 0,0 1 0,-1-1 0,3 29 0,-5-25 6,0 0 0,-1-1 0,-1 1 0,-4 27 0,3-37-12,0-1 0,0 1 0,-1-1 0,0 0 0,0 0 0,-1-1 0,1 1 0,-2 0 0,1-1 0,-1 0 0,0 0 0,0-1 0,-8 8 0,2-4 104,-1-1 0,1-1 0,-1 0 0,-1 0 0,1-1 1,-17 5-1,-86 21 624,6-2-495,-13 8-1030,105-35-1918,0 0 0,-33 1 0,11-4-6717</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58.687"/>
    </inkml:context>
    <inkml:brush xml:id="br0">
      <inkml:brushProperty name="width" value="0.05" units="cm"/>
      <inkml:brushProperty name="height" value="0.05" units="cm"/>
      <inkml:brushProperty name="color" value="#004F8B"/>
    </inkml:brush>
  </inkml:definitions>
  <inkml:trace contextRef="#ctx0" brushRef="#br0">4196 2 5153,'0'0'5751,"-8"0"-5398,-137-1 3875,-201 3-1022,125 24-2541,103-10-457,-717 59 471,728-71-674,-179 31-1,171-10 312,-1-6 0,-216 8-1,-246-27 356,567 1-661,0 0 0,1 1 0,-18 4 0,-15 3 199,-383 8 924,402-16-774,1 1 1,-34 8 0,-16 2-326,-44 1 96,103-9 526,-8 0 335,7-3-993,0 0 1,0 1 0,0 0-1,0 2 1,-25 8 0,26-8 133</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8:59.838"/>
    </inkml:context>
    <inkml:brush xml:id="br0">
      <inkml:brushProperty name="width" value="0.05" units="cm"/>
      <inkml:brushProperty name="height" value="0.05" units="cm"/>
      <inkml:brushProperty name="color" value="#004F8B"/>
    </inkml:brush>
  </inkml:definitions>
  <inkml:trace contextRef="#ctx0" brushRef="#br0">452 0 4905,'0'0'10910,"4"0"-9729,12 0-13,-12 0-148,4 8 1062,-9-4-1958,1 1 1,0-1-1,-1 0 0,0 1 1,0-1-1,0 1 0,0-1 0,-1 0 1,0 0-1,0 0 0,0 0 1,0 0-1,0 0 0,-1-1 1,0 1-1,-6 6 0,2-1-1,-29 31 338,-66 58 0,9-11-57,-55 48 164,145-133-551,-51 47 157,46-39 1732,10-10-1873,1 1 1,-1-1 0,0 1 0,0-1 0,0 0 0,0 0 0,1 0 0,-1 0 0,0 0 0,3-1 0,15 0 18,-19 1-44,24 0 31,16 2-32,-1 3-1,1 1 1,60 18 0,-32-8-24,-44-10 20,0 2-1,36 14 0,-49-18 5,-10-3 7,-1-1 1,1 1-1,-1-1 1,0 1-1,1-1 1,-1 1 0,0 0-1,0-1 1,1 1-1,-1 0 1,0 0 0,0 0-1,0 0 1,2 2-1,11 5 998,-6-4-3104,-15 6-5859</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9:07.568"/>
    </inkml:context>
    <inkml:brush xml:id="br0">
      <inkml:brushProperty name="width" value="0.05" units="cm"/>
      <inkml:brushProperty name="height" value="0.05" units="cm"/>
      <inkml:brushProperty name="color" value="#004F8B"/>
    </inkml:brush>
  </inkml:definitions>
  <inkml:trace contextRef="#ctx0" brushRef="#br0">40 15 3713,'0'0'10058,"2"-3"-8747,-1 1-415,4-8 7319,-5 361-7925,-8-263-561,0 0-3097,8-87 3236,0-1 0,0 1 0,0 0-1,0-1 1,-1 1 0,1-1 0,0 0-1,-1 1 1,1-1 0,0 1-1,-1-1 1,1 1 0,0-1 0,-1 0-1,1 1 1,-1-1 0,1 0-1,-1 1 1,1-1 0,-1 0 0,1 0-1,-1 1 1,1-1 0,-1 0 0,1 0-1,-1 0 1,1 0 0,-1 0-1,1 0 1,-1 0 0,1 0 0,-1 0-1,0 0 1,1 0 0,-1 0-1,1 0 1,-1 0 0,1 0 0,-1 0-1,0-1 1,-3 1-817,-5 0-3113</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9:08.190"/>
    </inkml:context>
    <inkml:brush xml:id="br0">
      <inkml:brushProperty name="width" value="0.05" units="cm"/>
      <inkml:brushProperty name="height" value="0.05" units="cm"/>
      <inkml:brushProperty name="color" value="#004F8B"/>
    </inkml:brush>
  </inkml:definitions>
  <inkml:trace contextRef="#ctx0" brushRef="#br0">1 68 6633,'0'0'5678,"8"-6"-4837,24-18 115,-25 19 4112,20 5-4269,498-21-232,-498 18-527,76-6 1889,-103 45-11529,0-25 3450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9:09.838"/>
    </inkml:context>
    <inkml:brush xml:id="br0">
      <inkml:brushProperty name="width" value="0.05" units="cm"/>
      <inkml:brushProperty name="height" value="0.05" units="cm"/>
      <inkml:brushProperty name="color" value="#004F8B"/>
    </inkml:brush>
  </inkml:definitions>
  <inkml:trace contextRef="#ctx0" brushRef="#br0">0 0 6585,'0'0'17065,"0"10"-16737,0 4-330,1 0-1,0 0 1,0-1-1,2 1 1,-1 0-1,2-1 1,0 1-1,11 23 1,-12-30-325,-1 0 0,1 1 0,-1-1-1,0 1 1,-1 0 0,2 15 0,-2 1-2992,-1-3-3348,0-13-588</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9:10.213"/>
    </inkml:context>
    <inkml:brush xml:id="br0">
      <inkml:brushProperty name="width" value="0.05" units="cm"/>
      <inkml:brushProperty name="height" value="0.05" units="cm"/>
      <inkml:brushProperty name="color" value="#004F8B"/>
    </inkml:brush>
  </inkml:definitions>
  <inkml:trace contextRef="#ctx0" brushRef="#br0">0 0 4961</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9:10.551"/>
    </inkml:context>
    <inkml:brush xml:id="br0">
      <inkml:brushProperty name="width" value="0.05" units="cm"/>
      <inkml:brushProperty name="height" value="0.05" units="cm"/>
      <inkml:brushProperty name="color" value="#004F8B"/>
    </inkml:brush>
  </inkml:definitions>
  <inkml:trace contextRef="#ctx0" brushRef="#br0">159 110 4961,'-132'-72'3445,"130"71"-3287,-1 0 1,1 0-1,0 0 1,0 0-1,-1-1 0,1 1 1,0-1-1,0 0 1,1 1-1,-4-5 1,13 3 306,-6 3-178,12-4 153,0 1 0,0 0 1,-1 1-1,2 0 0,-1 1 0,0 1 1,23 2-1,0-2-35,-31 1-324,0-1 0,0 1 0,0 0-1,0 1 1,0-1 0,-1 1-1,1 0 1,-1 1 0,1-1-1,-1 1 1,0 0 0,0 1-1,7 5 1,5 5 276,-1 2 1,19 22-1,-15-15-134,-12-14-142,0 0 1,0 0-1,-1 1 0,-1 0 1,1 0-1,-2 1 0,1 0 1,-1 0-1,-1 0 1,0 0-1,-1 1 0,0 0 1,-1 0-1,0-1 0,-1 1 1,0 17-1,0-26-32,-1 0 0,0 0 1,-1 0-1,1 0 0,0 0 0,-1 0 0,0 0 1,1 0-1,-1 0 0,-1 0 0,1 0 0,-3 4 1,1-3 19,-1 0 0,0-1 1,0 1-1,0-1 1,0 0-1,-1 0 0,-4 2 1,-10 5 165,0-1-1,0 0 1,-1-2 0,0 0-1,0-2 1,-28 5 0,-41 0-674,4-7-3288</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9:10.897"/>
    </inkml:context>
    <inkml:brush xml:id="br0">
      <inkml:brushProperty name="width" value="0.05" units="cm"/>
      <inkml:brushProperty name="height" value="0.05" units="cm"/>
      <inkml:brushProperty name="color" value="#004F8B"/>
    </inkml:brush>
  </inkml:definitions>
  <inkml:trace contextRef="#ctx0" brushRef="#br0">111 0 3169,'0'0'16406,"-5"38"-14850,-19 118-362,18-125-646,1-1 0,1 0 1,1 50-1,3-75-554,0 84-147,-1-88 44,1-1 1,-1 1 0,1 0-1,-1-1 1,1 1 0,-1-1 0,1 1-1,-1-1 1,1 1 0,-1-1-1,0 1 1,1-1 0,-1 1-1,0-1 1,1 0 0,-1 1 0,0-1-1,0 0 1,1 0 0,-1 0-1,0 1 1,0-1 0,0 0 0,1 0-1,-1 0 1,0 0 0,0 0-1,1 0 1,-2-1 0,-25-2-5703,11-9-278</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9:11.237"/>
    </inkml:context>
    <inkml:brush xml:id="br0">
      <inkml:brushProperty name="width" value="0.05" units="cm"/>
      <inkml:brushProperty name="height" value="0.05" units="cm"/>
      <inkml:brushProperty name="color" value="#004F8B"/>
    </inkml:brush>
  </inkml:definitions>
  <inkml:trace contextRef="#ctx0" brushRef="#br0">17 89 9498,'0'0'9473,"38"-15"-9023,119-45-60,-104 47 52,-51 13-404,1 0 1,-1-1-1,1 1 1,-1 0 0,1 1-1,-1-1 1,1 0-1,-1 1 1,1 0-1,2 0 1,-3 1 4,0-1 0,0 0 0,0 1 0,-1-1 0,1 1 0,-1 0 0,1 0 0,-1-1 0,1 1 0,-1 0 0,0 0 0,0 0 0,0 0 0,0 1 0,0-1 0,-1 0 0,2 4 0,2 7 147,-1-4-67,0 0 0,-1 0 0,0 0 0,-1 0 0,0 1 0,0 13 0,-1-18-70,0 0 0,-1 1-1,1-1 1,-1 0 0,0 1 0,-1-1 0,1 0 0,-1 0 0,0 0-1,0 0 1,0 0 0,-6 7 0,-4 1 37,0-2 0,0 0 1,-2 0-1,1-1 0,-1-1 0,0 0 0,-1-1 1,0-1-1,-1 0 0,-25 7 0,23-5-343,18-9 243,0 0 0,0 1-1,0-1 1,0 0 0,-1 0 0,1 1-1,0-1 1,0 0 0,0 0 0,0 1-1,0-1 1,0 0 0,0 0 0,0 1 0,0-1-1,0 0 1,0 0 0,0 1 0,0-1-1,0 0 1,1 0 0,-1 1 0,0-1-1,0 0 1,0 0 0,0 0 0,0 1 0,0-1-1,1 0 1,-1 0 0,0 0 0,0 1-1,1-1 1,16 9-424,-17-9 437,12 6-96,0-1 1,0 2-1,0-1 0,-1 1 1,0 1-1,-1 0 0,0 1 1,0 0-1,0 0 0,-2 1 1,1 1-1,-1-1 1,0 1-1,-1 0 0,-1 1 1,7 15-1,-11-23 103,-1 1 0,0-1 0,0 1 0,-1 0 0,1 0 0,-1-1 0,0 1 0,0 0 0,-2 9 0,2-12 24,-1 1 1,0-1 0,1 1 0,-1-1 0,0 1-1,0-1 1,-1 1 0,1-1 0,0 0-1,-1 0 1,1 0 0,-1 0 0,0 0-1,0 0 1,0 0 0,0-1 0,-4 4-1,-11 3 224,0 0-1,0-1 0,-1-1 1,0-1-1,-31 6 0,12-6 4,-72 2-1,114-13-2981,58-24-3046,-53 26 4495,31-13-6018</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9:11.767"/>
    </inkml:context>
    <inkml:brush xml:id="br0">
      <inkml:brushProperty name="width" value="0.05" units="cm"/>
      <inkml:brushProperty name="height" value="0.05" units="cm"/>
      <inkml:brushProperty name="color" value="#004F8B"/>
    </inkml:brush>
  </inkml:definitions>
  <inkml:trace contextRef="#ctx0" brushRef="#br0">539 41 5641,'0'0'13387,"-8"-7"-12560,3 3-692,2 1-67,0 0 0,0 1 1,0-1-1,-1 1 0,0 0 1,1 0-1,-1 0 0,0 0 1,0 0-1,0 1 0,0 0 1,0 0-1,0 0 0,0 0 1,-1 1-1,-4 0 0,-17-1 83,-2 0 31,0 2 0,1 0 0,-1 2 1,-54 12-1,61-9-35,-1 2 1,1 0 0,1 1 0,-1 1-1,-27 19 1,41-24-135,1 0 0,-1 0 1,1 1-1,0 0 0,1 0 0,-1 1 0,1 0 0,0-1 0,1 2 1,0-1-1,0 0 0,1 1 0,-1 0 0,2 0 0,-1 0 1,1 0-1,0 0 0,0 9 0,0 74-32,3-55-37,-2-32 5,1 0-1,0 0 0,1 0 1,-1-1-1,1 1 0,-1 0 0,1 0 1,0-1-1,1 1 0,-1-1 1,0 1-1,1-1 0,0 1 1,0-1-1,0 0 0,0 0 0,1 0 1,-1 0-1,1 0 0,0-1 1,-1 1-1,1-1 0,1 1 1,-1-1-1,0 0 0,0-1 0,1 1 1,-1 0-1,5 0 0,7 2-201,1 0 0,0-2-1,0 0 1,0-1 0,26-1-1,-42 0 254,7 0-53,0-1 1,0 0-1,0 0 0,-1-1 0,1 0 1,0-1-1,-1 1 0,1-1 0,-1 0 1,0-1-1,7-4 0,0-1 51,0-1 0,-1-1 0,20-21 0,-29 23 3498,-6 14-2617,-19 27-594,12-19-218,1 0 0,1 1 0,0 1 0,-12 29 0,16-31-204,1 0 0,0 0 0,-1 14 0,2 18-4293,2-27-586</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9:12.268"/>
    </inkml:context>
    <inkml:brush xml:id="br0">
      <inkml:brushProperty name="width" value="0.05" units="cm"/>
      <inkml:brushProperty name="height" value="0.05" units="cm"/>
      <inkml:brushProperty name="color" value="#004F8B"/>
    </inkml:brush>
  </inkml:definitions>
  <inkml:trace contextRef="#ctx0" brushRef="#br0">326 32 8146,'0'0'11564,"-39"12"-11048,39-12-516,-163 53 488,159-52-467,-1 1 1,0 0-1,1 0 1,0 0-1,-1 0 1,1 1 0,0 0-1,0 0 1,0 0-1,1 0 1,-1 0-1,1 1 1,-4 4-1,6-7-14,-6 9 38,0 1 1,1 0-1,0 0 1,0 1-1,1-1 0,1 1 1,-6 21-1,6-10-30,1 0-1,1 1 1,0 28-1,2-51-12,0 2-19,0 0 0,0 0 1,0 0-1,0 0 0,0 0 1,1 0-1,0 0 1,-1 0-1,3 4 0,-2-6 6,0 0-1,0-1 1,0 1-1,0 0 1,1 0-1,-1 0 1,0-1-1,0 1 1,1-1-1,-1 1 1,1-1-1,-1 1 1,0-1-1,1 0 1,-1 0-1,1 0 1,-1 0-1,1 0 1,1 0-1,7 1-4,0-1 0,0-1-1,-1 1 1,1-1 0,0-1-1,-1 0 1,1 0 0,-1-1-1,0 0 1,0-1-1,0 0 1,0 0 0,-1-1-1,1 0 1,-1 0 0,-1-1-1,10-9 1,-5 5 45,-1 0 0,0-1 0,-1-1 0,0 1 0,-1-2 1,-1 1-1,0-1 0,0-1 0,-1 0 0,-1 0 0,0 0 0,-1 0 0,-1-1 1,0 0-1,-1 0 0,0 0 0,-1 0 0,-1-20 0,-1 32-22,0-3 111,1-1 0,-2 1-1,1-1 1,-1 0-1,0 1 1,0 0-1,-4-10 1,5 15-121,-1 0 0,0 0 0,1 0 0,-1 0 0,0-1 0,0 1 0,0 0 0,0 0 0,0 1 0,0-1-1,0 0 1,0 0 0,0 0 0,0 1 0,0-1 0,0 0 0,-3 0 0,1 1-99,1-1-1,-1 1 0,1 0 1,-1 0-1,0 0 0,1 0 1,-1 1-1,1-1 0,-1 1 1,1-1-1,-1 1 0,-4 2 1,3-1-345,0 0 0,1 1 0,-1 0 0,0 0 0,1 0 0,-1 0-1,1 0 1,0 1 0,0-1 0,0 1 0,1 0 0,-1 0 0,-1 5 0,-19 23-5710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9:12.624"/>
    </inkml:context>
    <inkml:brush xml:id="br0">
      <inkml:brushProperty name="width" value="0.05" units="cm"/>
      <inkml:brushProperty name="height" value="0.05" units="cm"/>
      <inkml:brushProperty name="color" value="#004F8B"/>
    </inkml:brush>
  </inkml:definitions>
  <inkml:trace contextRef="#ctx0" brushRef="#br0">8 286 10762,'0'0'9856,"-1"6"-9420,-5 17 137,5-17 1498,1-10-1244,2-32-547,2-1 0,1 1 0,2 0 0,1 1 1,22-58-1,-27 84-361,-3 7-17,0 1 0,0-1 0,1 1 0,-1-1 0,0 1 0,1-1 0,0 1 0,-1-1 0,1 1 0,0-1 1,0 1-1,-1 0 0,1-1 0,0 1 0,0 0 0,1 0 0,-1 0 0,0 0 0,0 0 0,0 0 0,1 0 0,-1 0 0,1 0 0,-1 1 0,0-1 0,1 0 0,-1 1 0,1-1 0,0 1 0,1-1 0,49 2-6840,-29 2 94</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9:13.215"/>
    </inkml:context>
    <inkml:brush xml:id="br0">
      <inkml:brushProperty name="width" value="0.05" units="cm"/>
      <inkml:brushProperty name="height" value="0.05" units="cm"/>
      <inkml:brushProperty name="color" value="#004F8B"/>
    </inkml:brush>
  </inkml:definitions>
  <inkml:trace contextRef="#ctx0" brushRef="#br0">452 100 4481,'0'0'17133,"-10"2"-16829,6-2-291,-1 1 1,1-1-1,-1 1 1,1 0-1,0 1 0,0-1 1,-1 1-1,1 0 1,0 0-1,0 0 0,0 0 1,1 1-1,-1 0 1,1 0-1,-1 0 1,1 0-1,0 0 0,-4 5 1,4-3-23,0 1 1,0-1 0,1 0-1,-1 1 1,1 0-1,0-1 1,1 1 0,-1 0-1,1 0 1,0 0 0,1 0-1,-1 0 1,2 11-1,-1-16-6,0 0-1,0-1 0,1 1 0,-1 0 0,1 0 0,-1 0 0,1 0 0,-1 0 1,1-1-1,-1 1 0,1 0 0,0 0 0,-1-1 0,1 1 0,0 0 1,0-1-1,-1 1 0,1-1 0,0 1 0,0-1 0,0 1 0,0-1 0,0 0 1,0 1-1,-1-1 0,1 0 0,0 0 0,0 0 0,0 0 0,2 0 1,37 2-459,-32-2 363,10 0-162,0-1 1,-1 0-1,31-7 0,-38 5 175,0 0 0,0-1 0,-1 0 1,1 0-1,-1-1 0,0-1 0,13-9 0,-14 8 99,10-6-255,0-1-1,-2 0 1,20-22 0,-32 30 384,1 0 0,-1 1-1,-1-1 1,1 0 0,-1-1 0,0 1 0,-1-1 0,1 1-1,-1-1 1,0 0 0,-1 0 0,0 0 0,0 0-1,0-9 1,-1 15-55,0 1-1,0-1 1,0 1-1,-1 0 1,1-1 0,0 1-1,0-1 1,0 1-1,0 0 1,0-1-1,-1 1 1,1 0-1,0-1 1,0 1-1,0 0 1,-1 0 0,1-1-1,0 1 1,0 0-1,-1 0 1,1-1-1,0 1 1,-1 0-1,1 0 1,0 0-1,-1-1 1,1 1 0,-1 0-1,1 0 1,0 0-1,-1 0 1,0 0-1,-18 1 631,-17 11-464,27-5-188,-1 1-1,2 0 0,-1 0 0,1 1 0,0 0 0,-10 15 1,-36 65 49,42-63-97,0 1 0,2-1 0,-12 49 0,-8 84 5,11-44-9,17-108 2,2-2 27,-1 1 0,-1-1 0,1 0-1,-1 0 1,0 0 0,-4 9 0,5-12-10,-1-1-1,1 1 1,0-1-1,-1 0 1,0 1-1,1-1 1,-1 0-1,0 0 1,1 0-1,-1 0 1,0 0-1,0 0 1,0-1-1,0 1 1,0-1-1,1 1 1,-1-1 0,0 0-1,0 1 1,0-1-1,-4-1 1,-16 2 155,0-2 1,0 0 0,0-2 0,0 0 0,0-1 0,-26-10 0,39 11-195,-11-5-710,0 1 0,-1 1 0,1 0 0,-1 2 0,0 0 0,-31 0 0,30 4-4184</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20.405"/>
    </inkml:context>
    <inkml:brush xml:id="br0">
      <inkml:brushProperty name="width" value="0.05" units="cm"/>
      <inkml:brushProperty name="height" value="0.05" units="cm"/>
      <inkml:brushProperty name="color" value="#004F8B"/>
    </inkml:brush>
  </inkml:definitions>
  <inkml:trace contextRef="#ctx0" brushRef="#br0">35 0 7090,'0'0'6494,"-4"38"-5524,-1 11-686,-16 197 772,17-141-805,4 0 1,6-1-1,30 178 1,-18-203-327,-3 1 1,8 152 0,-23-142-2283</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21.639"/>
    </inkml:context>
    <inkml:brush xml:id="br0">
      <inkml:brushProperty name="width" value="0.05" units="cm"/>
      <inkml:brushProperty name="height" value="0.05" units="cm"/>
      <inkml:brushProperty name="color" value="#004F8B"/>
    </inkml:brush>
  </inkml:definitions>
  <inkml:trace contextRef="#ctx0" brushRef="#br0">7 86 3697,'0'0'5428,"-7"0"-4069,13 1-1186,-1 0 1,0 0 0,0 1 0,0 0-1,0-1 1,7 5 0,26 8 226,9-5 21,1-2-1,56 0 1,100-7-220,-94-1-205,507-28-1255,413-42 923,-255 36 1748,-765 34-64,0 1-1,1 0 1,15 2 0,-26 0-1348,0-1 0,1 0 0,0 0 0,-1 0 0,1 0 1,0 1-1,-1-1 0,1 0 0,0 0 0,0 0 0,0-1 1,0 1-1,0 0 0,0 0 0,0 0 0,0-1 0,0 1 0,1-1 1,-1 1-1,0-1 0,2 1 0,36 13 21,-27-10-4,420 184 1023,-239-98-189,15-10-277,-146-58-378,110 33 614,-132-33 521,-40-22-1355,0 0 0,0 0 0,0 0-1,0 0 1,0 0 0,0 0 0,0 0-1,1 1 1,-1-1 0,0 0 0,0 0-1,0 0 1,0 0 0,0 0 0,0 1-1,0-1 1,0 0 0,0 0 0,0 0-1,0 0 1,0 0 0,0 1 0,0-1-1,0 0 1,0 0 0,0 0 0,0 0-1,0 1 1,0-1 0,0 0 0,0 0-1,0 0 1,0 0 0,0 0 0,0 1-1,0-1 1,0 0 0,0 0 0,-1 0-1,1 0 1,0 0 0,0 0 0,0 1-1,0-1 1,0 0 0,0 0 0,0 0-1,-1 0 1,1 0 0,0 0 0,0 0-1,0 0 1,0 0 0,0 0 0,-1 0-1,1 0 1,0 0 0,0 0 0,0 0-1,0 0 1,-1 0 0,1 0 0,0 0-1,0 0 1,0 0 0,0 0 0,0 0-1,-1 0 1,-14 4-1302,-22 2-1915,-9-2-3143</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23.244"/>
    </inkml:context>
    <inkml:brush xml:id="br0">
      <inkml:brushProperty name="width" value="0.05" units="cm"/>
      <inkml:brushProperty name="height" value="0.05" units="cm"/>
      <inkml:brushProperty name="color" value="#004F8B"/>
    </inkml:brush>
  </inkml:definitions>
  <inkml:trace contextRef="#ctx0" brushRef="#br0">68 1058 4521,'0'0'5598,"-12"14"-5240,-36 47 111,40-43 1739,8-17-2167,0-1 0,0 0 0,0 1 0,1-1 0,-1 1 0,0-1 0,0 0 0,0 1 0,0-1 0,1 0 0,-1 1 0,0-1 0,0 0 0,1 0 0,-1 1 0,0-1 0,0 0 0,1 0 0,-1 1 0,0-1 0,1 0 0,-1 0 1,0 0-1,1 1 0,-1-1 0,1 0 0,0 0 0,29-1 729,-23 0-481,589-21 978,-524 15-1248,1019-79 1075,-382 85-297,-523 7-795,127 1 138,-231-7 4957,-81 0-6105,0 1 982,0-1 0,0 0 0,0 0 0,0 0 0,0 0 0,0-1-1,0 1 1,0 0 0,0 0 0,-1 0 0,1-1 0,0 1 0,2-1 0,22-36 77,-11 14-22,5 1-25,0 0 0,1 1 0,42-33 0,77-47-7,-127 93 3,172-114-162,-45 32 36,194-164-1,-187 111 246,-62 60 193,-50 56-28,-27 22-141,0 0 1,0-1 0,0 0-1,9-10 1,-16 15-122,4-4 601,-6 6 237,-8 10-838,-6 1-1995,0 0 0,0-1 0,-30 14 1,14-10-3690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52.917"/>
    </inkml:context>
    <inkml:brush xml:id="br0">
      <inkml:brushProperty name="width" value="0.05" units="cm"/>
      <inkml:brushProperty name="height" value="0.05" units="cm"/>
      <inkml:brushProperty name="color" value="#004F8B"/>
    </inkml:brush>
  </inkml:definitions>
  <inkml:trace contextRef="#ctx0" brushRef="#br0">119 3 3241,'0'0'3634,"0"0"-3618,0 0 1,0-1-1,0 1 0,1 0 1,-1 0-1,0 0 1,0 0-1,0 0 1,0-1-1,0 1 0,1 0 1,-1 0-1,0 0 1,0 0-1,0 0 0,1 0 1,-1 0-1,0 0 1,0 0-1,0-1 1,1 1-1,-1 0 0,0 0 1,0 0-1,0 0 1,1 0-1,-1 0 1,0 0-1,0 1 0,0-1 1,1 0-1,-1 0 1,0 0-1,0 0 0,0 0 1,0 0-1,1 0 1,-1 0-1,0 0 1,0 0-1,0 1 0,0-1 1,1 0-1,-1 0 1,-3 56 1219,-3 0 1,-18 82 0,-5 32-506,5 170-529,-1 11-171,11-187-19,12-94-4728</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54.550"/>
    </inkml:context>
    <inkml:brush xml:id="br0">
      <inkml:brushProperty name="width" value="0.05" units="cm"/>
      <inkml:brushProperty name="height" value="0.05" units="cm"/>
      <inkml:brushProperty name="color" value="#004F8B"/>
    </inkml:brush>
  </inkml:definitions>
  <inkml:trace contextRef="#ctx0" brushRef="#br0">0 1 1880,'0'0'3832,"7"2"-3509,21 7 95,1-1 0,0-2 1,35 3-1,100 4 1613,-116-11-1617,428 19 1715,-339-16-1984,818-26 918,-801 17 2172,-153 3-3207,-1 1 0,0-1 0,0 1 0,1-1 1,-1 1-1,0 0 0,1-1 0,-1 1 0,0 0 0,1-1 0,-1 1 0,1 0 0,-1-1 1,0 1-1,1 0 0,-1 0 0,1-1 0,-1 1 0,1 0 0,-1 0 0,1 0 1,-1 0-1,1 0 0,-1-1 0,1 1 0,-1 0 0,1 0 0,-1 0 0,1 1 1,21-2 916,-17 2-192,6 23-776,-2-16 29,1-1-1,0 0 1,0-1-1,0 0 1,1 0-1,0-1 1,0-1 0,22 6-1,25 12 140,200 106-52,-182-93-69,-6-2-85,0-3 0,87 24-1,-70-29 39,-5 10-81,2 8-62,-83-43 76,0 0 0,0 1 0,0-1 1,0 0-1,0 1 0,-1-1 0,1 0 1,0 1-1,0-1 0,0 1 0,-1 0 1,1-1-1,0 1 0,-1 0 0,1-1 1,0 1-1,-1 0 0,1 0 0,-1-1 1,1 1-1,-1 0 0,0 0 0,1 0 0,-1 0 1,0 0-1,0-1 0,1 1 0,-1 0 1,0 0-1,0 1 0,0 0-163,0-1 1,-1 0-1,1 0 0,-1 0 0,1 0 0,0 0 1,-1 0-1,0 0 0,1 0 0,-1 0 0,0 0 1,1 0-1,-1 0 0,0 0 0,0-1 0,0 1 1,0 0-1,0 0 0,0-1 0,0 1 0,0-1 1,0 1-1,0-1 0,0 1 0,-1-1 0,-34 10-3973</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56.013"/>
    </inkml:context>
    <inkml:brush xml:id="br0">
      <inkml:brushProperty name="width" value="0.05" units="cm"/>
      <inkml:brushProperty name="height" value="0.05" units="cm"/>
      <inkml:brushProperty name="color" value="#004F8B"/>
    </inkml:brush>
  </inkml:definitions>
  <inkml:trace contextRef="#ctx0" brushRef="#br0">7 804 4561,'0'0'4376,"-7"18"-1292,19-13-2526,0-1 0,1-1-1,-1 0 1,1 0 0,20 1-1,71-2-513,-80-2 102,169 2-67,408-15 126,381-68 301,-831 67-470,130-4 3428,-223 17-3332,58 2 2431,-115-19-2774,0 16 211,0 1-1,0-1 1,0 1-1,0-1 1,0 1-1,0 0 0,1-1 1,-1 1-1,0 0 1,1 0-1,-1 0 1,3-2-1,7-5 18,43-47-10,85-77-161,47-6-451,59-51 147,-233 178 465,7-5 39,0-1 1,-2 0-1,0-1 1,-1-1-1,23-36 1,-36 46 835,-3 9-879,-1 0 0,1 0 0,-1-1 0,1 1 0,-1 0 1,1 0-1,-1 0 0,1 0 0,-1 0 0,1 0 0,-1 0 1,1 0-1,-1 0 0,1 0 0,-1 0 0,1 1 0,-1-1 1,1 0-1,-1 0 0,1 0 0,-1 1 0,1-1 0,-1 0 0,1 0 1,-1 1-1,-12 8-992,0-1 1,1 1-1,0 1 1,-20 23-1,21-23-502,-4 6-3690,5-2-3945</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56.728"/>
    </inkml:context>
    <inkml:brush xml:id="br0">
      <inkml:brushProperty name="width" value="0.05" units="cm"/>
      <inkml:brushProperty name="height" value="0.05" units="cm"/>
      <inkml:brushProperty name="color" value="#004F8B"/>
    </inkml:brush>
  </inkml:definitions>
  <inkml:trace contextRef="#ctx0" brushRef="#br0">68 81 4641,'0'0'4910,"-13"0"-4494,-31 0 162,34 0 417,39 0-63,142 2 271,190-4-578,-2-30 348,-316 23 359,48-17 1,-66 19-158,-16 1-372</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7:57.151"/>
    </inkml:context>
    <inkml:brush xml:id="br0">
      <inkml:brushProperty name="width" value="0.05" units="cm"/>
      <inkml:brushProperty name="height" value="0.05" units="cm"/>
      <inkml:brushProperty name="color" value="#004F8B"/>
    </inkml:brush>
  </inkml:definitions>
  <inkml:trace contextRef="#ctx0" brushRef="#br0">0 0 9114,'0'0'10562,"11"2"-9614,67 22-348,1-3 0,86 11-1,-151-31-556,23 6-95,-36-7 67,1 0 0,-1 1 0,0-1 0,0 0 0,0 1 0,0-1-1,0 1 1,-1 0 0,1-1 0,0 1 0,0 0 0,0-1 0,0 1 0,-1 0 0,1 0 0,0 0-1,-1 0 1,1 0 0,-1 0 0,1 0 0,-1 0 0,1 0 0,-1 0 0,0 0 0,1 0-1,-1 0 1,0 0 0,0 2 0,0-1 21,0 1 1,-1 0-1,1-1 0,-1 1 1,0-1-1,0 1 0,0-1 1,0 1-1,0-1 0,0 0 0,-1 0 1,1 1-1,-1-1 0,0 0 1,-2 2-1,-35 29 106,11-11-69,9-2-155,1 0 1,0 0-1,-15 26 0,2 3-3621,22-32-1666</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9:36.595"/>
    </inkml:context>
    <inkml:brush xml:id="br0">
      <inkml:brushProperty name="width" value="0.05" units="cm"/>
      <inkml:brushProperty name="height" value="0.05" units="cm"/>
      <inkml:brushProperty name="color" value="#004F8B"/>
    </inkml:brush>
  </inkml:definitions>
  <inkml:trace contextRef="#ctx0" brushRef="#br0">419 19 6121,'0'0'4445,"0"-1"-4024,0 0 1,0 0-1,0-1 0,0 1 0,-1 0 0,1 0 0,-1 0 1,1 0-1,-1 0 0,1 0 0,-1 0 0,1 0 0,-1 0 0,-1-2 1,-48 3-339,1 1 1,0 3 0,-95 19-1,97-14 37,35-8 16,0 1 0,0 1-1,0 0 1,-12 5 0,61-3 115,-36-1-242,-1-3 19,9 17-5838,-2-11 1253</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9:41.897"/>
    </inkml:context>
    <inkml:brush xml:id="br0">
      <inkml:brushProperty name="width" value="0.05" units="cm"/>
      <inkml:brushProperty name="height" value="0.05" units="cm"/>
      <inkml:brushProperty name="color" value="#004F8B"/>
    </inkml:brush>
  </inkml:definitions>
  <inkml:trace contextRef="#ctx0" brushRef="#br0">365 32 800,'0'0'5737,"8"-15"-632,-8 13-4962,0 2 44,0-1 1,-1 1-1,1-1 1,0 1 0,0-1-1,0 1 1,0-1-1,0 1 1,0 0 0,0-1-1,0 1 1,0-1-1,0 1 1,1-1-1,-1 1 1,0-1 0,0 1-1,0-1 1,1 1-1,-1-1 1,0 1 0,0-1-1,1 1 1,-1 0-1,0-1 1,1 1-1,-1 0 1,0-1 0,1 1-1,-1 0 1,1-1-1,-1 1 1,1 0 0,-1 0-1,0 0 1,2-1-1,-19 31 1120,-80 143-1260,59-102-26,-92 125 1,86-132-20,-9 25-2102,52-87 1750,0 0-100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9:42.256"/>
    </inkml:context>
    <inkml:brush xml:id="br0">
      <inkml:brushProperty name="width" value="0.05" units="cm"/>
      <inkml:brushProperty name="height" value="0.05" units="cm"/>
      <inkml:brushProperty name="color" value="#004F8B"/>
    </inkml:brush>
  </inkml:definitions>
  <inkml:trace contextRef="#ctx0" brushRef="#br0">1 162 7434,'0'0'3630,"33"-13"-2099,5-3-1101,10-4 73,0 2 0,74-18 0,-22 16 107,0 5 0,117-4 1,212 15 397,-251 5-683,-176-1-530,-6 15-1514,-15 1-272,2-1-1518</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9:42.723"/>
    </inkml:context>
    <inkml:brush xml:id="br0">
      <inkml:brushProperty name="width" value="0.05" units="cm"/>
      <inkml:brushProperty name="height" value="0.05" units="cm"/>
      <inkml:brushProperty name="color" value="#004F8B"/>
    </inkml:brush>
  </inkml:definitions>
  <inkml:trace contextRef="#ctx0" brushRef="#br0">0 149 8706,'0'0'8827,"5"7"-8319,1 3-327,0 1 0,-1-1-1,0 1 1,-1 0 0,0 0-1,-1 0 1,0 0 0,-1 1 0,0 0-1,0-1 1,-1 14 0,-1 30 244,0-53 771,0-5-476,0-17-585,2 1-1,1-1 1,0 1-1,1-1 0,1 1 1,1 0-1,1 1 0,17-35 1,-19 43-146,1-1-1,1 1 1,-1 0 0,2 0 0,-1 1 0,1 0-1,0 1 1,1 0 0,0 0 0,1 0 0,-1 1-1,1 1 1,1 0 0,-1 0 0,1 1 0,14-5-1,-16 8-67,-1 0-1,1 0 0,0 1 1,-1 0-1,18 1 1,-22 0-176,0 1 0,1-1 1,-1 1-1,0 0 1,0 0-1,0 1 1,0-1-1,0 1 1,0 0-1,0 0 1,-1 0-1,1 1 1,0-1-1,2 4 1,15 11-3388,30 19 1,-50-35 3458,25 18-5449</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9:43.191"/>
    </inkml:context>
    <inkml:brush xml:id="br0">
      <inkml:brushProperty name="width" value="0.05" units="cm"/>
      <inkml:brushProperty name="height" value="0.05" units="cm"/>
      <inkml:brushProperty name="color" value="#004F8B"/>
    </inkml:brush>
  </inkml:definitions>
  <inkml:trace contextRef="#ctx0" brushRef="#br0">310 0 8514,'0'0'10766,"-17"0"-10220,-15 1-175,-38 5 1,54-4-229,1 1 0,1 0 0,-1 1 0,0 1 0,1 0 0,-14 8 0,17-7-60,3-2-19,0 0 0,1 1 0,-13 9 1,18-12-64,1 0 0,-1-1 0,1 1 0,-1 0-1,1 0 1,-1 0 0,1 0 0,0 0 0,0 1 0,0-1 0,0 0 0,0 0 0,1 1 0,-1-1 0,1 0 0,-1 1 0,1 4 0,0-6-6,0 1 1,-1-1-1,1 1 0,0-1 0,1 0 0,-1 1 0,0-1 0,0 1 0,1-1 0,-1 1 0,0-1 1,1 0-1,-1 1 0,1-1 0,0 0 0,0 0 0,-1 1 0,1-1 0,0 0 0,0 0 0,0 0 1,0 0-1,0 0 0,0 0 0,3 1 0,0 0-12,0-1 0,0 0-1,1-1 1,-1 1 0,1-1 0,-1 0 0,7 0-1,-3 0 2,5 0-46,0 1 39,-1-1 1,1 0 0,0 0 0,-1-2 0,0 1 0,1-2 0,-1 1 0,0-2 0,0 0 0,21-10 0,-32 14 21,5-3 0,-1-1 0,1 1-1,-1-1 1,0 0 0,8-8 0,-13 12 7,1-1 0,-1 1 0,1-1 0,-1 1 0,1-1 0,-1 1 0,1-1 0,0 1 0,-1 0 0,1-1 0,0 1 0,-1 0 0,1 0 0,0 0 0,-1-1 0,1 1 0,0 0 0,-1 0 0,1 0 0,0 0 0,0 0 0,-1 0 0,1 0 0,0 0 0,-1 1 0,1-1 0,0 0 0,-1 0 0,1 1 0,0-1 0,-1 0 0,1 1 0,0-1 0,-1 0 0,1 1 0,26 22-545,-11-9-1126,-11-11 711,1 0-1,0 0 0,0 0 0,0 0 0,11 2 0,7-1-5067</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9:43.906"/>
    </inkml:context>
    <inkml:brush xml:id="br0">
      <inkml:brushProperty name="width" value="0.05" units="cm"/>
      <inkml:brushProperty name="height" value="0.05" units="cm"/>
      <inkml:brushProperty name="color" value="#004F8B"/>
    </inkml:brush>
  </inkml:definitions>
  <inkml:trace contextRef="#ctx0" brushRef="#br0">279 637 5193,'0'0'14962,"-16"-6"-14635,9 3-302,-59-18 138,58 19-131,0 0 0,0 1 1,0 0-1,0 1 0,0-1 1,0 2-1,0-1 0,-12 3 0,11-1 3,0 1-1,1 0 1,-1 0-1,1 1 1,0 0-1,0 0 1,-10 7-1,16-9-33,-1 0 1,1 0-1,0 0 1,0 0-1,0 0 1,0 0-1,1 0 1,-1 1-1,0-1 1,1 0-1,0 1 1,0 0 0,-1-1-1,1 1 1,1 0-1,-1 0 1,0-1-1,1 1 1,-1 0-1,1 0 1,0 0-1,0 0 1,0-1-1,1 1 1,-1 0-1,2 5 1,-2-6-2,1-1 0,-1 0 0,1 0 0,-1 0 0,1 0 0,0 0 0,0 0 0,-1 0 0,1-1 1,0 1-1,0 0 0,0 0 0,0-1 0,0 1 0,0 0 0,0-1 0,0 1 0,0-1 1,0 1-1,0-1 0,0 0 0,1 1 0,-1-1 0,0 0 0,2 0 0,36 1 3,-24-2-12,-2 0-10,0 0 0,0-1 0,0 0 1,0-1-1,0-1 0,0 0 0,-1-1 1,0 0-1,0-1 0,15-9 1,11-11-320,56-47 1,-82 63 235,44-37-134,-2-3 0,-2-1 0,-2-3-1,-3-2 1,-3-3 0,47-77 0,-78 111 1097,-2 1 0,13-46 1931,-31 74-2395,-10 11-385,-23 27 255,3 1 0,2 2 1,1 2-1,3 1 0,2 2 0,-28 64 1,46-85-220,1 0 1,1 1 0,2 0-1,-4 36 1,5-4-31,2 65-1,3-124-25,1 1-1,0 0 1,0-1-1,1 1 0,-1-1 1,1 1-1,-1-1 1,1 0-1,0 1 0,1-1 1,-1 0-1,0 1 1,1-1-1,2 3 0,-2-4-4,0 0-1,0-1 1,1 1-1,-1-1 1,0 0-1,1 0 1,-1 1-1,1-1 1,0-1-1,-1 1 1,1 0-1,0-1 1,-1 1-1,1-1 1,0 0-1,0 0 1,4-1-1,12 2-196,-1-1-1,1-1 1,0-1-1,-1-1 1,0-1-1,1 0 1,24-10-1,52-29-756,-94 42 1135,-1 24 866,-1-17-1017,0-1-1,1 1 1,0 0-1,0 0 1,0 0-1,1 0 0,0-1 1,0 1-1,0 0 1,4 9-1,-4-15-304,5 4-2392</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9:44.252"/>
    </inkml:context>
    <inkml:brush xml:id="br0">
      <inkml:brushProperty name="width" value="0.05" units="cm"/>
      <inkml:brushProperty name="height" value="0.05" units="cm"/>
      <inkml:brushProperty name="color" value="#004F8B"/>
    </inkml:brush>
  </inkml:definitions>
  <inkml:trace contextRef="#ctx0" brushRef="#br0">0 29 7770,'0'0'15747,"0"-28"-15939,8 53-872,8 14-985,0 0-1007,-8-7-3106</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9:44.609"/>
    </inkml:context>
    <inkml:brush xml:id="br0">
      <inkml:brushProperty name="width" value="0.05" units="cm"/>
      <inkml:brushProperty name="height" value="0.05" units="cm"/>
      <inkml:brushProperty name="color" value="#004F8B"/>
    </inkml:brush>
  </inkml:definitions>
  <inkml:trace contextRef="#ctx0" brushRef="#br0">0 0 9354,'225'211'5084,"-176"-166"2553,-39-36-6260,-4 5-831,-2-6-352,-1 1 1,2-1-1,-1 0 0,7 9 1,-9-15-299,-1 0-1,1 0 1,0 0 0,0 0 0,0-1 0,0 1 0,0-1-1,0 1 1,0-1 0,0 0 0,1 0 0,-1 0-1,0 0 1,1 0 0,-1-1 0,1 1 0,-1-1 0,1 1-1,4-1 1,1 0-459,1 0 1,0-1-1,-1-1 0,16-3 0,-21 4 479,0 0-1,0 1 1,-1-2-1,1 1 1,-1 0 0,1 0-1,-1-1 1,1 0 0,-1 1-1,0-1 1,0 0-1,1 0 1,-2 0 0,1 0-1,0-1 1,0 1 0,1-4-1,7-3 1273,-10 9-1148,0 0 0,1 0 1,-1 0-1,0 0 1,0 0-1,1 0 1,-1 0-1,0 0 1,0 0-1,1 0 0,-1 0 1,0 0-1,0 0 1,0 0-1,1 0 1,-1 0-1,0 0 1,0 0-1,1 0 0,-1 0 1,0 0-1,0 0 1,0 1-1,1-1 1,-1 0-1,0 0 1,0 0-1,0 0 1,1 1-1,-1-1 0,0 0 1,0 0-1,0 0 1,0 1-1,0-1 1,0 0-1,1 0 1,-1 0-1,0 1 0,0-1 1,0 0-1,0 0 1,0 1-1,0-1 1,0 0-1,0 0 1,0 1-1,0-1 0,0 0 1,0 0-1,0 0 1,0 1-1,0-1 1,0 7-549,0 0 0,1-1 1,0 1-1,1-1 1,3 10-1,8 15-4573,-4-11-2860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9:45.015"/>
    </inkml:context>
    <inkml:brush xml:id="br0">
      <inkml:brushProperty name="width" value="0.05" units="cm"/>
      <inkml:brushProperty name="height" value="0.05" units="cm"/>
      <inkml:brushProperty name="color" value="#004F8B"/>
    </inkml:brush>
  </inkml:definitions>
  <inkml:trace contextRef="#ctx0" brushRef="#br0">682 29 11506,'0'0'10904,"-27"-7"-10572,-5 0-308,-47-7-1,77 14-23,0-1 0,-1 1 0,1 0 0,-1 0 0,1 0 0,0 0 0,-1 1 0,1-1 0,-1 1 0,1-1 0,0 1 0,0 0 0,-1 0 0,1 0 0,0 0 0,0 0 0,0 1 0,0-1 0,0 0 0,0 1 0,0 0 0,1-1 0,-1 1 0,1 0 0,-1 0 0,1 0 0,0 0 0,-1 0 0,1 0 0,-1 3 0,-6 8-1,4-7-18,0 1 1,1-1 0,-1 1-1,1 0 1,1 0 0,-1 0-1,1 0 1,0 0 0,1 0-1,0 1 1,0-1 0,1 0-1,-1 1 1,2 8 0,-1-14-55,-1 1 0,1-1 1,0 1-1,0-1 0,1 1 1,-1 0-1,0-1 0,1 1 1,0-1-1,-1 0 0,1 1 1,0-1-1,0 1 0,3 2 0,-2-3 10,0-1-1,0 0 0,1 1 0,-1-1 0,1 0 0,-1-1 0,1 1 0,-1 0 1,1-1-1,-1 1 0,1-1 0,-1 0 0,1 0 0,3 0 0,13 2-161,0-1 0,0-1 0,0-1 0,0-1 0,0 0-1,0-1 1,0-1 0,0-1 0,-1-1 0,0 0 0,19-10-1,-16 5 80,-12 8 150,-1-1-1,0 0 1,-1 0-1,1 0 1,-1-1-1,0-1 1,0 1-1,0-1 1,-1 0-1,9-10 0,-15 16 35,0 0 0,-1 0-1,1 0 1,0 0 0,0 0-1,0 0 1,0 0-1,0 0 1,0 0 0,0 0-1,0 0 1,0-1 0,0 1-1,0 0 1,0 0-1,-1 0 1,1 0 0,0 0-1,0 0 1,0 0 0,0 0-1,0 0 1,0 0 0,0 0-1,0 0 1,0 0-1,0-1 1,0 1 0,0 0-1,0 0 1,0 0 0,0 0-1,0 0 1,0 0-1,0 0 1,0 0 0,0 0-1,0 0 1,0-1 0,0 1-1,0 0 1,0 0-1,0 0 1,0 0 0,0 0-1,0 0 1,0 0 0,0 0-1,0 0 1,1 0-1,-1 0 1,0-1 0,-10 10 692,-11 16-555,1 1 0,0 0 1,2 2-1,-14 30 0,-53 128 107,24-48-206,55-126-58,1-1 0,-2 0 1,0-1-1,0 1 0,-1-1 1,0-1-1,-18 18 0,20-22 99,-1-1 0,1 0-1,-1 0 1,0 0 0,0-1-1,0 0 1,0 0-1,0 0 1,-1-1 0,1-1-1,-1 1 1,0-1 0,1 0-1,-10-1 1,8 0 69,1 1-65,0-1 1,0 0-1,0 0 0,0-1 0,0 0 0,0 0 1,0-1-1,0 0 0,0-1 0,1 0 0,-1 0 1,-7-4-1,0-4-31,1 0-1,-20-20 1,-22-17-175,51 46-98,1 0-1,-1 0 1,0 0 0,0 0-1,1 1 1,-1 0 0,-1 0 0,1 0-1,0 0 1,0 1 0,0 0 0,-8 1-1,8-1-745,-1 1-1,0 0 0,1 0 1,-1 1-1,1-1 1,-9 5-1,-18 16-8081</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9:45.654"/>
    </inkml:context>
    <inkml:brush xml:id="br0">
      <inkml:brushProperty name="width" value="0.05" units="cm"/>
      <inkml:brushProperty name="height" value="0.05" units="cm"/>
      <inkml:brushProperty name="color" value="#004F8B"/>
    </inkml:brush>
  </inkml:definitions>
  <inkml:trace contextRef="#ctx0" brushRef="#br0">0 1002 6649,'0'0'13027,"44"-35"-12344,143-118-236,-149 121-322,-2-1 0,53-63 0,-61 63-84,46-54 17,-3-3-1,74-125 1,-39 26 381,-103 183-149,1 1 0,0-1 0,0 0-1,1 1 1,5-5 0,-10 15 67,-2 50 99,-3 0-1,-18 87 0,-5 46-107,16-97-291,6-21-197,2 96-1,5-108-971,-2-58 966,1 1 1,-1 0 0,1-1-1,-1 1 1,1 0-1,-1-1 1,1 1-1,-1-1 1,0 1 0,1-1-1,-1 1 1,0-1-1,0 1 1,1-1-1,-1 0 1,0 1-1,0-1 1,1 0 0,-1 0-1,0 0 1,0 0-1,0 1 1,0-1-1,1 0 1,-1 0 0,0-1-1,0 1 1,0 0-1,0 0 1,1 0-1,-1 0 1,-1-1 0,-5 0-1706,-9 1-3956</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9:46.026"/>
    </inkml:context>
    <inkml:brush xml:id="br0">
      <inkml:brushProperty name="width" value="0.05" units="cm"/>
      <inkml:brushProperty name="height" value="0.05" units="cm"/>
      <inkml:brushProperty name="color" value="#004F8B"/>
    </inkml:brush>
  </inkml:definitions>
  <inkml:trace contextRef="#ctx0" brushRef="#br0">0 15 10962,'0'0'11835,"238"-14"-11315,-175 14-360,-7 0-160,7 0-352,8 21-1528,-23-3-2457,-1 0-3065</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9:46.370"/>
    </inkml:context>
    <inkml:brush xml:id="br0">
      <inkml:brushProperty name="width" value="0.05" units="cm"/>
      <inkml:brushProperty name="height" value="0.05" units="cm"/>
      <inkml:brushProperty name="color" value="#004F8B"/>
    </inkml:brush>
  </inkml:definitions>
  <inkml:trace contextRef="#ctx0" brushRef="#br0">207 321 10882,'0'0'9434,"-71"250"-8409,63-186-529,-8 0-280,0-10-120,8-5-80,0-6-16,-8-7-72,8-11-288,0-7-689,1-11-687,-9-7-376,0-11-761,16-28-976,-8-7-368</inkml:trace>
  <inkml:trace contextRef="#ctx0" brushRef="#br0" timeOffset="1">207 143 4489,'0'0'14706,"36"-23"-12318,111-70-581,-139 89-1602,-1-1-1,1 2 0,0-1 1,0 1-1,14-4 0,-21 7-135,1 0 0,0 0 0,0 0 0,0 0-1,0 0 1,0 0 0,0 0 0,0 1 0,0-1-1,0 1 1,-1 0 0,4 1 0,0 0 69,-1 0-60,-1 0-1,1 0 1,0 0-1,-1 1 0,0 0 1,0 0-1,0 0 1,0 0-1,0 0 0,0 1 1,-1-1-1,0 1 1,1-1-1,-1 1 0,-1 0 1,1 0-1,0 0 1,1 8-1,0 3 122,0-1-1,0 0 1,-2 1-1,1 20 1,-3-35-190,0 1 0,1 0 0,-1 0 0,0-1 0,0 1 0,0 0 1,1-1-1,-1 1 0,0-1 0,0 1 0,0-1 0,0 1 0,0-1 0,0 1 1,0-1-1,0 0 0,0 0 0,0 0 0,0 0 0,0 1 0,0-1 0,0-1 1,0 1-1,-2 0 0,-4 1 4,-3 0-79,0 1-1,-1 1 0,2-1 1,-1 2-1,0-1 1,-9 6-1,16-8-118,1 1 1,-1-1-1,1 1 0,-1 0 0,1-1 0,0 1 0,0 0 0,-1 1 1,1-1-1,1 0 0,-1 0 0,0 1 0,1-1 0,-1 1 0,1 0 1,-1-1-1,1 1 0,0 0 0,1 0 0,-1 0 0,0 0 0,1 0 1,-1 3-1,1 18-4960,0 1-2392</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9:46.789"/>
    </inkml:context>
    <inkml:brush xml:id="br0">
      <inkml:brushProperty name="width" value="0.05" units="cm"/>
      <inkml:brushProperty name="height" value="0.05" units="cm"/>
      <inkml:brushProperty name="color" value="#004F8B"/>
    </inkml:brush>
  </inkml:definitions>
  <inkml:trace contextRef="#ctx0" brushRef="#br0">223 329 9658,'0'0'12137,"-17"37"-10730,-55 122-732,63-137-584,0 1 0,1 0 0,2 0 0,-5 27 0,1-3-60,5-23-99,-17 57 207,20-75-249,-1 1-1,1-1 1,-1 1 0,-1-1-1,1 0 1,-1 0 0,0 0-1,-10 9 1,14-14 53,0-1-1,0 0 1,0 0-1,0 0 1,-1 1-1,1-1 1,0 0-1,0 0 1,0 0-1,-1 1 1,1-1-1,0 0 1,0 0-1,-1 0 1,1 0 0,0 0-1,0 0 1,-1 0-1,1 0 1,0 0-1,0 0 1,-1 0-1,1 0 1,0 0-1,0 0 1,-1 0-1,1 0 1,0 0-1,0 0 1,-1 0 0,1 0-1,0 0 1,0 0-1,-1 0 1,1 0-1,0-1 1,0 1-1,-1 0 1,1 0-1,0 0 1,-5-14-1451,5-26-118,0 34 1241,1-30-1009,3 1-1,0 0 0,2 0 0,20-62 0,61-132-1750,-72 194 3919,1 1 0,2 0 0,1 2 0,2 0 0,32-38 0,-44 59-158,0 1 0,1 0-1,0 1 1,0 0-1,1 0 1,0 1-1,1 1 1,0 0 0,0 0-1,0 1 1,1 1-1,0 0 1,0 1-1,0 0 1,1 1-1,-1 0 1,26 0 0,-34 2-302,0 1 0,0 0 1,0 1-1,0-1 1,0 1-1,0 0 1,6 2-1,-10-2-257,1 0 0,-1 0 0,0-1 0,0 1 0,0 0 0,0 0 0,1 0 0,-1 1 0,-1-1 0,1 0 0,0 0 0,0 1 0,0-1 0,-1 0 0,1 1 0,0-1 0,-1 0 0,0 1 0,1-1 0,-1 1 0,0-1 0,1 1 0,-1-1 0,0 1 0,0-1 0,-1 3 0,1 9 217,1-11-237,-1 0 1,1 0 0,-1 1-1,0-1 1,0 0-1,0 0 1,0 0 0,0 0-1,0 0 1,-1 0 0,1 0-1,-1 0 1,0 0 0,1 0-1,-1 0 1,0 0-1,0 0 1,0-1 0,0 1-1,0 0 1,-1-1 0,1 1-1,-1 0 1,1-1 0,-1 0-1,1 1 1,-1-1 0,0 0-1,-3 2 1,-53 28-94,-67 46 1,100-59-1728,2 1 0,-35 35 0,32-21-5031</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9-27T16:49:48.534"/>
    </inkml:context>
    <inkml:brush xml:id="br0">
      <inkml:brushProperty name="width" value="0.05" units="cm"/>
      <inkml:brushProperty name="height" value="0.05" units="cm"/>
      <inkml:brushProperty name="color" value="#004F8B"/>
    </inkml:brush>
  </inkml:definitions>
  <inkml:trace contextRef="#ctx0" brushRef="#br0">1 810 3873,'0'0'11401,"16"2"-10565,16 2-454,127 11 1482,484-40-480,-271-19-1366,890-102 3,784-107-3090,-1669 191 1773,-67 2 733,115-38 966,-153 10 4337,-138 35-106,-130 52-3087,-15 17-1306,6-10-246,-19 34-129,13-20-549,0-1 1,-2-1 0,-15 18 0,4-14-2128,0-3-2037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B6E89BEF-9B26-499E-9840-7289AC1CE456}" type="datetimeFigureOut">
              <a:rPr lang="en-US" smtClean="0"/>
              <a:t>9/27/2023</a:t>
            </a:fld>
            <a:endParaRPr lang="en-US"/>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714875"/>
            <a:ext cx="5438775" cy="44672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163"/>
            <a:ext cx="2946400" cy="4968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9688" y="9428163"/>
            <a:ext cx="2946400" cy="496887"/>
          </a:xfrm>
          <a:prstGeom prst="rect">
            <a:avLst/>
          </a:prstGeom>
        </p:spPr>
        <p:txBody>
          <a:bodyPr vert="horz" lIns="91440" tIns="45720" rIns="91440" bIns="45720" rtlCol="0" anchor="b"/>
          <a:lstStyle>
            <a:lvl1pPr algn="r">
              <a:defRPr sz="1200"/>
            </a:lvl1pPr>
          </a:lstStyle>
          <a:p>
            <a:fld id="{B1E47092-4B34-4D74-9534-C96D2FFB80BE}"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To illustrate</a:t>
            </a:r>
            <a:r>
              <a:rPr lang="en-US" baseline="0" dirty="0"/>
              <a:t> the importance of the procurement process.</a:t>
            </a:r>
            <a:endParaRPr lang="en-US" dirty="0"/>
          </a:p>
        </p:txBody>
      </p:sp>
      <p:sp>
        <p:nvSpPr>
          <p:cNvPr id="4" name="Slide Number Placeholder 3"/>
          <p:cNvSpPr>
            <a:spLocks noGrp="1"/>
          </p:cNvSpPr>
          <p:nvPr>
            <p:ph type="sldNum" sz="quarter" idx="10"/>
          </p:nvPr>
        </p:nvSpPr>
        <p:spPr/>
        <p:txBody>
          <a:bodyPr/>
          <a:lstStyle/>
          <a:p>
            <a:fld id="{B1E47092-4B34-4D74-9534-C96D2FFB80BE}" type="slidenum">
              <a:rPr lang="en-US" smtClean="0"/>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A5DAD61-9ED4-44F2-AA0A-0147DE813310}" type="datetime1">
              <a:rPr lang="en-US" smtClean="0"/>
              <a:t>9/27/2023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74294F-3089-4B37-AA52-685724062AD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BF864F7-F99F-47D5-8113-68EC3D8D4214}" type="datetime1">
              <a:rPr lang="en-US" smtClean="0"/>
              <a:t>9/27/2023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74294F-3089-4B37-AA52-685724062AD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B9CE9C-2E79-4D34-BAC1-5E39FDF554DF}" type="datetime1">
              <a:rPr lang="en-US" smtClean="0"/>
              <a:t>9/27/2023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74294F-3089-4B37-AA52-685724062AD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C006DF9-B638-45F9-B0C4-104598573E27}" type="datetime1">
              <a:rPr lang="en-US" smtClean="0"/>
              <a:t>9/27/2023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74294F-3089-4B37-AA52-685724062AD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19D806F-7250-4042-8DD7-D7802E490B4D}" type="datetime1">
              <a:rPr lang="en-US" smtClean="0"/>
              <a:t>9/27/2023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74294F-3089-4B37-AA52-685724062AD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21B2F16-8C9D-4838-95CD-DD6E7A1C4DAC}" type="datetime1">
              <a:rPr lang="en-US" smtClean="0"/>
              <a:t>9/27/2023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74294F-3089-4B37-AA52-685724062AD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034C84-0F4D-40CD-B4B5-2B2CBBB1415F}" type="datetime1">
              <a:rPr lang="en-US" smtClean="0"/>
              <a:t>9/27/2023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74294F-3089-4B37-AA52-685724062AD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AF4938-4245-4BD7-B7FE-F5B9B91569C7}" type="datetime1">
              <a:rPr lang="en-US" smtClean="0"/>
              <a:t>9/27/2023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74294F-3089-4B37-AA52-685724062AD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8FB81A-DF3B-4C4F-B4F6-387EB3085EB5}" type="datetime1">
              <a:rPr lang="en-US" smtClean="0"/>
              <a:t>9/27/2023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74294F-3089-4B37-AA52-685724062AD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A3BC16-F84A-4B91-B7EA-AA024CDA1B0F}" type="datetime1">
              <a:rPr lang="en-US" smtClean="0"/>
              <a:t>9/27/2023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74294F-3089-4B37-AA52-685724062AD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749FAC-4451-4416-BAC8-6F075373AB9E}" type="datetime1">
              <a:rPr lang="en-US" smtClean="0"/>
              <a:t>9/27/2023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74294F-3089-4B37-AA52-685724062AD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3F037C-DDB4-49A7-8F25-FF5265A1F42F}" type="datetime1">
              <a:rPr lang="en-US" smtClean="0"/>
              <a:t>9/27/2023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74294F-3089-4B37-AA52-685724062AD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6" Type="http://schemas.openxmlformats.org/officeDocument/2006/relationships/image" Target="../media/image12.png"/><Relationship Id="rId21" Type="http://schemas.openxmlformats.org/officeDocument/2006/relationships/customXml" Target="../ink/ink10.xml"/><Relationship Id="rId42" Type="http://schemas.openxmlformats.org/officeDocument/2006/relationships/image" Target="../media/image20.png"/><Relationship Id="rId47" Type="http://schemas.openxmlformats.org/officeDocument/2006/relationships/customXml" Target="../ink/ink23.xml"/><Relationship Id="rId63" Type="http://schemas.openxmlformats.org/officeDocument/2006/relationships/customXml" Target="../ink/ink31.xml"/><Relationship Id="rId68" Type="http://schemas.openxmlformats.org/officeDocument/2006/relationships/image" Target="../media/image33.png"/><Relationship Id="rId84" Type="http://schemas.openxmlformats.org/officeDocument/2006/relationships/image" Target="../media/image41.png"/><Relationship Id="rId89" Type="http://schemas.openxmlformats.org/officeDocument/2006/relationships/customXml" Target="../ink/ink44.xml"/><Relationship Id="rId16" Type="http://schemas.openxmlformats.org/officeDocument/2006/relationships/image" Target="../media/image7.png"/><Relationship Id="rId107" Type="http://schemas.openxmlformats.org/officeDocument/2006/relationships/customXml" Target="../ink/ink53.xml"/><Relationship Id="rId11" Type="http://schemas.openxmlformats.org/officeDocument/2006/relationships/customXml" Target="../ink/ink5.xml"/><Relationship Id="rId32" Type="http://schemas.openxmlformats.org/officeDocument/2006/relationships/image" Target="../media/image15.png"/><Relationship Id="rId37" Type="http://schemas.openxmlformats.org/officeDocument/2006/relationships/customXml" Target="../ink/ink18.xml"/><Relationship Id="rId53" Type="http://schemas.openxmlformats.org/officeDocument/2006/relationships/customXml" Target="../ink/ink26.xml"/><Relationship Id="rId58" Type="http://schemas.openxmlformats.org/officeDocument/2006/relationships/image" Target="../media/image28.png"/><Relationship Id="rId74" Type="http://schemas.openxmlformats.org/officeDocument/2006/relationships/image" Target="../media/image36.png"/><Relationship Id="rId79" Type="http://schemas.openxmlformats.org/officeDocument/2006/relationships/customXml" Target="../ink/ink39.xml"/><Relationship Id="rId102" Type="http://schemas.openxmlformats.org/officeDocument/2006/relationships/image" Target="../media/image50.png"/><Relationship Id="rId5" Type="http://schemas.openxmlformats.org/officeDocument/2006/relationships/customXml" Target="../ink/ink2.xml"/><Relationship Id="rId90" Type="http://schemas.openxmlformats.org/officeDocument/2006/relationships/image" Target="../media/image44.png"/><Relationship Id="rId95" Type="http://schemas.openxmlformats.org/officeDocument/2006/relationships/customXml" Target="../ink/ink47.xml"/><Relationship Id="rId22" Type="http://schemas.openxmlformats.org/officeDocument/2006/relationships/image" Target="../media/image10.png"/><Relationship Id="rId27" Type="http://schemas.openxmlformats.org/officeDocument/2006/relationships/customXml" Target="../ink/ink13.xml"/><Relationship Id="rId43" Type="http://schemas.openxmlformats.org/officeDocument/2006/relationships/customXml" Target="../ink/ink21.xml"/><Relationship Id="rId48" Type="http://schemas.openxmlformats.org/officeDocument/2006/relationships/image" Target="../media/image23.png"/><Relationship Id="rId64" Type="http://schemas.openxmlformats.org/officeDocument/2006/relationships/image" Target="../media/image31.png"/><Relationship Id="rId69" Type="http://schemas.openxmlformats.org/officeDocument/2006/relationships/customXml" Target="../ink/ink34.xml"/><Relationship Id="rId80" Type="http://schemas.openxmlformats.org/officeDocument/2006/relationships/image" Target="../media/image39.png"/><Relationship Id="rId85" Type="http://schemas.openxmlformats.org/officeDocument/2006/relationships/customXml" Target="../ink/ink42.xml"/><Relationship Id="rId12" Type="http://schemas.openxmlformats.org/officeDocument/2006/relationships/image" Target="../media/image5.png"/><Relationship Id="rId17" Type="http://schemas.openxmlformats.org/officeDocument/2006/relationships/customXml" Target="../ink/ink8.xml"/><Relationship Id="rId33" Type="http://schemas.openxmlformats.org/officeDocument/2006/relationships/customXml" Target="../ink/ink16.xml"/><Relationship Id="rId38" Type="http://schemas.openxmlformats.org/officeDocument/2006/relationships/image" Target="../media/image18.png"/><Relationship Id="rId59" Type="http://schemas.openxmlformats.org/officeDocument/2006/relationships/customXml" Target="../ink/ink29.xml"/><Relationship Id="rId103" Type="http://schemas.openxmlformats.org/officeDocument/2006/relationships/customXml" Target="../ink/ink51.xml"/><Relationship Id="rId108" Type="http://schemas.openxmlformats.org/officeDocument/2006/relationships/image" Target="../media/image53.png"/><Relationship Id="rId20" Type="http://schemas.openxmlformats.org/officeDocument/2006/relationships/image" Target="../media/image9.png"/><Relationship Id="rId41" Type="http://schemas.openxmlformats.org/officeDocument/2006/relationships/customXml" Target="../ink/ink20.xml"/><Relationship Id="rId54" Type="http://schemas.openxmlformats.org/officeDocument/2006/relationships/image" Target="../media/image26.png"/><Relationship Id="rId62" Type="http://schemas.openxmlformats.org/officeDocument/2006/relationships/image" Target="../media/image30.png"/><Relationship Id="rId70" Type="http://schemas.openxmlformats.org/officeDocument/2006/relationships/image" Target="../media/image34.png"/><Relationship Id="rId75" Type="http://schemas.openxmlformats.org/officeDocument/2006/relationships/customXml" Target="../ink/ink37.xml"/><Relationship Id="rId83" Type="http://schemas.openxmlformats.org/officeDocument/2006/relationships/customXml" Target="../ink/ink41.xml"/><Relationship Id="rId88" Type="http://schemas.openxmlformats.org/officeDocument/2006/relationships/image" Target="../media/image43.png"/><Relationship Id="rId91" Type="http://schemas.openxmlformats.org/officeDocument/2006/relationships/customXml" Target="../ink/ink45.xml"/><Relationship Id="rId96"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2.png"/><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13.png"/><Relationship Id="rId36" Type="http://schemas.openxmlformats.org/officeDocument/2006/relationships/image" Target="../media/image17.png"/><Relationship Id="rId49" Type="http://schemas.openxmlformats.org/officeDocument/2006/relationships/customXml" Target="../ink/ink24.xml"/><Relationship Id="rId57" Type="http://schemas.openxmlformats.org/officeDocument/2006/relationships/customXml" Target="../ink/ink28.xml"/><Relationship Id="rId106" Type="http://schemas.openxmlformats.org/officeDocument/2006/relationships/image" Target="../media/image52.png"/><Relationship Id="rId10" Type="http://schemas.openxmlformats.org/officeDocument/2006/relationships/image" Target="../media/image4.png"/><Relationship Id="rId31" Type="http://schemas.openxmlformats.org/officeDocument/2006/relationships/customXml" Target="../ink/ink15.xml"/><Relationship Id="rId44" Type="http://schemas.openxmlformats.org/officeDocument/2006/relationships/image" Target="../media/image21.png"/><Relationship Id="rId52" Type="http://schemas.openxmlformats.org/officeDocument/2006/relationships/image" Target="../media/image25.png"/><Relationship Id="rId60" Type="http://schemas.openxmlformats.org/officeDocument/2006/relationships/image" Target="../media/image29.png"/><Relationship Id="rId65" Type="http://schemas.openxmlformats.org/officeDocument/2006/relationships/customXml" Target="../ink/ink32.xml"/><Relationship Id="rId73" Type="http://schemas.openxmlformats.org/officeDocument/2006/relationships/customXml" Target="../ink/ink36.xml"/><Relationship Id="rId78" Type="http://schemas.openxmlformats.org/officeDocument/2006/relationships/image" Target="../media/image38.png"/><Relationship Id="rId81" Type="http://schemas.openxmlformats.org/officeDocument/2006/relationships/customXml" Target="../ink/ink40.xml"/><Relationship Id="rId86" Type="http://schemas.openxmlformats.org/officeDocument/2006/relationships/image" Target="../media/image42.png"/><Relationship Id="rId94" Type="http://schemas.openxmlformats.org/officeDocument/2006/relationships/image" Target="../media/image46.png"/><Relationship Id="rId99" Type="http://schemas.openxmlformats.org/officeDocument/2006/relationships/customXml" Target="../ink/ink49.xml"/><Relationship Id="rId101" Type="http://schemas.openxmlformats.org/officeDocument/2006/relationships/customXml" Target="../ink/ink50.xml"/><Relationship Id="rId4" Type="http://schemas.openxmlformats.org/officeDocument/2006/relationships/image" Target="../media/image1.png"/><Relationship Id="rId9" Type="http://schemas.openxmlformats.org/officeDocument/2006/relationships/customXml" Target="../ink/ink4.xml"/><Relationship Id="rId13" Type="http://schemas.openxmlformats.org/officeDocument/2006/relationships/customXml" Target="../ink/ink6.xml"/><Relationship Id="rId18" Type="http://schemas.openxmlformats.org/officeDocument/2006/relationships/image" Target="../media/image8.png"/><Relationship Id="rId39" Type="http://schemas.openxmlformats.org/officeDocument/2006/relationships/customXml" Target="../ink/ink19.xml"/><Relationship Id="rId34" Type="http://schemas.openxmlformats.org/officeDocument/2006/relationships/image" Target="../media/image16.png"/><Relationship Id="rId50" Type="http://schemas.openxmlformats.org/officeDocument/2006/relationships/image" Target="../media/image24.png"/><Relationship Id="rId55" Type="http://schemas.openxmlformats.org/officeDocument/2006/relationships/customXml" Target="../ink/ink27.xml"/><Relationship Id="rId76" Type="http://schemas.openxmlformats.org/officeDocument/2006/relationships/image" Target="../media/image37.png"/><Relationship Id="rId97" Type="http://schemas.openxmlformats.org/officeDocument/2006/relationships/customXml" Target="../ink/ink48.xml"/><Relationship Id="rId104" Type="http://schemas.openxmlformats.org/officeDocument/2006/relationships/image" Target="../media/image51.png"/><Relationship Id="rId7" Type="http://schemas.openxmlformats.org/officeDocument/2006/relationships/customXml" Target="../ink/ink3.xml"/><Relationship Id="rId71" Type="http://schemas.openxmlformats.org/officeDocument/2006/relationships/customXml" Target="../ink/ink35.xml"/><Relationship Id="rId92" Type="http://schemas.openxmlformats.org/officeDocument/2006/relationships/image" Target="../media/image45.png"/><Relationship Id="rId2" Type="http://schemas.openxmlformats.org/officeDocument/2006/relationships/notesSlide" Target="../notesSlides/notesSlide1.xml"/><Relationship Id="rId29" Type="http://schemas.openxmlformats.org/officeDocument/2006/relationships/customXml" Target="../ink/ink14.xml"/><Relationship Id="rId24" Type="http://schemas.openxmlformats.org/officeDocument/2006/relationships/image" Target="../media/image11.png"/><Relationship Id="rId40" Type="http://schemas.openxmlformats.org/officeDocument/2006/relationships/image" Target="../media/image19.png"/><Relationship Id="rId45" Type="http://schemas.openxmlformats.org/officeDocument/2006/relationships/customXml" Target="../ink/ink22.xml"/><Relationship Id="rId66" Type="http://schemas.openxmlformats.org/officeDocument/2006/relationships/image" Target="../media/image32.png"/><Relationship Id="rId87" Type="http://schemas.openxmlformats.org/officeDocument/2006/relationships/customXml" Target="../ink/ink43.xml"/><Relationship Id="rId61" Type="http://schemas.openxmlformats.org/officeDocument/2006/relationships/customXml" Target="../ink/ink30.xml"/><Relationship Id="rId82" Type="http://schemas.openxmlformats.org/officeDocument/2006/relationships/image" Target="../media/image40.png"/><Relationship Id="rId19" Type="http://schemas.openxmlformats.org/officeDocument/2006/relationships/customXml" Target="../ink/ink9.xml"/><Relationship Id="rId14" Type="http://schemas.openxmlformats.org/officeDocument/2006/relationships/image" Target="../media/image6.png"/><Relationship Id="rId30" Type="http://schemas.openxmlformats.org/officeDocument/2006/relationships/image" Target="../media/image14.png"/><Relationship Id="rId35" Type="http://schemas.openxmlformats.org/officeDocument/2006/relationships/customXml" Target="../ink/ink17.xml"/><Relationship Id="rId56" Type="http://schemas.openxmlformats.org/officeDocument/2006/relationships/image" Target="../media/image27.png"/><Relationship Id="rId77" Type="http://schemas.openxmlformats.org/officeDocument/2006/relationships/customXml" Target="../ink/ink38.xml"/><Relationship Id="rId100" Type="http://schemas.openxmlformats.org/officeDocument/2006/relationships/image" Target="../media/image49.png"/><Relationship Id="rId105" Type="http://schemas.openxmlformats.org/officeDocument/2006/relationships/customXml" Target="../ink/ink52.xml"/><Relationship Id="rId8" Type="http://schemas.openxmlformats.org/officeDocument/2006/relationships/image" Target="../media/image3.png"/><Relationship Id="rId51" Type="http://schemas.openxmlformats.org/officeDocument/2006/relationships/customXml" Target="../ink/ink25.xml"/><Relationship Id="rId72" Type="http://schemas.openxmlformats.org/officeDocument/2006/relationships/image" Target="../media/image35.png"/><Relationship Id="rId93" Type="http://schemas.openxmlformats.org/officeDocument/2006/relationships/customXml" Target="../ink/ink46.xml"/><Relationship Id="rId98" Type="http://schemas.openxmlformats.org/officeDocument/2006/relationships/image" Target="../media/image48.png"/><Relationship Id="rId3" Type="http://schemas.openxmlformats.org/officeDocument/2006/relationships/customXml" Target="../ink/ink1.xml"/><Relationship Id="rId25" Type="http://schemas.openxmlformats.org/officeDocument/2006/relationships/customXml" Target="../ink/ink12.xml"/><Relationship Id="rId46" Type="http://schemas.openxmlformats.org/officeDocument/2006/relationships/image" Target="../media/image22.png"/><Relationship Id="rId67" Type="http://schemas.openxmlformats.org/officeDocument/2006/relationships/customXml" Target="../ink/ink33.xml"/></Relationships>
</file>

<file path=ppt/slides/_rels/slide3.xml.rels><?xml version="1.0" encoding="UTF-8" standalone="yes"?>
<Relationships xmlns="http://schemas.openxmlformats.org/package/2006/relationships"><Relationship Id="rId117" Type="http://schemas.openxmlformats.org/officeDocument/2006/relationships/image" Target="../media/image110.png"/><Relationship Id="rId21" Type="http://schemas.openxmlformats.org/officeDocument/2006/relationships/image" Target="../media/image63.png"/><Relationship Id="rId42" Type="http://schemas.openxmlformats.org/officeDocument/2006/relationships/customXml" Target="../ink/ink74.xml"/><Relationship Id="rId63" Type="http://schemas.openxmlformats.org/officeDocument/2006/relationships/image" Target="../media/image83.png"/><Relationship Id="rId84" Type="http://schemas.openxmlformats.org/officeDocument/2006/relationships/customXml" Target="../ink/ink95.xml"/><Relationship Id="rId138" Type="http://schemas.openxmlformats.org/officeDocument/2006/relationships/customXml" Target="../ink/ink122.xml"/><Relationship Id="rId107" Type="http://schemas.openxmlformats.org/officeDocument/2006/relationships/image" Target="../media/image105.png"/><Relationship Id="rId11" Type="http://schemas.openxmlformats.org/officeDocument/2006/relationships/image" Target="../media/image58.png"/><Relationship Id="rId32" Type="http://schemas.openxmlformats.org/officeDocument/2006/relationships/customXml" Target="../ink/ink69.xml"/><Relationship Id="rId53" Type="http://schemas.openxmlformats.org/officeDocument/2006/relationships/image" Target="../media/image78.png"/><Relationship Id="rId74" Type="http://schemas.openxmlformats.org/officeDocument/2006/relationships/customXml" Target="../ink/ink90.xml"/><Relationship Id="rId128" Type="http://schemas.openxmlformats.org/officeDocument/2006/relationships/customXml" Target="../ink/ink117.xml"/><Relationship Id="rId149" Type="http://schemas.openxmlformats.org/officeDocument/2006/relationships/image" Target="../media/image126.png"/><Relationship Id="rId5" Type="http://schemas.openxmlformats.org/officeDocument/2006/relationships/image" Target="../media/image55.png"/><Relationship Id="rId95" Type="http://schemas.openxmlformats.org/officeDocument/2006/relationships/image" Target="../media/image99.png"/><Relationship Id="rId22" Type="http://schemas.openxmlformats.org/officeDocument/2006/relationships/customXml" Target="../ink/ink64.xml"/><Relationship Id="rId27" Type="http://schemas.openxmlformats.org/officeDocument/2006/relationships/image" Target="../media/image66.png"/><Relationship Id="rId43" Type="http://schemas.openxmlformats.org/officeDocument/2006/relationships/image" Target="../media/image74.png"/><Relationship Id="rId48" Type="http://schemas.openxmlformats.org/officeDocument/2006/relationships/customXml" Target="../ink/ink77.xml"/><Relationship Id="rId64" Type="http://schemas.openxmlformats.org/officeDocument/2006/relationships/customXml" Target="../ink/ink85.xml"/><Relationship Id="rId69" Type="http://schemas.openxmlformats.org/officeDocument/2006/relationships/image" Target="../media/image86.png"/><Relationship Id="rId113" Type="http://schemas.openxmlformats.org/officeDocument/2006/relationships/image" Target="../media/image108.png"/><Relationship Id="rId118" Type="http://schemas.openxmlformats.org/officeDocument/2006/relationships/customXml" Target="../ink/ink112.xml"/><Relationship Id="rId134" Type="http://schemas.openxmlformats.org/officeDocument/2006/relationships/customXml" Target="../ink/ink120.xml"/><Relationship Id="rId139" Type="http://schemas.openxmlformats.org/officeDocument/2006/relationships/image" Target="../media/image121.png"/><Relationship Id="rId80" Type="http://schemas.openxmlformats.org/officeDocument/2006/relationships/customXml" Target="../ink/ink93.xml"/><Relationship Id="rId85" Type="http://schemas.openxmlformats.org/officeDocument/2006/relationships/image" Target="../media/image94.png"/><Relationship Id="rId150" Type="http://schemas.openxmlformats.org/officeDocument/2006/relationships/customXml" Target="../ink/ink128.xml"/><Relationship Id="rId12" Type="http://schemas.openxmlformats.org/officeDocument/2006/relationships/customXml" Target="../ink/ink59.xml"/><Relationship Id="rId17" Type="http://schemas.openxmlformats.org/officeDocument/2006/relationships/image" Target="../media/image61.png"/><Relationship Id="rId33" Type="http://schemas.openxmlformats.org/officeDocument/2006/relationships/image" Target="../media/image69.png"/><Relationship Id="rId38" Type="http://schemas.openxmlformats.org/officeDocument/2006/relationships/customXml" Target="../ink/ink72.xml"/><Relationship Id="rId59" Type="http://schemas.openxmlformats.org/officeDocument/2006/relationships/image" Target="../media/image81.png"/><Relationship Id="rId103" Type="http://schemas.openxmlformats.org/officeDocument/2006/relationships/image" Target="../media/image103.png"/><Relationship Id="rId108" Type="http://schemas.openxmlformats.org/officeDocument/2006/relationships/customXml" Target="../ink/ink107.xml"/><Relationship Id="rId124" Type="http://schemas.openxmlformats.org/officeDocument/2006/relationships/customXml" Target="../ink/ink115.xml"/><Relationship Id="rId129" Type="http://schemas.openxmlformats.org/officeDocument/2006/relationships/image" Target="../media/image116.png"/><Relationship Id="rId54" Type="http://schemas.openxmlformats.org/officeDocument/2006/relationships/customXml" Target="../ink/ink80.xml"/><Relationship Id="rId70" Type="http://schemas.openxmlformats.org/officeDocument/2006/relationships/customXml" Target="../ink/ink88.xml"/><Relationship Id="rId75" Type="http://schemas.openxmlformats.org/officeDocument/2006/relationships/image" Target="../media/image89.png"/><Relationship Id="rId91" Type="http://schemas.openxmlformats.org/officeDocument/2006/relationships/image" Target="../media/image97.png"/><Relationship Id="rId96" Type="http://schemas.openxmlformats.org/officeDocument/2006/relationships/customXml" Target="../ink/ink101.xml"/><Relationship Id="rId140" Type="http://schemas.openxmlformats.org/officeDocument/2006/relationships/customXml" Target="../ink/ink123.xml"/><Relationship Id="rId145" Type="http://schemas.openxmlformats.org/officeDocument/2006/relationships/image" Target="../media/image124.png"/><Relationship Id="rId1" Type="http://schemas.openxmlformats.org/officeDocument/2006/relationships/slideLayout" Target="../slideLayouts/slideLayout2.xml"/><Relationship Id="rId6" Type="http://schemas.openxmlformats.org/officeDocument/2006/relationships/customXml" Target="../ink/ink56.xml"/><Relationship Id="rId23" Type="http://schemas.openxmlformats.org/officeDocument/2006/relationships/image" Target="../media/image64.png"/><Relationship Id="rId28" Type="http://schemas.openxmlformats.org/officeDocument/2006/relationships/customXml" Target="../ink/ink67.xml"/><Relationship Id="rId49" Type="http://schemas.openxmlformats.org/officeDocument/2006/relationships/image" Target="../media/image76.png"/><Relationship Id="rId114" Type="http://schemas.openxmlformats.org/officeDocument/2006/relationships/customXml" Target="../ink/ink110.xml"/><Relationship Id="rId119" Type="http://schemas.openxmlformats.org/officeDocument/2006/relationships/image" Target="../media/image111.png"/><Relationship Id="rId44" Type="http://schemas.openxmlformats.org/officeDocument/2006/relationships/customXml" Target="../ink/ink75.xml"/><Relationship Id="rId60" Type="http://schemas.openxmlformats.org/officeDocument/2006/relationships/customXml" Target="../ink/ink83.xml"/><Relationship Id="rId65" Type="http://schemas.openxmlformats.org/officeDocument/2006/relationships/image" Target="../media/image84.png"/><Relationship Id="rId81" Type="http://schemas.openxmlformats.org/officeDocument/2006/relationships/image" Target="../media/image92.png"/><Relationship Id="rId86" Type="http://schemas.openxmlformats.org/officeDocument/2006/relationships/customXml" Target="../ink/ink96.xml"/><Relationship Id="rId130" Type="http://schemas.openxmlformats.org/officeDocument/2006/relationships/customXml" Target="../ink/ink118.xml"/><Relationship Id="rId135" Type="http://schemas.openxmlformats.org/officeDocument/2006/relationships/image" Target="../media/image119.png"/><Relationship Id="rId151" Type="http://schemas.openxmlformats.org/officeDocument/2006/relationships/image" Target="../media/image127.png"/><Relationship Id="rId13" Type="http://schemas.openxmlformats.org/officeDocument/2006/relationships/image" Target="../media/image59.png"/><Relationship Id="rId18" Type="http://schemas.openxmlformats.org/officeDocument/2006/relationships/customXml" Target="../ink/ink62.xml"/><Relationship Id="rId39" Type="http://schemas.openxmlformats.org/officeDocument/2006/relationships/image" Target="../media/image72.png"/><Relationship Id="rId109" Type="http://schemas.openxmlformats.org/officeDocument/2006/relationships/image" Target="../media/image106.png"/><Relationship Id="rId34" Type="http://schemas.openxmlformats.org/officeDocument/2006/relationships/customXml" Target="../ink/ink70.xml"/><Relationship Id="rId50" Type="http://schemas.openxmlformats.org/officeDocument/2006/relationships/customXml" Target="../ink/ink78.xml"/><Relationship Id="rId55" Type="http://schemas.openxmlformats.org/officeDocument/2006/relationships/image" Target="../media/image79.png"/><Relationship Id="rId76" Type="http://schemas.openxmlformats.org/officeDocument/2006/relationships/customXml" Target="../ink/ink91.xml"/><Relationship Id="rId97" Type="http://schemas.openxmlformats.org/officeDocument/2006/relationships/image" Target="../media/image100.png"/><Relationship Id="rId104" Type="http://schemas.openxmlformats.org/officeDocument/2006/relationships/customXml" Target="../ink/ink105.xml"/><Relationship Id="rId120" Type="http://schemas.openxmlformats.org/officeDocument/2006/relationships/customXml" Target="../ink/ink113.xml"/><Relationship Id="rId125" Type="http://schemas.openxmlformats.org/officeDocument/2006/relationships/image" Target="../media/image114.png"/><Relationship Id="rId141" Type="http://schemas.openxmlformats.org/officeDocument/2006/relationships/image" Target="../media/image122.png"/><Relationship Id="rId146" Type="http://schemas.openxmlformats.org/officeDocument/2006/relationships/customXml" Target="../ink/ink126.xml"/><Relationship Id="rId7" Type="http://schemas.openxmlformats.org/officeDocument/2006/relationships/image" Target="../media/image56.png"/><Relationship Id="rId71" Type="http://schemas.openxmlformats.org/officeDocument/2006/relationships/image" Target="../media/image87.png"/><Relationship Id="rId92" Type="http://schemas.openxmlformats.org/officeDocument/2006/relationships/customXml" Target="../ink/ink99.xml"/><Relationship Id="rId2" Type="http://schemas.openxmlformats.org/officeDocument/2006/relationships/customXml" Target="../ink/ink54.xml"/><Relationship Id="rId29" Type="http://schemas.openxmlformats.org/officeDocument/2006/relationships/image" Target="../media/image67.png"/><Relationship Id="rId24" Type="http://schemas.openxmlformats.org/officeDocument/2006/relationships/customXml" Target="../ink/ink65.xml"/><Relationship Id="rId40" Type="http://schemas.openxmlformats.org/officeDocument/2006/relationships/customXml" Target="../ink/ink73.xml"/><Relationship Id="rId45" Type="http://schemas.openxmlformats.org/officeDocument/2006/relationships/image" Target="../media/image75.png"/><Relationship Id="rId66" Type="http://schemas.openxmlformats.org/officeDocument/2006/relationships/customXml" Target="../ink/ink86.xml"/><Relationship Id="rId87" Type="http://schemas.openxmlformats.org/officeDocument/2006/relationships/image" Target="../media/image95.png"/><Relationship Id="rId110" Type="http://schemas.openxmlformats.org/officeDocument/2006/relationships/customXml" Target="../ink/ink108.xml"/><Relationship Id="rId115" Type="http://schemas.openxmlformats.org/officeDocument/2006/relationships/image" Target="../media/image109.png"/><Relationship Id="rId131" Type="http://schemas.openxmlformats.org/officeDocument/2006/relationships/image" Target="../media/image117.png"/><Relationship Id="rId136" Type="http://schemas.openxmlformats.org/officeDocument/2006/relationships/customXml" Target="../ink/ink121.xml"/><Relationship Id="rId61" Type="http://schemas.openxmlformats.org/officeDocument/2006/relationships/image" Target="../media/image82.png"/><Relationship Id="rId82" Type="http://schemas.openxmlformats.org/officeDocument/2006/relationships/customXml" Target="../ink/ink94.xml"/><Relationship Id="rId152" Type="http://schemas.openxmlformats.org/officeDocument/2006/relationships/customXml" Target="../ink/ink129.xml"/><Relationship Id="rId19" Type="http://schemas.openxmlformats.org/officeDocument/2006/relationships/image" Target="../media/image62.png"/><Relationship Id="rId14" Type="http://schemas.openxmlformats.org/officeDocument/2006/relationships/customXml" Target="../ink/ink60.xml"/><Relationship Id="rId30" Type="http://schemas.openxmlformats.org/officeDocument/2006/relationships/customXml" Target="../ink/ink68.xml"/><Relationship Id="rId35" Type="http://schemas.openxmlformats.org/officeDocument/2006/relationships/image" Target="../media/image70.png"/><Relationship Id="rId56" Type="http://schemas.openxmlformats.org/officeDocument/2006/relationships/customXml" Target="../ink/ink81.xml"/><Relationship Id="rId77" Type="http://schemas.openxmlformats.org/officeDocument/2006/relationships/image" Target="../media/image90.png"/><Relationship Id="rId100" Type="http://schemas.openxmlformats.org/officeDocument/2006/relationships/customXml" Target="../ink/ink103.xml"/><Relationship Id="rId105" Type="http://schemas.openxmlformats.org/officeDocument/2006/relationships/image" Target="../media/image104.png"/><Relationship Id="rId126" Type="http://schemas.openxmlformats.org/officeDocument/2006/relationships/customXml" Target="../ink/ink116.xml"/><Relationship Id="rId147" Type="http://schemas.openxmlformats.org/officeDocument/2006/relationships/image" Target="../media/image125.png"/><Relationship Id="rId8" Type="http://schemas.openxmlformats.org/officeDocument/2006/relationships/customXml" Target="../ink/ink57.xml"/><Relationship Id="rId51" Type="http://schemas.openxmlformats.org/officeDocument/2006/relationships/image" Target="../media/image77.png"/><Relationship Id="rId72" Type="http://schemas.openxmlformats.org/officeDocument/2006/relationships/customXml" Target="../ink/ink89.xml"/><Relationship Id="rId93" Type="http://schemas.openxmlformats.org/officeDocument/2006/relationships/image" Target="../media/image98.png"/><Relationship Id="rId98" Type="http://schemas.openxmlformats.org/officeDocument/2006/relationships/customXml" Target="../ink/ink102.xml"/><Relationship Id="rId121" Type="http://schemas.openxmlformats.org/officeDocument/2006/relationships/image" Target="../media/image112.png"/><Relationship Id="rId142" Type="http://schemas.openxmlformats.org/officeDocument/2006/relationships/customXml" Target="../ink/ink124.xml"/><Relationship Id="rId3" Type="http://schemas.openxmlformats.org/officeDocument/2006/relationships/image" Target="../media/image54.png"/><Relationship Id="rId25" Type="http://schemas.openxmlformats.org/officeDocument/2006/relationships/image" Target="../media/image65.png"/><Relationship Id="rId46" Type="http://schemas.openxmlformats.org/officeDocument/2006/relationships/customXml" Target="../ink/ink76.xml"/><Relationship Id="rId67" Type="http://schemas.openxmlformats.org/officeDocument/2006/relationships/image" Target="../media/image85.png"/><Relationship Id="rId116" Type="http://schemas.openxmlformats.org/officeDocument/2006/relationships/customXml" Target="../ink/ink111.xml"/><Relationship Id="rId137" Type="http://schemas.openxmlformats.org/officeDocument/2006/relationships/image" Target="../media/image120.png"/><Relationship Id="rId20" Type="http://schemas.openxmlformats.org/officeDocument/2006/relationships/customXml" Target="../ink/ink63.xml"/><Relationship Id="rId41" Type="http://schemas.openxmlformats.org/officeDocument/2006/relationships/image" Target="../media/image73.png"/><Relationship Id="rId62" Type="http://schemas.openxmlformats.org/officeDocument/2006/relationships/customXml" Target="../ink/ink84.xml"/><Relationship Id="rId83" Type="http://schemas.openxmlformats.org/officeDocument/2006/relationships/image" Target="../media/image93.png"/><Relationship Id="rId88" Type="http://schemas.openxmlformats.org/officeDocument/2006/relationships/customXml" Target="../ink/ink97.xml"/><Relationship Id="rId111" Type="http://schemas.openxmlformats.org/officeDocument/2006/relationships/image" Target="../media/image107.png"/><Relationship Id="rId132" Type="http://schemas.openxmlformats.org/officeDocument/2006/relationships/customXml" Target="../ink/ink119.xml"/><Relationship Id="rId153" Type="http://schemas.openxmlformats.org/officeDocument/2006/relationships/image" Target="../media/image128.png"/><Relationship Id="rId15" Type="http://schemas.openxmlformats.org/officeDocument/2006/relationships/image" Target="../media/image60.png"/><Relationship Id="rId36" Type="http://schemas.openxmlformats.org/officeDocument/2006/relationships/customXml" Target="../ink/ink71.xml"/><Relationship Id="rId57" Type="http://schemas.openxmlformats.org/officeDocument/2006/relationships/image" Target="../media/image80.png"/><Relationship Id="rId106" Type="http://schemas.openxmlformats.org/officeDocument/2006/relationships/customXml" Target="../ink/ink106.xml"/><Relationship Id="rId127" Type="http://schemas.openxmlformats.org/officeDocument/2006/relationships/image" Target="../media/image115.png"/><Relationship Id="rId10" Type="http://schemas.openxmlformats.org/officeDocument/2006/relationships/customXml" Target="../ink/ink58.xml"/><Relationship Id="rId31" Type="http://schemas.openxmlformats.org/officeDocument/2006/relationships/image" Target="../media/image68.png"/><Relationship Id="rId52" Type="http://schemas.openxmlformats.org/officeDocument/2006/relationships/customXml" Target="../ink/ink79.xml"/><Relationship Id="rId73" Type="http://schemas.openxmlformats.org/officeDocument/2006/relationships/image" Target="../media/image88.png"/><Relationship Id="rId78" Type="http://schemas.openxmlformats.org/officeDocument/2006/relationships/customXml" Target="../ink/ink92.xml"/><Relationship Id="rId94" Type="http://schemas.openxmlformats.org/officeDocument/2006/relationships/customXml" Target="../ink/ink100.xml"/><Relationship Id="rId99" Type="http://schemas.openxmlformats.org/officeDocument/2006/relationships/image" Target="../media/image101.png"/><Relationship Id="rId101" Type="http://schemas.openxmlformats.org/officeDocument/2006/relationships/image" Target="../media/image102.png"/><Relationship Id="rId122" Type="http://schemas.openxmlformats.org/officeDocument/2006/relationships/customXml" Target="../ink/ink114.xml"/><Relationship Id="rId143" Type="http://schemas.openxmlformats.org/officeDocument/2006/relationships/image" Target="../media/image123.png"/><Relationship Id="rId148" Type="http://schemas.openxmlformats.org/officeDocument/2006/relationships/customXml" Target="../ink/ink127.xml"/><Relationship Id="rId4" Type="http://schemas.openxmlformats.org/officeDocument/2006/relationships/customXml" Target="../ink/ink55.xml"/><Relationship Id="rId9" Type="http://schemas.openxmlformats.org/officeDocument/2006/relationships/image" Target="../media/image57.png"/><Relationship Id="rId26" Type="http://schemas.openxmlformats.org/officeDocument/2006/relationships/customXml" Target="../ink/ink66.xml"/><Relationship Id="rId47" Type="http://schemas.openxmlformats.org/officeDocument/2006/relationships/image" Target="../media/image12.png"/><Relationship Id="rId68" Type="http://schemas.openxmlformats.org/officeDocument/2006/relationships/customXml" Target="../ink/ink87.xml"/><Relationship Id="rId89" Type="http://schemas.openxmlformats.org/officeDocument/2006/relationships/image" Target="../media/image96.png"/><Relationship Id="rId112" Type="http://schemas.openxmlformats.org/officeDocument/2006/relationships/customXml" Target="../ink/ink109.xml"/><Relationship Id="rId133" Type="http://schemas.openxmlformats.org/officeDocument/2006/relationships/image" Target="../media/image118.png"/><Relationship Id="rId16" Type="http://schemas.openxmlformats.org/officeDocument/2006/relationships/customXml" Target="../ink/ink61.xml"/><Relationship Id="rId37" Type="http://schemas.openxmlformats.org/officeDocument/2006/relationships/image" Target="../media/image71.png"/><Relationship Id="rId58" Type="http://schemas.openxmlformats.org/officeDocument/2006/relationships/customXml" Target="../ink/ink82.xml"/><Relationship Id="rId79" Type="http://schemas.openxmlformats.org/officeDocument/2006/relationships/image" Target="../media/image91.png"/><Relationship Id="rId102" Type="http://schemas.openxmlformats.org/officeDocument/2006/relationships/customXml" Target="../ink/ink104.xml"/><Relationship Id="rId123" Type="http://schemas.openxmlformats.org/officeDocument/2006/relationships/image" Target="../media/image113.png"/><Relationship Id="rId144" Type="http://schemas.openxmlformats.org/officeDocument/2006/relationships/customXml" Target="../ink/ink125.xml"/><Relationship Id="rId90" Type="http://schemas.openxmlformats.org/officeDocument/2006/relationships/customXml" Target="../ink/ink9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17" Type="http://schemas.openxmlformats.org/officeDocument/2006/relationships/image" Target="../media/image186.png"/><Relationship Id="rId21" Type="http://schemas.openxmlformats.org/officeDocument/2006/relationships/image" Target="../media/image138.png"/><Relationship Id="rId42" Type="http://schemas.openxmlformats.org/officeDocument/2006/relationships/customXml" Target="../ink/ink150.xml"/><Relationship Id="rId63" Type="http://schemas.openxmlformats.org/officeDocument/2006/relationships/image" Target="../media/image159.png"/><Relationship Id="rId84" Type="http://schemas.openxmlformats.org/officeDocument/2006/relationships/customXml" Target="../ink/ink171.xml"/><Relationship Id="rId138" Type="http://schemas.openxmlformats.org/officeDocument/2006/relationships/customXml" Target="../ink/ink198.xml"/><Relationship Id="rId159" Type="http://schemas.openxmlformats.org/officeDocument/2006/relationships/image" Target="../media/image206.png"/><Relationship Id="rId170" Type="http://schemas.openxmlformats.org/officeDocument/2006/relationships/customXml" Target="../ink/ink214.xml"/><Relationship Id="rId191" Type="http://schemas.openxmlformats.org/officeDocument/2006/relationships/image" Target="../media/image222.png"/><Relationship Id="rId205" Type="http://schemas.openxmlformats.org/officeDocument/2006/relationships/image" Target="../media/image229.png"/><Relationship Id="rId107" Type="http://schemas.openxmlformats.org/officeDocument/2006/relationships/image" Target="../media/image181.png"/><Relationship Id="rId11" Type="http://schemas.openxmlformats.org/officeDocument/2006/relationships/image" Target="../media/image133.png"/><Relationship Id="rId32" Type="http://schemas.openxmlformats.org/officeDocument/2006/relationships/customXml" Target="../ink/ink145.xml"/><Relationship Id="rId53" Type="http://schemas.openxmlformats.org/officeDocument/2006/relationships/image" Target="../media/image154.png"/><Relationship Id="rId74" Type="http://schemas.openxmlformats.org/officeDocument/2006/relationships/customXml" Target="../ink/ink166.xml"/><Relationship Id="rId128" Type="http://schemas.openxmlformats.org/officeDocument/2006/relationships/customXml" Target="../ink/ink193.xml"/><Relationship Id="rId149" Type="http://schemas.openxmlformats.org/officeDocument/2006/relationships/image" Target="../media/image202.png"/><Relationship Id="rId5" Type="http://schemas.openxmlformats.org/officeDocument/2006/relationships/image" Target="../media/image130.png"/><Relationship Id="rId95" Type="http://schemas.openxmlformats.org/officeDocument/2006/relationships/image" Target="../media/image175.png"/><Relationship Id="rId160" Type="http://schemas.openxmlformats.org/officeDocument/2006/relationships/customXml" Target="../ink/ink209.xml"/><Relationship Id="rId181" Type="http://schemas.openxmlformats.org/officeDocument/2006/relationships/image" Target="../media/image217.png"/><Relationship Id="rId22" Type="http://schemas.openxmlformats.org/officeDocument/2006/relationships/customXml" Target="../ink/ink140.xml"/><Relationship Id="rId43" Type="http://schemas.openxmlformats.org/officeDocument/2006/relationships/image" Target="../media/image149.png"/><Relationship Id="rId64" Type="http://schemas.openxmlformats.org/officeDocument/2006/relationships/customXml" Target="../ink/ink161.xml"/><Relationship Id="rId118" Type="http://schemas.openxmlformats.org/officeDocument/2006/relationships/customXml" Target="../ink/ink188.xml"/><Relationship Id="rId139" Type="http://schemas.openxmlformats.org/officeDocument/2006/relationships/image" Target="../media/image197.png"/><Relationship Id="rId85" Type="http://schemas.openxmlformats.org/officeDocument/2006/relationships/image" Target="../media/image170.png"/><Relationship Id="rId150" Type="http://schemas.openxmlformats.org/officeDocument/2006/relationships/customXml" Target="../ink/ink204.xml"/><Relationship Id="rId171" Type="http://schemas.openxmlformats.org/officeDocument/2006/relationships/image" Target="../media/image212.png"/><Relationship Id="rId192" Type="http://schemas.openxmlformats.org/officeDocument/2006/relationships/customXml" Target="../ink/ink225.xml"/><Relationship Id="rId206" Type="http://schemas.openxmlformats.org/officeDocument/2006/relationships/customXml" Target="../ink/ink232.xml"/><Relationship Id="rId12" Type="http://schemas.openxmlformats.org/officeDocument/2006/relationships/customXml" Target="../ink/ink135.xml"/><Relationship Id="rId33" Type="http://schemas.openxmlformats.org/officeDocument/2006/relationships/image" Target="../media/image144.png"/><Relationship Id="rId108" Type="http://schemas.openxmlformats.org/officeDocument/2006/relationships/customXml" Target="../ink/ink183.xml"/><Relationship Id="rId129" Type="http://schemas.openxmlformats.org/officeDocument/2006/relationships/image" Target="../media/image192.png"/><Relationship Id="rId54" Type="http://schemas.openxmlformats.org/officeDocument/2006/relationships/customXml" Target="../ink/ink156.xml"/><Relationship Id="rId75" Type="http://schemas.openxmlformats.org/officeDocument/2006/relationships/image" Target="../media/image165.png"/><Relationship Id="rId96" Type="http://schemas.openxmlformats.org/officeDocument/2006/relationships/customXml" Target="../ink/ink177.xml"/><Relationship Id="rId140" Type="http://schemas.openxmlformats.org/officeDocument/2006/relationships/customXml" Target="../ink/ink199.xml"/><Relationship Id="rId161" Type="http://schemas.openxmlformats.org/officeDocument/2006/relationships/image" Target="../media/image207.png"/><Relationship Id="rId182" Type="http://schemas.openxmlformats.org/officeDocument/2006/relationships/customXml" Target="../ink/ink220.xml"/><Relationship Id="rId6" Type="http://schemas.openxmlformats.org/officeDocument/2006/relationships/customXml" Target="../ink/ink132.xml"/><Relationship Id="rId23" Type="http://schemas.openxmlformats.org/officeDocument/2006/relationships/image" Target="../media/image139.png"/><Relationship Id="rId119" Type="http://schemas.openxmlformats.org/officeDocument/2006/relationships/image" Target="../media/image187.png"/><Relationship Id="rId44" Type="http://schemas.openxmlformats.org/officeDocument/2006/relationships/customXml" Target="../ink/ink151.xml"/><Relationship Id="rId65" Type="http://schemas.openxmlformats.org/officeDocument/2006/relationships/image" Target="../media/image160.png"/><Relationship Id="rId86" Type="http://schemas.openxmlformats.org/officeDocument/2006/relationships/customXml" Target="../ink/ink172.xml"/><Relationship Id="rId130" Type="http://schemas.openxmlformats.org/officeDocument/2006/relationships/customXml" Target="../ink/ink194.xml"/><Relationship Id="rId151" Type="http://schemas.openxmlformats.org/officeDocument/2006/relationships/image" Target="../media/image203.png"/><Relationship Id="rId172" Type="http://schemas.openxmlformats.org/officeDocument/2006/relationships/customXml" Target="../ink/ink215.xml"/><Relationship Id="rId193" Type="http://schemas.openxmlformats.org/officeDocument/2006/relationships/image" Target="../media/image223.png"/><Relationship Id="rId207" Type="http://schemas.openxmlformats.org/officeDocument/2006/relationships/image" Target="../media/image230.png"/><Relationship Id="rId13" Type="http://schemas.openxmlformats.org/officeDocument/2006/relationships/image" Target="../media/image134.png"/><Relationship Id="rId109" Type="http://schemas.openxmlformats.org/officeDocument/2006/relationships/image" Target="../media/image182.png"/><Relationship Id="rId34" Type="http://schemas.openxmlformats.org/officeDocument/2006/relationships/customXml" Target="../ink/ink146.xml"/><Relationship Id="rId55" Type="http://schemas.openxmlformats.org/officeDocument/2006/relationships/image" Target="../media/image155.png"/><Relationship Id="rId76" Type="http://schemas.openxmlformats.org/officeDocument/2006/relationships/customXml" Target="../ink/ink167.xml"/><Relationship Id="rId97" Type="http://schemas.openxmlformats.org/officeDocument/2006/relationships/image" Target="../media/image176.png"/><Relationship Id="rId120" Type="http://schemas.openxmlformats.org/officeDocument/2006/relationships/customXml" Target="../ink/ink189.xml"/><Relationship Id="rId141" Type="http://schemas.openxmlformats.org/officeDocument/2006/relationships/image" Target="../media/image198.png"/><Relationship Id="rId7" Type="http://schemas.openxmlformats.org/officeDocument/2006/relationships/image" Target="../media/image131.png"/><Relationship Id="rId162" Type="http://schemas.openxmlformats.org/officeDocument/2006/relationships/customXml" Target="../ink/ink210.xml"/><Relationship Id="rId183" Type="http://schemas.openxmlformats.org/officeDocument/2006/relationships/image" Target="../media/image218.png"/><Relationship Id="rId24" Type="http://schemas.openxmlformats.org/officeDocument/2006/relationships/customXml" Target="../ink/ink141.xml"/><Relationship Id="rId45" Type="http://schemas.openxmlformats.org/officeDocument/2006/relationships/image" Target="../media/image150.png"/><Relationship Id="rId66" Type="http://schemas.openxmlformats.org/officeDocument/2006/relationships/customXml" Target="../ink/ink162.xml"/><Relationship Id="rId87" Type="http://schemas.openxmlformats.org/officeDocument/2006/relationships/image" Target="../media/image171.png"/><Relationship Id="rId110" Type="http://schemas.openxmlformats.org/officeDocument/2006/relationships/customXml" Target="../ink/ink184.xml"/><Relationship Id="rId131" Type="http://schemas.openxmlformats.org/officeDocument/2006/relationships/image" Target="../media/image193.png"/><Relationship Id="rId61" Type="http://schemas.openxmlformats.org/officeDocument/2006/relationships/image" Target="../media/image158.png"/><Relationship Id="rId82" Type="http://schemas.openxmlformats.org/officeDocument/2006/relationships/customXml" Target="../ink/ink170.xml"/><Relationship Id="rId152" Type="http://schemas.openxmlformats.org/officeDocument/2006/relationships/customXml" Target="../ink/ink205.xml"/><Relationship Id="rId173" Type="http://schemas.openxmlformats.org/officeDocument/2006/relationships/image" Target="../media/image213.png"/><Relationship Id="rId194" Type="http://schemas.openxmlformats.org/officeDocument/2006/relationships/customXml" Target="../ink/ink226.xml"/><Relationship Id="rId199" Type="http://schemas.openxmlformats.org/officeDocument/2006/relationships/image" Target="../media/image226.png"/><Relationship Id="rId203" Type="http://schemas.openxmlformats.org/officeDocument/2006/relationships/image" Target="../media/image228.png"/><Relationship Id="rId208" Type="http://schemas.openxmlformats.org/officeDocument/2006/relationships/customXml" Target="../ink/ink233.xml"/><Relationship Id="rId19" Type="http://schemas.openxmlformats.org/officeDocument/2006/relationships/image" Target="../media/image137.png"/><Relationship Id="rId14" Type="http://schemas.openxmlformats.org/officeDocument/2006/relationships/customXml" Target="../ink/ink136.xml"/><Relationship Id="rId30" Type="http://schemas.openxmlformats.org/officeDocument/2006/relationships/customXml" Target="../ink/ink144.xml"/><Relationship Id="rId35" Type="http://schemas.openxmlformats.org/officeDocument/2006/relationships/image" Target="../media/image145.png"/><Relationship Id="rId56" Type="http://schemas.openxmlformats.org/officeDocument/2006/relationships/customXml" Target="../ink/ink157.xml"/><Relationship Id="rId77" Type="http://schemas.openxmlformats.org/officeDocument/2006/relationships/image" Target="../media/image166.png"/><Relationship Id="rId100" Type="http://schemas.openxmlformats.org/officeDocument/2006/relationships/customXml" Target="../ink/ink179.xml"/><Relationship Id="rId105" Type="http://schemas.openxmlformats.org/officeDocument/2006/relationships/image" Target="../media/image180.png"/><Relationship Id="rId126" Type="http://schemas.openxmlformats.org/officeDocument/2006/relationships/customXml" Target="../ink/ink192.xml"/><Relationship Id="rId147" Type="http://schemas.openxmlformats.org/officeDocument/2006/relationships/image" Target="../media/image201.png"/><Relationship Id="rId168" Type="http://schemas.openxmlformats.org/officeDocument/2006/relationships/customXml" Target="../ink/ink213.xml"/><Relationship Id="rId8" Type="http://schemas.openxmlformats.org/officeDocument/2006/relationships/customXml" Target="../ink/ink133.xml"/><Relationship Id="rId51" Type="http://schemas.openxmlformats.org/officeDocument/2006/relationships/image" Target="../media/image153.png"/><Relationship Id="rId72" Type="http://schemas.openxmlformats.org/officeDocument/2006/relationships/customXml" Target="../ink/ink165.xml"/><Relationship Id="rId93" Type="http://schemas.openxmlformats.org/officeDocument/2006/relationships/image" Target="../media/image174.png"/><Relationship Id="rId98" Type="http://schemas.openxmlformats.org/officeDocument/2006/relationships/customXml" Target="../ink/ink178.xml"/><Relationship Id="rId121" Type="http://schemas.openxmlformats.org/officeDocument/2006/relationships/image" Target="../media/image188.png"/><Relationship Id="rId142" Type="http://schemas.openxmlformats.org/officeDocument/2006/relationships/customXml" Target="../ink/ink200.xml"/><Relationship Id="rId163" Type="http://schemas.openxmlformats.org/officeDocument/2006/relationships/image" Target="../media/image208.png"/><Relationship Id="rId184" Type="http://schemas.openxmlformats.org/officeDocument/2006/relationships/customXml" Target="../ink/ink221.xml"/><Relationship Id="rId189" Type="http://schemas.openxmlformats.org/officeDocument/2006/relationships/image" Target="../media/image221.png"/><Relationship Id="rId3" Type="http://schemas.openxmlformats.org/officeDocument/2006/relationships/image" Target="../media/image129.png"/><Relationship Id="rId25" Type="http://schemas.openxmlformats.org/officeDocument/2006/relationships/image" Target="../media/image140.png"/><Relationship Id="rId46" Type="http://schemas.openxmlformats.org/officeDocument/2006/relationships/customXml" Target="../ink/ink152.xml"/><Relationship Id="rId67" Type="http://schemas.openxmlformats.org/officeDocument/2006/relationships/image" Target="../media/image161.png"/><Relationship Id="rId116" Type="http://schemas.openxmlformats.org/officeDocument/2006/relationships/customXml" Target="../ink/ink187.xml"/><Relationship Id="rId137" Type="http://schemas.openxmlformats.org/officeDocument/2006/relationships/image" Target="../media/image196.png"/><Relationship Id="rId158" Type="http://schemas.openxmlformats.org/officeDocument/2006/relationships/customXml" Target="../ink/ink208.xml"/><Relationship Id="rId20" Type="http://schemas.openxmlformats.org/officeDocument/2006/relationships/customXml" Target="../ink/ink139.xml"/><Relationship Id="rId41" Type="http://schemas.openxmlformats.org/officeDocument/2006/relationships/image" Target="../media/image148.png"/><Relationship Id="rId62" Type="http://schemas.openxmlformats.org/officeDocument/2006/relationships/customXml" Target="../ink/ink160.xml"/><Relationship Id="rId83" Type="http://schemas.openxmlformats.org/officeDocument/2006/relationships/image" Target="../media/image169.png"/><Relationship Id="rId88" Type="http://schemas.openxmlformats.org/officeDocument/2006/relationships/customXml" Target="../ink/ink173.xml"/><Relationship Id="rId111" Type="http://schemas.openxmlformats.org/officeDocument/2006/relationships/image" Target="../media/image183.png"/><Relationship Id="rId132" Type="http://schemas.openxmlformats.org/officeDocument/2006/relationships/customXml" Target="../ink/ink195.xml"/><Relationship Id="rId153" Type="http://schemas.openxmlformats.org/officeDocument/2006/relationships/image" Target="../media/image12.png"/><Relationship Id="rId174" Type="http://schemas.openxmlformats.org/officeDocument/2006/relationships/customXml" Target="../ink/ink216.xml"/><Relationship Id="rId179" Type="http://schemas.openxmlformats.org/officeDocument/2006/relationships/image" Target="../media/image216.png"/><Relationship Id="rId195" Type="http://schemas.openxmlformats.org/officeDocument/2006/relationships/image" Target="../media/image224.png"/><Relationship Id="rId209" Type="http://schemas.openxmlformats.org/officeDocument/2006/relationships/image" Target="../media/image231.png"/><Relationship Id="rId190" Type="http://schemas.openxmlformats.org/officeDocument/2006/relationships/customXml" Target="../ink/ink224.xml"/><Relationship Id="rId204" Type="http://schemas.openxmlformats.org/officeDocument/2006/relationships/customXml" Target="../ink/ink231.xml"/><Relationship Id="rId15" Type="http://schemas.openxmlformats.org/officeDocument/2006/relationships/image" Target="../media/image135.png"/><Relationship Id="rId36" Type="http://schemas.openxmlformats.org/officeDocument/2006/relationships/customXml" Target="../ink/ink147.xml"/><Relationship Id="rId57" Type="http://schemas.openxmlformats.org/officeDocument/2006/relationships/image" Target="../media/image156.png"/><Relationship Id="rId106" Type="http://schemas.openxmlformats.org/officeDocument/2006/relationships/customXml" Target="../ink/ink182.xml"/><Relationship Id="rId127" Type="http://schemas.openxmlformats.org/officeDocument/2006/relationships/image" Target="../media/image191.png"/><Relationship Id="rId10" Type="http://schemas.openxmlformats.org/officeDocument/2006/relationships/customXml" Target="../ink/ink134.xml"/><Relationship Id="rId31" Type="http://schemas.openxmlformats.org/officeDocument/2006/relationships/image" Target="../media/image143.png"/><Relationship Id="rId52" Type="http://schemas.openxmlformats.org/officeDocument/2006/relationships/customXml" Target="../ink/ink155.xml"/><Relationship Id="rId73" Type="http://schemas.openxmlformats.org/officeDocument/2006/relationships/image" Target="../media/image164.png"/><Relationship Id="rId78" Type="http://schemas.openxmlformats.org/officeDocument/2006/relationships/customXml" Target="../ink/ink168.xml"/><Relationship Id="rId94" Type="http://schemas.openxmlformats.org/officeDocument/2006/relationships/customXml" Target="../ink/ink176.xml"/><Relationship Id="rId99" Type="http://schemas.openxmlformats.org/officeDocument/2006/relationships/image" Target="../media/image177.png"/><Relationship Id="rId101" Type="http://schemas.openxmlformats.org/officeDocument/2006/relationships/image" Target="../media/image178.png"/><Relationship Id="rId122" Type="http://schemas.openxmlformats.org/officeDocument/2006/relationships/customXml" Target="../ink/ink190.xml"/><Relationship Id="rId143" Type="http://schemas.openxmlformats.org/officeDocument/2006/relationships/image" Target="../media/image199.png"/><Relationship Id="rId148" Type="http://schemas.openxmlformats.org/officeDocument/2006/relationships/customXml" Target="../ink/ink203.xml"/><Relationship Id="rId164" Type="http://schemas.openxmlformats.org/officeDocument/2006/relationships/customXml" Target="../ink/ink211.xml"/><Relationship Id="rId169" Type="http://schemas.openxmlformats.org/officeDocument/2006/relationships/image" Target="../media/image211.png"/><Relationship Id="rId185" Type="http://schemas.openxmlformats.org/officeDocument/2006/relationships/image" Target="../media/image219.png"/><Relationship Id="rId4" Type="http://schemas.openxmlformats.org/officeDocument/2006/relationships/customXml" Target="../ink/ink131.xml"/><Relationship Id="rId9" Type="http://schemas.openxmlformats.org/officeDocument/2006/relationships/image" Target="../media/image132.png"/><Relationship Id="rId180" Type="http://schemas.openxmlformats.org/officeDocument/2006/relationships/customXml" Target="../ink/ink219.xml"/><Relationship Id="rId210" Type="http://schemas.openxmlformats.org/officeDocument/2006/relationships/customXml" Target="../ink/ink234.xml"/><Relationship Id="rId26" Type="http://schemas.openxmlformats.org/officeDocument/2006/relationships/customXml" Target="../ink/ink142.xml"/><Relationship Id="rId47" Type="http://schemas.openxmlformats.org/officeDocument/2006/relationships/image" Target="../media/image151.png"/><Relationship Id="rId68" Type="http://schemas.openxmlformats.org/officeDocument/2006/relationships/customXml" Target="../ink/ink163.xml"/><Relationship Id="rId89" Type="http://schemas.openxmlformats.org/officeDocument/2006/relationships/image" Target="../media/image172.png"/><Relationship Id="rId112" Type="http://schemas.openxmlformats.org/officeDocument/2006/relationships/customXml" Target="../ink/ink185.xml"/><Relationship Id="rId133" Type="http://schemas.openxmlformats.org/officeDocument/2006/relationships/image" Target="../media/image194.png"/><Relationship Id="rId154" Type="http://schemas.openxmlformats.org/officeDocument/2006/relationships/customXml" Target="../ink/ink206.xml"/><Relationship Id="rId175" Type="http://schemas.openxmlformats.org/officeDocument/2006/relationships/image" Target="../media/image214.png"/><Relationship Id="rId196" Type="http://schemas.openxmlformats.org/officeDocument/2006/relationships/customXml" Target="../ink/ink227.xml"/><Relationship Id="rId200" Type="http://schemas.openxmlformats.org/officeDocument/2006/relationships/customXml" Target="../ink/ink229.xml"/><Relationship Id="rId16" Type="http://schemas.openxmlformats.org/officeDocument/2006/relationships/customXml" Target="../ink/ink137.xml"/><Relationship Id="rId37" Type="http://schemas.openxmlformats.org/officeDocument/2006/relationships/image" Target="../media/image146.png"/><Relationship Id="rId58" Type="http://schemas.openxmlformats.org/officeDocument/2006/relationships/customXml" Target="../ink/ink158.xml"/><Relationship Id="rId79" Type="http://schemas.openxmlformats.org/officeDocument/2006/relationships/image" Target="../media/image167.png"/><Relationship Id="rId102" Type="http://schemas.openxmlformats.org/officeDocument/2006/relationships/customXml" Target="../ink/ink180.xml"/><Relationship Id="rId123" Type="http://schemas.openxmlformats.org/officeDocument/2006/relationships/image" Target="../media/image189.png"/><Relationship Id="rId144" Type="http://schemas.openxmlformats.org/officeDocument/2006/relationships/customXml" Target="../ink/ink201.xml"/><Relationship Id="rId90" Type="http://schemas.openxmlformats.org/officeDocument/2006/relationships/customXml" Target="../ink/ink174.xml"/><Relationship Id="rId165" Type="http://schemas.openxmlformats.org/officeDocument/2006/relationships/image" Target="../media/image209.png"/><Relationship Id="rId186" Type="http://schemas.openxmlformats.org/officeDocument/2006/relationships/customXml" Target="../ink/ink222.xml"/><Relationship Id="rId211" Type="http://schemas.openxmlformats.org/officeDocument/2006/relationships/image" Target="../media/image232.png"/><Relationship Id="rId27" Type="http://schemas.openxmlformats.org/officeDocument/2006/relationships/image" Target="../media/image141.png"/><Relationship Id="rId48" Type="http://schemas.openxmlformats.org/officeDocument/2006/relationships/customXml" Target="../ink/ink153.xml"/><Relationship Id="rId69" Type="http://schemas.openxmlformats.org/officeDocument/2006/relationships/image" Target="../media/image162.png"/><Relationship Id="rId113" Type="http://schemas.openxmlformats.org/officeDocument/2006/relationships/image" Target="../media/image184.png"/><Relationship Id="rId134" Type="http://schemas.openxmlformats.org/officeDocument/2006/relationships/customXml" Target="../ink/ink196.xml"/><Relationship Id="rId80" Type="http://schemas.openxmlformats.org/officeDocument/2006/relationships/customXml" Target="../ink/ink169.xml"/><Relationship Id="rId155" Type="http://schemas.openxmlformats.org/officeDocument/2006/relationships/image" Target="../media/image204.png"/><Relationship Id="rId176" Type="http://schemas.openxmlformats.org/officeDocument/2006/relationships/customXml" Target="../ink/ink217.xml"/><Relationship Id="rId197" Type="http://schemas.openxmlformats.org/officeDocument/2006/relationships/image" Target="../media/image225.png"/><Relationship Id="rId201" Type="http://schemas.openxmlformats.org/officeDocument/2006/relationships/image" Target="../media/image227.png"/><Relationship Id="rId17" Type="http://schemas.openxmlformats.org/officeDocument/2006/relationships/image" Target="../media/image136.png"/><Relationship Id="rId38" Type="http://schemas.openxmlformats.org/officeDocument/2006/relationships/customXml" Target="../ink/ink148.xml"/><Relationship Id="rId59" Type="http://schemas.openxmlformats.org/officeDocument/2006/relationships/image" Target="../media/image157.png"/><Relationship Id="rId103" Type="http://schemas.openxmlformats.org/officeDocument/2006/relationships/image" Target="../media/image179.png"/><Relationship Id="rId124" Type="http://schemas.openxmlformats.org/officeDocument/2006/relationships/customXml" Target="../ink/ink191.xml"/><Relationship Id="rId70" Type="http://schemas.openxmlformats.org/officeDocument/2006/relationships/customXml" Target="../ink/ink164.xml"/><Relationship Id="rId91" Type="http://schemas.openxmlformats.org/officeDocument/2006/relationships/image" Target="../media/image173.png"/><Relationship Id="rId145" Type="http://schemas.openxmlformats.org/officeDocument/2006/relationships/image" Target="../media/image200.png"/><Relationship Id="rId166" Type="http://schemas.openxmlformats.org/officeDocument/2006/relationships/customXml" Target="../ink/ink212.xml"/><Relationship Id="rId187" Type="http://schemas.openxmlformats.org/officeDocument/2006/relationships/image" Target="../media/image220.png"/><Relationship Id="rId1" Type="http://schemas.openxmlformats.org/officeDocument/2006/relationships/slideLayout" Target="../slideLayouts/slideLayout7.xml"/><Relationship Id="rId28" Type="http://schemas.openxmlformats.org/officeDocument/2006/relationships/customXml" Target="../ink/ink143.xml"/><Relationship Id="rId49" Type="http://schemas.openxmlformats.org/officeDocument/2006/relationships/image" Target="../media/image152.png"/><Relationship Id="rId114" Type="http://schemas.openxmlformats.org/officeDocument/2006/relationships/customXml" Target="../ink/ink186.xml"/><Relationship Id="rId60" Type="http://schemas.openxmlformats.org/officeDocument/2006/relationships/customXml" Target="../ink/ink159.xml"/><Relationship Id="rId81" Type="http://schemas.openxmlformats.org/officeDocument/2006/relationships/image" Target="../media/image168.png"/><Relationship Id="rId135" Type="http://schemas.openxmlformats.org/officeDocument/2006/relationships/image" Target="../media/image195.png"/><Relationship Id="rId156" Type="http://schemas.openxmlformats.org/officeDocument/2006/relationships/customXml" Target="../ink/ink207.xml"/><Relationship Id="rId177" Type="http://schemas.openxmlformats.org/officeDocument/2006/relationships/image" Target="../media/image215.png"/><Relationship Id="rId198" Type="http://schemas.openxmlformats.org/officeDocument/2006/relationships/customXml" Target="../ink/ink228.xml"/><Relationship Id="rId202" Type="http://schemas.openxmlformats.org/officeDocument/2006/relationships/customXml" Target="../ink/ink230.xml"/><Relationship Id="rId18" Type="http://schemas.openxmlformats.org/officeDocument/2006/relationships/customXml" Target="../ink/ink138.xml"/><Relationship Id="rId39" Type="http://schemas.openxmlformats.org/officeDocument/2006/relationships/image" Target="../media/image147.png"/><Relationship Id="rId50" Type="http://schemas.openxmlformats.org/officeDocument/2006/relationships/customXml" Target="../ink/ink154.xml"/><Relationship Id="rId104" Type="http://schemas.openxmlformats.org/officeDocument/2006/relationships/customXml" Target="../ink/ink181.xml"/><Relationship Id="rId125" Type="http://schemas.openxmlformats.org/officeDocument/2006/relationships/image" Target="../media/image190.png"/><Relationship Id="rId146" Type="http://schemas.openxmlformats.org/officeDocument/2006/relationships/customXml" Target="../ink/ink202.xml"/><Relationship Id="rId167" Type="http://schemas.openxmlformats.org/officeDocument/2006/relationships/image" Target="../media/image210.png"/><Relationship Id="rId188" Type="http://schemas.openxmlformats.org/officeDocument/2006/relationships/customXml" Target="../ink/ink223.xml"/><Relationship Id="rId71" Type="http://schemas.openxmlformats.org/officeDocument/2006/relationships/image" Target="../media/image163.png"/><Relationship Id="rId92" Type="http://schemas.openxmlformats.org/officeDocument/2006/relationships/customXml" Target="../ink/ink175.xml"/><Relationship Id="rId2" Type="http://schemas.openxmlformats.org/officeDocument/2006/relationships/customXml" Target="../ink/ink130.xml"/><Relationship Id="rId29" Type="http://schemas.openxmlformats.org/officeDocument/2006/relationships/image" Target="../media/image142.png"/><Relationship Id="rId40" Type="http://schemas.openxmlformats.org/officeDocument/2006/relationships/customXml" Target="../ink/ink149.xml"/><Relationship Id="rId115" Type="http://schemas.openxmlformats.org/officeDocument/2006/relationships/image" Target="../media/image185.png"/><Relationship Id="rId136" Type="http://schemas.openxmlformats.org/officeDocument/2006/relationships/customXml" Target="../ink/ink197.xml"/><Relationship Id="rId157" Type="http://schemas.openxmlformats.org/officeDocument/2006/relationships/image" Target="../media/image205.png"/><Relationship Id="rId178" Type="http://schemas.openxmlformats.org/officeDocument/2006/relationships/customXml" Target="../ink/ink2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3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Project Procurement</a:t>
            </a:r>
          </a:p>
        </p:txBody>
      </p:sp>
      <p:sp>
        <p:nvSpPr>
          <p:cNvPr id="3" name="Subtitle 2"/>
          <p:cNvSpPr>
            <a:spLocks noGrp="1"/>
          </p:cNvSpPr>
          <p:nvPr>
            <p:ph type="subTitle" idx="1"/>
          </p:nvPr>
        </p:nvSpPr>
        <p:spPr/>
        <p:txBody>
          <a:bodyPr/>
          <a:lstStyle/>
          <a:p>
            <a:endParaRPr lang="en-US"/>
          </a:p>
        </p:txBody>
      </p:sp>
      <p:sp>
        <p:nvSpPr>
          <p:cNvPr id="4" name="Slide Number Placeholder 3"/>
          <p:cNvSpPr>
            <a:spLocks noGrp="1"/>
          </p:cNvSpPr>
          <p:nvPr>
            <p:ph type="sldNum" sz="quarter" idx="12"/>
          </p:nvPr>
        </p:nvSpPr>
        <p:spPr/>
        <p:txBody>
          <a:bodyPr/>
          <a:lstStyle/>
          <a:p>
            <a:fld id="{B274294F-3089-4B37-AA52-685724062AD9}"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Porter’s Value Chain</a:t>
            </a:r>
          </a:p>
        </p:txBody>
      </p:sp>
      <p:grpSp>
        <p:nvGrpSpPr>
          <p:cNvPr id="25" name="Group 24"/>
          <p:cNvGrpSpPr/>
          <p:nvPr/>
        </p:nvGrpSpPr>
        <p:grpSpPr>
          <a:xfrm>
            <a:off x="785786" y="1928802"/>
            <a:ext cx="8143932" cy="2928958"/>
            <a:chOff x="500034" y="1785926"/>
            <a:chExt cx="8143932" cy="2928958"/>
          </a:xfrm>
        </p:grpSpPr>
        <p:sp>
          <p:nvSpPr>
            <p:cNvPr id="4" name="Rectangle 3"/>
            <p:cNvSpPr/>
            <p:nvPr/>
          </p:nvSpPr>
          <p:spPr>
            <a:xfrm>
              <a:off x="500034" y="1785926"/>
              <a:ext cx="6000792" cy="292895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Isosceles Triangle 4"/>
            <p:cNvSpPr/>
            <p:nvPr/>
          </p:nvSpPr>
          <p:spPr>
            <a:xfrm rot="5400000">
              <a:off x="6107917" y="2178835"/>
              <a:ext cx="2928958" cy="2143140"/>
            </a:xfrm>
            <a:prstGeom prst="triangle">
              <a:avLst>
                <a:gd name="adj" fmla="val 500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p:nvPr/>
          </p:nvCxnSpPr>
          <p:spPr>
            <a:xfrm>
              <a:off x="500034" y="3214686"/>
              <a:ext cx="4572032"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00034" y="1785926"/>
              <a:ext cx="6000792" cy="369332"/>
            </a:xfrm>
            <a:prstGeom prst="rect">
              <a:avLst/>
            </a:prstGeom>
            <a:noFill/>
            <a:ln>
              <a:solidFill>
                <a:schemeClr val="tx1"/>
              </a:solidFill>
            </a:ln>
          </p:spPr>
          <p:txBody>
            <a:bodyPr wrap="square" rtlCol="0">
              <a:spAutoFit/>
            </a:bodyPr>
            <a:lstStyle/>
            <a:p>
              <a:r>
                <a:rPr lang="en-US" dirty="0"/>
                <a:t>Firm Infrastructure</a:t>
              </a:r>
            </a:p>
          </p:txBody>
        </p:sp>
        <p:sp>
          <p:nvSpPr>
            <p:cNvPr id="10" name="TextBox 9"/>
            <p:cNvSpPr txBox="1"/>
            <p:nvPr/>
          </p:nvSpPr>
          <p:spPr>
            <a:xfrm>
              <a:off x="500034" y="2143116"/>
              <a:ext cx="6000792" cy="369332"/>
            </a:xfrm>
            <a:prstGeom prst="rect">
              <a:avLst/>
            </a:prstGeom>
            <a:noFill/>
            <a:ln>
              <a:solidFill>
                <a:schemeClr val="tx1"/>
              </a:solidFill>
            </a:ln>
          </p:spPr>
          <p:txBody>
            <a:bodyPr wrap="square" rtlCol="0">
              <a:spAutoFit/>
            </a:bodyPr>
            <a:lstStyle/>
            <a:p>
              <a:r>
                <a:rPr lang="en-US" dirty="0"/>
                <a:t>Human Resources Management</a:t>
              </a:r>
            </a:p>
          </p:txBody>
        </p:sp>
        <p:sp>
          <p:nvSpPr>
            <p:cNvPr id="11" name="TextBox 10"/>
            <p:cNvSpPr txBox="1"/>
            <p:nvPr/>
          </p:nvSpPr>
          <p:spPr>
            <a:xfrm>
              <a:off x="500034" y="2500306"/>
              <a:ext cx="6000792" cy="369332"/>
            </a:xfrm>
            <a:prstGeom prst="rect">
              <a:avLst/>
            </a:prstGeom>
            <a:noFill/>
            <a:ln>
              <a:solidFill>
                <a:schemeClr val="tx1"/>
              </a:solidFill>
            </a:ln>
          </p:spPr>
          <p:txBody>
            <a:bodyPr wrap="square" rtlCol="0">
              <a:spAutoFit/>
            </a:bodyPr>
            <a:lstStyle/>
            <a:p>
              <a:r>
                <a:rPr lang="en-US" dirty="0"/>
                <a:t>Technology Development</a:t>
              </a:r>
            </a:p>
          </p:txBody>
        </p:sp>
        <p:sp>
          <p:nvSpPr>
            <p:cNvPr id="12" name="TextBox 11"/>
            <p:cNvSpPr txBox="1"/>
            <p:nvPr/>
          </p:nvSpPr>
          <p:spPr>
            <a:xfrm>
              <a:off x="500034" y="2857496"/>
              <a:ext cx="6000792" cy="369332"/>
            </a:xfrm>
            <a:prstGeom prst="rect">
              <a:avLst/>
            </a:prstGeom>
            <a:noFill/>
            <a:ln>
              <a:solidFill>
                <a:schemeClr val="tx1"/>
              </a:solidFill>
            </a:ln>
          </p:spPr>
          <p:txBody>
            <a:bodyPr wrap="square" rtlCol="0">
              <a:spAutoFit/>
            </a:bodyPr>
            <a:lstStyle/>
            <a:p>
              <a:r>
                <a:rPr lang="en-US" dirty="0"/>
                <a:t>Procurement</a:t>
              </a:r>
            </a:p>
          </p:txBody>
        </p:sp>
        <p:sp>
          <p:nvSpPr>
            <p:cNvPr id="14" name="TextBox 13"/>
            <p:cNvSpPr txBox="1"/>
            <p:nvPr/>
          </p:nvSpPr>
          <p:spPr>
            <a:xfrm>
              <a:off x="500034" y="3214686"/>
              <a:ext cx="1026243" cy="646331"/>
            </a:xfrm>
            <a:prstGeom prst="rect">
              <a:avLst/>
            </a:prstGeom>
            <a:noFill/>
          </p:spPr>
          <p:txBody>
            <a:bodyPr wrap="square" rtlCol="0">
              <a:spAutoFit/>
            </a:bodyPr>
            <a:lstStyle/>
            <a:p>
              <a:r>
                <a:rPr lang="en-US" dirty="0"/>
                <a:t>Inbound </a:t>
              </a:r>
            </a:p>
            <a:p>
              <a:r>
                <a:rPr lang="en-US" dirty="0"/>
                <a:t>Logistics</a:t>
              </a:r>
            </a:p>
          </p:txBody>
        </p:sp>
        <p:sp>
          <p:nvSpPr>
            <p:cNvPr id="15" name="TextBox 14"/>
            <p:cNvSpPr txBox="1"/>
            <p:nvPr/>
          </p:nvSpPr>
          <p:spPr>
            <a:xfrm>
              <a:off x="1500166" y="3214686"/>
              <a:ext cx="1214446" cy="369332"/>
            </a:xfrm>
            <a:prstGeom prst="rect">
              <a:avLst/>
            </a:prstGeom>
            <a:noFill/>
          </p:spPr>
          <p:txBody>
            <a:bodyPr wrap="square" rtlCol="0">
              <a:spAutoFit/>
            </a:bodyPr>
            <a:lstStyle/>
            <a:p>
              <a:r>
                <a:rPr lang="en-US" dirty="0"/>
                <a:t>Operations</a:t>
              </a:r>
            </a:p>
          </p:txBody>
        </p:sp>
        <p:sp>
          <p:nvSpPr>
            <p:cNvPr id="16" name="TextBox 15"/>
            <p:cNvSpPr txBox="1"/>
            <p:nvPr/>
          </p:nvSpPr>
          <p:spPr>
            <a:xfrm>
              <a:off x="2714612" y="3214686"/>
              <a:ext cx="1214446" cy="646331"/>
            </a:xfrm>
            <a:prstGeom prst="rect">
              <a:avLst/>
            </a:prstGeom>
            <a:noFill/>
          </p:spPr>
          <p:txBody>
            <a:bodyPr wrap="square" rtlCol="0">
              <a:spAutoFit/>
            </a:bodyPr>
            <a:lstStyle/>
            <a:p>
              <a:r>
                <a:rPr lang="en-US" dirty="0"/>
                <a:t>Outbound </a:t>
              </a:r>
            </a:p>
            <a:p>
              <a:r>
                <a:rPr lang="en-US" dirty="0"/>
                <a:t>Logistics</a:t>
              </a:r>
            </a:p>
          </p:txBody>
        </p:sp>
        <p:sp>
          <p:nvSpPr>
            <p:cNvPr id="17" name="TextBox 16"/>
            <p:cNvSpPr txBox="1"/>
            <p:nvPr/>
          </p:nvSpPr>
          <p:spPr>
            <a:xfrm>
              <a:off x="3929058" y="3214686"/>
              <a:ext cx="1214446" cy="923330"/>
            </a:xfrm>
            <a:prstGeom prst="rect">
              <a:avLst/>
            </a:prstGeom>
            <a:noFill/>
          </p:spPr>
          <p:txBody>
            <a:bodyPr wrap="square" rtlCol="0">
              <a:spAutoFit/>
            </a:bodyPr>
            <a:lstStyle/>
            <a:p>
              <a:r>
                <a:rPr lang="en-US" dirty="0"/>
                <a:t>Marketing &amp;</a:t>
              </a:r>
            </a:p>
            <a:p>
              <a:r>
                <a:rPr lang="en-US" dirty="0"/>
                <a:t>Sales</a:t>
              </a:r>
            </a:p>
          </p:txBody>
        </p:sp>
        <p:sp>
          <p:nvSpPr>
            <p:cNvPr id="18" name="TextBox 17"/>
            <p:cNvSpPr txBox="1"/>
            <p:nvPr/>
          </p:nvSpPr>
          <p:spPr>
            <a:xfrm>
              <a:off x="5143504" y="3214686"/>
              <a:ext cx="1214446" cy="369332"/>
            </a:xfrm>
            <a:prstGeom prst="rect">
              <a:avLst/>
            </a:prstGeom>
            <a:noFill/>
          </p:spPr>
          <p:txBody>
            <a:bodyPr wrap="square" rtlCol="0">
              <a:spAutoFit/>
            </a:bodyPr>
            <a:lstStyle/>
            <a:p>
              <a:r>
                <a:rPr lang="en-US" dirty="0"/>
                <a:t>Service</a:t>
              </a:r>
            </a:p>
          </p:txBody>
        </p:sp>
        <p:cxnSp>
          <p:nvCxnSpPr>
            <p:cNvPr id="20" name="Straight Connector 19"/>
            <p:cNvCxnSpPr/>
            <p:nvPr/>
          </p:nvCxnSpPr>
          <p:spPr>
            <a:xfrm rot="5400000">
              <a:off x="750067" y="3964785"/>
              <a:ext cx="150019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1964513" y="3964785"/>
              <a:ext cx="150019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5400000">
              <a:off x="3107521" y="3964785"/>
              <a:ext cx="150019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5400000">
              <a:off x="4393405" y="3964785"/>
              <a:ext cx="150019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TextBox 25"/>
          <p:cNvSpPr txBox="1"/>
          <p:nvPr/>
        </p:nvSpPr>
        <p:spPr>
          <a:xfrm>
            <a:off x="785786" y="4929198"/>
            <a:ext cx="6609823" cy="369332"/>
          </a:xfrm>
          <a:prstGeom prst="rect">
            <a:avLst/>
          </a:prstGeom>
          <a:noFill/>
        </p:spPr>
        <p:txBody>
          <a:bodyPr wrap="none" rtlCol="0">
            <a:spAutoFit/>
          </a:bodyPr>
          <a:lstStyle/>
          <a:p>
            <a:r>
              <a:rPr lang="en-US" dirty="0"/>
              <a:t>Porter’s value chain showing support activities and primary activities.</a:t>
            </a:r>
          </a:p>
        </p:txBody>
      </p:sp>
      <p:sp>
        <p:nvSpPr>
          <p:cNvPr id="21" name="Slide Number Placeholder 20"/>
          <p:cNvSpPr>
            <a:spLocks noGrp="1"/>
          </p:cNvSpPr>
          <p:nvPr>
            <p:ph type="sldNum" sz="quarter" idx="12"/>
          </p:nvPr>
        </p:nvSpPr>
        <p:spPr/>
        <p:txBody>
          <a:bodyPr/>
          <a:lstStyle/>
          <a:p>
            <a:fld id="{B274294F-3089-4B37-AA52-685724062AD9}" type="slidenum">
              <a:rPr lang="en-US" smtClean="0"/>
              <a:pPr/>
              <a:t>2</a:t>
            </a:fld>
            <a:endParaRPr lang="en-US"/>
          </a:p>
        </p:txBody>
      </p:sp>
      <p:grpSp>
        <p:nvGrpSpPr>
          <p:cNvPr id="30" name="Group 29">
            <a:extLst>
              <a:ext uri="{FF2B5EF4-FFF2-40B4-BE49-F238E27FC236}">
                <a16:creationId xmlns:a16="http://schemas.microsoft.com/office/drawing/2014/main" id="{532A609D-F488-51FC-81B2-5C670FD68288}"/>
              </a:ext>
            </a:extLst>
          </p:cNvPr>
          <p:cNvGrpSpPr/>
          <p:nvPr/>
        </p:nvGrpSpPr>
        <p:grpSpPr>
          <a:xfrm>
            <a:off x="7046156" y="1916867"/>
            <a:ext cx="1179000" cy="910440"/>
            <a:chOff x="7046156" y="1916867"/>
            <a:chExt cx="1179000" cy="910440"/>
          </a:xfrm>
        </p:grpSpPr>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C5AB4BA9-4E14-529E-0F26-5A3DA6BB068C}"/>
                    </a:ext>
                  </a:extLst>
                </p14:cNvPr>
                <p14:cNvContentPartPr/>
                <p14:nvPr/>
              </p14:nvContentPartPr>
              <p14:xfrm>
                <a:off x="7046156" y="1916867"/>
                <a:ext cx="285840" cy="228600"/>
              </p14:xfrm>
            </p:contentPart>
          </mc:Choice>
          <mc:Fallback>
            <p:pic>
              <p:nvPicPr>
                <p:cNvPr id="3" name="Ink 2">
                  <a:extLst>
                    <a:ext uri="{FF2B5EF4-FFF2-40B4-BE49-F238E27FC236}">
                      <a16:creationId xmlns:a16="http://schemas.microsoft.com/office/drawing/2014/main" id="{C5AB4BA9-4E14-529E-0F26-5A3DA6BB068C}"/>
                    </a:ext>
                  </a:extLst>
                </p:cNvPr>
                <p:cNvPicPr/>
                <p:nvPr/>
              </p:nvPicPr>
              <p:blipFill>
                <a:blip r:embed="rId4"/>
                <a:stretch>
                  <a:fillRect/>
                </a:stretch>
              </p:blipFill>
              <p:spPr>
                <a:xfrm>
                  <a:off x="7037156" y="1908227"/>
                  <a:ext cx="303480" cy="2462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5F5DA33B-E1A2-AFCD-7C1D-7B6ECA1FA34A}"/>
                    </a:ext>
                  </a:extLst>
                </p14:cNvPr>
                <p14:cNvContentPartPr/>
                <p14:nvPr/>
              </p14:nvContentPartPr>
              <p14:xfrm>
                <a:off x="7364756" y="2159147"/>
                <a:ext cx="123840" cy="100440"/>
              </p14:xfrm>
            </p:contentPart>
          </mc:Choice>
          <mc:Fallback>
            <p:pic>
              <p:nvPicPr>
                <p:cNvPr id="6" name="Ink 5">
                  <a:extLst>
                    <a:ext uri="{FF2B5EF4-FFF2-40B4-BE49-F238E27FC236}">
                      <a16:creationId xmlns:a16="http://schemas.microsoft.com/office/drawing/2014/main" id="{5F5DA33B-E1A2-AFCD-7C1D-7B6ECA1FA34A}"/>
                    </a:ext>
                  </a:extLst>
                </p:cNvPr>
                <p:cNvPicPr/>
                <p:nvPr/>
              </p:nvPicPr>
              <p:blipFill>
                <a:blip r:embed="rId6"/>
                <a:stretch>
                  <a:fillRect/>
                </a:stretch>
              </p:blipFill>
              <p:spPr>
                <a:xfrm>
                  <a:off x="7355756" y="2150507"/>
                  <a:ext cx="141480" cy="1180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8" name="Ink 7">
                  <a:extLst>
                    <a:ext uri="{FF2B5EF4-FFF2-40B4-BE49-F238E27FC236}">
                      <a16:creationId xmlns:a16="http://schemas.microsoft.com/office/drawing/2014/main" id="{5CF21945-CA13-CBDB-172D-407986D92E9A}"/>
                    </a:ext>
                  </a:extLst>
                </p14:cNvPr>
                <p14:cNvContentPartPr/>
                <p14:nvPr/>
              </p14:nvContentPartPr>
              <p14:xfrm>
                <a:off x="7533596" y="2214587"/>
                <a:ext cx="109080" cy="89280"/>
              </p14:xfrm>
            </p:contentPart>
          </mc:Choice>
          <mc:Fallback>
            <p:pic>
              <p:nvPicPr>
                <p:cNvPr id="8" name="Ink 7">
                  <a:extLst>
                    <a:ext uri="{FF2B5EF4-FFF2-40B4-BE49-F238E27FC236}">
                      <a16:creationId xmlns:a16="http://schemas.microsoft.com/office/drawing/2014/main" id="{5CF21945-CA13-CBDB-172D-407986D92E9A}"/>
                    </a:ext>
                  </a:extLst>
                </p:cNvPr>
                <p:cNvPicPr/>
                <p:nvPr/>
              </p:nvPicPr>
              <p:blipFill>
                <a:blip r:embed="rId8"/>
                <a:stretch>
                  <a:fillRect/>
                </a:stretch>
              </p:blipFill>
              <p:spPr>
                <a:xfrm>
                  <a:off x="7524956" y="2205947"/>
                  <a:ext cx="126720" cy="1069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3" name="Ink 12">
                  <a:extLst>
                    <a:ext uri="{FF2B5EF4-FFF2-40B4-BE49-F238E27FC236}">
                      <a16:creationId xmlns:a16="http://schemas.microsoft.com/office/drawing/2014/main" id="{0BB850B1-1E5F-D397-713A-ADE2091DB677}"/>
                    </a:ext>
                  </a:extLst>
                </p14:cNvPr>
                <p14:cNvContentPartPr/>
                <p14:nvPr/>
              </p14:nvContentPartPr>
              <p14:xfrm>
                <a:off x="7550876" y="2342387"/>
                <a:ext cx="257040" cy="293400"/>
              </p14:xfrm>
            </p:contentPart>
          </mc:Choice>
          <mc:Fallback>
            <p:pic>
              <p:nvPicPr>
                <p:cNvPr id="13" name="Ink 12">
                  <a:extLst>
                    <a:ext uri="{FF2B5EF4-FFF2-40B4-BE49-F238E27FC236}">
                      <a16:creationId xmlns:a16="http://schemas.microsoft.com/office/drawing/2014/main" id="{0BB850B1-1E5F-D397-713A-ADE2091DB677}"/>
                    </a:ext>
                  </a:extLst>
                </p:cNvPr>
                <p:cNvPicPr/>
                <p:nvPr/>
              </p:nvPicPr>
              <p:blipFill>
                <a:blip r:embed="rId10"/>
                <a:stretch>
                  <a:fillRect/>
                </a:stretch>
              </p:blipFill>
              <p:spPr>
                <a:xfrm>
                  <a:off x="7541876" y="2333387"/>
                  <a:ext cx="274680" cy="3110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9" name="Ink 18">
                  <a:extLst>
                    <a:ext uri="{FF2B5EF4-FFF2-40B4-BE49-F238E27FC236}">
                      <a16:creationId xmlns:a16="http://schemas.microsoft.com/office/drawing/2014/main" id="{240687C3-33BA-A6B1-759E-2FF203B080B4}"/>
                    </a:ext>
                  </a:extLst>
                </p14:cNvPr>
                <p14:cNvContentPartPr/>
                <p14:nvPr/>
              </p14:nvContentPartPr>
              <p14:xfrm>
                <a:off x="7872716" y="2470187"/>
                <a:ext cx="80640" cy="79560"/>
              </p14:xfrm>
            </p:contentPart>
          </mc:Choice>
          <mc:Fallback>
            <p:pic>
              <p:nvPicPr>
                <p:cNvPr id="19" name="Ink 18">
                  <a:extLst>
                    <a:ext uri="{FF2B5EF4-FFF2-40B4-BE49-F238E27FC236}">
                      <a16:creationId xmlns:a16="http://schemas.microsoft.com/office/drawing/2014/main" id="{240687C3-33BA-A6B1-759E-2FF203B080B4}"/>
                    </a:ext>
                  </a:extLst>
                </p:cNvPr>
                <p:cNvPicPr/>
                <p:nvPr/>
              </p:nvPicPr>
              <p:blipFill>
                <a:blip r:embed="rId12"/>
                <a:stretch>
                  <a:fillRect/>
                </a:stretch>
              </p:blipFill>
              <p:spPr>
                <a:xfrm>
                  <a:off x="7863716" y="2461187"/>
                  <a:ext cx="98280" cy="972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27" name="Ink 26">
                  <a:extLst>
                    <a:ext uri="{FF2B5EF4-FFF2-40B4-BE49-F238E27FC236}">
                      <a16:creationId xmlns:a16="http://schemas.microsoft.com/office/drawing/2014/main" id="{C25E6D77-C7E9-7E4F-3621-29A689866A8B}"/>
                    </a:ext>
                  </a:extLst>
                </p14:cNvPr>
                <p14:cNvContentPartPr/>
                <p14:nvPr/>
              </p14:nvContentPartPr>
              <p14:xfrm>
                <a:off x="8009876" y="2330147"/>
                <a:ext cx="3240" cy="36360"/>
              </p14:xfrm>
            </p:contentPart>
          </mc:Choice>
          <mc:Fallback>
            <p:pic>
              <p:nvPicPr>
                <p:cNvPr id="27" name="Ink 26">
                  <a:extLst>
                    <a:ext uri="{FF2B5EF4-FFF2-40B4-BE49-F238E27FC236}">
                      <a16:creationId xmlns:a16="http://schemas.microsoft.com/office/drawing/2014/main" id="{C25E6D77-C7E9-7E4F-3621-29A689866A8B}"/>
                    </a:ext>
                  </a:extLst>
                </p:cNvPr>
                <p:cNvPicPr/>
                <p:nvPr/>
              </p:nvPicPr>
              <p:blipFill>
                <a:blip r:embed="rId14"/>
                <a:stretch>
                  <a:fillRect/>
                </a:stretch>
              </p:blipFill>
              <p:spPr>
                <a:xfrm>
                  <a:off x="8001236" y="2321507"/>
                  <a:ext cx="20880" cy="540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28" name="Ink 27">
                  <a:extLst>
                    <a:ext uri="{FF2B5EF4-FFF2-40B4-BE49-F238E27FC236}">
                      <a16:creationId xmlns:a16="http://schemas.microsoft.com/office/drawing/2014/main" id="{E12EB87D-81A0-7F2F-D591-F5D8EF3087BB}"/>
                    </a:ext>
                  </a:extLst>
                </p14:cNvPr>
                <p14:cNvContentPartPr/>
                <p14:nvPr/>
              </p14:nvContentPartPr>
              <p14:xfrm>
                <a:off x="8078276" y="2594747"/>
                <a:ext cx="146880" cy="114480"/>
              </p14:xfrm>
            </p:contentPart>
          </mc:Choice>
          <mc:Fallback>
            <p:pic>
              <p:nvPicPr>
                <p:cNvPr id="28" name="Ink 27">
                  <a:extLst>
                    <a:ext uri="{FF2B5EF4-FFF2-40B4-BE49-F238E27FC236}">
                      <a16:creationId xmlns:a16="http://schemas.microsoft.com/office/drawing/2014/main" id="{E12EB87D-81A0-7F2F-D591-F5D8EF3087BB}"/>
                    </a:ext>
                  </a:extLst>
                </p:cNvPr>
                <p:cNvPicPr/>
                <p:nvPr/>
              </p:nvPicPr>
              <p:blipFill>
                <a:blip r:embed="rId16"/>
                <a:stretch>
                  <a:fillRect/>
                </a:stretch>
              </p:blipFill>
              <p:spPr>
                <a:xfrm>
                  <a:off x="8069636" y="2585747"/>
                  <a:ext cx="164520" cy="1321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9" name="Ink 28">
                  <a:extLst>
                    <a:ext uri="{FF2B5EF4-FFF2-40B4-BE49-F238E27FC236}">
                      <a16:creationId xmlns:a16="http://schemas.microsoft.com/office/drawing/2014/main" id="{2E638A89-3316-D3DB-7E69-E757CF2CD8AC}"/>
                    </a:ext>
                  </a:extLst>
                </p14:cNvPr>
                <p14:cNvContentPartPr/>
                <p14:nvPr/>
              </p14:nvContentPartPr>
              <p14:xfrm>
                <a:off x="8163956" y="2708867"/>
                <a:ext cx="37440" cy="118440"/>
              </p14:xfrm>
            </p:contentPart>
          </mc:Choice>
          <mc:Fallback>
            <p:pic>
              <p:nvPicPr>
                <p:cNvPr id="29" name="Ink 28">
                  <a:extLst>
                    <a:ext uri="{FF2B5EF4-FFF2-40B4-BE49-F238E27FC236}">
                      <a16:creationId xmlns:a16="http://schemas.microsoft.com/office/drawing/2014/main" id="{2E638A89-3316-D3DB-7E69-E757CF2CD8AC}"/>
                    </a:ext>
                  </a:extLst>
                </p:cNvPr>
                <p:cNvPicPr/>
                <p:nvPr/>
              </p:nvPicPr>
              <p:blipFill>
                <a:blip r:embed="rId18"/>
                <a:stretch>
                  <a:fillRect/>
                </a:stretch>
              </p:blipFill>
              <p:spPr>
                <a:xfrm>
                  <a:off x="8155316" y="2699867"/>
                  <a:ext cx="55080" cy="1360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9">
            <p14:nvContentPartPr>
              <p14:cNvPr id="31" name="Ink 30">
                <a:extLst>
                  <a:ext uri="{FF2B5EF4-FFF2-40B4-BE49-F238E27FC236}">
                    <a16:creationId xmlns:a16="http://schemas.microsoft.com/office/drawing/2014/main" id="{776F28F4-696C-3BC5-F092-A8C9406EADFC}"/>
                  </a:ext>
                </a:extLst>
              </p14:cNvPr>
              <p14:cNvContentPartPr/>
              <p14:nvPr/>
            </p14:nvContentPartPr>
            <p14:xfrm>
              <a:off x="345038" y="3434865"/>
              <a:ext cx="245520" cy="1458000"/>
            </p14:xfrm>
          </p:contentPart>
        </mc:Choice>
        <mc:Fallback>
          <p:pic>
            <p:nvPicPr>
              <p:cNvPr id="31" name="Ink 30">
                <a:extLst>
                  <a:ext uri="{FF2B5EF4-FFF2-40B4-BE49-F238E27FC236}">
                    <a16:creationId xmlns:a16="http://schemas.microsoft.com/office/drawing/2014/main" id="{776F28F4-696C-3BC5-F092-A8C9406EADFC}"/>
                  </a:ext>
                </a:extLst>
              </p:cNvPr>
              <p:cNvPicPr/>
              <p:nvPr/>
            </p:nvPicPr>
            <p:blipFill>
              <a:blip r:embed="rId20"/>
              <a:stretch>
                <a:fillRect/>
              </a:stretch>
            </p:blipFill>
            <p:spPr>
              <a:xfrm>
                <a:off x="336398" y="3425865"/>
                <a:ext cx="263160" cy="1475640"/>
              </a:xfrm>
              <a:prstGeom prst="rect">
                <a:avLst/>
              </a:prstGeom>
            </p:spPr>
          </p:pic>
        </mc:Fallback>
      </mc:AlternateContent>
      <p:grpSp>
        <p:nvGrpSpPr>
          <p:cNvPr id="34" name="Group 33">
            <a:extLst>
              <a:ext uri="{FF2B5EF4-FFF2-40B4-BE49-F238E27FC236}">
                <a16:creationId xmlns:a16="http://schemas.microsoft.com/office/drawing/2014/main" id="{B1BBBF4F-9925-6409-6AFC-DC52307B013A}"/>
              </a:ext>
            </a:extLst>
          </p:cNvPr>
          <p:cNvGrpSpPr/>
          <p:nvPr/>
        </p:nvGrpSpPr>
        <p:grpSpPr>
          <a:xfrm>
            <a:off x="139118" y="4132185"/>
            <a:ext cx="6367320" cy="2083680"/>
            <a:chOff x="139118" y="4132185"/>
            <a:chExt cx="6367320" cy="2083680"/>
          </a:xfrm>
        </p:grpSpPr>
        <mc:AlternateContent xmlns:mc="http://schemas.openxmlformats.org/markup-compatibility/2006">
          <mc:Choice xmlns:p14="http://schemas.microsoft.com/office/powerpoint/2010/main" Requires="p14">
            <p:contentPart p14:bwMode="auto" r:id="rId21">
              <p14:nvContentPartPr>
                <p14:cNvPr id="32" name="Ink 31">
                  <a:extLst>
                    <a:ext uri="{FF2B5EF4-FFF2-40B4-BE49-F238E27FC236}">
                      <a16:creationId xmlns:a16="http://schemas.microsoft.com/office/drawing/2014/main" id="{46A414E0-19FD-4384-E622-2DAFB127C58B}"/>
                    </a:ext>
                  </a:extLst>
                </p14:cNvPr>
                <p14:cNvContentPartPr/>
                <p14:nvPr/>
              </p14:nvContentPartPr>
              <p14:xfrm>
                <a:off x="139118" y="4132185"/>
                <a:ext cx="6300000" cy="2083680"/>
              </p14:xfrm>
            </p:contentPart>
          </mc:Choice>
          <mc:Fallback>
            <p:pic>
              <p:nvPicPr>
                <p:cNvPr id="32" name="Ink 31">
                  <a:extLst>
                    <a:ext uri="{FF2B5EF4-FFF2-40B4-BE49-F238E27FC236}">
                      <a16:creationId xmlns:a16="http://schemas.microsoft.com/office/drawing/2014/main" id="{46A414E0-19FD-4384-E622-2DAFB127C58B}"/>
                    </a:ext>
                  </a:extLst>
                </p:cNvPr>
                <p:cNvPicPr/>
                <p:nvPr/>
              </p:nvPicPr>
              <p:blipFill>
                <a:blip r:embed="rId22"/>
                <a:stretch>
                  <a:fillRect/>
                </a:stretch>
              </p:blipFill>
              <p:spPr>
                <a:xfrm>
                  <a:off x="130478" y="4123185"/>
                  <a:ext cx="6317640" cy="210132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33" name="Ink 32">
                  <a:extLst>
                    <a:ext uri="{FF2B5EF4-FFF2-40B4-BE49-F238E27FC236}">
                      <a16:creationId xmlns:a16="http://schemas.microsoft.com/office/drawing/2014/main" id="{4177BC6F-12A8-F4AD-6F68-6D13C6721090}"/>
                    </a:ext>
                  </a:extLst>
                </p14:cNvPr>
                <p14:cNvContentPartPr/>
                <p14:nvPr/>
              </p14:nvContentPartPr>
              <p14:xfrm>
                <a:off x="6256238" y="5365905"/>
                <a:ext cx="250200" cy="73800"/>
              </p14:xfrm>
            </p:contentPart>
          </mc:Choice>
          <mc:Fallback>
            <p:pic>
              <p:nvPicPr>
                <p:cNvPr id="33" name="Ink 32">
                  <a:extLst>
                    <a:ext uri="{FF2B5EF4-FFF2-40B4-BE49-F238E27FC236}">
                      <a16:creationId xmlns:a16="http://schemas.microsoft.com/office/drawing/2014/main" id="{4177BC6F-12A8-F4AD-6F68-6D13C6721090}"/>
                    </a:ext>
                  </a:extLst>
                </p:cNvPr>
                <p:cNvPicPr/>
                <p:nvPr/>
              </p:nvPicPr>
              <p:blipFill>
                <a:blip r:embed="rId24"/>
                <a:stretch>
                  <a:fillRect/>
                </a:stretch>
              </p:blipFill>
              <p:spPr>
                <a:xfrm>
                  <a:off x="6247598" y="5356905"/>
                  <a:ext cx="267840" cy="914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5">
            <p14:nvContentPartPr>
              <p14:cNvPr id="35" name="Ink 34">
                <a:extLst>
                  <a:ext uri="{FF2B5EF4-FFF2-40B4-BE49-F238E27FC236}">
                    <a16:creationId xmlns:a16="http://schemas.microsoft.com/office/drawing/2014/main" id="{2B8BACCA-23F9-3DDA-CDD2-5BFB4AD6A8B7}"/>
                  </a:ext>
                </a:extLst>
              </p14:cNvPr>
              <p14:cNvContentPartPr/>
              <p14:nvPr/>
            </p14:nvContentPartPr>
            <p14:xfrm>
              <a:off x="6739718" y="2189265"/>
              <a:ext cx="360" cy="360"/>
            </p14:xfrm>
          </p:contentPart>
        </mc:Choice>
        <mc:Fallback>
          <p:pic>
            <p:nvPicPr>
              <p:cNvPr id="35" name="Ink 34">
                <a:extLst>
                  <a:ext uri="{FF2B5EF4-FFF2-40B4-BE49-F238E27FC236}">
                    <a16:creationId xmlns:a16="http://schemas.microsoft.com/office/drawing/2014/main" id="{2B8BACCA-23F9-3DDA-CDD2-5BFB4AD6A8B7}"/>
                  </a:ext>
                </a:extLst>
              </p:cNvPr>
              <p:cNvPicPr/>
              <p:nvPr/>
            </p:nvPicPr>
            <p:blipFill>
              <a:blip r:embed="rId26"/>
              <a:stretch>
                <a:fillRect/>
              </a:stretch>
            </p:blipFill>
            <p:spPr>
              <a:xfrm>
                <a:off x="6731078" y="2180265"/>
                <a:ext cx="18000" cy="18000"/>
              </a:xfrm>
              <a:prstGeom prst="rect">
                <a:avLst/>
              </a:prstGeom>
            </p:spPr>
          </p:pic>
        </mc:Fallback>
      </mc:AlternateContent>
      <p:grpSp>
        <p:nvGrpSpPr>
          <p:cNvPr id="48" name="Group 47">
            <a:extLst>
              <a:ext uri="{FF2B5EF4-FFF2-40B4-BE49-F238E27FC236}">
                <a16:creationId xmlns:a16="http://schemas.microsoft.com/office/drawing/2014/main" id="{9070D705-590C-E603-61BF-434BBEBD20B7}"/>
              </a:ext>
            </a:extLst>
          </p:cNvPr>
          <p:cNvGrpSpPr/>
          <p:nvPr/>
        </p:nvGrpSpPr>
        <p:grpSpPr>
          <a:xfrm>
            <a:off x="5571158" y="3725385"/>
            <a:ext cx="799920" cy="630720"/>
            <a:chOff x="5571158" y="3725385"/>
            <a:chExt cx="799920" cy="630720"/>
          </a:xfrm>
        </p:grpSpPr>
        <mc:AlternateContent xmlns:mc="http://schemas.openxmlformats.org/markup-compatibility/2006">
          <mc:Choice xmlns:p14="http://schemas.microsoft.com/office/powerpoint/2010/main" Requires="p14">
            <p:contentPart p14:bwMode="auto" r:id="rId27">
              <p14:nvContentPartPr>
                <p14:cNvPr id="36" name="Ink 35">
                  <a:extLst>
                    <a:ext uri="{FF2B5EF4-FFF2-40B4-BE49-F238E27FC236}">
                      <a16:creationId xmlns:a16="http://schemas.microsoft.com/office/drawing/2014/main" id="{729E5557-F417-B0F8-C9D9-DC8E7C285C1A}"/>
                    </a:ext>
                  </a:extLst>
                </p14:cNvPr>
                <p14:cNvContentPartPr/>
                <p14:nvPr/>
              </p14:nvContentPartPr>
              <p14:xfrm>
                <a:off x="5571158" y="3766065"/>
                <a:ext cx="140400" cy="256680"/>
              </p14:xfrm>
            </p:contentPart>
          </mc:Choice>
          <mc:Fallback>
            <p:pic>
              <p:nvPicPr>
                <p:cNvPr id="36" name="Ink 35">
                  <a:extLst>
                    <a:ext uri="{FF2B5EF4-FFF2-40B4-BE49-F238E27FC236}">
                      <a16:creationId xmlns:a16="http://schemas.microsoft.com/office/drawing/2014/main" id="{729E5557-F417-B0F8-C9D9-DC8E7C285C1A}"/>
                    </a:ext>
                  </a:extLst>
                </p:cNvPr>
                <p:cNvPicPr/>
                <p:nvPr/>
              </p:nvPicPr>
              <p:blipFill>
                <a:blip r:embed="rId28"/>
                <a:stretch>
                  <a:fillRect/>
                </a:stretch>
              </p:blipFill>
              <p:spPr>
                <a:xfrm>
                  <a:off x="5562518" y="3757065"/>
                  <a:ext cx="158040" cy="27432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37" name="Ink 36">
                  <a:extLst>
                    <a:ext uri="{FF2B5EF4-FFF2-40B4-BE49-F238E27FC236}">
                      <a16:creationId xmlns:a16="http://schemas.microsoft.com/office/drawing/2014/main" id="{CAB5E455-FF8E-A113-1B66-A4E505F3600C}"/>
                    </a:ext>
                  </a:extLst>
                </p14:cNvPr>
                <p14:cNvContentPartPr/>
                <p14:nvPr/>
              </p14:nvContentPartPr>
              <p14:xfrm>
                <a:off x="5638478" y="3892425"/>
                <a:ext cx="127080" cy="24840"/>
              </p14:xfrm>
            </p:contentPart>
          </mc:Choice>
          <mc:Fallback>
            <p:pic>
              <p:nvPicPr>
                <p:cNvPr id="37" name="Ink 36">
                  <a:extLst>
                    <a:ext uri="{FF2B5EF4-FFF2-40B4-BE49-F238E27FC236}">
                      <a16:creationId xmlns:a16="http://schemas.microsoft.com/office/drawing/2014/main" id="{CAB5E455-FF8E-A113-1B66-A4E505F3600C}"/>
                    </a:ext>
                  </a:extLst>
                </p:cNvPr>
                <p:cNvPicPr/>
                <p:nvPr/>
              </p:nvPicPr>
              <p:blipFill>
                <a:blip r:embed="rId30"/>
                <a:stretch>
                  <a:fillRect/>
                </a:stretch>
              </p:blipFill>
              <p:spPr>
                <a:xfrm>
                  <a:off x="5629478" y="3883785"/>
                  <a:ext cx="14472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38" name="Ink 37">
                  <a:extLst>
                    <a:ext uri="{FF2B5EF4-FFF2-40B4-BE49-F238E27FC236}">
                      <a16:creationId xmlns:a16="http://schemas.microsoft.com/office/drawing/2014/main" id="{C9635247-C737-AFAD-87A9-7735A239AB27}"/>
                    </a:ext>
                  </a:extLst>
                </p14:cNvPr>
                <p14:cNvContentPartPr/>
                <p14:nvPr/>
              </p14:nvContentPartPr>
              <p14:xfrm>
                <a:off x="5807318" y="3725385"/>
                <a:ext cx="170280" cy="297360"/>
              </p14:xfrm>
            </p:contentPart>
          </mc:Choice>
          <mc:Fallback>
            <p:pic>
              <p:nvPicPr>
                <p:cNvPr id="38" name="Ink 37">
                  <a:extLst>
                    <a:ext uri="{FF2B5EF4-FFF2-40B4-BE49-F238E27FC236}">
                      <a16:creationId xmlns:a16="http://schemas.microsoft.com/office/drawing/2014/main" id="{C9635247-C737-AFAD-87A9-7735A239AB27}"/>
                    </a:ext>
                  </a:extLst>
                </p:cNvPr>
                <p:cNvPicPr/>
                <p:nvPr/>
              </p:nvPicPr>
              <p:blipFill>
                <a:blip r:embed="rId32"/>
                <a:stretch>
                  <a:fillRect/>
                </a:stretch>
              </p:blipFill>
              <p:spPr>
                <a:xfrm>
                  <a:off x="5798678" y="3716745"/>
                  <a:ext cx="187920" cy="31500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39" name="Ink 38">
                  <a:extLst>
                    <a:ext uri="{FF2B5EF4-FFF2-40B4-BE49-F238E27FC236}">
                      <a16:creationId xmlns:a16="http://schemas.microsoft.com/office/drawing/2014/main" id="{C160CA24-2143-0992-8368-5B4580AE7EF7}"/>
                    </a:ext>
                  </a:extLst>
                </p14:cNvPr>
                <p14:cNvContentPartPr/>
                <p14:nvPr/>
              </p14:nvContentPartPr>
              <p14:xfrm>
                <a:off x="5765198" y="3867585"/>
                <a:ext cx="118800" cy="10440"/>
              </p14:xfrm>
            </p:contentPart>
          </mc:Choice>
          <mc:Fallback>
            <p:pic>
              <p:nvPicPr>
                <p:cNvPr id="39" name="Ink 38">
                  <a:extLst>
                    <a:ext uri="{FF2B5EF4-FFF2-40B4-BE49-F238E27FC236}">
                      <a16:creationId xmlns:a16="http://schemas.microsoft.com/office/drawing/2014/main" id="{C160CA24-2143-0992-8368-5B4580AE7EF7}"/>
                    </a:ext>
                  </a:extLst>
                </p:cNvPr>
                <p:cNvPicPr/>
                <p:nvPr/>
              </p:nvPicPr>
              <p:blipFill>
                <a:blip r:embed="rId34"/>
                <a:stretch>
                  <a:fillRect/>
                </a:stretch>
              </p:blipFill>
              <p:spPr>
                <a:xfrm>
                  <a:off x="5756198" y="3858585"/>
                  <a:ext cx="13644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40" name="Ink 39">
                  <a:extLst>
                    <a:ext uri="{FF2B5EF4-FFF2-40B4-BE49-F238E27FC236}">
                      <a16:creationId xmlns:a16="http://schemas.microsoft.com/office/drawing/2014/main" id="{7DDAA54D-D75D-E2C0-14A4-7064611DA74F}"/>
                    </a:ext>
                  </a:extLst>
                </p14:cNvPr>
                <p14:cNvContentPartPr/>
                <p14:nvPr/>
              </p14:nvContentPartPr>
              <p14:xfrm>
                <a:off x="5970758" y="3766065"/>
                <a:ext cx="39960" cy="261360"/>
              </p14:xfrm>
            </p:contentPart>
          </mc:Choice>
          <mc:Fallback>
            <p:pic>
              <p:nvPicPr>
                <p:cNvPr id="40" name="Ink 39">
                  <a:extLst>
                    <a:ext uri="{FF2B5EF4-FFF2-40B4-BE49-F238E27FC236}">
                      <a16:creationId xmlns:a16="http://schemas.microsoft.com/office/drawing/2014/main" id="{7DDAA54D-D75D-E2C0-14A4-7064611DA74F}"/>
                    </a:ext>
                  </a:extLst>
                </p:cNvPr>
                <p:cNvPicPr/>
                <p:nvPr/>
              </p:nvPicPr>
              <p:blipFill>
                <a:blip r:embed="rId36"/>
                <a:stretch>
                  <a:fillRect/>
                </a:stretch>
              </p:blipFill>
              <p:spPr>
                <a:xfrm>
                  <a:off x="5962118" y="3757425"/>
                  <a:ext cx="57600" cy="2790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41" name="Ink 40">
                  <a:extLst>
                    <a:ext uri="{FF2B5EF4-FFF2-40B4-BE49-F238E27FC236}">
                      <a16:creationId xmlns:a16="http://schemas.microsoft.com/office/drawing/2014/main" id="{E5F5F92C-B3E0-900D-FD58-9CE11F1A2065}"/>
                    </a:ext>
                  </a:extLst>
                </p14:cNvPr>
                <p14:cNvContentPartPr/>
                <p14:nvPr/>
              </p14:nvContentPartPr>
              <p14:xfrm>
                <a:off x="5967878" y="3883785"/>
                <a:ext cx="163800" cy="86040"/>
              </p14:xfrm>
            </p:contentPart>
          </mc:Choice>
          <mc:Fallback>
            <p:pic>
              <p:nvPicPr>
                <p:cNvPr id="41" name="Ink 40">
                  <a:extLst>
                    <a:ext uri="{FF2B5EF4-FFF2-40B4-BE49-F238E27FC236}">
                      <a16:creationId xmlns:a16="http://schemas.microsoft.com/office/drawing/2014/main" id="{E5F5F92C-B3E0-900D-FD58-9CE11F1A2065}"/>
                    </a:ext>
                  </a:extLst>
                </p:cNvPr>
                <p:cNvPicPr/>
                <p:nvPr/>
              </p:nvPicPr>
              <p:blipFill>
                <a:blip r:embed="rId38"/>
                <a:stretch>
                  <a:fillRect/>
                </a:stretch>
              </p:blipFill>
              <p:spPr>
                <a:xfrm>
                  <a:off x="5959238" y="3875145"/>
                  <a:ext cx="181440" cy="10368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42" name="Ink 41">
                  <a:extLst>
                    <a:ext uri="{FF2B5EF4-FFF2-40B4-BE49-F238E27FC236}">
                      <a16:creationId xmlns:a16="http://schemas.microsoft.com/office/drawing/2014/main" id="{9721FDCA-A93B-09AE-37AB-63E7809E2E94}"/>
                    </a:ext>
                  </a:extLst>
                </p14:cNvPr>
                <p14:cNvContentPartPr/>
                <p14:nvPr/>
              </p14:nvContentPartPr>
              <p14:xfrm>
                <a:off x="6204758" y="3812145"/>
                <a:ext cx="127080" cy="142200"/>
              </p14:xfrm>
            </p:contentPart>
          </mc:Choice>
          <mc:Fallback>
            <p:pic>
              <p:nvPicPr>
                <p:cNvPr id="42" name="Ink 41">
                  <a:extLst>
                    <a:ext uri="{FF2B5EF4-FFF2-40B4-BE49-F238E27FC236}">
                      <a16:creationId xmlns:a16="http://schemas.microsoft.com/office/drawing/2014/main" id="{9721FDCA-A93B-09AE-37AB-63E7809E2E94}"/>
                    </a:ext>
                  </a:extLst>
                </p:cNvPr>
                <p:cNvPicPr/>
                <p:nvPr/>
              </p:nvPicPr>
              <p:blipFill>
                <a:blip r:embed="rId40"/>
                <a:stretch>
                  <a:fillRect/>
                </a:stretch>
              </p:blipFill>
              <p:spPr>
                <a:xfrm>
                  <a:off x="6195758" y="3803505"/>
                  <a:ext cx="14472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43" name="Ink 42">
                  <a:extLst>
                    <a:ext uri="{FF2B5EF4-FFF2-40B4-BE49-F238E27FC236}">
                      <a16:creationId xmlns:a16="http://schemas.microsoft.com/office/drawing/2014/main" id="{4AC62713-9FC7-BD72-70A3-C8D831BDF62E}"/>
                    </a:ext>
                  </a:extLst>
                </p14:cNvPr>
                <p14:cNvContentPartPr/>
                <p14:nvPr/>
              </p14:nvContentPartPr>
              <p14:xfrm>
                <a:off x="5607158" y="4155585"/>
                <a:ext cx="172440" cy="200520"/>
              </p14:xfrm>
            </p:contentPart>
          </mc:Choice>
          <mc:Fallback>
            <p:pic>
              <p:nvPicPr>
                <p:cNvPr id="43" name="Ink 42">
                  <a:extLst>
                    <a:ext uri="{FF2B5EF4-FFF2-40B4-BE49-F238E27FC236}">
                      <a16:creationId xmlns:a16="http://schemas.microsoft.com/office/drawing/2014/main" id="{4AC62713-9FC7-BD72-70A3-C8D831BDF62E}"/>
                    </a:ext>
                  </a:extLst>
                </p:cNvPr>
                <p:cNvPicPr/>
                <p:nvPr/>
              </p:nvPicPr>
              <p:blipFill>
                <a:blip r:embed="rId42"/>
                <a:stretch>
                  <a:fillRect/>
                </a:stretch>
              </p:blipFill>
              <p:spPr>
                <a:xfrm>
                  <a:off x="5598158" y="4146945"/>
                  <a:ext cx="190080" cy="21816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44" name="Ink 43">
                  <a:extLst>
                    <a:ext uri="{FF2B5EF4-FFF2-40B4-BE49-F238E27FC236}">
                      <a16:creationId xmlns:a16="http://schemas.microsoft.com/office/drawing/2014/main" id="{EB76F604-BB49-C03B-25E1-44A0813ACFEB}"/>
                    </a:ext>
                  </a:extLst>
                </p14:cNvPr>
                <p14:cNvContentPartPr/>
                <p14:nvPr/>
              </p14:nvContentPartPr>
              <p14:xfrm>
                <a:off x="5798678" y="4225065"/>
                <a:ext cx="141480" cy="101160"/>
              </p14:xfrm>
            </p:contentPart>
          </mc:Choice>
          <mc:Fallback>
            <p:pic>
              <p:nvPicPr>
                <p:cNvPr id="44" name="Ink 43">
                  <a:extLst>
                    <a:ext uri="{FF2B5EF4-FFF2-40B4-BE49-F238E27FC236}">
                      <a16:creationId xmlns:a16="http://schemas.microsoft.com/office/drawing/2014/main" id="{EB76F604-BB49-C03B-25E1-44A0813ACFEB}"/>
                    </a:ext>
                  </a:extLst>
                </p:cNvPr>
                <p:cNvPicPr/>
                <p:nvPr/>
              </p:nvPicPr>
              <p:blipFill>
                <a:blip r:embed="rId44"/>
                <a:stretch>
                  <a:fillRect/>
                </a:stretch>
              </p:blipFill>
              <p:spPr>
                <a:xfrm>
                  <a:off x="5789678" y="4216065"/>
                  <a:ext cx="159120" cy="11880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45" name="Ink 44">
                  <a:extLst>
                    <a:ext uri="{FF2B5EF4-FFF2-40B4-BE49-F238E27FC236}">
                      <a16:creationId xmlns:a16="http://schemas.microsoft.com/office/drawing/2014/main" id="{9029B55D-A52D-4838-FCB6-D59931528036}"/>
                    </a:ext>
                  </a:extLst>
                </p14:cNvPr>
                <p14:cNvContentPartPr/>
                <p14:nvPr/>
              </p14:nvContentPartPr>
              <p14:xfrm>
                <a:off x="6061118" y="4056225"/>
                <a:ext cx="90360" cy="252720"/>
              </p14:xfrm>
            </p:contentPart>
          </mc:Choice>
          <mc:Fallback>
            <p:pic>
              <p:nvPicPr>
                <p:cNvPr id="45" name="Ink 44">
                  <a:extLst>
                    <a:ext uri="{FF2B5EF4-FFF2-40B4-BE49-F238E27FC236}">
                      <a16:creationId xmlns:a16="http://schemas.microsoft.com/office/drawing/2014/main" id="{9029B55D-A52D-4838-FCB6-D59931528036}"/>
                    </a:ext>
                  </a:extLst>
                </p:cNvPr>
                <p:cNvPicPr/>
                <p:nvPr/>
              </p:nvPicPr>
              <p:blipFill>
                <a:blip r:embed="rId46"/>
                <a:stretch>
                  <a:fillRect/>
                </a:stretch>
              </p:blipFill>
              <p:spPr>
                <a:xfrm>
                  <a:off x="6052118" y="4047585"/>
                  <a:ext cx="108000" cy="27036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46" name="Ink 45">
                  <a:extLst>
                    <a:ext uri="{FF2B5EF4-FFF2-40B4-BE49-F238E27FC236}">
                      <a16:creationId xmlns:a16="http://schemas.microsoft.com/office/drawing/2014/main" id="{13EFF2C3-2E14-2309-E7D4-E7D528CB7E73}"/>
                    </a:ext>
                  </a:extLst>
                </p14:cNvPr>
                <p14:cNvContentPartPr/>
                <p14:nvPr/>
              </p14:nvContentPartPr>
              <p14:xfrm>
                <a:off x="6142478" y="4216425"/>
                <a:ext cx="74160" cy="90000"/>
              </p14:xfrm>
            </p:contentPart>
          </mc:Choice>
          <mc:Fallback>
            <p:pic>
              <p:nvPicPr>
                <p:cNvPr id="46" name="Ink 45">
                  <a:extLst>
                    <a:ext uri="{FF2B5EF4-FFF2-40B4-BE49-F238E27FC236}">
                      <a16:creationId xmlns:a16="http://schemas.microsoft.com/office/drawing/2014/main" id="{13EFF2C3-2E14-2309-E7D4-E7D528CB7E73}"/>
                    </a:ext>
                  </a:extLst>
                </p:cNvPr>
                <p:cNvPicPr/>
                <p:nvPr/>
              </p:nvPicPr>
              <p:blipFill>
                <a:blip r:embed="rId48"/>
                <a:stretch>
                  <a:fillRect/>
                </a:stretch>
              </p:blipFill>
              <p:spPr>
                <a:xfrm>
                  <a:off x="6133838" y="4207425"/>
                  <a:ext cx="91800" cy="10764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47" name="Ink 46">
                  <a:extLst>
                    <a:ext uri="{FF2B5EF4-FFF2-40B4-BE49-F238E27FC236}">
                      <a16:creationId xmlns:a16="http://schemas.microsoft.com/office/drawing/2014/main" id="{9A991583-63A7-274A-19AB-CC3F4A4321A4}"/>
                    </a:ext>
                  </a:extLst>
                </p14:cNvPr>
                <p14:cNvContentPartPr/>
                <p14:nvPr/>
              </p14:nvContentPartPr>
              <p14:xfrm>
                <a:off x="6251558" y="4193385"/>
                <a:ext cx="119520" cy="101880"/>
              </p14:xfrm>
            </p:contentPart>
          </mc:Choice>
          <mc:Fallback>
            <p:pic>
              <p:nvPicPr>
                <p:cNvPr id="47" name="Ink 46">
                  <a:extLst>
                    <a:ext uri="{FF2B5EF4-FFF2-40B4-BE49-F238E27FC236}">
                      <a16:creationId xmlns:a16="http://schemas.microsoft.com/office/drawing/2014/main" id="{9A991583-63A7-274A-19AB-CC3F4A4321A4}"/>
                    </a:ext>
                  </a:extLst>
                </p:cNvPr>
                <p:cNvPicPr/>
                <p:nvPr/>
              </p:nvPicPr>
              <p:blipFill>
                <a:blip r:embed="rId50"/>
                <a:stretch>
                  <a:fillRect/>
                </a:stretch>
              </p:blipFill>
              <p:spPr>
                <a:xfrm>
                  <a:off x="6242918" y="4184385"/>
                  <a:ext cx="137160" cy="1195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1">
            <p14:nvContentPartPr>
              <p14:cNvPr id="49" name="Ink 48">
                <a:extLst>
                  <a:ext uri="{FF2B5EF4-FFF2-40B4-BE49-F238E27FC236}">
                    <a16:creationId xmlns:a16="http://schemas.microsoft.com/office/drawing/2014/main" id="{D53532B9-62F3-01EA-CF89-B575FB213533}"/>
                  </a:ext>
                </a:extLst>
              </p14:cNvPr>
              <p14:cNvContentPartPr/>
              <p14:nvPr/>
            </p14:nvContentPartPr>
            <p14:xfrm>
              <a:off x="322718" y="1873545"/>
              <a:ext cx="244440" cy="1401120"/>
            </p14:xfrm>
          </p:contentPart>
        </mc:Choice>
        <mc:Fallback>
          <p:pic>
            <p:nvPicPr>
              <p:cNvPr id="49" name="Ink 48">
                <a:extLst>
                  <a:ext uri="{FF2B5EF4-FFF2-40B4-BE49-F238E27FC236}">
                    <a16:creationId xmlns:a16="http://schemas.microsoft.com/office/drawing/2014/main" id="{D53532B9-62F3-01EA-CF89-B575FB213533}"/>
                  </a:ext>
                </a:extLst>
              </p:cNvPr>
              <p:cNvPicPr/>
              <p:nvPr/>
            </p:nvPicPr>
            <p:blipFill>
              <a:blip r:embed="rId52"/>
              <a:stretch>
                <a:fillRect/>
              </a:stretch>
            </p:blipFill>
            <p:spPr>
              <a:xfrm>
                <a:off x="313718" y="1864905"/>
                <a:ext cx="262080" cy="1418760"/>
              </a:xfrm>
              <a:prstGeom prst="rect">
                <a:avLst/>
              </a:prstGeom>
            </p:spPr>
          </p:pic>
        </mc:Fallback>
      </mc:AlternateContent>
      <p:grpSp>
        <p:nvGrpSpPr>
          <p:cNvPr id="71" name="Group 70">
            <a:extLst>
              <a:ext uri="{FF2B5EF4-FFF2-40B4-BE49-F238E27FC236}">
                <a16:creationId xmlns:a16="http://schemas.microsoft.com/office/drawing/2014/main" id="{512AB92F-EA68-C54E-9465-0A71CCE5F4D4}"/>
              </a:ext>
            </a:extLst>
          </p:cNvPr>
          <p:cNvGrpSpPr/>
          <p:nvPr/>
        </p:nvGrpSpPr>
        <p:grpSpPr>
          <a:xfrm>
            <a:off x="184838" y="1294305"/>
            <a:ext cx="1865160" cy="1357920"/>
            <a:chOff x="184838" y="1294305"/>
            <a:chExt cx="1865160" cy="1357920"/>
          </a:xfrm>
        </p:grpSpPr>
        <mc:AlternateContent xmlns:mc="http://schemas.openxmlformats.org/markup-compatibility/2006">
          <mc:Choice xmlns:p14="http://schemas.microsoft.com/office/powerpoint/2010/main" Requires="p14">
            <p:contentPart p14:bwMode="auto" r:id="rId53">
              <p14:nvContentPartPr>
                <p14:cNvPr id="50" name="Ink 49">
                  <a:extLst>
                    <a:ext uri="{FF2B5EF4-FFF2-40B4-BE49-F238E27FC236}">
                      <a16:creationId xmlns:a16="http://schemas.microsoft.com/office/drawing/2014/main" id="{47AC3D92-D089-8C5B-DF77-F5C90357FACF}"/>
                    </a:ext>
                  </a:extLst>
                </p14:cNvPr>
                <p14:cNvContentPartPr/>
                <p14:nvPr/>
              </p14:nvContentPartPr>
              <p14:xfrm>
                <a:off x="184838" y="1484385"/>
                <a:ext cx="608400" cy="1167840"/>
              </p14:xfrm>
            </p:contentPart>
          </mc:Choice>
          <mc:Fallback>
            <p:pic>
              <p:nvPicPr>
                <p:cNvPr id="50" name="Ink 49">
                  <a:extLst>
                    <a:ext uri="{FF2B5EF4-FFF2-40B4-BE49-F238E27FC236}">
                      <a16:creationId xmlns:a16="http://schemas.microsoft.com/office/drawing/2014/main" id="{47AC3D92-D089-8C5B-DF77-F5C90357FACF}"/>
                    </a:ext>
                  </a:extLst>
                </p:cNvPr>
                <p:cNvPicPr/>
                <p:nvPr/>
              </p:nvPicPr>
              <p:blipFill>
                <a:blip r:embed="rId54"/>
                <a:stretch>
                  <a:fillRect/>
                </a:stretch>
              </p:blipFill>
              <p:spPr>
                <a:xfrm>
                  <a:off x="175838" y="1475385"/>
                  <a:ext cx="626040" cy="118548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51" name="Ink 50">
                  <a:extLst>
                    <a:ext uri="{FF2B5EF4-FFF2-40B4-BE49-F238E27FC236}">
                      <a16:creationId xmlns:a16="http://schemas.microsoft.com/office/drawing/2014/main" id="{2E09F3AC-5431-75A8-83BF-F583BA4787C4}"/>
                    </a:ext>
                  </a:extLst>
                </p14:cNvPr>
                <p14:cNvContentPartPr/>
                <p14:nvPr/>
              </p14:nvContentPartPr>
              <p14:xfrm>
                <a:off x="945518" y="1423545"/>
                <a:ext cx="234000" cy="146160"/>
              </p14:xfrm>
            </p:contentPart>
          </mc:Choice>
          <mc:Fallback>
            <p:pic>
              <p:nvPicPr>
                <p:cNvPr id="51" name="Ink 50">
                  <a:extLst>
                    <a:ext uri="{FF2B5EF4-FFF2-40B4-BE49-F238E27FC236}">
                      <a16:creationId xmlns:a16="http://schemas.microsoft.com/office/drawing/2014/main" id="{2E09F3AC-5431-75A8-83BF-F583BA4787C4}"/>
                    </a:ext>
                  </a:extLst>
                </p:cNvPr>
                <p:cNvPicPr/>
                <p:nvPr/>
              </p:nvPicPr>
              <p:blipFill>
                <a:blip r:embed="rId56"/>
                <a:stretch>
                  <a:fillRect/>
                </a:stretch>
              </p:blipFill>
              <p:spPr>
                <a:xfrm>
                  <a:off x="936518" y="1414905"/>
                  <a:ext cx="25164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52" name="Ink 51">
                  <a:extLst>
                    <a:ext uri="{FF2B5EF4-FFF2-40B4-BE49-F238E27FC236}">
                      <a16:creationId xmlns:a16="http://schemas.microsoft.com/office/drawing/2014/main" id="{6BBFF869-F991-5DB2-87D3-5D0CEF4B8654}"/>
                    </a:ext>
                  </a:extLst>
                </p14:cNvPr>
                <p14:cNvContentPartPr/>
                <p14:nvPr/>
              </p14:nvContentPartPr>
              <p14:xfrm>
                <a:off x="1221278" y="1513545"/>
                <a:ext cx="54000" cy="174600"/>
              </p14:xfrm>
            </p:contentPart>
          </mc:Choice>
          <mc:Fallback>
            <p:pic>
              <p:nvPicPr>
                <p:cNvPr id="52" name="Ink 51">
                  <a:extLst>
                    <a:ext uri="{FF2B5EF4-FFF2-40B4-BE49-F238E27FC236}">
                      <a16:creationId xmlns:a16="http://schemas.microsoft.com/office/drawing/2014/main" id="{6BBFF869-F991-5DB2-87D3-5D0CEF4B8654}"/>
                    </a:ext>
                  </a:extLst>
                </p:cNvPr>
                <p:cNvPicPr/>
                <p:nvPr/>
              </p:nvPicPr>
              <p:blipFill>
                <a:blip r:embed="rId58"/>
                <a:stretch>
                  <a:fillRect/>
                </a:stretch>
              </p:blipFill>
              <p:spPr>
                <a:xfrm>
                  <a:off x="1212638" y="1504905"/>
                  <a:ext cx="71640" cy="19224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53" name="Ink 52">
                  <a:extLst>
                    <a:ext uri="{FF2B5EF4-FFF2-40B4-BE49-F238E27FC236}">
                      <a16:creationId xmlns:a16="http://schemas.microsoft.com/office/drawing/2014/main" id="{50AA0141-E120-9458-681E-3A52E26B6774}"/>
                    </a:ext>
                  </a:extLst>
                </p14:cNvPr>
                <p14:cNvContentPartPr/>
                <p14:nvPr/>
              </p14:nvContentPartPr>
              <p14:xfrm>
                <a:off x="1238198" y="1512465"/>
                <a:ext cx="79920" cy="29880"/>
              </p14:xfrm>
            </p:contentPart>
          </mc:Choice>
          <mc:Fallback>
            <p:pic>
              <p:nvPicPr>
                <p:cNvPr id="53" name="Ink 52">
                  <a:extLst>
                    <a:ext uri="{FF2B5EF4-FFF2-40B4-BE49-F238E27FC236}">
                      <a16:creationId xmlns:a16="http://schemas.microsoft.com/office/drawing/2014/main" id="{50AA0141-E120-9458-681E-3A52E26B6774}"/>
                    </a:ext>
                  </a:extLst>
                </p:cNvPr>
                <p:cNvPicPr/>
                <p:nvPr/>
              </p:nvPicPr>
              <p:blipFill>
                <a:blip r:embed="rId60"/>
                <a:stretch>
                  <a:fillRect/>
                </a:stretch>
              </p:blipFill>
              <p:spPr>
                <a:xfrm>
                  <a:off x="1229558" y="1503465"/>
                  <a:ext cx="9756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54" name="Ink 53">
                  <a:extLst>
                    <a:ext uri="{FF2B5EF4-FFF2-40B4-BE49-F238E27FC236}">
                      <a16:creationId xmlns:a16="http://schemas.microsoft.com/office/drawing/2014/main" id="{7E8B020A-1A55-5ADB-66A5-8E767F08BEC8}"/>
                    </a:ext>
                  </a:extLst>
                </p14:cNvPr>
                <p14:cNvContentPartPr/>
                <p14:nvPr/>
              </p14:nvContentPartPr>
              <p14:xfrm>
                <a:off x="1350878" y="1486905"/>
                <a:ext cx="48240" cy="150120"/>
              </p14:xfrm>
            </p:contentPart>
          </mc:Choice>
          <mc:Fallback>
            <p:pic>
              <p:nvPicPr>
                <p:cNvPr id="54" name="Ink 53">
                  <a:extLst>
                    <a:ext uri="{FF2B5EF4-FFF2-40B4-BE49-F238E27FC236}">
                      <a16:creationId xmlns:a16="http://schemas.microsoft.com/office/drawing/2014/main" id="{7E8B020A-1A55-5ADB-66A5-8E767F08BEC8}"/>
                    </a:ext>
                  </a:extLst>
                </p:cNvPr>
                <p:cNvPicPr/>
                <p:nvPr/>
              </p:nvPicPr>
              <p:blipFill>
                <a:blip r:embed="rId62"/>
                <a:stretch>
                  <a:fillRect/>
                </a:stretch>
              </p:blipFill>
              <p:spPr>
                <a:xfrm>
                  <a:off x="1342238" y="1478265"/>
                  <a:ext cx="65880" cy="16776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55" name="Ink 54">
                  <a:extLst>
                    <a:ext uri="{FF2B5EF4-FFF2-40B4-BE49-F238E27FC236}">
                      <a16:creationId xmlns:a16="http://schemas.microsoft.com/office/drawing/2014/main" id="{5B70DD03-130D-F9C7-8F95-7E845A70603F}"/>
                    </a:ext>
                  </a:extLst>
                </p14:cNvPr>
                <p14:cNvContentPartPr/>
                <p14:nvPr/>
              </p14:nvContentPartPr>
              <p14:xfrm>
                <a:off x="1421438" y="1436145"/>
                <a:ext cx="57960" cy="75240"/>
              </p14:xfrm>
            </p:contentPart>
          </mc:Choice>
          <mc:Fallback>
            <p:pic>
              <p:nvPicPr>
                <p:cNvPr id="55" name="Ink 54">
                  <a:extLst>
                    <a:ext uri="{FF2B5EF4-FFF2-40B4-BE49-F238E27FC236}">
                      <a16:creationId xmlns:a16="http://schemas.microsoft.com/office/drawing/2014/main" id="{5B70DD03-130D-F9C7-8F95-7E845A70603F}"/>
                    </a:ext>
                  </a:extLst>
                </p:cNvPr>
                <p:cNvPicPr/>
                <p:nvPr/>
              </p:nvPicPr>
              <p:blipFill>
                <a:blip r:embed="rId64"/>
                <a:stretch>
                  <a:fillRect/>
                </a:stretch>
              </p:blipFill>
              <p:spPr>
                <a:xfrm>
                  <a:off x="1412438" y="1427505"/>
                  <a:ext cx="75600" cy="9288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56" name="Ink 55">
                  <a:extLst>
                    <a:ext uri="{FF2B5EF4-FFF2-40B4-BE49-F238E27FC236}">
                      <a16:creationId xmlns:a16="http://schemas.microsoft.com/office/drawing/2014/main" id="{78AEABC6-7420-8DFA-671B-85B1CAED176C}"/>
                    </a:ext>
                  </a:extLst>
                </p14:cNvPr>
                <p14:cNvContentPartPr/>
                <p14:nvPr/>
              </p14:nvContentPartPr>
              <p14:xfrm>
                <a:off x="1534118" y="1424985"/>
                <a:ext cx="84960" cy="92160"/>
              </p14:xfrm>
            </p:contentPart>
          </mc:Choice>
          <mc:Fallback>
            <p:pic>
              <p:nvPicPr>
                <p:cNvPr id="56" name="Ink 55">
                  <a:extLst>
                    <a:ext uri="{FF2B5EF4-FFF2-40B4-BE49-F238E27FC236}">
                      <a16:creationId xmlns:a16="http://schemas.microsoft.com/office/drawing/2014/main" id="{78AEABC6-7420-8DFA-671B-85B1CAED176C}"/>
                    </a:ext>
                  </a:extLst>
                </p:cNvPr>
                <p:cNvPicPr/>
                <p:nvPr/>
              </p:nvPicPr>
              <p:blipFill>
                <a:blip r:embed="rId66"/>
                <a:stretch>
                  <a:fillRect/>
                </a:stretch>
              </p:blipFill>
              <p:spPr>
                <a:xfrm>
                  <a:off x="1525118" y="1415985"/>
                  <a:ext cx="102600" cy="10980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57" name="Ink 56">
                  <a:extLst>
                    <a:ext uri="{FF2B5EF4-FFF2-40B4-BE49-F238E27FC236}">
                      <a16:creationId xmlns:a16="http://schemas.microsoft.com/office/drawing/2014/main" id="{E9008BD8-AD8E-0303-92ED-6F242D19F2E2}"/>
                    </a:ext>
                  </a:extLst>
                </p14:cNvPr>
                <p14:cNvContentPartPr/>
                <p14:nvPr/>
              </p14:nvContentPartPr>
              <p14:xfrm>
                <a:off x="1618718" y="1390785"/>
                <a:ext cx="113040" cy="85680"/>
              </p14:xfrm>
            </p:contentPart>
          </mc:Choice>
          <mc:Fallback>
            <p:pic>
              <p:nvPicPr>
                <p:cNvPr id="57" name="Ink 56">
                  <a:extLst>
                    <a:ext uri="{FF2B5EF4-FFF2-40B4-BE49-F238E27FC236}">
                      <a16:creationId xmlns:a16="http://schemas.microsoft.com/office/drawing/2014/main" id="{E9008BD8-AD8E-0303-92ED-6F242D19F2E2}"/>
                    </a:ext>
                  </a:extLst>
                </p:cNvPr>
                <p:cNvPicPr/>
                <p:nvPr/>
              </p:nvPicPr>
              <p:blipFill>
                <a:blip r:embed="rId68"/>
                <a:stretch>
                  <a:fillRect/>
                </a:stretch>
              </p:blipFill>
              <p:spPr>
                <a:xfrm>
                  <a:off x="1609718" y="1381785"/>
                  <a:ext cx="130680" cy="10332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58" name="Ink 57">
                  <a:extLst>
                    <a:ext uri="{FF2B5EF4-FFF2-40B4-BE49-F238E27FC236}">
                      <a16:creationId xmlns:a16="http://schemas.microsoft.com/office/drawing/2014/main" id="{8ADA9E2F-FAC4-1D79-B0AF-94D6EF9750A1}"/>
                    </a:ext>
                  </a:extLst>
                </p14:cNvPr>
                <p14:cNvContentPartPr/>
                <p14:nvPr/>
              </p14:nvContentPartPr>
              <p14:xfrm>
                <a:off x="1883318" y="1294305"/>
                <a:ext cx="166680" cy="184680"/>
              </p14:xfrm>
            </p:contentPart>
          </mc:Choice>
          <mc:Fallback>
            <p:pic>
              <p:nvPicPr>
                <p:cNvPr id="58" name="Ink 57">
                  <a:extLst>
                    <a:ext uri="{FF2B5EF4-FFF2-40B4-BE49-F238E27FC236}">
                      <a16:creationId xmlns:a16="http://schemas.microsoft.com/office/drawing/2014/main" id="{8ADA9E2F-FAC4-1D79-B0AF-94D6EF9750A1}"/>
                    </a:ext>
                  </a:extLst>
                </p:cNvPr>
                <p:cNvPicPr/>
                <p:nvPr/>
              </p:nvPicPr>
              <p:blipFill>
                <a:blip r:embed="rId70"/>
                <a:stretch>
                  <a:fillRect/>
                </a:stretch>
              </p:blipFill>
              <p:spPr>
                <a:xfrm>
                  <a:off x="1874318" y="1285665"/>
                  <a:ext cx="184320" cy="202320"/>
                </a:xfrm>
                <a:prstGeom prst="rect">
                  <a:avLst/>
                </a:prstGeom>
              </p:spPr>
            </p:pic>
          </mc:Fallback>
        </mc:AlternateContent>
      </p:grpSp>
      <p:grpSp>
        <p:nvGrpSpPr>
          <p:cNvPr id="70" name="Group 69">
            <a:extLst>
              <a:ext uri="{FF2B5EF4-FFF2-40B4-BE49-F238E27FC236}">
                <a16:creationId xmlns:a16="http://schemas.microsoft.com/office/drawing/2014/main" id="{2F093290-FE02-324C-94D2-949FD579680A}"/>
              </a:ext>
            </a:extLst>
          </p:cNvPr>
          <p:cNvGrpSpPr/>
          <p:nvPr/>
        </p:nvGrpSpPr>
        <p:grpSpPr>
          <a:xfrm>
            <a:off x="2271758" y="1276665"/>
            <a:ext cx="1454400" cy="237240"/>
            <a:chOff x="2271758" y="1276665"/>
            <a:chExt cx="1454400" cy="237240"/>
          </a:xfrm>
        </p:grpSpPr>
        <mc:AlternateContent xmlns:mc="http://schemas.openxmlformats.org/markup-compatibility/2006">
          <mc:Choice xmlns:p14="http://schemas.microsoft.com/office/powerpoint/2010/main" Requires="p14">
            <p:contentPart p14:bwMode="auto" r:id="rId71">
              <p14:nvContentPartPr>
                <p14:cNvPr id="59" name="Ink 58">
                  <a:extLst>
                    <a:ext uri="{FF2B5EF4-FFF2-40B4-BE49-F238E27FC236}">
                      <a16:creationId xmlns:a16="http://schemas.microsoft.com/office/drawing/2014/main" id="{0CF2CA80-3DAC-0375-DF82-F1A2EEAC241E}"/>
                    </a:ext>
                  </a:extLst>
                </p14:cNvPr>
                <p14:cNvContentPartPr/>
                <p14:nvPr/>
              </p14:nvContentPartPr>
              <p14:xfrm>
                <a:off x="2271758" y="1365225"/>
                <a:ext cx="147240" cy="100800"/>
              </p14:xfrm>
            </p:contentPart>
          </mc:Choice>
          <mc:Fallback>
            <p:pic>
              <p:nvPicPr>
                <p:cNvPr id="59" name="Ink 58">
                  <a:extLst>
                    <a:ext uri="{FF2B5EF4-FFF2-40B4-BE49-F238E27FC236}">
                      <a16:creationId xmlns:a16="http://schemas.microsoft.com/office/drawing/2014/main" id="{0CF2CA80-3DAC-0375-DF82-F1A2EEAC241E}"/>
                    </a:ext>
                  </a:extLst>
                </p:cNvPr>
                <p:cNvPicPr/>
                <p:nvPr/>
              </p:nvPicPr>
              <p:blipFill>
                <a:blip r:embed="rId72"/>
                <a:stretch>
                  <a:fillRect/>
                </a:stretch>
              </p:blipFill>
              <p:spPr>
                <a:xfrm>
                  <a:off x="2263118" y="1356225"/>
                  <a:ext cx="164880" cy="11844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60" name="Ink 59">
                  <a:extLst>
                    <a:ext uri="{FF2B5EF4-FFF2-40B4-BE49-F238E27FC236}">
                      <a16:creationId xmlns:a16="http://schemas.microsoft.com/office/drawing/2014/main" id="{A2F6E871-641B-D133-C1F1-D716DA08F0AD}"/>
                    </a:ext>
                  </a:extLst>
                </p14:cNvPr>
                <p14:cNvContentPartPr/>
                <p14:nvPr/>
              </p14:nvContentPartPr>
              <p14:xfrm>
                <a:off x="2469398" y="1389345"/>
                <a:ext cx="110160" cy="77760"/>
              </p14:xfrm>
            </p:contentPart>
          </mc:Choice>
          <mc:Fallback>
            <p:pic>
              <p:nvPicPr>
                <p:cNvPr id="60" name="Ink 59">
                  <a:extLst>
                    <a:ext uri="{FF2B5EF4-FFF2-40B4-BE49-F238E27FC236}">
                      <a16:creationId xmlns:a16="http://schemas.microsoft.com/office/drawing/2014/main" id="{A2F6E871-641B-D133-C1F1-D716DA08F0AD}"/>
                    </a:ext>
                  </a:extLst>
                </p:cNvPr>
                <p:cNvPicPr/>
                <p:nvPr/>
              </p:nvPicPr>
              <p:blipFill>
                <a:blip r:embed="rId74"/>
                <a:stretch>
                  <a:fillRect/>
                </a:stretch>
              </p:blipFill>
              <p:spPr>
                <a:xfrm>
                  <a:off x="2460398" y="1380705"/>
                  <a:ext cx="127800" cy="9540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61" name="Ink 60">
                  <a:extLst>
                    <a:ext uri="{FF2B5EF4-FFF2-40B4-BE49-F238E27FC236}">
                      <a16:creationId xmlns:a16="http://schemas.microsoft.com/office/drawing/2014/main" id="{76E3A977-B9D0-A1B9-A497-5672C4590A82}"/>
                    </a:ext>
                  </a:extLst>
                </p14:cNvPr>
                <p14:cNvContentPartPr/>
                <p14:nvPr/>
              </p14:nvContentPartPr>
              <p14:xfrm>
                <a:off x="2624198" y="1298265"/>
                <a:ext cx="129960" cy="200520"/>
              </p14:xfrm>
            </p:contentPart>
          </mc:Choice>
          <mc:Fallback>
            <p:pic>
              <p:nvPicPr>
                <p:cNvPr id="61" name="Ink 60">
                  <a:extLst>
                    <a:ext uri="{FF2B5EF4-FFF2-40B4-BE49-F238E27FC236}">
                      <a16:creationId xmlns:a16="http://schemas.microsoft.com/office/drawing/2014/main" id="{76E3A977-B9D0-A1B9-A497-5672C4590A82}"/>
                    </a:ext>
                  </a:extLst>
                </p:cNvPr>
                <p:cNvPicPr/>
                <p:nvPr/>
              </p:nvPicPr>
              <p:blipFill>
                <a:blip r:embed="rId76"/>
                <a:stretch>
                  <a:fillRect/>
                </a:stretch>
              </p:blipFill>
              <p:spPr>
                <a:xfrm>
                  <a:off x="2615558" y="1289265"/>
                  <a:ext cx="147600" cy="21816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62" name="Ink 61">
                  <a:extLst>
                    <a:ext uri="{FF2B5EF4-FFF2-40B4-BE49-F238E27FC236}">
                      <a16:creationId xmlns:a16="http://schemas.microsoft.com/office/drawing/2014/main" id="{C754DD00-B31A-C40C-8567-7C36A298A7FB}"/>
                    </a:ext>
                  </a:extLst>
                </p14:cNvPr>
                <p14:cNvContentPartPr/>
                <p14:nvPr/>
              </p14:nvContentPartPr>
              <p14:xfrm>
                <a:off x="2618798" y="1428585"/>
                <a:ext cx="200520" cy="74160"/>
              </p14:xfrm>
            </p:contentPart>
          </mc:Choice>
          <mc:Fallback>
            <p:pic>
              <p:nvPicPr>
                <p:cNvPr id="62" name="Ink 61">
                  <a:extLst>
                    <a:ext uri="{FF2B5EF4-FFF2-40B4-BE49-F238E27FC236}">
                      <a16:creationId xmlns:a16="http://schemas.microsoft.com/office/drawing/2014/main" id="{C754DD00-B31A-C40C-8567-7C36A298A7FB}"/>
                    </a:ext>
                  </a:extLst>
                </p:cNvPr>
                <p:cNvPicPr/>
                <p:nvPr/>
              </p:nvPicPr>
              <p:blipFill>
                <a:blip r:embed="rId78"/>
                <a:stretch>
                  <a:fillRect/>
                </a:stretch>
              </p:blipFill>
              <p:spPr>
                <a:xfrm>
                  <a:off x="2609798" y="1419945"/>
                  <a:ext cx="218160" cy="9180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63" name="Ink 62">
                  <a:extLst>
                    <a:ext uri="{FF2B5EF4-FFF2-40B4-BE49-F238E27FC236}">
                      <a16:creationId xmlns:a16="http://schemas.microsoft.com/office/drawing/2014/main" id="{473E6BB4-2635-2CE4-A025-DE646D0218C0}"/>
                    </a:ext>
                  </a:extLst>
                </p14:cNvPr>
                <p14:cNvContentPartPr/>
                <p14:nvPr/>
              </p14:nvContentPartPr>
              <p14:xfrm>
                <a:off x="2880518" y="1301865"/>
                <a:ext cx="8640" cy="83880"/>
              </p14:xfrm>
            </p:contentPart>
          </mc:Choice>
          <mc:Fallback>
            <p:pic>
              <p:nvPicPr>
                <p:cNvPr id="63" name="Ink 62">
                  <a:extLst>
                    <a:ext uri="{FF2B5EF4-FFF2-40B4-BE49-F238E27FC236}">
                      <a16:creationId xmlns:a16="http://schemas.microsoft.com/office/drawing/2014/main" id="{473E6BB4-2635-2CE4-A025-DE646D0218C0}"/>
                    </a:ext>
                  </a:extLst>
                </p:cNvPr>
                <p:cNvPicPr/>
                <p:nvPr/>
              </p:nvPicPr>
              <p:blipFill>
                <a:blip r:embed="rId80"/>
                <a:stretch>
                  <a:fillRect/>
                </a:stretch>
              </p:blipFill>
              <p:spPr>
                <a:xfrm>
                  <a:off x="2871878" y="1293225"/>
                  <a:ext cx="26280" cy="10152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64" name="Ink 63">
                  <a:extLst>
                    <a:ext uri="{FF2B5EF4-FFF2-40B4-BE49-F238E27FC236}">
                      <a16:creationId xmlns:a16="http://schemas.microsoft.com/office/drawing/2014/main" id="{9265F0DA-7D2A-1F62-5B6C-C1D1AA208296}"/>
                    </a:ext>
                  </a:extLst>
                </p14:cNvPr>
                <p14:cNvContentPartPr/>
                <p14:nvPr/>
              </p14:nvContentPartPr>
              <p14:xfrm>
                <a:off x="2892398" y="1398345"/>
                <a:ext cx="239040" cy="115560"/>
              </p14:xfrm>
            </p:contentPart>
          </mc:Choice>
          <mc:Fallback>
            <p:pic>
              <p:nvPicPr>
                <p:cNvPr id="64" name="Ink 63">
                  <a:extLst>
                    <a:ext uri="{FF2B5EF4-FFF2-40B4-BE49-F238E27FC236}">
                      <a16:creationId xmlns:a16="http://schemas.microsoft.com/office/drawing/2014/main" id="{9265F0DA-7D2A-1F62-5B6C-C1D1AA208296}"/>
                    </a:ext>
                  </a:extLst>
                </p:cNvPr>
                <p:cNvPicPr/>
                <p:nvPr/>
              </p:nvPicPr>
              <p:blipFill>
                <a:blip r:embed="rId82"/>
                <a:stretch>
                  <a:fillRect/>
                </a:stretch>
              </p:blipFill>
              <p:spPr>
                <a:xfrm>
                  <a:off x="2883758" y="1389345"/>
                  <a:ext cx="25668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65" name="Ink 64">
                  <a:extLst>
                    <a:ext uri="{FF2B5EF4-FFF2-40B4-BE49-F238E27FC236}">
                      <a16:creationId xmlns:a16="http://schemas.microsoft.com/office/drawing/2014/main" id="{F9B109A1-D148-9658-A4AF-CB6301B55741}"/>
                    </a:ext>
                  </a:extLst>
                </p14:cNvPr>
                <p14:cNvContentPartPr/>
                <p14:nvPr/>
              </p14:nvContentPartPr>
              <p14:xfrm>
                <a:off x="3165278" y="1277745"/>
                <a:ext cx="8640" cy="48600"/>
              </p14:xfrm>
            </p:contentPart>
          </mc:Choice>
          <mc:Fallback>
            <p:pic>
              <p:nvPicPr>
                <p:cNvPr id="65" name="Ink 64">
                  <a:extLst>
                    <a:ext uri="{FF2B5EF4-FFF2-40B4-BE49-F238E27FC236}">
                      <a16:creationId xmlns:a16="http://schemas.microsoft.com/office/drawing/2014/main" id="{F9B109A1-D148-9658-A4AF-CB6301B55741}"/>
                    </a:ext>
                  </a:extLst>
                </p:cNvPr>
                <p:cNvPicPr/>
                <p:nvPr/>
              </p:nvPicPr>
              <p:blipFill>
                <a:blip r:embed="rId84"/>
                <a:stretch>
                  <a:fillRect/>
                </a:stretch>
              </p:blipFill>
              <p:spPr>
                <a:xfrm>
                  <a:off x="3156278" y="1269105"/>
                  <a:ext cx="26280" cy="6624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66" name="Ink 65">
                  <a:extLst>
                    <a:ext uri="{FF2B5EF4-FFF2-40B4-BE49-F238E27FC236}">
                      <a16:creationId xmlns:a16="http://schemas.microsoft.com/office/drawing/2014/main" id="{15C7CD5F-FA46-BDEA-4C16-C99915FA7591}"/>
                    </a:ext>
                  </a:extLst>
                </p14:cNvPr>
                <p14:cNvContentPartPr/>
                <p14:nvPr/>
              </p14:nvContentPartPr>
              <p14:xfrm>
                <a:off x="3238358" y="1295745"/>
                <a:ext cx="90360" cy="205560"/>
              </p14:xfrm>
            </p:contentPart>
          </mc:Choice>
          <mc:Fallback>
            <p:pic>
              <p:nvPicPr>
                <p:cNvPr id="66" name="Ink 65">
                  <a:extLst>
                    <a:ext uri="{FF2B5EF4-FFF2-40B4-BE49-F238E27FC236}">
                      <a16:creationId xmlns:a16="http://schemas.microsoft.com/office/drawing/2014/main" id="{15C7CD5F-FA46-BDEA-4C16-C99915FA7591}"/>
                    </a:ext>
                  </a:extLst>
                </p:cNvPr>
                <p:cNvPicPr/>
                <p:nvPr/>
              </p:nvPicPr>
              <p:blipFill>
                <a:blip r:embed="rId86"/>
                <a:stretch>
                  <a:fillRect/>
                </a:stretch>
              </p:blipFill>
              <p:spPr>
                <a:xfrm>
                  <a:off x="3229358" y="1286745"/>
                  <a:ext cx="108000" cy="22320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67" name="Ink 66">
                  <a:extLst>
                    <a:ext uri="{FF2B5EF4-FFF2-40B4-BE49-F238E27FC236}">
                      <a16:creationId xmlns:a16="http://schemas.microsoft.com/office/drawing/2014/main" id="{FF2654DC-ACC7-0DDA-D941-BBA360C07698}"/>
                    </a:ext>
                  </a:extLst>
                </p14:cNvPr>
                <p14:cNvContentPartPr/>
                <p14:nvPr/>
              </p14:nvContentPartPr>
              <p14:xfrm>
                <a:off x="3272198" y="1276665"/>
                <a:ext cx="228600" cy="229680"/>
              </p14:xfrm>
            </p:contentPart>
          </mc:Choice>
          <mc:Fallback>
            <p:pic>
              <p:nvPicPr>
                <p:cNvPr id="67" name="Ink 66">
                  <a:extLst>
                    <a:ext uri="{FF2B5EF4-FFF2-40B4-BE49-F238E27FC236}">
                      <a16:creationId xmlns:a16="http://schemas.microsoft.com/office/drawing/2014/main" id="{FF2654DC-ACC7-0DDA-D941-BBA360C07698}"/>
                    </a:ext>
                  </a:extLst>
                </p:cNvPr>
                <p:cNvPicPr/>
                <p:nvPr/>
              </p:nvPicPr>
              <p:blipFill>
                <a:blip r:embed="rId88"/>
                <a:stretch>
                  <a:fillRect/>
                </a:stretch>
              </p:blipFill>
              <p:spPr>
                <a:xfrm>
                  <a:off x="3263198" y="1267665"/>
                  <a:ext cx="246240" cy="24732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68" name="Ink 67">
                  <a:extLst>
                    <a:ext uri="{FF2B5EF4-FFF2-40B4-BE49-F238E27FC236}">
                      <a16:creationId xmlns:a16="http://schemas.microsoft.com/office/drawing/2014/main" id="{ED496185-76FE-BB77-D502-CCDE97F58391}"/>
                    </a:ext>
                  </a:extLst>
                </p14:cNvPr>
                <p14:cNvContentPartPr/>
                <p14:nvPr/>
              </p14:nvContentPartPr>
              <p14:xfrm>
                <a:off x="3505838" y="1389345"/>
                <a:ext cx="93240" cy="96840"/>
              </p14:xfrm>
            </p:contentPart>
          </mc:Choice>
          <mc:Fallback>
            <p:pic>
              <p:nvPicPr>
                <p:cNvPr id="68" name="Ink 67">
                  <a:extLst>
                    <a:ext uri="{FF2B5EF4-FFF2-40B4-BE49-F238E27FC236}">
                      <a16:creationId xmlns:a16="http://schemas.microsoft.com/office/drawing/2014/main" id="{ED496185-76FE-BB77-D502-CCDE97F58391}"/>
                    </a:ext>
                  </a:extLst>
                </p:cNvPr>
                <p:cNvPicPr/>
                <p:nvPr/>
              </p:nvPicPr>
              <p:blipFill>
                <a:blip r:embed="rId90"/>
                <a:stretch>
                  <a:fillRect/>
                </a:stretch>
              </p:blipFill>
              <p:spPr>
                <a:xfrm>
                  <a:off x="3497198" y="1380345"/>
                  <a:ext cx="110880" cy="11448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69" name="Ink 68">
                  <a:extLst>
                    <a:ext uri="{FF2B5EF4-FFF2-40B4-BE49-F238E27FC236}">
                      <a16:creationId xmlns:a16="http://schemas.microsoft.com/office/drawing/2014/main" id="{10E5457A-4E8F-3C4D-D4C0-C80979D1789D}"/>
                    </a:ext>
                  </a:extLst>
                </p14:cNvPr>
                <p14:cNvContentPartPr/>
                <p14:nvPr/>
              </p14:nvContentPartPr>
              <p14:xfrm>
                <a:off x="3615998" y="1359105"/>
                <a:ext cx="110160" cy="147240"/>
              </p14:xfrm>
            </p:contentPart>
          </mc:Choice>
          <mc:Fallback>
            <p:pic>
              <p:nvPicPr>
                <p:cNvPr id="69" name="Ink 68">
                  <a:extLst>
                    <a:ext uri="{FF2B5EF4-FFF2-40B4-BE49-F238E27FC236}">
                      <a16:creationId xmlns:a16="http://schemas.microsoft.com/office/drawing/2014/main" id="{10E5457A-4E8F-3C4D-D4C0-C80979D1789D}"/>
                    </a:ext>
                  </a:extLst>
                </p:cNvPr>
                <p:cNvPicPr/>
                <p:nvPr/>
              </p:nvPicPr>
              <p:blipFill>
                <a:blip r:embed="rId92"/>
                <a:stretch>
                  <a:fillRect/>
                </a:stretch>
              </p:blipFill>
              <p:spPr>
                <a:xfrm>
                  <a:off x="3606998" y="1350105"/>
                  <a:ext cx="127800" cy="164880"/>
                </a:xfrm>
                <a:prstGeom prst="rect">
                  <a:avLst/>
                </a:prstGeom>
              </p:spPr>
            </p:pic>
          </mc:Fallback>
        </mc:AlternateContent>
      </p:grpSp>
      <p:grpSp>
        <p:nvGrpSpPr>
          <p:cNvPr id="81" name="Group 80">
            <a:extLst>
              <a:ext uri="{FF2B5EF4-FFF2-40B4-BE49-F238E27FC236}">
                <a16:creationId xmlns:a16="http://schemas.microsoft.com/office/drawing/2014/main" id="{5AE1E71B-0BC1-DAF8-E752-81EECD6E9317}"/>
              </a:ext>
            </a:extLst>
          </p:cNvPr>
          <p:cNvGrpSpPr/>
          <p:nvPr/>
        </p:nvGrpSpPr>
        <p:grpSpPr>
          <a:xfrm>
            <a:off x="7139678" y="607785"/>
            <a:ext cx="786600" cy="462600"/>
            <a:chOff x="7139678" y="607785"/>
            <a:chExt cx="786600" cy="462600"/>
          </a:xfrm>
        </p:grpSpPr>
        <mc:AlternateContent xmlns:mc="http://schemas.openxmlformats.org/markup-compatibility/2006">
          <mc:Choice xmlns:p14="http://schemas.microsoft.com/office/powerpoint/2010/main" Requires="p14">
            <p:contentPart p14:bwMode="auto" r:id="rId93">
              <p14:nvContentPartPr>
                <p14:cNvPr id="72" name="Ink 71">
                  <a:extLst>
                    <a:ext uri="{FF2B5EF4-FFF2-40B4-BE49-F238E27FC236}">
                      <a16:creationId xmlns:a16="http://schemas.microsoft.com/office/drawing/2014/main" id="{A9E97B38-9D2B-12F9-11FA-3E549A68ED87}"/>
                    </a:ext>
                  </a:extLst>
                </p14:cNvPr>
                <p14:cNvContentPartPr/>
                <p14:nvPr/>
              </p14:nvContentPartPr>
              <p14:xfrm>
                <a:off x="7142558" y="607785"/>
                <a:ext cx="262440" cy="462600"/>
              </p14:xfrm>
            </p:contentPart>
          </mc:Choice>
          <mc:Fallback>
            <p:pic>
              <p:nvPicPr>
                <p:cNvPr id="72" name="Ink 71">
                  <a:extLst>
                    <a:ext uri="{FF2B5EF4-FFF2-40B4-BE49-F238E27FC236}">
                      <a16:creationId xmlns:a16="http://schemas.microsoft.com/office/drawing/2014/main" id="{A9E97B38-9D2B-12F9-11FA-3E549A68ED87}"/>
                    </a:ext>
                  </a:extLst>
                </p:cNvPr>
                <p:cNvPicPr/>
                <p:nvPr/>
              </p:nvPicPr>
              <p:blipFill>
                <a:blip r:embed="rId94"/>
                <a:stretch>
                  <a:fillRect/>
                </a:stretch>
              </p:blipFill>
              <p:spPr>
                <a:xfrm>
                  <a:off x="7133918" y="599145"/>
                  <a:ext cx="280080" cy="48024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73" name="Ink 72">
                  <a:extLst>
                    <a:ext uri="{FF2B5EF4-FFF2-40B4-BE49-F238E27FC236}">
                      <a16:creationId xmlns:a16="http://schemas.microsoft.com/office/drawing/2014/main" id="{01150FBA-D0AC-C596-C095-263081244A53}"/>
                    </a:ext>
                  </a:extLst>
                </p14:cNvPr>
                <p14:cNvContentPartPr/>
                <p14:nvPr/>
              </p14:nvContentPartPr>
              <p14:xfrm>
                <a:off x="7139678" y="758985"/>
                <a:ext cx="349560" cy="167040"/>
              </p14:xfrm>
            </p:contentPart>
          </mc:Choice>
          <mc:Fallback>
            <p:pic>
              <p:nvPicPr>
                <p:cNvPr id="73" name="Ink 72">
                  <a:extLst>
                    <a:ext uri="{FF2B5EF4-FFF2-40B4-BE49-F238E27FC236}">
                      <a16:creationId xmlns:a16="http://schemas.microsoft.com/office/drawing/2014/main" id="{01150FBA-D0AC-C596-C095-263081244A53}"/>
                    </a:ext>
                  </a:extLst>
                </p:cNvPr>
                <p:cNvPicPr/>
                <p:nvPr/>
              </p:nvPicPr>
              <p:blipFill>
                <a:blip r:embed="rId96"/>
                <a:stretch>
                  <a:fillRect/>
                </a:stretch>
              </p:blipFill>
              <p:spPr>
                <a:xfrm>
                  <a:off x="7131038" y="749985"/>
                  <a:ext cx="367200" cy="18468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74" name="Ink 73">
                  <a:extLst>
                    <a:ext uri="{FF2B5EF4-FFF2-40B4-BE49-F238E27FC236}">
                      <a16:creationId xmlns:a16="http://schemas.microsoft.com/office/drawing/2014/main" id="{0CD95775-55CD-140F-4572-B7F4775AF999}"/>
                    </a:ext>
                  </a:extLst>
                </p14:cNvPr>
                <p14:cNvContentPartPr/>
                <p14:nvPr/>
              </p14:nvContentPartPr>
              <p14:xfrm>
                <a:off x="7655198" y="780945"/>
                <a:ext cx="99000" cy="119520"/>
              </p14:xfrm>
            </p:contentPart>
          </mc:Choice>
          <mc:Fallback>
            <p:pic>
              <p:nvPicPr>
                <p:cNvPr id="74" name="Ink 73">
                  <a:extLst>
                    <a:ext uri="{FF2B5EF4-FFF2-40B4-BE49-F238E27FC236}">
                      <a16:creationId xmlns:a16="http://schemas.microsoft.com/office/drawing/2014/main" id="{0CD95775-55CD-140F-4572-B7F4775AF999}"/>
                    </a:ext>
                  </a:extLst>
                </p:cNvPr>
                <p:cNvPicPr/>
                <p:nvPr/>
              </p:nvPicPr>
              <p:blipFill>
                <a:blip r:embed="rId98"/>
                <a:stretch>
                  <a:fillRect/>
                </a:stretch>
              </p:blipFill>
              <p:spPr>
                <a:xfrm>
                  <a:off x="7646558" y="772305"/>
                  <a:ext cx="11664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75" name="Ink 74">
                  <a:extLst>
                    <a:ext uri="{FF2B5EF4-FFF2-40B4-BE49-F238E27FC236}">
                      <a16:creationId xmlns:a16="http://schemas.microsoft.com/office/drawing/2014/main" id="{031ECB63-245E-6FCA-5280-3ABDEB760A37}"/>
                    </a:ext>
                  </a:extLst>
                </p14:cNvPr>
                <p14:cNvContentPartPr/>
                <p14:nvPr/>
              </p14:nvContentPartPr>
              <p14:xfrm>
                <a:off x="7824038" y="841785"/>
                <a:ext cx="102240" cy="51120"/>
              </p14:xfrm>
            </p:contentPart>
          </mc:Choice>
          <mc:Fallback>
            <p:pic>
              <p:nvPicPr>
                <p:cNvPr id="75" name="Ink 74">
                  <a:extLst>
                    <a:ext uri="{FF2B5EF4-FFF2-40B4-BE49-F238E27FC236}">
                      <a16:creationId xmlns:a16="http://schemas.microsoft.com/office/drawing/2014/main" id="{031ECB63-245E-6FCA-5280-3ABDEB760A37}"/>
                    </a:ext>
                  </a:extLst>
                </p:cNvPr>
                <p:cNvPicPr/>
                <p:nvPr/>
              </p:nvPicPr>
              <p:blipFill>
                <a:blip r:embed="rId100"/>
                <a:stretch>
                  <a:fillRect/>
                </a:stretch>
              </p:blipFill>
              <p:spPr>
                <a:xfrm>
                  <a:off x="7815038" y="833145"/>
                  <a:ext cx="119880" cy="68760"/>
                </a:xfrm>
                <a:prstGeom prst="rect">
                  <a:avLst/>
                </a:prstGeom>
              </p:spPr>
            </p:pic>
          </mc:Fallback>
        </mc:AlternateContent>
      </p:grpSp>
      <p:grpSp>
        <p:nvGrpSpPr>
          <p:cNvPr id="80" name="Group 79">
            <a:extLst>
              <a:ext uri="{FF2B5EF4-FFF2-40B4-BE49-F238E27FC236}">
                <a16:creationId xmlns:a16="http://schemas.microsoft.com/office/drawing/2014/main" id="{2009C261-FBC1-3E7A-4D48-B9682CF11539}"/>
              </a:ext>
            </a:extLst>
          </p:cNvPr>
          <p:cNvGrpSpPr/>
          <p:nvPr/>
        </p:nvGrpSpPr>
        <p:grpSpPr>
          <a:xfrm>
            <a:off x="8201678" y="743505"/>
            <a:ext cx="442080" cy="308160"/>
            <a:chOff x="8201678" y="743505"/>
            <a:chExt cx="442080" cy="308160"/>
          </a:xfrm>
        </p:grpSpPr>
        <mc:AlternateContent xmlns:mc="http://schemas.openxmlformats.org/markup-compatibility/2006">
          <mc:Choice xmlns:p14="http://schemas.microsoft.com/office/powerpoint/2010/main" Requires="p14">
            <p:contentPart p14:bwMode="auto" r:id="rId101">
              <p14:nvContentPartPr>
                <p14:cNvPr id="76" name="Ink 75">
                  <a:extLst>
                    <a:ext uri="{FF2B5EF4-FFF2-40B4-BE49-F238E27FC236}">
                      <a16:creationId xmlns:a16="http://schemas.microsoft.com/office/drawing/2014/main" id="{C0C786BC-ECCB-463A-5E3D-9FEF03BA49B4}"/>
                    </a:ext>
                  </a:extLst>
                </p14:cNvPr>
                <p14:cNvContentPartPr/>
                <p14:nvPr/>
              </p14:nvContentPartPr>
              <p14:xfrm>
                <a:off x="8201678" y="789585"/>
                <a:ext cx="79920" cy="103680"/>
              </p14:xfrm>
            </p:contentPart>
          </mc:Choice>
          <mc:Fallback>
            <p:pic>
              <p:nvPicPr>
                <p:cNvPr id="76" name="Ink 75">
                  <a:extLst>
                    <a:ext uri="{FF2B5EF4-FFF2-40B4-BE49-F238E27FC236}">
                      <a16:creationId xmlns:a16="http://schemas.microsoft.com/office/drawing/2014/main" id="{C0C786BC-ECCB-463A-5E3D-9FEF03BA49B4}"/>
                    </a:ext>
                  </a:extLst>
                </p:cNvPr>
                <p:cNvPicPr/>
                <p:nvPr/>
              </p:nvPicPr>
              <p:blipFill>
                <a:blip r:embed="rId102"/>
                <a:stretch>
                  <a:fillRect/>
                </a:stretch>
              </p:blipFill>
              <p:spPr>
                <a:xfrm>
                  <a:off x="8193038" y="780585"/>
                  <a:ext cx="97560" cy="12132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77" name="Ink 76">
                  <a:extLst>
                    <a:ext uri="{FF2B5EF4-FFF2-40B4-BE49-F238E27FC236}">
                      <a16:creationId xmlns:a16="http://schemas.microsoft.com/office/drawing/2014/main" id="{D9734ECB-7CFF-D334-9537-46430DFC319D}"/>
                    </a:ext>
                  </a:extLst>
                </p14:cNvPr>
                <p14:cNvContentPartPr/>
                <p14:nvPr/>
              </p14:nvContentPartPr>
              <p14:xfrm>
                <a:off x="8367998" y="760425"/>
                <a:ext cx="51120" cy="123120"/>
              </p14:xfrm>
            </p:contentPart>
          </mc:Choice>
          <mc:Fallback>
            <p:pic>
              <p:nvPicPr>
                <p:cNvPr id="77" name="Ink 76">
                  <a:extLst>
                    <a:ext uri="{FF2B5EF4-FFF2-40B4-BE49-F238E27FC236}">
                      <a16:creationId xmlns:a16="http://schemas.microsoft.com/office/drawing/2014/main" id="{D9734ECB-7CFF-D334-9537-46430DFC319D}"/>
                    </a:ext>
                  </a:extLst>
                </p:cNvPr>
                <p:cNvPicPr/>
                <p:nvPr/>
              </p:nvPicPr>
              <p:blipFill>
                <a:blip r:embed="rId104"/>
                <a:stretch>
                  <a:fillRect/>
                </a:stretch>
              </p:blipFill>
              <p:spPr>
                <a:xfrm>
                  <a:off x="8359358" y="751425"/>
                  <a:ext cx="68760" cy="14076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78" name="Ink 77">
                  <a:extLst>
                    <a:ext uri="{FF2B5EF4-FFF2-40B4-BE49-F238E27FC236}">
                      <a16:creationId xmlns:a16="http://schemas.microsoft.com/office/drawing/2014/main" id="{C675134C-8CAB-E47A-9AD6-3FF9F41B7B79}"/>
                    </a:ext>
                  </a:extLst>
                </p14:cNvPr>
                <p14:cNvContentPartPr/>
                <p14:nvPr/>
              </p14:nvContentPartPr>
              <p14:xfrm>
                <a:off x="8392118" y="743505"/>
                <a:ext cx="251640" cy="308160"/>
              </p14:xfrm>
            </p:contentPart>
          </mc:Choice>
          <mc:Fallback>
            <p:pic>
              <p:nvPicPr>
                <p:cNvPr id="78" name="Ink 77">
                  <a:extLst>
                    <a:ext uri="{FF2B5EF4-FFF2-40B4-BE49-F238E27FC236}">
                      <a16:creationId xmlns:a16="http://schemas.microsoft.com/office/drawing/2014/main" id="{C675134C-8CAB-E47A-9AD6-3FF9F41B7B79}"/>
                    </a:ext>
                  </a:extLst>
                </p:cNvPr>
                <p:cNvPicPr/>
                <p:nvPr/>
              </p:nvPicPr>
              <p:blipFill>
                <a:blip r:embed="rId106"/>
                <a:stretch>
                  <a:fillRect/>
                </a:stretch>
              </p:blipFill>
              <p:spPr>
                <a:xfrm>
                  <a:off x="8383478" y="734505"/>
                  <a:ext cx="269280" cy="3258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7">
            <p14:nvContentPartPr>
              <p14:cNvPr id="79" name="Ink 78">
                <a:extLst>
                  <a:ext uri="{FF2B5EF4-FFF2-40B4-BE49-F238E27FC236}">
                    <a16:creationId xmlns:a16="http://schemas.microsoft.com/office/drawing/2014/main" id="{73615A1D-C06B-0035-2198-87C846A7118A}"/>
                  </a:ext>
                </a:extLst>
              </p14:cNvPr>
              <p14:cNvContentPartPr/>
              <p14:nvPr/>
            </p14:nvContentPartPr>
            <p14:xfrm>
              <a:off x="8883518" y="849345"/>
              <a:ext cx="360" cy="1800"/>
            </p14:xfrm>
          </p:contentPart>
        </mc:Choice>
        <mc:Fallback>
          <p:pic>
            <p:nvPicPr>
              <p:cNvPr id="79" name="Ink 78">
                <a:extLst>
                  <a:ext uri="{FF2B5EF4-FFF2-40B4-BE49-F238E27FC236}">
                    <a16:creationId xmlns:a16="http://schemas.microsoft.com/office/drawing/2014/main" id="{73615A1D-C06B-0035-2198-87C846A7118A}"/>
                  </a:ext>
                </a:extLst>
              </p:cNvPr>
              <p:cNvPicPr/>
              <p:nvPr/>
            </p:nvPicPr>
            <p:blipFill>
              <a:blip r:embed="rId108"/>
              <a:stretch>
                <a:fillRect/>
              </a:stretch>
            </p:blipFill>
            <p:spPr>
              <a:xfrm>
                <a:off x="8874878" y="840705"/>
                <a:ext cx="18000" cy="19440"/>
              </a:xfrm>
              <a:prstGeom prst="rect">
                <a:avLst/>
              </a:prstGeom>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34A8BE1-1189-83FD-C994-FACEC8C5B0E0}"/>
              </a:ext>
            </a:extLst>
          </p:cNvPr>
          <p:cNvSpPr>
            <a:spLocks noGrp="1"/>
          </p:cNvSpPr>
          <p:nvPr>
            <p:ph type="sldNum" sz="quarter" idx="12"/>
          </p:nvPr>
        </p:nvSpPr>
        <p:spPr/>
        <p:txBody>
          <a:bodyPr/>
          <a:lstStyle/>
          <a:p>
            <a:fld id="{B274294F-3089-4B37-AA52-685724062AD9}" type="slidenum">
              <a:rPr lang="en-US" smtClean="0"/>
              <a:pPr/>
              <a:t>3</a:t>
            </a:fld>
            <a:endParaRPr lang="en-US"/>
          </a:p>
        </p:txBody>
      </p:sp>
      <mc:AlternateContent xmlns:mc="http://schemas.openxmlformats.org/markup-compatibility/2006">
        <mc:Choice xmlns:p14="http://schemas.microsoft.com/office/powerpoint/2010/main" Requires="p14">
          <p:contentPart p14:bwMode="auto" r:id="rId2">
            <p14:nvContentPartPr>
              <p14:cNvPr id="58" name="Ink 57">
                <a:extLst>
                  <a:ext uri="{FF2B5EF4-FFF2-40B4-BE49-F238E27FC236}">
                    <a16:creationId xmlns:a16="http://schemas.microsoft.com/office/drawing/2014/main" id="{999FD96D-E5D1-DFD8-1CB4-6E3DB6D7D526}"/>
                  </a:ext>
                </a:extLst>
              </p14:cNvPr>
              <p14:cNvContentPartPr/>
              <p14:nvPr/>
            </p14:nvContentPartPr>
            <p14:xfrm>
              <a:off x="7697678" y="2659425"/>
              <a:ext cx="14400" cy="27000"/>
            </p14:xfrm>
          </p:contentPart>
        </mc:Choice>
        <mc:Fallback>
          <p:pic>
            <p:nvPicPr>
              <p:cNvPr id="58" name="Ink 57">
                <a:extLst>
                  <a:ext uri="{FF2B5EF4-FFF2-40B4-BE49-F238E27FC236}">
                    <a16:creationId xmlns:a16="http://schemas.microsoft.com/office/drawing/2014/main" id="{999FD96D-E5D1-DFD8-1CB4-6E3DB6D7D526}"/>
                  </a:ext>
                </a:extLst>
              </p:cNvPr>
              <p:cNvPicPr/>
              <p:nvPr/>
            </p:nvPicPr>
            <p:blipFill>
              <a:blip r:embed="rId3"/>
              <a:stretch>
                <a:fillRect/>
              </a:stretch>
            </p:blipFill>
            <p:spPr>
              <a:xfrm>
                <a:off x="7688678" y="2650785"/>
                <a:ext cx="32040" cy="44640"/>
              </a:xfrm>
              <a:prstGeom prst="rect">
                <a:avLst/>
              </a:prstGeom>
            </p:spPr>
          </p:pic>
        </mc:Fallback>
      </mc:AlternateContent>
      <p:grpSp>
        <p:nvGrpSpPr>
          <p:cNvPr id="81" name="Group 80">
            <a:extLst>
              <a:ext uri="{FF2B5EF4-FFF2-40B4-BE49-F238E27FC236}">
                <a16:creationId xmlns:a16="http://schemas.microsoft.com/office/drawing/2014/main" id="{195A6BA2-FC9D-2DB3-D0C4-36E7B1DD598E}"/>
              </a:ext>
            </a:extLst>
          </p:cNvPr>
          <p:cNvGrpSpPr/>
          <p:nvPr/>
        </p:nvGrpSpPr>
        <p:grpSpPr>
          <a:xfrm>
            <a:off x="1949558" y="5709345"/>
            <a:ext cx="1373760" cy="512640"/>
            <a:chOff x="1949558" y="5709345"/>
            <a:chExt cx="1373760" cy="512640"/>
          </a:xfrm>
        </p:grpSpPr>
        <mc:AlternateContent xmlns:mc="http://schemas.openxmlformats.org/markup-compatibility/2006">
          <mc:Choice xmlns:p14="http://schemas.microsoft.com/office/powerpoint/2010/main" Requires="p14">
            <p:contentPart p14:bwMode="auto" r:id="rId4">
              <p14:nvContentPartPr>
                <p14:cNvPr id="75" name="Ink 74">
                  <a:extLst>
                    <a:ext uri="{FF2B5EF4-FFF2-40B4-BE49-F238E27FC236}">
                      <a16:creationId xmlns:a16="http://schemas.microsoft.com/office/drawing/2014/main" id="{339AA1C3-8906-FDC9-B21F-B5461B037A9E}"/>
                    </a:ext>
                  </a:extLst>
                </p14:cNvPr>
                <p14:cNvContentPartPr/>
                <p14:nvPr/>
              </p14:nvContentPartPr>
              <p14:xfrm>
                <a:off x="1949558" y="5709345"/>
                <a:ext cx="348120" cy="512640"/>
              </p14:xfrm>
            </p:contentPart>
          </mc:Choice>
          <mc:Fallback>
            <p:pic>
              <p:nvPicPr>
                <p:cNvPr id="75" name="Ink 74">
                  <a:extLst>
                    <a:ext uri="{FF2B5EF4-FFF2-40B4-BE49-F238E27FC236}">
                      <a16:creationId xmlns:a16="http://schemas.microsoft.com/office/drawing/2014/main" id="{339AA1C3-8906-FDC9-B21F-B5461B037A9E}"/>
                    </a:ext>
                  </a:extLst>
                </p:cNvPr>
                <p:cNvPicPr/>
                <p:nvPr/>
              </p:nvPicPr>
              <p:blipFill>
                <a:blip r:embed="rId5"/>
                <a:stretch>
                  <a:fillRect/>
                </a:stretch>
              </p:blipFill>
              <p:spPr>
                <a:xfrm>
                  <a:off x="1940918" y="5700345"/>
                  <a:ext cx="365760" cy="5302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6" name="Ink 75">
                  <a:extLst>
                    <a:ext uri="{FF2B5EF4-FFF2-40B4-BE49-F238E27FC236}">
                      <a16:creationId xmlns:a16="http://schemas.microsoft.com/office/drawing/2014/main" id="{4398F0D6-60EF-BA90-FB5E-5CCABC131CAC}"/>
                    </a:ext>
                  </a:extLst>
                </p14:cNvPr>
                <p14:cNvContentPartPr/>
                <p14:nvPr/>
              </p14:nvContentPartPr>
              <p14:xfrm>
                <a:off x="2283278" y="5955225"/>
                <a:ext cx="172080" cy="151200"/>
              </p14:xfrm>
            </p:contentPart>
          </mc:Choice>
          <mc:Fallback>
            <p:pic>
              <p:nvPicPr>
                <p:cNvPr id="76" name="Ink 75">
                  <a:extLst>
                    <a:ext uri="{FF2B5EF4-FFF2-40B4-BE49-F238E27FC236}">
                      <a16:creationId xmlns:a16="http://schemas.microsoft.com/office/drawing/2014/main" id="{4398F0D6-60EF-BA90-FB5E-5CCABC131CAC}"/>
                    </a:ext>
                  </a:extLst>
                </p:cNvPr>
                <p:cNvPicPr/>
                <p:nvPr/>
              </p:nvPicPr>
              <p:blipFill>
                <a:blip r:embed="rId7"/>
                <a:stretch>
                  <a:fillRect/>
                </a:stretch>
              </p:blipFill>
              <p:spPr>
                <a:xfrm>
                  <a:off x="2274638" y="5946225"/>
                  <a:ext cx="189720" cy="1688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7" name="Ink 76">
                  <a:extLst>
                    <a:ext uri="{FF2B5EF4-FFF2-40B4-BE49-F238E27FC236}">
                      <a16:creationId xmlns:a16="http://schemas.microsoft.com/office/drawing/2014/main" id="{3B822003-093A-8B71-C537-1AE6651B0733}"/>
                    </a:ext>
                  </a:extLst>
                </p14:cNvPr>
                <p14:cNvContentPartPr/>
                <p14:nvPr/>
              </p14:nvContentPartPr>
              <p14:xfrm>
                <a:off x="2646878" y="5744985"/>
                <a:ext cx="82080" cy="328680"/>
              </p14:xfrm>
            </p:contentPart>
          </mc:Choice>
          <mc:Fallback>
            <p:pic>
              <p:nvPicPr>
                <p:cNvPr id="77" name="Ink 76">
                  <a:extLst>
                    <a:ext uri="{FF2B5EF4-FFF2-40B4-BE49-F238E27FC236}">
                      <a16:creationId xmlns:a16="http://schemas.microsoft.com/office/drawing/2014/main" id="{3B822003-093A-8B71-C537-1AE6651B0733}"/>
                    </a:ext>
                  </a:extLst>
                </p:cNvPr>
                <p:cNvPicPr/>
                <p:nvPr/>
              </p:nvPicPr>
              <p:blipFill>
                <a:blip r:embed="rId9"/>
                <a:stretch>
                  <a:fillRect/>
                </a:stretch>
              </p:blipFill>
              <p:spPr>
                <a:xfrm>
                  <a:off x="2637878" y="5735985"/>
                  <a:ext cx="99720" cy="3463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8" name="Ink 77">
                  <a:extLst>
                    <a:ext uri="{FF2B5EF4-FFF2-40B4-BE49-F238E27FC236}">
                      <a16:creationId xmlns:a16="http://schemas.microsoft.com/office/drawing/2014/main" id="{D8902C18-3D25-0299-C06A-778C92DE1541}"/>
                    </a:ext>
                  </a:extLst>
                </p14:cNvPr>
                <p14:cNvContentPartPr/>
                <p14:nvPr/>
              </p14:nvContentPartPr>
              <p14:xfrm>
                <a:off x="2613038" y="5895825"/>
                <a:ext cx="378000" cy="156600"/>
              </p14:xfrm>
            </p:contentPart>
          </mc:Choice>
          <mc:Fallback>
            <p:pic>
              <p:nvPicPr>
                <p:cNvPr id="78" name="Ink 77">
                  <a:extLst>
                    <a:ext uri="{FF2B5EF4-FFF2-40B4-BE49-F238E27FC236}">
                      <a16:creationId xmlns:a16="http://schemas.microsoft.com/office/drawing/2014/main" id="{D8902C18-3D25-0299-C06A-778C92DE1541}"/>
                    </a:ext>
                  </a:extLst>
                </p:cNvPr>
                <p:cNvPicPr/>
                <p:nvPr/>
              </p:nvPicPr>
              <p:blipFill>
                <a:blip r:embed="rId11"/>
                <a:stretch>
                  <a:fillRect/>
                </a:stretch>
              </p:blipFill>
              <p:spPr>
                <a:xfrm>
                  <a:off x="2604038" y="5886825"/>
                  <a:ext cx="395640" cy="1742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79" name="Ink 78">
                  <a:extLst>
                    <a:ext uri="{FF2B5EF4-FFF2-40B4-BE49-F238E27FC236}">
                      <a16:creationId xmlns:a16="http://schemas.microsoft.com/office/drawing/2014/main" id="{2AF469C9-6A00-82B7-8945-E3881A942EA8}"/>
                    </a:ext>
                  </a:extLst>
                </p14:cNvPr>
                <p14:cNvContentPartPr/>
                <p14:nvPr/>
              </p14:nvContentPartPr>
              <p14:xfrm>
                <a:off x="3035678" y="5808345"/>
                <a:ext cx="79200" cy="250200"/>
              </p14:xfrm>
            </p:contentPart>
          </mc:Choice>
          <mc:Fallback>
            <p:pic>
              <p:nvPicPr>
                <p:cNvPr id="79" name="Ink 78">
                  <a:extLst>
                    <a:ext uri="{FF2B5EF4-FFF2-40B4-BE49-F238E27FC236}">
                      <a16:creationId xmlns:a16="http://schemas.microsoft.com/office/drawing/2014/main" id="{2AF469C9-6A00-82B7-8945-E3881A942EA8}"/>
                    </a:ext>
                  </a:extLst>
                </p:cNvPr>
                <p:cNvPicPr/>
                <p:nvPr/>
              </p:nvPicPr>
              <p:blipFill>
                <a:blip r:embed="rId13"/>
                <a:stretch>
                  <a:fillRect/>
                </a:stretch>
              </p:blipFill>
              <p:spPr>
                <a:xfrm>
                  <a:off x="3026678" y="5799345"/>
                  <a:ext cx="96840" cy="2678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0" name="Ink 79">
                  <a:extLst>
                    <a:ext uri="{FF2B5EF4-FFF2-40B4-BE49-F238E27FC236}">
                      <a16:creationId xmlns:a16="http://schemas.microsoft.com/office/drawing/2014/main" id="{C6FC816F-26D6-F126-2889-DEF53CC81064}"/>
                    </a:ext>
                  </a:extLst>
                </p14:cNvPr>
                <p14:cNvContentPartPr/>
                <p14:nvPr/>
              </p14:nvContentPartPr>
              <p14:xfrm>
                <a:off x="3204518" y="5806545"/>
                <a:ext cx="118800" cy="232920"/>
              </p14:xfrm>
            </p:contentPart>
          </mc:Choice>
          <mc:Fallback>
            <p:pic>
              <p:nvPicPr>
                <p:cNvPr id="80" name="Ink 79">
                  <a:extLst>
                    <a:ext uri="{FF2B5EF4-FFF2-40B4-BE49-F238E27FC236}">
                      <a16:creationId xmlns:a16="http://schemas.microsoft.com/office/drawing/2014/main" id="{C6FC816F-26D6-F126-2889-DEF53CC81064}"/>
                    </a:ext>
                  </a:extLst>
                </p:cNvPr>
                <p:cNvPicPr/>
                <p:nvPr/>
              </p:nvPicPr>
              <p:blipFill>
                <a:blip r:embed="rId15"/>
                <a:stretch>
                  <a:fillRect/>
                </a:stretch>
              </p:blipFill>
              <p:spPr>
                <a:xfrm>
                  <a:off x="3195518" y="5797905"/>
                  <a:ext cx="136440" cy="250560"/>
                </a:xfrm>
                <a:prstGeom prst="rect">
                  <a:avLst/>
                </a:prstGeom>
              </p:spPr>
            </p:pic>
          </mc:Fallback>
        </mc:AlternateContent>
      </p:grpSp>
      <p:grpSp>
        <p:nvGrpSpPr>
          <p:cNvPr id="85" name="Group 84">
            <a:extLst>
              <a:ext uri="{FF2B5EF4-FFF2-40B4-BE49-F238E27FC236}">
                <a16:creationId xmlns:a16="http://schemas.microsoft.com/office/drawing/2014/main" id="{4A83B140-37DE-8FD0-0DE5-8BCC57387189}"/>
              </a:ext>
            </a:extLst>
          </p:cNvPr>
          <p:cNvGrpSpPr/>
          <p:nvPr/>
        </p:nvGrpSpPr>
        <p:grpSpPr>
          <a:xfrm>
            <a:off x="424238" y="1434705"/>
            <a:ext cx="8482680" cy="4105080"/>
            <a:chOff x="424238" y="1434705"/>
            <a:chExt cx="8482680" cy="4105080"/>
          </a:xfrm>
        </p:grpSpPr>
        <mc:AlternateContent xmlns:mc="http://schemas.openxmlformats.org/markup-compatibility/2006">
          <mc:Choice xmlns:p14="http://schemas.microsoft.com/office/powerpoint/2010/main" Requires="p14">
            <p:contentPart p14:bwMode="auto" r:id="rId16">
              <p14:nvContentPartPr>
                <p14:cNvPr id="5" name="Ink 4">
                  <a:extLst>
                    <a:ext uri="{FF2B5EF4-FFF2-40B4-BE49-F238E27FC236}">
                      <a16:creationId xmlns:a16="http://schemas.microsoft.com/office/drawing/2014/main" id="{DBD8B121-0D7B-077E-1400-7DC98F19AF44}"/>
                    </a:ext>
                  </a:extLst>
                </p14:cNvPr>
                <p14:cNvContentPartPr/>
                <p14:nvPr/>
              </p14:nvContentPartPr>
              <p14:xfrm>
                <a:off x="424238" y="1650705"/>
                <a:ext cx="135720" cy="822960"/>
              </p14:xfrm>
            </p:contentPart>
          </mc:Choice>
          <mc:Fallback>
            <p:pic>
              <p:nvPicPr>
                <p:cNvPr id="5" name="Ink 4">
                  <a:extLst>
                    <a:ext uri="{FF2B5EF4-FFF2-40B4-BE49-F238E27FC236}">
                      <a16:creationId xmlns:a16="http://schemas.microsoft.com/office/drawing/2014/main" id="{DBD8B121-0D7B-077E-1400-7DC98F19AF44}"/>
                    </a:ext>
                  </a:extLst>
                </p:cNvPr>
                <p:cNvPicPr/>
                <p:nvPr/>
              </p:nvPicPr>
              <p:blipFill>
                <a:blip r:embed="rId17"/>
                <a:stretch>
                  <a:fillRect/>
                </a:stretch>
              </p:blipFill>
              <p:spPr>
                <a:xfrm>
                  <a:off x="415238" y="1641705"/>
                  <a:ext cx="153360" cy="8406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6" name="Ink 5">
                  <a:extLst>
                    <a:ext uri="{FF2B5EF4-FFF2-40B4-BE49-F238E27FC236}">
                      <a16:creationId xmlns:a16="http://schemas.microsoft.com/office/drawing/2014/main" id="{5F4BEA3D-19E6-AC71-0ECA-41F0B94BE166}"/>
                    </a:ext>
                  </a:extLst>
                </p14:cNvPr>
                <p14:cNvContentPartPr/>
                <p14:nvPr/>
              </p14:nvContentPartPr>
              <p14:xfrm>
                <a:off x="527918" y="1593825"/>
                <a:ext cx="1648800" cy="322200"/>
              </p14:xfrm>
            </p:contentPart>
          </mc:Choice>
          <mc:Fallback>
            <p:pic>
              <p:nvPicPr>
                <p:cNvPr id="6" name="Ink 5">
                  <a:extLst>
                    <a:ext uri="{FF2B5EF4-FFF2-40B4-BE49-F238E27FC236}">
                      <a16:creationId xmlns:a16="http://schemas.microsoft.com/office/drawing/2014/main" id="{5F4BEA3D-19E6-AC71-0ECA-41F0B94BE166}"/>
                    </a:ext>
                  </a:extLst>
                </p:cNvPr>
                <p:cNvPicPr/>
                <p:nvPr/>
              </p:nvPicPr>
              <p:blipFill>
                <a:blip r:embed="rId19"/>
                <a:stretch>
                  <a:fillRect/>
                </a:stretch>
              </p:blipFill>
              <p:spPr>
                <a:xfrm>
                  <a:off x="519278" y="1584825"/>
                  <a:ext cx="1666440" cy="3398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7" name="Ink 6">
                  <a:extLst>
                    <a:ext uri="{FF2B5EF4-FFF2-40B4-BE49-F238E27FC236}">
                      <a16:creationId xmlns:a16="http://schemas.microsoft.com/office/drawing/2014/main" id="{618C5765-2C30-799A-37AA-F9417F52635F}"/>
                    </a:ext>
                  </a:extLst>
                </p14:cNvPr>
                <p14:cNvContentPartPr/>
                <p14:nvPr/>
              </p14:nvContentPartPr>
              <p14:xfrm>
                <a:off x="593798" y="1975785"/>
                <a:ext cx="1647720" cy="544680"/>
              </p14:xfrm>
            </p:contentPart>
          </mc:Choice>
          <mc:Fallback>
            <p:pic>
              <p:nvPicPr>
                <p:cNvPr id="7" name="Ink 6">
                  <a:extLst>
                    <a:ext uri="{FF2B5EF4-FFF2-40B4-BE49-F238E27FC236}">
                      <a16:creationId xmlns:a16="http://schemas.microsoft.com/office/drawing/2014/main" id="{618C5765-2C30-799A-37AA-F9417F52635F}"/>
                    </a:ext>
                  </a:extLst>
                </p:cNvPr>
                <p:cNvPicPr/>
                <p:nvPr/>
              </p:nvPicPr>
              <p:blipFill>
                <a:blip r:embed="rId21"/>
                <a:stretch>
                  <a:fillRect/>
                </a:stretch>
              </p:blipFill>
              <p:spPr>
                <a:xfrm>
                  <a:off x="584798" y="1966785"/>
                  <a:ext cx="1665360" cy="5623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8" name="Ink 7">
                  <a:extLst>
                    <a:ext uri="{FF2B5EF4-FFF2-40B4-BE49-F238E27FC236}">
                      <a16:creationId xmlns:a16="http://schemas.microsoft.com/office/drawing/2014/main" id="{7D940730-CF55-BE98-B13A-C4A44C2268E2}"/>
                    </a:ext>
                  </a:extLst>
                </p14:cNvPr>
                <p14:cNvContentPartPr/>
                <p14:nvPr/>
              </p14:nvContentPartPr>
              <p14:xfrm>
                <a:off x="2500358" y="1928265"/>
                <a:ext cx="617400" cy="39600"/>
              </p14:xfrm>
            </p:contentPart>
          </mc:Choice>
          <mc:Fallback>
            <p:pic>
              <p:nvPicPr>
                <p:cNvPr id="8" name="Ink 7">
                  <a:extLst>
                    <a:ext uri="{FF2B5EF4-FFF2-40B4-BE49-F238E27FC236}">
                      <a16:creationId xmlns:a16="http://schemas.microsoft.com/office/drawing/2014/main" id="{7D940730-CF55-BE98-B13A-C4A44C2268E2}"/>
                    </a:ext>
                  </a:extLst>
                </p:cNvPr>
                <p:cNvPicPr/>
                <p:nvPr/>
              </p:nvPicPr>
              <p:blipFill>
                <a:blip r:embed="rId23"/>
                <a:stretch>
                  <a:fillRect/>
                </a:stretch>
              </p:blipFill>
              <p:spPr>
                <a:xfrm>
                  <a:off x="2491358" y="1919265"/>
                  <a:ext cx="635040" cy="572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9" name="Ink 8">
                  <a:extLst>
                    <a:ext uri="{FF2B5EF4-FFF2-40B4-BE49-F238E27FC236}">
                      <a16:creationId xmlns:a16="http://schemas.microsoft.com/office/drawing/2014/main" id="{F6B5BB96-9DD1-2333-A3C9-1AAEB3FFB89A}"/>
                    </a:ext>
                  </a:extLst>
                </p14:cNvPr>
                <p14:cNvContentPartPr/>
                <p14:nvPr/>
              </p14:nvContentPartPr>
              <p14:xfrm>
                <a:off x="3170678" y="1821705"/>
                <a:ext cx="149760" cy="184320"/>
              </p14:xfrm>
            </p:contentPart>
          </mc:Choice>
          <mc:Fallback>
            <p:pic>
              <p:nvPicPr>
                <p:cNvPr id="9" name="Ink 8">
                  <a:extLst>
                    <a:ext uri="{FF2B5EF4-FFF2-40B4-BE49-F238E27FC236}">
                      <a16:creationId xmlns:a16="http://schemas.microsoft.com/office/drawing/2014/main" id="{F6B5BB96-9DD1-2333-A3C9-1AAEB3FFB89A}"/>
                    </a:ext>
                  </a:extLst>
                </p:cNvPr>
                <p:cNvPicPr/>
                <p:nvPr/>
              </p:nvPicPr>
              <p:blipFill>
                <a:blip r:embed="rId25"/>
                <a:stretch>
                  <a:fillRect/>
                </a:stretch>
              </p:blipFill>
              <p:spPr>
                <a:xfrm>
                  <a:off x="3162038" y="1812705"/>
                  <a:ext cx="167400" cy="2019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0" name="Ink 9">
                  <a:extLst>
                    <a:ext uri="{FF2B5EF4-FFF2-40B4-BE49-F238E27FC236}">
                      <a16:creationId xmlns:a16="http://schemas.microsoft.com/office/drawing/2014/main" id="{70298E8B-9EED-29CB-3F24-DBDDE8504F73}"/>
                    </a:ext>
                  </a:extLst>
                </p14:cNvPr>
                <p14:cNvContentPartPr/>
                <p14:nvPr/>
              </p14:nvContentPartPr>
              <p14:xfrm>
                <a:off x="3412958" y="1551705"/>
                <a:ext cx="91440" cy="1054800"/>
              </p14:xfrm>
            </p:contentPart>
          </mc:Choice>
          <mc:Fallback>
            <p:pic>
              <p:nvPicPr>
                <p:cNvPr id="10" name="Ink 9">
                  <a:extLst>
                    <a:ext uri="{FF2B5EF4-FFF2-40B4-BE49-F238E27FC236}">
                      <a16:creationId xmlns:a16="http://schemas.microsoft.com/office/drawing/2014/main" id="{70298E8B-9EED-29CB-3F24-DBDDE8504F73}"/>
                    </a:ext>
                  </a:extLst>
                </p:cNvPr>
                <p:cNvPicPr/>
                <p:nvPr/>
              </p:nvPicPr>
              <p:blipFill>
                <a:blip r:embed="rId27"/>
                <a:stretch>
                  <a:fillRect/>
                </a:stretch>
              </p:blipFill>
              <p:spPr>
                <a:xfrm>
                  <a:off x="3403958" y="1542705"/>
                  <a:ext cx="109080" cy="10724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1" name="Ink 10">
                  <a:extLst>
                    <a:ext uri="{FF2B5EF4-FFF2-40B4-BE49-F238E27FC236}">
                      <a16:creationId xmlns:a16="http://schemas.microsoft.com/office/drawing/2014/main" id="{C8765906-020A-EC1D-D5D6-14C18EF657A4}"/>
                    </a:ext>
                  </a:extLst>
                </p14:cNvPr>
                <p14:cNvContentPartPr/>
                <p14:nvPr/>
              </p14:nvContentPartPr>
              <p14:xfrm>
                <a:off x="3440678" y="1484385"/>
                <a:ext cx="1749960" cy="366840"/>
              </p14:xfrm>
            </p:contentPart>
          </mc:Choice>
          <mc:Fallback>
            <p:pic>
              <p:nvPicPr>
                <p:cNvPr id="11" name="Ink 10">
                  <a:extLst>
                    <a:ext uri="{FF2B5EF4-FFF2-40B4-BE49-F238E27FC236}">
                      <a16:creationId xmlns:a16="http://schemas.microsoft.com/office/drawing/2014/main" id="{C8765906-020A-EC1D-D5D6-14C18EF657A4}"/>
                    </a:ext>
                  </a:extLst>
                </p:cNvPr>
                <p:cNvPicPr/>
                <p:nvPr/>
              </p:nvPicPr>
              <p:blipFill>
                <a:blip r:embed="rId29"/>
                <a:stretch>
                  <a:fillRect/>
                </a:stretch>
              </p:blipFill>
              <p:spPr>
                <a:xfrm>
                  <a:off x="3432038" y="1475745"/>
                  <a:ext cx="1767600" cy="3844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2" name="Ink 11">
                  <a:extLst>
                    <a:ext uri="{FF2B5EF4-FFF2-40B4-BE49-F238E27FC236}">
                      <a16:creationId xmlns:a16="http://schemas.microsoft.com/office/drawing/2014/main" id="{50587BB7-94A2-85B8-5458-123628A44E90}"/>
                    </a:ext>
                  </a:extLst>
                </p14:cNvPr>
                <p14:cNvContentPartPr/>
                <p14:nvPr/>
              </p14:nvContentPartPr>
              <p14:xfrm>
                <a:off x="3582158" y="1912785"/>
                <a:ext cx="1577880" cy="718920"/>
              </p14:xfrm>
            </p:contentPart>
          </mc:Choice>
          <mc:Fallback>
            <p:pic>
              <p:nvPicPr>
                <p:cNvPr id="12" name="Ink 11">
                  <a:extLst>
                    <a:ext uri="{FF2B5EF4-FFF2-40B4-BE49-F238E27FC236}">
                      <a16:creationId xmlns:a16="http://schemas.microsoft.com/office/drawing/2014/main" id="{50587BB7-94A2-85B8-5458-123628A44E90}"/>
                    </a:ext>
                  </a:extLst>
                </p:cNvPr>
                <p:cNvPicPr/>
                <p:nvPr/>
              </p:nvPicPr>
              <p:blipFill>
                <a:blip r:embed="rId31"/>
                <a:stretch>
                  <a:fillRect/>
                </a:stretch>
              </p:blipFill>
              <p:spPr>
                <a:xfrm>
                  <a:off x="3573158" y="1904145"/>
                  <a:ext cx="1595520" cy="7365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3" name="Ink 12">
                  <a:extLst>
                    <a:ext uri="{FF2B5EF4-FFF2-40B4-BE49-F238E27FC236}">
                      <a16:creationId xmlns:a16="http://schemas.microsoft.com/office/drawing/2014/main" id="{180F8831-BA32-8A91-1FAA-412AC40F99B4}"/>
                    </a:ext>
                  </a:extLst>
                </p14:cNvPr>
                <p14:cNvContentPartPr/>
                <p14:nvPr/>
              </p14:nvContentPartPr>
              <p14:xfrm>
                <a:off x="5348318" y="1809105"/>
                <a:ext cx="790920" cy="60840"/>
              </p14:xfrm>
            </p:contentPart>
          </mc:Choice>
          <mc:Fallback>
            <p:pic>
              <p:nvPicPr>
                <p:cNvPr id="13" name="Ink 12">
                  <a:extLst>
                    <a:ext uri="{FF2B5EF4-FFF2-40B4-BE49-F238E27FC236}">
                      <a16:creationId xmlns:a16="http://schemas.microsoft.com/office/drawing/2014/main" id="{180F8831-BA32-8A91-1FAA-412AC40F99B4}"/>
                    </a:ext>
                  </a:extLst>
                </p:cNvPr>
                <p:cNvPicPr/>
                <p:nvPr/>
              </p:nvPicPr>
              <p:blipFill>
                <a:blip r:embed="rId33"/>
                <a:stretch>
                  <a:fillRect/>
                </a:stretch>
              </p:blipFill>
              <p:spPr>
                <a:xfrm>
                  <a:off x="5339318" y="1800105"/>
                  <a:ext cx="808560" cy="784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4" name="Ink 13">
                  <a:extLst>
                    <a:ext uri="{FF2B5EF4-FFF2-40B4-BE49-F238E27FC236}">
                      <a16:creationId xmlns:a16="http://schemas.microsoft.com/office/drawing/2014/main" id="{0B70A47E-8BDC-E9B0-54B2-BDD899D39736}"/>
                    </a:ext>
                  </a:extLst>
                </p14:cNvPr>
                <p14:cNvContentPartPr/>
                <p14:nvPr/>
              </p14:nvContentPartPr>
              <p14:xfrm>
                <a:off x="6165158" y="1721625"/>
                <a:ext cx="183240" cy="176400"/>
              </p14:xfrm>
            </p:contentPart>
          </mc:Choice>
          <mc:Fallback>
            <p:pic>
              <p:nvPicPr>
                <p:cNvPr id="14" name="Ink 13">
                  <a:extLst>
                    <a:ext uri="{FF2B5EF4-FFF2-40B4-BE49-F238E27FC236}">
                      <a16:creationId xmlns:a16="http://schemas.microsoft.com/office/drawing/2014/main" id="{0B70A47E-8BDC-E9B0-54B2-BDD899D39736}"/>
                    </a:ext>
                  </a:extLst>
                </p:cNvPr>
                <p:cNvPicPr/>
                <p:nvPr/>
              </p:nvPicPr>
              <p:blipFill>
                <a:blip r:embed="rId35"/>
                <a:stretch>
                  <a:fillRect/>
                </a:stretch>
              </p:blipFill>
              <p:spPr>
                <a:xfrm>
                  <a:off x="6156518" y="1712625"/>
                  <a:ext cx="200880" cy="1940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5" name="Ink 14">
                  <a:extLst>
                    <a:ext uri="{FF2B5EF4-FFF2-40B4-BE49-F238E27FC236}">
                      <a16:creationId xmlns:a16="http://schemas.microsoft.com/office/drawing/2014/main" id="{B6870C0E-004F-CB4B-6F0E-6C788574B25F}"/>
                    </a:ext>
                  </a:extLst>
                </p14:cNvPr>
                <p14:cNvContentPartPr/>
                <p14:nvPr/>
              </p14:nvContentPartPr>
              <p14:xfrm>
                <a:off x="6441278" y="1434705"/>
                <a:ext cx="34200" cy="1189440"/>
              </p14:xfrm>
            </p:contentPart>
          </mc:Choice>
          <mc:Fallback>
            <p:pic>
              <p:nvPicPr>
                <p:cNvPr id="15" name="Ink 14">
                  <a:extLst>
                    <a:ext uri="{FF2B5EF4-FFF2-40B4-BE49-F238E27FC236}">
                      <a16:creationId xmlns:a16="http://schemas.microsoft.com/office/drawing/2014/main" id="{B6870C0E-004F-CB4B-6F0E-6C788574B25F}"/>
                    </a:ext>
                  </a:extLst>
                </p:cNvPr>
                <p:cNvPicPr/>
                <p:nvPr/>
              </p:nvPicPr>
              <p:blipFill>
                <a:blip r:embed="rId37"/>
                <a:stretch>
                  <a:fillRect/>
                </a:stretch>
              </p:blipFill>
              <p:spPr>
                <a:xfrm>
                  <a:off x="6432278" y="1426065"/>
                  <a:ext cx="51840" cy="12070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6" name="Ink 15">
                  <a:extLst>
                    <a:ext uri="{FF2B5EF4-FFF2-40B4-BE49-F238E27FC236}">
                      <a16:creationId xmlns:a16="http://schemas.microsoft.com/office/drawing/2014/main" id="{19B8697C-A200-5E15-D7DE-8C6DF9EA1FD6}"/>
                    </a:ext>
                  </a:extLst>
                </p14:cNvPr>
                <p14:cNvContentPartPr/>
                <p14:nvPr/>
              </p14:nvContentPartPr>
              <p14:xfrm>
                <a:off x="6596078" y="1445145"/>
                <a:ext cx="1606320" cy="409680"/>
              </p14:xfrm>
            </p:contentPart>
          </mc:Choice>
          <mc:Fallback>
            <p:pic>
              <p:nvPicPr>
                <p:cNvPr id="16" name="Ink 15">
                  <a:extLst>
                    <a:ext uri="{FF2B5EF4-FFF2-40B4-BE49-F238E27FC236}">
                      <a16:creationId xmlns:a16="http://schemas.microsoft.com/office/drawing/2014/main" id="{19B8697C-A200-5E15-D7DE-8C6DF9EA1FD6}"/>
                    </a:ext>
                  </a:extLst>
                </p:cNvPr>
                <p:cNvPicPr/>
                <p:nvPr/>
              </p:nvPicPr>
              <p:blipFill>
                <a:blip r:embed="rId39"/>
                <a:stretch>
                  <a:fillRect/>
                </a:stretch>
              </p:blipFill>
              <p:spPr>
                <a:xfrm>
                  <a:off x="6587438" y="1436505"/>
                  <a:ext cx="1623960" cy="4273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17" name="Ink 16">
                  <a:extLst>
                    <a:ext uri="{FF2B5EF4-FFF2-40B4-BE49-F238E27FC236}">
                      <a16:creationId xmlns:a16="http://schemas.microsoft.com/office/drawing/2014/main" id="{888411C2-4951-1947-D76E-5D428FFE1882}"/>
                    </a:ext>
                  </a:extLst>
                </p14:cNvPr>
                <p14:cNvContentPartPr/>
                <p14:nvPr/>
              </p14:nvContentPartPr>
              <p14:xfrm>
                <a:off x="6587078" y="1957425"/>
                <a:ext cx="1534680" cy="646560"/>
              </p14:xfrm>
            </p:contentPart>
          </mc:Choice>
          <mc:Fallback>
            <p:pic>
              <p:nvPicPr>
                <p:cNvPr id="17" name="Ink 16">
                  <a:extLst>
                    <a:ext uri="{FF2B5EF4-FFF2-40B4-BE49-F238E27FC236}">
                      <a16:creationId xmlns:a16="http://schemas.microsoft.com/office/drawing/2014/main" id="{888411C2-4951-1947-D76E-5D428FFE1882}"/>
                    </a:ext>
                  </a:extLst>
                </p:cNvPr>
                <p:cNvPicPr/>
                <p:nvPr/>
              </p:nvPicPr>
              <p:blipFill>
                <a:blip r:embed="rId41"/>
                <a:stretch>
                  <a:fillRect/>
                </a:stretch>
              </p:blipFill>
              <p:spPr>
                <a:xfrm>
                  <a:off x="6578078" y="1948785"/>
                  <a:ext cx="1552320" cy="6642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31" name="Ink 30">
                  <a:extLst>
                    <a:ext uri="{FF2B5EF4-FFF2-40B4-BE49-F238E27FC236}">
                      <a16:creationId xmlns:a16="http://schemas.microsoft.com/office/drawing/2014/main" id="{68434ED8-F515-A111-2B68-C7490A49EA3E}"/>
                    </a:ext>
                  </a:extLst>
                </p14:cNvPr>
                <p14:cNvContentPartPr/>
                <p14:nvPr/>
              </p14:nvContentPartPr>
              <p14:xfrm>
                <a:off x="539438" y="2845185"/>
                <a:ext cx="354960" cy="359640"/>
              </p14:xfrm>
            </p:contentPart>
          </mc:Choice>
          <mc:Fallback>
            <p:pic>
              <p:nvPicPr>
                <p:cNvPr id="31" name="Ink 30">
                  <a:extLst>
                    <a:ext uri="{FF2B5EF4-FFF2-40B4-BE49-F238E27FC236}">
                      <a16:creationId xmlns:a16="http://schemas.microsoft.com/office/drawing/2014/main" id="{68434ED8-F515-A111-2B68-C7490A49EA3E}"/>
                    </a:ext>
                  </a:extLst>
                </p:cNvPr>
                <p:cNvPicPr/>
                <p:nvPr/>
              </p:nvPicPr>
              <p:blipFill>
                <a:blip r:embed="rId43"/>
                <a:stretch>
                  <a:fillRect/>
                </a:stretch>
              </p:blipFill>
              <p:spPr>
                <a:xfrm>
                  <a:off x="530798" y="2836545"/>
                  <a:ext cx="372600" cy="3772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2" name="Ink 31">
                  <a:extLst>
                    <a:ext uri="{FF2B5EF4-FFF2-40B4-BE49-F238E27FC236}">
                      <a16:creationId xmlns:a16="http://schemas.microsoft.com/office/drawing/2014/main" id="{8A6B5ADE-7096-E33C-EC1D-A864CD3F9264}"/>
                    </a:ext>
                  </a:extLst>
                </p14:cNvPr>
                <p14:cNvContentPartPr/>
                <p14:nvPr/>
              </p14:nvContentPartPr>
              <p14:xfrm>
                <a:off x="964958" y="3019425"/>
                <a:ext cx="31320" cy="76320"/>
              </p14:xfrm>
            </p:contentPart>
          </mc:Choice>
          <mc:Fallback>
            <p:pic>
              <p:nvPicPr>
                <p:cNvPr id="32" name="Ink 31">
                  <a:extLst>
                    <a:ext uri="{FF2B5EF4-FFF2-40B4-BE49-F238E27FC236}">
                      <a16:creationId xmlns:a16="http://schemas.microsoft.com/office/drawing/2014/main" id="{8A6B5ADE-7096-E33C-EC1D-A864CD3F9264}"/>
                    </a:ext>
                  </a:extLst>
                </p:cNvPr>
                <p:cNvPicPr/>
                <p:nvPr/>
              </p:nvPicPr>
              <p:blipFill>
                <a:blip r:embed="rId45"/>
                <a:stretch>
                  <a:fillRect/>
                </a:stretch>
              </p:blipFill>
              <p:spPr>
                <a:xfrm>
                  <a:off x="956318" y="3010785"/>
                  <a:ext cx="48960" cy="939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3" name="Ink 32">
                  <a:extLst>
                    <a:ext uri="{FF2B5EF4-FFF2-40B4-BE49-F238E27FC236}">
                      <a16:creationId xmlns:a16="http://schemas.microsoft.com/office/drawing/2014/main" id="{53CDF8B5-B111-42F6-88FE-5622E5215580}"/>
                    </a:ext>
                  </a:extLst>
                </p14:cNvPr>
                <p14:cNvContentPartPr/>
                <p14:nvPr/>
              </p14:nvContentPartPr>
              <p14:xfrm>
                <a:off x="1049558" y="2839425"/>
                <a:ext cx="360" cy="360"/>
              </p14:xfrm>
            </p:contentPart>
          </mc:Choice>
          <mc:Fallback>
            <p:pic>
              <p:nvPicPr>
                <p:cNvPr id="33" name="Ink 32">
                  <a:extLst>
                    <a:ext uri="{FF2B5EF4-FFF2-40B4-BE49-F238E27FC236}">
                      <a16:creationId xmlns:a16="http://schemas.microsoft.com/office/drawing/2014/main" id="{53CDF8B5-B111-42F6-88FE-5622E5215580}"/>
                    </a:ext>
                  </a:extLst>
                </p:cNvPr>
                <p:cNvPicPr/>
                <p:nvPr/>
              </p:nvPicPr>
              <p:blipFill>
                <a:blip r:embed="rId47"/>
                <a:stretch>
                  <a:fillRect/>
                </a:stretch>
              </p:blipFill>
              <p:spPr>
                <a:xfrm>
                  <a:off x="1040918" y="2830785"/>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4" name="Ink 33">
                  <a:extLst>
                    <a:ext uri="{FF2B5EF4-FFF2-40B4-BE49-F238E27FC236}">
                      <a16:creationId xmlns:a16="http://schemas.microsoft.com/office/drawing/2014/main" id="{1754DB8D-3F10-6FAC-2253-758FE75DFC2E}"/>
                    </a:ext>
                  </a:extLst>
                </p14:cNvPr>
                <p14:cNvContentPartPr/>
                <p14:nvPr/>
              </p14:nvContentPartPr>
              <p14:xfrm>
                <a:off x="1043798" y="3002145"/>
                <a:ext cx="155880" cy="91080"/>
              </p14:xfrm>
            </p:contentPart>
          </mc:Choice>
          <mc:Fallback>
            <p:pic>
              <p:nvPicPr>
                <p:cNvPr id="34" name="Ink 33">
                  <a:extLst>
                    <a:ext uri="{FF2B5EF4-FFF2-40B4-BE49-F238E27FC236}">
                      <a16:creationId xmlns:a16="http://schemas.microsoft.com/office/drawing/2014/main" id="{1754DB8D-3F10-6FAC-2253-758FE75DFC2E}"/>
                    </a:ext>
                  </a:extLst>
                </p:cNvPr>
                <p:cNvPicPr/>
                <p:nvPr/>
              </p:nvPicPr>
              <p:blipFill>
                <a:blip r:embed="rId49"/>
                <a:stretch>
                  <a:fillRect/>
                </a:stretch>
              </p:blipFill>
              <p:spPr>
                <a:xfrm>
                  <a:off x="1035158" y="2993505"/>
                  <a:ext cx="173520" cy="1087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5" name="Ink 34">
                  <a:extLst>
                    <a:ext uri="{FF2B5EF4-FFF2-40B4-BE49-F238E27FC236}">
                      <a16:creationId xmlns:a16="http://schemas.microsoft.com/office/drawing/2014/main" id="{EC1E9D8E-E15A-A995-57C9-1E72231B736F}"/>
                    </a:ext>
                  </a:extLst>
                </p14:cNvPr>
                <p14:cNvContentPartPr/>
                <p14:nvPr/>
              </p14:nvContentPartPr>
              <p14:xfrm>
                <a:off x="1280678" y="2777505"/>
                <a:ext cx="93240" cy="290520"/>
              </p14:xfrm>
            </p:contentPart>
          </mc:Choice>
          <mc:Fallback>
            <p:pic>
              <p:nvPicPr>
                <p:cNvPr id="35" name="Ink 34">
                  <a:extLst>
                    <a:ext uri="{FF2B5EF4-FFF2-40B4-BE49-F238E27FC236}">
                      <a16:creationId xmlns:a16="http://schemas.microsoft.com/office/drawing/2014/main" id="{EC1E9D8E-E15A-A995-57C9-1E72231B736F}"/>
                    </a:ext>
                  </a:extLst>
                </p:cNvPr>
                <p:cNvPicPr/>
                <p:nvPr/>
              </p:nvPicPr>
              <p:blipFill>
                <a:blip r:embed="rId51"/>
                <a:stretch>
                  <a:fillRect/>
                </a:stretch>
              </p:blipFill>
              <p:spPr>
                <a:xfrm>
                  <a:off x="1271678" y="2768505"/>
                  <a:ext cx="110880" cy="3081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6" name="Ink 35">
                  <a:extLst>
                    <a:ext uri="{FF2B5EF4-FFF2-40B4-BE49-F238E27FC236}">
                      <a16:creationId xmlns:a16="http://schemas.microsoft.com/office/drawing/2014/main" id="{A4DCDA8D-FF96-A036-7C3C-C540FBF28445}"/>
                    </a:ext>
                  </a:extLst>
                </p14:cNvPr>
                <p14:cNvContentPartPr/>
                <p14:nvPr/>
              </p14:nvContentPartPr>
              <p14:xfrm>
                <a:off x="1381838" y="2977665"/>
                <a:ext cx="115920" cy="73800"/>
              </p14:xfrm>
            </p:contentPart>
          </mc:Choice>
          <mc:Fallback>
            <p:pic>
              <p:nvPicPr>
                <p:cNvPr id="36" name="Ink 35">
                  <a:extLst>
                    <a:ext uri="{FF2B5EF4-FFF2-40B4-BE49-F238E27FC236}">
                      <a16:creationId xmlns:a16="http://schemas.microsoft.com/office/drawing/2014/main" id="{A4DCDA8D-FF96-A036-7C3C-C540FBF28445}"/>
                    </a:ext>
                  </a:extLst>
                </p:cNvPr>
                <p:cNvPicPr/>
                <p:nvPr/>
              </p:nvPicPr>
              <p:blipFill>
                <a:blip r:embed="rId53"/>
                <a:stretch>
                  <a:fillRect/>
                </a:stretch>
              </p:blipFill>
              <p:spPr>
                <a:xfrm>
                  <a:off x="1373198" y="2969025"/>
                  <a:ext cx="133560" cy="914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7" name="Ink 36">
                  <a:extLst>
                    <a:ext uri="{FF2B5EF4-FFF2-40B4-BE49-F238E27FC236}">
                      <a16:creationId xmlns:a16="http://schemas.microsoft.com/office/drawing/2014/main" id="{6CA2726A-E4E0-8649-D73C-C00AA8D15D91}"/>
                    </a:ext>
                  </a:extLst>
                </p14:cNvPr>
                <p14:cNvContentPartPr/>
                <p14:nvPr/>
              </p14:nvContentPartPr>
              <p14:xfrm>
                <a:off x="1356278" y="2945985"/>
                <a:ext cx="358200" cy="508680"/>
              </p14:xfrm>
            </p:contentPart>
          </mc:Choice>
          <mc:Fallback>
            <p:pic>
              <p:nvPicPr>
                <p:cNvPr id="37" name="Ink 36">
                  <a:extLst>
                    <a:ext uri="{FF2B5EF4-FFF2-40B4-BE49-F238E27FC236}">
                      <a16:creationId xmlns:a16="http://schemas.microsoft.com/office/drawing/2014/main" id="{6CA2726A-E4E0-8649-D73C-C00AA8D15D91}"/>
                    </a:ext>
                  </a:extLst>
                </p:cNvPr>
                <p:cNvPicPr/>
                <p:nvPr/>
              </p:nvPicPr>
              <p:blipFill>
                <a:blip r:embed="rId55"/>
                <a:stretch>
                  <a:fillRect/>
                </a:stretch>
              </p:blipFill>
              <p:spPr>
                <a:xfrm>
                  <a:off x="1347638" y="2937345"/>
                  <a:ext cx="375840" cy="5263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9" name="Ink 38">
                  <a:extLst>
                    <a:ext uri="{FF2B5EF4-FFF2-40B4-BE49-F238E27FC236}">
                      <a16:creationId xmlns:a16="http://schemas.microsoft.com/office/drawing/2014/main" id="{43439E89-72DD-67AF-6B8A-7054DDBD5276}"/>
                    </a:ext>
                  </a:extLst>
                </p14:cNvPr>
                <p14:cNvContentPartPr/>
                <p14:nvPr/>
              </p14:nvContentPartPr>
              <p14:xfrm>
                <a:off x="3384518" y="2800185"/>
                <a:ext cx="477000" cy="349200"/>
              </p14:xfrm>
            </p:contentPart>
          </mc:Choice>
          <mc:Fallback>
            <p:pic>
              <p:nvPicPr>
                <p:cNvPr id="39" name="Ink 38">
                  <a:extLst>
                    <a:ext uri="{FF2B5EF4-FFF2-40B4-BE49-F238E27FC236}">
                      <a16:creationId xmlns:a16="http://schemas.microsoft.com/office/drawing/2014/main" id="{43439E89-72DD-67AF-6B8A-7054DDBD5276}"/>
                    </a:ext>
                  </a:extLst>
                </p:cNvPr>
                <p:cNvPicPr/>
                <p:nvPr/>
              </p:nvPicPr>
              <p:blipFill>
                <a:blip r:embed="rId57"/>
                <a:stretch>
                  <a:fillRect/>
                </a:stretch>
              </p:blipFill>
              <p:spPr>
                <a:xfrm>
                  <a:off x="3375878" y="2791545"/>
                  <a:ext cx="494640" cy="3668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40" name="Ink 39">
                  <a:extLst>
                    <a:ext uri="{FF2B5EF4-FFF2-40B4-BE49-F238E27FC236}">
                      <a16:creationId xmlns:a16="http://schemas.microsoft.com/office/drawing/2014/main" id="{630C233E-07AC-F4AC-5673-96CB142751FA}"/>
                    </a:ext>
                  </a:extLst>
                </p14:cNvPr>
                <p14:cNvContentPartPr/>
                <p14:nvPr/>
              </p14:nvContentPartPr>
              <p14:xfrm>
                <a:off x="3845678" y="2911785"/>
                <a:ext cx="173160" cy="126000"/>
              </p14:xfrm>
            </p:contentPart>
          </mc:Choice>
          <mc:Fallback>
            <p:pic>
              <p:nvPicPr>
                <p:cNvPr id="40" name="Ink 39">
                  <a:extLst>
                    <a:ext uri="{FF2B5EF4-FFF2-40B4-BE49-F238E27FC236}">
                      <a16:creationId xmlns:a16="http://schemas.microsoft.com/office/drawing/2014/main" id="{630C233E-07AC-F4AC-5673-96CB142751FA}"/>
                    </a:ext>
                  </a:extLst>
                </p:cNvPr>
                <p:cNvPicPr/>
                <p:nvPr/>
              </p:nvPicPr>
              <p:blipFill>
                <a:blip r:embed="rId59"/>
                <a:stretch>
                  <a:fillRect/>
                </a:stretch>
              </p:blipFill>
              <p:spPr>
                <a:xfrm>
                  <a:off x="3837038" y="2902785"/>
                  <a:ext cx="19080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1" name="Ink 40">
                  <a:extLst>
                    <a:ext uri="{FF2B5EF4-FFF2-40B4-BE49-F238E27FC236}">
                      <a16:creationId xmlns:a16="http://schemas.microsoft.com/office/drawing/2014/main" id="{BBD36A32-8F82-AD59-8159-B2CF34C69DBF}"/>
                    </a:ext>
                  </a:extLst>
                </p14:cNvPr>
                <p14:cNvContentPartPr/>
                <p14:nvPr/>
              </p14:nvContentPartPr>
              <p14:xfrm>
                <a:off x="4091918" y="2951025"/>
                <a:ext cx="121320" cy="66240"/>
              </p14:xfrm>
            </p:contentPart>
          </mc:Choice>
          <mc:Fallback>
            <p:pic>
              <p:nvPicPr>
                <p:cNvPr id="41" name="Ink 40">
                  <a:extLst>
                    <a:ext uri="{FF2B5EF4-FFF2-40B4-BE49-F238E27FC236}">
                      <a16:creationId xmlns:a16="http://schemas.microsoft.com/office/drawing/2014/main" id="{BBD36A32-8F82-AD59-8159-B2CF34C69DBF}"/>
                    </a:ext>
                  </a:extLst>
                </p:cNvPr>
                <p:cNvPicPr/>
                <p:nvPr/>
              </p:nvPicPr>
              <p:blipFill>
                <a:blip r:embed="rId61"/>
                <a:stretch>
                  <a:fillRect/>
                </a:stretch>
              </p:blipFill>
              <p:spPr>
                <a:xfrm>
                  <a:off x="4082918" y="2942025"/>
                  <a:ext cx="138960" cy="838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2" name="Ink 41">
                  <a:extLst>
                    <a:ext uri="{FF2B5EF4-FFF2-40B4-BE49-F238E27FC236}">
                      <a16:creationId xmlns:a16="http://schemas.microsoft.com/office/drawing/2014/main" id="{EBAED416-A027-9552-848F-7E75678E4D55}"/>
                    </a:ext>
                  </a:extLst>
                </p14:cNvPr>
                <p14:cNvContentPartPr/>
                <p14:nvPr/>
              </p14:nvContentPartPr>
              <p14:xfrm>
                <a:off x="4283438" y="2910705"/>
                <a:ext cx="127080" cy="68040"/>
              </p14:xfrm>
            </p:contentPart>
          </mc:Choice>
          <mc:Fallback>
            <p:pic>
              <p:nvPicPr>
                <p:cNvPr id="42" name="Ink 41">
                  <a:extLst>
                    <a:ext uri="{FF2B5EF4-FFF2-40B4-BE49-F238E27FC236}">
                      <a16:creationId xmlns:a16="http://schemas.microsoft.com/office/drawing/2014/main" id="{EBAED416-A027-9552-848F-7E75678E4D55}"/>
                    </a:ext>
                  </a:extLst>
                </p:cNvPr>
                <p:cNvPicPr/>
                <p:nvPr/>
              </p:nvPicPr>
              <p:blipFill>
                <a:blip r:embed="rId63"/>
                <a:stretch>
                  <a:fillRect/>
                </a:stretch>
              </p:blipFill>
              <p:spPr>
                <a:xfrm>
                  <a:off x="4274798" y="2902065"/>
                  <a:ext cx="144720" cy="856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3" name="Ink 42">
                  <a:extLst>
                    <a:ext uri="{FF2B5EF4-FFF2-40B4-BE49-F238E27FC236}">
                      <a16:creationId xmlns:a16="http://schemas.microsoft.com/office/drawing/2014/main" id="{1ECAFB9D-7F5A-3335-D683-5D11A1ECB518}"/>
                    </a:ext>
                  </a:extLst>
                </p14:cNvPr>
                <p14:cNvContentPartPr/>
                <p14:nvPr/>
              </p14:nvContentPartPr>
              <p14:xfrm>
                <a:off x="4421318" y="2668785"/>
                <a:ext cx="228600" cy="438480"/>
              </p14:xfrm>
            </p:contentPart>
          </mc:Choice>
          <mc:Fallback>
            <p:pic>
              <p:nvPicPr>
                <p:cNvPr id="43" name="Ink 42">
                  <a:extLst>
                    <a:ext uri="{FF2B5EF4-FFF2-40B4-BE49-F238E27FC236}">
                      <a16:creationId xmlns:a16="http://schemas.microsoft.com/office/drawing/2014/main" id="{1ECAFB9D-7F5A-3335-D683-5D11A1ECB518}"/>
                    </a:ext>
                  </a:extLst>
                </p:cNvPr>
                <p:cNvPicPr/>
                <p:nvPr/>
              </p:nvPicPr>
              <p:blipFill>
                <a:blip r:embed="rId65"/>
                <a:stretch>
                  <a:fillRect/>
                </a:stretch>
              </p:blipFill>
              <p:spPr>
                <a:xfrm>
                  <a:off x="4412678" y="2659785"/>
                  <a:ext cx="246240" cy="45612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4" name="Ink 43">
                  <a:extLst>
                    <a:ext uri="{FF2B5EF4-FFF2-40B4-BE49-F238E27FC236}">
                      <a16:creationId xmlns:a16="http://schemas.microsoft.com/office/drawing/2014/main" id="{AB0B60C5-C1A3-1C9E-5964-B6B687767FF0}"/>
                    </a:ext>
                  </a:extLst>
                </p14:cNvPr>
                <p14:cNvContentPartPr/>
                <p14:nvPr/>
              </p14:nvContentPartPr>
              <p14:xfrm>
                <a:off x="4458038" y="2856705"/>
                <a:ext cx="205920" cy="111600"/>
              </p14:xfrm>
            </p:contentPart>
          </mc:Choice>
          <mc:Fallback>
            <p:pic>
              <p:nvPicPr>
                <p:cNvPr id="44" name="Ink 43">
                  <a:extLst>
                    <a:ext uri="{FF2B5EF4-FFF2-40B4-BE49-F238E27FC236}">
                      <a16:creationId xmlns:a16="http://schemas.microsoft.com/office/drawing/2014/main" id="{AB0B60C5-C1A3-1C9E-5964-B6B687767FF0}"/>
                    </a:ext>
                  </a:extLst>
                </p:cNvPr>
                <p:cNvPicPr/>
                <p:nvPr/>
              </p:nvPicPr>
              <p:blipFill>
                <a:blip r:embed="rId67"/>
                <a:stretch>
                  <a:fillRect/>
                </a:stretch>
              </p:blipFill>
              <p:spPr>
                <a:xfrm>
                  <a:off x="4449398" y="2848065"/>
                  <a:ext cx="22356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5" name="Ink 44">
                  <a:extLst>
                    <a:ext uri="{FF2B5EF4-FFF2-40B4-BE49-F238E27FC236}">
                      <a16:creationId xmlns:a16="http://schemas.microsoft.com/office/drawing/2014/main" id="{1E67404F-D2D4-8464-97FB-2E10C227DB1A}"/>
                    </a:ext>
                  </a:extLst>
                </p14:cNvPr>
                <p14:cNvContentPartPr/>
                <p14:nvPr/>
              </p14:nvContentPartPr>
              <p14:xfrm>
                <a:off x="4720118" y="2862465"/>
                <a:ext cx="68040" cy="105480"/>
              </p14:xfrm>
            </p:contentPart>
          </mc:Choice>
          <mc:Fallback>
            <p:pic>
              <p:nvPicPr>
                <p:cNvPr id="45" name="Ink 44">
                  <a:extLst>
                    <a:ext uri="{FF2B5EF4-FFF2-40B4-BE49-F238E27FC236}">
                      <a16:creationId xmlns:a16="http://schemas.microsoft.com/office/drawing/2014/main" id="{1E67404F-D2D4-8464-97FB-2E10C227DB1A}"/>
                    </a:ext>
                  </a:extLst>
                </p:cNvPr>
                <p:cNvPicPr/>
                <p:nvPr/>
              </p:nvPicPr>
              <p:blipFill>
                <a:blip r:embed="rId69"/>
                <a:stretch>
                  <a:fillRect/>
                </a:stretch>
              </p:blipFill>
              <p:spPr>
                <a:xfrm>
                  <a:off x="4711118" y="2853465"/>
                  <a:ext cx="8568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6" name="Ink 45">
                  <a:extLst>
                    <a:ext uri="{FF2B5EF4-FFF2-40B4-BE49-F238E27FC236}">
                      <a16:creationId xmlns:a16="http://schemas.microsoft.com/office/drawing/2014/main" id="{B6FD95EF-9B6C-6829-9F1F-45DDD887AE96}"/>
                    </a:ext>
                  </a:extLst>
                </p14:cNvPr>
                <p14:cNvContentPartPr/>
                <p14:nvPr/>
              </p14:nvContentPartPr>
              <p14:xfrm>
                <a:off x="4841078" y="2679945"/>
                <a:ext cx="90360" cy="319680"/>
              </p14:xfrm>
            </p:contentPart>
          </mc:Choice>
          <mc:Fallback>
            <p:pic>
              <p:nvPicPr>
                <p:cNvPr id="46" name="Ink 45">
                  <a:extLst>
                    <a:ext uri="{FF2B5EF4-FFF2-40B4-BE49-F238E27FC236}">
                      <a16:creationId xmlns:a16="http://schemas.microsoft.com/office/drawing/2014/main" id="{B6FD95EF-9B6C-6829-9F1F-45DDD887AE96}"/>
                    </a:ext>
                  </a:extLst>
                </p:cNvPr>
                <p:cNvPicPr/>
                <p:nvPr/>
              </p:nvPicPr>
              <p:blipFill>
                <a:blip r:embed="rId71"/>
                <a:stretch>
                  <a:fillRect/>
                </a:stretch>
              </p:blipFill>
              <p:spPr>
                <a:xfrm>
                  <a:off x="4832438" y="2670945"/>
                  <a:ext cx="108000" cy="33732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7" name="Ink 46">
                  <a:extLst>
                    <a:ext uri="{FF2B5EF4-FFF2-40B4-BE49-F238E27FC236}">
                      <a16:creationId xmlns:a16="http://schemas.microsoft.com/office/drawing/2014/main" id="{3C3F2912-5CE7-CDCA-08C5-F63A334BAC6A}"/>
                    </a:ext>
                  </a:extLst>
                </p14:cNvPr>
                <p14:cNvContentPartPr/>
                <p14:nvPr/>
              </p14:nvContentPartPr>
              <p14:xfrm>
                <a:off x="4846838" y="2863545"/>
                <a:ext cx="155160" cy="73800"/>
              </p14:xfrm>
            </p:contentPart>
          </mc:Choice>
          <mc:Fallback>
            <p:pic>
              <p:nvPicPr>
                <p:cNvPr id="47" name="Ink 46">
                  <a:extLst>
                    <a:ext uri="{FF2B5EF4-FFF2-40B4-BE49-F238E27FC236}">
                      <a16:creationId xmlns:a16="http://schemas.microsoft.com/office/drawing/2014/main" id="{3C3F2912-5CE7-CDCA-08C5-F63A334BAC6A}"/>
                    </a:ext>
                  </a:extLst>
                </p:cNvPr>
                <p:cNvPicPr/>
                <p:nvPr/>
              </p:nvPicPr>
              <p:blipFill>
                <a:blip r:embed="rId73"/>
                <a:stretch>
                  <a:fillRect/>
                </a:stretch>
              </p:blipFill>
              <p:spPr>
                <a:xfrm>
                  <a:off x="4838198" y="2854905"/>
                  <a:ext cx="172800" cy="9144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8" name="Ink 47">
                  <a:extLst>
                    <a:ext uri="{FF2B5EF4-FFF2-40B4-BE49-F238E27FC236}">
                      <a16:creationId xmlns:a16="http://schemas.microsoft.com/office/drawing/2014/main" id="{A85CC3C1-0382-9E71-F386-B08B4581B769}"/>
                    </a:ext>
                  </a:extLst>
                </p14:cNvPr>
                <p14:cNvContentPartPr/>
                <p14:nvPr/>
              </p14:nvContentPartPr>
              <p14:xfrm>
                <a:off x="5026118" y="2823945"/>
                <a:ext cx="69120" cy="121680"/>
              </p14:xfrm>
            </p:contentPart>
          </mc:Choice>
          <mc:Fallback>
            <p:pic>
              <p:nvPicPr>
                <p:cNvPr id="48" name="Ink 47">
                  <a:extLst>
                    <a:ext uri="{FF2B5EF4-FFF2-40B4-BE49-F238E27FC236}">
                      <a16:creationId xmlns:a16="http://schemas.microsoft.com/office/drawing/2014/main" id="{A85CC3C1-0382-9E71-F386-B08B4581B769}"/>
                    </a:ext>
                  </a:extLst>
                </p:cNvPr>
                <p:cNvPicPr/>
                <p:nvPr/>
              </p:nvPicPr>
              <p:blipFill>
                <a:blip r:embed="rId75"/>
                <a:stretch>
                  <a:fillRect/>
                </a:stretch>
              </p:blipFill>
              <p:spPr>
                <a:xfrm>
                  <a:off x="5017118" y="2815305"/>
                  <a:ext cx="8676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9" name="Ink 48">
                  <a:extLst>
                    <a:ext uri="{FF2B5EF4-FFF2-40B4-BE49-F238E27FC236}">
                      <a16:creationId xmlns:a16="http://schemas.microsoft.com/office/drawing/2014/main" id="{A5CDEDD2-3581-4C66-E1A9-A391A6CB618F}"/>
                    </a:ext>
                  </a:extLst>
                </p14:cNvPr>
                <p14:cNvContentPartPr/>
                <p14:nvPr/>
              </p14:nvContentPartPr>
              <p14:xfrm>
                <a:off x="5046998" y="2683545"/>
                <a:ext cx="144000" cy="237240"/>
              </p14:xfrm>
            </p:contentPart>
          </mc:Choice>
          <mc:Fallback>
            <p:pic>
              <p:nvPicPr>
                <p:cNvPr id="49" name="Ink 48">
                  <a:extLst>
                    <a:ext uri="{FF2B5EF4-FFF2-40B4-BE49-F238E27FC236}">
                      <a16:creationId xmlns:a16="http://schemas.microsoft.com/office/drawing/2014/main" id="{A5CDEDD2-3581-4C66-E1A9-A391A6CB618F}"/>
                    </a:ext>
                  </a:extLst>
                </p:cNvPr>
                <p:cNvPicPr/>
                <p:nvPr/>
              </p:nvPicPr>
              <p:blipFill>
                <a:blip r:embed="rId77"/>
                <a:stretch>
                  <a:fillRect/>
                </a:stretch>
              </p:blipFill>
              <p:spPr>
                <a:xfrm>
                  <a:off x="5037998" y="2674905"/>
                  <a:ext cx="161640" cy="2548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50" name="Ink 49">
                  <a:extLst>
                    <a:ext uri="{FF2B5EF4-FFF2-40B4-BE49-F238E27FC236}">
                      <a16:creationId xmlns:a16="http://schemas.microsoft.com/office/drawing/2014/main" id="{B338A499-1FEF-DF63-4489-C780EBE46943}"/>
                    </a:ext>
                  </a:extLst>
                </p14:cNvPr>
                <p14:cNvContentPartPr/>
                <p14:nvPr/>
              </p14:nvContentPartPr>
              <p14:xfrm>
                <a:off x="5207558" y="2844465"/>
                <a:ext cx="79200" cy="51120"/>
              </p14:xfrm>
            </p:contentPart>
          </mc:Choice>
          <mc:Fallback>
            <p:pic>
              <p:nvPicPr>
                <p:cNvPr id="50" name="Ink 49">
                  <a:extLst>
                    <a:ext uri="{FF2B5EF4-FFF2-40B4-BE49-F238E27FC236}">
                      <a16:creationId xmlns:a16="http://schemas.microsoft.com/office/drawing/2014/main" id="{B338A499-1FEF-DF63-4489-C780EBE46943}"/>
                    </a:ext>
                  </a:extLst>
                </p:cNvPr>
                <p:cNvPicPr/>
                <p:nvPr/>
              </p:nvPicPr>
              <p:blipFill>
                <a:blip r:embed="rId79"/>
                <a:stretch>
                  <a:fillRect/>
                </a:stretch>
              </p:blipFill>
              <p:spPr>
                <a:xfrm>
                  <a:off x="5198558" y="2835825"/>
                  <a:ext cx="96840" cy="6876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1" name="Ink 50">
                  <a:extLst>
                    <a:ext uri="{FF2B5EF4-FFF2-40B4-BE49-F238E27FC236}">
                      <a16:creationId xmlns:a16="http://schemas.microsoft.com/office/drawing/2014/main" id="{252FC175-2389-7172-5781-FF4A35C3CF2B}"/>
                    </a:ext>
                  </a:extLst>
                </p14:cNvPr>
                <p14:cNvContentPartPr/>
                <p14:nvPr/>
              </p14:nvContentPartPr>
              <p14:xfrm>
                <a:off x="5122958" y="2815305"/>
                <a:ext cx="318240" cy="482040"/>
              </p14:xfrm>
            </p:contentPart>
          </mc:Choice>
          <mc:Fallback>
            <p:pic>
              <p:nvPicPr>
                <p:cNvPr id="51" name="Ink 50">
                  <a:extLst>
                    <a:ext uri="{FF2B5EF4-FFF2-40B4-BE49-F238E27FC236}">
                      <a16:creationId xmlns:a16="http://schemas.microsoft.com/office/drawing/2014/main" id="{252FC175-2389-7172-5781-FF4A35C3CF2B}"/>
                    </a:ext>
                  </a:extLst>
                </p:cNvPr>
                <p:cNvPicPr/>
                <p:nvPr/>
              </p:nvPicPr>
              <p:blipFill>
                <a:blip r:embed="rId81"/>
                <a:stretch>
                  <a:fillRect/>
                </a:stretch>
              </p:blipFill>
              <p:spPr>
                <a:xfrm>
                  <a:off x="5113958" y="2806665"/>
                  <a:ext cx="335880" cy="49968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61" name="Ink 60">
                  <a:extLst>
                    <a:ext uri="{FF2B5EF4-FFF2-40B4-BE49-F238E27FC236}">
                      <a16:creationId xmlns:a16="http://schemas.microsoft.com/office/drawing/2014/main" id="{96CE8FC2-675F-FAE7-76B3-B3F7FBDC1302}"/>
                    </a:ext>
                  </a:extLst>
                </p14:cNvPr>
                <p14:cNvContentPartPr/>
                <p14:nvPr/>
              </p14:nvContentPartPr>
              <p14:xfrm>
                <a:off x="6528398" y="2526225"/>
                <a:ext cx="642960" cy="404640"/>
              </p14:xfrm>
            </p:contentPart>
          </mc:Choice>
          <mc:Fallback>
            <p:pic>
              <p:nvPicPr>
                <p:cNvPr id="61" name="Ink 60">
                  <a:extLst>
                    <a:ext uri="{FF2B5EF4-FFF2-40B4-BE49-F238E27FC236}">
                      <a16:creationId xmlns:a16="http://schemas.microsoft.com/office/drawing/2014/main" id="{96CE8FC2-675F-FAE7-76B3-B3F7FBDC1302}"/>
                    </a:ext>
                  </a:extLst>
                </p:cNvPr>
                <p:cNvPicPr/>
                <p:nvPr/>
              </p:nvPicPr>
              <p:blipFill>
                <a:blip r:embed="rId83"/>
                <a:stretch>
                  <a:fillRect/>
                </a:stretch>
              </p:blipFill>
              <p:spPr>
                <a:xfrm>
                  <a:off x="6519758" y="2517585"/>
                  <a:ext cx="660600" cy="42228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62" name="Ink 61">
                  <a:extLst>
                    <a:ext uri="{FF2B5EF4-FFF2-40B4-BE49-F238E27FC236}">
                      <a16:creationId xmlns:a16="http://schemas.microsoft.com/office/drawing/2014/main" id="{A8D8EF26-29DC-2747-A14B-3B697DD0FBF1}"/>
                    </a:ext>
                  </a:extLst>
                </p14:cNvPr>
                <p14:cNvContentPartPr/>
                <p14:nvPr/>
              </p14:nvContentPartPr>
              <p14:xfrm>
                <a:off x="7136798" y="2800185"/>
                <a:ext cx="99720" cy="99720"/>
              </p14:xfrm>
            </p:contentPart>
          </mc:Choice>
          <mc:Fallback>
            <p:pic>
              <p:nvPicPr>
                <p:cNvPr id="62" name="Ink 61">
                  <a:extLst>
                    <a:ext uri="{FF2B5EF4-FFF2-40B4-BE49-F238E27FC236}">
                      <a16:creationId xmlns:a16="http://schemas.microsoft.com/office/drawing/2014/main" id="{A8D8EF26-29DC-2747-A14B-3B697DD0FBF1}"/>
                    </a:ext>
                  </a:extLst>
                </p:cNvPr>
                <p:cNvPicPr/>
                <p:nvPr/>
              </p:nvPicPr>
              <p:blipFill>
                <a:blip r:embed="rId85"/>
                <a:stretch>
                  <a:fillRect/>
                </a:stretch>
              </p:blipFill>
              <p:spPr>
                <a:xfrm>
                  <a:off x="7128158" y="2791545"/>
                  <a:ext cx="117360" cy="11736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63" name="Ink 62">
                  <a:extLst>
                    <a:ext uri="{FF2B5EF4-FFF2-40B4-BE49-F238E27FC236}">
                      <a16:creationId xmlns:a16="http://schemas.microsoft.com/office/drawing/2014/main" id="{A6A43505-F753-81F2-0004-6CC3B8ACF80F}"/>
                    </a:ext>
                  </a:extLst>
                </p14:cNvPr>
                <p14:cNvContentPartPr/>
                <p14:nvPr/>
              </p14:nvContentPartPr>
              <p14:xfrm>
                <a:off x="7317158" y="2575905"/>
                <a:ext cx="113040" cy="306360"/>
              </p14:xfrm>
            </p:contentPart>
          </mc:Choice>
          <mc:Fallback>
            <p:pic>
              <p:nvPicPr>
                <p:cNvPr id="63" name="Ink 62">
                  <a:extLst>
                    <a:ext uri="{FF2B5EF4-FFF2-40B4-BE49-F238E27FC236}">
                      <a16:creationId xmlns:a16="http://schemas.microsoft.com/office/drawing/2014/main" id="{A6A43505-F753-81F2-0004-6CC3B8ACF80F}"/>
                    </a:ext>
                  </a:extLst>
                </p:cNvPr>
                <p:cNvPicPr/>
                <p:nvPr/>
              </p:nvPicPr>
              <p:blipFill>
                <a:blip r:embed="rId87"/>
                <a:stretch>
                  <a:fillRect/>
                </a:stretch>
              </p:blipFill>
              <p:spPr>
                <a:xfrm>
                  <a:off x="7308518" y="2566905"/>
                  <a:ext cx="130680" cy="32400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64" name="Ink 63">
                  <a:extLst>
                    <a:ext uri="{FF2B5EF4-FFF2-40B4-BE49-F238E27FC236}">
                      <a16:creationId xmlns:a16="http://schemas.microsoft.com/office/drawing/2014/main" id="{4B732187-2D2E-6225-2A1D-8BA2456A028A}"/>
                    </a:ext>
                  </a:extLst>
                </p14:cNvPr>
                <p14:cNvContentPartPr/>
                <p14:nvPr/>
              </p14:nvContentPartPr>
              <p14:xfrm>
                <a:off x="7395638" y="2722065"/>
                <a:ext cx="130320" cy="143280"/>
              </p14:xfrm>
            </p:contentPart>
          </mc:Choice>
          <mc:Fallback>
            <p:pic>
              <p:nvPicPr>
                <p:cNvPr id="64" name="Ink 63">
                  <a:extLst>
                    <a:ext uri="{FF2B5EF4-FFF2-40B4-BE49-F238E27FC236}">
                      <a16:creationId xmlns:a16="http://schemas.microsoft.com/office/drawing/2014/main" id="{4B732187-2D2E-6225-2A1D-8BA2456A028A}"/>
                    </a:ext>
                  </a:extLst>
                </p:cNvPr>
                <p:cNvPicPr/>
                <p:nvPr/>
              </p:nvPicPr>
              <p:blipFill>
                <a:blip r:embed="rId89"/>
                <a:stretch>
                  <a:fillRect/>
                </a:stretch>
              </p:blipFill>
              <p:spPr>
                <a:xfrm>
                  <a:off x="7386998" y="2713065"/>
                  <a:ext cx="147960" cy="1609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65" name="Ink 64">
                  <a:extLst>
                    <a:ext uri="{FF2B5EF4-FFF2-40B4-BE49-F238E27FC236}">
                      <a16:creationId xmlns:a16="http://schemas.microsoft.com/office/drawing/2014/main" id="{33FE957E-DAB6-52AB-7A8B-2FE6C5033283}"/>
                    </a:ext>
                  </a:extLst>
                </p14:cNvPr>
                <p14:cNvContentPartPr/>
                <p14:nvPr/>
              </p14:nvContentPartPr>
              <p14:xfrm>
                <a:off x="7602278" y="2729625"/>
                <a:ext cx="137880" cy="158400"/>
              </p14:xfrm>
            </p:contentPart>
          </mc:Choice>
          <mc:Fallback>
            <p:pic>
              <p:nvPicPr>
                <p:cNvPr id="65" name="Ink 64">
                  <a:extLst>
                    <a:ext uri="{FF2B5EF4-FFF2-40B4-BE49-F238E27FC236}">
                      <a16:creationId xmlns:a16="http://schemas.microsoft.com/office/drawing/2014/main" id="{33FE957E-DAB6-52AB-7A8B-2FE6C5033283}"/>
                    </a:ext>
                  </a:extLst>
                </p:cNvPr>
                <p:cNvPicPr/>
                <p:nvPr/>
              </p:nvPicPr>
              <p:blipFill>
                <a:blip r:embed="rId91"/>
                <a:stretch>
                  <a:fillRect/>
                </a:stretch>
              </p:blipFill>
              <p:spPr>
                <a:xfrm>
                  <a:off x="7593638" y="2720625"/>
                  <a:ext cx="155520" cy="17604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66" name="Ink 65">
                  <a:extLst>
                    <a:ext uri="{FF2B5EF4-FFF2-40B4-BE49-F238E27FC236}">
                      <a16:creationId xmlns:a16="http://schemas.microsoft.com/office/drawing/2014/main" id="{72BF4A41-1A08-4E90-1153-27E3C7714735}"/>
                    </a:ext>
                  </a:extLst>
                </p14:cNvPr>
                <p14:cNvContentPartPr/>
                <p14:nvPr/>
              </p14:nvContentPartPr>
              <p14:xfrm>
                <a:off x="7750958" y="2739345"/>
                <a:ext cx="107640" cy="120960"/>
              </p14:xfrm>
            </p:contentPart>
          </mc:Choice>
          <mc:Fallback>
            <p:pic>
              <p:nvPicPr>
                <p:cNvPr id="66" name="Ink 65">
                  <a:extLst>
                    <a:ext uri="{FF2B5EF4-FFF2-40B4-BE49-F238E27FC236}">
                      <a16:creationId xmlns:a16="http://schemas.microsoft.com/office/drawing/2014/main" id="{72BF4A41-1A08-4E90-1153-27E3C7714735}"/>
                    </a:ext>
                  </a:extLst>
                </p:cNvPr>
                <p:cNvPicPr/>
                <p:nvPr/>
              </p:nvPicPr>
              <p:blipFill>
                <a:blip r:embed="rId93"/>
                <a:stretch>
                  <a:fillRect/>
                </a:stretch>
              </p:blipFill>
              <p:spPr>
                <a:xfrm>
                  <a:off x="7742318" y="2730705"/>
                  <a:ext cx="125280" cy="13860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67" name="Ink 66">
                  <a:extLst>
                    <a:ext uri="{FF2B5EF4-FFF2-40B4-BE49-F238E27FC236}">
                      <a16:creationId xmlns:a16="http://schemas.microsoft.com/office/drawing/2014/main" id="{FDC7F6A0-D7E2-C793-7605-76D7B1A56419}"/>
                    </a:ext>
                  </a:extLst>
                </p14:cNvPr>
                <p14:cNvContentPartPr/>
                <p14:nvPr/>
              </p14:nvContentPartPr>
              <p14:xfrm>
                <a:off x="7968038" y="2575905"/>
                <a:ext cx="121320" cy="253800"/>
              </p14:xfrm>
            </p:contentPart>
          </mc:Choice>
          <mc:Fallback>
            <p:pic>
              <p:nvPicPr>
                <p:cNvPr id="67" name="Ink 66">
                  <a:extLst>
                    <a:ext uri="{FF2B5EF4-FFF2-40B4-BE49-F238E27FC236}">
                      <a16:creationId xmlns:a16="http://schemas.microsoft.com/office/drawing/2014/main" id="{FDC7F6A0-D7E2-C793-7605-76D7B1A56419}"/>
                    </a:ext>
                  </a:extLst>
                </p:cNvPr>
                <p:cNvPicPr/>
                <p:nvPr/>
              </p:nvPicPr>
              <p:blipFill>
                <a:blip r:embed="rId95"/>
                <a:stretch>
                  <a:fillRect/>
                </a:stretch>
              </p:blipFill>
              <p:spPr>
                <a:xfrm>
                  <a:off x="7959038" y="2566905"/>
                  <a:ext cx="138960" cy="27144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68" name="Ink 67">
                  <a:extLst>
                    <a:ext uri="{FF2B5EF4-FFF2-40B4-BE49-F238E27FC236}">
                      <a16:creationId xmlns:a16="http://schemas.microsoft.com/office/drawing/2014/main" id="{12843F44-BD75-00FF-8B63-98DB444F9D2F}"/>
                    </a:ext>
                  </a:extLst>
                </p14:cNvPr>
                <p14:cNvContentPartPr/>
                <p14:nvPr/>
              </p14:nvContentPartPr>
              <p14:xfrm>
                <a:off x="8097638" y="2727825"/>
                <a:ext cx="231480" cy="138960"/>
              </p14:xfrm>
            </p:contentPart>
          </mc:Choice>
          <mc:Fallback>
            <p:pic>
              <p:nvPicPr>
                <p:cNvPr id="68" name="Ink 67">
                  <a:extLst>
                    <a:ext uri="{FF2B5EF4-FFF2-40B4-BE49-F238E27FC236}">
                      <a16:creationId xmlns:a16="http://schemas.microsoft.com/office/drawing/2014/main" id="{12843F44-BD75-00FF-8B63-98DB444F9D2F}"/>
                    </a:ext>
                  </a:extLst>
                </p:cNvPr>
                <p:cNvPicPr/>
                <p:nvPr/>
              </p:nvPicPr>
              <p:blipFill>
                <a:blip r:embed="rId97"/>
                <a:stretch>
                  <a:fillRect/>
                </a:stretch>
              </p:blipFill>
              <p:spPr>
                <a:xfrm>
                  <a:off x="8088638" y="2718825"/>
                  <a:ext cx="24912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70" name="Ink 69">
                  <a:extLst>
                    <a:ext uri="{FF2B5EF4-FFF2-40B4-BE49-F238E27FC236}">
                      <a16:creationId xmlns:a16="http://schemas.microsoft.com/office/drawing/2014/main" id="{AD5A5887-CEB1-834A-E19D-4FF138A3CFBC}"/>
                    </a:ext>
                  </a:extLst>
                </p14:cNvPr>
                <p14:cNvContentPartPr/>
                <p14:nvPr/>
              </p14:nvContentPartPr>
              <p14:xfrm>
                <a:off x="918518" y="2025825"/>
                <a:ext cx="7988400" cy="2908080"/>
              </p14:xfrm>
            </p:contentPart>
          </mc:Choice>
          <mc:Fallback>
            <p:pic>
              <p:nvPicPr>
                <p:cNvPr id="70" name="Ink 69">
                  <a:extLst>
                    <a:ext uri="{FF2B5EF4-FFF2-40B4-BE49-F238E27FC236}">
                      <a16:creationId xmlns:a16="http://schemas.microsoft.com/office/drawing/2014/main" id="{AD5A5887-CEB1-834A-E19D-4FF138A3CFBC}"/>
                    </a:ext>
                  </a:extLst>
                </p:cNvPr>
                <p:cNvPicPr/>
                <p:nvPr/>
              </p:nvPicPr>
              <p:blipFill>
                <a:blip r:embed="rId99"/>
                <a:stretch>
                  <a:fillRect/>
                </a:stretch>
              </p:blipFill>
              <p:spPr>
                <a:xfrm>
                  <a:off x="909878" y="2016825"/>
                  <a:ext cx="8006040" cy="292572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71" name="Ink 70">
                  <a:extLst>
                    <a:ext uri="{FF2B5EF4-FFF2-40B4-BE49-F238E27FC236}">
                      <a16:creationId xmlns:a16="http://schemas.microsoft.com/office/drawing/2014/main" id="{80EA3159-3F4C-5BA8-5F6A-CFD35D571027}"/>
                    </a:ext>
                  </a:extLst>
                </p14:cNvPr>
                <p14:cNvContentPartPr/>
                <p14:nvPr/>
              </p14:nvContentPartPr>
              <p14:xfrm>
                <a:off x="1539878" y="4799265"/>
                <a:ext cx="100080" cy="181440"/>
              </p14:xfrm>
            </p:contentPart>
          </mc:Choice>
          <mc:Fallback>
            <p:pic>
              <p:nvPicPr>
                <p:cNvPr id="71" name="Ink 70">
                  <a:extLst>
                    <a:ext uri="{FF2B5EF4-FFF2-40B4-BE49-F238E27FC236}">
                      <a16:creationId xmlns:a16="http://schemas.microsoft.com/office/drawing/2014/main" id="{80EA3159-3F4C-5BA8-5F6A-CFD35D571027}"/>
                    </a:ext>
                  </a:extLst>
                </p:cNvPr>
                <p:cNvPicPr/>
                <p:nvPr/>
              </p:nvPicPr>
              <p:blipFill>
                <a:blip r:embed="rId101"/>
                <a:stretch>
                  <a:fillRect/>
                </a:stretch>
              </p:blipFill>
              <p:spPr>
                <a:xfrm>
                  <a:off x="1530878" y="4790265"/>
                  <a:ext cx="117720" cy="19908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72" name="Ink 71">
                  <a:extLst>
                    <a:ext uri="{FF2B5EF4-FFF2-40B4-BE49-F238E27FC236}">
                      <a16:creationId xmlns:a16="http://schemas.microsoft.com/office/drawing/2014/main" id="{93DB3BFA-0516-D965-BCE3-D3F7DBA33998}"/>
                    </a:ext>
                  </a:extLst>
                </p14:cNvPr>
                <p14:cNvContentPartPr/>
                <p14:nvPr/>
              </p14:nvContentPartPr>
              <p14:xfrm>
                <a:off x="1850918" y="4646985"/>
                <a:ext cx="29880" cy="794880"/>
              </p14:xfrm>
            </p:contentPart>
          </mc:Choice>
          <mc:Fallback>
            <p:pic>
              <p:nvPicPr>
                <p:cNvPr id="72" name="Ink 71">
                  <a:extLst>
                    <a:ext uri="{FF2B5EF4-FFF2-40B4-BE49-F238E27FC236}">
                      <a16:creationId xmlns:a16="http://schemas.microsoft.com/office/drawing/2014/main" id="{93DB3BFA-0516-D965-BCE3-D3F7DBA33998}"/>
                    </a:ext>
                  </a:extLst>
                </p:cNvPr>
                <p:cNvPicPr/>
                <p:nvPr/>
              </p:nvPicPr>
              <p:blipFill>
                <a:blip r:embed="rId103"/>
                <a:stretch>
                  <a:fillRect/>
                </a:stretch>
              </p:blipFill>
              <p:spPr>
                <a:xfrm>
                  <a:off x="1842278" y="4638345"/>
                  <a:ext cx="47520" cy="81252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73" name="Ink 72">
                  <a:extLst>
                    <a:ext uri="{FF2B5EF4-FFF2-40B4-BE49-F238E27FC236}">
                      <a16:creationId xmlns:a16="http://schemas.microsoft.com/office/drawing/2014/main" id="{10BE7E6A-C7D6-6F0C-41FD-4DD012C09B2D}"/>
                    </a:ext>
                  </a:extLst>
                </p14:cNvPr>
                <p14:cNvContentPartPr/>
                <p14:nvPr/>
              </p14:nvContentPartPr>
              <p14:xfrm>
                <a:off x="1906358" y="4361865"/>
                <a:ext cx="1637280" cy="504720"/>
              </p14:xfrm>
            </p:contentPart>
          </mc:Choice>
          <mc:Fallback>
            <p:pic>
              <p:nvPicPr>
                <p:cNvPr id="73" name="Ink 72">
                  <a:extLst>
                    <a:ext uri="{FF2B5EF4-FFF2-40B4-BE49-F238E27FC236}">
                      <a16:creationId xmlns:a16="http://schemas.microsoft.com/office/drawing/2014/main" id="{10BE7E6A-C7D6-6F0C-41FD-4DD012C09B2D}"/>
                    </a:ext>
                  </a:extLst>
                </p:cNvPr>
                <p:cNvPicPr/>
                <p:nvPr/>
              </p:nvPicPr>
              <p:blipFill>
                <a:blip r:embed="rId105"/>
                <a:stretch>
                  <a:fillRect/>
                </a:stretch>
              </p:blipFill>
              <p:spPr>
                <a:xfrm>
                  <a:off x="1897358" y="4352865"/>
                  <a:ext cx="1654920" cy="52236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74" name="Ink 73">
                  <a:extLst>
                    <a:ext uri="{FF2B5EF4-FFF2-40B4-BE49-F238E27FC236}">
                      <a16:creationId xmlns:a16="http://schemas.microsoft.com/office/drawing/2014/main" id="{C1416533-0494-B999-D408-4581A5E61639}"/>
                    </a:ext>
                  </a:extLst>
                </p14:cNvPr>
                <p14:cNvContentPartPr/>
                <p14:nvPr/>
              </p14:nvContentPartPr>
              <p14:xfrm>
                <a:off x="2021558" y="4822305"/>
                <a:ext cx="1574640" cy="717480"/>
              </p14:xfrm>
            </p:contentPart>
          </mc:Choice>
          <mc:Fallback>
            <p:pic>
              <p:nvPicPr>
                <p:cNvPr id="74" name="Ink 73">
                  <a:extLst>
                    <a:ext uri="{FF2B5EF4-FFF2-40B4-BE49-F238E27FC236}">
                      <a16:creationId xmlns:a16="http://schemas.microsoft.com/office/drawing/2014/main" id="{C1416533-0494-B999-D408-4581A5E61639}"/>
                    </a:ext>
                  </a:extLst>
                </p:cNvPr>
                <p:cNvPicPr/>
                <p:nvPr/>
              </p:nvPicPr>
              <p:blipFill>
                <a:blip r:embed="rId107"/>
                <a:stretch>
                  <a:fillRect/>
                </a:stretch>
              </p:blipFill>
              <p:spPr>
                <a:xfrm>
                  <a:off x="2012558" y="4813665"/>
                  <a:ext cx="1592280" cy="73512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83" name="Ink 82">
                  <a:extLst>
                    <a:ext uri="{FF2B5EF4-FFF2-40B4-BE49-F238E27FC236}">
                      <a16:creationId xmlns:a16="http://schemas.microsoft.com/office/drawing/2014/main" id="{3A822983-4AB6-9DBB-6D65-72DA78F65821}"/>
                    </a:ext>
                  </a:extLst>
                </p14:cNvPr>
                <p14:cNvContentPartPr/>
                <p14:nvPr/>
              </p14:nvContentPartPr>
              <p14:xfrm>
                <a:off x="3965198" y="4733385"/>
                <a:ext cx="681120" cy="80280"/>
              </p14:xfrm>
            </p:contentPart>
          </mc:Choice>
          <mc:Fallback>
            <p:pic>
              <p:nvPicPr>
                <p:cNvPr id="83" name="Ink 82">
                  <a:extLst>
                    <a:ext uri="{FF2B5EF4-FFF2-40B4-BE49-F238E27FC236}">
                      <a16:creationId xmlns:a16="http://schemas.microsoft.com/office/drawing/2014/main" id="{3A822983-4AB6-9DBB-6D65-72DA78F65821}"/>
                    </a:ext>
                  </a:extLst>
                </p:cNvPr>
                <p:cNvPicPr/>
                <p:nvPr/>
              </p:nvPicPr>
              <p:blipFill>
                <a:blip r:embed="rId109"/>
                <a:stretch>
                  <a:fillRect/>
                </a:stretch>
              </p:blipFill>
              <p:spPr>
                <a:xfrm>
                  <a:off x="3956198" y="4724385"/>
                  <a:ext cx="698760" cy="9792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84" name="Ink 83">
                  <a:extLst>
                    <a:ext uri="{FF2B5EF4-FFF2-40B4-BE49-F238E27FC236}">
                      <a16:creationId xmlns:a16="http://schemas.microsoft.com/office/drawing/2014/main" id="{3DFFE712-70B1-F3A1-5AD5-4EE09350E9DE}"/>
                    </a:ext>
                  </a:extLst>
                </p14:cNvPr>
                <p14:cNvContentPartPr/>
                <p14:nvPr/>
              </p14:nvContentPartPr>
              <p14:xfrm>
                <a:off x="4720118" y="4655985"/>
                <a:ext cx="183240" cy="207000"/>
              </p14:xfrm>
            </p:contentPart>
          </mc:Choice>
          <mc:Fallback>
            <p:pic>
              <p:nvPicPr>
                <p:cNvPr id="84" name="Ink 83">
                  <a:extLst>
                    <a:ext uri="{FF2B5EF4-FFF2-40B4-BE49-F238E27FC236}">
                      <a16:creationId xmlns:a16="http://schemas.microsoft.com/office/drawing/2014/main" id="{3DFFE712-70B1-F3A1-5AD5-4EE09350E9DE}"/>
                    </a:ext>
                  </a:extLst>
                </p:cNvPr>
                <p:cNvPicPr/>
                <p:nvPr/>
              </p:nvPicPr>
              <p:blipFill>
                <a:blip r:embed="rId111"/>
                <a:stretch>
                  <a:fillRect/>
                </a:stretch>
              </p:blipFill>
              <p:spPr>
                <a:xfrm>
                  <a:off x="4711118" y="4646985"/>
                  <a:ext cx="200880" cy="2246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2">
            <p14:nvContentPartPr>
              <p14:cNvPr id="86" name="Ink 85">
                <a:extLst>
                  <a:ext uri="{FF2B5EF4-FFF2-40B4-BE49-F238E27FC236}">
                    <a16:creationId xmlns:a16="http://schemas.microsoft.com/office/drawing/2014/main" id="{A0A5C4FC-411A-11E7-0F90-CC4254541F97}"/>
                  </a:ext>
                </a:extLst>
              </p14:cNvPr>
              <p14:cNvContentPartPr/>
              <p14:nvPr/>
            </p14:nvContentPartPr>
            <p14:xfrm>
              <a:off x="5232758" y="4310025"/>
              <a:ext cx="12240" cy="34560"/>
            </p14:xfrm>
          </p:contentPart>
        </mc:Choice>
        <mc:Fallback>
          <p:pic>
            <p:nvPicPr>
              <p:cNvPr id="86" name="Ink 85">
                <a:extLst>
                  <a:ext uri="{FF2B5EF4-FFF2-40B4-BE49-F238E27FC236}">
                    <a16:creationId xmlns:a16="http://schemas.microsoft.com/office/drawing/2014/main" id="{A0A5C4FC-411A-11E7-0F90-CC4254541F97}"/>
                  </a:ext>
                </a:extLst>
              </p:cNvPr>
              <p:cNvPicPr/>
              <p:nvPr/>
            </p:nvPicPr>
            <p:blipFill>
              <a:blip r:embed="rId113"/>
              <a:stretch>
                <a:fillRect/>
              </a:stretch>
            </p:blipFill>
            <p:spPr>
              <a:xfrm>
                <a:off x="5224118" y="4301025"/>
                <a:ext cx="29880" cy="52200"/>
              </a:xfrm>
              <a:prstGeom prst="rect">
                <a:avLst/>
              </a:prstGeom>
            </p:spPr>
          </p:pic>
        </mc:Fallback>
      </mc:AlternateContent>
      <p:grpSp>
        <p:nvGrpSpPr>
          <p:cNvPr id="95" name="Group 94">
            <a:extLst>
              <a:ext uri="{FF2B5EF4-FFF2-40B4-BE49-F238E27FC236}">
                <a16:creationId xmlns:a16="http://schemas.microsoft.com/office/drawing/2014/main" id="{EDE86628-C1A4-7D78-7345-AE4D803923CD}"/>
              </a:ext>
            </a:extLst>
          </p:cNvPr>
          <p:cNvGrpSpPr/>
          <p:nvPr/>
        </p:nvGrpSpPr>
        <p:grpSpPr>
          <a:xfrm>
            <a:off x="5350838" y="4558785"/>
            <a:ext cx="2073960" cy="479160"/>
            <a:chOff x="5350838" y="4558785"/>
            <a:chExt cx="2073960" cy="479160"/>
          </a:xfrm>
        </p:grpSpPr>
        <mc:AlternateContent xmlns:mc="http://schemas.openxmlformats.org/markup-compatibility/2006">
          <mc:Choice xmlns:p14="http://schemas.microsoft.com/office/powerpoint/2010/main" Requires="p14">
            <p:contentPart p14:bwMode="auto" r:id="rId114">
              <p14:nvContentPartPr>
                <p14:cNvPr id="87" name="Ink 86">
                  <a:extLst>
                    <a:ext uri="{FF2B5EF4-FFF2-40B4-BE49-F238E27FC236}">
                      <a16:creationId xmlns:a16="http://schemas.microsoft.com/office/drawing/2014/main" id="{2D8BD871-7414-7971-BF38-00EC2E677463}"/>
                    </a:ext>
                  </a:extLst>
                </p14:cNvPr>
                <p14:cNvContentPartPr/>
                <p14:nvPr/>
              </p14:nvContentPartPr>
              <p14:xfrm>
                <a:off x="5350838" y="4558785"/>
                <a:ext cx="468360" cy="469080"/>
              </p14:xfrm>
            </p:contentPart>
          </mc:Choice>
          <mc:Fallback>
            <p:pic>
              <p:nvPicPr>
                <p:cNvPr id="87" name="Ink 86">
                  <a:extLst>
                    <a:ext uri="{FF2B5EF4-FFF2-40B4-BE49-F238E27FC236}">
                      <a16:creationId xmlns:a16="http://schemas.microsoft.com/office/drawing/2014/main" id="{2D8BD871-7414-7971-BF38-00EC2E677463}"/>
                    </a:ext>
                  </a:extLst>
                </p:cNvPr>
                <p:cNvPicPr/>
                <p:nvPr/>
              </p:nvPicPr>
              <p:blipFill>
                <a:blip r:embed="rId115"/>
                <a:stretch>
                  <a:fillRect/>
                </a:stretch>
              </p:blipFill>
              <p:spPr>
                <a:xfrm>
                  <a:off x="5341838" y="4550145"/>
                  <a:ext cx="486000" cy="48672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88" name="Ink 87">
                  <a:extLst>
                    <a:ext uri="{FF2B5EF4-FFF2-40B4-BE49-F238E27FC236}">
                      <a16:creationId xmlns:a16="http://schemas.microsoft.com/office/drawing/2014/main" id="{0D0EF60C-C2A3-E623-1E7D-3DE009A36E4A}"/>
                    </a:ext>
                  </a:extLst>
                </p14:cNvPr>
                <p14:cNvContentPartPr/>
                <p14:nvPr/>
              </p14:nvContentPartPr>
              <p14:xfrm>
                <a:off x="5728478" y="4890345"/>
                <a:ext cx="231480" cy="102960"/>
              </p14:xfrm>
            </p:contentPart>
          </mc:Choice>
          <mc:Fallback>
            <p:pic>
              <p:nvPicPr>
                <p:cNvPr id="88" name="Ink 87">
                  <a:extLst>
                    <a:ext uri="{FF2B5EF4-FFF2-40B4-BE49-F238E27FC236}">
                      <a16:creationId xmlns:a16="http://schemas.microsoft.com/office/drawing/2014/main" id="{0D0EF60C-C2A3-E623-1E7D-3DE009A36E4A}"/>
                    </a:ext>
                  </a:extLst>
                </p:cNvPr>
                <p:cNvPicPr/>
                <p:nvPr/>
              </p:nvPicPr>
              <p:blipFill>
                <a:blip r:embed="rId117"/>
                <a:stretch>
                  <a:fillRect/>
                </a:stretch>
              </p:blipFill>
              <p:spPr>
                <a:xfrm>
                  <a:off x="5719478" y="4881705"/>
                  <a:ext cx="249120" cy="12060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89" name="Ink 88">
                  <a:extLst>
                    <a:ext uri="{FF2B5EF4-FFF2-40B4-BE49-F238E27FC236}">
                      <a16:creationId xmlns:a16="http://schemas.microsoft.com/office/drawing/2014/main" id="{8797FCD3-25A7-19F2-5A15-DC3F9AD2D5EE}"/>
                    </a:ext>
                  </a:extLst>
                </p14:cNvPr>
                <p14:cNvContentPartPr/>
                <p14:nvPr/>
              </p14:nvContentPartPr>
              <p14:xfrm>
                <a:off x="5991638" y="4856145"/>
                <a:ext cx="145800" cy="152280"/>
              </p14:xfrm>
            </p:contentPart>
          </mc:Choice>
          <mc:Fallback>
            <p:pic>
              <p:nvPicPr>
                <p:cNvPr id="89" name="Ink 88">
                  <a:extLst>
                    <a:ext uri="{FF2B5EF4-FFF2-40B4-BE49-F238E27FC236}">
                      <a16:creationId xmlns:a16="http://schemas.microsoft.com/office/drawing/2014/main" id="{8797FCD3-25A7-19F2-5A15-DC3F9AD2D5EE}"/>
                    </a:ext>
                  </a:extLst>
                </p:cNvPr>
                <p:cNvPicPr/>
                <p:nvPr/>
              </p:nvPicPr>
              <p:blipFill>
                <a:blip r:embed="rId119"/>
                <a:stretch>
                  <a:fillRect/>
                </a:stretch>
              </p:blipFill>
              <p:spPr>
                <a:xfrm>
                  <a:off x="5982638" y="4847505"/>
                  <a:ext cx="16344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90" name="Ink 89">
                  <a:extLst>
                    <a:ext uri="{FF2B5EF4-FFF2-40B4-BE49-F238E27FC236}">
                      <a16:creationId xmlns:a16="http://schemas.microsoft.com/office/drawing/2014/main" id="{0A17E39F-15D1-5F15-E8F8-F69E87CBAD69}"/>
                    </a:ext>
                  </a:extLst>
                </p14:cNvPr>
                <p14:cNvContentPartPr/>
                <p14:nvPr/>
              </p14:nvContentPartPr>
              <p14:xfrm>
                <a:off x="6218798" y="4705305"/>
                <a:ext cx="115920" cy="332640"/>
              </p14:xfrm>
            </p:contentPart>
          </mc:Choice>
          <mc:Fallback>
            <p:pic>
              <p:nvPicPr>
                <p:cNvPr id="90" name="Ink 89">
                  <a:extLst>
                    <a:ext uri="{FF2B5EF4-FFF2-40B4-BE49-F238E27FC236}">
                      <a16:creationId xmlns:a16="http://schemas.microsoft.com/office/drawing/2014/main" id="{0A17E39F-15D1-5F15-E8F8-F69E87CBAD69}"/>
                    </a:ext>
                  </a:extLst>
                </p:cNvPr>
                <p:cNvPicPr/>
                <p:nvPr/>
              </p:nvPicPr>
              <p:blipFill>
                <a:blip r:embed="rId121"/>
                <a:stretch>
                  <a:fillRect/>
                </a:stretch>
              </p:blipFill>
              <p:spPr>
                <a:xfrm>
                  <a:off x="6209798" y="4696665"/>
                  <a:ext cx="133560" cy="35028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91" name="Ink 90">
                  <a:extLst>
                    <a:ext uri="{FF2B5EF4-FFF2-40B4-BE49-F238E27FC236}">
                      <a16:creationId xmlns:a16="http://schemas.microsoft.com/office/drawing/2014/main" id="{F766C8EE-A8C6-044B-C57E-A098FF2D8CB5}"/>
                    </a:ext>
                  </a:extLst>
                </p14:cNvPr>
                <p14:cNvContentPartPr/>
                <p14:nvPr/>
              </p14:nvContentPartPr>
              <p14:xfrm>
                <a:off x="6190358" y="4856865"/>
                <a:ext cx="310680" cy="83520"/>
              </p14:xfrm>
            </p:contentPart>
          </mc:Choice>
          <mc:Fallback>
            <p:pic>
              <p:nvPicPr>
                <p:cNvPr id="91" name="Ink 90">
                  <a:extLst>
                    <a:ext uri="{FF2B5EF4-FFF2-40B4-BE49-F238E27FC236}">
                      <a16:creationId xmlns:a16="http://schemas.microsoft.com/office/drawing/2014/main" id="{F766C8EE-A8C6-044B-C57E-A098FF2D8CB5}"/>
                    </a:ext>
                  </a:extLst>
                </p:cNvPr>
                <p:cNvPicPr/>
                <p:nvPr/>
              </p:nvPicPr>
              <p:blipFill>
                <a:blip r:embed="rId123"/>
                <a:stretch>
                  <a:fillRect/>
                </a:stretch>
              </p:blipFill>
              <p:spPr>
                <a:xfrm>
                  <a:off x="6181718" y="4847865"/>
                  <a:ext cx="328320" cy="1011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92" name="Ink 91">
                  <a:extLst>
                    <a:ext uri="{FF2B5EF4-FFF2-40B4-BE49-F238E27FC236}">
                      <a16:creationId xmlns:a16="http://schemas.microsoft.com/office/drawing/2014/main" id="{75BC322C-CD94-9E53-9077-D9379E419C0F}"/>
                    </a:ext>
                  </a:extLst>
                </p14:cNvPr>
                <p14:cNvContentPartPr/>
                <p14:nvPr/>
              </p14:nvContentPartPr>
              <p14:xfrm>
                <a:off x="6590678" y="4820145"/>
                <a:ext cx="332640" cy="94680"/>
              </p14:xfrm>
            </p:contentPart>
          </mc:Choice>
          <mc:Fallback>
            <p:pic>
              <p:nvPicPr>
                <p:cNvPr id="92" name="Ink 91">
                  <a:extLst>
                    <a:ext uri="{FF2B5EF4-FFF2-40B4-BE49-F238E27FC236}">
                      <a16:creationId xmlns:a16="http://schemas.microsoft.com/office/drawing/2014/main" id="{75BC322C-CD94-9E53-9077-D9379E419C0F}"/>
                    </a:ext>
                  </a:extLst>
                </p:cNvPr>
                <p:cNvPicPr/>
                <p:nvPr/>
              </p:nvPicPr>
              <p:blipFill>
                <a:blip r:embed="rId125"/>
                <a:stretch>
                  <a:fillRect/>
                </a:stretch>
              </p:blipFill>
              <p:spPr>
                <a:xfrm>
                  <a:off x="6581678" y="4811145"/>
                  <a:ext cx="35028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93" name="Ink 92">
                  <a:extLst>
                    <a:ext uri="{FF2B5EF4-FFF2-40B4-BE49-F238E27FC236}">
                      <a16:creationId xmlns:a16="http://schemas.microsoft.com/office/drawing/2014/main" id="{B25A3602-5173-D68A-5711-CE9743B0F039}"/>
                    </a:ext>
                  </a:extLst>
                </p14:cNvPr>
                <p14:cNvContentPartPr/>
                <p14:nvPr/>
              </p14:nvContentPartPr>
              <p14:xfrm>
                <a:off x="6998918" y="4791705"/>
                <a:ext cx="132840" cy="153720"/>
              </p14:xfrm>
            </p:contentPart>
          </mc:Choice>
          <mc:Fallback>
            <p:pic>
              <p:nvPicPr>
                <p:cNvPr id="93" name="Ink 92">
                  <a:extLst>
                    <a:ext uri="{FF2B5EF4-FFF2-40B4-BE49-F238E27FC236}">
                      <a16:creationId xmlns:a16="http://schemas.microsoft.com/office/drawing/2014/main" id="{B25A3602-5173-D68A-5711-CE9743B0F039}"/>
                    </a:ext>
                  </a:extLst>
                </p:cNvPr>
                <p:cNvPicPr/>
                <p:nvPr/>
              </p:nvPicPr>
              <p:blipFill>
                <a:blip r:embed="rId127"/>
                <a:stretch>
                  <a:fillRect/>
                </a:stretch>
              </p:blipFill>
              <p:spPr>
                <a:xfrm>
                  <a:off x="6990278" y="4782705"/>
                  <a:ext cx="150480" cy="17136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94" name="Ink 93">
                  <a:extLst>
                    <a:ext uri="{FF2B5EF4-FFF2-40B4-BE49-F238E27FC236}">
                      <a16:creationId xmlns:a16="http://schemas.microsoft.com/office/drawing/2014/main" id="{EC0A8E33-C860-3AD2-3F41-3B78007D44CC}"/>
                    </a:ext>
                  </a:extLst>
                </p14:cNvPr>
                <p14:cNvContentPartPr/>
                <p14:nvPr/>
              </p14:nvContentPartPr>
              <p14:xfrm>
                <a:off x="7269278" y="4744545"/>
                <a:ext cx="155520" cy="172800"/>
              </p14:xfrm>
            </p:contentPart>
          </mc:Choice>
          <mc:Fallback>
            <p:pic>
              <p:nvPicPr>
                <p:cNvPr id="94" name="Ink 93">
                  <a:extLst>
                    <a:ext uri="{FF2B5EF4-FFF2-40B4-BE49-F238E27FC236}">
                      <a16:creationId xmlns:a16="http://schemas.microsoft.com/office/drawing/2014/main" id="{EC0A8E33-C860-3AD2-3F41-3B78007D44CC}"/>
                    </a:ext>
                  </a:extLst>
                </p:cNvPr>
                <p:cNvPicPr/>
                <p:nvPr/>
              </p:nvPicPr>
              <p:blipFill>
                <a:blip r:embed="rId129"/>
                <a:stretch>
                  <a:fillRect/>
                </a:stretch>
              </p:blipFill>
              <p:spPr>
                <a:xfrm>
                  <a:off x="7260638" y="4735905"/>
                  <a:ext cx="173160" cy="190440"/>
                </a:xfrm>
                <a:prstGeom prst="rect">
                  <a:avLst/>
                </a:prstGeom>
              </p:spPr>
            </p:pic>
          </mc:Fallback>
        </mc:AlternateContent>
      </p:grpSp>
      <p:grpSp>
        <p:nvGrpSpPr>
          <p:cNvPr id="97" name="Group 96">
            <a:extLst>
              <a:ext uri="{FF2B5EF4-FFF2-40B4-BE49-F238E27FC236}">
                <a16:creationId xmlns:a16="http://schemas.microsoft.com/office/drawing/2014/main" id="{6612ECE1-0296-DF7A-86AB-C24B3EDE7341}"/>
              </a:ext>
            </a:extLst>
          </p:cNvPr>
          <p:cNvGrpSpPr/>
          <p:nvPr/>
        </p:nvGrpSpPr>
        <p:grpSpPr>
          <a:xfrm>
            <a:off x="782078" y="217185"/>
            <a:ext cx="2983680" cy="679680"/>
            <a:chOff x="782078" y="217185"/>
            <a:chExt cx="2983680" cy="679680"/>
          </a:xfrm>
        </p:grpSpPr>
        <mc:AlternateContent xmlns:mc="http://schemas.openxmlformats.org/markup-compatibility/2006">
          <mc:Choice xmlns:p14="http://schemas.microsoft.com/office/powerpoint/2010/main" Requires="p14">
            <p:contentPart p14:bwMode="auto" r:id="rId130">
              <p14:nvContentPartPr>
                <p14:cNvPr id="19" name="Ink 18">
                  <a:extLst>
                    <a:ext uri="{FF2B5EF4-FFF2-40B4-BE49-F238E27FC236}">
                      <a16:creationId xmlns:a16="http://schemas.microsoft.com/office/drawing/2014/main" id="{4F338C21-792F-5086-B197-1645E72ABB8D}"/>
                    </a:ext>
                  </a:extLst>
                </p14:cNvPr>
                <p14:cNvContentPartPr/>
                <p14:nvPr/>
              </p14:nvContentPartPr>
              <p14:xfrm>
                <a:off x="784598" y="246345"/>
                <a:ext cx="344160" cy="422280"/>
              </p14:xfrm>
            </p:contentPart>
          </mc:Choice>
          <mc:Fallback>
            <p:pic>
              <p:nvPicPr>
                <p:cNvPr id="19" name="Ink 18">
                  <a:extLst>
                    <a:ext uri="{FF2B5EF4-FFF2-40B4-BE49-F238E27FC236}">
                      <a16:creationId xmlns:a16="http://schemas.microsoft.com/office/drawing/2014/main" id="{4F338C21-792F-5086-B197-1645E72ABB8D}"/>
                    </a:ext>
                  </a:extLst>
                </p:cNvPr>
                <p:cNvPicPr/>
                <p:nvPr/>
              </p:nvPicPr>
              <p:blipFill>
                <a:blip r:embed="rId131"/>
                <a:stretch>
                  <a:fillRect/>
                </a:stretch>
              </p:blipFill>
              <p:spPr>
                <a:xfrm>
                  <a:off x="775958" y="237345"/>
                  <a:ext cx="361800" cy="43992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20" name="Ink 19">
                  <a:extLst>
                    <a:ext uri="{FF2B5EF4-FFF2-40B4-BE49-F238E27FC236}">
                      <a16:creationId xmlns:a16="http://schemas.microsoft.com/office/drawing/2014/main" id="{E76953CC-015B-1036-9492-3A54124DBE71}"/>
                    </a:ext>
                  </a:extLst>
                </p14:cNvPr>
                <p14:cNvContentPartPr/>
                <p14:nvPr/>
              </p14:nvContentPartPr>
              <p14:xfrm>
                <a:off x="1139558" y="491505"/>
                <a:ext cx="183600" cy="130320"/>
              </p14:xfrm>
            </p:contentPart>
          </mc:Choice>
          <mc:Fallback>
            <p:pic>
              <p:nvPicPr>
                <p:cNvPr id="20" name="Ink 19">
                  <a:extLst>
                    <a:ext uri="{FF2B5EF4-FFF2-40B4-BE49-F238E27FC236}">
                      <a16:creationId xmlns:a16="http://schemas.microsoft.com/office/drawing/2014/main" id="{E76953CC-015B-1036-9492-3A54124DBE71}"/>
                    </a:ext>
                  </a:extLst>
                </p:cNvPr>
                <p:cNvPicPr/>
                <p:nvPr/>
              </p:nvPicPr>
              <p:blipFill>
                <a:blip r:embed="rId133"/>
                <a:stretch>
                  <a:fillRect/>
                </a:stretch>
              </p:blipFill>
              <p:spPr>
                <a:xfrm>
                  <a:off x="1130918" y="482505"/>
                  <a:ext cx="201240" cy="14796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21" name="Ink 20">
                  <a:extLst>
                    <a:ext uri="{FF2B5EF4-FFF2-40B4-BE49-F238E27FC236}">
                      <a16:creationId xmlns:a16="http://schemas.microsoft.com/office/drawing/2014/main" id="{165380AD-A055-9C03-EE52-74C331A3FE57}"/>
                    </a:ext>
                  </a:extLst>
                </p14:cNvPr>
                <p14:cNvContentPartPr/>
                <p14:nvPr/>
              </p14:nvContentPartPr>
              <p14:xfrm>
                <a:off x="1384358" y="271545"/>
                <a:ext cx="276840" cy="366480"/>
              </p14:xfrm>
            </p:contentPart>
          </mc:Choice>
          <mc:Fallback>
            <p:pic>
              <p:nvPicPr>
                <p:cNvPr id="21" name="Ink 20">
                  <a:extLst>
                    <a:ext uri="{FF2B5EF4-FFF2-40B4-BE49-F238E27FC236}">
                      <a16:creationId xmlns:a16="http://schemas.microsoft.com/office/drawing/2014/main" id="{165380AD-A055-9C03-EE52-74C331A3FE57}"/>
                    </a:ext>
                  </a:extLst>
                </p:cNvPr>
                <p:cNvPicPr/>
                <p:nvPr/>
              </p:nvPicPr>
              <p:blipFill>
                <a:blip r:embed="rId135"/>
                <a:stretch>
                  <a:fillRect/>
                </a:stretch>
              </p:blipFill>
              <p:spPr>
                <a:xfrm>
                  <a:off x="1375718" y="262545"/>
                  <a:ext cx="294480" cy="38412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22" name="Ink 21">
                  <a:extLst>
                    <a:ext uri="{FF2B5EF4-FFF2-40B4-BE49-F238E27FC236}">
                      <a16:creationId xmlns:a16="http://schemas.microsoft.com/office/drawing/2014/main" id="{C544BC74-A3C5-E220-43A9-68E39796B7A9}"/>
                    </a:ext>
                  </a:extLst>
                </p14:cNvPr>
                <p14:cNvContentPartPr/>
                <p14:nvPr/>
              </p14:nvContentPartPr>
              <p14:xfrm>
                <a:off x="1741838" y="476745"/>
                <a:ext cx="206640" cy="118440"/>
              </p14:xfrm>
            </p:contentPart>
          </mc:Choice>
          <mc:Fallback>
            <p:pic>
              <p:nvPicPr>
                <p:cNvPr id="22" name="Ink 21">
                  <a:extLst>
                    <a:ext uri="{FF2B5EF4-FFF2-40B4-BE49-F238E27FC236}">
                      <a16:creationId xmlns:a16="http://schemas.microsoft.com/office/drawing/2014/main" id="{C544BC74-A3C5-E220-43A9-68E39796B7A9}"/>
                    </a:ext>
                  </a:extLst>
                </p:cNvPr>
                <p:cNvPicPr/>
                <p:nvPr/>
              </p:nvPicPr>
              <p:blipFill>
                <a:blip r:embed="rId137"/>
                <a:stretch>
                  <a:fillRect/>
                </a:stretch>
              </p:blipFill>
              <p:spPr>
                <a:xfrm>
                  <a:off x="1733198" y="467745"/>
                  <a:ext cx="224280" cy="13608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23" name="Ink 22">
                  <a:extLst>
                    <a:ext uri="{FF2B5EF4-FFF2-40B4-BE49-F238E27FC236}">
                      <a16:creationId xmlns:a16="http://schemas.microsoft.com/office/drawing/2014/main" id="{896FD470-B7BE-B34E-A404-EE487DB1875F}"/>
                    </a:ext>
                  </a:extLst>
                </p14:cNvPr>
                <p14:cNvContentPartPr/>
                <p14:nvPr/>
              </p14:nvContentPartPr>
              <p14:xfrm>
                <a:off x="2313878" y="217185"/>
                <a:ext cx="259920" cy="307800"/>
              </p14:xfrm>
            </p:contentPart>
          </mc:Choice>
          <mc:Fallback>
            <p:pic>
              <p:nvPicPr>
                <p:cNvPr id="23" name="Ink 22">
                  <a:extLst>
                    <a:ext uri="{FF2B5EF4-FFF2-40B4-BE49-F238E27FC236}">
                      <a16:creationId xmlns:a16="http://schemas.microsoft.com/office/drawing/2014/main" id="{896FD470-B7BE-B34E-A404-EE487DB1875F}"/>
                    </a:ext>
                  </a:extLst>
                </p:cNvPr>
                <p:cNvPicPr/>
                <p:nvPr/>
              </p:nvPicPr>
              <p:blipFill>
                <a:blip r:embed="rId139"/>
                <a:stretch>
                  <a:fillRect/>
                </a:stretch>
              </p:blipFill>
              <p:spPr>
                <a:xfrm>
                  <a:off x="2305238" y="208545"/>
                  <a:ext cx="277560" cy="32544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24" name="Ink 23">
                  <a:extLst>
                    <a:ext uri="{FF2B5EF4-FFF2-40B4-BE49-F238E27FC236}">
                      <a16:creationId xmlns:a16="http://schemas.microsoft.com/office/drawing/2014/main" id="{D36A7602-80BC-C080-CC41-667711D1C5FF}"/>
                    </a:ext>
                  </a:extLst>
                </p14:cNvPr>
                <p14:cNvContentPartPr/>
                <p14:nvPr/>
              </p14:nvContentPartPr>
              <p14:xfrm>
                <a:off x="2613038" y="414465"/>
                <a:ext cx="93240" cy="34560"/>
              </p14:xfrm>
            </p:contentPart>
          </mc:Choice>
          <mc:Fallback>
            <p:pic>
              <p:nvPicPr>
                <p:cNvPr id="24" name="Ink 23">
                  <a:extLst>
                    <a:ext uri="{FF2B5EF4-FFF2-40B4-BE49-F238E27FC236}">
                      <a16:creationId xmlns:a16="http://schemas.microsoft.com/office/drawing/2014/main" id="{D36A7602-80BC-C080-CC41-667711D1C5FF}"/>
                    </a:ext>
                  </a:extLst>
                </p:cNvPr>
                <p:cNvPicPr/>
                <p:nvPr/>
              </p:nvPicPr>
              <p:blipFill>
                <a:blip r:embed="rId141"/>
                <a:stretch>
                  <a:fillRect/>
                </a:stretch>
              </p:blipFill>
              <p:spPr>
                <a:xfrm>
                  <a:off x="2604038" y="405825"/>
                  <a:ext cx="110880" cy="5220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25" name="Ink 24">
                  <a:extLst>
                    <a:ext uri="{FF2B5EF4-FFF2-40B4-BE49-F238E27FC236}">
                      <a16:creationId xmlns:a16="http://schemas.microsoft.com/office/drawing/2014/main" id="{E4711755-F6D9-546D-FFD1-FF39D8A4838D}"/>
                    </a:ext>
                  </a:extLst>
                </p14:cNvPr>
                <p14:cNvContentPartPr/>
                <p14:nvPr/>
              </p14:nvContentPartPr>
              <p14:xfrm>
                <a:off x="2517278" y="393225"/>
                <a:ext cx="265320" cy="279360"/>
              </p14:xfrm>
            </p:contentPart>
          </mc:Choice>
          <mc:Fallback>
            <p:pic>
              <p:nvPicPr>
                <p:cNvPr id="25" name="Ink 24">
                  <a:extLst>
                    <a:ext uri="{FF2B5EF4-FFF2-40B4-BE49-F238E27FC236}">
                      <a16:creationId xmlns:a16="http://schemas.microsoft.com/office/drawing/2014/main" id="{E4711755-F6D9-546D-FFD1-FF39D8A4838D}"/>
                    </a:ext>
                  </a:extLst>
                </p:cNvPr>
                <p:cNvPicPr/>
                <p:nvPr/>
              </p:nvPicPr>
              <p:blipFill>
                <a:blip r:embed="rId143"/>
                <a:stretch>
                  <a:fillRect/>
                </a:stretch>
              </p:blipFill>
              <p:spPr>
                <a:xfrm>
                  <a:off x="2508278" y="384225"/>
                  <a:ext cx="282960" cy="29700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26" name="Ink 25">
                  <a:extLst>
                    <a:ext uri="{FF2B5EF4-FFF2-40B4-BE49-F238E27FC236}">
                      <a16:creationId xmlns:a16="http://schemas.microsoft.com/office/drawing/2014/main" id="{D2582E64-5E90-83A3-55E8-B587014C575E}"/>
                    </a:ext>
                  </a:extLst>
                </p14:cNvPr>
                <p14:cNvContentPartPr/>
                <p14:nvPr/>
              </p14:nvContentPartPr>
              <p14:xfrm>
                <a:off x="2770718" y="390705"/>
                <a:ext cx="155160" cy="184320"/>
              </p14:xfrm>
            </p:contentPart>
          </mc:Choice>
          <mc:Fallback>
            <p:pic>
              <p:nvPicPr>
                <p:cNvPr id="26" name="Ink 25">
                  <a:extLst>
                    <a:ext uri="{FF2B5EF4-FFF2-40B4-BE49-F238E27FC236}">
                      <a16:creationId xmlns:a16="http://schemas.microsoft.com/office/drawing/2014/main" id="{D2582E64-5E90-83A3-55E8-B587014C575E}"/>
                    </a:ext>
                  </a:extLst>
                </p:cNvPr>
                <p:cNvPicPr/>
                <p:nvPr/>
              </p:nvPicPr>
              <p:blipFill>
                <a:blip r:embed="rId145"/>
                <a:stretch>
                  <a:fillRect/>
                </a:stretch>
              </p:blipFill>
              <p:spPr>
                <a:xfrm>
                  <a:off x="2762078" y="381705"/>
                  <a:ext cx="172800" cy="20196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27" name="Ink 26">
                  <a:extLst>
                    <a:ext uri="{FF2B5EF4-FFF2-40B4-BE49-F238E27FC236}">
                      <a16:creationId xmlns:a16="http://schemas.microsoft.com/office/drawing/2014/main" id="{FDCC10D5-7BA4-113F-DCA6-C952F5D0BEC0}"/>
                    </a:ext>
                  </a:extLst>
                </p14:cNvPr>
                <p14:cNvContentPartPr/>
                <p14:nvPr/>
              </p14:nvContentPartPr>
              <p14:xfrm>
                <a:off x="2993198" y="225825"/>
                <a:ext cx="144000" cy="340200"/>
              </p14:xfrm>
            </p:contentPart>
          </mc:Choice>
          <mc:Fallback>
            <p:pic>
              <p:nvPicPr>
                <p:cNvPr id="27" name="Ink 26">
                  <a:extLst>
                    <a:ext uri="{FF2B5EF4-FFF2-40B4-BE49-F238E27FC236}">
                      <a16:creationId xmlns:a16="http://schemas.microsoft.com/office/drawing/2014/main" id="{FDCC10D5-7BA4-113F-DCA6-C952F5D0BEC0}"/>
                    </a:ext>
                  </a:extLst>
                </p:cNvPr>
                <p:cNvPicPr/>
                <p:nvPr/>
              </p:nvPicPr>
              <p:blipFill>
                <a:blip r:embed="rId147"/>
                <a:stretch>
                  <a:fillRect/>
                </a:stretch>
              </p:blipFill>
              <p:spPr>
                <a:xfrm>
                  <a:off x="2984558" y="216825"/>
                  <a:ext cx="161640" cy="35784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28" name="Ink 27">
                  <a:extLst>
                    <a:ext uri="{FF2B5EF4-FFF2-40B4-BE49-F238E27FC236}">
                      <a16:creationId xmlns:a16="http://schemas.microsoft.com/office/drawing/2014/main" id="{964186B6-B48F-6818-A8D5-5718382846AD}"/>
                    </a:ext>
                  </a:extLst>
                </p14:cNvPr>
                <p14:cNvContentPartPr/>
                <p14:nvPr/>
              </p14:nvContentPartPr>
              <p14:xfrm>
                <a:off x="2987798" y="446145"/>
                <a:ext cx="229320" cy="84240"/>
              </p14:xfrm>
            </p:contentPart>
          </mc:Choice>
          <mc:Fallback>
            <p:pic>
              <p:nvPicPr>
                <p:cNvPr id="28" name="Ink 27">
                  <a:extLst>
                    <a:ext uri="{FF2B5EF4-FFF2-40B4-BE49-F238E27FC236}">
                      <a16:creationId xmlns:a16="http://schemas.microsoft.com/office/drawing/2014/main" id="{964186B6-B48F-6818-A8D5-5718382846AD}"/>
                    </a:ext>
                  </a:extLst>
                </p:cNvPr>
                <p:cNvPicPr/>
                <p:nvPr/>
              </p:nvPicPr>
              <p:blipFill>
                <a:blip r:embed="rId149"/>
                <a:stretch>
                  <a:fillRect/>
                </a:stretch>
              </p:blipFill>
              <p:spPr>
                <a:xfrm>
                  <a:off x="2978798" y="437145"/>
                  <a:ext cx="246960" cy="10188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29" name="Ink 28">
                  <a:extLst>
                    <a:ext uri="{FF2B5EF4-FFF2-40B4-BE49-F238E27FC236}">
                      <a16:creationId xmlns:a16="http://schemas.microsoft.com/office/drawing/2014/main" id="{128F4A48-FB81-41A6-B137-0FE3CCABC0A8}"/>
                    </a:ext>
                  </a:extLst>
                </p14:cNvPr>
                <p14:cNvContentPartPr/>
                <p14:nvPr/>
              </p14:nvContentPartPr>
              <p14:xfrm>
                <a:off x="3328358" y="434985"/>
                <a:ext cx="358560" cy="86040"/>
              </p14:xfrm>
            </p:contentPart>
          </mc:Choice>
          <mc:Fallback>
            <p:pic>
              <p:nvPicPr>
                <p:cNvPr id="29" name="Ink 28">
                  <a:extLst>
                    <a:ext uri="{FF2B5EF4-FFF2-40B4-BE49-F238E27FC236}">
                      <a16:creationId xmlns:a16="http://schemas.microsoft.com/office/drawing/2014/main" id="{128F4A48-FB81-41A6-B137-0FE3CCABC0A8}"/>
                    </a:ext>
                  </a:extLst>
                </p:cNvPr>
                <p:cNvPicPr/>
                <p:nvPr/>
              </p:nvPicPr>
              <p:blipFill>
                <a:blip r:embed="rId151"/>
                <a:stretch>
                  <a:fillRect/>
                </a:stretch>
              </p:blipFill>
              <p:spPr>
                <a:xfrm>
                  <a:off x="3319718" y="426345"/>
                  <a:ext cx="376200" cy="10368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96" name="Ink 95">
                  <a:extLst>
                    <a:ext uri="{FF2B5EF4-FFF2-40B4-BE49-F238E27FC236}">
                      <a16:creationId xmlns:a16="http://schemas.microsoft.com/office/drawing/2014/main" id="{9C9193CB-DB95-B855-1200-7065AF0925CE}"/>
                    </a:ext>
                  </a:extLst>
                </p14:cNvPr>
                <p14:cNvContentPartPr/>
                <p14:nvPr/>
              </p14:nvContentPartPr>
              <p14:xfrm>
                <a:off x="782078" y="689865"/>
                <a:ext cx="2983680" cy="207000"/>
              </p14:xfrm>
            </p:contentPart>
          </mc:Choice>
          <mc:Fallback>
            <p:pic>
              <p:nvPicPr>
                <p:cNvPr id="96" name="Ink 95">
                  <a:extLst>
                    <a:ext uri="{FF2B5EF4-FFF2-40B4-BE49-F238E27FC236}">
                      <a16:creationId xmlns:a16="http://schemas.microsoft.com/office/drawing/2014/main" id="{9C9193CB-DB95-B855-1200-7065AF0925CE}"/>
                    </a:ext>
                  </a:extLst>
                </p:cNvPr>
                <p:cNvPicPr/>
                <p:nvPr/>
              </p:nvPicPr>
              <p:blipFill>
                <a:blip r:embed="rId153"/>
                <a:stretch>
                  <a:fillRect/>
                </a:stretch>
              </p:blipFill>
              <p:spPr>
                <a:xfrm>
                  <a:off x="773078" y="680865"/>
                  <a:ext cx="3001320" cy="224640"/>
                </a:xfrm>
                <a:prstGeom prst="rect">
                  <a:avLst/>
                </a:prstGeom>
              </p:spPr>
            </p:pic>
          </mc:Fallback>
        </mc:AlternateContent>
      </p:grpSp>
    </p:spTree>
    <p:extLst>
      <p:ext uri="{BB962C8B-B14F-4D97-AF65-F5344CB8AC3E}">
        <p14:creationId xmlns:p14="http://schemas.microsoft.com/office/powerpoint/2010/main" val="470679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Key factors in evaluating </a:t>
            </a:r>
            <a:br>
              <a:rPr lang="en-US" dirty="0"/>
            </a:br>
            <a:r>
              <a:rPr lang="en-US" dirty="0"/>
              <a:t>Vendors for MIS</a:t>
            </a:r>
          </a:p>
        </p:txBody>
      </p:sp>
      <p:sp>
        <p:nvSpPr>
          <p:cNvPr id="3" name="Content Placeholder 2"/>
          <p:cNvSpPr>
            <a:spLocks noGrp="1"/>
          </p:cNvSpPr>
          <p:nvPr>
            <p:ph idx="1"/>
          </p:nvPr>
        </p:nvSpPr>
        <p:spPr/>
        <p:txBody>
          <a:bodyPr>
            <a:normAutofit fontScale="70000" lnSpcReduction="20000"/>
          </a:bodyPr>
          <a:lstStyle/>
          <a:p>
            <a:r>
              <a:rPr lang="en-US" dirty="0"/>
              <a:t>Possess long-range plans for support of the product.</a:t>
            </a:r>
          </a:p>
          <a:p>
            <a:r>
              <a:rPr lang="en-US" dirty="0"/>
              <a:t>Possess a good corporate reputation for reliability</a:t>
            </a:r>
          </a:p>
          <a:p>
            <a:r>
              <a:rPr lang="en-US" dirty="0"/>
              <a:t>Reflect financial stability</a:t>
            </a:r>
          </a:p>
          <a:p>
            <a:r>
              <a:rPr lang="en-US" dirty="0"/>
              <a:t>Possess a high credibility rating in the industry</a:t>
            </a:r>
          </a:p>
          <a:p>
            <a:r>
              <a:rPr lang="en-US" dirty="0"/>
              <a:t>Provide staff with in-depth industrial knowledge and background</a:t>
            </a:r>
          </a:p>
          <a:p>
            <a:r>
              <a:rPr lang="en-US" dirty="0"/>
              <a:t>Possess an intimate knowledge of their product</a:t>
            </a:r>
          </a:p>
          <a:p>
            <a:r>
              <a:rPr lang="en-US" dirty="0"/>
              <a:t>Be totally committed to the support of the product</a:t>
            </a:r>
          </a:p>
          <a:p>
            <a:r>
              <a:rPr lang="en-US" dirty="0"/>
              <a:t>Be easily accessible and available to clients</a:t>
            </a:r>
          </a:p>
          <a:p>
            <a:r>
              <a:rPr lang="en-US" dirty="0"/>
              <a:t>Provide an effective implementation program</a:t>
            </a:r>
          </a:p>
          <a:p>
            <a:r>
              <a:rPr lang="en-US" dirty="0"/>
              <a:t>Provide additional services as needed to support the product</a:t>
            </a:r>
          </a:p>
          <a:p>
            <a:r>
              <a:rPr lang="en-US" dirty="0"/>
              <a:t>Maintain effective communication with users</a:t>
            </a:r>
          </a:p>
          <a:p>
            <a:r>
              <a:rPr lang="en-US" dirty="0"/>
              <a:t>Encourage user interaction and involvement</a:t>
            </a:r>
          </a:p>
          <a:p>
            <a:r>
              <a:rPr lang="en-US" dirty="0"/>
              <a:t>Provide for a well-defined maintenance plan</a:t>
            </a:r>
          </a:p>
        </p:txBody>
      </p:sp>
      <p:sp>
        <p:nvSpPr>
          <p:cNvPr id="4" name="Slide Number Placeholder 3"/>
          <p:cNvSpPr>
            <a:spLocks noGrp="1"/>
          </p:cNvSpPr>
          <p:nvPr>
            <p:ph type="sldNum" sz="quarter" idx="12"/>
          </p:nvPr>
        </p:nvSpPr>
        <p:spPr/>
        <p:txBody>
          <a:bodyPr/>
          <a:lstStyle/>
          <a:p>
            <a:fld id="{B274294F-3089-4B37-AA52-685724062AD9}"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5184F5-4A26-7818-99ED-8296D8F86553}"/>
              </a:ext>
            </a:extLst>
          </p:cNvPr>
          <p:cNvSpPr>
            <a:spLocks noGrp="1"/>
          </p:cNvSpPr>
          <p:nvPr>
            <p:ph type="sldNum" sz="quarter" idx="12"/>
          </p:nvPr>
        </p:nvSpPr>
        <p:spPr/>
        <p:txBody>
          <a:bodyPr/>
          <a:lstStyle/>
          <a:p>
            <a:fld id="{B274294F-3089-4B37-AA52-685724062AD9}" type="slidenum">
              <a:rPr lang="en-US" smtClean="0"/>
              <a:pPr/>
              <a:t>5</a:t>
            </a:fld>
            <a:endParaRPr lang="en-US"/>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1B19CDF0-A55B-8D0A-DFCB-B9F0541C359A}"/>
                  </a:ext>
                </a:extLst>
              </p14:cNvPr>
              <p14:cNvContentPartPr/>
              <p14:nvPr/>
            </p14:nvContentPartPr>
            <p14:xfrm>
              <a:off x="2543276" y="1711667"/>
              <a:ext cx="351000" cy="386640"/>
            </p14:xfrm>
          </p:contentPart>
        </mc:Choice>
        <mc:Fallback>
          <p:pic>
            <p:nvPicPr>
              <p:cNvPr id="3" name="Ink 2">
                <a:extLst>
                  <a:ext uri="{FF2B5EF4-FFF2-40B4-BE49-F238E27FC236}">
                    <a16:creationId xmlns:a16="http://schemas.microsoft.com/office/drawing/2014/main" id="{1B19CDF0-A55B-8D0A-DFCB-B9F0541C359A}"/>
                  </a:ext>
                </a:extLst>
              </p:cNvPr>
              <p:cNvPicPr/>
              <p:nvPr/>
            </p:nvPicPr>
            <p:blipFill>
              <a:blip r:embed="rId3"/>
              <a:stretch>
                <a:fillRect/>
              </a:stretch>
            </p:blipFill>
            <p:spPr>
              <a:xfrm>
                <a:off x="2534276" y="1703027"/>
                <a:ext cx="368640" cy="4042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6CBB388F-EC90-1B4E-BEB3-67657BD23F7B}"/>
                  </a:ext>
                </a:extLst>
              </p14:cNvPr>
              <p14:cNvContentPartPr/>
              <p14:nvPr/>
            </p14:nvContentPartPr>
            <p14:xfrm>
              <a:off x="2939636" y="1914347"/>
              <a:ext cx="77400" cy="68040"/>
            </p14:xfrm>
          </p:contentPart>
        </mc:Choice>
        <mc:Fallback>
          <p:pic>
            <p:nvPicPr>
              <p:cNvPr id="4" name="Ink 3">
                <a:extLst>
                  <a:ext uri="{FF2B5EF4-FFF2-40B4-BE49-F238E27FC236}">
                    <a16:creationId xmlns:a16="http://schemas.microsoft.com/office/drawing/2014/main" id="{6CBB388F-EC90-1B4E-BEB3-67657BD23F7B}"/>
                  </a:ext>
                </a:extLst>
              </p:cNvPr>
              <p:cNvPicPr/>
              <p:nvPr/>
            </p:nvPicPr>
            <p:blipFill>
              <a:blip r:embed="rId5"/>
              <a:stretch>
                <a:fillRect/>
              </a:stretch>
            </p:blipFill>
            <p:spPr>
              <a:xfrm>
                <a:off x="2930636" y="1905707"/>
                <a:ext cx="95040" cy="856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42DFD4FD-F593-D909-30E5-88D1A341B19D}"/>
                  </a:ext>
                </a:extLst>
              </p14:cNvPr>
              <p14:cNvContentPartPr/>
              <p14:nvPr/>
            </p14:nvContentPartPr>
            <p14:xfrm>
              <a:off x="2822636" y="1896347"/>
              <a:ext cx="262800" cy="339120"/>
            </p14:xfrm>
          </p:contentPart>
        </mc:Choice>
        <mc:Fallback>
          <p:pic>
            <p:nvPicPr>
              <p:cNvPr id="5" name="Ink 4">
                <a:extLst>
                  <a:ext uri="{FF2B5EF4-FFF2-40B4-BE49-F238E27FC236}">
                    <a16:creationId xmlns:a16="http://schemas.microsoft.com/office/drawing/2014/main" id="{42DFD4FD-F593-D909-30E5-88D1A341B19D}"/>
                  </a:ext>
                </a:extLst>
              </p:cNvPr>
              <p:cNvPicPr/>
              <p:nvPr/>
            </p:nvPicPr>
            <p:blipFill>
              <a:blip r:embed="rId7"/>
              <a:stretch>
                <a:fillRect/>
              </a:stretch>
            </p:blipFill>
            <p:spPr>
              <a:xfrm>
                <a:off x="2813996" y="1887707"/>
                <a:ext cx="280440" cy="3567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ABB79D18-7310-7EF5-345E-678DF85D7EAC}"/>
                  </a:ext>
                </a:extLst>
              </p14:cNvPr>
              <p14:cNvContentPartPr/>
              <p14:nvPr/>
            </p14:nvContentPartPr>
            <p14:xfrm>
              <a:off x="3138356" y="1764227"/>
              <a:ext cx="206640" cy="204840"/>
            </p14:xfrm>
          </p:contentPart>
        </mc:Choice>
        <mc:Fallback>
          <p:pic>
            <p:nvPicPr>
              <p:cNvPr id="6" name="Ink 5">
                <a:extLst>
                  <a:ext uri="{FF2B5EF4-FFF2-40B4-BE49-F238E27FC236}">
                    <a16:creationId xmlns:a16="http://schemas.microsoft.com/office/drawing/2014/main" id="{ABB79D18-7310-7EF5-345E-678DF85D7EAC}"/>
                  </a:ext>
                </a:extLst>
              </p:cNvPr>
              <p:cNvPicPr/>
              <p:nvPr/>
            </p:nvPicPr>
            <p:blipFill>
              <a:blip r:embed="rId9"/>
              <a:stretch>
                <a:fillRect/>
              </a:stretch>
            </p:blipFill>
            <p:spPr>
              <a:xfrm>
                <a:off x="3129356" y="1755587"/>
                <a:ext cx="224280" cy="2224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DEF4977D-9D01-E096-2EA5-42CFA35466AE}"/>
                  </a:ext>
                </a:extLst>
              </p14:cNvPr>
              <p14:cNvContentPartPr/>
              <p14:nvPr/>
            </p14:nvContentPartPr>
            <p14:xfrm>
              <a:off x="3341756" y="1850987"/>
              <a:ext cx="94320" cy="122040"/>
            </p14:xfrm>
          </p:contentPart>
        </mc:Choice>
        <mc:Fallback>
          <p:pic>
            <p:nvPicPr>
              <p:cNvPr id="7" name="Ink 6">
                <a:extLst>
                  <a:ext uri="{FF2B5EF4-FFF2-40B4-BE49-F238E27FC236}">
                    <a16:creationId xmlns:a16="http://schemas.microsoft.com/office/drawing/2014/main" id="{DEF4977D-9D01-E096-2EA5-42CFA35466AE}"/>
                  </a:ext>
                </a:extLst>
              </p:cNvPr>
              <p:cNvPicPr/>
              <p:nvPr/>
            </p:nvPicPr>
            <p:blipFill>
              <a:blip r:embed="rId11"/>
              <a:stretch>
                <a:fillRect/>
              </a:stretch>
            </p:blipFill>
            <p:spPr>
              <a:xfrm>
                <a:off x="3332756" y="1841987"/>
                <a:ext cx="111960" cy="1396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4B8363D8-19AE-A2CD-8063-FF942296F982}"/>
                  </a:ext>
                </a:extLst>
              </p14:cNvPr>
              <p14:cNvContentPartPr/>
              <p14:nvPr/>
            </p14:nvContentPartPr>
            <p14:xfrm>
              <a:off x="3450476" y="1839467"/>
              <a:ext cx="214200" cy="524880"/>
            </p14:xfrm>
          </p:contentPart>
        </mc:Choice>
        <mc:Fallback>
          <p:pic>
            <p:nvPicPr>
              <p:cNvPr id="8" name="Ink 7">
                <a:extLst>
                  <a:ext uri="{FF2B5EF4-FFF2-40B4-BE49-F238E27FC236}">
                    <a16:creationId xmlns:a16="http://schemas.microsoft.com/office/drawing/2014/main" id="{4B8363D8-19AE-A2CD-8063-FF942296F982}"/>
                  </a:ext>
                </a:extLst>
              </p:cNvPr>
              <p:cNvPicPr/>
              <p:nvPr/>
            </p:nvPicPr>
            <p:blipFill>
              <a:blip r:embed="rId13"/>
              <a:stretch>
                <a:fillRect/>
              </a:stretch>
            </p:blipFill>
            <p:spPr>
              <a:xfrm>
                <a:off x="3441836" y="1830467"/>
                <a:ext cx="231840" cy="5425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4" name="Ink 13">
                <a:extLst>
                  <a:ext uri="{FF2B5EF4-FFF2-40B4-BE49-F238E27FC236}">
                    <a16:creationId xmlns:a16="http://schemas.microsoft.com/office/drawing/2014/main" id="{B2D5C550-010B-6F5E-CE5F-09A78526300E}"/>
                  </a:ext>
                </a:extLst>
              </p14:cNvPr>
              <p14:cNvContentPartPr/>
              <p14:nvPr/>
            </p14:nvContentPartPr>
            <p14:xfrm>
              <a:off x="5297996" y="2511227"/>
              <a:ext cx="360" cy="457920"/>
            </p14:xfrm>
          </p:contentPart>
        </mc:Choice>
        <mc:Fallback>
          <p:pic>
            <p:nvPicPr>
              <p:cNvPr id="14" name="Ink 13">
                <a:extLst>
                  <a:ext uri="{FF2B5EF4-FFF2-40B4-BE49-F238E27FC236}">
                    <a16:creationId xmlns:a16="http://schemas.microsoft.com/office/drawing/2014/main" id="{B2D5C550-010B-6F5E-CE5F-09A78526300E}"/>
                  </a:ext>
                </a:extLst>
              </p:cNvPr>
              <p:cNvPicPr/>
              <p:nvPr/>
            </p:nvPicPr>
            <p:blipFill>
              <a:blip r:embed="rId15"/>
              <a:stretch>
                <a:fillRect/>
              </a:stretch>
            </p:blipFill>
            <p:spPr>
              <a:xfrm>
                <a:off x="5288996" y="2502227"/>
                <a:ext cx="18000" cy="4755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5" name="Ink 14">
                <a:extLst>
                  <a:ext uri="{FF2B5EF4-FFF2-40B4-BE49-F238E27FC236}">
                    <a16:creationId xmlns:a16="http://schemas.microsoft.com/office/drawing/2014/main" id="{AF100EFE-5F03-274B-C958-D329D92718F7}"/>
                  </a:ext>
                </a:extLst>
              </p14:cNvPr>
              <p14:cNvContentPartPr/>
              <p14:nvPr/>
            </p14:nvContentPartPr>
            <p14:xfrm>
              <a:off x="5382236" y="2309987"/>
              <a:ext cx="1346760" cy="262080"/>
            </p14:xfrm>
          </p:contentPart>
        </mc:Choice>
        <mc:Fallback>
          <p:pic>
            <p:nvPicPr>
              <p:cNvPr id="15" name="Ink 14">
                <a:extLst>
                  <a:ext uri="{FF2B5EF4-FFF2-40B4-BE49-F238E27FC236}">
                    <a16:creationId xmlns:a16="http://schemas.microsoft.com/office/drawing/2014/main" id="{AF100EFE-5F03-274B-C958-D329D92718F7}"/>
                  </a:ext>
                </a:extLst>
              </p:cNvPr>
              <p:cNvPicPr/>
              <p:nvPr/>
            </p:nvPicPr>
            <p:blipFill>
              <a:blip r:embed="rId17"/>
              <a:stretch>
                <a:fillRect/>
              </a:stretch>
            </p:blipFill>
            <p:spPr>
              <a:xfrm>
                <a:off x="5373236" y="2300987"/>
                <a:ext cx="1364400" cy="2797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7" name="Ink 16">
                <a:extLst>
                  <a:ext uri="{FF2B5EF4-FFF2-40B4-BE49-F238E27FC236}">
                    <a16:creationId xmlns:a16="http://schemas.microsoft.com/office/drawing/2014/main" id="{6C2CBCAB-885E-784D-F369-EDCEF118F204}"/>
                  </a:ext>
                </a:extLst>
              </p14:cNvPr>
              <p14:cNvContentPartPr/>
              <p14:nvPr/>
            </p14:nvContentPartPr>
            <p14:xfrm>
              <a:off x="5375036" y="2645867"/>
              <a:ext cx="1286640" cy="398160"/>
            </p14:xfrm>
          </p:contentPart>
        </mc:Choice>
        <mc:Fallback>
          <p:pic>
            <p:nvPicPr>
              <p:cNvPr id="17" name="Ink 16">
                <a:extLst>
                  <a:ext uri="{FF2B5EF4-FFF2-40B4-BE49-F238E27FC236}">
                    <a16:creationId xmlns:a16="http://schemas.microsoft.com/office/drawing/2014/main" id="{6C2CBCAB-885E-784D-F369-EDCEF118F204}"/>
                  </a:ext>
                </a:extLst>
              </p:cNvPr>
              <p:cNvPicPr/>
              <p:nvPr/>
            </p:nvPicPr>
            <p:blipFill>
              <a:blip r:embed="rId19"/>
              <a:stretch>
                <a:fillRect/>
              </a:stretch>
            </p:blipFill>
            <p:spPr>
              <a:xfrm>
                <a:off x="5366036" y="2637227"/>
                <a:ext cx="1304280" cy="4158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9" name="Ink 18">
                <a:extLst>
                  <a:ext uri="{FF2B5EF4-FFF2-40B4-BE49-F238E27FC236}">
                    <a16:creationId xmlns:a16="http://schemas.microsoft.com/office/drawing/2014/main" id="{D77FF95C-FA64-B7AE-3653-72BD300997F8}"/>
                  </a:ext>
                </a:extLst>
              </p14:cNvPr>
              <p14:cNvContentPartPr/>
              <p14:nvPr/>
            </p14:nvContentPartPr>
            <p14:xfrm>
              <a:off x="5511836" y="1829027"/>
              <a:ext cx="45720" cy="262080"/>
            </p14:xfrm>
          </p:contentPart>
        </mc:Choice>
        <mc:Fallback>
          <p:pic>
            <p:nvPicPr>
              <p:cNvPr id="19" name="Ink 18">
                <a:extLst>
                  <a:ext uri="{FF2B5EF4-FFF2-40B4-BE49-F238E27FC236}">
                    <a16:creationId xmlns:a16="http://schemas.microsoft.com/office/drawing/2014/main" id="{D77FF95C-FA64-B7AE-3653-72BD300997F8}"/>
                  </a:ext>
                </a:extLst>
              </p:cNvPr>
              <p:cNvPicPr/>
              <p:nvPr/>
            </p:nvPicPr>
            <p:blipFill>
              <a:blip r:embed="rId21"/>
              <a:stretch>
                <a:fillRect/>
              </a:stretch>
            </p:blipFill>
            <p:spPr>
              <a:xfrm>
                <a:off x="5503196" y="1820387"/>
                <a:ext cx="63360" cy="2797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0" name="Ink 19">
                <a:extLst>
                  <a:ext uri="{FF2B5EF4-FFF2-40B4-BE49-F238E27FC236}">
                    <a16:creationId xmlns:a16="http://schemas.microsoft.com/office/drawing/2014/main" id="{D0D56106-72BF-8F5B-75FE-2A156398D85F}"/>
                  </a:ext>
                </a:extLst>
              </p14:cNvPr>
              <p14:cNvContentPartPr/>
              <p14:nvPr/>
            </p14:nvContentPartPr>
            <p14:xfrm>
              <a:off x="5645756" y="1682867"/>
              <a:ext cx="248400" cy="44640"/>
            </p14:xfrm>
          </p:contentPart>
        </mc:Choice>
        <mc:Fallback>
          <p:pic>
            <p:nvPicPr>
              <p:cNvPr id="20" name="Ink 19">
                <a:extLst>
                  <a:ext uri="{FF2B5EF4-FFF2-40B4-BE49-F238E27FC236}">
                    <a16:creationId xmlns:a16="http://schemas.microsoft.com/office/drawing/2014/main" id="{D0D56106-72BF-8F5B-75FE-2A156398D85F}"/>
                  </a:ext>
                </a:extLst>
              </p:cNvPr>
              <p:cNvPicPr/>
              <p:nvPr/>
            </p:nvPicPr>
            <p:blipFill>
              <a:blip r:embed="rId23"/>
              <a:stretch>
                <a:fillRect/>
              </a:stretch>
            </p:blipFill>
            <p:spPr>
              <a:xfrm>
                <a:off x="5637116" y="1674227"/>
                <a:ext cx="266040" cy="622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1" name="Ink 20">
                <a:extLst>
                  <a:ext uri="{FF2B5EF4-FFF2-40B4-BE49-F238E27FC236}">
                    <a16:creationId xmlns:a16="http://schemas.microsoft.com/office/drawing/2014/main" id="{1744F9BA-457C-53D8-7EDE-0B9B230C4CEE}"/>
                  </a:ext>
                </a:extLst>
              </p14:cNvPr>
              <p14:cNvContentPartPr/>
              <p14:nvPr/>
            </p14:nvContentPartPr>
            <p14:xfrm>
              <a:off x="5563316" y="1890227"/>
              <a:ext cx="257040" cy="101880"/>
            </p14:xfrm>
          </p:contentPart>
        </mc:Choice>
        <mc:Fallback>
          <p:pic>
            <p:nvPicPr>
              <p:cNvPr id="21" name="Ink 20">
                <a:extLst>
                  <a:ext uri="{FF2B5EF4-FFF2-40B4-BE49-F238E27FC236}">
                    <a16:creationId xmlns:a16="http://schemas.microsoft.com/office/drawing/2014/main" id="{1744F9BA-457C-53D8-7EDE-0B9B230C4CEE}"/>
                  </a:ext>
                </a:extLst>
              </p:cNvPr>
              <p:cNvPicPr/>
              <p:nvPr/>
            </p:nvPicPr>
            <p:blipFill>
              <a:blip r:embed="rId25"/>
              <a:stretch>
                <a:fillRect/>
              </a:stretch>
            </p:blipFill>
            <p:spPr>
              <a:xfrm>
                <a:off x="5554316" y="1881227"/>
                <a:ext cx="274680" cy="1195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2" name="Ink 21">
                <a:extLst>
                  <a:ext uri="{FF2B5EF4-FFF2-40B4-BE49-F238E27FC236}">
                    <a16:creationId xmlns:a16="http://schemas.microsoft.com/office/drawing/2014/main" id="{59F245FC-71C9-6A49-5610-487D7ECD0CF9}"/>
                  </a:ext>
                </a:extLst>
              </p14:cNvPr>
              <p14:cNvContentPartPr/>
              <p14:nvPr/>
            </p14:nvContentPartPr>
            <p14:xfrm>
              <a:off x="5902436" y="1747667"/>
              <a:ext cx="360" cy="123480"/>
            </p14:xfrm>
          </p:contentPart>
        </mc:Choice>
        <mc:Fallback>
          <p:pic>
            <p:nvPicPr>
              <p:cNvPr id="22" name="Ink 21">
                <a:extLst>
                  <a:ext uri="{FF2B5EF4-FFF2-40B4-BE49-F238E27FC236}">
                    <a16:creationId xmlns:a16="http://schemas.microsoft.com/office/drawing/2014/main" id="{59F245FC-71C9-6A49-5610-487D7ECD0CF9}"/>
                  </a:ext>
                </a:extLst>
              </p:cNvPr>
              <p:cNvPicPr/>
              <p:nvPr/>
            </p:nvPicPr>
            <p:blipFill>
              <a:blip r:embed="rId27"/>
              <a:stretch>
                <a:fillRect/>
              </a:stretch>
            </p:blipFill>
            <p:spPr>
              <a:xfrm>
                <a:off x="5893796" y="1738667"/>
                <a:ext cx="1800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3" name="Ink 22">
                <a:extLst>
                  <a:ext uri="{FF2B5EF4-FFF2-40B4-BE49-F238E27FC236}">
                    <a16:creationId xmlns:a16="http://schemas.microsoft.com/office/drawing/2014/main" id="{5A69C0F9-DE6A-8CA3-7962-0D291986DB1D}"/>
                  </a:ext>
                </a:extLst>
              </p14:cNvPr>
              <p14:cNvContentPartPr/>
              <p14:nvPr/>
            </p14:nvContentPartPr>
            <p14:xfrm>
              <a:off x="5876876" y="1908227"/>
              <a:ext cx="134280" cy="75960"/>
            </p14:xfrm>
          </p:contentPart>
        </mc:Choice>
        <mc:Fallback>
          <p:pic>
            <p:nvPicPr>
              <p:cNvPr id="23" name="Ink 22">
                <a:extLst>
                  <a:ext uri="{FF2B5EF4-FFF2-40B4-BE49-F238E27FC236}">
                    <a16:creationId xmlns:a16="http://schemas.microsoft.com/office/drawing/2014/main" id="{5A69C0F9-DE6A-8CA3-7962-0D291986DB1D}"/>
                  </a:ext>
                </a:extLst>
              </p:cNvPr>
              <p:cNvPicPr/>
              <p:nvPr/>
            </p:nvPicPr>
            <p:blipFill>
              <a:blip r:embed="rId29"/>
              <a:stretch>
                <a:fillRect/>
              </a:stretch>
            </p:blipFill>
            <p:spPr>
              <a:xfrm>
                <a:off x="5867876" y="1899227"/>
                <a:ext cx="151920" cy="936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4" name="Ink 23">
                <a:extLst>
                  <a:ext uri="{FF2B5EF4-FFF2-40B4-BE49-F238E27FC236}">
                    <a16:creationId xmlns:a16="http://schemas.microsoft.com/office/drawing/2014/main" id="{6EC9555F-8366-EF3E-C575-645920457DEE}"/>
                  </a:ext>
                </a:extLst>
              </p14:cNvPr>
              <p14:cNvContentPartPr/>
              <p14:nvPr/>
            </p14:nvContentPartPr>
            <p14:xfrm>
              <a:off x="6019436" y="1887707"/>
              <a:ext cx="131400" cy="135000"/>
            </p14:xfrm>
          </p:contentPart>
        </mc:Choice>
        <mc:Fallback>
          <p:pic>
            <p:nvPicPr>
              <p:cNvPr id="24" name="Ink 23">
                <a:extLst>
                  <a:ext uri="{FF2B5EF4-FFF2-40B4-BE49-F238E27FC236}">
                    <a16:creationId xmlns:a16="http://schemas.microsoft.com/office/drawing/2014/main" id="{6EC9555F-8366-EF3E-C575-645920457DEE}"/>
                  </a:ext>
                </a:extLst>
              </p:cNvPr>
              <p:cNvPicPr/>
              <p:nvPr/>
            </p:nvPicPr>
            <p:blipFill>
              <a:blip r:embed="rId31"/>
              <a:stretch>
                <a:fillRect/>
              </a:stretch>
            </p:blipFill>
            <p:spPr>
              <a:xfrm>
                <a:off x="6010796" y="1878707"/>
                <a:ext cx="14904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5" name="Ink 24">
                <a:extLst>
                  <a:ext uri="{FF2B5EF4-FFF2-40B4-BE49-F238E27FC236}">
                    <a16:creationId xmlns:a16="http://schemas.microsoft.com/office/drawing/2014/main" id="{F4590953-A1F0-D930-55E5-3E3225AC5BBB}"/>
                  </a:ext>
                </a:extLst>
              </p14:cNvPr>
              <p14:cNvContentPartPr/>
              <p14:nvPr/>
            </p14:nvContentPartPr>
            <p14:xfrm>
              <a:off x="6221756" y="1922267"/>
              <a:ext cx="157320" cy="97920"/>
            </p14:xfrm>
          </p:contentPart>
        </mc:Choice>
        <mc:Fallback>
          <p:pic>
            <p:nvPicPr>
              <p:cNvPr id="25" name="Ink 24">
                <a:extLst>
                  <a:ext uri="{FF2B5EF4-FFF2-40B4-BE49-F238E27FC236}">
                    <a16:creationId xmlns:a16="http://schemas.microsoft.com/office/drawing/2014/main" id="{F4590953-A1F0-D930-55E5-3E3225AC5BBB}"/>
                  </a:ext>
                </a:extLst>
              </p:cNvPr>
              <p:cNvPicPr/>
              <p:nvPr/>
            </p:nvPicPr>
            <p:blipFill>
              <a:blip r:embed="rId33"/>
              <a:stretch>
                <a:fillRect/>
              </a:stretch>
            </p:blipFill>
            <p:spPr>
              <a:xfrm>
                <a:off x="6213116" y="1913267"/>
                <a:ext cx="174960" cy="1155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6" name="Ink 25">
                <a:extLst>
                  <a:ext uri="{FF2B5EF4-FFF2-40B4-BE49-F238E27FC236}">
                    <a16:creationId xmlns:a16="http://schemas.microsoft.com/office/drawing/2014/main" id="{B3AC00A2-9E3A-48BA-6682-A8DA93C82F29}"/>
                  </a:ext>
                </a:extLst>
              </p14:cNvPr>
              <p14:cNvContentPartPr/>
              <p14:nvPr/>
            </p14:nvContentPartPr>
            <p14:xfrm>
              <a:off x="6423356" y="1912187"/>
              <a:ext cx="138240" cy="116640"/>
            </p14:xfrm>
          </p:contentPart>
        </mc:Choice>
        <mc:Fallback>
          <p:pic>
            <p:nvPicPr>
              <p:cNvPr id="26" name="Ink 25">
                <a:extLst>
                  <a:ext uri="{FF2B5EF4-FFF2-40B4-BE49-F238E27FC236}">
                    <a16:creationId xmlns:a16="http://schemas.microsoft.com/office/drawing/2014/main" id="{B3AC00A2-9E3A-48BA-6682-A8DA93C82F29}"/>
                  </a:ext>
                </a:extLst>
              </p:cNvPr>
              <p:cNvPicPr/>
              <p:nvPr/>
            </p:nvPicPr>
            <p:blipFill>
              <a:blip r:embed="rId35"/>
              <a:stretch>
                <a:fillRect/>
              </a:stretch>
            </p:blipFill>
            <p:spPr>
              <a:xfrm>
                <a:off x="6414716" y="1903547"/>
                <a:ext cx="155880" cy="1342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7" name="Ink 26">
                <a:extLst>
                  <a:ext uri="{FF2B5EF4-FFF2-40B4-BE49-F238E27FC236}">
                    <a16:creationId xmlns:a16="http://schemas.microsoft.com/office/drawing/2014/main" id="{116417EC-8C99-58DC-5E69-503261CAAB05}"/>
                  </a:ext>
                </a:extLst>
              </p14:cNvPr>
              <p14:cNvContentPartPr/>
              <p14:nvPr/>
            </p14:nvContentPartPr>
            <p14:xfrm>
              <a:off x="6626756" y="1751627"/>
              <a:ext cx="74520" cy="257040"/>
            </p14:xfrm>
          </p:contentPart>
        </mc:Choice>
        <mc:Fallback>
          <p:pic>
            <p:nvPicPr>
              <p:cNvPr id="27" name="Ink 26">
                <a:extLst>
                  <a:ext uri="{FF2B5EF4-FFF2-40B4-BE49-F238E27FC236}">
                    <a16:creationId xmlns:a16="http://schemas.microsoft.com/office/drawing/2014/main" id="{116417EC-8C99-58DC-5E69-503261CAAB05}"/>
                  </a:ext>
                </a:extLst>
              </p:cNvPr>
              <p:cNvPicPr/>
              <p:nvPr/>
            </p:nvPicPr>
            <p:blipFill>
              <a:blip r:embed="rId37"/>
              <a:stretch>
                <a:fillRect/>
              </a:stretch>
            </p:blipFill>
            <p:spPr>
              <a:xfrm>
                <a:off x="6618116" y="1742627"/>
                <a:ext cx="92160" cy="2746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8" name="Ink 27">
                <a:extLst>
                  <a:ext uri="{FF2B5EF4-FFF2-40B4-BE49-F238E27FC236}">
                    <a16:creationId xmlns:a16="http://schemas.microsoft.com/office/drawing/2014/main" id="{29473310-0B44-C586-E66C-15C1790C8666}"/>
                  </a:ext>
                </a:extLst>
              </p14:cNvPr>
              <p14:cNvContentPartPr/>
              <p14:nvPr/>
            </p14:nvContentPartPr>
            <p14:xfrm>
              <a:off x="6749516" y="1859267"/>
              <a:ext cx="137520" cy="108000"/>
            </p14:xfrm>
          </p:contentPart>
        </mc:Choice>
        <mc:Fallback>
          <p:pic>
            <p:nvPicPr>
              <p:cNvPr id="28" name="Ink 27">
                <a:extLst>
                  <a:ext uri="{FF2B5EF4-FFF2-40B4-BE49-F238E27FC236}">
                    <a16:creationId xmlns:a16="http://schemas.microsoft.com/office/drawing/2014/main" id="{29473310-0B44-C586-E66C-15C1790C8666}"/>
                  </a:ext>
                </a:extLst>
              </p:cNvPr>
              <p:cNvPicPr/>
              <p:nvPr/>
            </p:nvPicPr>
            <p:blipFill>
              <a:blip r:embed="rId39"/>
              <a:stretch>
                <a:fillRect/>
              </a:stretch>
            </p:blipFill>
            <p:spPr>
              <a:xfrm>
                <a:off x="6740516" y="1850627"/>
                <a:ext cx="15516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9" name="Ink 28">
                <a:extLst>
                  <a:ext uri="{FF2B5EF4-FFF2-40B4-BE49-F238E27FC236}">
                    <a16:creationId xmlns:a16="http://schemas.microsoft.com/office/drawing/2014/main" id="{4452791C-5D88-DEC5-2746-6D393A95C400}"/>
                  </a:ext>
                </a:extLst>
              </p14:cNvPr>
              <p14:cNvContentPartPr/>
              <p14:nvPr/>
            </p14:nvContentPartPr>
            <p14:xfrm>
              <a:off x="7034636" y="1691147"/>
              <a:ext cx="131400" cy="345600"/>
            </p14:xfrm>
          </p:contentPart>
        </mc:Choice>
        <mc:Fallback>
          <p:pic>
            <p:nvPicPr>
              <p:cNvPr id="29" name="Ink 28">
                <a:extLst>
                  <a:ext uri="{FF2B5EF4-FFF2-40B4-BE49-F238E27FC236}">
                    <a16:creationId xmlns:a16="http://schemas.microsoft.com/office/drawing/2014/main" id="{4452791C-5D88-DEC5-2746-6D393A95C400}"/>
                  </a:ext>
                </a:extLst>
              </p:cNvPr>
              <p:cNvPicPr/>
              <p:nvPr/>
            </p:nvPicPr>
            <p:blipFill>
              <a:blip r:embed="rId41"/>
              <a:stretch>
                <a:fillRect/>
              </a:stretch>
            </p:blipFill>
            <p:spPr>
              <a:xfrm>
                <a:off x="7025996" y="1682507"/>
                <a:ext cx="149040" cy="3632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31" name="Ink 30">
                <a:extLst>
                  <a:ext uri="{FF2B5EF4-FFF2-40B4-BE49-F238E27FC236}">
                    <a16:creationId xmlns:a16="http://schemas.microsoft.com/office/drawing/2014/main" id="{DD9C5722-16AC-2209-1124-82F59A2C9A9B}"/>
                  </a:ext>
                </a:extLst>
              </p14:cNvPr>
              <p14:cNvContentPartPr/>
              <p14:nvPr/>
            </p14:nvContentPartPr>
            <p14:xfrm>
              <a:off x="7582196" y="1761707"/>
              <a:ext cx="105840" cy="168480"/>
            </p14:xfrm>
          </p:contentPart>
        </mc:Choice>
        <mc:Fallback>
          <p:pic>
            <p:nvPicPr>
              <p:cNvPr id="31" name="Ink 30">
                <a:extLst>
                  <a:ext uri="{FF2B5EF4-FFF2-40B4-BE49-F238E27FC236}">
                    <a16:creationId xmlns:a16="http://schemas.microsoft.com/office/drawing/2014/main" id="{DD9C5722-16AC-2209-1124-82F59A2C9A9B}"/>
                  </a:ext>
                </a:extLst>
              </p:cNvPr>
              <p:cNvPicPr/>
              <p:nvPr/>
            </p:nvPicPr>
            <p:blipFill>
              <a:blip r:embed="rId43"/>
              <a:stretch>
                <a:fillRect/>
              </a:stretch>
            </p:blipFill>
            <p:spPr>
              <a:xfrm>
                <a:off x="7573556" y="1753067"/>
                <a:ext cx="12348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2" name="Ink 31">
                <a:extLst>
                  <a:ext uri="{FF2B5EF4-FFF2-40B4-BE49-F238E27FC236}">
                    <a16:creationId xmlns:a16="http://schemas.microsoft.com/office/drawing/2014/main" id="{17EC19D3-BA21-AA9F-85E4-BCAE03B338B6}"/>
                  </a:ext>
                </a:extLst>
              </p14:cNvPr>
              <p14:cNvContentPartPr/>
              <p14:nvPr/>
            </p14:nvContentPartPr>
            <p14:xfrm>
              <a:off x="7482476" y="1684667"/>
              <a:ext cx="339120" cy="40320"/>
            </p14:xfrm>
          </p:contentPart>
        </mc:Choice>
        <mc:Fallback>
          <p:pic>
            <p:nvPicPr>
              <p:cNvPr id="32" name="Ink 31">
                <a:extLst>
                  <a:ext uri="{FF2B5EF4-FFF2-40B4-BE49-F238E27FC236}">
                    <a16:creationId xmlns:a16="http://schemas.microsoft.com/office/drawing/2014/main" id="{17EC19D3-BA21-AA9F-85E4-BCAE03B338B6}"/>
                  </a:ext>
                </a:extLst>
              </p:cNvPr>
              <p:cNvPicPr/>
              <p:nvPr/>
            </p:nvPicPr>
            <p:blipFill>
              <a:blip r:embed="rId45"/>
              <a:stretch>
                <a:fillRect/>
              </a:stretch>
            </p:blipFill>
            <p:spPr>
              <a:xfrm>
                <a:off x="7473476" y="1676027"/>
                <a:ext cx="356760" cy="579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3" name="Ink 32">
                <a:extLst>
                  <a:ext uri="{FF2B5EF4-FFF2-40B4-BE49-F238E27FC236}">
                    <a16:creationId xmlns:a16="http://schemas.microsoft.com/office/drawing/2014/main" id="{EDDC9441-BCCD-CC60-680E-5A523D2BA769}"/>
                  </a:ext>
                </a:extLst>
              </p14:cNvPr>
              <p14:cNvContentPartPr/>
              <p14:nvPr/>
            </p14:nvContentPartPr>
            <p14:xfrm>
              <a:off x="7388156" y="1943867"/>
              <a:ext cx="336960" cy="17640"/>
            </p14:xfrm>
          </p:contentPart>
        </mc:Choice>
        <mc:Fallback>
          <p:pic>
            <p:nvPicPr>
              <p:cNvPr id="33" name="Ink 32">
                <a:extLst>
                  <a:ext uri="{FF2B5EF4-FFF2-40B4-BE49-F238E27FC236}">
                    <a16:creationId xmlns:a16="http://schemas.microsoft.com/office/drawing/2014/main" id="{EDDC9441-BCCD-CC60-680E-5A523D2BA769}"/>
                  </a:ext>
                </a:extLst>
              </p:cNvPr>
              <p:cNvPicPr/>
              <p:nvPr/>
            </p:nvPicPr>
            <p:blipFill>
              <a:blip r:embed="rId47"/>
              <a:stretch>
                <a:fillRect/>
              </a:stretch>
            </p:blipFill>
            <p:spPr>
              <a:xfrm>
                <a:off x="7379516" y="1935227"/>
                <a:ext cx="35460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4" name="Ink 33">
                <a:extLst>
                  <a:ext uri="{FF2B5EF4-FFF2-40B4-BE49-F238E27FC236}">
                    <a16:creationId xmlns:a16="http://schemas.microsoft.com/office/drawing/2014/main" id="{0C5920DD-C93C-0CA7-7A8B-DA2F38F66389}"/>
                  </a:ext>
                </a:extLst>
              </p14:cNvPr>
              <p14:cNvContentPartPr/>
              <p14:nvPr/>
            </p14:nvContentPartPr>
            <p14:xfrm>
              <a:off x="7747436" y="1892747"/>
              <a:ext cx="134280" cy="52560"/>
            </p14:xfrm>
          </p:contentPart>
        </mc:Choice>
        <mc:Fallback>
          <p:pic>
            <p:nvPicPr>
              <p:cNvPr id="34" name="Ink 33">
                <a:extLst>
                  <a:ext uri="{FF2B5EF4-FFF2-40B4-BE49-F238E27FC236}">
                    <a16:creationId xmlns:a16="http://schemas.microsoft.com/office/drawing/2014/main" id="{0C5920DD-C93C-0CA7-7A8B-DA2F38F66389}"/>
                  </a:ext>
                </a:extLst>
              </p:cNvPr>
              <p:cNvPicPr/>
              <p:nvPr/>
            </p:nvPicPr>
            <p:blipFill>
              <a:blip r:embed="rId49"/>
              <a:stretch>
                <a:fillRect/>
              </a:stretch>
            </p:blipFill>
            <p:spPr>
              <a:xfrm>
                <a:off x="7738796" y="1883747"/>
                <a:ext cx="151920" cy="702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5" name="Ink 34">
                <a:extLst>
                  <a:ext uri="{FF2B5EF4-FFF2-40B4-BE49-F238E27FC236}">
                    <a16:creationId xmlns:a16="http://schemas.microsoft.com/office/drawing/2014/main" id="{0BA62AAA-1A16-C26A-27EC-CE7908C24EC7}"/>
                  </a:ext>
                </a:extLst>
              </p14:cNvPr>
              <p14:cNvContentPartPr/>
              <p14:nvPr/>
            </p14:nvContentPartPr>
            <p14:xfrm>
              <a:off x="7901516" y="1871507"/>
              <a:ext cx="80280" cy="121680"/>
            </p14:xfrm>
          </p:contentPart>
        </mc:Choice>
        <mc:Fallback>
          <p:pic>
            <p:nvPicPr>
              <p:cNvPr id="35" name="Ink 34">
                <a:extLst>
                  <a:ext uri="{FF2B5EF4-FFF2-40B4-BE49-F238E27FC236}">
                    <a16:creationId xmlns:a16="http://schemas.microsoft.com/office/drawing/2014/main" id="{0BA62AAA-1A16-C26A-27EC-CE7908C24EC7}"/>
                  </a:ext>
                </a:extLst>
              </p:cNvPr>
              <p:cNvPicPr/>
              <p:nvPr/>
            </p:nvPicPr>
            <p:blipFill>
              <a:blip r:embed="rId51"/>
              <a:stretch>
                <a:fillRect/>
              </a:stretch>
            </p:blipFill>
            <p:spPr>
              <a:xfrm>
                <a:off x="7892876" y="1862867"/>
                <a:ext cx="9792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6" name="Ink 35">
                <a:extLst>
                  <a:ext uri="{FF2B5EF4-FFF2-40B4-BE49-F238E27FC236}">
                    <a16:creationId xmlns:a16="http://schemas.microsoft.com/office/drawing/2014/main" id="{47253075-974B-EA36-F3F3-4142AFB6A3D6}"/>
                  </a:ext>
                </a:extLst>
              </p14:cNvPr>
              <p14:cNvContentPartPr/>
              <p14:nvPr/>
            </p14:nvContentPartPr>
            <p14:xfrm>
              <a:off x="8035796" y="1707707"/>
              <a:ext cx="154440" cy="263520"/>
            </p14:xfrm>
          </p:contentPart>
        </mc:Choice>
        <mc:Fallback>
          <p:pic>
            <p:nvPicPr>
              <p:cNvPr id="36" name="Ink 35">
                <a:extLst>
                  <a:ext uri="{FF2B5EF4-FFF2-40B4-BE49-F238E27FC236}">
                    <a16:creationId xmlns:a16="http://schemas.microsoft.com/office/drawing/2014/main" id="{47253075-974B-EA36-F3F3-4142AFB6A3D6}"/>
                  </a:ext>
                </a:extLst>
              </p:cNvPr>
              <p:cNvPicPr/>
              <p:nvPr/>
            </p:nvPicPr>
            <p:blipFill>
              <a:blip r:embed="rId53"/>
              <a:stretch>
                <a:fillRect/>
              </a:stretch>
            </p:blipFill>
            <p:spPr>
              <a:xfrm>
                <a:off x="8026796" y="1699067"/>
                <a:ext cx="172080" cy="28116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7" name="Ink 36">
                <a:extLst>
                  <a:ext uri="{FF2B5EF4-FFF2-40B4-BE49-F238E27FC236}">
                    <a16:creationId xmlns:a16="http://schemas.microsoft.com/office/drawing/2014/main" id="{CDE10BE4-2BB7-FE13-F8F2-7776C331B590}"/>
                  </a:ext>
                </a:extLst>
              </p14:cNvPr>
              <p14:cNvContentPartPr/>
              <p14:nvPr/>
            </p14:nvContentPartPr>
            <p14:xfrm>
              <a:off x="8041196" y="1834787"/>
              <a:ext cx="203400" cy="79920"/>
            </p14:xfrm>
          </p:contentPart>
        </mc:Choice>
        <mc:Fallback>
          <p:pic>
            <p:nvPicPr>
              <p:cNvPr id="37" name="Ink 36">
                <a:extLst>
                  <a:ext uri="{FF2B5EF4-FFF2-40B4-BE49-F238E27FC236}">
                    <a16:creationId xmlns:a16="http://schemas.microsoft.com/office/drawing/2014/main" id="{CDE10BE4-2BB7-FE13-F8F2-7776C331B590}"/>
                  </a:ext>
                </a:extLst>
              </p:cNvPr>
              <p:cNvPicPr/>
              <p:nvPr/>
            </p:nvPicPr>
            <p:blipFill>
              <a:blip r:embed="rId55"/>
              <a:stretch>
                <a:fillRect/>
              </a:stretch>
            </p:blipFill>
            <p:spPr>
              <a:xfrm>
                <a:off x="8032556" y="1826147"/>
                <a:ext cx="221040" cy="9756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8" name="Ink 37">
                <a:extLst>
                  <a:ext uri="{FF2B5EF4-FFF2-40B4-BE49-F238E27FC236}">
                    <a16:creationId xmlns:a16="http://schemas.microsoft.com/office/drawing/2014/main" id="{40962196-00AA-C7BA-956C-1B3A7BF94E73}"/>
                  </a:ext>
                </a:extLst>
              </p14:cNvPr>
              <p14:cNvContentPartPr/>
              <p14:nvPr/>
            </p14:nvContentPartPr>
            <p14:xfrm>
              <a:off x="8249636" y="1686107"/>
              <a:ext cx="360" cy="32400"/>
            </p14:xfrm>
          </p:contentPart>
        </mc:Choice>
        <mc:Fallback>
          <p:pic>
            <p:nvPicPr>
              <p:cNvPr id="38" name="Ink 37">
                <a:extLst>
                  <a:ext uri="{FF2B5EF4-FFF2-40B4-BE49-F238E27FC236}">
                    <a16:creationId xmlns:a16="http://schemas.microsoft.com/office/drawing/2014/main" id="{40962196-00AA-C7BA-956C-1B3A7BF94E73}"/>
                  </a:ext>
                </a:extLst>
              </p:cNvPr>
              <p:cNvPicPr/>
              <p:nvPr/>
            </p:nvPicPr>
            <p:blipFill>
              <a:blip r:embed="rId57"/>
              <a:stretch>
                <a:fillRect/>
              </a:stretch>
            </p:blipFill>
            <p:spPr>
              <a:xfrm>
                <a:off x="8240636" y="1677107"/>
                <a:ext cx="1800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9" name="Ink 38">
                <a:extLst>
                  <a:ext uri="{FF2B5EF4-FFF2-40B4-BE49-F238E27FC236}">
                    <a16:creationId xmlns:a16="http://schemas.microsoft.com/office/drawing/2014/main" id="{905B92E7-921E-F0D9-41E9-4921D6A03069}"/>
                  </a:ext>
                </a:extLst>
              </p14:cNvPr>
              <p14:cNvContentPartPr/>
              <p14:nvPr/>
            </p14:nvContentPartPr>
            <p14:xfrm>
              <a:off x="8294996" y="1637147"/>
              <a:ext cx="154440" cy="296640"/>
            </p14:xfrm>
          </p:contentPart>
        </mc:Choice>
        <mc:Fallback>
          <p:pic>
            <p:nvPicPr>
              <p:cNvPr id="39" name="Ink 38">
                <a:extLst>
                  <a:ext uri="{FF2B5EF4-FFF2-40B4-BE49-F238E27FC236}">
                    <a16:creationId xmlns:a16="http://schemas.microsoft.com/office/drawing/2014/main" id="{905B92E7-921E-F0D9-41E9-4921D6A03069}"/>
                  </a:ext>
                </a:extLst>
              </p:cNvPr>
              <p:cNvPicPr/>
              <p:nvPr/>
            </p:nvPicPr>
            <p:blipFill>
              <a:blip r:embed="rId59"/>
              <a:stretch>
                <a:fillRect/>
              </a:stretch>
            </p:blipFill>
            <p:spPr>
              <a:xfrm>
                <a:off x="8286356" y="1628507"/>
                <a:ext cx="172080" cy="3142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0" name="Ink 39">
                <a:extLst>
                  <a:ext uri="{FF2B5EF4-FFF2-40B4-BE49-F238E27FC236}">
                    <a16:creationId xmlns:a16="http://schemas.microsoft.com/office/drawing/2014/main" id="{E1575F6D-4CD1-F896-8FA4-F803E21ABEF8}"/>
                  </a:ext>
                </a:extLst>
              </p14:cNvPr>
              <p14:cNvContentPartPr/>
              <p14:nvPr/>
            </p14:nvContentPartPr>
            <p14:xfrm>
              <a:off x="8255036" y="1829387"/>
              <a:ext cx="294120" cy="85320"/>
            </p14:xfrm>
          </p:contentPart>
        </mc:Choice>
        <mc:Fallback>
          <p:pic>
            <p:nvPicPr>
              <p:cNvPr id="40" name="Ink 39">
                <a:extLst>
                  <a:ext uri="{FF2B5EF4-FFF2-40B4-BE49-F238E27FC236}">
                    <a16:creationId xmlns:a16="http://schemas.microsoft.com/office/drawing/2014/main" id="{E1575F6D-4CD1-F896-8FA4-F803E21ABEF8}"/>
                  </a:ext>
                </a:extLst>
              </p:cNvPr>
              <p:cNvPicPr/>
              <p:nvPr/>
            </p:nvPicPr>
            <p:blipFill>
              <a:blip r:embed="rId61"/>
              <a:stretch>
                <a:fillRect/>
              </a:stretch>
            </p:blipFill>
            <p:spPr>
              <a:xfrm>
                <a:off x="8246396" y="1820387"/>
                <a:ext cx="311760" cy="1029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1" name="Ink 40">
                <a:extLst>
                  <a:ext uri="{FF2B5EF4-FFF2-40B4-BE49-F238E27FC236}">
                    <a16:creationId xmlns:a16="http://schemas.microsoft.com/office/drawing/2014/main" id="{BF99667E-8CFE-6AA7-0A5E-8DCC2FDE8CA5}"/>
                  </a:ext>
                </a:extLst>
              </p14:cNvPr>
              <p14:cNvContentPartPr/>
              <p14:nvPr/>
            </p14:nvContentPartPr>
            <p14:xfrm>
              <a:off x="8591636" y="1666667"/>
              <a:ext cx="100080" cy="222480"/>
            </p14:xfrm>
          </p:contentPart>
        </mc:Choice>
        <mc:Fallback>
          <p:pic>
            <p:nvPicPr>
              <p:cNvPr id="41" name="Ink 40">
                <a:extLst>
                  <a:ext uri="{FF2B5EF4-FFF2-40B4-BE49-F238E27FC236}">
                    <a16:creationId xmlns:a16="http://schemas.microsoft.com/office/drawing/2014/main" id="{BF99667E-8CFE-6AA7-0A5E-8DCC2FDE8CA5}"/>
                  </a:ext>
                </a:extLst>
              </p:cNvPr>
              <p:cNvPicPr/>
              <p:nvPr/>
            </p:nvPicPr>
            <p:blipFill>
              <a:blip r:embed="rId63"/>
              <a:stretch>
                <a:fillRect/>
              </a:stretch>
            </p:blipFill>
            <p:spPr>
              <a:xfrm>
                <a:off x="8582996" y="1658027"/>
                <a:ext cx="117720" cy="2401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2" name="Ink 41">
                <a:extLst>
                  <a:ext uri="{FF2B5EF4-FFF2-40B4-BE49-F238E27FC236}">
                    <a16:creationId xmlns:a16="http://schemas.microsoft.com/office/drawing/2014/main" id="{7024E80B-99CF-1C0D-B53A-903190BF4473}"/>
                  </a:ext>
                </a:extLst>
              </p14:cNvPr>
              <p14:cNvContentPartPr/>
              <p14:nvPr/>
            </p14:nvContentPartPr>
            <p14:xfrm>
              <a:off x="8614676" y="1692587"/>
              <a:ext cx="200160" cy="191160"/>
            </p14:xfrm>
          </p:contentPart>
        </mc:Choice>
        <mc:Fallback>
          <p:pic>
            <p:nvPicPr>
              <p:cNvPr id="42" name="Ink 41">
                <a:extLst>
                  <a:ext uri="{FF2B5EF4-FFF2-40B4-BE49-F238E27FC236}">
                    <a16:creationId xmlns:a16="http://schemas.microsoft.com/office/drawing/2014/main" id="{7024E80B-99CF-1C0D-B53A-903190BF4473}"/>
                  </a:ext>
                </a:extLst>
              </p:cNvPr>
              <p:cNvPicPr/>
              <p:nvPr/>
            </p:nvPicPr>
            <p:blipFill>
              <a:blip r:embed="rId65"/>
              <a:stretch>
                <a:fillRect/>
              </a:stretch>
            </p:blipFill>
            <p:spPr>
              <a:xfrm>
                <a:off x="8605676" y="1683587"/>
                <a:ext cx="217800" cy="2088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3" name="Ink 42">
                <a:extLst>
                  <a:ext uri="{FF2B5EF4-FFF2-40B4-BE49-F238E27FC236}">
                    <a16:creationId xmlns:a16="http://schemas.microsoft.com/office/drawing/2014/main" id="{6F06F772-AD35-382F-7AF8-148C7268B560}"/>
                  </a:ext>
                </a:extLst>
              </p14:cNvPr>
              <p14:cNvContentPartPr/>
              <p14:nvPr/>
            </p14:nvContentPartPr>
            <p14:xfrm>
              <a:off x="8788556" y="1697627"/>
              <a:ext cx="214200" cy="231480"/>
            </p14:xfrm>
          </p:contentPart>
        </mc:Choice>
        <mc:Fallback>
          <p:pic>
            <p:nvPicPr>
              <p:cNvPr id="43" name="Ink 42">
                <a:extLst>
                  <a:ext uri="{FF2B5EF4-FFF2-40B4-BE49-F238E27FC236}">
                    <a16:creationId xmlns:a16="http://schemas.microsoft.com/office/drawing/2014/main" id="{6F06F772-AD35-382F-7AF8-148C7268B560}"/>
                  </a:ext>
                </a:extLst>
              </p:cNvPr>
              <p:cNvPicPr/>
              <p:nvPr/>
            </p:nvPicPr>
            <p:blipFill>
              <a:blip r:embed="rId67"/>
              <a:stretch>
                <a:fillRect/>
              </a:stretch>
            </p:blipFill>
            <p:spPr>
              <a:xfrm>
                <a:off x="8779556" y="1688627"/>
                <a:ext cx="231840" cy="2491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5" name="Ink 44">
                <a:extLst>
                  <a:ext uri="{FF2B5EF4-FFF2-40B4-BE49-F238E27FC236}">
                    <a16:creationId xmlns:a16="http://schemas.microsoft.com/office/drawing/2014/main" id="{28EFEC66-A05A-45D2-2839-4DBFCCE43856}"/>
                  </a:ext>
                </a:extLst>
              </p14:cNvPr>
              <p14:cNvContentPartPr/>
              <p14:nvPr/>
            </p14:nvContentPartPr>
            <p14:xfrm>
              <a:off x="4377476" y="2804987"/>
              <a:ext cx="624240" cy="19440"/>
            </p14:xfrm>
          </p:contentPart>
        </mc:Choice>
        <mc:Fallback>
          <p:pic>
            <p:nvPicPr>
              <p:cNvPr id="45" name="Ink 44">
                <a:extLst>
                  <a:ext uri="{FF2B5EF4-FFF2-40B4-BE49-F238E27FC236}">
                    <a16:creationId xmlns:a16="http://schemas.microsoft.com/office/drawing/2014/main" id="{28EFEC66-A05A-45D2-2839-4DBFCCE43856}"/>
                  </a:ext>
                </a:extLst>
              </p:cNvPr>
              <p:cNvPicPr/>
              <p:nvPr/>
            </p:nvPicPr>
            <p:blipFill>
              <a:blip r:embed="rId69"/>
              <a:stretch>
                <a:fillRect/>
              </a:stretch>
            </p:blipFill>
            <p:spPr>
              <a:xfrm>
                <a:off x="4368836" y="2796347"/>
                <a:ext cx="64188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6" name="Ink 45">
                <a:extLst>
                  <a:ext uri="{FF2B5EF4-FFF2-40B4-BE49-F238E27FC236}">
                    <a16:creationId xmlns:a16="http://schemas.microsoft.com/office/drawing/2014/main" id="{F647EEB8-011E-777D-4669-FDC293C868AA}"/>
                  </a:ext>
                </a:extLst>
              </p14:cNvPr>
              <p14:cNvContentPartPr/>
              <p14:nvPr/>
            </p14:nvContentPartPr>
            <p14:xfrm>
              <a:off x="5015756" y="2715347"/>
              <a:ext cx="175680" cy="167040"/>
            </p14:xfrm>
          </p:contentPart>
        </mc:Choice>
        <mc:Fallback>
          <p:pic>
            <p:nvPicPr>
              <p:cNvPr id="46" name="Ink 45">
                <a:extLst>
                  <a:ext uri="{FF2B5EF4-FFF2-40B4-BE49-F238E27FC236}">
                    <a16:creationId xmlns:a16="http://schemas.microsoft.com/office/drawing/2014/main" id="{F647EEB8-011E-777D-4669-FDC293C868AA}"/>
                  </a:ext>
                </a:extLst>
              </p:cNvPr>
              <p:cNvPicPr/>
              <p:nvPr/>
            </p:nvPicPr>
            <p:blipFill>
              <a:blip r:embed="rId71"/>
              <a:stretch>
                <a:fillRect/>
              </a:stretch>
            </p:blipFill>
            <p:spPr>
              <a:xfrm>
                <a:off x="5006756" y="2706347"/>
                <a:ext cx="193320" cy="1846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70" name="Ink 69">
                <a:extLst>
                  <a:ext uri="{FF2B5EF4-FFF2-40B4-BE49-F238E27FC236}">
                    <a16:creationId xmlns:a16="http://schemas.microsoft.com/office/drawing/2014/main" id="{213400AB-F2FE-DB2E-2EF2-E520FF8AF880}"/>
                  </a:ext>
                </a:extLst>
              </p14:cNvPr>
              <p14:cNvContentPartPr/>
              <p14:nvPr/>
            </p14:nvContentPartPr>
            <p14:xfrm>
              <a:off x="1678916" y="5100707"/>
              <a:ext cx="54720" cy="820440"/>
            </p14:xfrm>
          </p:contentPart>
        </mc:Choice>
        <mc:Fallback>
          <p:pic>
            <p:nvPicPr>
              <p:cNvPr id="70" name="Ink 69">
                <a:extLst>
                  <a:ext uri="{FF2B5EF4-FFF2-40B4-BE49-F238E27FC236}">
                    <a16:creationId xmlns:a16="http://schemas.microsoft.com/office/drawing/2014/main" id="{213400AB-F2FE-DB2E-2EF2-E520FF8AF880}"/>
                  </a:ext>
                </a:extLst>
              </p:cNvPr>
              <p:cNvPicPr/>
              <p:nvPr/>
            </p:nvPicPr>
            <p:blipFill>
              <a:blip r:embed="rId73"/>
              <a:stretch>
                <a:fillRect/>
              </a:stretch>
            </p:blipFill>
            <p:spPr>
              <a:xfrm>
                <a:off x="1669916" y="5092067"/>
                <a:ext cx="72360" cy="838080"/>
              </a:xfrm>
              <a:prstGeom prst="rect">
                <a:avLst/>
              </a:prstGeom>
            </p:spPr>
          </p:pic>
        </mc:Fallback>
      </mc:AlternateContent>
      <p:grpSp>
        <p:nvGrpSpPr>
          <p:cNvPr id="102" name="Group 101">
            <a:extLst>
              <a:ext uri="{FF2B5EF4-FFF2-40B4-BE49-F238E27FC236}">
                <a16:creationId xmlns:a16="http://schemas.microsoft.com/office/drawing/2014/main" id="{5EA91461-E406-D92B-AA5C-36367E214F27}"/>
              </a:ext>
            </a:extLst>
          </p:cNvPr>
          <p:cNvGrpSpPr/>
          <p:nvPr/>
        </p:nvGrpSpPr>
        <p:grpSpPr>
          <a:xfrm>
            <a:off x="1305596" y="3832787"/>
            <a:ext cx="7666200" cy="2598840"/>
            <a:chOff x="1305596" y="3832787"/>
            <a:chExt cx="7666200" cy="2598840"/>
          </a:xfrm>
        </p:grpSpPr>
        <mc:AlternateContent xmlns:mc="http://schemas.openxmlformats.org/markup-compatibility/2006">
          <mc:Choice xmlns:p14="http://schemas.microsoft.com/office/powerpoint/2010/main" Requires="p14">
            <p:contentPart p14:bwMode="auto" r:id="rId74">
              <p14:nvContentPartPr>
                <p14:cNvPr id="54" name="Ink 53">
                  <a:extLst>
                    <a:ext uri="{FF2B5EF4-FFF2-40B4-BE49-F238E27FC236}">
                      <a16:creationId xmlns:a16="http://schemas.microsoft.com/office/drawing/2014/main" id="{B1C1553D-C678-EFCC-85E2-DCA32B6714BC}"/>
                    </a:ext>
                  </a:extLst>
                </p14:cNvPr>
                <p14:cNvContentPartPr/>
                <p14:nvPr/>
              </p14:nvContentPartPr>
              <p14:xfrm>
                <a:off x="1305596" y="4513187"/>
                <a:ext cx="82800" cy="1551960"/>
              </p14:xfrm>
            </p:contentPart>
          </mc:Choice>
          <mc:Fallback>
            <p:pic>
              <p:nvPicPr>
                <p:cNvPr id="54" name="Ink 53">
                  <a:extLst>
                    <a:ext uri="{FF2B5EF4-FFF2-40B4-BE49-F238E27FC236}">
                      <a16:creationId xmlns:a16="http://schemas.microsoft.com/office/drawing/2014/main" id="{B1C1553D-C678-EFCC-85E2-DCA32B6714BC}"/>
                    </a:ext>
                  </a:extLst>
                </p:cNvPr>
                <p:cNvPicPr/>
                <p:nvPr/>
              </p:nvPicPr>
              <p:blipFill>
                <a:blip r:embed="rId75"/>
                <a:stretch>
                  <a:fillRect/>
                </a:stretch>
              </p:blipFill>
              <p:spPr>
                <a:xfrm>
                  <a:off x="1296596" y="4504187"/>
                  <a:ext cx="100440" cy="156960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55" name="Ink 54">
                  <a:extLst>
                    <a:ext uri="{FF2B5EF4-FFF2-40B4-BE49-F238E27FC236}">
                      <a16:creationId xmlns:a16="http://schemas.microsoft.com/office/drawing/2014/main" id="{E647FDB8-901E-9931-438F-39DFA90B8C72}"/>
                    </a:ext>
                  </a:extLst>
                </p14:cNvPr>
                <p14:cNvContentPartPr/>
                <p14:nvPr/>
              </p14:nvContentPartPr>
              <p14:xfrm>
                <a:off x="1309916" y="4253987"/>
                <a:ext cx="3788280" cy="1863720"/>
              </p14:xfrm>
            </p:contentPart>
          </mc:Choice>
          <mc:Fallback>
            <p:pic>
              <p:nvPicPr>
                <p:cNvPr id="55" name="Ink 54">
                  <a:extLst>
                    <a:ext uri="{FF2B5EF4-FFF2-40B4-BE49-F238E27FC236}">
                      <a16:creationId xmlns:a16="http://schemas.microsoft.com/office/drawing/2014/main" id="{E647FDB8-901E-9931-438F-39DFA90B8C72}"/>
                    </a:ext>
                  </a:extLst>
                </p:cNvPr>
                <p:cNvPicPr/>
                <p:nvPr/>
              </p:nvPicPr>
              <p:blipFill>
                <a:blip r:embed="rId77"/>
                <a:stretch>
                  <a:fillRect/>
                </a:stretch>
              </p:blipFill>
              <p:spPr>
                <a:xfrm>
                  <a:off x="1300916" y="4244987"/>
                  <a:ext cx="3805920" cy="188136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57" name="Ink 56">
                  <a:extLst>
                    <a:ext uri="{FF2B5EF4-FFF2-40B4-BE49-F238E27FC236}">
                      <a16:creationId xmlns:a16="http://schemas.microsoft.com/office/drawing/2014/main" id="{AC17BFA4-E185-4881-6F45-0B939636AE4A}"/>
                    </a:ext>
                  </a:extLst>
                </p14:cNvPr>
                <p14:cNvContentPartPr/>
                <p14:nvPr/>
              </p14:nvContentPartPr>
              <p14:xfrm>
                <a:off x="1348436" y="6071987"/>
                <a:ext cx="3788640" cy="359640"/>
              </p14:xfrm>
            </p:contentPart>
          </mc:Choice>
          <mc:Fallback>
            <p:pic>
              <p:nvPicPr>
                <p:cNvPr id="57" name="Ink 56">
                  <a:extLst>
                    <a:ext uri="{FF2B5EF4-FFF2-40B4-BE49-F238E27FC236}">
                      <a16:creationId xmlns:a16="http://schemas.microsoft.com/office/drawing/2014/main" id="{AC17BFA4-E185-4881-6F45-0B939636AE4A}"/>
                    </a:ext>
                  </a:extLst>
                </p:cNvPr>
                <p:cNvPicPr/>
                <p:nvPr/>
              </p:nvPicPr>
              <p:blipFill>
                <a:blip r:embed="rId79"/>
                <a:stretch>
                  <a:fillRect/>
                </a:stretch>
              </p:blipFill>
              <p:spPr>
                <a:xfrm>
                  <a:off x="1339436" y="6063347"/>
                  <a:ext cx="3806280" cy="37728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8" name="Ink 57">
                  <a:extLst>
                    <a:ext uri="{FF2B5EF4-FFF2-40B4-BE49-F238E27FC236}">
                      <a16:creationId xmlns:a16="http://schemas.microsoft.com/office/drawing/2014/main" id="{6EDF3385-4B9F-BC64-C388-BA46C16FF0E2}"/>
                    </a:ext>
                  </a:extLst>
                </p14:cNvPr>
                <p14:cNvContentPartPr/>
                <p14:nvPr/>
              </p14:nvContentPartPr>
              <p14:xfrm>
                <a:off x="4365596" y="3883547"/>
                <a:ext cx="308520" cy="291240"/>
              </p14:xfrm>
            </p:contentPart>
          </mc:Choice>
          <mc:Fallback>
            <p:pic>
              <p:nvPicPr>
                <p:cNvPr id="58" name="Ink 57">
                  <a:extLst>
                    <a:ext uri="{FF2B5EF4-FFF2-40B4-BE49-F238E27FC236}">
                      <a16:creationId xmlns:a16="http://schemas.microsoft.com/office/drawing/2014/main" id="{6EDF3385-4B9F-BC64-C388-BA46C16FF0E2}"/>
                    </a:ext>
                  </a:extLst>
                </p:cNvPr>
                <p:cNvPicPr/>
                <p:nvPr/>
              </p:nvPicPr>
              <p:blipFill>
                <a:blip r:embed="rId81"/>
                <a:stretch>
                  <a:fillRect/>
                </a:stretch>
              </p:blipFill>
              <p:spPr>
                <a:xfrm>
                  <a:off x="4356596" y="3874547"/>
                  <a:ext cx="326160" cy="30888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9" name="Ink 58">
                  <a:extLst>
                    <a:ext uri="{FF2B5EF4-FFF2-40B4-BE49-F238E27FC236}">
                      <a16:creationId xmlns:a16="http://schemas.microsoft.com/office/drawing/2014/main" id="{8357EEB8-314B-BD71-F98D-F572FD82D625}"/>
                    </a:ext>
                  </a:extLst>
                </p14:cNvPr>
                <p14:cNvContentPartPr/>
                <p14:nvPr/>
              </p14:nvContentPartPr>
              <p14:xfrm>
                <a:off x="4818836" y="3922787"/>
                <a:ext cx="3240" cy="168480"/>
              </p14:xfrm>
            </p:contentPart>
          </mc:Choice>
          <mc:Fallback>
            <p:pic>
              <p:nvPicPr>
                <p:cNvPr id="59" name="Ink 58">
                  <a:extLst>
                    <a:ext uri="{FF2B5EF4-FFF2-40B4-BE49-F238E27FC236}">
                      <a16:creationId xmlns:a16="http://schemas.microsoft.com/office/drawing/2014/main" id="{8357EEB8-314B-BD71-F98D-F572FD82D625}"/>
                    </a:ext>
                  </a:extLst>
                </p:cNvPr>
                <p:cNvPicPr/>
                <p:nvPr/>
              </p:nvPicPr>
              <p:blipFill>
                <a:blip r:embed="rId83"/>
                <a:stretch>
                  <a:fillRect/>
                </a:stretch>
              </p:blipFill>
              <p:spPr>
                <a:xfrm>
                  <a:off x="4810196" y="3913787"/>
                  <a:ext cx="2088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60" name="Ink 59">
                  <a:extLst>
                    <a:ext uri="{FF2B5EF4-FFF2-40B4-BE49-F238E27FC236}">
                      <a16:creationId xmlns:a16="http://schemas.microsoft.com/office/drawing/2014/main" id="{FFAF95C1-0D94-8B3D-65CF-A09F29A6D70F}"/>
                    </a:ext>
                  </a:extLst>
                </p14:cNvPr>
                <p14:cNvContentPartPr/>
                <p14:nvPr/>
              </p14:nvContentPartPr>
              <p14:xfrm>
                <a:off x="4818836" y="3853307"/>
                <a:ext cx="137520" cy="267480"/>
              </p14:xfrm>
            </p:contentPart>
          </mc:Choice>
          <mc:Fallback>
            <p:pic>
              <p:nvPicPr>
                <p:cNvPr id="60" name="Ink 59">
                  <a:extLst>
                    <a:ext uri="{FF2B5EF4-FFF2-40B4-BE49-F238E27FC236}">
                      <a16:creationId xmlns:a16="http://schemas.microsoft.com/office/drawing/2014/main" id="{FFAF95C1-0D94-8B3D-65CF-A09F29A6D70F}"/>
                    </a:ext>
                  </a:extLst>
                </p:cNvPr>
                <p:cNvPicPr/>
                <p:nvPr/>
              </p:nvPicPr>
              <p:blipFill>
                <a:blip r:embed="rId85"/>
                <a:stretch>
                  <a:fillRect/>
                </a:stretch>
              </p:blipFill>
              <p:spPr>
                <a:xfrm>
                  <a:off x="4810196" y="3844667"/>
                  <a:ext cx="155160" cy="28512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63" name="Ink 62">
                  <a:extLst>
                    <a:ext uri="{FF2B5EF4-FFF2-40B4-BE49-F238E27FC236}">
                      <a16:creationId xmlns:a16="http://schemas.microsoft.com/office/drawing/2014/main" id="{3C519794-465C-5210-A119-8C2AA1A39431}"/>
                    </a:ext>
                  </a:extLst>
                </p14:cNvPr>
                <p14:cNvContentPartPr/>
                <p14:nvPr/>
              </p14:nvContentPartPr>
              <p14:xfrm>
                <a:off x="5357756" y="3832787"/>
                <a:ext cx="54720" cy="240480"/>
              </p14:xfrm>
            </p:contentPart>
          </mc:Choice>
          <mc:Fallback>
            <p:pic>
              <p:nvPicPr>
                <p:cNvPr id="63" name="Ink 62">
                  <a:extLst>
                    <a:ext uri="{FF2B5EF4-FFF2-40B4-BE49-F238E27FC236}">
                      <a16:creationId xmlns:a16="http://schemas.microsoft.com/office/drawing/2014/main" id="{3C519794-465C-5210-A119-8C2AA1A39431}"/>
                    </a:ext>
                  </a:extLst>
                </p:cNvPr>
                <p:cNvPicPr/>
                <p:nvPr/>
              </p:nvPicPr>
              <p:blipFill>
                <a:blip r:embed="rId87"/>
                <a:stretch>
                  <a:fillRect/>
                </a:stretch>
              </p:blipFill>
              <p:spPr>
                <a:xfrm>
                  <a:off x="5349116" y="3824147"/>
                  <a:ext cx="72360" cy="2581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64" name="Ink 63">
                  <a:extLst>
                    <a:ext uri="{FF2B5EF4-FFF2-40B4-BE49-F238E27FC236}">
                      <a16:creationId xmlns:a16="http://schemas.microsoft.com/office/drawing/2014/main" id="{9068CA9F-890E-9453-A40D-2C6CDFE465B0}"/>
                    </a:ext>
                  </a:extLst>
                </p14:cNvPr>
                <p14:cNvContentPartPr/>
                <p14:nvPr/>
              </p14:nvContentPartPr>
              <p14:xfrm>
                <a:off x="5380796" y="3838187"/>
                <a:ext cx="49320" cy="15840"/>
              </p14:xfrm>
            </p:contentPart>
          </mc:Choice>
          <mc:Fallback>
            <p:pic>
              <p:nvPicPr>
                <p:cNvPr id="64" name="Ink 63">
                  <a:extLst>
                    <a:ext uri="{FF2B5EF4-FFF2-40B4-BE49-F238E27FC236}">
                      <a16:creationId xmlns:a16="http://schemas.microsoft.com/office/drawing/2014/main" id="{9068CA9F-890E-9453-A40D-2C6CDFE465B0}"/>
                    </a:ext>
                  </a:extLst>
                </p:cNvPr>
                <p:cNvPicPr/>
                <p:nvPr/>
              </p:nvPicPr>
              <p:blipFill>
                <a:blip r:embed="rId89"/>
                <a:stretch>
                  <a:fillRect/>
                </a:stretch>
              </p:blipFill>
              <p:spPr>
                <a:xfrm>
                  <a:off x="5371796" y="3829187"/>
                  <a:ext cx="6696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65" name="Ink 64">
                  <a:extLst>
                    <a:ext uri="{FF2B5EF4-FFF2-40B4-BE49-F238E27FC236}">
                      <a16:creationId xmlns:a16="http://schemas.microsoft.com/office/drawing/2014/main" id="{ECEED4BC-28DE-B833-361E-DA482CD1B1D3}"/>
                    </a:ext>
                  </a:extLst>
                </p14:cNvPr>
                <p14:cNvContentPartPr/>
                <p14:nvPr/>
              </p14:nvContentPartPr>
              <p14:xfrm>
                <a:off x="5063996" y="3962027"/>
                <a:ext cx="143280" cy="123840"/>
              </p14:xfrm>
            </p:contentPart>
          </mc:Choice>
          <mc:Fallback>
            <p:pic>
              <p:nvPicPr>
                <p:cNvPr id="65" name="Ink 64">
                  <a:extLst>
                    <a:ext uri="{FF2B5EF4-FFF2-40B4-BE49-F238E27FC236}">
                      <a16:creationId xmlns:a16="http://schemas.microsoft.com/office/drawing/2014/main" id="{ECEED4BC-28DE-B833-361E-DA482CD1B1D3}"/>
                    </a:ext>
                  </a:extLst>
                </p:cNvPr>
                <p:cNvPicPr/>
                <p:nvPr/>
              </p:nvPicPr>
              <p:blipFill>
                <a:blip r:embed="rId91"/>
                <a:stretch>
                  <a:fillRect/>
                </a:stretch>
              </p:blipFill>
              <p:spPr>
                <a:xfrm>
                  <a:off x="5054996" y="3953387"/>
                  <a:ext cx="160920" cy="14148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67" name="Ink 66">
                  <a:extLst>
                    <a:ext uri="{FF2B5EF4-FFF2-40B4-BE49-F238E27FC236}">
                      <a16:creationId xmlns:a16="http://schemas.microsoft.com/office/drawing/2014/main" id="{3D0A6030-6727-BCB3-16D6-025122E523FF}"/>
                    </a:ext>
                  </a:extLst>
                </p14:cNvPr>
                <p14:cNvContentPartPr/>
                <p14:nvPr/>
              </p14:nvContentPartPr>
              <p14:xfrm>
                <a:off x="5228156" y="3963827"/>
                <a:ext cx="75960" cy="115920"/>
              </p14:xfrm>
            </p:contentPart>
          </mc:Choice>
          <mc:Fallback>
            <p:pic>
              <p:nvPicPr>
                <p:cNvPr id="67" name="Ink 66">
                  <a:extLst>
                    <a:ext uri="{FF2B5EF4-FFF2-40B4-BE49-F238E27FC236}">
                      <a16:creationId xmlns:a16="http://schemas.microsoft.com/office/drawing/2014/main" id="{3D0A6030-6727-BCB3-16D6-025122E523FF}"/>
                    </a:ext>
                  </a:extLst>
                </p:cNvPr>
                <p:cNvPicPr/>
                <p:nvPr/>
              </p:nvPicPr>
              <p:blipFill>
                <a:blip r:embed="rId93"/>
                <a:stretch>
                  <a:fillRect/>
                </a:stretch>
              </p:blipFill>
              <p:spPr>
                <a:xfrm>
                  <a:off x="5219156" y="3954827"/>
                  <a:ext cx="9360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68" name="Ink 67">
                  <a:extLst>
                    <a:ext uri="{FF2B5EF4-FFF2-40B4-BE49-F238E27FC236}">
                      <a16:creationId xmlns:a16="http://schemas.microsoft.com/office/drawing/2014/main" id="{AB4BE060-A324-B0FF-2996-B701C38F1BD3}"/>
                    </a:ext>
                  </a:extLst>
                </p14:cNvPr>
                <p14:cNvContentPartPr/>
                <p14:nvPr/>
              </p14:nvContentPartPr>
              <p14:xfrm>
                <a:off x="5568716" y="3899027"/>
                <a:ext cx="114480" cy="97200"/>
              </p14:xfrm>
            </p:contentPart>
          </mc:Choice>
          <mc:Fallback>
            <p:pic>
              <p:nvPicPr>
                <p:cNvPr id="68" name="Ink 67">
                  <a:extLst>
                    <a:ext uri="{FF2B5EF4-FFF2-40B4-BE49-F238E27FC236}">
                      <a16:creationId xmlns:a16="http://schemas.microsoft.com/office/drawing/2014/main" id="{AB4BE060-A324-B0FF-2996-B701C38F1BD3}"/>
                    </a:ext>
                  </a:extLst>
                </p:cNvPr>
                <p:cNvPicPr/>
                <p:nvPr/>
              </p:nvPicPr>
              <p:blipFill>
                <a:blip r:embed="rId95"/>
                <a:stretch>
                  <a:fillRect/>
                </a:stretch>
              </p:blipFill>
              <p:spPr>
                <a:xfrm>
                  <a:off x="5560076" y="3890387"/>
                  <a:ext cx="132120" cy="11484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71" name="Ink 70">
                  <a:extLst>
                    <a:ext uri="{FF2B5EF4-FFF2-40B4-BE49-F238E27FC236}">
                      <a16:creationId xmlns:a16="http://schemas.microsoft.com/office/drawing/2014/main" id="{DD83DE06-8D9A-02B3-42E8-C9B6280A92FD}"/>
                    </a:ext>
                  </a:extLst>
                </p14:cNvPr>
                <p14:cNvContentPartPr/>
                <p14:nvPr/>
              </p14:nvContentPartPr>
              <p14:xfrm>
                <a:off x="1673876" y="4885067"/>
                <a:ext cx="2637720" cy="1092600"/>
              </p14:xfrm>
            </p:contentPart>
          </mc:Choice>
          <mc:Fallback>
            <p:pic>
              <p:nvPicPr>
                <p:cNvPr id="71" name="Ink 70">
                  <a:extLst>
                    <a:ext uri="{FF2B5EF4-FFF2-40B4-BE49-F238E27FC236}">
                      <a16:creationId xmlns:a16="http://schemas.microsoft.com/office/drawing/2014/main" id="{DD83DE06-8D9A-02B3-42E8-C9B6280A92FD}"/>
                    </a:ext>
                  </a:extLst>
                </p:cNvPr>
                <p:cNvPicPr/>
                <p:nvPr/>
              </p:nvPicPr>
              <p:blipFill>
                <a:blip r:embed="rId97"/>
                <a:stretch>
                  <a:fillRect/>
                </a:stretch>
              </p:blipFill>
              <p:spPr>
                <a:xfrm>
                  <a:off x="1664876" y="4876067"/>
                  <a:ext cx="2655360" cy="111024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72" name="Ink 71">
                  <a:extLst>
                    <a:ext uri="{FF2B5EF4-FFF2-40B4-BE49-F238E27FC236}">
                      <a16:creationId xmlns:a16="http://schemas.microsoft.com/office/drawing/2014/main" id="{F81BEC2D-09E8-DDA9-04E1-C49CA0AE84CD}"/>
                    </a:ext>
                  </a:extLst>
                </p14:cNvPr>
                <p14:cNvContentPartPr/>
                <p14:nvPr/>
              </p14:nvContentPartPr>
              <p14:xfrm>
                <a:off x="1710596" y="5099627"/>
                <a:ext cx="2552760" cy="214920"/>
              </p14:xfrm>
            </p:contentPart>
          </mc:Choice>
          <mc:Fallback>
            <p:pic>
              <p:nvPicPr>
                <p:cNvPr id="72" name="Ink 71">
                  <a:extLst>
                    <a:ext uri="{FF2B5EF4-FFF2-40B4-BE49-F238E27FC236}">
                      <a16:creationId xmlns:a16="http://schemas.microsoft.com/office/drawing/2014/main" id="{F81BEC2D-09E8-DDA9-04E1-C49CA0AE84CD}"/>
                    </a:ext>
                  </a:extLst>
                </p:cNvPr>
                <p:cNvPicPr/>
                <p:nvPr/>
              </p:nvPicPr>
              <p:blipFill>
                <a:blip r:embed="rId99"/>
                <a:stretch>
                  <a:fillRect/>
                </a:stretch>
              </p:blipFill>
              <p:spPr>
                <a:xfrm>
                  <a:off x="1701596" y="5090627"/>
                  <a:ext cx="2570400" cy="23256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75" name="Ink 74">
                  <a:extLst>
                    <a:ext uri="{FF2B5EF4-FFF2-40B4-BE49-F238E27FC236}">
                      <a16:creationId xmlns:a16="http://schemas.microsoft.com/office/drawing/2014/main" id="{B5B3A2D1-6A39-324B-B9E0-B47350A99FEE}"/>
                    </a:ext>
                  </a:extLst>
                </p14:cNvPr>
                <p14:cNvContentPartPr/>
                <p14:nvPr/>
              </p14:nvContentPartPr>
              <p14:xfrm>
                <a:off x="1701956" y="5281787"/>
                <a:ext cx="2474640" cy="280440"/>
              </p14:xfrm>
            </p:contentPart>
          </mc:Choice>
          <mc:Fallback>
            <p:pic>
              <p:nvPicPr>
                <p:cNvPr id="75" name="Ink 74">
                  <a:extLst>
                    <a:ext uri="{FF2B5EF4-FFF2-40B4-BE49-F238E27FC236}">
                      <a16:creationId xmlns:a16="http://schemas.microsoft.com/office/drawing/2014/main" id="{B5B3A2D1-6A39-324B-B9E0-B47350A99FEE}"/>
                    </a:ext>
                  </a:extLst>
                </p:cNvPr>
                <p:cNvPicPr/>
                <p:nvPr/>
              </p:nvPicPr>
              <p:blipFill>
                <a:blip r:embed="rId101"/>
                <a:stretch>
                  <a:fillRect/>
                </a:stretch>
              </p:blipFill>
              <p:spPr>
                <a:xfrm>
                  <a:off x="1692956" y="5272787"/>
                  <a:ext cx="2492280" cy="29808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76" name="Ink 75">
                  <a:extLst>
                    <a:ext uri="{FF2B5EF4-FFF2-40B4-BE49-F238E27FC236}">
                      <a16:creationId xmlns:a16="http://schemas.microsoft.com/office/drawing/2014/main" id="{B0A9129B-360A-DCD5-E57C-CA8ED55613E2}"/>
                    </a:ext>
                  </a:extLst>
                </p14:cNvPr>
                <p14:cNvContentPartPr/>
                <p14:nvPr/>
              </p14:nvContentPartPr>
              <p14:xfrm>
                <a:off x="1681796" y="5520467"/>
                <a:ext cx="2568960" cy="223560"/>
              </p14:xfrm>
            </p:contentPart>
          </mc:Choice>
          <mc:Fallback>
            <p:pic>
              <p:nvPicPr>
                <p:cNvPr id="76" name="Ink 75">
                  <a:extLst>
                    <a:ext uri="{FF2B5EF4-FFF2-40B4-BE49-F238E27FC236}">
                      <a16:creationId xmlns:a16="http://schemas.microsoft.com/office/drawing/2014/main" id="{B0A9129B-360A-DCD5-E57C-CA8ED55613E2}"/>
                    </a:ext>
                  </a:extLst>
                </p:cNvPr>
                <p:cNvPicPr/>
                <p:nvPr/>
              </p:nvPicPr>
              <p:blipFill>
                <a:blip r:embed="rId103"/>
                <a:stretch>
                  <a:fillRect/>
                </a:stretch>
              </p:blipFill>
              <p:spPr>
                <a:xfrm>
                  <a:off x="1673156" y="5511467"/>
                  <a:ext cx="2586600" cy="24120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78" name="Ink 77">
                  <a:extLst>
                    <a:ext uri="{FF2B5EF4-FFF2-40B4-BE49-F238E27FC236}">
                      <a16:creationId xmlns:a16="http://schemas.microsoft.com/office/drawing/2014/main" id="{3549CD04-327C-9343-DC57-39106878EB2E}"/>
                    </a:ext>
                  </a:extLst>
                </p14:cNvPr>
                <p14:cNvContentPartPr/>
                <p14:nvPr/>
              </p14:nvContentPartPr>
              <p14:xfrm>
                <a:off x="2061236" y="5059667"/>
                <a:ext cx="43200" cy="937800"/>
              </p14:xfrm>
            </p:contentPart>
          </mc:Choice>
          <mc:Fallback>
            <p:pic>
              <p:nvPicPr>
                <p:cNvPr id="78" name="Ink 77">
                  <a:extLst>
                    <a:ext uri="{FF2B5EF4-FFF2-40B4-BE49-F238E27FC236}">
                      <a16:creationId xmlns:a16="http://schemas.microsoft.com/office/drawing/2014/main" id="{3549CD04-327C-9343-DC57-39106878EB2E}"/>
                    </a:ext>
                  </a:extLst>
                </p:cNvPr>
                <p:cNvPicPr/>
                <p:nvPr/>
              </p:nvPicPr>
              <p:blipFill>
                <a:blip r:embed="rId105"/>
                <a:stretch>
                  <a:fillRect/>
                </a:stretch>
              </p:blipFill>
              <p:spPr>
                <a:xfrm>
                  <a:off x="2052236" y="5051027"/>
                  <a:ext cx="60840" cy="95544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79" name="Ink 78">
                  <a:extLst>
                    <a:ext uri="{FF2B5EF4-FFF2-40B4-BE49-F238E27FC236}">
                      <a16:creationId xmlns:a16="http://schemas.microsoft.com/office/drawing/2014/main" id="{E2712113-9D8A-0F41-3B94-10FA396DA44A}"/>
                    </a:ext>
                  </a:extLst>
                </p14:cNvPr>
                <p14:cNvContentPartPr/>
                <p14:nvPr/>
              </p14:nvContentPartPr>
              <p14:xfrm>
                <a:off x="2691596" y="4935107"/>
                <a:ext cx="54720" cy="1014120"/>
              </p14:xfrm>
            </p:contentPart>
          </mc:Choice>
          <mc:Fallback>
            <p:pic>
              <p:nvPicPr>
                <p:cNvPr id="79" name="Ink 78">
                  <a:extLst>
                    <a:ext uri="{FF2B5EF4-FFF2-40B4-BE49-F238E27FC236}">
                      <a16:creationId xmlns:a16="http://schemas.microsoft.com/office/drawing/2014/main" id="{E2712113-9D8A-0F41-3B94-10FA396DA44A}"/>
                    </a:ext>
                  </a:extLst>
                </p:cNvPr>
                <p:cNvPicPr/>
                <p:nvPr/>
              </p:nvPicPr>
              <p:blipFill>
                <a:blip r:embed="rId107"/>
                <a:stretch>
                  <a:fillRect/>
                </a:stretch>
              </p:blipFill>
              <p:spPr>
                <a:xfrm>
                  <a:off x="2682596" y="4926467"/>
                  <a:ext cx="72360" cy="103176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80" name="Ink 79">
                  <a:extLst>
                    <a:ext uri="{FF2B5EF4-FFF2-40B4-BE49-F238E27FC236}">
                      <a16:creationId xmlns:a16="http://schemas.microsoft.com/office/drawing/2014/main" id="{08C9147A-A042-5FF3-71F6-22A8915BCA32}"/>
                    </a:ext>
                  </a:extLst>
                </p14:cNvPr>
                <p14:cNvContentPartPr/>
                <p14:nvPr/>
              </p14:nvContentPartPr>
              <p14:xfrm>
                <a:off x="3352916" y="4931147"/>
                <a:ext cx="108720" cy="1087920"/>
              </p14:xfrm>
            </p:contentPart>
          </mc:Choice>
          <mc:Fallback>
            <p:pic>
              <p:nvPicPr>
                <p:cNvPr id="80" name="Ink 79">
                  <a:extLst>
                    <a:ext uri="{FF2B5EF4-FFF2-40B4-BE49-F238E27FC236}">
                      <a16:creationId xmlns:a16="http://schemas.microsoft.com/office/drawing/2014/main" id="{08C9147A-A042-5FF3-71F6-22A8915BCA32}"/>
                    </a:ext>
                  </a:extLst>
                </p:cNvPr>
                <p:cNvPicPr/>
                <p:nvPr/>
              </p:nvPicPr>
              <p:blipFill>
                <a:blip r:embed="rId109"/>
                <a:stretch>
                  <a:fillRect/>
                </a:stretch>
              </p:blipFill>
              <p:spPr>
                <a:xfrm>
                  <a:off x="3344276" y="4922147"/>
                  <a:ext cx="126360" cy="110556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82" name="Ink 81">
                  <a:extLst>
                    <a:ext uri="{FF2B5EF4-FFF2-40B4-BE49-F238E27FC236}">
                      <a16:creationId xmlns:a16="http://schemas.microsoft.com/office/drawing/2014/main" id="{6C840D2B-E253-39BA-4313-625F57F4ADFD}"/>
                    </a:ext>
                  </a:extLst>
                </p14:cNvPr>
                <p14:cNvContentPartPr/>
                <p14:nvPr/>
              </p14:nvContentPartPr>
              <p14:xfrm>
                <a:off x="6196196" y="4917827"/>
                <a:ext cx="38520" cy="313920"/>
              </p14:xfrm>
            </p:contentPart>
          </mc:Choice>
          <mc:Fallback>
            <p:pic>
              <p:nvPicPr>
                <p:cNvPr id="82" name="Ink 81">
                  <a:extLst>
                    <a:ext uri="{FF2B5EF4-FFF2-40B4-BE49-F238E27FC236}">
                      <a16:creationId xmlns:a16="http://schemas.microsoft.com/office/drawing/2014/main" id="{6C840D2B-E253-39BA-4313-625F57F4ADFD}"/>
                    </a:ext>
                  </a:extLst>
                </p:cNvPr>
                <p:cNvPicPr/>
                <p:nvPr/>
              </p:nvPicPr>
              <p:blipFill>
                <a:blip r:embed="rId111"/>
                <a:stretch>
                  <a:fillRect/>
                </a:stretch>
              </p:blipFill>
              <p:spPr>
                <a:xfrm>
                  <a:off x="6187556" y="4909187"/>
                  <a:ext cx="56160" cy="33156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83" name="Ink 82">
                  <a:extLst>
                    <a:ext uri="{FF2B5EF4-FFF2-40B4-BE49-F238E27FC236}">
                      <a16:creationId xmlns:a16="http://schemas.microsoft.com/office/drawing/2014/main" id="{71F37A25-CCF1-EC4B-461D-B9002A126E8E}"/>
                    </a:ext>
                  </a:extLst>
                </p14:cNvPr>
                <p14:cNvContentPartPr/>
                <p14:nvPr/>
              </p14:nvContentPartPr>
              <p14:xfrm>
                <a:off x="5936636" y="4836467"/>
                <a:ext cx="570600" cy="82440"/>
              </p14:xfrm>
            </p:contentPart>
          </mc:Choice>
          <mc:Fallback>
            <p:pic>
              <p:nvPicPr>
                <p:cNvPr id="83" name="Ink 82">
                  <a:extLst>
                    <a:ext uri="{FF2B5EF4-FFF2-40B4-BE49-F238E27FC236}">
                      <a16:creationId xmlns:a16="http://schemas.microsoft.com/office/drawing/2014/main" id="{71F37A25-CCF1-EC4B-461D-B9002A126E8E}"/>
                    </a:ext>
                  </a:extLst>
                </p:cNvPr>
                <p:cNvPicPr/>
                <p:nvPr/>
              </p:nvPicPr>
              <p:blipFill>
                <a:blip r:embed="rId113"/>
                <a:stretch>
                  <a:fillRect/>
                </a:stretch>
              </p:blipFill>
              <p:spPr>
                <a:xfrm>
                  <a:off x="5927996" y="4827467"/>
                  <a:ext cx="588240" cy="10008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84" name="Ink 83">
                  <a:extLst>
                    <a:ext uri="{FF2B5EF4-FFF2-40B4-BE49-F238E27FC236}">
                      <a16:creationId xmlns:a16="http://schemas.microsoft.com/office/drawing/2014/main" id="{98EF2D15-0209-2BE7-EBEA-AACD2C7D9752}"/>
                    </a:ext>
                  </a:extLst>
                </p14:cNvPr>
                <p14:cNvContentPartPr/>
                <p14:nvPr/>
              </p14:nvContentPartPr>
              <p14:xfrm>
                <a:off x="6473036" y="4865987"/>
                <a:ext cx="186120" cy="257400"/>
              </p14:xfrm>
            </p:contentPart>
          </mc:Choice>
          <mc:Fallback>
            <p:pic>
              <p:nvPicPr>
                <p:cNvPr id="84" name="Ink 83">
                  <a:extLst>
                    <a:ext uri="{FF2B5EF4-FFF2-40B4-BE49-F238E27FC236}">
                      <a16:creationId xmlns:a16="http://schemas.microsoft.com/office/drawing/2014/main" id="{98EF2D15-0209-2BE7-EBEA-AACD2C7D9752}"/>
                    </a:ext>
                  </a:extLst>
                </p:cNvPr>
                <p:cNvPicPr/>
                <p:nvPr/>
              </p:nvPicPr>
              <p:blipFill>
                <a:blip r:embed="rId115"/>
                <a:stretch>
                  <a:fillRect/>
                </a:stretch>
              </p:blipFill>
              <p:spPr>
                <a:xfrm>
                  <a:off x="6464036" y="4856987"/>
                  <a:ext cx="203760" cy="27504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85" name="Ink 84">
                  <a:extLst>
                    <a:ext uri="{FF2B5EF4-FFF2-40B4-BE49-F238E27FC236}">
                      <a16:creationId xmlns:a16="http://schemas.microsoft.com/office/drawing/2014/main" id="{49DEE840-6CD5-7331-C30C-887ADCE777D5}"/>
                    </a:ext>
                  </a:extLst>
                </p14:cNvPr>
                <p14:cNvContentPartPr/>
                <p14:nvPr/>
              </p14:nvContentPartPr>
              <p14:xfrm>
                <a:off x="6734756" y="4923587"/>
                <a:ext cx="166320" cy="168480"/>
              </p14:xfrm>
            </p:contentPart>
          </mc:Choice>
          <mc:Fallback>
            <p:pic>
              <p:nvPicPr>
                <p:cNvPr id="85" name="Ink 84">
                  <a:extLst>
                    <a:ext uri="{FF2B5EF4-FFF2-40B4-BE49-F238E27FC236}">
                      <a16:creationId xmlns:a16="http://schemas.microsoft.com/office/drawing/2014/main" id="{49DEE840-6CD5-7331-C30C-887ADCE777D5}"/>
                    </a:ext>
                  </a:extLst>
                </p:cNvPr>
                <p:cNvPicPr/>
                <p:nvPr/>
              </p:nvPicPr>
              <p:blipFill>
                <a:blip r:embed="rId117"/>
                <a:stretch>
                  <a:fillRect/>
                </a:stretch>
              </p:blipFill>
              <p:spPr>
                <a:xfrm>
                  <a:off x="6725756" y="4914947"/>
                  <a:ext cx="18396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86" name="Ink 85">
                  <a:extLst>
                    <a:ext uri="{FF2B5EF4-FFF2-40B4-BE49-F238E27FC236}">
                      <a16:creationId xmlns:a16="http://schemas.microsoft.com/office/drawing/2014/main" id="{1090807F-0DD9-98E9-F3B6-2EE020BEDE26}"/>
                    </a:ext>
                  </a:extLst>
                </p14:cNvPr>
                <p14:cNvContentPartPr/>
                <p14:nvPr/>
              </p14:nvContentPartPr>
              <p14:xfrm>
                <a:off x="7008716" y="4896587"/>
                <a:ext cx="134640" cy="191880"/>
              </p14:xfrm>
            </p:contentPart>
          </mc:Choice>
          <mc:Fallback>
            <p:pic>
              <p:nvPicPr>
                <p:cNvPr id="86" name="Ink 85">
                  <a:extLst>
                    <a:ext uri="{FF2B5EF4-FFF2-40B4-BE49-F238E27FC236}">
                      <a16:creationId xmlns:a16="http://schemas.microsoft.com/office/drawing/2014/main" id="{1090807F-0DD9-98E9-F3B6-2EE020BEDE26}"/>
                    </a:ext>
                  </a:extLst>
                </p:cNvPr>
                <p:cNvPicPr/>
                <p:nvPr/>
              </p:nvPicPr>
              <p:blipFill>
                <a:blip r:embed="rId119"/>
                <a:stretch>
                  <a:fillRect/>
                </a:stretch>
              </p:blipFill>
              <p:spPr>
                <a:xfrm>
                  <a:off x="7000076" y="4887947"/>
                  <a:ext cx="152280" cy="20952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87" name="Ink 86">
                  <a:extLst>
                    <a:ext uri="{FF2B5EF4-FFF2-40B4-BE49-F238E27FC236}">
                      <a16:creationId xmlns:a16="http://schemas.microsoft.com/office/drawing/2014/main" id="{5FE87965-1D7C-1E08-6287-E0EB95AF6D31}"/>
                    </a:ext>
                  </a:extLst>
                </p14:cNvPr>
                <p14:cNvContentPartPr/>
                <p14:nvPr/>
              </p14:nvContentPartPr>
              <p14:xfrm>
                <a:off x="7034636" y="4822427"/>
                <a:ext cx="117360" cy="10800"/>
              </p14:xfrm>
            </p:contentPart>
          </mc:Choice>
          <mc:Fallback>
            <p:pic>
              <p:nvPicPr>
                <p:cNvPr id="87" name="Ink 86">
                  <a:extLst>
                    <a:ext uri="{FF2B5EF4-FFF2-40B4-BE49-F238E27FC236}">
                      <a16:creationId xmlns:a16="http://schemas.microsoft.com/office/drawing/2014/main" id="{5FE87965-1D7C-1E08-6287-E0EB95AF6D31}"/>
                    </a:ext>
                  </a:extLst>
                </p:cNvPr>
                <p:cNvPicPr/>
                <p:nvPr/>
              </p:nvPicPr>
              <p:blipFill>
                <a:blip r:embed="rId121"/>
                <a:stretch>
                  <a:fillRect/>
                </a:stretch>
              </p:blipFill>
              <p:spPr>
                <a:xfrm>
                  <a:off x="7025996" y="4813427"/>
                  <a:ext cx="135000" cy="2844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88" name="Ink 87">
                  <a:extLst>
                    <a:ext uri="{FF2B5EF4-FFF2-40B4-BE49-F238E27FC236}">
                      <a16:creationId xmlns:a16="http://schemas.microsoft.com/office/drawing/2014/main" id="{612F55A7-C51B-1AD7-F5DF-32E6435B58A9}"/>
                    </a:ext>
                  </a:extLst>
                </p14:cNvPr>
                <p14:cNvContentPartPr/>
                <p14:nvPr/>
              </p14:nvContentPartPr>
              <p14:xfrm>
                <a:off x="6997556" y="4935107"/>
                <a:ext cx="145800" cy="33840"/>
              </p14:xfrm>
            </p:contentPart>
          </mc:Choice>
          <mc:Fallback>
            <p:pic>
              <p:nvPicPr>
                <p:cNvPr id="88" name="Ink 87">
                  <a:extLst>
                    <a:ext uri="{FF2B5EF4-FFF2-40B4-BE49-F238E27FC236}">
                      <a16:creationId xmlns:a16="http://schemas.microsoft.com/office/drawing/2014/main" id="{612F55A7-C51B-1AD7-F5DF-32E6435B58A9}"/>
                    </a:ext>
                  </a:extLst>
                </p:cNvPr>
                <p:cNvPicPr/>
                <p:nvPr/>
              </p:nvPicPr>
              <p:blipFill>
                <a:blip r:embed="rId123"/>
                <a:stretch>
                  <a:fillRect/>
                </a:stretch>
              </p:blipFill>
              <p:spPr>
                <a:xfrm>
                  <a:off x="6988916" y="4926467"/>
                  <a:ext cx="163440" cy="5148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89" name="Ink 88">
                  <a:extLst>
                    <a:ext uri="{FF2B5EF4-FFF2-40B4-BE49-F238E27FC236}">
                      <a16:creationId xmlns:a16="http://schemas.microsoft.com/office/drawing/2014/main" id="{051711FC-6801-B37D-5DBC-FAB114087022}"/>
                    </a:ext>
                  </a:extLst>
                </p14:cNvPr>
                <p14:cNvContentPartPr/>
                <p14:nvPr/>
              </p14:nvContentPartPr>
              <p14:xfrm>
                <a:off x="7502276" y="4808027"/>
                <a:ext cx="26280" cy="163080"/>
              </p14:xfrm>
            </p:contentPart>
          </mc:Choice>
          <mc:Fallback>
            <p:pic>
              <p:nvPicPr>
                <p:cNvPr id="89" name="Ink 88">
                  <a:extLst>
                    <a:ext uri="{FF2B5EF4-FFF2-40B4-BE49-F238E27FC236}">
                      <a16:creationId xmlns:a16="http://schemas.microsoft.com/office/drawing/2014/main" id="{051711FC-6801-B37D-5DBC-FAB114087022}"/>
                    </a:ext>
                  </a:extLst>
                </p:cNvPr>
                <p:cNvPicPr/>
                <p:nvPr/>
              </p:nvPicPr>
              <p:blipFill>
                <a:blip r:embed="rId125"/>
                <a:stretch>
                  <a:fillRect/>
                </a:stretch>
              </p:blipFill>
              <p:spPr>
                <a:xfrm>
                  <a:off x="7493636" y="4799387"/>
                  <a:ext cx="43920" cy="18072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90" name="Ink 89">
                  <a:extLst>
                    <a:ext uri="{FF2B5EF4-FFF2-40B4-BE49-F238E27FC236}">
                      <a16:creationId xmlns:a16="http://schemas.microsoft.com/office/drawing/2014/main" id="{7A7723A1-8844-1772-5C9C-AE7428497012}"/>
                    </a:ext>
                  </a:extLst>
                </p14:cNvPr>
                <p14:cNvContentPartPr/>
                <p14:nvPr/>
              </p14:nvContentPartPr>
              <p14:xfrm>
                <a:off x="7393916" y="4787507"/>
                <a:ext cx="214200" cy="240840"/>
              </p14:xfrm>
            </p:contentPart>
          </mc:Choice>
          <mc:Fallback>
            <p:pic>
              <p:nvPicPr>
                <p:cNvPr id="90" name="Ink 89">
                  <a:extLst>
                    <a:ext uri="{FF2B5EF4-FFF2-40B4-BE49-F238E27FC236}">
                      <a16:creationId xmlns:a16="http://schemas.microsoft.com/office/drawing/2014/main" id="{7A7723A1-8844-1772-5C9C-AE7428497012}"/>
                    </a:ext>
                  </a:extLst>
                </p:cNvPr>
                <p:cNvPicPr/>
                <p:nvPr/>
              </p:nvPicPr>
              <p:blipFill>
                <a:blip r:embed="rId127"/>
                <a:stretch>
                  <a:fillRect/>
                </a:stretch>
              </p:blipFill>
              <p:spPr>
                <a:xfrm>
                  <a:off x="7385276" y="4778867"/>
                  <a:ext cx="231840" cy="25848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91" name="Ink 90">
                  <a:extLst>
                    <a:ext uri="{FF2B5EF4-FFF2-40B4-BE49-F238E27FC236}">
                      <a16:creationId xmlns:a16="http://schemas.microsoft.com/office/drawing/2014/main" id="{3A04C18C-B048-C6F6-A784-A19D3401B153}"/>
                    </a:ext>
                  </a:extLst>
                </p14:cNvPr>
                <p14:cNvContentPartPr/>
                <p14:nvPr/>
              </p14:nvContentPartPr>
              <p14:xfrm>
                <a:off x="7727636" y="4792907"/>
                <a:ext cx="25920" cy="185040"/>
              </p14:xfrm>
            </p:contentPart>
          </mc:Choice>
          <mc:Fallback>
            <p:pic>
              <p:nvPicPr>
                <p:cNvPr id="91" name="Ink 90">
                  <a:extLst>
                    <a:ext uri="{FF2B5EF4-FFF2-40B4-BE49-F238E27FC236}">
                      <a16:creationId xmlns:a16="http://schemas.microsoft.com/office/drawing/2014/main" id="{3A04C18C-B048-C6F6-A784-A19D3401B153}"/>
                    </a:ext>
                  </a:extLst>
                </p:cNvPr>
                <p:cNvPicPr/>
                <p:nvPr/>
              </p:nvPicPr>
              <p:blipFill>
                <a:blip r:embed="rId129"/>
                <a:stretch>
                  <a:fillRect/>
                </a:stretch>
              </p:blipFill>
              <p:spPr>
                <a:xfrm>
                  <a:off x="7718996" y="4783907"/>
                  <a:ext cx="43560" cy="20268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92" name="Ink 91">
                  <a:extLst>
                    <a:ext uri="{FF2B5EF4-FFF2-40B4-BE49-F238E27FC236}">
                      <a16:creationId xmlns:a16="http://schemas.microsoft.com/office/drawing/2014/main" id="{6EFBB907-AF24-2844-C769-D9A4A4C0CC80}"/>
                    </a:ext>
                  </a:extLst>
                </p14:cNvPr>
                <p14:cNvContentPartPr/>
                <p14:nvPr/>
              </p14:nvContentPartPr>
              <p14:xfrm>
                <a:off x="7738796" y="4731707"/>
                <a:ext cx="137520" cy="301320"/>
              </p14:xfrm>
            </p:contentPart>
          </mc:Choice>
          <mc:Fallback>
            <p:pic>
              <p:nvPicPr>
                <p:cNvPr id="92" name="Ink 91">
                  <a:extLst>
                    <a:ext uri="{FF2B5EF4-FFF2-40B4-BE49-F238E27FC236}">
                      <a16:creationId xmlns:a16="http://schemas.microsoft.com/office/drawing/2014/main" id="{6EFBB907-AF24-2844-C769-D9A4A4C0CC80}"/>
                    </a:ext>
                  </a:extLst>
                </p:cNvPr>
                <p:cNvPicPr/>
                <p:nvPr/>
              </p:nvPicPr>
              <p:blipFill>
                <a:blip r:embed="rId131"/>
                <a:stretch>
                  <a:fillRect/>
                </a:stretch>
              </p:blipFill>
              <p:spPr>
                <a:xfrm>
                  <a:off x="7730156" y="4722707"/>
                  <a:ext cx="155160" cy="31896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93" name="Ink 92">
                  <a:extLst>
                    <a:ext uri="{FF2B5EF4-FFF2-40B4-BE49-F238E27FC236}">
                      <a16:creationId xmlns:a16="http://schemas.microsoft.com/office/drawing/2014/main" id="{CCBFEF48-4B03-65EA-288F-A86BC4D61924}"/>
                    </a:ext>
                  </a:extLst>
                </p14:cNvPr>
                <p14:cNvContentPartPr/>
                <p14:nvPr/>
              </p14:nvContentPartPr>
              <p14:xfrm>
                <a:off x="8032556" y="4714427"/>
                <a:ext cx="274320" cy="360360"/>
              </p14:xfrm>
            </p:contentPart>
          </mc:Choice>
          <mc:Fallback>
            <p:pic>
              <p:nvPicPr>
                <p:cNvPr id="93" name="Ink 92">
                  <a:extLst>
                    <a:ext uri="{FF2B5EF4-FFF2-40B4-BE49-F238E27FC236}">
                      <a16:creationId xmlns:a16="http://schemas.microsoft.com/office/drawing/2014/main" id="{CCBFEF48-4B03-65EA-288F-A86BC4D61924}"/>
                    </a:ext>
                  </a:extLst>
                </p:cNvPr>
                <p:cNvPicPr/>
                <p:nvPr/>
              </p:nvPicPr>
              <p:blipFill>
                <a:blip r:embed="rId133"/>
                <a:stretch>
                  <a:fillRect/>
                </a:stretch>
              </p:blipFill>
              <p:spPr>
                <a:xfrm>
                  <a:off x="8023916" y="4705787"/>
                  <a:ext cx="291960" cy="37800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94" name="Ink 93">
                  <a:extLst>
                    <a:ext uri="{FF2B5EF4-FFF2-40B4-BE49-F238E27FC236}">
                      <a16:creationId xmlns:a16="http://schemas.microsoft.com/office/drawing/2014/main" id="{41CDD515-A9EC-0699-630A-19337423D9A7}"/>
                    </a:ext>
                  </a:extLst>
                </p14:cNvPr>
                <p14:cNvContentPartPr/>
                <p14:nvPr/>
              </p14:nvContentPartPr>
              <p14:xfrm>
                <a:off x="8376716" y="4737467"/>
                <a:ext cx="144360" cy="200520"/>
              </p14:xfrm>
            </p:contentPart>
          </mc:Choice>
          <mc:Fallback>
            <p:pic>
              <p:nvPicPr>
                <p:cNvPr id="94" name="Ink 93">
                  <a:extLst>
                    <a:ext uri="{FF2B5EF4-FFF2-40B4-BE49-F238E27FC236}">
                      <a16:creationId xmlns:a16="http://schemas.microsoft.com/office/drawing/2014/main" id="{41CDD515-A9EC-0699-630A-19337423D9A7}"/>
                    </a:ext>
                  </a:extLst>
                </p:cNvPr>
                <p:cNvPicPr/>
                <p:nvPr/>
              </p:nvPicPr>
              <p:blipFill>
                <a:blip r:embed="rId135"/>
                <a:stretch>
                  <a:fillRect/>
                </a:stretch>
              </p:blipFill>
              <p:spPr>
                <a:xfrm>
                  <a:off x="8368076" y="4728827"/>
                  <a:ext cx="162000" cy="21816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95" name="Ink 94">
                  <a:extLst>
                    <a:ext uri="{FF2B5EF4-FFF2-40B4-BE49-F238E27FC236}">
                      <a16:creationId xmlns:a16="http://schemas.microsoft.com/office/drawing/2014/main" id="{3060515F-4D09-FCCD-3EDB-4A007AC0CB9F}"/>
                    </a:ext>
                  </a:extLst>
                </p14:cNvPr>
                <p14:cNvContentPartPr/>
                <p14:nvPr/>
              </p14:nvContentPartPr>
              <p14:xfrm>
                <a:off x="8625836" y="4782467"/>
                <a:ext cx="28800" cy="123480"/>
              </p14:xfrm>
            </p:contentPart>
          </mc:Choice>
          <mc:Fallback>
            <p:pic>
              <p:nvPicPr>
                <p:cNvPr id="95" name="Ink 94">
                  <a:extLst>
                    <a:ext uri="{FF2B5EF4-FFF2-40B4-BE49-F238E27FC236}">
                      <a16:creationId xmlns:a16="http://schemas.microsoft.com/office/drawing/2014/main" id="{3060515F-4D09-FCCD-3EDB-4A007AC0CB9F}"/>
                    </a:ext>
                  </a:extLst>
                </p:cNvPr>
                <p:cNvPicPr/>
                <p:nvPr/>
              </p:nvPicPr>
              <p:blipFill>
                <a:blip r:embed="rId137"/>
                <a:stretch>
                  <a:fillRect/>
                </a:stretch>
              </p:blipFill>
              <p:spPr>
                <a:xfrm>
                  <a:off x="8617196" y="4773827"/>
                  <a:ext cx="4644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96" name="Ink 95">
                  <a:extLst>
                    <a:ext uri="{FF2B5EF4-FFF2-40B4-BE49-F238E27FC236}">
                      <a16:creationId xmlns:a16="http://schemas.microsoft.com/office/drawing/2014/main" id="{9ECE835A-1CC2-BCFE-9D5F-57F5CEF8F806}"/>
                    </a:ext>
                  </a:extLst>
                </p14:cNvPr>
                <p14:cNvContentPartPr/>
                <p14:nvPr/>
              </p14:nvContentPartPr>
              <p14:xfrm>
                <a:off x="8836796" y="4797947"/>
                <a:ext cx="6120" cy="127080"/>
              </p14:xfrm>
            </p:contentPart>
          </mc:Choice>
          <mc:Fallback>
            <p:pic>
              <p:nvPicPr>
                <p:cNvPr id="96" name="Ink 95">
                  <a:extLst>
                    <a:ext uri="{FF2B5EF4-FFF2-40B4-BE49-F238E27FC236}">
                      <a16:creationId xmlns:a16="http://schemas.microsoft.com/office/drawing/2014/main" id="{9ECE835A-1CC2-BCFE-9D5F-57F5CEF8F806}"/>
                    </a:ext>
                  </a:extLst>
                </p:cNvPr>
                <p:cNvPicPr/>
                <p:nvPr/>
              </p:nvPicPr>
              <p:blipFill>
                <a:blip r:embed="rId139"/>
                <a:stretch>
                  <a:fillRect/>
                </a:stretch>
              </p:blipFill>
              <p:spPr>
                <a:xfrm>
                  <a:off x="8828156" y="4788947"/>
                  <a:ext cx="23760" cy="14472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97" name="Ink 96">
                  <a:extLst>
                    <a:ext uri="{FF2B5EF4-FFF2-40B4-BE49-F238E27FC236}">
                      <a16:creationId xmlns:a16="http://schemas.microsoft.com/office/drawing/2014/main" id="{260BFD54-F7A1-36A5-A2DB-40800B8331D2}"/>
                    </a:ext>
                  </a:extLst>
                </p14:cNvPr>
                <p14:cNvContentPartPr/>
                <p14:nvPr/>
              </p14:nvContentPartPr>
              <p14:xfrm>
                <a:off x="8742836" y="4681307"/>
                <a:ext cx="228960" cy="290520"/>
              </p14:xfrm>
            </p:contentPart>
          </mc:Choice>
          <mc:Fallback>
            <p:pic>
              <p:nvPicPr>
                <p:cNvPr id="97" name="Ink 96">
                  <a:extLst>
                    <a:ext uri="{FF2B5EF4-FFF2-40B4-BE49-F238E27FC236}">
                      <a16:creationId xmlns:a16="http://schemas.microsoft.com/office/drawing/2014/main" id="{260BFD54-F7A1-36A5-A2DB-40800B8331D2}"/>
                    </a:ext>
                  </a:extLst>
                </p:cNvPr>
                <p:cNvPicPr/>
                <p:nvPr/>
              </p:nvPicPr>
              <p:blipFill>
                <a:blip r:embed="rId141"/>
                <a:stretch>
                  <a:fillRect/>
                </a:stretch>
              </p:blipFill>
              <p:spPr>
                <a:xfrm>
                  <a:off x="8734196" y="4672307"/>
                  <a:ext cx="246600" cy="30816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100" name="Ink 99">
                  <a:extLst>
                    <a:ext uri="{FF2B5EF4-FFF2-40B4-BE49-F238E27FC236}">
                      <a16:creationId xmlns:a16="http://schemas.microsoft.com/office/drawing/2014/main" id="{D5AEBAAF-E539-80C7-E96F-F407F61B0A8B}"/>
                    </a:ext>
                  </a:extLst>
                </p14:cNvPr>
                <p14:cNvContentPartPr/>
                <p14:nvPr/>
              </p14:nvContentPartPr>
              <p14:xfrm>
                <a:off x="4423556" y="5098907"/>
                <a:ext cx="1510560" cy="121680"/>
              </p14:xfrm>
            </p:contentPart>
          </mc:Choice>
          <mc:Fallback>
            <p:pic>
              <p:nvPicPr>
                <p:cNvPr id="100" name="Ink 99">
                  <a:extLst>
                    <a:ext uri="{FF2B5EF4-FFF2-40B4-BE49-F238E27FC236}">
                      <a16:creationId xmlns:a16="http://schemas.microsoft.com/office/drawing/2014/main" id="{D5AEBAAF-E539-80C7-E96F-F407F61B0A8B}"/>
                    </a:ext>
                  </a:extLst>
                </p:cNvPr>
                <p:cNvPicPr/>
                <p:nvPr/>
              </p:nvPicPr>
              <p:blipFill>
                <a:blip r:embed="rId143"/>
                <a:stretch>
                  <a:fillRect/>
                </a:stretch>
              </p:blipFill>
              <p:spPr>
                <a:xfrm>
                  <a:off x="4414916" y="5090267"/>
                  <a:ext cx="152820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101" name="Ink 100">
                  <a:extLst>
                    <a:ext uri="{FF2B5EF4-FFF2-40B4-BE49-F238E27FC236}">
                      <a16:creationId xmlns:a16="http://schemas.microsoft.com/office/drawing/2014/main" id="{493FE8D3-004A-A937-A427-3E6837859E4D}"/>
                    </a:ext>
                  </a:extLst>
                </p14:cNvPr>
                <p14:cNvContentPartPr/>
                <p14:nvPr/>
              </p14:nvContentPartPr>
              <p14:xfrm>
                <a:off x="4319876" y="5077667"/>
                <a:ext cx="191160" cy="231480"/>
              </p14:xfrm>
            </p:contentPart>
          </mc:Choice>
          <mc:Fallback>
            <p:pic>
              <p:nvPicPr>
                <p:cNvPr id="101" name="Ink 100">
                  <a:extLst>
                    <a:ext uri="{FF2B5EF4-FFF2-40B4-BE49-F238E27FC236}">
                      <a16:creationId xmlns:a16="http://schemas.microsoft.com/office/drawing/2014/main" id="{493FE8D3-004A-A937-A427-3E6837859E4D}"/>
                    </a:ext>
                  </a:extLst>
                </p:cNvPr>
                <p:cNvPicPr/>
                <p:nvPr/>
              </p:nvPicPr>
              <p:blipFill>
                <a:blip r:embed="rId145"/>
                <a:stretch>
                  <a:fillRect/>
                </a:stretch>
              </p:blipFill>
              <p:spPr>
                <a:xfrm>
                  <a:off x="4310876" y="5068667"/>
                  <a:ext cx="208800" cy="249120"/>
                </a:xfrm>
                <a:prstGeom prst="rect">
                  <a:avLst/>
                </a:prstGeom>
              </p:spPr>
            </p:pic>
          </mc:Fallback>
        </mc:AlternateContent>
      </p:grpSp>
      <p:grpSp>
        <p:nvGrpSpPr>
          <p:cNvPr id="115" name="Group 114">
            <a:extLst>
              <a:ext uri="{FF2B5EF4-FFF2-40B4-BE49-F238E27FC236}">
                <a16:creationId xmlns:a16="http://schemas.microsoft.com/office/drawing/2014/main" id="{1DA14166-3477-434A-54D2-57DEEB1902CC}"/>
              </a:ext>
            </a:extLst>
          </p:cNvPr>
          <p:cNvGrpSpPr/>
          <p:nvPr/>
        </p:nvGrpSpPr>
        <p:grpSpPr>
          <a:xfrm>
            <a:off x="227396" y="2089307"/>
            <a:ext cx="1535040" cy="331200"/>
            <a:chOff x="227396" y="2089307"/>
            <a:chExt cx="1535040" cy="331200"/>
          </a:xfrm>
        </p:grpSpPr>
        <mc:AlternateContent xmlns:mc="http://schemas.openxmlformats.org/markup-compatibility/2006">
          <mc:Choice xmlns:p14="http://schemas.microsoft.com/office/powerpoint/2010/main" Requires="p14">
            <p:contentPart p14:bwMode="auto" r:id="rId146">
              <p14:nvContentPartPr>
                <p14:cNvPr id="103" name="Ink 102">
                  <a:extLst>
                    <a:ext uri="{FF2B5EF4-FFF2-40B4-BE49-F238E27FC236}">
                      <a16:creationId xmlns:a16="http://schemas.microsoft.com/office/drawing/2014/main" id="{3DEBB77F-83F8-047E-834E-E66D08072E48}"/>
                    </a:ext>
                  </a:extLst>
                </p14:cNvPr>
                <p14:cNvContentPartPr/>
                <p14:nvPr/>
              </p14:nvContentPartPr>
              <p14:xfrm>
                <a:off x="344396" y="2146547"/>
                <a:ext cx="17640" cy="193680"/>
              </p14:xfrm>
            </p:contentPart>
          </mc:Choice>
          <mc:Fallback>
            <p:pic>
              <p:nvPicPr>
                <p:cNvPr id="103" name="Ink 102">
                  <a:extLst>
                    <a:ext uri="{FF2B5EF4-FFF2-40B4-BE49-F238E27FC236}">
                      <a16:creationId xmlns:a16="http://schemas.microsoft.com/office/drawing/2014/main" id="{3DEBB77F-83F8-047E-834E-E66D08072E48}"/>
                    </a:ext>
                  </a:extLst>
                </p:cNvPr>
                <p:cNvPicPr/>
                <p:nvPr/>
              </p:nvPicPr>
              <p:blipFill>
                <a:blip r:embed="rId147"/>
                <a:stretch>
                  <a:fillRect/>
                </a:stretch>
              </p:blipFill>
              <p:spPr>
                <a:xfrm>
                  <a:off x="335756" y="2137547"/>
                  <a:ext cx="35280" cy="21132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04" name="Ink 103">
                  <a:extLst>
                    <a:ext uri="{FF2B5EF4-FFF2-40B4-BE49-F238E27FC236}">
                      <a16:creationId xmlns:a16="http://schemas.microsoft.com/office/drawing/2014/main" id="{C26A14C1-7056-FABB-2505-2B74BF2D21F3}"/>
                    </a:ext>
                  </a:extLst>
                </p14:cNvPr>
                <p14:cNvContentPartPr/>
                <p14:nvPr/>
              </p14:nvContentPartPr>
              <p14:xfrm>
                <a:off x="227396" y="2124947"/>
                <a:ext cx="262800" cy="24840"/>
              </p14:xfrm>
            </p:contentPart>
          </mc:Choice>
          <mc:Fallback>
            <p:pic>
              <p:nvPicPr>
                <p:cNvPr id="104" name="Ink 103">
                  <a:extLst>
                    <a:ext uri="{FF2B5EF4-FFF2-40B4-BE49-F238E27FC236}">
                      <a16:creationId xmlns:a16="http://schemas.microsoft.com/office/drawing/2014/main" id="{C26A14C1-7056-FABB-2505-2B74BF2D21F3}"/>
                    </a:ext>
                  </a:extLst>
                </p:cNvPr>
                <p:cNvPicPr/>
                <p:nvPr/>
              </p:nvPicPr>
              <p:blipFill>
                <a:blip r:embed="rId149"/>
                <a:stretch>
                  <a:fillRect/>
                </a:stretch>
              </p:blipFill>
              <p:spPr>
                <a:xfrm>
                  <a:off x="218756" y="2115947"/>
                  <a:ext cx="28044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106" name="Ink 105">
                  <a:extLst>
                    <a:ext uri="{FF2B5EF4-FFF2-40B4-BE49-F238E27FC236}">
                      <a16:creationId xmlns:a16="http://schemas.microsoft.com/office/drawing/2014/main" id="{971E04C9-A995-0CB0-3752-75A52E46598C}"/>
                    </a:ext>
                  </a:extLst>
                </p14:cNvPr>
                <p14:cNvContentPartPr/>
                <p14:nvPr/>
              </p14:nvContentPartPr>
              <p14:xfrm>
                <a:off x="618356" y="2151947"/>
                <a:ext cx="17640" cy="100440"/>
              </p14:xfrm>
            </p:contentPart>
          </mc:Choice>
          <mc:Fallback>
            <p:pic>
              <p:nvPicPr>
                <p:cNvPr id="106" name="Ink 105">
                  <a:extLst>
                    <a:ext uri="{FF2B5EF4-FFF2-40B4-BE49-F238E27FC236}">
                      <a16:creationId xmlns:a16="http://schemas.microsoft.com/office/drawing/2014/main" id="{971E04C9-A995-0CB0-3752-75A52E46598C}"/>
                    </a:ext>
                  </a:extLst>
                </p:cNvPr>
                <p:cNvPicPr/>
                <p:nvPr/>
              </p:nvPicPr>
              <p:blipFill>
                <a:blip r:embed="rId151"/>
                <a:stretch>
                  <a:fillRect/>
                </a:stretch>
              </p:blipFill>
              <p:spPr>
                <a:xfrm>
                  <a:off x="609356" y="2142947"/>
                  <a:ext cx="35280" cy="11808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107" name="Ink 106">
                  <a:extLst>
                    <a:ext uri="{FF2B5EF4-FFF2-40B4-BE49-F238E27FC236}">
                      <a16:creationId xmlns:a16="http://schemas.microsoft.com/office/drawing/2014/main" id="{ACECF6BE-BBC4-BB2E-D085-59921B62FB08}"/>
                    </a:ext>
                  </a:extLst>
                </p14:cNvPr>
                <p14:cNvContentPartPr/>
                <p14:nvPr/>
              </p14:nvContentPartPr>
              <p14:xfrm>
                <a:off x="618356" y="2151947"/>
                <a:ext cx="360" cy="360"/>
              </p14:xfrm>
            </p:contentPart>
          </mc:Choice>
          <mc:Fallback>
            <p:pic>
              <p:nvPicPr>
                <p:cNvPr id="107" name="Ink 106">
                  <a:extLst>
                    <a:ext uri="{FF2B5EF4-FFF2-40B4-BE49-F238E27FC236}">
                      <a16:creationId xmlns:a16="http://schemas.microsoft.com/office/drawing/2014/main" id="{ACECF6BE-BBC4-BB2E-D085-59921B62FB08}"/>
                    </a:ext>
                  </a:extLst>
                </p:cNvPr>
                <p:cNvPicPr/>
                <p:nvPr/>
              </p:nvPicPr>
              <p:blipFill>
                <a:blip r:embed="rId153"/>
                <a:stretch>
                  <a:fillRect/>
                </a:stretch>
              </p:blipFill>
              <p:spPr>
                <a:xfrm>
                  <a:off x="609356" y="2142947"/>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08" name="Ink 107">
                  <a:extLst>
                    <a:ext uri="{FF2B5EF4-FFF2-40B4-BE49-F238E27FC236}">
                      <a16:creationId xmlns:a16="http://schemas.microsoft.com/office/drawing/2014/main" id="{EF7690AA-DD4B-7B5A-66CE-035AC50CA83C}"/>
                    </a:ext>
                  </a:extLst>
                </p14:cNvPr>
                <p14:cNvContentPartPr/>
                <p14:nvPr/>
              </p14:nvContentPartPr>
              <p14:xfrm>
                <a:off x="561116" y="2112347"/>
                <a:ext cx="157320" cy="169560"/>
              </p14:xfrm>
            </p:contentPart>
          </mc:Choice>
          <mc:Fallback>
            <p:pic>
              <p:nvPicPr>
                <p:cNvPr id="108" name="Ink 107">
                  <a:extLst>
                    <a:ext uri="{FF2B5EF4-FFF2-40B4-BE49-F238E27FC236}">
                      <a16:creationId xmlns:a16="http://schemas.microsoft.com/office/drawing/2014/main" id="{EF7690AA-DD4B-7B5A-66CE-035AC50CA83C}"/>
                    </a:ext>
                  </a:extLst>
                </p:cNvPr>
                <p:cNvPicPr/>
                <p:nvPr/>
              </p:nvPicPr>
              <p:blipFill>
                <a:blip r:embed="rId155"/>
                <a:stretch>
                  <a:fillRect/>
                </a:stretch>
              </p:blipFill>
              <p:spPr>
                <a:xfrm>
                  <a:off x="552476" y="2103707"/>
                  <a:ext cx="174960" cy="18720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09" name="Ink 108">
                  <a:extLst>
                    <a:ext uri="{FF2B5EF4-FFF2-40B4-BE49-F238E27FC236}">
                      <a16:creationId xmlns:a16="http://schemas.microsoft.com/office/drawing/2014/main" id="{B4E82D21-629B-D325-B614-EB1E05BFD0CD}"/>
                    </a:ext>
                  </a:extLst>
                </p14:cNvPr>
                <p14:cNvContentPartPr/>
                <p14:nvPr/>
              </p14:nvContentPartPr>
              <p14:xfrm>
                <a:off x="729596" y="2140427"/>
                <a:ext cx="40320" cy="169200"/>
              </p14:xfrm>
            </p:contentPart>
          </mc:Choice>
          <mc:Fallback>
            <p:pic>
              <p:nvPicPr>
                <p:cNvPr id="109" name="Ink 108">
                  <a:extLst>
                    <a:ext uri="{FF2B5EF4-FFF2-40B4-BE49-F238E27FC236}">
                      <a16:creationId xmlns:a16="http://schemas.microsoft.com/office/drawing/2014/main" id="{B4E82D21-629B-D325-B614-EB1E05BFD0CD}"/>
                    </a:ext>
                  </a:extLst>
                </p:cNvPr>
                <p:cNvPicPr/>
                <p:nvPr/>
              </p:nvPicPr>
              <p:blipFill>
                <a:blip r:embed="rId157"/>
                <a:stretch>
                  <a:fillRect/>
                </a:stretch>
              </p:blipFill>
              <p:spPr>
                <a:xfrm>
                  <a:off x="720596" y="2131427"/>
                  <a:ext cx="57960" cy="18684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10" name="Ink 109">
                  <a:extLst>
                    <a:ext uri="{FF2B5EF4-FFF2-40B4-BE49-F238E27FC236}">
                      <a16:creationId xmlns:a16="http://schemas.microsoft.com/office/drawing/2014/main" id="{8200551B-3227-C2CC-8D2C-AB3C0F2851D1}"/>
                    </a:ext>
                  </a:extLst>
                </p14:cNvPr>
                <p14:cNvContentPartPr/>
                <p14:nvPr/>
              </p14:nvContentPartPr>
              <p14:xfrm>
                <a:off x="743636" y="2089307"/>
                <a:ext cx="121320" cy="238680"/>
              </p14:xfrm>
            </p:contentPart>
          </mc:Choice>
          <mc:Fallback>
            <p:pic>
              <p:nvPicPr>
                <p:cNvPr id="110" name="Ink 109">
                  <a:extLst>
                    <a:ext uri="{FF2B5EF4-FFF2-40B4-BE49-F238E27FC236}">
                      <a16:creationId xmlns:a16="http://schemas.microsoft.com/office/drawing/2014/main" id="{8200551B-3227-C2CC-8D2C-AB3C0F2851D1}"/>
                    </a:ext>
                  </a:extLst>
                </p:cNvPr>
                <p:cNvPicPr/>
                <p:nvPr/>
              </p:nvPicPr>
              <p:blipFill>
                <a:blip r:embed="rId159"/>
                <a:stretch>
                  <a:fillRect/>
                </a:stretch>
              </p:blipFill>
              <p:spPr>
                <a:xfrm>
                  <a:off x="734996" y="2080307"/>
                  <a:ext cx="138960" cy="25632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11" name="Ink 110">
                  <a:extLst>
                    <a:ext uri="{FF2B5EF4-FFF2-40B4-BE49-F238E27FC236}">
                      <a16:creationId xmlns:a16="http://schemas.microsoft.com/office/drawing/2014/main" id="{403DA886-F6D3-F2E9-F95F-BBE72D52F7F3}"/>
                    </a:ext>
                  </a:extLst>
                </p14:cNvPr>
                <p14:cNvContentPartPr/>
                <p14:nvPr/>
              </p14:nvContentPartPr>
              <p14:xfrm>
                <a:off x="931916" y="2106587"/>
                <a:ext cx="194400" cy="225360"/>
              </p14:xfrm>
            </p:contentPart>
          </mc:Choice>
          <mc:Fallback>
            <p:pic>
              <p:nvPicPr>
                <p:cNvPr id="111" name="Ink 110">
                  <a:extLst>
                    <a:ext uri="{FF2B5EF4-FFF2-40B4-BE49-F238E27FC236}">
                      <a16:creationId xmlns:a16="http://schemas.microsoft.com/office/drawing/2014/main" id="{403DA886-F6D3-F2E9-F95F-BBE72D52F7F3}"/>
                    </a:ext>
                  </a:extLst>
                </p:cNvPr>
                <p:cNvPicPr/>
                <p:nvPr/>
              </p:nvPicPr>
              <p:blipFill>
                <a:blip r:embed="rId161"/>
                <a:stretch>
                  <a:fillRect/>
                </a:stretch>
              </p:blipFill>
              <p:spPr>
                <a:xfrm>
                  <a:off x="922916" y="2097587"/>
                  <a:ext cx="212040" cy="24300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12" name="Ink 111">
                  <a:extLst>
                    <a:ext uri="{FF2B5EF4-FFF2-40B4-BE49-F238E27FC236}">
                      <a16:creationId xmlns:a16="http://schemas.microsoft.com/office/drawing/2014/main" id="{82F8603D-5162-8FAB-887F-78D27FB10FFB}"/>
                    </a:ext>
                  </a:extLst>
                </p14:cNvPr>
                <p14:cNvContentPartPr/>
                <p14:nvPr/>
              </p14:nvContentPartPr>
              <p14:xfrm>
                <a:off x="1336556" y="2127827"/>
                <a:ext cx="120600" cy="150120"/>
              </p14:xfrm>
            </p:contentPart>
          </mc:Choice>
          <mc:Fallback>
            <p:pic>
              <p:nvPicPr>
                <p:cNvPr id="112" name="Ink 111">
                  <a:extLst>
                    <a:ext uri="{FF2B5EF4-FFF2-40B4-BE49-F238E27FC236}">
                      <a16:creationId xmlns:a16="http://schemas.microsoft.com/office/drawing/2014/main" id="{82F8603D-5162-8FAB-887F-78D27FB10FFB}"/>
                    </a:ext>
                  </a:extLst>
                </p:cNvPr>
                <p:cNvPicPr/>
                <p:nvPr/>
              </p:nvPicPr>
              <p:blipFill>
                <a:blip r:embed="rId163"/>
                <a:stretch>
                  <a:fillRect/>
                </a:stretch>
              </p:blipFill>
              <p:spPr>
                <a:xfrm>
                  <a:off x="1327916" y="2119187"/>
                  <a:ext cx="138240" cy="16776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13" name="Ink 112">
                  <a:extLst>
                    <a:ext uri="{FF2B5EF4-FFF2-40B4-BE49-F238E27FC236}">
                      <a16:creationId xmlns:a16="http://schemas.microsoft.com/office/drawing/2014/main" id="{769CBE10-1154-1874-1900-B9942D4D0BD1}"/>
                    </a:ext>
                  </a:extLst>
                </p14:cNvPr>
                <p14:cNvContentPartPr/>
                <p14:nvPr/>
              </p14:nvContentPartPr>
              <p14:xfrm>
                <a:off x="1493876" y="2174987"/>
                <a:ext cx="60120" cy="115920"/>
              </p14:xfrm>
            </p:contentPart>
          </mc:Choice>
          <mc:Fallback>
            <p:pic>
              <p:nvPicPr>
                <p:cNvPr id="113" name="Ink 112">
                  <a:extLst>
                    <a:ext uri="{FF2B5EF4-FFF2-40B4-BE49-F238E27FC236}">
                      <a16:creationId xmlns:a16="http://schemas.microsoft.com/office/drawing/2014/main" id="{769CBE10-1154-1874-1900-B9942D4D0BD1}"/>
                    </a:ext>
                  </a:extLst>
                </p:cNvPr>
                <p:cNvPicPr/>
                <p:nvPr/>
              </p:nvPicPr>
              <p:blipFill>
                <a:blip r:embed="rId165"/>
                <a:stretch>
                  <a:fillRect/>
                </a:stretch>
              </p:blipFill>
              <p:spPr>
                <a:xfrm>
                  <a:off x="1484876" y="2165987"/>
                  <a:ext cx="7776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14" name="Ink 113">
                  <a:extLst>
                    <a:ext uri="{FF2B5EF4-FFF2-40B4-BE49-F238E27FC236}">
                      <a16:creationId xmlns:a16="http://schemas.microsoft.com/office/drawing/2014/main" id="{A5F425B2-10E8-E330-D087-AD50AACC66E7}"/>
                    </a:ext>
                  </a:extLst>
                </p14:cNvPr>
                <p14:cNvContentPartPr/>
                <p14:nvPr/>
              </p14:nvContentPartPr>
              <p14:xfrm>
                <a:off x="1496756" y="2177507"/>
                <a:ext cx="265680" cy="243000"/>
              </p14:xfrm>
            </p:contentPart>
          </mc:Choice>
          <mc:Fallback>
            <p:pic>
              <p:nvPicPr>
                <p:cNvPr id="114" name="Ink 113">
                  <a:extLst>
                    <a:ext uri="{FF2B5EF4-FFF2-40B4-BE49-F238E27FC236}">
                      <a16:creationId xmlns:a16="http://schemas.microsoft.com/office/drawing/2014/main" id="{A5F425B2-10E8-E330-D087-AD50AACC66E7}"/>
                    </a:ext>
                  </a:extLst>
                </p:cNvPr>
                <p:cNvPicPr/>
                <p:nvPr/>
              </p:nvPicPr>
              <p:blipFill>
                <a:blip r:embed="rId167"/>
                <a:stretch>
                  <a:fillRect/>
                </a:stretch>
              </p:blipFill>
              <p:spPr>
                <a:xfrm>
                  <a:off x="1487756" y="2168867"/>
                  <a:ext cx="283320" cy="260640"/>
                </a:xfrm>
                <a:prstGeom prst="rect">
                  <a:avLst/>
                </a:prstGeom>
              </p:spPr>
            </p:pic>
          </mc:Fallback>
        </mc:AlternateContent>
      </p:grpSp>
      <p:grpSp>
        <p:nvGrpSpPr>
          <p:cNvPr id="117" name="Group 116">
            <a:extLst>
              <a:ext uri="{FF2B5EF4-FFF2-40B4-BE49-F238E27FC236}">
                <a16:creationId xmlns:a16="http://schemas.microsoft.com/office/drawing/2014/main" id="{BA545329-D078-256B-53B0-2CD26079027D}"/>
              </a:ext>
            </a:extLst>
          </p:cNvPr>
          <p:cNvGrpSpPr/>
          <p:nvPr/>
        </p:nvGrpSpPr>
        <p:grpSpPr>
          <a:xfrm>
            <a:off x="509996" y="2545787"/>
            <a:ext cx="3878640" cy="662040"/>
            <a:chOff x="509996" y="2545787"/>
            <a:chExt cx="3878640" cy="662040"/>
          </a:xfrm>
        </p:grpSpPr>
        <mc:AlternateContent xmlns:mc="http://schemas.openxmlformats.org/markup-compatibility/2006">
          <mc:Choice xmlns:p14="http://schemas.microsoft.com/office/powerpoint/2010/main" Requires="p14">
            <p:contentPart p14:bwMode="auto" r:id="rId168">
              <p14:nvContentPartPr>
                <p14:cNvPr id="10" name="Ink 9">
                  <a:extLst>
                    <a:ext uri="{FF2B5EF4-FFF2-40B4-BE49-F238E27FC236}">
                      <a16:creationId xmlns:a16="http://schemas.microsoft.com/office/drawing/2014/main" id="{FF3952FF-9A3D-A3AD-BE40-AC40564E8A3D}"/>
                    </a:ext>
                  </a:extLst>
                </p14:cNvPr>
                <p14:cNvContentPartPr/>
                <p14:nvPr/>
              </p14:nvContentPartPr>
              <p14:xfrm>
                <a:off x="2487836" y="2633267"/>
                <a:ext cx="35640" cy="507960"/>
              </p14:xfrm>
            </p:contentPart>
          </mc:Choice>
          <mc:Fallback>
            <p:pic>
              <p:nvPicPr>
                <p:cNvPr id="10" name="Ink 9">
                  <a:extLst>
                    <a:ext uri="{FF2B5EF4-FFF2-40B4-BE49-F238E27FC236}">
                      <a16:creationId xmlns:a16="http://schemas.microsoft.com/office/drawing/2014/main" id="{FF3952FF-9A3D-A3AD-BE40-AC40564E8A3D}"/>
                    </a:ext>
                  </a:extLst>
                </p:cNvPr>
                <p:cNvPicPr/>
                <p:nvPr/>
              </p:nvPicPr>
              <p:blipFill>
                <a:blip r:embed="rId169"/>
                <a:stretch>
                  <a:fillRect/>
                </a:stretch>
              </p:blipFill>
              <p:spPr>
                <a:xfrm>
                  <a:off x="2479196" y="2624267"/>
                  <a:ext cx="53280" cy="52560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1" name="Ink 10">
                  <a:extLst>
                    <a:ext uri="{FF2B5EF4-FFF2-40B4-BE49-F238E27FC236}">
                      <a16:creationId xmlns:a16="http://schemas.microsoft.com/office/drawing/2014/main" id="{A1D226C1-BED5-9E86-4859-A566C9FC1679}"/>
                    </a:ext>
                  </a:extLst>
                </p14:cNvPr>
                <p14:cNvContentPartPr/>
                <p14:nvPr/>
              </p14:nvContentPartPr>
              <p14:xfrm>
                <a:off x="2552276" y="2545787"/>
                <a:ext cx="1531440" cy="186480"/>
              </p14:xfrm>
            </p:contentPart>
          </mc:Choice>
          <mc:Fallback>
            <p:pic>
              <p:nvPicPr>
                <p:cNvPr id="11" name="Ink 10">
                  <a:extLst>
                    <a:ext uri="{FF2B5EF4-FFF2-40B4-BE49-F238E27FC236}">
                      <a16:creationId xmlns:a16="http://schemas.microsoft.com/office/drawing/2014/main" id="{A1D226C1-BED5-9E86-4859-A566C9FC1679}"/>
                    </a:ext>
                  </a:extLst>
                </p:cNvPr>
                <p:cNvPicPr/>
                <p:nvPr/>
              </p:nvPicPr>
              <p:blipFill>
                <a:blip r:embed="rId171"/>
                <a:stretch>
                  <a:fillRect/>
                </a:stretch>
              </p:blipFill>
              <p:spPr>
                <a:xfrm>
                  <a:off x="2543276" y="2536787"/>
                  <a:ext cx="1549080" cy="20412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2" name="Ink 11">
                  <a:extLst>
                    <a:ext uri="{FF2B5EF4-FFF2-40B4-BE49-F238E27FC236}">
                      <a16:creationId xmlns:a16="http://schemas.microsoft.com/office/drawing/2014/main" id="{4C274955-DFB7-E63B-2984-7A2339982C8A}"/>
                    </a:ext>
                  </a:extLst>
                </p14:cNvPr>
                <p14:cNvContentPartPr/>
                <p14:nvPr/>
              </p14:nvContentPartPr>
              <p14:xfrm>
                <a:off x="2576036" y="2781227"/>
                <a:ext cx="1580040" cy="417240"/>
              </p14:xfrm>
            </p:contentPart>
          </mc:Choice>
          <mc:Fallback>
            <p:pic>
              <p:nvPicPr>
                <p:cNvPr id="12" name="Ink 11">
                  <a:extLst>
                    <a:ext uri="{FF2B5EF4-FFF2-40B4-BE49-F238E27FC236}">
                      <a16:creationId xmlns:a16="http://schemas.microsoft.com/office/drawing/2014/main" id="{4C274955-DFB7-E63B-2984-7A2339982C8A}"/>
                    </a:ext>
                  </a:extLst>
                </p:cNvPr>
                <p:cNvPicPr/>
                <p:nvPr/>
              </p:nvPicPr>
              <p:blipFill>
                <a:blip r:embed="rId173"/>
                <a:stretch>
                  <a:fillRect/>
                </a:stretch>
              </p:blipFill>
              <p:spPr>
                <a:xfrm>
                  <a:off x="2567036" y="2772587"/>
                  <a:ext cx="1597680" cy="43488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48" name="Ink 47">
                  <a:extLst>
                    <a:ext uri="{FF2B5EF4-FFF2-40B4-BE49-F238E27FC236}">
                      <a16:creationId xmlns:a16="http://schemas.microsoft.com/office/drawing/2014/main" id="{528DD3B0-0F7E-E3A2-AFA6-AC5835379A2B}"/>
                    </a:ext>
                  </a:extLst>
                </p14:cNvPr>
                <p14:cNvContentPartPr/>
                <p14:nvPr/>
              </p14:nvContentPartPr>
              <p14:xfrm>
                <a:off x="509996" y="2670707"/>
                <a:ext cx="46080" cy="484920"/>
              </p14:xfrm>
            </p:contentPart>
          </mc:Choice>
          <mc:Fallback>
            <p:pic>
              <p:nvPicPr>
                <p:cNvPr id="48" name="Ink 47">
                  <a:extLst>
                    <a:ext uri="{FF2B5EF4-FFF2-40B4-BE49-F238E27FC236}">
                      <a16:creationId xmlns:a16="http://schemas.microsoft.com/office/drawing/2014/main" id="{528DD3B0-0F7E-E3A2-AFA6-AC5835379A2B}"/>
                    </a:ext>
                  </a:extLst>
                </p:cNvPr>
                <p:cNvPicPr/>
                <p:nvPr/>
              </p:nvPicPr>
              <p:blipFill>
                <a:blip r:embed="rId175"/>
                <a:stretch>
                  <a:fillRect/>
                </a:stretch>
              </p:blipFill>
              <p:spPr>
                <a:xfrm>
                  <a:off x="500996" y="2661707"/>
                  <a:ext cx="63720" cy="50256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49" name="Ink 48">
                  <a:extLst>
                    <a:ext uri="{FF2B5EF4-FFF2-40B4-BE49-F238E27FC236}">
                      <a16:creationId xmlns:a16="http://schemas.microsoft.com/office/drawing/2014/main" id="{2FBA6F5F-8B16-6938-C37E-9CD1B3C56CE4}"/>
                    </a:ext>
                  </a:extLst>
                </p14:cNvPr>
                <p14:cNvContentPartPr/>
                <p14:nvPr/>
              </p14:nvContentPartPr>
              <p14:xfrm>
                <a:off x="655436" y="2639387"/>
                <a:ext cx="1158480" cy="210960"/>
              </p14:xfrm>
            </p:contentPart>
          </mc:Choice>
          <mc:Fallback>
            <p:pic>
              <p:nvPicPr>
                <p:cNvPr id="49" name="Ink 48">
                  <a:extLst>
                    <a:ext uri="{FF2B5EF4-FFF2-40B4-BE49-F238E27FC236}">
                      <a16:creationId xmlns:a16="http://schemas.microsoft.com/office/drawing/2014/main" id="{2FBA6F5F-8B16-6938-C37E-9CD1B3C56CE4}"/>
                    </a:ext>
                  </a:extLst>
                </p:cNvPr>
                <p:cNvPicPr/>
                <p:nvPr/>
              </p:nvPicPr>
              <p:blipFill>
                <a:blip r:embed="rId177"/>
                <a:stretch>
                  <a:fillRect/>
                </a:stretch>
              </p:blipFill>
              <p:spPr>
                <a:xfrm>
                  <a:off x="646436" y="2630747"/>
                  <a:ext cx="1176120" cy="22860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50" name="Ink 49">
                  <a:extLst>
                    <a:ext uri="{FF2B5EF4-FFF2-40B4-BE49-F238E27FC236}">
                      <a16:creationId xmlns:a16="http://schemas.microsoft.com/office/drawing/2014/main" id="{B0D73803-0CDD-82B4-DA4B-8643F3B70F75}"/>
                    </a:ext>
                  </a:extLst>
                </p14:cNvPr>
                <p14:cNvContentPartPr/>
                <p14:nvPr/>
              </p14:nvContentPartPr>
              <p14:xfrm>
                <a:off x="633116" y="2902187"/>
                <a:ext cx="1224720" cy="305640"/>
              </p14:xfrm>
            </p:contentPart>
          </mc:Choice>
          <mc:Fallback>
            <p:pic>
              <p:nvPicPr>
                <p:cNvPr id="50" name="Ink 49">
                  <a:extLst>
                    <a:ext uri="{FF2B5EF4-FFF2-40B4-BE49-F238E27FC236}">
                      <a16:creationId xmlns:a16="http://schemas.microsoft.com/office/drawing/2014/main" id="{B0D73803-0CDD-82B4-DA4B-8643F3B70F75}"/>
                    </a:ext>
                  </a:extLst>
                </p:cNvPr>
                <p:cNvPicPr/>
                <p:nvPr/>
              </p:nvPicPr>
              <p:blipFill>
                <a:blip r:embed="rId179"/>
                <a:stretch>
                  <a:fillRect/>
                </a:stretch>
              </p:blipFill>
              <p:spPr>
                <a:xfrm>
                  <a:off x="624116" y="2893187"/>
                  <a:ext cx="1242360" cy="32328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51" name="Ink 50">
                  <a:extLst>
                    <a:ext uri="{FF2B5EF4-FFF2-40B4-BE49-F238E27FC236}">
                      <a16:creationId xmlns:a16="http://schemas.microsoft.com/office/drawing/2014/main" id="{5D0FF06C-63E5-A13E-066B-4A507313DBC6}"/>
                    </a:ext>
                  </a:extLst>
                </p14:cNvPr>
                <p14:cNvContentPartPr/>
                <p14:nvPr/>
              </p14:nvContentPartPr>
              <p14:xfrm>
                <a:off x="1880156" y="2891387"/>
                <a:ext cx="392040" cy="29880"/>
              </p14:xfrm>
            </p:contentPart>
          </mc:Choice>
          <mc:Fallback>
            <p:pic>
              <p:nvPicPr>
                <p:cNvPr id="51" name="Ink 50">
                  <a:extLst>
                    <a:ext uri="{FF2B5EF4-FFF2-40B4-BE49-F238E27FC236}">
                      <a16:creationId xmlns:a16="http://schemas.microsoft.com/office/drawing/2014/main" id="{5D0FF06C-63E5-A13E-066B-4A507313DBC6}"/>
                    </a:ext>
                  </a:extLst>
                </p:cNvPr>
                <p:cNvPicPr/>
                <p:nvPr/>
              </p:nvPicPr>
              <p:blipFill>
                <a:blip r:embed="rId181"/>
                <a:stretch>
                  <a:fillRect/>
                </a:stretch>
              </p:blipFill>
              <p:spPr>
                <a:xfrm>
                  <a:off x="1871516" y="2882747"/>
                  <a:ext cx="40968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52" name="Ink 51">
                  <a:extLst>
                    <a:ext uri="{FF2B5EF4-FFF2-40B4-BE49-F238E27FC236}">
                      <a16:creationId xmlns:a16="http://schemas.microsoft.com/office/drawing/2014/main" id="{4D846D50-2640-7804-4C14-13EC158DCFB1}"/>
                    </a:ext>
                  </a:extLst>
                </p14:cNvPr>
                <p14:cNvContentPartPr/>
                <p14:nvPr/>
              </p14:nvContentPartPr>
              <p14:xfrm>
                <a:off x="2258156" y="2826947"/>
                <a:ext cx="145800" cy="136440"/>
              </p14:xfrm>
            </p:contentPart>
          </mc:Choice>
          <mc:Fallback>
            <p:pic>
              <p:nvPicPr>
                <p:cNvPr id="52" name="Ink 51">
                  <a:extLst>
                    <a:ext uri="{FF2B5EF4-FFF2-40B4-BE49-F238E27FC236}">
                      <a16:creationId xmlns:a16="http://schemas.microsoft.com/office/drawing/2014/main" id="{4D846D50-2640-7804-4C14-13EC158DCFB1}"/>
                    </a:ext>
                  </a:extLst>
                </p:cNvPr>
                <p:cNvPicPr/>
                <p:nvPr/>
              </p:nvPicPr>
              <p:blipFill>
                <a:blip r:embed="rId183"/>
                <a:stretch>
                  <a:fillRect/>
                </a:stretch>
              </p:blipFill>
              <p:spPr>
                <a:xfrm>
                  <a:off x="2249156" y="2817947"/>
                  <a:ext cx="16344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16" name="Ink 115">
                  <a:extLst>
                    <a:ext uri="{FF2B5EF4-FFF2-40B4-BE49-F238E27FC236}">
                      <a16:creationId xmlns:a16="http://schemas.microsoft.com/office/drawing/2014/main" id="{21C1D8FB-7746-0CE0-549C-C73F22504BE8}"/>
                    </a:ext>
                  </a:extLst>
                </p14:cNvPr>
                <p14:cNvContentPartPr/>
                <p14:nvPr/>
              </p14:nvContentPartPr>
              <p14:xfrm>
                <a:off x="4237436" y="2788067"/>
                <a:ext cx="151200" cy="32760"/>
              </p14:xfrm>
            </p:contentPart>
          </mc:Choice>
          <mc:Fallback>
            <p:pic>
              <p:nvPicPr>
                <p:cNvPr id="116" name="Ink 115">
                  <a:extLst>
                    <a:ext uri="{FF2B5EF4-FFF2-40B4-BE49-F238E27FC236}">
                      <a16:creationId xmlns:a16="http://schemas.microsoft.com/office/drawing/2014/main" id="{21C1D8FB-7746-0CE0-549C-C73F22504BE8}"/>
                    </a:ext>
                  </a:extLst>
                </p:cNvPr>
                <p:cNvPicPr/>
                <p:nvPr/>
              </p:nvPicPr>
              <p:blipFill>
                <a:blip r:embed="rId185"/>
                <a:stretch>
                  <a:fillRect/>
                </a:stretch>
              </p:blipFill>
              <p:spPr>
                <a:xfrm>
                  <a:off x="4228796" y="2779427"/>
                  <a:ext cx="168840" cy="50400"/>
                </a:xfrm>
                <a:prstGeom prst="rect">
                  <a:avLst/>
                </a:prstGeom>
              </p:spPr>
            </p:pic>
          </mc:Fallback>
        </mc:AlternateContent>
      </p:grpSp>
      <p:grpSp>
        <p:nvGrpSpPr>
          <p:cNvPr id="132" name="Group 131">
            <a:extLst>
              <a:ext uri="{FF2B5EF4-FFF2-40B4-BE49-F238E27FC236}">
                <a16:creationId xmlns:a16="http://schemas.microsoft.com/office/drawing/2014/main" id="{4E1895DC-C7A0-636F-129C-2071EC4AC077}"/>
              </a:ext>
            </a:extLst>
          </p:cNvPr>
          <p:cNvGrpSpPr/>
          <p:nvPr/>
        </p:nvGrpSpPr>
        <p:grpSpPr>
          <a:xfrm>
            <a:off x="4122956" y="357347"/>
            <a:ext cx="2179080" cy="928800"/>
            <a:chOff x="4122956" y="357347"/>
            <a:chExt cx="2179080" cy="928800"/>
          </a:xfrm>
        </p:grpSpPr>
        <mc:AlternateContent xmlns:mc="http://schemas.openxmlformats.org/markup-compatibility/2006">
          <mc:Choice xmlns:p14="http://schemas.microsoft.com/office/powerpoint/2010/main" Requires="p14">
            <p:contentPart p14:bwMode="auto" r:id="rId186">
              <p14:nvContentPartPr>
                <p14:cNvPr id="118" name="Ink 117">
                  <a:extLst>
                    <a:ext uri="{FF2B5EF4-FFF2-40B4-BE49-F238E27FC236}">
                      <a16:creationId xmlns:a16="http://schemas.microsoft.com/office/drawing/2014/main" id="{383A078D-0B9C-F104-C8EF-670A2A736394}"/>
                    </a:ext>
                  </a:extLst>
                </p14:cNvPr>
                <p14:cNvContentPartPr/>
                <p14:nvPr/>
              </p14:nvContentPartPr>
              <p14:xfrm>
                <a:off x="4274156" y="469667"/>
                <a:ext cx="137160" cy="226080"/>
              </p14:xfrm>
            </p:contentPart>
          </mc:Choice>
          <mc:Fallback>
            <p:pic>
              <p:nvPicPr>
                <p:cNvPr id="118" name="Ink 117">
                  <a:extLst>
                    <a:ext uri="{FF2B5EF4-FFF2-40B4-BE49-F238E27FC236}">
                      <a16:creationId xmlns:a16="http://schemas.microsoft.com/office/drawing/2014/main" id="{383A078D-0B9C-F104-C8EF-670A2A736394}"/>
                    </a:ext>
                  </a:extLst>
                </p:cNvPr>
                <p:cNvPicPr/>
                <p:nvPr/>
              </p:nvPicPr>
              <p:blipFill>
                <a:blip r:embed="rId187"/>
                <a:stretch>
                  <a:fillRect/>
                </a:stretch>
              </p:blipFill>
              <p:spPr>
                <a:xfrm>
                  <a:off x="4265156" y="460667"/>
                  <a:ext cx="154800" cy="24372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19" name="Ink 118">
                  <a:extLst>
                    <a:ext uri="{FF2B5EF4-FFF2-40B4-BE49-F238E27FC236}">
                      <a16:creationId xmlns:a16="http://schemas.microsoft.com/office/drawing/2014/main" id="{BF622999-603D-CE31-C705-0C2A4864CC81}"/>
                    </a:ext>
                  </a:extLst>
                </p14:cNvPr>
                <p14:cNvContentPartPr/>
                <p14:nvPr/>
              </p14:nvContentPartPr>
              <p14:xfrm>
                <a:off x="4197116" y="381827"/>
                <a:ext cx="473760" cy="58680"/>
              </p14:xfrm>
            </p:contentPart>
          </mc:Choice>
          <mc:Fallback>
            <p:pic>
              <p:nvPicPr>
                <p:cNvPr id="119" name="Ink 118">
                  <a:extLst>
                    <a:ext uri="{FF2B5EF4-FFF2-40B4-BE49-F238E27FC236}">
                      <a16:creationId xmlns:a16="http://schemas.microsoft.com/office/drawing/2014/main" id="{BF622999-603D-CE31-C705-0C2A4864CC81}"/>
                    </a:ext>
                  </a:extLst>
                </p:cNvPr>
                <p:cNvPicPr/>
                <p:nvPr/>
              </p:nvPicPr>
              <p:blipFill>
                <a:blip r:embed="rId189"/>
                <a:stretch>
                  <a:fillRect/>
                </a:stretch>
              </p:blipFill>
              <p:spPr>
                <a:xfrm>
                  <a:off x="4188476" y="373187"/>
                  <a:ext cx="491400" cy="7632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20" name="Ink 119">
                  <a:extLst>
                    <a:ext uri="{FF2B5EF4-FFF2-40B4-BE49-F238E27FC236}">
                      <a16:creationId xmlns:a16="http://schemas.microsoft.com/office/drawing/2014/main" id="{70A0898B-3104-84C7-4049-DD6CF951A8FE}"/>
                    </a:ext>
                  </a:extLst>
                </p14:cNvPr>
                <p14:cNvContentPartPr/>
                <p14:nvPr/>
              </p14:nvContentPartPr>
              <p14:xfrm>
                <a:off x="4511036" y="526547"/>
                <a:ext cx="177120" cy="129600"/>
              </p14:xfrm>
            </p:contentPart>
          </mc:Choice>
          <mc:Fallback>
            <p:pic>
              <p:nvPicPr>
                <p:cNvPr id="120" name="Ink 119">
                  <a:extLst>
                    <a:ext uri="{FF2B5EF4-FFF2-40B4-BE49-F238E27FC236}">
                      <a16:creationId xmlns:a16="http://schemas.microsoft.com/office/drawing/2014/main" id="{70A0898B-3104-84C7-4049-DD6CF951A8FE}"/>
                    </a:ext>
                  </a:extLst>
                </p:cNvPr>
                <p:cNvPicPr/>
                <p:nvPr/>
              </p:nvPicPr>
              <p:blipFill>
                <a:blip r:embed="rId191"/>
                <a:stretch>
                  <a:fillRect/>
                </a:stretch>
              </p:blipFill>
              <p:spPr>
                <a:xfrm>
                  <a:off x="4502036" y="517547"/>
                  <a:ext cx="194760" cy="14724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21" name="Ink 120">
                  <a:extLst>
                    <a:ext uri="{FF2B5EF4-FFF2-40B4-BE49-F238E27FC236}">
                      <a16:creationId xmlns:a16="http://schemas.microsoft.com/office/drawing/2014/main" id="{2D186615-90DA-1ED0-E441-5F66EBB53247}"/>
                    </a:ext>
                  </a:extLst>
                </p14:cNvPr>
                <p14:cNvContentPartPr/>
                <p14:nvPr/>
              </p14:nvContentPartPr>
              <p14:xfrm>
                <a:off x="4661876" y="567227"/>
                <a:ext cx="148680" cy="57240"/>
              </p14:xfrm>
            </p:contentPart>
          </mc:Choice>
          <mc:Fallback>
            <p:pic>
              <p:nvPicPr>
                <p:cNvPr id="121" name="Ink 120">
                  <a:extLst>
                    <a:ext uri="{FF2B5EF4-FFF2-40B4-BE49-F238E27FC236}">
                      <a16:creationId xmlns:a16="http://schemas.microsoft.com/office/drawing/2014/main" id="{2D186615-90DA-1ED0-E441-5F66EBB53247}"/>
                    </a:ext>
                  </a:extLst>
                </p:cNvPr>
                <p:cNvPicPr/>
                <p:nvPr/>
              </p:nvPicPr>
              <p:blipFill>
                <a:blip r:embed="rId193"/>
                <a:stretch>
                  <a:fillRect/>
                </a:stretch>
              </p:blipFill>
              <p:spPr>
                <a:xfrm>
                  <a:off x="4652876" y="558227"/>
                  <a:ext cx="166320" cy="7488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22" name="Ink 121">
                  <a:extLst>
                    <a:ext uri="{FF2B5EF4-FFF2-40B4-BE49-F238E27FC236}">
                      <a16:creationId xmlns:a16="http://schemas.microsoft.com/office/drawing/2014/main" id="{770962B2-5CDB-BB35-F1C5-D2FDEE57F9EB}"/>
                    </a:ext>
                  </a:extLst>
                </p14:cNvPr>
                <p14:cNvContentPartPr/>
                <p14:nvPr/>
              </p14:nvContentPartPr>
              <p14:xfrm>
                <a:off x="4858436" y="357347"/>
                <a:ext cx="296640" cy="316800"/>
              </p14:xfrm>
            </p:contentPart>
          </mc:Choice>
          <mc:Fallback>
            <p:pic>
              <p:nvPicPr>
                <p:cNvPr id="122" name="Ink 121">
                  <a:extLst>
                    <a:ext uri="{FF2B5EF4-FFF2-40B4-BE49-F238E27FC236}">
                      <a16:creationId xmlns:a16="http://schemas.microsoft.com/office/drawing/2014/main" id="{770962B2-5CDB-BB35-F1C5-D2FDEE57F9EB}"/>
                    </a:ext>
                  </a:extLst>
                </p:cNvPr>
                <p:cNvPicPr/>
                <p:nvPr/>
              </p:nvPicPr>
              <p:blipFill>
                <a:blip r:embed="rId195"/>
                <a:stretch>
                  <a:fillRect/>
                </a:stretch>
              </p:blipFill>
              <p:spPr>
                <a:xfrm>
                  <a:off x="4849436" y="348347"/>
                  <a:ext cx="314280" cy="33444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23" name="Ink 122">
                  <a:extLst>
                    <a:ext uri="{FF2B5EF4-FFF2-40B4-BE49-F238E27FC236}">
                      <a16:creationId xmlns:a16="http://schemas.microsoft.com/office/drawing/2014/main" id="{E3A0E54B-E18C-03BA-A51C-A340655C4C84}"/>
                    </a:ext>
                  </a:extLst>
                </p14:cNvPr>
                <p14:cNvContentPartPr/>
                <p14:nvPr/>
              </p14:nvContentPartPr>
              <p14:xfrm>
                <a:off x="5192516" y="518267"/>
                <a:ext cx="17640" cy="48960"/>
              </p14:xfrm>
            </p:contentPart>
          </mc:Choice>
          <mc:Fallback>
            <p:pic>
              <p:nvPicPr>
                <p:cNvPr id="123" name="Ink 122">
                  <a:extLst>
                    <a:ext uri="{FF2B5EF4-FFF2-40B4-BE49-F238E27FC236}">
                      <a16:creationId xmlns:a16="http://schemas.microsoft.com/office/drawing/2014/main" id="{E3A0E54B-E18C-03BA-A51C-A340655C4C84}"/>
                    </a:ext>
                  </a:extLst>
                </p:cNvPr>
                <p:cNvPicPr/>
                <p:nvPr/>
              </p:nvPicPr>
              <p:blipFill>
                <a:blip r:embed="rId197"/>
                <a:stretch>
                  <a:fillRect/>
                </a:stretch>
              </p:blipFill>
              <p:spPr>
                <a:xfrm>
                  <a:off x="5183516" y="509627"/>
                  <a:ext cx="35280" cy="6660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24" name="Ink 123">
                  <a:extLst>
                    <a:ext uri="{FF2B5EF4-FFF2-40B4-BE49-F238E27FC236}">
                      <a16:creationId xmlns:a16="http://schemas.microsoft.com/office/drawing/2014/main" id="{45516FA1-352D-98B7-C562-798EDEC108D8}"/>
                    </a:ext>
                  </a:extLst>
                </p14:cNvPr>
                <p14:cNvContentPartPr/>
                <p14:nvPr/>
              </p14:nvContentPartPr>
              <p14:xfrm>
                <a:off x="5192516" y="528707"/>
                <a:ext cx="185760" cy="147960"/>
              </p14:xfrm>
            </p:contentPart>
          </mc:Choice>
          <mc:Fallback>
            <p:pic>
              <p:nvPicPr>
                <p:cNvPr id="124" name="Ink 123">
                  <a:extLst>
                    <a:ext uri="{FF2B5EF4-FFF2-40B4-BE49-F238E27FC236}">
                      <a16:creationId xmlns:a16="http://schemas.microsoft.com/office/drawing/2014/main" id="{45516FA1-352D-98B7-C562-798EDEC108D8}"/>
                    </a:ext>
                  </a:extLst>
                </p:cNvPr>
                <p:cNvPicPr/>
                <p:nvPr/>
              </p:nvPicPr>
              <p:blipFill>
                <a:blip r:embed="rId199"/>
                <a:stretch>
                  <a:fillRect/>
                </a:stretch>
              </p:blipFill>
              <p:spPr>
                <a:xfrm>
                  <a:off x="5183516" y="519707"/>
                  <a:ext cx="203400" cy="16560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25" name="Ink 124">
                  <a:extLst>
                    <a:ext uri="{FF2B5EF4-FFF2-40B4-BE49-F238E27FC236}">
                      <a16:creationId xmlns:a16="http://schemas.microsoft.com/office/drawing/2014/main" id="{C07D54E0-4E9C-2A94-1DB7-7EA7C78BA88B}"/>
                    </a:ext>
                  </a:extLst>
                </p14:cNvPr>
                <p14:cNvContentPartPr/>
                <p14:nvPr/>
              </p14:nvContentPartPr>
              <p14:xfrm>
                <a:off x="5260916" y="574787"/>
                <a:ext cx="304920" cy="263880"/>
              </p14:xfrm>
            </p:contentPart>
          </mc:Choice>
          <mc:Fallback>
            <p:pic>
              <p:nvPicPr>
                <p:cNvPr id="125" name="Ink 124">
                  <a:extLst>
                    <a:ext uri="{FF2B5EF4-FFF2-40B4-BE49-F238E27FC236}">
                      <a16:creationId xmlns:a16="http://schemas.microsoft.com/office/drawing/2014/main" id="{C07D54E0-4E9C-2A94-1DB7-7EA7C78BA88B}"/>
                    </a:ext>
                  </a:extLst>
                </p:cNvPr>
                <p:cNvPicPr/>
                <p:nvPr/>
              </p:nvPicPr>
              <p:blipFill>
                <a:blip r:embed="rId201"/>
                <a:stretch>
                  <a:fillRect/>
                </a:stretch>
              </p:blipFill>
              <p:spPr>
                <a:xfrm>
                  <a:off x="5251916" y="565787"/>
                  <a:ext cx="322560" cy="28152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26" name="Ink 125">
                  <a:extLst>
                    <a:ext uri="{FF2B5EF4-FFF2-40B4-BE49-F238E27FC236}">
                      <a16:creationId xmlns:a16="http://schemas.microsoft.com/office/drawing/2014/main" id="{68DB341A-C554-A9D4-6EDF-1050D4CADE45}"/>
                    </a:ext>
                  </a:extLst>
                </p14:cNvPr>
                <p14:cNvContentPartPr/>
                <p14:nvPr/>
              </p14:nvContentPartPr>
              <p14:xfrm>
                <a:off x="4644956" y="759467"/>
                <a:ext cx="305640" cy="361080"/>
              </p14:xfrm>
            </p:contentPart>
          </mc:Choice>
          <mc:Fallback>
            <p:pic>
              <p:nvPicPr>
                <p:cNvPr id="126" name="Ink 125">
                  <a:extLst>
                    <a:ext uri="{FF2B5EF4-FFF2-40B4-BE49-F238E27FC236}">
                      <a16:creationId xmlns:a16="http://schemas.microsoft.com/office/drawing/2014/main" id="{68DB341A-C554-A9D4-6EDF-1050D4CADE45}"/>
                    </a:ext>
                  </a:extLst>
                </p:cNvPr>
                <p:cNvPicPr/>
                <p:nvPr/>
              </p:nvPicPr>
              <p:blipFill>
                <a:blip r:embed="rId203"/>
                <a:stretch>
                  <a:fillRect/>
                </a:stretch>
              </p:blipFill>
              <p:spPr>
                <a:xfrm>
                  <a:off x="4635956" y="750827"/>
                  <a:ext cx="323280" cy="37872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27" name="Ink 126">
                  <a:extLst>
                    <a:ext uri="{FF2B5EF4-FFF2-40B4-BE49-F238E27FC236}">
                      <a16:creationId xmlns:a16="http://schemas.microsoft.com/office/drawing/2014/main" id="{4A8A4723-AAF9-1B10-49B1-D61CA7A8BEE0}"/>
                    </a:ext>
                  </a:extLst>
                </p14:cNvPr>
                <p14:cNvContentPartPr/>
                <p14:nvPr/>
              </p14:nvContentPartPr>
              <p14:xfrm>
                <a:off x="4836116" y="930107"/>
                <a:ext cx="211320" cy="20880"/>
              </p14:xfrm>
            </p:contentPart>
          </mc:Choice>
          <mc:Fallback>
            <p:pic>
              <p:nvPicPr>
                <p:cNvPr id="127" name="Ink 126">
                  <a:extLst>
                    <a:ext uri="{FF2B5EF4-FFF2-40B4-BE49-F238E27FC236}">
                      <a16:creationId xmlns:a16="http://schemas.microsoft.com/office/drawing/2014/main" id="{4A8A4723-AAF9-1B10-49B1-D61CA7A8BEE0}"/>
                    </a:ext>
                  </a:extLst>
                </p:cNvPr>
                <p:cNvPicPr/>
                <p:nvPr/>
              </p:nvPicPr>
              <p:blipFill>
                <a:blip r:embed="rId205"/>
                <a:stretch>
                  <a:fillRect/>
                </a:stretch>
              </p:blipFill>
              <p:spPr>
                <a:xfrm>
                  <a:off x="4827116" y="921467"/>
                  <a:ext cx="228960" cy="3852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28" name="Ink 127">
                  <a:extLst>
                    <a:ext uri="{FF2B5EF4-FFF2-40B4-BE49-F238E27FC236}">
                      <a16:creationId xmlns:a16="http://schemas.microsoft.com/office/drawing/2014/main" id="{8E80FAAC-FE3F-7806-E41C-DB0884B2453C}"/>
                    </a:ext>
                  </a:extLst>
                </p14:cNvPr>
                <p14:cNvContentPartPr/>
                <p14:nvPr/>
              </p14:nvContentPartPr>
              <p14:xfrm>
                <a:off x="4986956" y="881507"/>
                <a:ext cx="197280" cy="335160"/>
              </p14:xfrm>
            </p:contentPart>
          </mc:Choice>
          <mc:Fallback>
            <p:pic>
              <p:nvPicPr>
                <p:cNvPr id="128" name="Ink 127">
                  <a:extLst>
                    <a:ext uri="{FF2B5EF4-FFF2-40B4-BE49-F238E27FC236}">
                      <a16:creationId xmlns:a16="http://schemas.microsoft.com/office/drawing/2014/main" id="{8E80FAAC-FE3F-7806-E41C-DB0884B2453C}"/>
                    </a:ext>
                  </a:extLst>
                </p:cNvPr>
                <p:cNvPicPr/>
                <p:nvPr/>
              </p:nvPicPr>
              <p:blipFill>
                <a:blip r:embed="rId207"/>
                <a:stretch>
                  <a:fillRect/>
                </a:stretch>
              </p:blipFill>
              <p:spPr>
                <a:xfrm>
                  <a:off x="4978316" y="872867"/>
                  <a:ext cx="214920" cy="35280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29" name="Ink 128">
                  <a:extLst>
                    <a:ext uri="{FF2B5EF4-FFF2-40B4-BE49-F238E27FC236}">
                      <a16:creationId xmlns:a16="http://schemas.microsoft.com/office/drawing/2014/main" id="{1195701E-440C-6E87-5419-6129D6E47DA7}"/>
                    </a:ext>
                  </a:extLst>
                </p14:cNvPr>
                <p14:cNvContentPartPr/>
                <p14:nvPr/>
              </p14:nvContentPartPr>
              <p14:xfrm>
                <a:off x="5169476" y="925067"/>
                <a:ext cx="206280" cy="319320"/>
              </p14:xfrm>
            </p:contentPart>
          </mc:Choice>
          <mc:Fallback>
            <p:pic>
              <p:nvPicPr>
                <p:cNvPr id="129" name="Ink 128">
                  <a:extLst>
                    <a:ext uri="{FF2B5EF4-FFF2-40B4-BE49-F238E27FC236}">
                      <a16:creationId xmlns:a16="http://schemas.microsoft.com/office/drawing/2014/main" id="{1195701E-440C-6E87-5419-6129D6E47DA7}"/>
                    </a:ext>
                  </a:extLst>
                </p:cNvPr>
                <p:cNvPicPr/>
                <p:nvPr/>
              </p:nvPicPr>
              <p:blipFill>
                <a:blip r:embed="rId209"/>
                <a:stretch>
                  <a:fillRect/>
                </a:stretch>
              </p:blipFill>
              <p:spPr>
                <a:xfrm>
                  <a:off x="5160836" y="916067"/>
                  <a:ext cx="223920" cy="33696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31" name="Ink 130">
                  <a:extLst>
                    <a:ext uri="{FF2B5EF4-FFF2-40B4-BE49-F238E27FC236}">
                      <a16:creationId xmlns:a16="http://schemas.microsoft.com/office/drawing/2014/main" id="{B8C62FEA-C783-3F1F-2B38-7C1C208531C9}"/>
                    </a:ext>
                  </a:extLst>
                </p14:cNvPr>
                <p14:cNvContentPartPr/>
                <p14:nvPr/>
              </p14:nvContentPartPr>
              <p14:xfrm>
                <a:off x="4122956" y="986627"/>
                <a:ext cx="2179080" cy="299520"/>
              </p14:xfrm>
            </p:contentPart>
          </mc:Choice>
          <mc:Fallback>
            <p:pic>
              <p:nvPicPr>
                <p:cNvPr id="131" name="Ink 130">
                  <a:extLst>
                    <a:ext uri="{FF2B5EF4-FFF2-40B4-BE49-F238E27FC236}">
                      <a16:creationId xmlns:a16="http://schemas.microsoft.com/office/drawing/2014/main" id="{B8C62FEA-C783-3F1F-2B38-7C1C208531C9}"/>
                    </a:ext>
                  </a:extLst>
                </p:cNvPr>
                <p:cNvPicPr/>
                <p:nvPr/>
              </p:nvPicPr>
              <p:blipFill>
                <a:blip r:embed="rId211"/>
                <a:stretch>
                  <a:fillRect/>
                </a:stretch>
              </p:blipFill>
              <p:spPr>
                <a:xfrm>
                  <a:off x="4114316" y="977987"/>
                  <a:ext cx="2196720" cy="317160"/>
                </a:xfrm>
                <a:prstGeom prst="rect">
                  <a:avLst/>
                </a:prstGeom>
              </p:spPr>
            </p:pic>
          </mc:Fallback>
        </mc:AlternateContent>
      </p:grpSp>
    </p:spTree>
    <p:extLst>
      <p:ext uri="{BB962C8B-B14F-4D97-AF65-F5344CB8AC3E}">
        <p14:creationId xmlns:p14="http://schemas.microsoft.com/office/powerpoint/2010/main" val="2334383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Procurement Management</a:t>
            </a:r>
          </a:p>
        </p:txBody>
      </p:sp>
      <p:sp>
        <p:nvSpPr>
          <p:cNvPr id="3" name="Content Placeholder 2"/>
          <p:cNvSpPr>
            <a:spLocks noGrp="1"/>
          </p:cNvSpPr>
          <p:nvPr>
            <p:ph idx="1"/>
          </p:nvPr>
        </p:nvSpPr>
        <p:spPr/>
        <p:txBody>
          <a:bodyPr>
            <a:normAutofit fontScale="85000" lnSpcReduction="10000"/>
          </a:bodyPr>
          <a:lstStyle/>
          <a:p>
            <a:r>
              <a:rPr lang="en-US" dirty="0"/>
              <a:t>The processes related to the purchase of products, services or results necessary to perform the work.</a:t>
            </a:r>
          </a:p>
          <a:p>
            <a:r>
              <a:rPr lang="en-US" dirty="0"/>
              <a:t>Includes contract management and change control processes required to administer contracts or purchase orders issued by authorized project team members.</a:t>
            </a:r>
          </a:p>
          <a:p>
            <a:r>
              <a:rPr lang="en-US" dirty="0"/>
              <a:t>Also includes administering any contract issued by an outside organization (the buyer) that is acquiring the project from the performing organization (the seller), and administering contractual obligations placed on the project team by the contract</a:t>
            </a:r>
          </a:p>
        </p:txBody>
      </p:sp>
      <p:sp>
        <p:nvSpPr>
          <p:cNvPr id="4" name="Slide Number Placeholder 3"/>
          <p:cNvSpPr>
            <a:spLocks noGrp="1"/>
          </p:cNvSpPr>
          <p:nvPr>
            <p:ph type="sldNum" sz="quarter" idx="12"/>
          </p:nvPr>
        </p:nvSpPr>
        <p:spPr/>
        <p:txBody>
          <a:bodyPr/>
          <a:lstStyle/>
          <a:p>
            <a:fld id="{B274294F-3089-4B37-AA52-685724062AD9}"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Procurement Management</a:t>
            </a:r>
          </a:p>
        </p:txBody>
      </p:sp>
      <p:sp>
        <p:nvSpPr>
          <p:cNvPr id="3" name="Content Placeholder 2"/>
          <p:cNvSpPr>
            <a:spLocks noGrp="1"/>
          </p:cNvSpPr>
          <p:nvPr>
            <p:ph idx="1"/>
          </p:nvPr>
        </p:nvSpPr>
        <p:spPr/>
        <p:txBody>
          <a:bodyPr>
            <a:normAutofit fontScale="55000" lnSpcReduction="20000"/>
          </a:bodyPr>
          <a:lstStyle/>
          <a:p>
            <a:r>
              <a:rPr lang="en-US" dirty="0"/>
              <a:t>Plan purchases and acquisitions</a:t>
            </a:r>
          </a:p>
          <a:p>
            <a:pPr lvl="1"/>
            <a:r>
              <a:rPr lang="en-US" dirty="0"/>
              <a:t>Determining what to purchase and determining when and how to do so.</a:t>
            </a:r>
          </a:p>
          <a:p>
            <a:r>
              <a:rPr lang="en-US" dirty="0"/>
              <a:t>Plan contracting</a:t>
            </a:r>
          </a:p>
          <a:p>
            <a:pPr lvl="1"/>
            <a:r>
              <a:rPr lang="en-US" dirty="0"/>
              <a:t>Documenting products, services and results requirements and identifying potential sellers</a:t>
            </a:r>
          </a:p>
          <a:p>
            <a:r>
              <a:rPr lang="en-US" dirty="0"/>
              <a:t>Request seller responses</a:t>
            </a:r>
          </a:p>
          <a:p>
            <a:pPr lvl="1"/>
            <a:r>
              <a:rPr lang="en-US" dirty="0"/>
              <a:t>Obtaining information, quotations, bids, offers or proposals</a:t>
            </a:r>
          </a:p>
          <a:p>
            <a:r>
              <a:rPr lang="en-US" dirty="0"/>
              <a:t>Select sellers</a:t>
            </a:r>
          </a:p>
          <a:p>
            <a:pPr lvl="1"/>
            <a:r>
              <a:rPr lang="en-US" dirty="0"/>
              <a:t>Reviewing offers, choosing among potential sellers and negotiating a written contract with each seller</a:t>
            </a:r>
          </a:p>
          <a:p>
            <a:r>
              <a:rPr lang="en-US" dirty="0"/>
              <a:t>Contract administration</a:t>
            </a:r>
          </a:p>
          <a:p>
            <a:pPr lvl="1"/>
            <a:r>
              <a:rPr lang="en-US" dirty="0"/>
              <a:t>Managing the contract and relationship between the buyer and seller, reviewing and documenting how a seller is performing or has performed to establish required corrective actions and provide a basis for future relationships with the seller. Managing contract related changes and managing the relationship with the outside buyer of the project</a:t>
            </a:r>
          </a:p>
          <a:p>
            <a:r>
              <a:rPr lang="en-US" dirty="0"/>
              <a:t>Contract closure</a:t>
            </a:r>
          </a:p>
          <a:p>
            <a:pPr lvl="1"/>
            <a:r>
              <a:rPr lang="en-US" dirty="0"/>
              <a:t>Completing and settling each contract including the resolution of any open items, and closing each contract applicable to the project or a project phase.</a:t>
            </a:r>
          </a:p>
          <a:p>
            <a:endParaRPr lang="en-US" dirty="0"/>
          </a:p>
        </p:txBody>
      </p:sp>
      <p:sp>
        <p:nvSpPr>
          <p:cNvPr id="4" name="Slide Number Placeholder 3"/>
          <p:cNvSpPr>
            <a:spLocks noGrp="1"/>
          </p:cNvSpPr>
          <p:nvPr>
            <p:ph type="sldNum" sz="quarter" idx="12"/>
          </p:nvPr>
        </p:nvSpPr>
        <p:spPr/>
        <p:txBody>
          <a:bodyPr/>
          <a:lstStyle/>
          <a:p>
            <a:fld id="{B274294F-3089-4B37-AA52-685724062AD9}"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1763688" y="1410072"/>
            <a:ext cx="5922120" cy="6918175"/>
          </a:xfrm>
          <a:prstGeom prst="rect">
            <a:avLst/>
          </a:prstGeom>
          <a:noFill/>
          <a:ln w="9525">
            <a:noFill/>
            <a:miter lim="800000"/>
            <a:headEnd/>
            <a:tailEnd/>
          </a:ln>
        </p:spPr>
      </p:pic>
      <p:sp>
        <p:nvSpPr>
          <p:cNvPr id="5" name="Title 1"/>
          <p:cNvSpPr>
            <a:spLocks noGrp="1"/>
          </p:cNvSpPr>
          <p:nvPr>
            <p:ph type="title"/>
          </p:nvPr>
        </p:nvSpPr>
        <p:spPr>
          <a:xfrm>
            <a:off x="5508104" y="4869160"/>
            <a:ext cx="3168352" cy="1143000"/>
          </a:xfrm>
        </p:spPr>
        <p:txBody>
          <a:bodyPr>
            <a:normAutofit fontScale="90000"/>
          </a:bodyPr>
          <a:lstStyle/>
          <a:p>
            <a:r>
              <a:rPr lang="en-US" dirty="0"/>
              <a:t>From PMBOK 4</a:t>
            </a:r>
            <a:r>
              <a:rPr lang="en-US" baseline="30000" dirty="0"/>
              <a:t>th</a:t>
            </a:r>
            <a:r>
              <a:rPr lang="en-US" dirty="0"/>
              <a:t> Edition</a:t>
            </a:r>
          </a:p>
        </p:txBody>
      </p:sp>
      <p:sp>
        <p:nvSpPr>
          <p:cNvPr id="6" name="Slide Number Placeholder 5"/>
          <p:cNvSpPr>
            <a:spLocks noGrp="1"/>
          </p:cNvSpPr>
          <p:nvPr>
            <p:ph type="sldNum" sz="quarter" idx="12"/>
          </p:nvPr>
        </p:nvSpPr>
        <p:spPr/>
        <p:txBody>
          <a:bodyPr/>
          <a:lstStyle/>
          <a:p>
            <a:fld id="{B274294F-3089-4B37-AA52-685724062AD9}"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Contract</a:t>
            </a:r>
          </a:p>
        </p:txBody>
      </p:sp>
      <p:sp>
        <p:nvSpPr>
          <p:cNvPr id="3" name="Content Placeholder 2"/>
          <p:cNvSpPr>
            <a:spLocks noGrp="1"/>
          </p:cNvSpPr>
          <p:nvPr>
            <p:ph idx="1"/>
          </p:nvPr>
        </p:nvSpPr>
        <p:spPr/>
        <p:txBody>
          <a:bodyPr>
            <a:normAutofit fontScale="77500" lnSpcReduction="20000"/>
          </a:bodyPr>
          <a:lstStyle/>
          <a:p>
            <a:r>
              <a:rPr lang="en-US" dirty="0"/>
              <a:t>A mutually binding agreement that obligates the seller to provide the specified products, services or results and obligates the buyer to provide monetary or other valuable consideration.</a:t>
            </a:r>
          </a:p>
          <a:p>
            <a:r>
              <a:rPr lang="en-US" dirty="0"/>
              <a:t>A contract is a legal relationship subject to remedy in the courts. Some agreements are simple others are complex. Contracts can reflect the simplicity or complexity of the deliverables.</a:t>
            </a:r>
          </a:p>
          <a:p>
            <a:r>
              <a:rPr lang="en-US" dirty="0"/>
              <a:t>Depending on the application area, contracts can also be called an agreement, subcontract, or purchase order.</a:t>
            </a:r>
          </a:p>
          <a:p>
            <a:r>
              <a:rPr lang="en-US" dirty="0"/>
              <a:t>Most organizations have well documented policies and procedures specifying who can enter into agreements on the organization’s behalf.</a:t>
            </a:r>
          </a:p>
        </p:txBody>
      </p:sp>
      <p:sp>
        <p:nvSpPr>
          <p:cNvPr id="4" name="Slide Number Placeholder 3"/>
          <p:cNvSpPr>
            <a:spLocks noGrp="1"/>
          </p:cNvSpPr>
          <p:nvPr>
            <p:ph type="sldNum" sz="quarter" idx="12"/>
          </p:nvPr>
        </p:nvSpPr>
        <p:spPr/>
        <p:txBody>
          <a:bodyPr/>
          <a:lstStyle/>
          <a:p>
            <a:fld id="{B274294F-3089-4B37-AA52-685724062AD9}"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 purchases and acquisitions</a:t>
            </a:r>
          </a:p>
        </p:txBody>
      </p:sp>
      <p:sp>
        <p:nvSpPr>
          <p:cNvPr id="3" name="Content Placeholder 2"/>
          <p:cNvSpPr>
            <a:spLocks noGrp="1"/>
          </p:cNvSpPr>
          <p:nvPr>
            <p:ph idx="1"/>
          </p:nvPr>
        </p:nvSpPr>
        <p:spPr/>
        <p:txBody>
          <a:bodyPr>
            <a:normAutofit fontScale="85000" lnSpcReduction="10000"/>
          </a:bodyPr>
          <a:lstStyle/>
          <a:p>
            <a:r>
              <a:rPr lang="en-US" dirty="0"/>
              <a:t>The Plan Purchases and Acquisition process provides a pattern which can be used to determine which needs are better met by using an outside organization versus the project team. Common inputs to this decision is when the result is needed and how best to obtain the result.</a:t>
            </a:r>
          </a:p>
          <a:p>
            <a:r>
              <a:rPr lang="en-US" dirty="0"/>
              <a:t>As with all processes, there are inputs to the Plan Purchases and Acquisitions Process. These inputs provide the foundation for determining what, when, and how to purchase. These input are given next.</a:t>
            </a:r>
          </a:p>
          <a:p>
            <a:endParaRPr lang="en-US" dirty="0"/>
          </a:p>
        </p:txBody>
      </p:sp>
      <p:sp>
        <p:nvSpPr>
          <p:cNvPr id="4" name="Slide Number Placeholder 3"/>
          <p:cNvSpPr>
            <a:spLocks noGrp="1"/>
          </p:cNvSpPr>
          <p:nvPr>
            <p:ph type="sldNum" sz="quarter" idx="12"/>
          </p:nvPr>
        </p:nvSpPr>
        <p:spPr/>
        <p:txBody>
          <a:bodyPr/>
          <a:lstStyle/>
          <a:p>
            <a:fld id="{B274294F-3089-4B37-AA52-685724062AD9}"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Inputs</a:t>
            </a:r>
          </a:p>
        </p:txBody>
      </p:sp>
      <p:sp>
        <p:nvSpPr>
          <p:cNvPr id="3" name="Content Placeholder 2"/>
          <p:cNvSpPr>
            <a:spLocks noGrp="1"/>
          </p:cNvSpPr>
          <p:nvPr>
            <p:ph idx="1"/>
          </p:nvPr>
        </p:nvSpPr>
        <p:spPr>
          <a:xfrm>
            <a:off x="500034" y="1571612"/>
            <a:ext cx="8229600" cy="4525963"/>
          </a:xfrm>
        </p:spPr>
        <p:txBody>
          <a:bodyPr>
            <a:normAutofit fontScale="47500" lnSpcReduction="20000"/>
          </a:bodyPr>
          <a:lstStyle/>
          <a:p>
            <a:pPr marL="0" indent="0">
              <a:buNone/>
            </a:pPr>
            <a:r>
              <a:rPr lang="en-US" b="1" dirty="0"/>
              <a:t>Enterprise Environmental Factors</a:t>
            </a:r>
            <a:r>
              <a:rPr lang="en-US" dirty="0"/>
              <a:t> – Enterprise environmental factors concerning mark conditions. What products, services, and results are available in the marketplace? Where can you obtain them? Are there terms and conditions which are applicable? Is there a legal or purchasing department? Or is that the project teams responsibility?</a:t>
            </a:r>
          </a:p>
          <a:p>
            <a:pPr marL="0" indent="0">
              <a:buNone/>
            </a:pPr>
            <a:br>
              <a:rPr lang="en-US" dirty="0"/>
            </a:br>
            <a:r>
              <a:rPr lang="en-US" b="1" dirty="0"/>
              <a:t>Organizational Process Assets</a:t>
            </a:r>
            <a:r>
              <a:rPr lang="en-US" dirty="0"/>
              <a:t> – Organizational process assets depicts whether formal or informal policies and procedures exist for dealing with procurement within the organization. Some common types of organizational process assets are, all requisitions for purchase orders must be signed by the CIO. All purchase requisitions above $2000 must be initialed by all EVPs. All vendors must have been in business for a period of at least 3 years.</a:t>
            </a:r>
          </a:p>
          <a:p>
            <a:pPr marL="0" indent="0">
              <a:buNone/>
            </a:pPr>
            <a:br>
              <a:rPr lang="en-US" dirty="0"/>
            </a:br>
            <a:r>
              <a:rPr lang="en-US" b="1" dirty="0"/>
              <a:t>Project Scope Statement</a:t>
            </a:r>
            <a:r>
              <a:rPr lang="en-US" dirty="0"/>
              <a:t> – Project Scope Statement details the projects boundaries, requirements, constraints, and assumptions. Check out the constraints in the project scope statement to see if there are any required delivery dates or need for skilled resources.</a:t>
            </a:r>
          </a:p>
          <a:p>
            <a:pPr marL="0" indent="0">
              <a:buNone/>
            </a:pPr>
            <a:br>
              <a:rPr lang="en-US" dirty="0"/>
            </a:br>
            <a:r>
              <a:rPr lang="en-US" b="1" dirty="0"/>
              <a:t>Work Breakdown Structure</a:t>
            </a:r>
            <a:r>
              <a:rPr lang="en-US" dirty="0"/>
              <a:t> – The Work Breakdown structure illustrates how each work package’s interdependencies.</a:t>
            </a:r>
          </a:p>
          <a:p>
            <a:pPr marL="0" indent="0">
              <a:buNone/>
            </a:pPr>
            <a:br>
              <a:rPr lang="en-US" dirty="0"/>
            </a:br>
            <a:r>
              <a:rPr lang="en-US" b="1" dirty="0"/>
              <a:t>WBS Dictionary</a:t>
            </a:r>
            <a:r>
              <a:rPr lang="en-US" dirty="0"/>
              <a:t> – The WBS Dictionary details the work needed to complete each WBS package. Check out the contract info and quality needs when reviewing for the planning and acquisition process.</a:t>
            </a:r>
          </a:p>
          <a:p>
            <a:pPr marL="0" lvl="1" indent="0">
              <a:buNone/>
            </a:pPr>
            <a:br>
              <a:rPr lang="en-US" dirty="0"/>
            </a:br>
            <a:r>
              <a:rPr lang="en-US" sz="3200" b="1" dirty="0"/>
              <a:t>Project Management Plan</a:t>
            </a:r>
            <a:r>
              <a:rPr lang="en-US" dirty="0"/>
              <a:t> –  </a:t>
            </a:r>
            <a:r>
              <a:rPr lang="en-US" sz="3200" dirty="0"/>
              <a:t>Check out the following items: Risk register, Risk related contractual agreements, Activity resource requirements, Project  schedule, Activity cost estimates, Cost baseline.</a:t>
            </a:r>
          </a:p>
          <a:p>
            <a:pPr marL="0" indent="0">
              <a:buNone/>
            </a:pPr>
            <a:endParaRPr lang="en-US" dirty="0"/>
          </a:p>
        </p:txBody>
      </p:sp>
      <p:sp>
        <p:nvSpPr>
          <p:cNvPr id="4" name="Slide Number Placeholder 3"/>
          <p:cNvSpPr>
            <a:spLocks noGrp="1"/>
          </p:cNvSpPr>
          <p:nvPr>
            <p:ph type="sldNum" sz="quarter" idx="12"/>
          </p:nvPr>
        </p:nvSpPr>
        <p:spPr/>
        <p:txBody>
          <a:bodyPr/>
          <a:lstStyle/>
          <a:p>
            <a:fld id="{B274294F-3089-4B37-AA52-685724062AD9}"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pPr lvl="0"/>
            <a:r>
              <a:rPr lang="en-US" b="1" dirty="0"/>
              <a:t>Make-or-buy Decisions</a:t>
            </a:r>
            <a:r>
              <a:rPr lang="en-US" dirty="0"/>
              <a:t> - Make-or-buy analysis involves comparing the relative benefits of in-house versus out-sourcing production of a given product, service, or result. Common considerations are if the skill set in house is capable of delivering the product or service and if the same quality or a higher standard can be obtained from outside.</a:t>
            </a:r>
            <a:br>
              <a:rPr lang="en-US" dirty="0"/>
            </a:br>
            <a:endParaRPr lang="en-US" dirty="0"/>
          </a:p>
          <a:p>
            <a:pPr lvl="0"/>
            <a:r>
              <a:rPr lang="en-US" b="1" dirty="0"/>
              <a:t>Expert Judgment</a:t>
            </a:r>
            <a:r>
              <a:rPr lang="en-US" dirty="0"/>
              <a:t> - Expert judgment brings in specialized advice, such as technical, legal, or market knowledge, to inform buying decisions. Sometimes using experts can bring about new approaches which simply were not considered without the expertise or experience of being one that has already been there done that.</a:t>
            </a:r>
            <a:br>
              <a:rPr lang="en-US" dirty="0"/>
            </a:br>
            <a:endParaRPr lang="en-US" dirty="0"/>
          </a:p>
          <a:p>
            <a:pPr lvl="0"/>
            <a:r>
              <a:rPr lang="en-US" b="1" dirty="0"/>
              <a:t>Contract Types</a:t>
            </a:r>
            <a:r>
              <a:rPr lang="en-US" dirty="0"/>
              <a:t> - Contract Types are the types of contracts available for use. Different contracts are used for different purposes and intents. Generally there are three main categories:</a:t>
            </a:r>
          </a:p>
          <a:p>
            <a:endParaRPr lang="en-US" dirty="0"/>
          </a:p>
        </p:txBody>
      </p:sp>
      <p:sp>
        <p:nvSpPr>
          <p:cNvPr id="4" name="Slide Number Placeholder 3"/>
          <p:cNvSpPr>
            <a:spLocks noGrp="1"/>
          </p:cNvSpPr>
          <p:nvPr>
            <p:ph type="sldNum" sz="quarter" idx="12"/>
          </p:nvPr>
        </p:nvSpPr>
        <p:spPr/>
        <p:txBody>
          <a:bodyPr/>
          <a:lstStyle/>
          <a:p>
            <a:fld id="{B274294F-3089-4B37-AA52-685724062AD9}"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Contract Types</a:t>
            </a:r>
          </a:p>
        </p:txBody>
      </p:sp>
      <p:sp>
        <p:nvSpPr>
          <p:cNvPr id="3" name="Content Placeholder 2"/>
          <p:cNvSpPr>
            <a:spLocks noGrp="1"/>
          </p:cNvSpPr>
          <p:nvPr>
            <p:ph idx="1"/>
          </p:nvPr>
        </p:nvSpPr>
        <p:spPr>
          <a:xfrm>
            <a:off x="457200" y="1214422"/>
            <a:ext cx="8229600" cy="5357850"/>
          </a:xfrm>
        </p:spPr>
        <p:txBody>
          <a:bodyPr>
            <a:normAutofit fontScale="25000" lnSpcReduction="20000"/>
          </a:bodyPr>
          <a:lstStyle/>
          <a:p>
            <a:pPr marL="0" lvl="0" indent="0">
              <a:buNone/>
            </a:pPr>
            <a:r>
              <a:rPr lang="en-US" sz="6400" b="1" dirty="0"/>
              <a:t>Contract Types </a:t>
            </a:r>
            <a:r>
              <a:rPr lang="en-US" sz="6400" dirty="0"/>
              <a:t>- Different contracts are used for different purposes and intents. Generally there are three main categories:</a:t>
            </a:r>
          </a:p>
          <a:p>
            <a:pPr marL="0" lvl="0" indent="0">
              <a:buNone/>
            </a:pPr>
            <a:endParaRPr lang="en-US" sz="4400" dirty="0"/>
          </a:p>
          <a:p>
            <a:pPr lvl="1"/>
            <a:r>
              <a:rPr lang="en-US" sz="6200" b="1" dirty="0"/>
              <a:t>Fixed-price or lump-sum contracts</a:t>
            </a:r>
            <a:r>
              <a:rPr lang="en-US" sz="6200" dirty="0"/>
              <a:t> – Generally involves a total price for a well-defined product. Fixed-price contracts may include incentives for early delivery. Buying shrink wrapped software is commonly a fixed price contract.</a:t>
            </a:r>
            <a:br>
              <a:rPr lang="en-US" sz="6200" dirty="0"/>
            </a:br>
            <a:endParaRPr lang="en-US" sz="6200" dirty="0"/>
          </a:p>
          <a:p>
            <a:pPr lvl="1"/>
            <a:r>
              <a:rPr lang="en-US" sz="6200" b="1" dirty="0"/>
              <a:t>Cost-reimbursable contracts</a:t>
            </a:r>
            <a:r>
              <a:rPr lang="en-US" sz="6200" dirty="0"/>
              <a:t> – Generally involves payment to the vendor for actual cost plus a fee for profit. Actual costs comprise direct and indirect cost of making the product or providing the service. There are three common types of cost-reimbursable contracts.</a:t>
            </a:r>
          </a:p>
          <a:p>
            <a:pPr lvl="2"/>
            <a:r>
              <a:rPr lang="en-US" sz="6200" b="1" dirty="0"/>
              <a:t>Cost-Plus-Fee (CPF) or Cost-Plus-Percentage of Cost (CPPC)</a:t>
            </a:r>
            <a:r>
              <a:rPr lang="en-US" sz="6200" dirty="0"/>
              <a:t> – the seller is reimbursed for the allowable costs and receives a percentage of the costs as a fee.</a:t>
            </a:r>
          </a:p>
          <a:p>
            <a:pPr lvl="2"/>
            <a:r>
              <a:rPr lang="en-US" sz="6200" dirty="0"/>
              <a:t>Cost-Plus-Fixed-Fee (CPFF) – the vendor is reimbursed for allowable costs and receives a fixed fee. The fee normally doesn’t change unless scope changes allocate a new fee.</a:t>
            </a:r>
          </a:p>
          <a:p>
            <a:pPr lvl="2"/>
            <a:r>
              <a:rPr lang="en-US" sz="6200" b="1" dirty="0"/>
              <a:t>Cost-Plus-Incentive-Fee (CPIF)</a:t>
            </a:r>
            <a:r>
              <a:rPr lang="en-US" sz="6200" dirty="0"/>
              <a:t> – Cost-Plus-Incentive reimburses the seller for allowable costs and allocates a predetermined fee, as an incentive for achieving certain performance objectives.</a:t>
            </a:r>
          </a:p>
          <a:p>
            <a:pPr lvl="2">
              <a:buNone/>
            </a:pPr>
            <a:endParaRPr lang="en-US" sz="6200" dirty="0"/>
          </a:p>
          <a:p>
            <a:pPr lvl="1"/>
            <a:r>
              <a:rPr lang="en-US" sz="6200" b="1" dirty="0"/>
              <a:t>Time and Material contracts</a:t>
            </a:r>
            <a:r>
              <a:rPr lang="en-US" sz="6200" dirty="0"/>
              <a:t> –a hybrid combination of cost-reimbursable and fixed price contracts. A common indicator is their open-ended nature. The full value of the agreement and the exact quantity of items to be delivered are not defined at the time of contract award.</a:t>
            </a:r>
          </a:p>
          <a:p>
            <a:pPr>
              <a:buNone/>
            </a:pPr>
            <a:endParaRPr lang="en-US" sz="6200" dirty="0"/>
          </a:p>
        </p:txBody>
      </p:sp>
      <p:sp>
        <p:nvSpPr>
          <p:cNvPr id="4" name="Slide Number Placeholder 3"/>
          <p:cNvSpPr>
            <a:spLocks noGrp="1"/>
          </p:cNvSpPr>
          <p:nvPr>
            <p:ph type="sldNum" sz="quarter" idx="12"/>
          </p:nvPr>
        </p:nvSpPr>
        <p:spPr/>
        <p:txBody>
          <a:bodyPr/>
          <a:lstStyle/>
          <a:p>
            <a:fld id="{B274294F-3089-4B37-AA52-685724062AD9}"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Outputs</a:t>
            </a:r>
          </a:p>
        </p:txBody>
      </p:sp>
      <p:sp>
        <p:nvSpPr>
          <p:cNvPr id="3" name="Content Placeholder 2"/>
          <p:cNvSpPr>
            <a:spLocks noGrp="1"/>
          </p:cNvSpPr>
          <p:nvPr>
            <p:ph idx="1"/>
          </p:nvPr>
        </p:nvSpPr>
        <p:spPr/>
        <p:txBody>
          <a:bodyPr>
            <a:normAutofit fontScale="55000" lnSpcReduction="20000"/>
          </a:bodyPr>
          <a:lstStyle/>
          <a:p>
            <a:pPr marL="0" indent="0">
              <a:buNone/>
            </a:pPr>
            <a:r>
              <a:rPr lang="en-US" b="1" dirty="0"/>
              <a:t>Procurement Management Plan</a:t>
            </a:r>
            <a:r>
              <a:rPr lang="en-US" dirty="0"/>
              <a:t> – The procurement management plan explains how procurement will be managed from inception to closing. Commonly the procurement management plan details the types of contracts to be used, who is accountable for estimates, the guidelines for the build or buy decision. What are the common lead times and how best to handle them? Finally what is the form and format of the statement of work?</a:t>
            </a:r>
            <a:br>
              <a:rPr lang="en-US" dirty="0"/>
            </a:br>
            <a:endParaRPr lang="en-US" dirty="0"/>
          </a:p>
          <a:p>
            <a:pPr marL="0" indent="0">
              <a:buNone/>
            </a:pPr>
            <a:r>
              <a:rPr lang="en-US" b="1" dirty="0"/>
              <a:t>Contract Statement of Work (SOW)</a:t>
            </a:r>
            <a:r>
              <a:rPr lang="en-US" dirty="0"/>
              <a:t> - The contract statement of work explains the items being purchased with enough detail and clarifications for everyone to be in agreement with what is being purchased. The contract statement of work should have a clear concise description of the services needed and operational support.</a:t>
            </a:r>
          </a:p>
          <a:p>
            <a:pPr marL="0" indent="0">
              <a:buNone/>
            </a:pPr>
            <a:endParaRPr lang="en-US" dirty="0"/>
          </a:p>
          <a:p>
            <a:pPr marL="0" indent="0">
              <a:buNone/>
            </a:pPr>
            <a:r>
              <a:rPr lang="en-US" b="1" dirty="0"/>
              <a:t>Make-or-buy Decisions</a:t>
            </a:r>
            <a:r>
              <a:rPr lang="en-US" dirty="0"/>
              <a:t> – Make or buy decisions are pretty self explanatory as to the purpose. However, it is good to have a document with a list of the justification for the decision and responsible party.</a:t>
            </a:r>
          </a:p>
          <a:p>
            <a:pPr marL="0" indent="0">
              <a:buNone/>
            </a:pPr>
            <a:endParaRPr lang="en-US" dirty="0"/>
          </a:p>
          <a:p>
            <a:pPr marL="0" indent="0">
              <a:buNone/>
            </a:pPr>
            <a:r>
              <a:rPr lang="en-US" b="1" dirty="0"/>
              <a:t>Requested Changes</a:t>
            </a:r>
            <a:r>
              <a:rPr lang="en-US" dirty="0"/>
              <a:t> – Requested changes to the plan should be placed into the integrated change control process.</a:t>
            </a:r>
          </a:p>
        </p:txBody>
      </p:sp>
      <p:sp>
        <p:nvSpPr>
          <p:cNvPr id="4" name="Slide Number Placeholder 3"/>
          <p:cNvSpPr>
            <a:spLocks noGrp="1"/>
          </p:cNvSpPr>
          <p:nvPr>
            <p:ph type="sldNum" sz="quarter" idx="12"/>
          </p:nvPr>
        </p:nvSpPr>
        <p:spPr/>
        <p:txBody>
          <a:bodyPr/>
          <a:lstStyle/>
          <a:p>
            <a:fld id="{B274294F-3089-4B37-AA52-685724062AD9}"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 Contracting</a:t>
            </a:r>
          </a:p>
        </p:txBody>
      </p:sp>
      <p:sp>
        <p:nvSpPr>
          <p:cNvPr id="3" name="Content Placeholder 2"/>
          <p:cNvSpPr>
            <a:spLocks noGrp="1"/>
          </p:cNvSpPr>
          <p:nvPr>
            <p:ph idx="1"/>
          </p:nvPr>
        </p:nvSpPr>
        <p:spPr/>
        <p:txBody>
          <a:bodyPr/>
          <a:lstStyle/>
          <a:p>
            <a:r>
              <a:rPr lang="en-US" dirty="0"/>
              <a:t>Prepares the documents need to support the Request Seller Responses process and Select sellers process</a:t>
            </a:r>
          </a:p>
          <a:p>
            <a:pPr>
              <a:buNone/>
            </a:pPr>
            <a:endParaRPr lang="en-US" dirty="0"/>
          </a:p>
        </p:txBody>
      </p:sp>
      <p:sp>
        <p:nvSpPr>
          <p:cNvPr id="4" name="Slide Number Placeholder 3"/>
          <p:cNvSpPr>
            <a:spLocks noGrp="1"/>
          </p:cNvSpPr>
          <p:nvPr>
            <p:ph type="sldNum" sz="quarter" idx="12"/>
          </p:nvPr>
        </p:nvSpPr>
        <p:spPr/>
        <p:txBody>
          <a:bodyPr/>
          <a:lstStyle/>
          <a:p>
            <a:fld id="{B274294F-3089-4B37-AA52-685724062AD9}"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Inputs</a:t>
            </a:r>
          </a:p>
        </p:txBody>
      </p:sp>
      <p:sp>
        <p:nvSpPr>
          <p:cNvPr id="3" name="Content Placeholder 2"/>
          <p:cNvSpPr>
            <a:spLocks noGrp="1"/>
          </p:cNvSpPr>
          <p:nvPr>
            <p:ph idx="1"/>
          </p:nvPr>
        </p:nvSpPr>
        <p:spPr/>
        <p:txBody>
          <a:bodyPr>
            <a:normAutofit fontScale="62500" lnSpcReduction="20000"/>
          </a:bodyPr>
          <a:lstStyle/>
          <a:p>
            <a:r>
              <a:rPr lang="en-US" dirty="0"/>
              <a:t>Procurement management plan</a:t>
            </a:r>
          </a:p>
          <a:p>
            <a:r>
              <a:rPr lang="en-US" dirty="0"/>
              <a:t>Contract statement of work</a:t>
            </a:r>
          </a:p>
          <a:p>
            <a:r>
              <a:rPr lang="en-US" dirty="0"/>
              <a:t>Make or buy decisions – list of items to be purchased those to be produced by the project team</a:t>
            </a:r>
          </a:p>
          <a:p>
            <a:r>
              <a:rPr lang="en-US" dirty="0"/>
              <a:t>Project management plan</a:t>
            </a:r>
          </a:p>
          <a:p>
            <a:pPr lvl="1"/>
            <a:r>
              <a:rPr lang="en-US" dirty="0"/>
              <a:t>Risk register – risk related information such as identified risks, root causes of risks, risk owners, risk analysis results, risk prioritization, risk categorization and risk responses generated by the risk management process.</a:t>
            </a:r>
          </a:p>
          <a:p>
            <a:pPr lvl="1"/>
            <a:r>
              <a:rPr lang="en-US" dirty="0"/>
              <a:t>Risk related contractual agreements – agreements for insurance, services etc that are prepared to specify each party’s responsibility for specific risks.</a:t>
            </a:r>
          </a:p>
          <a:p>
            <a:pPr lvl="1"/>
            <a:r>
              <a:rPr lang="en-US" dirty="0"/>
              <a:t>Resource requirements</a:t>
            </a:r>
          </a:p>
          <a:p>
            <a:pPr lvl="1"/>
            <a:r>
              <a:rPr lang="en-US" dirty="0"/>
              <a:t>Project schedule</a:t>
            </a:r>
          </a:p>
          <a:p>
            <a:pPr lvl="1"/>
            <a:r>
              <a:rPr lang="en-US" dirty="0"/>
              <a:t>Activity cost estimate</a:t>
            </a:r>
          </a:p>
          <a:p>
            <a:pPr lvl="1"/>
            <a:r>
              <a:rPr lang="en-US" dirty="0"/>
              <a:t>Cost baseline</a:t>
            </a:r>
          </a:p>
        </p:txBody>
      </p:sp>
      <p:sp>
        <p:nvSpPr>
          <p:cNvPr id="4" name="Slide Number Placeholder 3"/>
          <p:cNvSpPr>
            <a:spLocks noGrp="1"/>
          </p:cNvSpPr>
          <p:nvPr>
            <p:ph type="sldNum" sz="quarter" idx="12"/>
          </p:nvPr>
        </p:nvSpPr>
        <p:spPr/>
        <p:txBody>
          <a:bodyPr/>
          <a:lstStyle/>
          <a:p>
            <a:fld id="{B274294F-3089-4B37-AA52-685724062AD9}"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Tools and techniques</a:t>
            </a:r>
          </a:p>
        </p:txBody>
      </p:sp>
      <p:sp>
        <p:nvSpPr>
          <p:cNvPr id="3" name="Content Placeholder 2"/>
          <p:cNvSpPr>
            <a:spLocks noGrp="1"/>
          </p:cNvSpPr>
          <p:nvPr>
            <p:ph idx="1"/>
          </p:nvPr>
        </p:nvSpPr>
        <p:spPr/>
        <p:txBody>
          <a:bodyPr>
            <a:normAutofit fontScale="85000" lnSpcReduction="10000"/>
          </a:bodyPr>
          <a:lstStyle/>
          <a:p>
            <a:r>
              <a:rPr lang="en-US" dirty="0"/>
              <a:t>Standard forms – include standard contracts, standard descriptions of procurement items, non-disclosure agreements, proposal evaluation criteria checklists, or standardized versions of all parts of the needed bid documents.</a:t>
            </a:r>
          </a:p>
          <a:p>
            <a:r>
              <a:rPr lang="en-US" dirty="0"/>
              <a:t>Expert </a:t>
            </a:r>
            <a:r>
              <a:rPr lang="en-US" dirty="0" err="1"/>
              <a:t>judgement</a:t>
            </a:r>
            <a:r>
              <a:rPr lang="en-US" dirty="0"/>
              <a:t>  - often required to assess the inputs to and outputs from a process. Expert purchasing </a:t>
            </a:r>
            <a:r>
              <a:rPr lang="en-US" dirty="0" err="1"/>
              <a:t>judgement</a:t>
            </a:r>
            <a:r>
              <a:rPr lang="en-US" dirty="0"/>
              <a:t> can also be used to evaluate offers or proposals made by sellers. Expert legal </a:t>
            </a:r>
            <a:r>
              <a:rPr lang="en-US" dirty="0" err="1"/>
              <a:t>judgement</a:t>
            </a:r>
            <a:r>
              <a:rPr lang="en-US" dirty="0"/>
              <a:t> may involve the services of a lawyer to assist with non-standard procurement terms and conditions.</a:t>
            </a:r>
          </a:p>
        </p:txBody>
      </p:sp>
      <p:sp>
        <p:nvSpPr>
          <p:cNvPr id="4" name="Slide Number Placeholder 3"/>
          <p:cNvSpPr>
            <a:spLocks noGrp="1"/>
          </p:cNvSpPr>
          <p:nvPr>
            <p:ph type="sldNum" sz="quarter" idx="12"/>
          </p:nvPr>
        </p:nvSpPr>
        <p:spPr/>
        <p:txBody>
          <a:bodyPr/>
          <a:lstStyle/>
          <a:p>
            <a:fld id="{B274294F-3089-4B37-AA52-685724062AD9}"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Outputs</a:t>
            </a:r>
          </a:p>
        </p:txBody>
      </p:sp>
      <p:sp>
        <p:nvSpPr>
          <p:cNvPr id="3" name="Content Placeholder 2"/>
          <p:cNvSpPr>
            <a:spLocks noGrp="1"/>
          </p:cNvSpPr>
          <p:nvPr>
            <p:ph idx="1"/>
          </p:nvPr>
        </p:nvSpPr>
        <p:spPr/>
        <p:txBody>
          <a:bodyPr>
            <a:normAutofit fontScale="62500" lnSpcReduction="20000"/>
          </a:bodyPr>
          <a:lstStyle/>
          <a:p>
            <a:r>
              <a:rPr lang="en-US" dirty="0"/>
              <a:t>Procurement documents – used to seek proposals from prospective sellers. A term such as bid, tender, or quotation is generally used when the seller selection decision will be based on price (when buying commercial or standard items), while a term such as proposal is generally used when other considerations, such as technical skills or technical approach, are paramount. Common names are “invitation to bid,” “request for proposal,” “request for quotation,” “tender notice,” “invitation for negotiation,” and “contractor initial response.” Procurement documents are structured to facilitate an accurate and complete response from prospective sellers and to facilitate easy evaluation of the bids.</a:t>
            </a:r>
          </a:p>
          <a:p>
            <a:r>
              <a:rPr lang="en-US" dirty="0"/>
              <a:t>Evaluation criteria – used to rate or score proposals. Can be objective or subjective. Can be limited to purchase price, but often other criteria need to be taken into consideration. E.g. understanding of need, overall or life-cycle cost, technical capability, management approach, technical approach, financial capacity and interest, references, intellectual property rights, proprietary rights.</a:t>
            </a:r>
          </a:p>
          <a:p>
            <a:r>
              <a:rPr lang="en-US" dirty="0"/>
              <a:t>Contract statement of work (updates)</a:t>
            </a:r>
          </a:p>
        </p:txBody>
      </p:sp>
      <p:sp>
        <p:nvSpPr>
          <p:cNvPr id="4" name="Slide Number Placeholder 3"/>
          <p:cNvSpPr>
            <a:spLocks noGrp="1"/>
          </p:cNvSpPr>
          <p:nvPr>
            <p:ph type="sldNum" sz="quarter" idx="12"/>
          </p:nvPr>
        </p:nvSpPr>
        <p:spPr/>
        <p:txBody>
          <a:bodyPr/>
          <a:lstStyle/>
          <a:p>
            <a:fld id="{B274294F-3089-4B37-AA52-685724062AD9}"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Request Seller Responses</a:t>
            </a:r>
          </a:p>
        </p:txBody>
      </p:sp>
      <p:sp>
        <p:nvSpPr>
          <p:cNvPr id="3" name="Content Placeholder 2"/>
          <p:cNvSpPr>
            <a:spLocks noGrp="1"/>
          </p:cNvSpPr>
          <p:nvPr>
            <p:ph idx="1"/>
          </p:nvPr>
        </p:nvSpPr>
        <p:spPr/>
        <p:txBody>
          <a:bodyPr/>
          <a:lstStyle/>
          <a:p>
            <a:r>
              <a:rPr lang="en-US" dirty="0"/>
              <a:t>Obtains responses such as bids and proposals, from prospective sellers on how project requirements can be met. The prospective sellers, normally at no direct cost to the project or buyer, expend most of the actual effort in this process.</a:t>
            </a:r>
          </a:p>
          <a:p>
            <a:endParaRPr lang="en-US" dirty="0"/>
          </a:p>
        </p:txBody>
      </p:sp>
      <p:graphicFrame>
        <p:nvGraphicFramePr>
          <p:cNvPr id="4" name="Table 3"/>
          <p:cNvGraphicFramePr>
            <a:graphicFrameLocks noGrp="1"/>
          </p:cNvGraphicFramePr>
          <p:nvPr/>
        </p:nvGraphicFramePr>
        <p:xfrm>
          <a:off x="928662" y="4572008"/>
          <a:ext cx="7215237" cy="2108200"/>
        </p:xfrm>
        <a:graphic>
          <a:graphicData uri="http://schemas.openxmlformats.org/drawingml/2006/table">
            <a:tbl>
              <a:tblPr firstRow="1" bandRow="1">
                <a:tableStyleId>{5C22544A-7EE6-4342-B048-85BDC9FD1C3A}</a:tableStyleId>
              </a:tblPr>
              <a:tblGrid>
                <a:gridCol w="2405079">
                  <a:extLst>
                    <a:ext uri="{9D8B030D-6E8A-4147-A177-3AD203B41FA5}">
                      <a16:colId xmlns:a16="http://schemas.microsoft.com/office/drawing/2014/main" val="20000"/>
                    </a:ext>
                  </a:extLst>
                </a:gridCol>
                <a:gridCol w="2405079">
                  <a:extLst>
                    <a:ext uri="{9D8B030D-6E8A-4147-A177-3AD203B41FA5}">
                      <a16:colId xmlns:a16="http://schemas.microsoft.com/office/drawing/2014/main" val="20001"/>
                    </a:ext>
                  </a:extLst>
                </a:gridCol>
                <a:gridCol w="2405079">
                  <a:extLst>
                    <a:ext uri="{9D8B030D-6E8A-4147-A177-3AD203B41FA5}">
                      <a16:colId xmlns:a16="http://schemas.microsoft.com/office/drawing/2014/main" val="20002"/>
                    </a:ext>
                  </a:extLst>
                </a:gridCol>
              </a:tblGrid>
              <a:tr h="370840">
                <a:tc>
                  <a:txBody>
                    <a:bodyPr/>
                    <a:lstStyle/>
                    <a:p>
                      <a:r>
                        <a:rPr lang="en-US" dirty="0"/>
                        <a:t>Inputs</a:t>
                      </a:r>
                    </a:p>
                  </a:txBody>
                  <a:tcPr/>
                </a:tc>
                <a:tc>
                  <a:txBody>
                    <a:bodyPr/>
                    <a:lstStyle/>
                    <a:p>
                      <a:r>
                        <a:rPr lang="en-US" dirty="0"/>
                        <a:t>Tools and Techniques</a:t>
                      </a:r>
                    </a:p>
                  </a:txBody>
                  <a:tcPr/>
                </a:tc>
                <a:tc>
                  <a:txBody>
                    <a:bodyPr/>
                    <a:lstStyle/>
                    <a:p>
                      <a:r>
                        <a:rPr lang="en-US" dirty="0"/>
                        <a:t>Outputs</a:t>
                      </a:r>
                    </a:p>
                  </a:txBody>
                  <a:tcPr/>
                </a:tc>
                <a:extLst>
                  <a:ext uri="{0D108BD9-81ED-4DB2-BD59-A6C34878D82A}">
                    <a16:rowId xmlns:a16="http://schemas.microsoft.com/office/drawing/2014/main" val="10000"/>
                  </a:ext>
                </a:extLst>
              </a:tr>
              <a:tr h="370840">
                <a:tc>
                  <a:txBody>
                    <a:bodyPr/>
                    <a:lstStyle/>
                    <a:p>
                      <a:pPr marL="342900" indent="-342900">
                        <a:buFont typeface="+mj-lt"/>
                        <a:buAutoNum type="arabicPeriod"/>
                      </a:pPr>
                      <a:r>
                        <a:rPr lang="en-US" dirty="0"/>
                        <a:t>Organizational process assets</a:t>
                      </a:r>
                    </a:p>
                    <a:p>
                      <a:pPr marL="342900" indent="-342900">
                        <a:buFont typeface="+mj-lt"/>
                        <a:buAutoNum type="arabicPeriod"/>
                      </a:pPr>
                      <a:r>
                        <a:rPr lang="en-US" dirty="0"/>
                        <a:t>Procurement</a:t>
                      </a:r>
                      <a:r>
                        <a:rPr lang="en-US" baseline="0" dirty="0"/>
                        <a:t> management plan</a:t>
                      </a:r>
                    </a:p>
                    <a:p>
                      <a:pPr marL="342900" indent="-342900">
                        <a:buFont typeface="+mj-lt"/>
                        <a:buAutoNum type="arabicPeriod"/>
                      </a:pPr>
                      <a:r>
                        <a:rPr lang="en-US" baseline="0" dirty="0"/>
                        <a:t>Procurement documents</a:t>
                      </a:r>
                      <a:endParaRPr lang="en-US" dirty="0"/>
                    </a:p>
                  </a:txBody>
                  <a:tcPr/>
                </a:tc>
                <a:tc>
                  <a:txBody>
                    <a:bodyPr/>
                    <a:lstStyle/>
                    <a:p>
                      <a:pPr marL="342900" indent="-342900">
                        <a:buFont typeface="+mj-lt"/>
                        <a:buAutoNum type="arabicPeriod"/>
                      </a:pPr>
                      <a:r>
                        <a:rPr lang="en-US" sz="1800" kern="1200" dirty="0">
                          <a:solidFill>
                            <a:schemeClr val="dk1"/>
                          </a:solidFill>
                          <a:latin typeface="+mn-lt"/>
                          <a:ea typeface="+mn-ea"/>
                          <a:cs typeface="+mn-cs"/>
                        </a:rPr>
                        <a:t>Bidder conferences</a:t>
                      </a:r>
                    </a:p>
                    <a:p>
                      <a:pPr marL="342900" indent="-342900">
                        <a:buFont typeface="+mj-lt"/>
                        <a:buAutoNum type="arabicPeriod"/>
                      </a:pPr>
                      <a:r>
                        <a:rPr lang="en-US" sz="1800" kern="1200" dirty="0">
                          <a:solidFill>
                            <a:schemeClr val="dk1"/>
                          </a:solidFill>
                          <a:latin typeface="+mn-lt"/>
                          <a:ea typeface="+mn-ea"/>
                          <a:cs typeface="+mn-cs"/>
                        </a:rPr>
                        <a:t>Advertising</a:t>
                      </a:r>
                    </a:p>
                    <a:p>
                      <a:pPr marL="342900" indent="-342900">
                        <a:buFont typeface="+mj-lt"/>
                        <a:buAutoNum type="arabicPeriod"/>
                      </a:pPr>
                      <a:r>
                        <a:rPr lang="en-US" sz="1800" kern="1200" dirty="0">
                          <a:solidFill>
                            <a:schemeClr val="dk1"/>
                          </a:solidFill>
                          <a:latin typeface="+mn-lt"/>
                          <a:ea typeface="+mn-ea"/>
                          <a:cs typeface="+mn-cs"/>
                        </a:rPr>
                        <a:t>Develop qualified sellers list</a:t>
                      </a:r>
                    </a:p>
                  </a:txBody>
                  <a:tcPr/>
                </a:tc>
                <a:tc>
                  <a:txBody>
                    <a:bodyPr/>
                    <a:lstStyle/>
                    <a:p>
                      <a:pPr marL="342900" indent="-342900">
                        <a:buFont typeface="+mj-lt"/>
                        <a:buAutoNum type="arabicPeriod"/>
                      </a:pPr>
                      <a:r>
                        <a:rPr lang="en-US" dirty="0"/>
                        <a:t>Qualified sellers list</a:t>
                      </a:r>
                    </a:p>
                    <a:p>
                      <a:pPr marL="342900" indent="-342900">
                        <a:buFont typeface="+mj-lt"/>
                        <a:buAutoNum type="arabicPeriod"/>
                      </a:pPr>
                      <a:r>
                        <a:rPr lang="en-US" dirty="0"/>
                        <a:t>Procurement document</a:t>
                      </a:r>
                      <a:r>
                        <a:rPr lang="en-US" baseline="0" dirty="0"/>
                        <a:t> package</a:t>
                      </a:r>
                    </a:p>
                    <a:p>
                      <a:pPr marL="342900" indent="-342900">
                        <a:buFont typeface="+mj-lt"/>
                        <a:buAutoNum type="arabicPeriod"/>
                      </a:pPr>
                      <a:r>
                        <a:rPr lang="en-US" baseline="0" dirty="0"/>
                        <a:t>Proposals</a:t>
                      </a:r>
                      <a:endParaRPr lang="en-US" dirty="0"/>
                    </a:p>
                  </a:txBody>
                  <a:tcPr/>
                </a:tc>
                <a:extLst>
                  <a:ext uri="{0D108BD9-81ED-4DB2-BD59-A6C34878D82A}">
                    <a16:rowId xmlns:a16="http://schemas.microsoft.com/office/drawing/2014/main" val="10001"/>
                  </a:ext>
                </a:extLst>
              </a:tr>
            </a:tbl>
          </a:graphicData>
        </a:graphic>
      </p:graphicFrame>
      <p:sp>
        <p:nvSpPr>
          <p:cNvPr id="5" name="Slide Number Placeholder 4"/>
          <p:cNvSpPr>
            <a:spLocks noGrp="1"/>
          </p:cNvSpPr>
          <p:nvPr>
            <p:ph type="sldNum" sz="quarter" idx="12"/>
          </p:nvPr>
        </p:nvSpPr>
        <p:spPr/>
        <p:txBody>
          <a:bodyPr/>
          <a:lstStyle/>
          <a:p>
            <a:fld id="{B274294F-3089-4B37-AA52-685724062AD9}"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Inputs</a:t>
            </a:r>
          </a:p>
        </p:txBody>
      </p:sp>
      <p:sp>
        <p:nvSpPr>
          <p:cNvPr id="3" name="Content Placeholder 2"/>
          <p:cNvSpPr>
            <a:spLocks noGrp="1"/>
          </p:cNvSpPr>
          <p:nvPr>
            <p:ph idx="1"/>
          </p:nvPr>
        </p:nvSpPr>
        <p:spPr/>
        <p:txBody>
          <a:bodyPr>
            <a:normAutofit fontScale="77500" lnSpcReduction="20000"/>
          </a:bodyPr>
          <a:lstStyle/>
          <a:p>
            <a:r>
              <a:rPr lang="en-US" dirty="0"/>
              <a:t>Organization Process Assets – some organizations maintain lists or files with information on prospective and previously qualified sellers (sometimes called bidders) who can be asked to bid, propose, or quote on work. These lists will generally have information on relevant past experience and other characteristics of the prospective sellers.</a:t>
            </a:r>
          </a:p>
          <a:p>
            <a:r>
              <a:rPr lang="en-US" dirty="0"/>
              <a:t>Procurement management plan – describes how the procurement process will be managed from developing procurement documentation through to contract closure. Possible includes: contract types, who prepares estimates, standardized procurement documents, managing multiple providers, coordinating procurement with other project aspects like scheduling, etc. </a:t>
            </a:r>
          </a:p>
        </p:txBody>
      </p:sp>
      <p:sp>
        <p:nvSpPr>
          <p:cNvPr id="4" name="Slide Number Placeholder 3"/>
          <p:cNvSpPr>
            <a:spLocks noGrp="1"/>
          </p:cNvSpPr>
          <p:nvPr>
            <p:ph type="sldNum" sz="quarter" idx="12"/>
          </p:nvPr>
        </p:nvSpPr>
        <p:spPr/>
        <p:txBody>
          <a:bodyPr/>
          <a:lstStyle/>
          <a:p>
            <a:fld id="{B274294F-3089-4B37-AA52-685724062AD9}" type="slidenum">
              <a:rPr lang="en-US" smtClean="0"/>
              <a:pPr/>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949</TotalTime>
  <Words>1991</Words>
  <Application>Microsoft Office PowerPoint</Application>
  <PresentationFormat>On-screen Show (4:3)</PresentationFormat>
  <Paragraphs>141</Paragraphs>
  <Slides>20</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Project Procurement</vt:lpstr>
      <vt:lpstr>Porter’s Value Chain</vt:lpstr>
      <vt:lpstr>PowerPoint Presentation</vt:lpstr>
      <vt:lpstr>Key factors in evaluating  Vendors for MIS</vt:lpstr>
      <vt:lpstr>PowerPoint Presentation</vt:lpstr>
      <vt:lpstr>Project Procurement Management</vt:lpstr>
      <vt:lpstr>Project Procurement Management</vt:lpstr>
      <vt:lpstr>From PMBOK 4th Edition</vt:lpstr>
      <vt:lpstr>Contract</vt:lpstr>
      <vt:lpstr>Plan purchases and acquisitions</vt:lpstr>
      <vt:lpstr>Inputs</vt:lpstr>
      <vt:lpstr>PowerPoint Presentation</vt:lpstr>
      <vt:lpstr>Contract Types</vt:lpstr>
      <vt:lpstr>Outputs</vt:lpstr>
      <vt:lpstr>Plan Contracting</vt:lpstr>
      <vt:lpstr>Inputs</vt:lpstr>
      <vt:lpstr>Tools and techniques</vt:lpstr>
      <vt:lpstr>Outputs</vt:lpstr>
      <vt:lpstr>Request Seller Responses</vt:lpstr>
      <vt:lpstr>Inputs</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Purchasing</dc:title>
  <dc:creator>MakhuraneT</dc:creator>
  <cp:lastModifiedBy>Tem Makhurane</cp:lastModifiedBy>
  <cp:revision>10</cp:revision>
  <dcterms:created xsi:type="dcterms:W3CDTF">2010-09-21T09:02:08Z</dcterms:created>
  <dcterms:modified xsi:type="dcterms:W3CDTF">2023-09-28T00:44:12Z</dcterms:modified>
</cp:coreProperties>
</file>