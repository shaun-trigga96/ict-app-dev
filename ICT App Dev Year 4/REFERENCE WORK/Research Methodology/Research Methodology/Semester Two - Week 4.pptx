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35"/>
  </p:notesMasterIdLst>
  <p:handoutMasterIdLst>
    <p:handoutMasterId r:id="rId36"/>
  </p:handoutMasterIdLst>
  <p:sldIdLst>
    <p:sldId id="256" r:id="rId5"/>
    <p:sldId id="289" r:id="rId6"/>
    <p:sldId id="305" r:id="rId7"/>
    <p:sldId id="262" r:id="rId8"/>
    <p:sldId id="278" r:id="rId9"/>
    <p:sldId id="306" r:id="rId10"/>
    <p:sldId id="307" r:id="rId11"/>
    <p:sldId id="308" r:id="rId12"/>
    <p:sldId id="309" r:id="rId13"/>
    <p:sldId id="294" r:id="rId14"/>
    <p:sldId id="260" r:id="rId15"/>
    <p:sldId id="295" r:id="rId16"/>
    <p:sldId id="310" r:id="rId17"/>
    <p:sldId id="311" r:id="rId18"/>
    <p:sldId id="312" r:id="rId19"/>
    <p:sldId id="313" r:id="rId20"/>
    <p:sldId id="314" r:id="rId21"/>
    <p:sldId id="315" r:id="rId22"/>
    <p:sldId id="316" r:id="rId23"/>
    <p:sldId id="297" r:id="rId24"/>
    <p:sldId id="298" r:id="rId25"/>
    <p:sldId id="317" r:id="rId26"/>
    <p:sldId id="318" r:id="rId27"/>
    <p:sldId id="319" r:id="rId28"/>
    <p:sldId id="300" r:id="rId29"/>
    <p:sldId id="320" r:id="rId30"/>
    <p:sldId id="321" r:id="rId31"/>
    <p:sldId id="322" r:id="rId32"/>
    <p:sldId id="323" r:id="rId33"/>
    <p:sldId id="276" r:id="rId34"/>
  </p:sldIdLst>
  <p:sldSz cx="12192000" cy="6858000"/>
  <p:notesSz cx="6858000" cy="9144000"/>
  <p:defaultTex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BFDCC9-2557-4A46-8330-721FF06784FA}" v="320" dt="2025-07-23T10:21:32.4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8" d="100"/>
          <a:sy n="78" d="100"/>
        </p:scale>
        <p:origin x="835" y="62"/>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4632" y="149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rol Francke" userId="1baf5052-8130-4f07-8591-895c85ed967e" providerId="ADAL" clId="{68BFDCC9-2557-4A46-8330-721FF06784FA}"/>
    <pc:docChg chg="custSel addSld delSld modSld sldOrd modMainMaster">
      <pc:chgData name="Errol Francke" userId="1baf5052-8130-4f07-8591-895c85ed967e" providerId="ADAL" clId="{68BFDCC9-2557-4A46-8330-721FF06784FA}" dt="2025-07-23T10:22:32.696" v="851" actId="1076"/>
      <pc:docMkLst>
        <pc:docMk/>
      </pc:docMkLst>
      <pc:sldChg chg="modSp mod setBg">
        <pc:chgData name="Errol Francke" userId="1baf5052-8130-4f07-8591-895c85ed967e" providerId="ADAL" clId="{68BFDCC9-2557-4A46-8330-721FF06784FA}" dt="2025-07-23T08:28:57.334" v="9" actId="113"/>
        <pc:sldMkLst>
          <pc:docMk/>
          <pc:sldMk cId="1642425379" sldId="256"/>
        </pc:sldMkLst>
        <pc:spChg chg="mod">
          <ac:chgData name="Errol Francke" userId="1baf5052-8130-4f07-8591-895c85ed967e" providerId="ADAL" clId="{68BFDCC9-2557-4A46-8330-721FF06784FA}" dt="2025-07-23T08:28:31.054" v="6" actId="20577"/>
          <ac:spMkLst>
            <pc:docMk/>
            <pc:sldMk cId="1642425379" sldId="256"/>
            <ac:spMk id="2" creationId="{216815C6-3AD0-46E6-A74A-1967BD91AF50}"/>
          </ac:spMkLst>
        </pc:spChg>
        <pc:spChg chg="mod">
          <ac:chgData name="Errol Francke" userId="1baf5052-8130-4f07-8591-895c85ed967e" providerId="ADAL" clId="{68BFDCC9-2557-4A46-8330-721FF06784FA}" dt="2025-07-23T08:28:57.334" v="9" actId="113"/>
          <ac:spMkLst>
            <pc:docMk/>
            <pc:sldMk cId="1642425379" sldId="256"/>
            <ac:spMk id="3" creationId="{1901B20D-4C28-4DA3-ABBD-718C22A5E58B}"/>
          </ac:spMkLst>
        </pc:spChg>
      </pc:sldChg>
      <pc:sldChg chg="addSp modSp mod">
        <pc:chgData name="Errol Francke" userId="1baf5052-8130-4f07-8591-895c85ed967e" providerId="ADAL" clId="{68BFDCC9-2557-4A46-8330-721FF06784FA}" dt="2025-07-23T09:26:14.256" v="567" actId="122"/>
        <pc:sldMkLst>
          <pc:docMk/>
          <pc:sldMk cId="566997565" sldId="260"/>
        </pc:sldMkLst>
        <pc:spChg chg="add mod">
          <ac:chgData name="Errol Francke" userId="1baf5052-8130-4f07-8591-895c85ed967e" providerId="ADAL" clId="{68BFDCC9-2557-4A46-8330-721FF06784FA}" dt="2025-07-23T09:26:14.256" v="567" actId="122"/>
          <ac:spMkLst>
            <pc:docMk/>
            <pc:sldMk cId="566997565" sldId="260"/>
            <ac:spMk id="7" creationId="{7F546FE3-3BD7-81CB-695D-C2F023D6BDE2}"/>
          </ac:spMkLst>
        </pc:spChg>
        <pc:spChg chg="mod">
          <ac:chgData name="Errol Francke" userId="1baf5052-8130-4f07-8591-895c85ed967e" providerId="ADAL" clId="{68BFDCC9-2557-4A46-8330-721FF06784FA}" dt="2025-07-23T09:14:32.899" v="203" actId="20577"/>
          <ac:spMkLst>
            <pc:docMk/>
            <pc:sldMk cId="566997565" sldId="260"/>
            <ac:spMk id="11" creationId="{B1B29E87-9C2C-400B-834D-4E4BD6E944D0}"/>
          </ac:spMkLst>
        </pc:spChg>
        <pc:graphicFrameChg chg="mod">
          <ac:chgData name="Errol Francke" userId="1baf5052-8130-4f07-8591-895c85ed967e" providerId="ADAL" clId="{68BFDCC9-2557-4A46-8330-721FF06784FA}" dt="2025-07-23T09:21:20.101" v="511" actId="20577"/>
          <ac:graphicFrameMkLst>
            <pc:docMk/>
            <pc:sldMk cId="566997565" sldId="260"/>
            <ac:graphicFrameMk id="5" creationId="{61E5E457-5EE1-DA65-2783-30238FA862A8}"/>
          </ac:graphicFrameMkLst>
        </pc:graphicFrameChg>
      </pc:sldChg>
      <pc:sldChg chg="addSp delSp modSp mod ord">
        <pc:chgData name="Errol Francke" userId="1baf5052-8130-4f07-8591-895c85ed967e" providerId="ADAL" clId="{68BFDCC9-2557-4A46-8330-721FF06784FA}" dt="2025-07-23T08:42:40.641" v="87" actId="1076"/>
        <pc:sldMkLst>
          <pc:docMk/>
          <pc:sldMk cId="1593920805" sldId="262"/>
        </pc:sldMkLst>
        <pc:spChg chg="mod">
          <ac:chgData name="Errol Francke" userId="1baf5052-8130-4f07-8591-895c85ed967e" providerId="ADAL" clId="{68BFDCC9-2557-4A46-8330-721FF06784FA}" dt="2025-07-23T08:36:07.240" v="74" actId="20577"/>
          <ac:spMkLst>
            <pc:docMk/>
            <pc:sldMk cId="1593920805" sldId="262"/>
            <ac:spMk id="2" creationId="{75031FE9-9059-4FE8-B4AC-9771F23A1B89}"/>
          </ac:spMkLst>
        </pc:spChg>
        <pc:spChg chg="del mod">
          <ac:chgData name="Errol Francke" userId="1baf5052-8130-4f07-8591-895c85ed967e" providerId="ADAL" clId="{68BFDCC9-2557-4A46-8330-721FF06784FA}" dt="2025-07-23T08:41:00.831" v="76" actId="478"/>
          <ac:spMkLst>
            <pc:docMk/>
            <pc:sldMk cId="1593920805" sldId="262"/>
            <ac:spMk id="3" creationId="{D4A2EB3F-4D60-451F-8F45-7D6654D2FCD9}"/>
          </ac:spMkLst>
        </pc:spChg>
        <pc:spChg chg="del mod">
          <ac:chgData name="Errol Francke" userId="1baf5052-8130-4f07-8591-895c85ed967e" providerId="ADAL" clId="{68BFDCC9-2557-4A46-8330-721FF06784FA}" dt="2025-07-23T08:41:00.831" v="76" actId="478"/>
          <ac:spMkLst>
            <pc:docMk/>
            <pc:sldMk cId="1593920805" sldId="262"/>
            <ac:spMk id="4" creationId="{AC1C80FB-53F9-42EE-B1E6-D0F998EC5DFA}"/>
          </ac:spMkLst>
        </pc:spChg>
        <pc:spChg chg="add del mod">
          <ac:chgData name="Errol Francke" userId="1baf5052-8130-4f07-8591-895c85ed967e" providerId="ADAL" clId="{68BFDCC9-2557-4A46-8330-721FF06784FA}" dt="2025-07-23T08:41:07.996" v="79" actId="478"/>
          <ac:spMkLst>
            <pc:docMk/>
            <pc:sldMk cId="1593920805" sldId="262"/>
            <ac:spMk id="6" creationId="{CE0291DF-BCE7-30FA-20CA-542B5F80D043}"/>
          </ac:spMkLst>
        </pc:spChg>
        <pc:spChg chg="add del mod">
          <ac:chgData name="Errol Francke" userId="1baf5052-8130-4f07-8591-895c85ed967e" providerId="ADAL" clId="{68BFDCC9-2557-4A46-8330-721FF06784FA}" dt="2025-07-23T08:41:04.918" v="78" actId="478"/>
          <ac:spMkLst>
            <pc:docMk/>
            <pc:sldMk cId="1593920805" sldId="262"/>
            <ac:spMk id="8" creationId="{0F381DBB-6949-0936-461B-CEBCED7D7FFF}"/>
          </ac:spMkLst>
        </pc:spChg>
        <pc:spChg chg="add mod">
          <ac:chgData name="Errol Francke" userId="1baf5052-8130-4f07-8591-895c85ed967e" providerId="ADAL" clId="{68BFDCC9-2557-4A46-8330-721FF06784FA}" dt="2025-07-23T08:42:40.641" v="87" actId="1076"/>
          <ac:spMkLst>
            <pc:docMk/>
            <pc:sldMk cId="1593920805" sldId="262"/>
            <ac:spMk id="11" creationId="{A8DECA6B-8FF3-180B-65CA-2C7E9B3B72C6}"/>
          </ac:spMkLst>
        </pc:spChg>
        <pc:spChg chg="del mod">
          <ac:chgData name="Errol Francke" userId="1baf5052-8130-4f07-8591-895c85ed967e" providerId="ADAL" clId="{68BFDCC9-2557-4A46-8330-721FF06784FA}" dt="2025-07-23T08:41:00.831" v="76" actId="478"/>
          <ac:spMkLst>
            <pc:docMk/>
            <pc:sldMk cId="1593920805" sldId="262"/>
            <ac:spMk id="23" creationId="{D648E945-1956-B051-1F6D-457415B16F84}"/>
          </ac:spMkLst>
        </pc:spChg>
        <pc:spChg chg="del mod">
          <ac:chgData name="Errol Francke" userId="1baf5052-8130-4f07-8591-895c85ed967e" providerId="ADAL" clId="{68BFDCC9-2557-4A46-8330-721FF06784FA}" dt="2025-07-23T08:36:28.007" v="75" actId="478"/>
          <ac:spMkLst>
            <pc:docMk/>
            <pc:sldMk cId="1593920805" sldId="262"/>
            <ac:spMk id="24" creationId="{47E15C08-F7FC-45B7-526E-380E4C9D154A}"/>
          </ac:spMkLst>
        </pc:spChg>
        <pc:spChg chg="del mod">
          <ac:chgData name="Errol Francke" userId="1baf5052-8130-4f07-8591-895c85ed967e" providerId="ADAL" clId="{68BFDCC9-2557-4A46-8330-721FF06784FA}" dt="2025-07-23T08:36:28.007" v="75" actId="478"/>
          <ac:spMkLst>
            <pc:docMk/>
            <pc:sldMk cId="1593920805" sldId="262"/>
            <ac:spMk id="25" creationId="{9C006FF4-6FC6-EBC4-8B5A-C176176AB91C}"/>
          </ac:spMkLst>
        </pc:spChg>
        <pc:spChg chg="del mod">
          <ac:chgData name="Errol Francke" userId="1baf5052-8130-4f07-8591-895c85ed967e" providerId="ADAL" clId="{68BFDCC9-2557-4A46-8330-721FF06784FA}" dt="2025-07-23T08:36:28.007" v="75" actId="478"/>
          <ac:spMkLst>
            <pc:docMk/>
            <pc:sldMk cId="1593920805" sldId="262"/>
            <ac:spMk id="26" creationId="{A7F1380A-FD90-4D17-8156-8E857FD85854}"/>
          </ac:spMkLst>
        </pc:spChg>
        <pc:spChg chg="del mod">
          <ac:chgData name="Errol Francke" userId="1baf5052-8130-4f07-8591-895c85ed967e" providerId="ADAL" clId="{68BFDCC9-2557-4A46-8330-721FF06784FA}" dt="2025-07-23T08:41:00.831" v="76" actId="478"/>
          <ac:spMkLst>
            <pc:docMk/>
            <pc:sldMk cId="1593920805" sldId="262"/>
            <ac:spMk id="27" creationId="{4A4DA21E-B4FB-840E-3402-02C87A9DF9AC}"/>
          </ac:spMkLst>
        </pc:spChg>
        <pc:spChg chg="del mod">
          <ac:chgData name="Errol Francke" userId="1baf5052-8130-4f07-8591-895c85ed967e" providerId="ADAL" clId="{68BFDCC9-2557-4A46-8330-721FF06784FA}" dt="2025-07-23T08:41:00.831" v="76" actId="478"/>
          <ac:spMkLst>
            <pc:docMk/>
            <pc:sldMk cId="1593920805" sldId="262"/>
            <ac:spMk id="28" creationId="{07DDCCB7-420E-86B3-CE24-7026756CAC8F}"/>
          </ac:spMkLst>
        </pc:spChg>
        <pc:spChg chg="del mod">
          <ac:chgData name="Errol Francke" userId="1baf5052-8130-4f07-8591-895c85ed967e" providerId="ADAL" clId="{68BFDCC9-2557-4A46-8330-721FF06784FA}" dt="2025-07-23T08:41:00.831" v="76" actId="478"/>
          <ac:spMkLst>
            <pc:docMk/>
            <pc:sldMk cId="1593920805" sldId="262"/>
            <ac:spMk id="29" creationId="{24B2DE8C-BCFC-2446-EE99-0ECF0BDFA6F3}"/>
          </ac:spMkLst>
        </pc:spChg>
        <pc:picChg chg="add mod">
          <ac:chgData name="Errol Francke" userId="1baf5052-8130-4f07-8591-895c85ed967e" providerId="ADAL" clId="{68BFDCC9-2557-4A46-8330-721FF06784FA}" dt="2025-07-23T08:42:09.655" v="86" actId="1076"/>
          <ac:picMkLst>
            <pc:docMk/>
            <pc:sldMk cId="1593920805" sldId="262"/>
            <ac:picMk id="9" creationId="{94A575A7-F4AD-0330-3351-8644C3299FC2}"/>
          </ac:picMkLst>
        </pc:picChg>
      </pc:sldChg>
      <pc:sldChg chg="modSp mod">
        <pc:chgData name="Errol Francke" userId="1baf5052-8130-4f07-8591-895c85ed967e" providerId="ADAL" clId="{68BFDCC9-2557-4A46-8330-721FF06784FA}" dt="2025-07-23T10:22:32.696" v="851" actId="1076"/>
        <pc:sldMkLst>
          <pc:docMk/>
          <pc:sldMk cId="2436493926" sldId="276"/>
        </pc:sldMkLst>
        <pc:spChg chg="mod">
          <ac:chgData name="Errol Francke" userId="1baf5052-8130-4f07-8591-895c85ed967e" providerId="ADAL" clId="{68BFDCC9-2557-4A46-8330-721FF06784FA}" dt="2025-07-23T10:22:32.696" v="851" actId="1076"/>
          <ac:spMkLst>
            <pc:docMk/>
            <pc:sldMk cId="2436493926" sldId="276"/>
            <ac:spMk id="2" creationId="{BCCAEE93-8585-46D4-A7EC-F184E317CB2E}"/>
          </ac:spMkLst>
        </pc:spChg>
        <pc:spChg chg="mod">
          <ac:chgData name="Errol Francke" userId="1baf5052-8130-4f07-8591-895c85ed967e" providerId="ADAL" clId="{68BFDCC9-2557-4A46-8330-721FF06784FA}" dt="2025-07-23T10:22:16.643" v="849" actId="207"/>
          <ac:spMkLst>
            <pc:docMk/>
            <pc:sldMk cId="2436493926" sldId="276"/>
            <ac:spMk id="3" creationId="{24AFFC60-19C3-4901-93F7-7AAF4C09F8C6}"/>
          </ac:spMkLst>
        </pc:spChg>
      </pc:sldChg>
      <pc:sldChg chg="addSp delSp modSp mod ord">
        <pc:chgData name="Errol Francke" userId="1baf5052-8130-4f07-8591-895c85ed967e" providerId="ADAL" clId="{68BFDCC9-2557-4A46-8330-721FF06784FA}" dt="2025-07-23T08:55:53.380" v="134" actId="207"/>
        <pc:sldMkLst>
          <pc:docMk/>
          <pc:sldMk cId="2069393026" sldId="278"/>
        </pc:sldMkLst>
        <pc:spChg chg="mod">
          <ac:chgData name="Errol Francke" userId="1baf5052-8130-4f07-8591-895c85ed967e" providerId="ADAL" clId="{68BFDCC9-2557-4A46-8330-721FF06784FA}" dt="2025-07-23T08:55:53.380" v="134" actId="207"/>
          <ac:spMkLst>
            <pc:docMk/>
            <pc:sldMk cId="2069393026" sldId="278"/>
            <ac:spMk id="2" creationId="{8A4E0A63-A388-49B1-A04E-27CE9BD622EF}"/>
          </ac:spMkLst>
        </pc:spChg>
        <pc:spChg chg="del">
          <ac:chgData name="Errol Francke" userId="1baf5052-8130-4f07-8591-895c85ed967e" providerId="ADAL" clId="{68BFDCC9-2557-4A46-8330-721FF06784FA}" dt="2025-07-23T08:49:44.304" v="100" actId="478"/>
          <ac:spMkLst>
            <pc:docMk/>
            <pc:sldMk cId="2069393026" sldId="278"/>
            <ac:spMk id="5" creationId="{06E82690-B145-4D4F-B2D1-0B2A8C50FD71}"/>
          </ac:spMkLst>
        </pc:spChg>
        <pc:spChg chg="mod">
          <ac:chgData name="Errol Francke" userId="1baf5052-8130-4f07-8591-895c85ed967e" providerId="ADAL" clId="{68BFDCC9-2557-4A46-8330-721FF06784FA}" dt="2025-07-23T08:52:00.650" v="124" actId="255"/>
          <ac:spMkLst>
            <pc:docMk/>
            <pc:sldMk cId="2069393026" sldId="278"/>
            <ac:spMk id="7" creationId="{40297407-CE4E-4284-879D-AEC395713625}"/>
          </ac:spMkLst>
        </pc:spChg>
        <pc:spChg chg="add del mod">
          <ac:chgData name="Errol Francke" userId="1baf5052-8130-4f07-8591-895c85ed967e" providerId="ADAL" clId="{68BFDCC9-2557-4A46-8330-721FF06784FA}" dt="2025-07-23T08:49:49.424" v="101" actId="478"/>
          <ac:spMkLst>
            <pc:docMk/>
            <pc:sldMk cId="2069393026" sldId="278"/>
            <ac:spMk id="8" creationId="{2F6C6DC5-8070-EFAA-045F-C23343178B01}"/>
          </ac:spMkLst>
        </pc:spChg>
        <pc:spChg chg="del">
          <ac:chgData name="Errol Francke" userId="1baf5052-8130-4f07-8591-895c85ed967e" providerId="ADAL" clId="{68BFDCC9-2557-4A46-8330-721FF06784FA}" dt="2025-07-23T08:49:38.384" v="99" actId="478"/>
          <ac:spMkLst>
            <pc:docMk/>
            <pc:sldMk cId="2069393026" sldId="278"/>
            <ac:spMk id="9" creationId="{95CCE699-03D1-4642-B46A-B14EF17DA183}"/>
          </ac:spMkLst>
        </pc:spChg>
        <pc:spChg chg="add del mod">
          <ac:chgData name="Errol Francke" userId="1baf5052-8130-4f07-8591-895c85ed967e" providerId="ADAL" clId="{68BFDCC9-2557-4A46-8330-721FF06784FA}" dt="2025-07-23T08:49:53.930" v="102" actId="478"/>
          <ac:spMkLst>
            <pc:docMk/>
            <pc:sldMk cId="2069393026" sldId="278"/>
            <ac:spMk id="11" creationId="{DCF310DB-7E25-E4B9-FD91-B9FF43A52E8E}"/>
          </ac:spMkLst>
        </pc:spChg>
        <pc:spChg chg="add mod">
          <ac:chgData name="Errol Francke" userId="1baf5052-8130-4f07-8591-895c85ed967e" providerId="ADAL" clId="{68BFDCC9-2557-4A46-8330-721FF06784FA}" dt="2025-07-23T08:54:52.754" v="133" actId="1582"/>
          <ac:spMkLst>
            <pc:docMk/>
            <pc:sldMk cId="2069393026" sldId="278"/>
            <ac:spMk id="13" creationId="{DF52344D-B543-93E4-A473-C41099277C9E}"/>
          </ac:spMkLst>
        </pc:spChg>
        <pc:picChg chg="add mod">
          <ac:chgData name="Errol Francke" userId="1baf5052-8130-4f07-8591-895c85ed967e" providerId="ADAL" clId="{68BFDCC9-2557-4A46-8330-721FF06784FA}" dt="2025-07-23T08:53:12.783" v="129" actId="1076"/>
          <ac:picMkLst>
            <pc:docMk/>
            <pc:sldMk cId="2069393026" sldId="278"/>
            <ac:picMk id="12" creationId="{C54CD903-97A1-A25B-DC66-A3E372687521}"/>
          </ac:picMkLst>
        </pc:picChg>
      </pc:sldChg>
      <pc:sldChg chg="addSp delSp modSp mod ord">
        <pc:chgData name="Errol Francke" userId="1baf5052-8130-4f07-8591-895c85ed967e" providerId="ADAL" clId="{68BFDCC9-2557-4A46-8330-721FF06784FA}" dt="2025-07-23T08:32:24.271" v="19" actId="1076"/>
        <pc:sldMkLst>
          <pc:docMk/>
          <pc:sldMk cId="1844941827" sldId="289"/>
        </pc:sldMkLst>
        <pc:spChg chg="del">
          <ac:chgData name="Errol Francke" userId="1baf5052-8130-4f07-8591-895c85ed967e" providerId="ADAL" clId="{68BFDCC9-2557-4A46-8330-721FF06784FA}" dt="2025-07-23T08:31:14.721" v="14" actId="478"/>
          <ac:spMkLst>
            <pc:docMk/>
            <pc:sldMk cId="1844941827" sldId="289"/>
            <ac:spMk id="2" creationId="{75031FE9-9059-4FE8-B4AC-9771F23A1B89}"/>
          </ac:spMkLst>
        </pc:spChg>
        <pc:spChg chg="mod">
          <ac:chgData name="Errol Francke" userId="1baf5052-8130-4f07-8591-895c85ed967e" providerId="ADAL" clId="{68BFDCC9-2557-4A46-8330-721FF06784FA}" dt="2025-07-23T08:32:24.271" v="19" actId="1076"/>
          <ac:spMkLst>
            <pc:docMk/>
            <pc:sldMk cId="1844941827" sldId="289"/>
            <ac:spMk id="3" creationId="{D4A2EB3F-4D60-451F-8F45-7D6654D2FCD9}"/>
          </ac:spMkLst>
        </pc:spChg>
        <pc:spChg chg="add del mod">
          <ac:chgData name="Errol Francke" userId="1baf5052-8130-4f07-8591-895c85ed967e" providerId="ADAL" clId="{68BFDCC9-2557-4A46-8330-721FF06784FA}" dt="2025-07-23T08:31:19.098" v="15" actId="478"/>
          <ac:spMkLst>
            <pc:docMk/>
            <pc:sldMk cId="1844941827" sldId="289"/>
            <ac:spMk id="5" creationId="{35964F4C-61B8-B0E1-3B6F-681C71F27F4D}"/>
          </ac:spMkLst>
        </pc:spChg>
      </pc:sldChg>
      <pc:sldChg chg="addSp delSp modSp mod ord setBg">
        <pc:chgData name="Errol Francke" userId="1baf5052-8130-4f07-8591-895c85ed967e" providerId="ADAL" clId="{68BFDCC9-2557-4A46-8330-721FF06784FA}" dt="2025-07-23T09:24:36.214" v="561" actId="27636"/>
        <pc:sldMkLst>
          <pc:docMk/>
          <pc:sldMk cId="885608308" sldId="294"/>
        </pc:sldMkLst>
        <pc:spChg chg="mod">
          <ac:chgData name="Errol Francke" userId="1baf5052-8130-4f07-8591-895c85ed967e" providerId="ADAL" clId="{68BFDCC9-2557-4A46-8330-721FF06784FA}" dt="2025-07-23T09:21:56.781" v="515" actId="27636"/>
          <ac:spMkLst>
            <pc:docMk/>
            <pc:sldMk cId="885608308" sldId="294"/>
            <ac:spMk id="2" creationId="{0507530E-E026-8CA2-02F7-B5B0BBF55D7C}"/>
          </ac:spMkLst>
        </pc:spChg>
        <pc:spChg chg="mod">
          <ac:chgData name="Errol Francke" userId="1baf5052-8130-4f07-8591-895c85ed967e" providerId="ADAL" clId="{68BFDCC9-2557-4A46-8330-721FF06784FA}" dt="2025-07-23T09:24:06.878" v="556" actId="1038"/>
          <ac:spMkLst>
            <pc:docMk/>
            <pc:sldMk cId="885608308" sldId="294"/>
            <ac:spMk id="3" creationId="{34A46789-09A2-6D12-1D97-EFF989D9685D}"/>
          </ac:spMkLst>
        </pc:spChg>
        <pc:spChg chg="del">
          <ac:chgData name="Errol Francke" userId="1baf5052-8130-4f07-8591-895c85ed967e" providerId="ADAL" clId="{68BFDCC9-2557-4A46-8330-721FF06784FA}" dt="2025-07-23T09:22:32.699" v="516" actId="478"/>
          <ac:spMkLst>
            <pc:docMk/>
            <pc:sldMk cId="885608308" sldId="294"/>
            <ac:spMk id="4" creationId="{372713EC-BCE8-AFEF-2FD5-D28399FDE08A}"/>
          </ac:spMkLst>
        </pc:spChg>
        <pc:spChg chg="add del mod">
          <ac:chgData name="Errol Francke" userId="1baf5052-8130-4f07-8591-895c85ed967e" providerId="ADAL" clId="{68BFDCC9-2557-4A46-8330-721FF06784FA}" dt="2025-07-23T09:22:48.718" v="521" actId="478"/>
          <ac:spMkLst>
            <pc:docMk/>
            <pc:sldMk cId="885608308" sldId="294"/>
            <ac:spMk id="6" creationId="{554E1C38-8653-D204-172C-1A2FAB84480C}"/>
          </ac:spMkLst>
        </pc:spChg>
        <pc:spChg chg="add mod">
          <ac:chgData name="Errol Francke" userId="1baf5052-8130-4f07-8591-895c85ed967e" providerId="ADAL" clId="{68BFDCC9-2557-4A46-8330-721FF06784FA}" dt="2025-07-23T09:24:36.214" v="561" actId="27636"/>
          <ac:spMkLst>
            <pc:docMk/>
            <pc:sldMk cId="885608308" sldId="294"/>
            <ac:spMk id="7" creationId="{91209757-06CC-7D73-4E7A-43881A166CAE}"/>
          </ac:spMkLst>
        </pc:spChg>
        <pc:spChg chg="del">
          <ac:chgData name="Errol Francke" userId="1baf5052-8130-4f07-8591-895c85ed967e" providerId="ADAL" clId="{68BFDCC9-2557-4A46-8330-721FF06784FA}" dt="2025-07-23T09:22:32.699" v="516" actId="478"/>
          <ac:spMkLst>
            <pc:docMk/>
            <pc:sldMk cId="885608308" sldId="294"/>
            <ac:spMk id="23" creationId="{147822A2-BB41-B5D4-F50A-2482FDEE6213}"/>
          </ac:spMkLst>
        </pc:spChg>
        <pc:spChg chg="del">
          <ac:chgData name="Errol Francke" userId="1baf5052-8130-4f07-8591-895c85ed967e" providerId="ADAL" clId="{68BFDCC9-2557-4A46-8330-721FF06784FA}" dt="2025-07-23T09:23:15.619" v="527" actId="478"/>
          <ac:spMkLst>
            <pc:docMk/>
            <pc:sldMk cId="885608308" sldId="294"/>
            <ac:spMk id="24" creationId="{4FEC456E-487A-1170-EFBF-40857A84BB91}"/>
          </ac:spMkLst>
        </pc:spChg>
        <pc:spChg chg="del">
          <ac:chgData name="Errol Francke" userId="1baf5052-8130-4f07-8591-895c85ed967e" providerId="ADAL" clId="{68BFDCC9-2557-4A46-8330-721FF06784FA}" dt="2025-07-23T09:22:32.699" v="516" actId="478"/>
          <ac:spMkLst>
            <pc:docMk/>
            <pc:sldMk cId="885608308" sldId="294"/>
            <ac:spMk id="25" creationId="{B1F10091-0BC6-A5D2-7184-C61ECDE576D3}"/>
          </ac:spMkLst>
        </pc:spChg>
        <pc:spChg chg="del">
          <ac:chgData name="Errol Francke" userId="1baf5052-8130-4f07-8591-895c85ed967e" providerId="ADAL" clId="{68BFDCC9-2557-4A46-8330-721FF06784FA}" dt="2025-07-23T09:22:32.699" v="516" actId="478"/>
          <ac:spMkLst>
            <pc:docMk/>
            <pc:sldMk cId="885608308" sldId="294"/>
            <ac:spMk id="26" creationId="{C64D758D-92C0-6CD0-B24E-FE386098CF07}"/>
          </ac:spMkLst>
        </pc:spChg>
        <pc:spChg chg="del">
          <ac:chgData name="Errol Francke" userId="1baf5052-8130-4f07-8591-895c85ed967e" providerId="ADAL" clId="{68BFDCC9-2557-4A46-8330-721FF06784FA}" dt="2025-07-23T09:22:38.219" v="517" actId="478"/>
          <ac:spMkLst>
            <pc:docMk/>
            <pc:sldMk cId="885608308" sldId="294"/>
            <ac:spMk id="27" creationId="{5D37CE1D-55C8-EF36-7202-43739C567ECF}"/>
          </ac:spMkLst>
        </pc:spChg>
        <pc:spChg chg="del">
          <ac:chgData name="Errol Francke" userId="1baf5052-8130-4f07-8591-895c85ed967e" providerId="ADAL" clId="{68BFDCC9-2557-4A46-8330-721FF06784FA}" dt="2025-07-23T09:22:32.699" v="516" actId="478"/>
          <ac:spMkLst>
            <pc:docMk/>
            <pc:sldMk cId="885608308" sldId="294"/>
            <ac:spMk id="28" creationId="{00AFD46C-286B-BF32-DC76-4E287DB86BC9}"/>
          </ac:spMkLst>
        </pc:spChg>
        <pc:spChg chg="del">
          <ac:chgData name="Errol Francke" userId="1baf5052-8130-4f07-8591-895c85ed967e" providerId="ADAL" clId="{68BFDCC9-2557-4A46-8330-721FF06784FA}" dt="2025-07-23T09:22:32.699" v="516" actId="478"/>
          <ac:spMkLst>
            <pc:docMk/>
            <pc:sldMk cId="885608308" sldId="294"/>
            <ac:spMk id="29" creationId="{32322FB7-D4C0-6FC9-3B06-06D76D716083}"/>
          </ac:spMkLst>
        </pc:spChg>
      </pc:sldChg>
      <pc:sldChg chg="modSp mod">
        <pc:chgData name="Errol Francke" userId="1baf5052-8130-4f07-8591-895c85ed967e" providerId="ADAL" clId="{68BFDCC9-2557-4A46-8330-721FF06784FA}" dt="2025-07-23T09:28:30.664" v="580" actId="113"/>
        <pc:sldMkLst>
          <pc:docMk/>
          <pc:sldMk cId="2045509265" sldId="295"/>
        </pc:sldMkLst>
        <pc:spChg chg="mod">
          <ac:chgData name="Errol Francke" userId="1baf5052-8130-4f07-8591-895c85ed967e" providerId="ADAL" clId="{68BFDCC9-2557-4A46-8330-721FF06784FA}" dt="2025-07-23T09:28:30.664" v="580" actId="113"/>
          <ac:spMkLst>
            <pc:docMk/>
            <pc:sldMk cId="2045509265" sldId="295"/>
            <ac:spMk id="2" creationId="{4E2AF36F-3C39-578C-8067-5B3180B51F3A}"/>
          </ac:spMkLst>
        </pc:spChg>
        <pc:spChg chg="mod">
          <ac:chgData name="Errol Francke" userId="1baf5052-8130-4f07-8591-895c85ed967e" providerId="ADAL" clId="{68BFDCC9-2557-4A46-8330-721FF06784FA}" dt="2025-07-23T09:28:10.174" v="578"/>
          <ac:spMkLst>
            <pc:docMk/>
            <pc:sldMk cId="2045509265" sldId="295"/>
            <ac:spMk id="7" creationId="{60F60955-B85E-FFFC-7B1E-328E5002D3D5}"/>
          </ac:spMkLst>
        </pc:spChg>
      </pc:sldChg>
      <pc:sldChg chg="del">
        <pc:chgData name="Errol Francke" userId="1baf5052-8130-4f07-8591-895c85ed967e" providerId="ADAL" clId="{68BFDCC9-2557-4A46-8330-721FF06784FA}" dt="2025-07-23T10:11:06.450" v="801" actId="47"/>
        <pc:sldMkLst>
          <pc:docMk/>
          <pc:sldMk cId="2436593135" sldId="296"/>
        </pc:sldMkLst>
      </pc:sldChg>
      <pc:sldChg chg="delSp modSp mod ord setBg">
        <pc:chgData name="Errol Francke" userId="1baf5052-8130-4f07-8591-895c85ed967e" providerId="ADAL" clId="{68BFDCC9-2557-4A46-8330-721FF06784FA}" dt="2025-07-23T10:01:00.255" v="715" actId="20577"/>
        <pc:sldMkLst>
          <pc:docMk/>
          <pc:sldMk cId="2923756161" sldId="297"/>
        </pc:sldMkLst>
        <pc:spChg chg="mod">
          <ac:chgData name="Errol Francke" userId="1baf5052-8130-4f07-8591-895c85ed967e" providerId="ADAL" clId="{68BFDCC9-2557-4A46-8330-721FF06784FA}" dt="2025-07-23T09:57:44.253" v="684" actId="1076"/>
          <ac:spMkLst>
            <pc:docMk/>
            <pc:sldMk cId="2923756161" sldId="297"/>
            <ac:spMk id="2" creationId="{2ED7B1BA-67B3-4A77-C288-1DD974B4C617}"/>
          </ac:spMkLst>
        </pc:spChg>
        <pc:spChg chg="del mod">
          <ac:chgData name="Errol Francke" userId="1baf5052-8130-4f07-8591-895c85ed967e" providerId="ADAL" clId="{68BFDCC9-2557-4A46-8330-721FF06784FA}" dt="2025-07-23T09:53:59.637" v="667" actId="478"/>
          <ac:spMkLst>
            <pc:docMk/>
            <pc:sldMk cId="2923756161" sldId="297"/>
            <ac:spMk id="3" creationId="{53BDE9D3-924A-4E75-92FA-046A3CAA520C}"/>
          </ac:spMkLst>
        </pc:spChg>
        <pc:spChg chg="mod">
          <ac:chgData name="Errol Francke" userId="1baf5052-8130-4f07-8591-895c85ed967e" providerId="ADAL" clId="{68BFDCC9-2557-4A46-8330-721FF06784FA}" dt="2025-07-23T09:59:52.269" v="693" actId="20577"/>
          <ac:spMkLst>
            <pc:docMk/>
            <pc:sldMk cId="2923756161" sldId="297"/>
            <ac:spMk id="4" creationId="{9AB51B94-44F1-FE4E-1251-2D912BEC9404}"/>
          </ac:spMkLst>
        </pc:spChg>
        <pc:spChg chg="mod">
          <ac:chgData name="Errol Francke" userId="1baf5052-8130-4f07-8591-895c85ed967e" providerId="ADAL" clId="{68BFDCC9-2557-4A46-8330-721FF06784FA}" dt="2025-07-23T09:57:44.253" v="684" actId="1076"/>
          <ac:spMkLst>
            <pc:docMk/>
            <pc:sldMk cId="2923756161" sldId="297"/>
            <ac:spMk id="6" creationId="{612CAD89-20A7-DA1C-488E-29575A0D819C}"/>
          </ac:spMkLst>
        </pc:spChg>
        <pc:spChg chg="mod">
          <ac:chgData name="Errol Francke" userId="1baf5052-8130-4f07-8591-895c85ed967e" providerId="ADAL" clId="{68BFDCC9-2557-4A46-8330-721FF06784FA}" dt="2025-07-23T09:59:59.349" v="696" actId="20577"/>
          <ac:spMkLst>
            <pc:docMk/>
            <pc:sldMk cId="2923756161" sldId="297"/>
            <ac:spMk id="23" creationId="{91DB4812-7C3A-0A47-D550-1FA276FFE338}"/>
          </ac:spMkLst>
        </pc:spChg>
        <pc:spChg chg="mod">
          <ac:chgData name="Errol Francke" userId="1baf5052-8130-4f07-8591-895c85ed967e" providerId="ADAL" clId="{68BFDCC9-2557-4A46-8330-721FF06784FA}" dt="2025-07-23T09:53:48.519" v="665" actId="27636"/>
          <ac:spMkLst>
            <pc:docMk/>
            <pc:sldMk cId="2923756161" sldId="297"/>
            <ac:spMk id="24" creationId="{4758456A-2C6A-CDE3-C72C-DC676A3A162B}"/>
          </ac:spMkLst>
        </pc:spChg>
        <pc:spChg chg="mod">
          <ac:chgData name="Errol Francke" userId="1baf5052-8130-4f07-8591-895c85ed967e" providerId="ADAL" clId="{68BFDCC9-2557-4A46-8330-721FF06784FA}" dt="2025-07-23T10:00:03.722" v="699" actId="20577"/>
          <ac:spMkLst>
            <pc:docMk/>
            <pc:sldMk cId="2923756161" sldId="297"/>
            <ac:spMk id="25" creationId="{8A0AE040-D5B4-2062-035C-463823D8D9D2}"/>
          </ac:spMkLst>
        </pc:spChg>
        <pc:spChg chg="mod">
          <ac:chgData name="Errol Francke" userId="1baf5052-8130-4f07-8591-895c85ed967e" providerId="ADAL" clId="{68BFDCC9-2557-4A46-8330-721FF06784FA}" dt="2025-07-23T10:00:16.434" v="702" actId="20577"/>
          <ac:spMkLst>
            <pc:docMk/>
            <pc:sldMk cId="2923756161" sldId="297"/>
            <ac:spMk id="26" creationId="{6A00CC0C-9715-EF4D-136F-A5256546A53E}"/>
          </ac:spMkLst>
        </pc:spChg>
        <pc:spChg chg="del">
          <ac:chgData name="Errol Francke" userId="1baf5052-8130-4f07-8591-895c85ed967e" providerId="ADAL" clId="{68BFDCC9-2557-4A46-8330-721FF06784FA}" dt="2025-07-23T09:54:23.634" v="669" actId="478"/>
          <ac:spMkLst>
            <pc:docMk/>
            <pc:sldMk cId="2923756161" sldId="297"/>
            <ac:spMk id="27" creationId="{DC07E383-85F0-CDB8-E9C8-4FF7A774F63C}"/>
          </ac:spMkLst>
        </pc:spChg>
        <pc:spChg chg="mod">
          <ac:chgData name="Errol Francke" userId="1baf5052-8130-4f07-8591-895c85ed967e" providerId="ADAL" clId="{68BFDCC9-2557-4A46-8330-721FF06784FA}" dt="2025-07-23T10:01:00.255" v="715" actId="20577"/>
          <ac:spMkLst>
            <pc:docMk/>
            <pc:sldMk cId="2923756161" sldId="297"/>
            <ac:spMk id="28" creationId="{646484A1-D356-08B4-227D-01257D048E2A}"/>
          </ac:spMkLst>
        </pc:spChg>
        <pc:spChg chg="mod">
          <ac:chgData name="Errol Francke" userId="1baf5052-8130-4f07-8591-895c85ed967e" providerId="ADAL" clId="{68BFDCC9-2557-4A46-8330-721FF06784FA}" dt="2025-07-23T10:00:56.163" v="712" actId="20577"/>
          <ac:spMkLst>
            <pc:docMk/>
            <pc:sldMk cId="2923756161" sldId="297"/>
            <ac:spMk id="29" creationId="{C2883E11-52DE-4A87-DC37-7F5E6F822408}"/>
          </ac:spMkLst>
        </pc:spChg>
      </pc:sldChg>
      <pc:sldChg chg="delSp modSp mod ord setBg">
        <pc:chgData name="Errol Francke" userId="1baf5052-8130-4f07-8591-895c85ed967e" providerId="ADAL" clId="{68BFDCC9-2557-4A46-8330-721FF06784FA}" dt="2025-07-23T10:05:42.057" v="770" actId="113"/>
        <pc:sldMkLst>
          <pc:docMk/>
          <pc:sldMk cId="2398717218" sldId="298"/>
        </pc:sldMkLst>
        <pc:spChg chg="mod">
          <ac:chgData name="Errol Francke" userId="1baf5052-8130-4f07-8591-895c85ed967e" providerId="ADAL" clId="{68BFDCC9-2557-4A46-8330-721FF06784FA}" dt="2025-07-23T10:02:12.402" v="721" actId="20577"/>
          <ac:spMkLst>
            <pc:docMk/>
            <pc:sldMk cId="2398717218" sldId="298"/>
            <ac:spMk id="2" creationId="{4F828645-37CC-1652-5362-37EAE1A78CD0}"/>
          </ac:spMkLst>
        </pc:spChg>
        <pc:spChg chg="mod">
          <ac:chgData name="Errol Francke" userId="1baf5052-8130-4f07-8591-895c85ed967e" providerId="ADAL" clId="{68BFDCC9-2557-4A46-8330-721FF06784FA}" dt="2025-07-23T10:05:14.321" v="767" actId="1076"/>
          <ac:spMkLst>
            <pc:docMk/>
            <pc:sldMk cId="2398717218" sldId="298"/>
            <ac:spMk id="6" creationId="{F16CBB16-49E5-1144-C8A4-3D8DFEEF6B07}"/>
          </ac:spMkLst>
        </pc:spChg>
        <pc:spChg chg="del">
          <ac:chgData name="Errol Francke" userId="1baf5052-8130-4f07-8591-895c85ed967e" providerId="ADAL" clId="{68BFDCC9-2557-4A46-8330-721FF06784FA}" dt="2025-07-23T10:02:44.019" v="726" actId="478"/>
          <ac:spMkLst>
            <pc:docMk/>
            <pc:sldMk cId="2398717218" sldId="298"/>
            <ac:spMk id="24" creationId="{980EEE5F-1B6C-860D-B7C1-1850A11339BF}"/>
          </ac:spMkLst>
        </pc:spChg>
        <pc:spChg chg="mod">
          <ac:chgData name="Errol Francke" userId="1baf5052-8130-4f07-8591-895c85ed967e" providerId="ADAL" clId="{68BFDCC9-2557-4A46-8330-721FF06784FA}" dt="2025-07-23T10:05:36.491" v="769" actId="6549"/>
          <ac:spMkLst>
            <pc:docMk/>
            <pc:sldMk cId="2398717218" sldId="298"/>
            <ac:spMk id="25" creationId="{FB8418E2-3560-B8CC-8187-7B42EBDC5C64}"/>
          </ac:spMkLst>
        </pc:spChg>
        <pc:spChg chg="mod">
          <ac:chgData name="Errol Francke" userId="1baf5052-8130-4f07-8591-895c85ed967e" providerId="ADAL" clId="{68BFDCC9-2557-4A46-8330-721FF06784FA}" dt="2025-07-23T10:05:42.057" v="770" actId="113"/>
          <ac:spMkLst>
            <pc:docMk/>
            <pc:sldMk cId="2398717218" sldId="298"/>
            <ac:spMk id="26" creationId="{4D01D625-51B2-B33A-ECD2-428505712F5A}"/>
          </ac:spMkLst>
        </pc:spChg>
      </pc:sldChg>
      <pc:sldChg chg="del">
        <pc:chgData name="Errol Francke" userId="1baf5052-8130-4f07-8591-895c85ed967e" providerId="ADAL" clId="{68BFDCC9-2557-4A46-8330-721FF06784FA}" dt="2025-07-23T10:11:14.813" v="802" actId="47"/>
        <pc:sldMkLst>
          <pc:docMk/>
          <pc:sldMk cId="3308357557" sldId="299"/>
        </pc:sldMkLst>
      </pc:sldChg>
      <pc:sldChg chg="modSp mod setBg">
        <pc:chgData name="Errol Francke" userId="1baf5052-8130-4f07-8591-895c85ed967e" providerId="ADAL" clId="{68BFDCC9-2557-4A46-8330-721FF06784FA}" dt="2025-07-23T10:14:57.128" v="812" actId="20577"/>
        <pc:sldMkLst>
          <pc:docMk/>
          <pc:sldMk cId="907738403" sldId="300"/>
        </pc:sldMkLst>
        <pc:spChg chg="mod">
          <ac:chgData name="Errol Francke" userId="1baf5052-8130-4f07-8591-895c85ed967e" providerId="ADAL" clId="{68BFDCC9-2557-4A46-8330-721FF06784FA}" dt="2025-07-23T10:11:51.077" v="804" actId="207"/>
          <ac:spMkLst>
            <pc:docMk/>
            <pc:sldMk cId="907738403" sldId="300"/>
            <ac:spMk id="2" creationId="{FB181109-6A60-D7F2-7F39-3D20A36613E4}"/>
          </ac:spMkLst>
        </pc:spChg>
        <pc:spChg chg="mod">
          <ac:chgData name="Errol Francke" userId="1baf5052-8130-4f07-8591-895c85ed967e" providerId="ADAL" clId="{68BFDCC9-2557-4A46-8330-721FF06784FA}" dt="2025-07-23T10:14:57.128" v="812" actId="20577"/>
          <ac:spMkLst>
            <pc:docMk/>
            <pc:sldMk cId="907738403" sldId="300"/>
            <ac:spMk id="3" creationId="{4EEFEF62-6ED1-FFFD-DA75-3809ADDAC612}"/>
          </ac:spMkLst>
        </pc:spChg>
      </pc:sldChg>
      <pc:sldChg chg="del">
        <pc:chgData name="Errol Francke" userId="1baf5052-8130-4f07-8591-895c85ed967e" providerId="ADAL" clId="{68BFDCC9-2557-4A46-8330-721FF06784FA}" dt="2025-07-23T10:12:01.895" v="805" actId="47"/>
        <pc:sldMkLst>
          <pc:docMk/>
          <pc:sldMk cId="2385657190" sldId="301"/>
        </pc:sldMkLst>
      </pc:sldChg>
      <pc:sldChg chg="del">
        <pc:chgData name="Errol Francke" userId="1baf5052-8130-4f07-8591-895c85ed967e" providerId="ADAL" clId="{68BFDCC9-2557-4A46-8330-721FF06784FA}" dt="2025-07-23T10:12:01.895" v="805" actId="47"/>
        <pc:sldMkLst>
          <pc:docMk/>
          <pc:sldMk cId="1344692875" sldId="302"/>
        </pc:sldMkLst>
      </pc:sldChg>
      <pc:sldChg chg="del">
        <pc:chgData name="Errol Francke" userId="1baf5052-8130-4f07-8591-895c85ed967e" providerId="ADAL" clId="{68BFDCC9-2557-4A46-8330-721FF06784FA}" dt="2025-07-23T10:12:01.895" v="805" actId="47"/>
        <pc:sldMkLst>
          <pc:docMk/>
          <pc:sldMk cId="3117474932" sldId="303"/>
        </pc:sldMkLst>
      </pc:sldChg>
      <pc:sldChg chg="del">
        <pc:chgData name="Errol Francke" userId="1baf5052-8130-4f07-8591-895c85ed967e" providerId="ADAL" clId="{68BFDCC9-2557-4A46-8330-721FF06784FA}" dt="2025-07-23T10:12:01.895" v="805" actId="47"/>
        <pc:sldMkLst>
          <pc:docMk/>
          <pc:sldMk cId="1898604650" sldId="304"/>
        </pc:sldMkLst>
      </pc:sldChg>
      <pc:sldChg chg="modSp add mod">
        <pc:chgData name="Errol Francke" userId="1baf5052-8130-4f07-8591-895c85ed967e" providerId="ADAL" clId="{68BFDCC9-2557-4A46-8330-721FF06784FA}" dt="2025-07-23T08:33:42.350" v="64" actId="1076"/>
        <pc:sldMkLst>
          <pc:docMk/>
          <pc:sldMk cId="4028283785" sldId="305"/>
        </pc:sldMkLst>
        <pc:spChg chg="mod">
          <ac:chgData name="Errol Francke" userId="1baf5052-8130-4f07-8591-895c85ed967e" providerId="ADAL" clId="{68BFDCC9-2557-4A46-8330-721FF06784FA}" dt="2025-07-23T08:33:42.350" v="64" actId="1076"/>
          <ac:spMkLst>
            <pc:docMk/>
            <pc:sldMk cId="4028283785" sldId="305"/>
            <ac:spMk id="3" creationId="{2011C611-33F6-EA12-38A7-7065A81C33C5}"/>
          </ac:spMkLst>
        </pc:spChg>
      </pc:sldChg>
      <pc:sldChg chg="modSp add mod">
        <pc:chgData name="Errol Francke" userId="1baf5052-8130-4f07-8591-895c85ed967e" providerId="ADAL" clId="{68BFDCC9-2557-4A46-8330-721FF06784FA}" dt="2025-07-23T08:58:53.221" v="155" actId="20577"/>
        <pc:sldMkLst>
          <pc:docMk/>
          <pc:sldMk cId="1529827269" sldId="306"/>
        </pc:sldMkLst>
        <pc:spChg chg="mod">
          <ac:chgData name="Errol Francke" userId="1baf5052-8130-4f07-8591-895c85ed967e" providerId="ADAL" clId="{68BFDCC9-2557-4A46-8330-721FF06784FA}" dt="2025-07-23T08:56:52.805" v="141" actId="14100"/>
          <ac:spMkLst>
            <pc:docMk/>
            <pc:sldMk cId="1529827269" sldId="306"/>
            <ac:spMk id="2" creationId="{C1249F30-EAEB-0DB3-69F4-C918C8BC3D6F}"/>
          </ac:spMkLst>
        </pc:spChg>
        <pc:spChg chg="mod">
          <ac:chgData name="Errol Francke" userId="1baf5052-8130-4f07-8591-895c85ed967e" providerId="ADAL" clId="{68BFDCC9-2557-4A46-8330-721FF06784FA}" dt="2025-07-23T08:58:53.221" v="155" actId="20577"/>
          <ac:spMkLst>
            <pc:docMk/>
            <pc:sldMk cId="1529827269" sldId="306"/>
            <ac:spMk id="7" creationId="{CADAD881-1B86-B191-FD2F-C6B78C657C6C}"/>
          </ac:spMkLst>
        </pc:spChg>
        <pc:spChg chg="mod">
          <ac:chgData name="Errol Francke" userId="1baf5052-8130-4f07-8591-895c85ed967e" providerId="ADAL" clId="{68BFDCC9-2557-4A46-8330-721FF06784FA}" dt="2025-07-23T08:57:05.694" v="142" actId="1076"/>
          <ac:spMkLst>
            <pc:docMk/>
            <pc:sldMk cId="1529827269" sldId="306"/>
            <ac:spMk id="13" creationId="{5F4A7186-591E-1A95-3663-1BC7C32DC6EA}"/>
          </ac:spMkLst>
        </pc:spChg>
      </pc:sldChg>
      <pc:sldChg chg="modSp add mod">
        <pc:chgData name="Errol Francke" userId="1baf5052-8130-4f07-8591-895c85ed967e" providerId="ADAL" clId="{68BFDCC9-2557-4A46-8330-721FF06784FA}" dt="2025-07-23T09:07:20.953" v="174" actId="20577"/>
        <pc:sldMkLst>
          <pc:docMk/>
          <pc:sldMk cId="3725565488" sldId="307"/>
        </pc:sldMkLst>
        <pc:spChg chg="mod">
          <ac:chgData name="Errol Francke" userId="1baf5052-8130-4f07-8591-895c85ed967e" providerId="ADAL" clId="{68BFDCC9-2557-4A46-8330-721FF06784FA}" dt="2025-07-23T09:06:20.825" v="162" actId="20577"/>
          <ac:spMkLst>
            <pc:docMk/>
            <pc:sldMk cId="3725565488" sldId="307"/>
            <ac:spMk id="2" creationId="{2366B0AC-D3E5-0B2F-0491-7AFA2311EC61}"/>
          </ac:spMkLst>
        </pc:spChg>
        <pc:spChg chg="mod">
          <ac:chgData name="Errol Francke" userId="1baf5052-8130-4f07-8591-895c85ed967e" providerId="ADAL" clId="{68BFDCC9-2557-4A46-8330-721FF06784FA}" dt="2025-07-23T09:07:20.953" v="174" actId="20577"/>
          <ac:spMkLst>
            <pc:docMk/>
            <pc:sldMk cId="3725565488" sldId="307"/>
            <ac:spMk id="7" creationId="{68DAB69B-8D1E-6043-69E8-A6A1B515181E}"/>
          </ac:spMkLst>
        </pc:spChg>
        <pc:spChg chg="mod">
          <ac:chgData name="Errol Francke" userId="1baf5052-8130-4f07-8591-895c85ed967e" providerId="ADAL" clId="{68BFDCC9-2557-4A46-8330-721FF06784FA}" dt="2025-07-23T09:06:30.306" v="163" actId="1076"/>
          <ac:spMkLst>
            <pc:docMk/>
            <pc:sldMk cId="3725565488" sldId="307"/>
            <ac:spMk id="13" creationId="{0D74516A-CB62-CCF9-5647-2A869FEA9AEE}"/>
          </ac:spMkLst>
        </pc:spChg>
      </pc:sldChg>
      <pc:sldChg chg="modSp add mod">
        <pc:chgData name="Errol Francke" userId="1baf5052-8130-4f07-8591-895c85ed967e" providerId="ADAL" clId="{68BFDCC9-2557-4A46-8330-721FF06784FA}" dt="2025-07-23T09:11:16.185" v="190" actId="20577"/>
        <pc:sldMkLst>
          <pc:docMk/>
          <pc:sldMk cId="3657139714" sldId="308"/>
        </pc:sldMkLst>
        <pc:spChg chg="mod">
          <ac:chgData name="Errol Francke" userId="1baf5052-8130-4f07-8591-895c85ed967e" providerId="ADAL" clId="{68BFDCC9-2557-4A46-8330-721FF06784FA}" dt="2025-07-23T09:10:55.245" v="182" actId="20577"/>
          <ac:spMkLst>
            <pc:docMk/>
            <pc:sldMk cId="3657139714" sldId="308"/>
            <ac:spMk id="2" creationId="{22F20853-32D3-D396-0825-225ECBDF2391}"/>
          </ac:spMkLst>
        </pc:spChg>
        <pc:spChg chg="mod">
          <ac:chgData name="Errol Francke" userId="1baf5052-8130-4f07-8591-895c85ed967e" providerId="ADAL" clId="{68BFDCC9-2557-4A46-8330-721FF06784FA}" dt="2025-07-23T09:11:16.185" v="190" actId="20577"/>
          <ac:spMkLst>
            <pc:docMk/>
            <pc:sldMk cId="3657139714" sldId="308"/>
            <ac:spMk id="7" creationId="{A5D2E978-C18E-D026-BB99-BE3D7A3E0544}"/>
          </ac:spMkLst>
        </pc:spChg>
        <pc:spChg chg="mod">
          <ac:chgData name="Errol Francke" userId="1baf5052-8130-4f07-8591-895c85ed967e" providerId="ADAL" clId="{68BFDCC9-2557-4A46-8330-721FF06784FA}" dt="2025-07-23T09:10:19.788" v="176" actId="1076"/>
          <ac:spMkLst>
            <pc:docMk/>
            <pc:sldMk cId="3657139714" sldId="308"/>
            <ac:spMk id="13" creationId="{B95ADCB8-5C3C-3B53-5D62-BE4FC8201BC9}"/>
          </ac:spMkLst>
        </pc:spChg>
      </pc:sldChg>
      <pc:sldChg chg="addSp delSp modSp add mod">
        <pc:chgData name="Errol Francke" userId="1baf5052-8130-4f07-8591-895c85ed967e" providerId="ADAL" clId="{68BFDCC9-2557-4A46-8330-721FF06784FA}" dt="2025-07-23T09:13:34.811" v="199" actId="12"/>
        <pc:sldMkLst>
          <pc:docMk/>
          <pc:sldMk cId="3679689182" sldId="309"/>
        </pc:sldMkLst>
        <pc:spChg chg="del">
          <ac:chgData name="Errol Francke" userId="1baf5052-8130-4f07-8591-895c85ed967e" providerId="ADAL" clId="{68BFDCC9-2557-4A46-8330-721FF06784FA}" dt="2025-07-23T09:12:44.489" v="194" actId="478"/>
          <ac:spMkLst>
            <pc:docMk/>
            <pc:sldMk cId="3679689182" sldId="309"/>
            <ac:spMk id="2" creationId="{EEC6DD15-777F-60BF-1175-4050DE66818F}"/>
          </ac:spMkLst>
        </pc:spChg>
        <pc:spChg chg="add del mod">
          <ac:chgData name="Errol Francke" userId="1baf5052-8130-4f07-8591-895c85ed967e" providerId="ADAL" clId="{68BFDCC9-2557-4A46-8330-721FF06784FA}" dt="2025-07-23T09:12:48.810" v="195" actId="478"/>
          <ac:spMkLst>
            <pc:docMk/>
            <pc:sldMk cId="3679689182" sldId="309"/>
            <ac:spMk id="6" creationId="{DFE04049-314A-6F93-A880-7318A3348554}"/>
          </ac:spMkLst>
        </pc:spChg>
        <pc:spChg chg="mod">
          <ac:chgData name="Errol Francke" userId="1baf5052-8130-4f07-8591-895c85ed967e" providerId="ADAL" clId="{68BFDCC9-2557-4A46-8330-721FF06784FA}" dt="2025-07-23T09:13:34.811" v="199" actId="12"/>
          <ac:spMkLst>
            <pc:docMk/>
            <pc:sldMk cId="3679689182" sldId="309"/>
            <ac:spMk id="7" creationId="{B79812CD-0E7C-3FF9-77CC-14189B5B877C}"/>
          </ac:spMkLst>
        </pc:spChg>
        <pc:spChg chg="del">
          <ac:chgData name="Errol Francke" userId="1baf5052-8130-4f07-8591-895c85ed967e" providerId="ADAL" clId="{68BFDCC9-2557-4A46-8330-721FF06784FA}" dt="2025-07-23T09:12:33.646" v="192" actId="478"/>
          <ac:spMkLst>
            <pc:docMk/>
            <pc:sldMk cId="3679689182" sldId="309"/>
            <ac:spMk id="13" creationId="{CE39AD0E-63E1-4131-FA49-0F1B5F54F1E6}"/>
          </ac:spMkLst>
        </pc:spChg>
        <pc:picChg chg="mod">
          <ac:chgData name="Errol Francke" userId="1baf5052-8130-4f07-8591-895c85ed967e" providerId="ADAL" clId="{68BFDCC9-2557-4A46-8330-721FF06784FA}" dt="2025-07-23T09:12:39.928" v="193" actId="1076"/>
          <ac:picMkLst>
            <pc:docMk/>
            <pc:sldMk cId="3679689182" sldId="309"/>
            <ac:picMk id="12" creationId="{39E941C0-EB4A-27AA-152D-EA2BBAA36193}"/>
          </ac:picMkLst>
        </pc:picChg>
      </pc:sldChg>
      <pc:sldChg chg="addSp modSp add mod">
        <pc:chgData name="Errol Francke" userId="1baf5052-8130-4f07-8591-895c85ed967e" providerId="ADAL" clId="{68BFDCC9-2557-4A46-8330-721FF06784FA}" dt="2025-07-23T09:30:45.988" v="593" actId="1076"/>
        <pc:sldMkLst>
          <pc:docMk/>
          <pc:sldMk cId="3698645947" sldId="310"/>
        </pc:sldMkLst>
        <pc:spChg chg="mod">
          <ac:chgData name="Errol Francke" userId="1baf5052-8130-4f07-8591-895c85ed967e" providerId="ADAL" clId="{68BFDCC9-2557-4A46-8330-721FF06784FA}" dt="2025-07-23T09:29:28.234" v="584" actId="20577"/>
          <ac:spMkLst>
            <pc:docMk/>
            <pc:sldMk cId="3698645947" sldId="310"/>
            <ac:spMk id="2" creationId="{AC435962-395E-0AC6-0ABF-3FE3703D6922}"/>
          </ac:spMkLst>
        </pc:spChg>
        <pc:spChg chg="add mod">
          <ac:chgData name="Errol Francke" userId="1baf5052-8130-4f07-8591-895c85ed967e" providerId="ADAL" clId="{68BFDCC9-2557-4A46-8330-721FF06784FA}" dt="2025-07-23T09:30:45.988" v="593" actId="1076"/>
          <ac:spMkLst>
            <pc:docMk/>
            <pc:sldMk cId="3698645947" sldId="310"/>
            <ac:spMk id="6" creationId="{CBA80D5C-186B-92D4-2D04-5F70C8F6B116}"/>
          </ac:spMkLst>
        </pc:spChg>
        <pc:spChg chg="mod">
          <ac:chgData name="Errol Francke" userId="1baf5052-8130-4f07-8591-895c85ed967e" providerId="ADAL" clId="{68BFDCC9-2557-4A46-8330-721FF06784FA}" dt="2025-07-23T09:29:58.417" v="588" actId="20577"/>
          <ac:spMkLst>
            <pc:docMk/>
            <pc:sldMk cId="3698645947" sldId="310"/>
            <ac:spMk id="7" creationId="{002C5CFF-F070-AE5C-2FB8-8432CD6F0C77}"/>
          </ac:spMkLst>
        </pc:spChg>
      </pc:sldChg>
      <pc:sldChg chg="modSp add mod ord">
        <pc:chgData name="Errol Francke" userId="1baf5052-8130-4f07-8591-895c85ed967e" providerId="ADAL" clId="{68BFDCC9-2557-4A46-8330-721FF06784FA}" dt="2025-07-23T09:32:50.046" v="605" actId="1076"/>
        <pc:sldMkLst>
          <pc:docMk/>
          <pc:sldMk cId="888911985" sldId="311"/>
        </pc:sldMkLst>
        <pc:spChg chg="mod">
          <ac:chgData name="Errol Francke" userId="1baf5052-8130-4f07-8591-895c85ed967e" providerId="ADAL" clId="{68BFDCC9-2557-4A46-8330-721FF06784FA}" dt="2025-07-23T09:32:10.785" v="600" actId="1076"/>
          <ac:spMkLst>
            <pc:docMk/>
            <pc:sldMk cId="888911985" sldId="311"/>
            <ac:spMk id="2" creationId="{AF9579FA-694F-AF69-25CC-2168EBE2EF20}"/>
          </ac:spMkLst>
        </pc:spChg>
        <pc:spChg chg="mod">
          <ac:chgData name="Errol Francke" userId="1baf5052-8130-4f07-8591-895c85ed967e" providerId="ADAL" clId="{68BFDCC9-2557-4A46-8330-721FF06784FA}" dt="2025-07-23T09:32:50.046" v="605" actId="1076"/>
          <ac:spMkLst>
            <pc:docMk/>
            <pc:sldMk cId="888911985" sldId="311"/>
            <ac:spMk id="7" creationId="{F969F29B-F9A4-D3B3-C071-531CBB5D1E23}"/>
          </ac:spMkLst>
        </pc:spChg>
      </pc:sldChg>
      <pc:sldChg chg="modSp add mod">
        <pc:chgData name="Errol Francke" userId="1baf5052-8130-4f07-8591-895c85ed967e" providerId="ADAL" clId="{68BFDCC9-2557-4A46-8330-721FF06784FA}" dt="2025-07-23T09:33:44.463" v="612" actId="20577"/>
        <pc:sldMkLst>
          <pc:docMk/>
          <pc:sldMk cId="4070723089" sldId="312"/>
        </pc:sldMkLst>
        <pc:spChg chg="mod">
          <ac:chgData name="Errol Francke" userId="1baf5052-8130-4f07-8591-895c85ed967e" providerId="ADAL" clId="{68BFDCC9-2557-4A46-8330-721FF06784FA}" dt="2025-07-23T09:33:17.457" v="609" actId="20577"/>
          <ac:spMkLst>
            <pc:docMk/>
            <pc:sldMk cId="4070723089" sldId="312"/>
            <ac:spMk id="2" creationId="{EADB3927-BCB4-E838-C528-4B80870F0F0A}"/>
          </ac:spMkLst>
        </pc:spChg>
        <pc:spChg chg="mod">
          <ac:chgData name="Errol Francke" userId="1baf5052-8130-4f07-8591-895c85ed967e" providerId="ADAL" clId="{68BFDCC9-2557-4A46-8330-721FF06784FA}" dt="2025-07-23T09:33:44.463" v="612" actId="20577"/>
          <ac:spMkLst>
            <pc:docMk/>
            <pc:sldMk cId="4070723089" sldId="312"/>
            <ac:spMk id="7" creationId="{2F73C099-85E4-FD44-2495-66FC5487804B}"/>
          </ac:spMkLst>
        </pc:spChg>
      </pc:sldChg>
      <pc:sldChg chg="modSp add mod">
        <pc:chgData name="Errol Francke" userId="1baf5052-8130-4f07-8591-895c85ed967e" providerId="ADAL" clId="{68BFDCC9-2557-4A46-8330-721FF06784FA}" dt="2025-07-23T09:35:47.034" v="624" actId="1076"/>
        <pc:sldMkLst>
          <pc:docMk/>
          <pc:sldMk cId="2373588928" sldId="313"/>
        </pc:sldMkLst>
        <pc:spChg chg="mod">
          <ac:chgData name="Errol Francke" userId="1baf5052-8130-4f07-8591-895c85ed967e" providerId="ADAL" clId="{68BFDCC9-2557-4A46-8330-721FF06784FA}" dt="2025-07-23T09:34:47.668" v="616" actId="20577"/>
          <ac:spMkLst>
            <pc:docMk/>
            <pc:sldMk cId="2373588928" sldId="313"/>
            <ac:spMk id="2" creationId="{0B25A2B3-A569-1157-9D46-19A2AAE52769}"/>
          </ac:spMkLst>
        </pc:spChg>
        <pc:spChg chg="mod">
          <ac:chgData name="Errol Francke" userId="1baf5052-8130-4f07-8591-895c85ed967e" providerId="ADAL" clId="{68BFDCC9-2557-4A46-8330-721FF06784FA}" dt="2025-07-23T09:35:47.034" v="624" actId="1076"/>
          <ac:spMkLst>
            <pc:docMk/>
            <pc:sldMk cId="2373588928" sldId="313"/>
            <ac:spMk id="7" creationId="{57066A55-79C7-758A-A942-8119D021EC70}"/>
          </ac:spMkLst>
        </pc:spChg>
      </pc:sldChg>
      <pc:sldChg chg="modSp add mod">
        <pc:chgData name="Errol Francke" userId="1baf5052-8130-4f07-8591-895c85ed967e" providerId="ADAL" clId="{68BFDCC9-2557-4A46-8330-721FF06784FA}" dt="2025-07-23T09:37:26.662" v="632" actId="1076"/>
        <pc:sldMkLst>
          <pc:docMk/>
          <pc:sldMk cId="3043465342" sldId="314"/>
        </pc:sldMkLst>
        <pc:spChg chg="mod">
          <ac:chgData name="Errol Francke" userId="1baf5052-8130-4f07-8591-895c85ed967e" providerId="ADAL" clId="{68BFDCC9-2557-4A46-8330-721FF06784FA}" dt="2025-07-23T09:36:53.166" v="628" actId="20577"/>
          <ac:spMkLst>
            <pc:docMk/>
            <pc:sldMk cId="3043465342" sldId="314"/>
            <ac:spMk id="2" creationId="{D514FC62-9CF4-5E28-310A-8508260D54A2}"/>
          </ac:spMkLst>
        </pc:spChg>
        <pc:spChg chg="mod">
          <ac:chgData name="Errol Francke" userId="1baf5052-8130-4f07-8591-895c85ed967e" providerId="ADAL" clId="{68BFDCC9-2557-4A46-8330-721FF06784FA}" dt="2025-07-23T09:37:26.662" v="632" actId="1076"/>
          <ac:spMkLst>
            <pc:docMk/>
            <pc:sldMk cId="3043465342" sldId="314"/>
            <ac:spMk id="7" creationId="{A09438D7-C8DB-4F34-50CF-4E49913D04AD}"/>
          </ac:spMkLst>
        </pc:spChg>
      </pc:sldChg>
      <pc:sldChg chg="modSp add mod">
        <pc:chgData name="Errol Francke" userId="1baf5052-8130-4f07-8591-895c85ed967e" providerId="ADAL" clId="{68BFDCC9-2557-4A46-8330-721FF06784FA}" dt="2025-07-23T09:38:42.692" v="641" actId="1076"/>
        <pc:sldMkLst>
          <pc:docMk/>
          <pc:sldMk cId="318850339" sldId="315"/>
        </pc:sldMkLst>
        <pc:spChg chg="mod">
          <ac:chgData name="Errol Francke" userId="1baf5052-8130-4f07-8591-895c85ed967e" providerId="ADAL" clId="{68BFDCC9-2557-4A46-8330-721FF06784FA}" dt="2025-07-23T09:38:05.318" v="636" actId="20577"/>
          <ac:spMkLst>
            <pc:docMk/>
            <pc:sldMk cId="318850339" sldId="315"/>
            <ac:spMk id="2" creationId="{8C28614C-996E-BFB4-89AE-D93454D056D3}"/>
          </ac:spMkLst>
        </pc:spChg>
        <pc:spChg chg="mod">
          <ac:chgData name="Errol Francke" userId="1baf5052-8130-4f07-8591-895c85ed967e" providerId="ADAL" clId="{68BFDCC9-2557-4A46-8330-721FF06784FA}" dt="2025-07-23T09:38:42.692" v="641" actId="1076"/>
          <ac:spMkLst>
            <pc:docMk/>
            <pc:sldMk cId="318850339" sldId="315"/>
            <ac:spMk id="7" creationId="{06981428-FF86-2F49-6D2C-B3E3DB1F340E}"/>
          </ac:spMkLst>
        </pc:spChg>
      </pc:sldChg>
      <pc:sldChg chg="modSp add mod">
        <pc:chgData name="Errol Francke" userId="1baf5052-8130-4f07-8591-895c85ed967e" providerId="ADAL" clId="{68BFDCC9-2557-4A46-8330-721FF06784FA}" dt="2025-07-23T09:51:54.660" v="650" actId="1076"/>
        <pc:sldMkLst>
          <pc:docMk/>
          <pc:sldMk cId="621045694" sldId="316"/>
        </pc:sldMkLst>
        <pc:spChg chg="mod">
          <ac:chgData name="Errol Francke" userId="1baf5052-8130-4f07-8591-895c85ed967e" providerId="ADAL" clId="{68BFDCC9-2557-4A46-8330-721FF06784FA}" dt="2025-07-23T09:51:08.835" v="645" actId="20577"/>
          <ac:spMkLst>
            <pc:docMk/>
            <pc:sldMk cId="621045694" sldId="316"/>
            <ac:spMk id="2" creationId="{3323C8AD-0C45-60AB-24BD-281B3C81E10C}"/>
          </ac:spMkLst>
        </pc:spChg>
        <pc:spChg chg="mod">
          <ac:chgData name="Errol Francke" userId="1baf5052-8130-4f07-8591-895c85ed967e" providerId="ADAL" clId="{68BFDCC9-2557-4A46-8330-721FF06784FA}" dt="2025-07-23T09:51:54.660" v="650" actId="1076"/>
          <ac:spMkLst>
            <pc:docMk/>
            <pc:sldMk cId="621045694" sldId="316"/>
            <ac:spMk id="7" creationId="{7691A553-73B5-480B-0062-29C388322442}"/>
          </ac:spMkLst>
        </pc:spChg>
      </pc:sldChg>
      <pc:sldChg chg="delSp modSp add mod">
        <pc:chgData name="Errol Francke" userId="1baf5052-8130-4f07-8591-895c85ed967e" providerId="ADAL" clId="{68BFDCC9-2557-4A46-8330-721FF06784FA}" dt="2025-07-23T10:07:33.581" v="780" actId="20577"/>
        <pc:sldMkLst>
          <pc:docMk/>
          <pc:sldMk cId="1748522773" sldId="317"/>
        </pc:sldMkLst>
        <pc:spChg chg="mod">
          <ac:chgData name="Errol Francke" userId="1baf5052-8130-4f07-8591-895c85ed967e" providerId="ADAL" clId="{68BFDCC9-2557-4A46-8330-721FF06784FA}" dt="2025-07-23T10:06:39.118" v="774" actId="20577"/>
          <ac:spMkLst>
            <pc:docMk/>
            <pc:sldMk cId="1748522773" sldId="317"/>
            <ac:spMk id="6" creationId="{39ABBC12-E6FC-7873-6ED6-B390267BC6F5}"/>
          </ac:spMkLst>
        </pc:spChg>
        <pc:spChg chg="mod">
          <ac:chgData name="Errol Francke" userId="1baf5052-8130-4f07-8591-895c85ed967e" providerId="ADAL" clId="{68BFDCC9-2557-4A46-8330-721FF06784FA}" dt="2025-07-23T10:07:33.581" v="780" actId="20577"/>
          <ac:spMkLst>
            <pc:docMk/>
            <pc:sldMk cId="1748522773" sldId="317"/>
            <ac:spMk id="25" creationId="{FCF2003F-34B0-510C-4B95-D637D9E64386}"/>
          </ac:spMkLst>
        </pc:spChg>
        <pc:spChg chg="del">
          <ac:chgData name="Errol Francke" userId="1baf5052-8130-4f07-8591-895c85ed967e" providerId="ADAL" clId="{68BFDCC9-2557-4A46-8330-721FF06784FA}" dt="2025-07-23T10:07:19.667" v="777" actId="478"/>
          <ac:spMkLst>
            <pc:docMk/>
            <pc:sldMk cId="1748522773" sldId="317"/>
            <ac:spMk id="26" creationId="{D46B8641-6EB0-3DFE-F4EF-37B275D6367A}"/>
          </ac:spMkLst>
        </pc:spChg>
      </pc:sldChg>
      <pc:sldChg chg="delSp modSp add mod">
        <pc:chgData name="Errol Francke" userId="1baf5052-8130-4f07-8591-895c85ed967e" providerId="ADAL" clId="{68BFDCC9-2557-4A46-8330-721FF06784FA}" dt="2025-07-23T10:07:58.388" v="784"/>
        <pc:sldMkLst>
          <pc:docMk/>
          <pc:sldMk cId="1874858049" sldId="318"/>
        </pc:sldMkLst>
        <pc:spChg chg="del">
          <ac:chgData name="Errol Francke" userId="1baf5052-8130-4f07-8591-895c85ed967e" providerId="ADAL" clId="{68BFDCC9-2557-4A46-8330-721FF06784FA}" dt="2025-07-23T10:07:41.504" v="781" actId="478"/>
          <ac:spMkLst>
            <pc:docMk/>
            <pc:sldMk cId="1874858049" sldId="318"/>
            <ac:spMk id="25" creationId="{03FA27E6-313C-5557-A0E8-4A2FDF9DB68C}"/>
          </ac:spMkLst>
        </pc:spChg>
        <pc:spChg chg="mod">
          <ac:chgData name="Errol Francke" userId="1baf5052-8130-4f07-8591-895c85ed967e" providerId="ADAL" clId="{68BFDCC9-2557-4A46-8330-721FF06784FA}" dt="2025-07-23T10:07:58.388" v="784"/>
          <ac:spMkLst>
            <pc:docMk/>
            <pc:sldMk cId="1874858049" sldId="318"/>
            <ac:spMk id="26" creationId="{C3064D04-0C47-D878-3535-827C142EC75B}"/>
          </ac:spMkLst>
        </pc:spChg>
      </pc:sldChg>
      <pc:sldChg chg="modSp add mod">
        <pc:chgData name="Errol Francke" userId="1baf5052-8130-4f07-8591-895c85ed967e" providerId="ADAL" clId="{68BFDCC9-2557-4A46-8330-721FF06784FA}" dt="2025-07-23T10:10:22.803" v="800" actId="113"/>
        <pc:sldMkLst>
          <pc:docMk/>
          <pc:sldMk cId="2262985002" sldId="319"/>
        </pc:sldMkLst>
        <pc:spChg chg="mod">
          <ac:chgData name="Errol Francke" userId="1baf5052-8130-4f07-8591-895c85ed967e" providerId="ADAL" clId="{68BFDCC9-2557-4A46-8330-721FF06784FA}" dt="2025-07-23T10:09:25.513" v="789" actId="20577"/>
          <ac:spMkLst>
            <pc:docMk/>
            <pc:sldMk cId="2262985002" sldId="319"/>
            <ac:spMk id="6" creationId="{71BC2F44-F203-BA55-2711-B52EDAC2F56F}"/>
          </ac:spMkLst>
        </pc:spChg>
        <pc:spChg chg="mod">
          <ac:chgData name="Errol Francke" userId="1baf5052-8130-4f07-8591-895c85ed967e" providerId="ADAL" clId="{68BFDCC9-2557-4A46-8330-721FF06784FA}" dt="2025-07-23T10:10:22.803" v="800" actId="113"/>
          <ac:spMkLst>
            <pc:docMk/>
            <pc:sldMk cId="2262985002" sldId="319"/>
            <ac:spMk id="26" creationId="{CB1C1040-DA3C-6547-51DF-0E27A3AF7C57}"/>
          </ac:spMkLst>
        </pc:spChg>
      </pc:sldChg>
      <pc:sldChg chg="modSp add mod">
        <pc:chgData name="Errol Francke" userId="1baf5052-8130-4f07-8591-895c85ed967e" providerId="ADAL" clId="{68BFDCC9-2557-4A46-8330-721FF06784FA}" dt="2025-07-23T10:15:52.758" v="818" actId="113"/>
        <pc:sldMkLst>
          <pc:docMk/>
          <pc:sldMk cId="3348569480" sldId="320"/>
        </pc:sldMkLst>
        <pc:spChg chg="mod">
          <ac:chgData name="Errol Francke" userId="1baf5052-8130-4f07-8591-895c85ed967e" providerId="ADAL" clId="{68BFDCC9-2557-4A46-8330-721FF06784FA}" dt="2025-07-23T10:15:52.758" v="818" actId="113"/>
          <ac:spMkLst>
            <pc:docMk/>
            <pc:sldMk cId="3348569480" sldId="320"/>
            <ac:spMk id="3" creationId="{DB7728BB-0ECF-547F-2C8D-14E1B807436D}"/>
          </ac:spMkLst>
        </pc:spChg>
      </pc:sldChg>
      <pc:sldChg chg="modSp add mod">
        <pc:chgData name="Errol Francke" userId="1baf5052-8130-4f07-8591-895c85ed967e" providerId="ADAL" clId="{68BFDCC9-2557-4A46-8330-721FF06784FA}" dt="2025-07-23T10:16:53.778" v="825" actId="113"/>
        <pc:sldMkLst>
          <pc:docMk/>
          <pc:sldMk cId="913917868" sldId="321"/>
        </pc:sldMkLst>
        <pc:spChg chg="mod">
          <ac:chgData name="Errol Francke" userId="1baf5052-8130-4f07-8591-895c85ed967e" providerId="ADAL" clId="{68BFDCC9-2557-4A46-8330-721FF06784FA}" dt="2025-07-23T10:16:53.778" v="825" actId="113"/>
          <ac:spMkLst>
            <pc:docMk/>
            <pc:sldMk cId="913917868" sldId="321"/>
            <ac:spMk id="3" creationId="{DC358072-DAE8-B661-0D98-D78FBADEDE0C}"/>
          </ac:spMkLst>
        </pc:spChg>
      </pc:sldChg>
      <pc:sldChg chg="modSp add mod">
        <pc:chgData name="Errol Francke" userId="1baf5052-8130-4f07-8591-895c85ed967e" providerId="ADAL" clId="{68BFDCC9-2557-4A46-8330-721FF06784FA}" dt="2025-07-23T10:19:09.653" v="829" actId="113"/>
        <pc:sldMkLst>
          <pc:docMk/>
          <pc:sldMk cId="3967858447" sldId="322"/>
        </pc:sldMkLst>
        <pc:spChg chg="mod">
          <ac:chgData name="Errol Francke" userId="1baf5052-8130-4f07-8591-895c85ed967e" providerId="ADAL" clId="{68BFDCC9-2557-4A46-8330-721FF06784FA}" dt="2025-07-23T10:19:09.653" v="829" actId="113"/>
          <ac:spMkLst>
            <pc:docMk/>
            <pc:sldMk cId="3967858447" sldId="322"/>
            <ac:spMk id="3" creationId="{4554BACE-4780-F5B6-D921-7D00CDE96AFF}"/>
          </ac:spMkLst>
        </pc:spChg>
      </pc:sldChg>
      <pc:sldChg chg="modSp add mod">
        <pc:chgData name="Errol Francke" userId="1baf5052-8130-4f07-8591-895c85ed967e" providerId="ADAL" clId="{68BFDCC9-2557-4A46-8330-721FF06784FA}" dt="2025-07-23T10:20:14.357" v="834" actId="113"/>
        <pc:sldMkLst>
          <pc:docMk/>
          <pc:sldMk cId="3520081046" sldId="323"/>
        </pc:sldMkLst>
        <pc:spChg chg="mod">
          <ac:chgData name="Errol Francke" userId="1baf5052-8130-4f07-8591-895c85ed967e" providerId="ADAL" clId="{68BFDCC9-2557-4A46-8330-721FF06784FA}" dt="2025-07-23T10:20:14.357" v="834" actId="113"/>
          <ac:spMkLst>
            <pc:docMk/>
            <pc:sldMk cId="3520081046" sldId="323"/>
            <ac:spMk id="3" creationId="{5516DAA7-0D4C-CC2F-2A12-32CB171E2804}"/>
          </ac:spMkLst>
        </pc:spChg>
      </pc:sldChg>
      <pc:sldMasterChg chg="setBg modSldLayout">
        <pc:chgData name="Errol Francke" userId="1baf5052-8130-4f07-8591-895c85ed967e" providerId="ADAL" clId="{68BFDCC9-2557-4A46-8330-721FF06784FA}" dt="2025-07-23T08:28:01.286" v="5" actId="692"/>
        <pc:sldMasterMkLst>
          <pc:docMk/>
          <pc:sldMasterMk cId="1928452137" sldId="2147483666"/>
        </pc:sldMasterMkLst>
        <pc:sldLayoutChg chg="modSp mod setBg">
          <pc:chgData name="Errol Francke" userId="1baf5052-8130-4f07-8591-895c85ed967e" providerId="ADAL" clId="{68BFDCC9-2557-4A46-8330-721FF06784FA}" dt="2025-07-23T08:28:01.286" v="5" actId="692"/>
          <pc:sldLayoutMkLst>
            <pc:docMk/>
            <pc:sldMasterMk cId="1928452137" sldId="2147483666"/>
            <pc:sldLayoutMk cId="913108640" sldId="2147483667"/>
          </pc:sldLayoutMkLst>
          <pc:picChg chg="mod">
            <ac:chgData name="Errol Francke" userId="1baf5052-8130-4f07-8591-895c85ed967e" providerId="ADAL" clId="{68BFDCC9-2557-4A46-8330-721FF06784FA}" dt="2025-07-23T08:28:01.286" v="5" actId="692"/>
            <ac:picMkLst>
              <pc:docMk/>
              <pc:sldMasterMk cId="1928452137" sldId="2147483666"/>
              <pc:sldLayoutMk cId="913108640" sldId="2147483667"/>
              <ac:picMk id="8" creationId="{A04F1E16-9A84-4D0E-9706-79C396AF6AE6}"/>
            </ac:picMkLst>
          </pc:picChg>
        </pc:sldLayoutChg>
        <pc:sldLayoutChg chg="setBg">
          <pc:chgData name="Errol Francke" userId="1baf5052-8130-4f07-8591-895c85ed967e" providerId="ADAL" clId="{68BFDCC9-2557-4A46-8330-721FF06784FA}" dt="2025-07-23T08:26:03.005" v="1"/>
          <pc:sldLayoutMkLst>
            <pc:docMk/>
            <pc:sldMasterMk cId="1928452137" sldId="2147483666"/>
            <pc:sldLayoutMk cId="2631270364" sldId="2147483668"/>
          </pc:sldLayoutMkLst>
        </pc:sldLayoutChg>
        <pc:sldLayoutChg chg="setBg">
          <pc:chgData name="Errol Francke" userId="1baf5052-8130-4f07-8591-895c85ed967e" providerId="ADAL" clId="{68BFDCC9-2557-4A46-8330-721FF06784FA}" dt="2025-07-23T08:26:03.005" v="1"/>
          <pc:sldLayoutMkLst>
            <pc:docMk/>
            <pc:sldMasterMk cId="1928452137" sldId="2147483666"/>
            <pc:sldLayoutMk cId="3052812340" sldId="2147483670"/>
          </pc:sldLayoutMkLst>
        </pc:sldLayoutChg>
        <pc:sldLayoutChg chg="setBg">
          <pc:chgData name="Errol Francke" userId="1baf5052-8130-4f07-8591-895c85ed967e" providerId="ADAL" clId="{68BFDCC9-2557-4A46-8330-721FF06784FA}" dt="2025-07-23T08:26:03.005" v="1"/>
          <pc:sldLayoutMkLst>
            <pc:docMk/>
            <pc:sldMasterMk cId="1928452137" sldId="2147483666"/>
            <pc:sldLayoutMk cId="3021740900" sldId="2147483671"/>
          </pc:sldLayoutMkLst>
        </pc:sldLayoutChg>
        <pc:sldLayoutChg chg="setBg">
          <pc:chgData name="Errol Francke" userId="1baf5052-8130-4f07-8591-895c85ed967e" providerId="ADAL" clId="{68BFDCC9-2557-4A46-8330-721FF06784FA}" dt="2025-07-23T08:26:03.005" v="1"/>
          <pc:sldLayoutMkLst>
            <pc:docMk/>
            <pc:sldMasterMk cId="1928452137" sldId="2147483666"/>
            <pc:sldLayoutMk cId="4203189534" sldId="2147483672"/>
          </pc:sldLayoutMkLst>
        </pc:sldLayoutChg>
        <pc:sldLayoutChg chg="setBg">
          <pc:chgData name="Errol Francke" userId="1baf5052-8130-4f07-8591-895c85ed967e" providerId="ADAL" clId="{68BFDCC9-2557-4A46-8330-721FF06784FA}" dt="2025-07-23T08:26:03.005" v="1"/>
          <pc:sldLayoutMkLst>
            <pc:docMk/>
            <pc:sldMasterMk cId="1928452137" sldId="2147483666"/>
            <pc:sldLayoutMk cId="3228668804" sldId="2147483673"/>
          </pc:sldLayoutMkLst>
        </pc:sldLayoutChg>
        <pc:sldLayoutChg chg="setBg">
          <pc:chgData name="Errol Francke" userId="1baf5052-8130-4f07-8591-895c85ed967e" providerId="ADAL" clId="{68BFDCC9-2557-4A46-8330-721FF06784FA}" dt="2025-07-23T08:26:03.005" v="1"/>
          <pc:sldLayoutMkLst>
            <pc:docMk/>
            <pc:sldMasterMk cId="1928452137" sldId="2147483666"/>
            <pc:sldLayoutMk cId="3562372833" sldId="2147483674"/>
          </pc:sldLayoutMkLst>
        </pc:sldLayoutChg>
        <pc:sldLayoutChg chg="setBg">
          <pc:chgData name="Errol Francke" userId="1baf5052-8130-4f07-8591-895c85ed967e" providerId="ADAL" clId="{68BFDCC9-2557-4A46-8330-721FF06784FA}" dt="2025-07-23T08:26:03.005" v="1"/>
          <pc:sldLayoutMkLst>
            <pc:docMk/>
            <pc:sldMasterMk cId="1928452137" sldId="2147483666"/>
            <pc:sldLayoutMk cId="609095538" sldId="2147483675"/>
          </pc:sldLayoutMkLst>
        </pc:sldLayoutChg>
        <pc:sldLayoutChg chg="setBg">
          <pc:chgData name="Errol Francke" userId="1baf5052-8130-4f07-8591-895c85ed967e" providerId="ADAL" clId="{68BFDCC9-2557-4A46-8330-721FF06784FA}" dt="2025-07-23T08:26:03.005" v="1"/>
          <pc:sldLayoutMkLst>
            <pc:docMk/>
            <pc:sldMasterMk cId="1928452137" sldId="2147483666"/>
            <pc:sldLayoutMk cId="264798778" sldId="2147483676"/>
          </pc:sldLayoutMkLst>
        </pc:sldLayoutChg>
        <pc:sldLayoutChg chg="setBg">
          <pc:chgData name="Errol Francke" userId="1baf5052-8130-4f07-8591-895c85ed967e" providerId="ADAL" clId="{68BFDCC9-2557-4A46-8330-721FF06784FA}" dt="2025-07-23T08:26:03.005" v="1"/>
          <pc:sldLayoutMkLst>
            <pc:docMk/>
            <pc:sldMasterMk cId="1928452137" sldId="2147483666"/>
            <pc:sldLayoutMk cId="1616316768" sldId="2147483677"/>
          </pc:sldLayoutMkLst>
        </pc:sldLayoutChg>
        <pc:sldLayoutChg chg="setBg">
          <pc:chgData name="Errol Francke" userId="1baf5052-8130-4f07-8591-895c85ed967e" providerId="ADAL" clId="{68BFDCC9-2557-4A46-8330-721FF06784FA}" dt="2025-07-23T08:26:03.005" v="1"/>
          <pc:sldLayoutMkLst>
            <pc:docMk/>
            <pc:sldMasterMk cId="1928452137" sldId="2147483666"/>
            <pc:sldLayoutMk cId="429355126" sldId="2147483678"/>
          </pc:sldLayoutMkLst>
        </pc:sldLayoutChg>
        <pc:sldLayoutChg chg="setBg">
          <pc:chgData name="Errol Francke" userId="1baf5052-8130-4f07-8591-895c85ed967e" providerId="ADAL" clId="{68BFDCC9-2557-4A46-8330-721FF06784FA}" dt="2025-07-23T08:26:03.005" v="1"/>
          <pc:sldLayoutMkLst>
            <pc:docMk/>
            <pc:sldMasterMk cId="1928452137" sldId="2147483666"/>
            <pc:sldLayoutMk cId="3491003012" sldId="2147483679"/>
          </pc:sldLayoutMkLst>
        </pc:sldLayoutChg>
        <pc:sldLayoutChg chg="setBg">
          <pc:chgData name="Errol Francke" userId="1baf5052-8130-4f07-8591-895c85ed967e" providerId="ADAL" clId="{68BFDCC9-2557-4A46-8330-721FF06784FA}" dt="2025-07-23T08:26:03.005" v="1"/>
          <pc:sldLayoutMkLst>
            <pc:docMk/>
            <pc:sldMasterMk cId="1928452137" sldId="2147483666"/>
            <pc:sldLayoutMk cId="23543133" sldId="2147483681"/>
          </pc:sldLayoutMkLst>
        </pc:sldLayoutChg>
        <pc:sldLayoutChg chg="setBg">
          <pc:chgData name="Errol Francke" userId="1baf5052-8130-4f07-8591-895c85ed967e" providerId="ADAL" clId="{68BFDCC9-2557-4A46-8330-721FF06784FA}" dt="2025-07-23T08:26:03.005" v="1"/>
          <pc:sldLayoutMkLst>
            <pc:docMk/>
            <pc:sldMasterMk cId="1928452137" sldId="2147483666"/>
            <pc:sldLayoutMk cId="2501487619" sldId="2147483688"/>
          </pc:sldLayoutMkLst>
        </pc:sldLayoutChg>
        <pc:sldLayoutChg chg="setBg">
          <pc:chgData name="Errol Francke" userId="1baf5052-8130-4f07-8591-895c85ed967e" providerId="ADAL" clId="{68BFDCC9-2557-4A46-8330-721FF06784FA}" dt="2025-07-23T08:26:03.005" v="1"/>
          <pc:sldLayoutMkLst>
            <pc:docMk/>
            <pc:sldMasterMk cId="1928452137" sldId="2147483666"/>
            <pc:sldLayoutMk cId="2056323463" sldId="2147483692"/>
          </pc:sldLayoutMkLst>
        </pc:sldLayoutChg>
        <pc:sldLayoutChg chg="setBg">
          <pc:chgData name="Errol Francke" userId="1baf5052-8130-4f07-8591-895c85ed967e" providerId="ADAL" clId="{68BFDCC9-2557-4A46-8330-721FF06784FA}" dt="2025-07-23T08:26:03.005" v="1"/>
          <pc:sldLayoutMkLst>
            <pc:docMk/>
            <pc:sldMasterMk cId="1928452137" sldId="2147483666"/>
            <pc:sldLayoutMk cId="3061950496" sldId="2147483694"/>
          </pc:sldLayoutMkLst>
        </pc:sldLayoutChg>
        <pc:sldLayoutChg chg="setBg">
          <pc:chgData name="Errol Francke" userId="1baf5052-8130-4f07-8591-895c85ed967e" providerId="ADAL" clId="{68BFDCC9-2557-4A46-8330-721FF06784FA}" dt="2025-07-23T08:26:03.005" v="1"/>
          <pc:sldLayoutMkLst>
            <pc:docMk/>
            <pc:sldMasterMk cId="1928452137" sldId="2147483666"/>
            <pc:sldLayoutMk cId="1386696317" sldId="2147483696"/>
          </pc:sldLayoutMkLst>
        </pc:sldLayoutChg>
        <pc:sldLayoutChg chg="setBg">
          <pc:chgData name="Errol Francke" userId="1baf5052-8130-4f07-8591-895c85ed967e" providerId="ADAL" clId="{68BFDCC9-2557-4A46-8330-721FF06784FA}" dt="2025-07-23T08:26:03.005" v="1"/>
          <pc:sldLayoutMkLst>
            <pc:docMk/>
            <pc:sldMasterMk cId="1928452137" sldId="2147483666"/>
            <pc:sldLayoutMk cId="129327841" sldId="2147483697"/>
          </pc:sldLayoutMkLst>
        </pc:sldLayoutChg>
        <pc:sldLayoutChg chg="setBg">
          <pc:chgData name="Errol Francke" userId="1baf5052-8130-4f07-8591-895c85ed967e" providerId="ADAL" clId="{68BFDCC9-2557-4A46-8330-721FF06784FA}" dt="2025-07-23T08:26:03.005" v="1"/>
          <pc:sldLayoutMkLst>
            <pc:docMk/>
            <pc:sldMasterMk cId="1928452137" sldId="2147483666"/>
            <pc:sldLayoutMk cId="1442619314" sldId="2147483699"/>
          </pc:sldLayoutMkLst>
        </pc:sldLayoutChg>
        <pc:sldLayoutChg chg="setBg">
          <pc:chgData name="Errol Francke" userId="1baf5052-8130-4f07-8591-895c85ed967e" providerId="ADAL" clId="{68BFDCC9-2557-4A46-8330-721FF06784FA}" dt="2025-07-23T08:26:03.005" v="1"/>
          <pc:sldLayoutMkLst>
            <pc:docMk/>
            <pc:sldMasterMk cId="1928452137" sldId="2147483666"/>
            <pc:sldLayoutMk cId="2376933483" sldId="2147483700"/>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D05E41D-E10D-4A38-BFE0-08F541DB74B3}" type="doc">
      <dgm:prSet loTypeId="urn:microsoft.com/office/officeart/2005/8/layout/process4" loCatId="process" qsTypeId="urn:microsoft.com/office/officeart/2005/8/quickstyle/simple1" qsCatId="simple" csTypeId="urn:microsoft.com/office/officeart/2005/8/colors/accent1_2" csCatId="accent1" phldr="1"/>
      <dgm:spPr/>
      <dgm:t>
        <a:bodyPr/>
        <a:lstStyle/>
        <a:p>
          <a:endParaRPr lang="en-GB"/>
        </a:p>
      </dgm:t>
    </dgm:pt>
    <dgm:pt modelId="{3205FB68-8EB0-417A-8F63-86F799348394}">
      <dgm:prSet phldrT="[Text]"/>
      <dgm:spPr/>
      <dgm:t>
        <a:bodyPr/>
        <a:lstStyle/>
        <a:p>
          <a:pPr algn="l"/>
          <a:r>
            <a:rPr lang="en-GB" b="1" dirty="0">
              <a:latin typeface="Arial" panose="020B0604020202020204" pitchFamily="34" charset="0"/>
              <a:cs typeface="Arial" panose="020B0604020202020204" pitchFamily="34" charset="0"/>
            </a:rPr>
            <a:t>                        1                                                                                       2</a:t>
          </a:r>
        </a:p>
      </dgm:t>
    </dgm:pt>
    <dgm:pt modelId="{8706B375-46D7-4928-9207-6DC16B015643}" type="parTrans" cxnId="{ADCFCF1E-E4D3-4143-88CB-FA509B103904}">
      <dgm:prSet/>
      <dgm:spPr/>
      <dgm:t>
        <a:bodyPr/>
        <a:lstStyle/>
        <a:p>
          <a:endParaRPr lang="en-GB">
            <a:latin typeface="Arial" panose="020B0604020202020204" pitchFamily="34" charset="0"/>
            <a:cs typeface="Arial" panose="020B0604020202020204" pitchFamily="34" charset="0"/>
          </a:endParaRPr>
        </a:p>
      </dgm:t>
    </dgm:pt>
    <dgm:pt modelId="{03428CFD-8043-4758-B23F-EAA9C383B11C}" type="sibTrans" cxnId="{ADCFCF1E-E4D3-4143-88CB-FA509B103904}">
      <dgm:prSet/>
      <dgm:spPr/>
      <dgm:t>
        <a:bodyPr/>
        <a:lstStyle/>
        <a:p>
          <a:endParaRPr lang="en-GB">
            <a:latin typeface="Arial" panose="020B0604020202020204" pitchFamily="34" charset="0"/>
            <a:cs typeface="Arial" panose="020B0604020202020204" pitchFamily="34" charset="0"/>
          </a:endParaRPr>
        </a:p>
      </dgm:t>
    </dgm:pt>
    <dgm:pt modelId="{12A0E667-F3D7-416F-9C99-9F61663A237A}">
      <dgm:prSet phldrT="[Text]"/>
      <dgm:spPr/>
      <dgm:t>
        <a:bodyPr/>
        <a:lstStyle/>
        <a:p>
          <a:pPr>
            <a:buFont typeface="+mj-lt"/>
            <a:buAutoNum type="arabicPeriod"/>
          </a:pPr>
          <a:r>
            <a:rPr lang="en-GB" dirty="0">
              <a:latin typeface="Arial" panose="020B0604020202020204" pitchFamily="34" charset="0"/>
              <a:cs typeface="Arial" panose="020B0604020202020204" pitchFamily="34" charset="0"/>
            </a:rPr>
            <a:t>Respect for Participants</a:t>
          </a:r>
        </a:p>
      </dgm:t>
    </dgm:pt>
    <dgm:pt modelId="{09C0925D-DD77-4C02-8F68-43AF697D149C}" type="parTrans" cxnId="{AD8CCE4B-D792-40F3-B286-B48C453D5C17}">
      <dgm:prSet/>
      <dgm:spPr/>
      <dgm:t>
        <a:bodyPr/>
        <a:lstStyle/>
        <a:p>
          <a:endParaRPr lang="en-GB">
            <a:latin typeface="Arial" panose="020B0604020202020204" pitchFamily="34" charset="0"/>
            <a:cs typeface="Arial" panose="020B0604020202020204" pitchFamily="34" charset="0"/>
          </a:endParaRPr>
        </a:p>
      </dgm:t>
    </dgm:pt>
    <dgm:pt modelId="{2FC8887A-D51D-4502-9143-24AF397BD21A}" type="sibTrans" cxnId="{AD8CCE4B-D792-40F3-B286-B48C453D5C17}">
      <dgm:prSet/>
      <dgm:spPr/>
      <dgm:t>
        <a:bodyPr/>
        <a:lstStyle/>
        <a:p>
          <a:endParaRPr lang="en-GB">
            <a:latin typeface="Arial" panose="020B0604020202020204" pitchFamily="34" charset="0"/>
            <a:cs typeface="Arial" panose="020B0604020202020204" pitchFamily="34" charset="0"/>
          </a:endParaRPr>
        </a:p>
      </dgm:t>
    </dgm:pt>
    <dgm:pt modelId="{2AD6EA13-5904-4738-A812-038D74ACE347}">
      <dgm:prSet phldrT="[Text]"/>
      <dgm:spPr/>
      <dgm:t>
        <a:bodyPr/>
        <a:lstStyle/>
        <a:p>
          <a:pPr>
            <a:buNone/>
          </a:pPr>
          <a:r>
            <a:rPr lang="en-GB" dirty="0">
              <a:latin typeface="Arial" panose="020B0604020202020204" pitchFamily="34" charset="0"/>
              <a:cs typeface="Arial" panose="020B0604020202020204" pitchFamily="34" charset="0"/>
            </a:rPr>
            <a:t>Informed Consent</a:t>
          </a:r>
        </a:p>
      </dgm:t>
    </dgm:pt>
    <dgm:pt modelId="{5140C2F5-15D6-4403-A25D-381FE9E5C991}" type="parTrans" cxnId="{109AD28D-D726-4FDF-B5BA-4292CC67A1E6}">
      <dgm:prSet/>
      <dgm:spPr/>
      <dgm:t>
        <a:bodyPr/>
        <a:lstStyle/>
        <a:p>
          <a:endParaRPr lang="en-GB">
            <a:latin typeface="Arial" panose="020B0604020202020204" pitchFamily="34" charset="0"/>
            <a:cs typeface="Arial" panose="020B0604020202020204" pitchFamily="34" charset="0"/>
          </a:endParaRPr>
        </a:p>
      </dgm:t>
    </dgm:pt>
    <dgm:pt modelId="{8F09D514-16F1-4091-B7AB-878D4665D4C5}" type="sibTrans" cxnId="{109AD28D-D726-4FDF-B5BA-4292CC67A1E6}">
      <dgm:prSet/>
      <dgm:spPr/>
      <dgm:t>
        <a:bodyPr/>
        <a:lstStyle/>
        <a:p>
          <a:endParaRPr lang="en-GB">
            <a:latin typeface="Arial" panose="020B0604020202020204" pitchFamily="34" charset="0"/>
            <a:cs typeface="Arial" panose="020B0604020202020204" pitchFamily="34" charset="0"/>
          </a:endParaRPr>
        </a:p>
      </dgm:t>
    </dgm:pt>
    <dgm:pt modelId="{F5B26E34-A9CE-43A7-8864-01C18BAFA5E9}">
      <dgm:prSet phldrT="[Text]"/>
      <dgm:spPr/>
      <dgm:t>
        <a:bodyPr/>
        <a:lstStyle/>
        <a:p>
          <a:r>
            <a:rPr lang="en-GB" b="1" dirty="0">
              <a:latin typeface="Arial" panose="020B0604020202020204" pitchFamily="34" charset="0"/>
              <a:cs typeface="Arial" panose="020B0604020202020204" pitchFamily="34" charset="0"/>
            </a:rPr>
            <a:t>3                                                                                       4</a:t>
          </a:r>
        </a:p>
      </dgm:t>
    </dgm:pt>
    <dgm:pt modelId="{1B2C3477-B608-4F74-A853-7BB49C166032}" type="parTrans" cxnId="{E70786DA-CBEF-4B14-82A4-F86DA8FA9E04}">
      <dgm:prSet/>
      <dgm:spPr/>
      <dgm:t>
        <a:bodyPr/>
        <a:lstStyle/>
        <a:p>
          <a:endParaRPr lang="en-GB">
            <a:latin typeface="Arial" panose="020B0604020202020204" pitchFamily="34" charset="0"/>
            <a:cs typeface="Arial" panose="020B0604020202020204" pitchFamily="34" charset="0"/>
          </a:endParaRPr>
        </a:p>
      </dgm:t>
    </dgm:pt>
    <dgm:pt modelId="{174E25F0-A2AE-48F9-89C5-CB31CB23070A}" type="sibTrans" cxnId="{E70786DA-CBEF-4B14-82A4-F86DA8FA9E04}">
      <dgm:prSet/>
      <dgm:spPr/>
      <dgm:t>
        <a:bodyPr/>
        <a:lstStyle/>
        <a:p>
          <a:endParaRPr lang="en-GB">
            <a:latin typeface="Arial" panose="020B0604020202020204" pitchFamily="34" charset="0"/>
            <a:cs typeface="Arial" panose="020B0604020202020204" pitchFamily="34" charset="0"/>
          </a:endParaRPr>
        </a:p>
      </dgm:t>
    </dgm:pt>
    <dgm:pt modelId="{A159FBE1-1391-4919-8FBA-CE0A6CECFFD1}">
      <dgm:prSet phldrT="[Text]"/>
      <dgm:spPr/>
      <dgm:t>
        <a:bodyPr/>
        <a:lstStyle/>
        <a:p>
          <a:pPr>
            <a:buFont typeface="+mj-lt"/>
            <a:buAutoNum type="arabicPeriod"/>
          </a:pPr>
          <a:r>
            <a:rPr lang="en-US" dirty="0">
              <a:latin typeface="Arial" panose="020B0604020202020204" pitchFamily="34" charset="0"/>
              <a:cs typeface="Arial" panose="020B0604020202020204" pitchFamily="34" charset="0"/>
            </a:rPr>
            <a:t>Voluntary Participation and Right to Withdraw</a:t>
          </a:r>
          <a:endParaRPr lang="en-GB" dirty="0">
            <a:latin typeface="Arial" panose="020B0604020202020204" pitchFamily="34" charset="0"/>
            <a:cs typeface="Arial" panose="020B0604020202020204" pitchFamily="34" charset="0"/>
          </a:endParaRPr>
        </a:p>
      </dgm:t>
    </dgm:pt>
    <dgm:pt modelId="{352C651D-D80B-49E6-8DB3-1ECE544DF3FA}" type="parTrans" cxnId="{4915F354-38BC-4044-9857-34BA36F56B32}">
      <dgm:prSet/>
      <dgm:spPr/>
      <dgm:t>
        <a:bodyPr/>
        <a:lstStyle/>
        <a:p>
          <a:endParaRPr lang="en-GB">
            <a:latin typeface="Arial" panose="020B0604020202020204" pitchFamily="34" charset="0"/>
            <a:cs typeface="Arial" panose="020B0604020202020204" pitchFamily="34" charset="0"/>
          </a:endParaRPr>
        </a:p>
      </dgm:t>
    </dgm:pt>
    <dgm:pt modelId="{96C473E2-E257-436E-BD18-427EE61DE244}" type="sibTrans" cxnId="{4915F354-38BC-4044-9857-34BA36F56B32}">
      <dgm:prSet/>
      <dgm:spPr/>
      <dgm:t>
        <a:bodyPr/>
        <a:lstStyle/>
        <a:p>
          <a:endParaRPr lang="en-GB">
            <a:latin typeface="Arial" panose="020B0604020202020204" pitchFamily="34" charset="0"/>
            <a:cs typeface="Arial" panose="020B0604020202020204" pitchFamily="34" charset="0"/>
          </a:endParaRPr>
        </a:p>
      </dgm:t>
    </dgm:pt>
    <dgm:pt modelId="{13209E3B-B504-4D1E-8468-C8CD741FB448}">
      <dgm:prSet phldrT="[Text]"/>
      <dgm:spPr/>
      <dgm:t>
        <a:bodyPr/>
        <a:lstStyle/>
        <a:p>
          <a:pPr>
            <a:buNone/>
          </a:pPr>
          <a:r>
            <a:rPr lang="en-US" dirty="0">
              <a:latin typeface="Arial" panose="020B0604020202020204" pitchFamily="34" charset="0"/>
              <a:cs typeface="Arial" panose="020B0604020202020204" pitchFamily="34" charset="0"/>
            </a:rPr>
            <a:t>Transparency and Avoiding Harm</a:t>
          </a:r>
          <a:endParaRPr lang="en-GB" dirty="0">
            <a:latin typeface="Arial" panose="020B0604020202020204" pitchFamily="34" charset="0"/>
            <a:cs typeface="Arial" panose="020B0604020202020204" pitchFamily="34" charset="0"/>
          </a:endParaRPr>
        </a:p>
      </dgm:t>
    </dgm:pt>
    <dgm:pt modelId="{10A845A9-0B4C-4989-ABFE-112F52862A63}" type="parTrans" cxnId="{572E88C4-4579-4DF4-80A9-F58CC55CB43C}">
      <dgm:prSet/>
      <dgm:spPr/>
      <dgm:t>
        <a:bodyPr/>
        <a:lstStyle/>
        <a:p>
          <a:endParaRPr lang="en-GB">
            <a:latin typeface="Arial" panose="020B0604020202020204" pitchFamily="34" charset="0"/>
            <a:cs typeface="Arial" panose="020B0604020202020204" pitchFamily="34" charset="0"/>
          </a:endParaRPr>
        </a:p>
      </dgm:t>
    </dgm:pt>
    <dgm:pt modelId="{7EA80692-ED9B-4C93-985F-5F14F8A5B981}" type="sibTrans" cxnId="{572E88C4-4579-4DF4-80A9-F58CC55CB43C}">
      <dgm:prSet/>
      <dgm:spPr/>
      <dgm:t>
        <a:bodyPr/>
        <a:lstStyle/>
        <a:p>
          <a:endParaRPr lang="en-GB">
            <a:latin typeface="Arial" panose="020B0604020202020204" pitchFamily="34" charset="0"/>
            <a:cs typeface="Arial" panose="020B0604020202020204" pitchFamily="34" charset="0"/>
          </a:endParaRPr>
        </a:p>
      </dgm:t>
    </dgm:pt>
    <dgm:pt modelId="{6EBE91E6-490F-42C9-8778-827A76DFFDB2}">
      <dgm:prSet phldrT="[Text]"/>
      <dgm:spPr/>
      <dgm:t>
        <a:bodyPr/>
        <a:lstStyle/>
        <a:p>
          <a:r>
            <a:rPr lang="en-GB" b="1" dirty="0">
              <a:latin typeface="Arial" panose="020B0604020202020204" pitchFamily="34" charset="0"/>
              <a:cs typeface="Arial" panose="020B0604020202020204" pitchFamily="34" charset="0"/>
            </a:rPr>
            <a:t>5                                                                                       6</a:t>
          </a:r>
        </a:p>
      </dgm:t>
    </dgm:pt>
    <dgm:pt modelId="{A23AE4CF-5EA3-4893-822E-DDAA43A1CEA0}" type="parTrans" cxnId="{087FABC9-67EC-4090-973D-06053431D14B}">
      <dgm:prSet/>
      <dgm:spPr/>
      <dgm:t>
        <a:bodyPr/>
        <a:lstStyle/>
        <a:p>
          <a:endParaRPr lang="en-GB">
            <a:latin typeface="Arial" panose="020B0604020202020204" pitchFamily="34" charset="0"/>
            <a:cs typeface="Arial" panose="020B0604020202020204" pitchFamily="34" charset="0"/>
          </a:endParaRPr>
        </a:p>
      </dgm:t>
    </dgm:pt>
    <dgm:pt modelId="{12C3A137-DDE0-4382-97EC-118C8354C0E3}" type="sibTrans" cxnId="{087FABC9-67EC-4090-973D-06053431D14B}">
      <dgm:prSet/>
      <dgm:spPr/>
      <dgm:t>
        <a:bodyPr/>
        <a:lstStyle/>
        <a:p>
          <a:endParaRPr lang="en-GB">
            <a:latin typeface="Arial" panose="020B0604020202020204" pitchFamily="34" charset="0"/>
            <a:cs typeface="Arial" panose="020B0604020202020204" pitchFamily="34" charset="0"/>
          </a:endParaRPr>
        </a:p>
      </dgm:t>
    </dgm:pt>
    <dgm:pt modelId="{AFC7AC2D-61FF-44E2-B431-7076223C4F44}">
      <dgm:prSet phldrT="[Text]"/>
      <dgm:spPr/>
      <dgm:t>
        <a:bodyPr/>
        <a:lstStyle/>
        <a:p>
          <a:pPr>
            <a:buFont typeface="+mj-lt"/>
            <a:buAutoNum type="arabicPeriod"/>
          </a:pPr>
          <a:r>
            <a:rPr lang="en-US" dirty="0">
              <a:latin typeface="Arial" panose="020B0604020202020204" pitchFamily="34" charset="0"/>
              <a:cs typeface="Arial" panose="020B0604020202020204" pitchFamily="34" charset="0"/>
            </a:rPr>
            <a:t>Privacy, Anonymity, and Confidentiality</a:t>
          </a:r>
          <a:endParaRPr lang="en-GB" dirty="0">
            <a:latin typeface="Arial" panose="020B0604020202020204" pitchFamily="34" charset="0"/>
            <a:cs typeface="Arial" panose="020B0604020202020204" pitchFamily="34" charset="0"/>
          </a:endParaRPr>
        </a:p>
      </dgm:t>
    </dgm:pt>
    <dgm:pt modelId="{2D527205-F337-4167-BDA8-669E6BFCA9F4}" type="parTrans" cxnId="{CDC55B32-E7FF-4EC0-88EF-7EA197A0924B}">
      <dgm:prSet/>
      <dgm:spPr/>
      <dgm:t>
        <a:bodyPr/>
        <a:lstStyle/>
        <a:p>
          <a:endParaRPr lang="en-GB">
            <a:latin typeface="Arial" panose="020B0604020202020204" pitchFamily="34" charset="0"/>
            <a:cs typeface="Arial" panose="020B0604020202020204" pitchFamily="34" charset="0"/>
          </a:endParaRPr>
        </a:p>
      </dgm:t>
    </dgm:pt>
    <dgm:pt modelId="{FEC81B5D-C7B9-485C-B065-5AF0F2222A64}" type="sibTrans" cxnId="{CDC55B32-E7FF-4EC0-88EF-7EA197A0924B}">
      <dgm:prSet/>
      <dgm:spPr/>
      <dgm:t>
        <a:bodyPr/>
        <a:lstStyle/>
        <a:p>
          <a:endParaRPr lang="en-GB">
            <a:latin typeface="Arial" panose="020B0604020202020204" pitchFamily="34" charset="0"/>
            <a:cs typeface="Arial" panose="020B0604020202020204" pitchFamily="34" charset="0"/>
          </a:endParaRPr>
        </a:p>
      </dgm:t>
    </dgm:pt>
    <dgm:pt modelId="{22063AAD-1CE1-4814-B1EB-43614115FE68}">
      <dgm:prSet phldrT="[Text]"/>
      <dgm:spPr/>
      <dgm:t>
        <a:bodyPr/>
        <a:lstStyle/>
        <a:p>
          <a:pPr>
            <a:buNone/>
          </a:pPr>
          <a:r>
            <a:rPr lang="en-US" dirty="0">
              <a:latin typeface="Arial" panose="020B0604020202020204" pitchFamily="34" charset="0"/>
              <a:cs typeface="Arial" panose="020B0604020202020204" pitchFamily="34" charset="0"/>
            </a:rPr>
            <a:t>Data Security and Responsible Handling</a:t>
          </a:r>
          <a:endParaRPr lang="en-GB" dirty="0">
            <a:latin typeface="Arial" panose="020B0604020202020204" pitchFamily="34" charset="0"/>
            <a:cs typeface="Arial" panose="020B0604020202020204" pitchFamily="34" charset="0"/>
          </a:endParaRPr>
        </a:p>
      </dgm:t>
    </dgm:pt>
    <dgm:pt modelId="{D4A54E03-7A2A-444E-B8A3-316A63C23A77}" type="parTrans" cxnId="{466E2104-4C85-45FD-892D-8CE34F99B8F3}">
      <dgm:prSet/>
      <dgm:spPr/>
      <dgm:t>
        <a:bodyPr/>
        <a:lstStyle/>
        <a:p>
          <a:endParaRPr lang="en-GB">
            <a:latin typeface="Arial" panose="020B0604020202020204" pitchFamily="34" charset="0"/>
            <a:cs typeface="Arial" panose="020B0604020202020204" pitchFamily="34" charset="0"/>
          </a:endParaRPr>
        </a:p>
      </dgm:t>
    </dgm:pt>
    <dgm:pt modelId="{8F521562-C64B-451E-8629-D09B434DCE28}" type="sibTrans" cxnId="{466E2104-4C85-45FD-892D-8CE34F99B8F3}">
      <dgm:prSet/>
      <dgm:spPr/>
      <dgm:t>
        <a:bodyPr/>
        <a:lstStyle/>
        <a:p>
          <a:endParaRPr lang="en-GB">
            <a:latin typeface="Arial" panose="020B0604020202020204" pitchFamily="34" charset="0"/>
            <a:cs typeface="Arial" panose="020B0604020202020204" pitchFamily="34" charset="0"/>
          </a:endParaRPr>
        </a:p>
      </dgm:t>
    </dgm:pt>
    <dgm:pt modelId="{C72B9DB0-81C6-413A-96CA-429E76738EEC}">
      <dgm:prSet phldrT="[Text]"/>
      <dgm:spPr/>
      <dgm:t>
        <a:bodyPr/>
        <a:lstStyle/>
        <a:p>
          <a:r>
            <a:rPr lang="en-GB" b="1" dirty="0">
              <a:latin typeface="Arial" panose="020B0604020202020204" pitchFamily="34" charset="0"/>
              <a:cs typeface="Arial" panose="020B0604020202020204" pitchFamily="34" charset="0"/>
            </a:rPr>
            <a:t>7                                                                                       8</a:t>
          </a:r>
        </a:p>
      </dgm:t>
    </dgm:pt>
    <dgm:pt modelId="{61C8D1A5-68CA-4738-A049-630B5B23D0A8}" type="parTrans" cxnId="{2CD4F117-8184-4CD6-B5FE-FC7DEAE92093}">
      <dgm:prSet/>
      <dgm:spPr/>
      <dgm:t>
        <a:bodyPr/>
        <a:lstStyle/>
        <a:p>
          <a:endParaRPr lang="en-GB">
            <a:latin typeface="Arial" panose="020B0604020202020204" pitchFamily="34" charset="0"/>
            <a:cs typeface="Arial" panose="020B0604020202020204" pitchFamily="34" charset="0"/>
          </a:endParaRPr>
        </a:p>
      </dgm:t>
    </dgm:pt>
    <dgm:pt modelId="{A8F167A0-B45E-4BF5-87A8-EA94DB29D568}" type="sibTrans" cxnId="{2CD4F117-8184-4CD6-B5FE-FC7DEAE92093}">
      <dgm:prSet/>
      <dgm:spPr/>
      <dgm:t>
        <a:bodyPr/>
        <a:lstStyle/>
        <a:p>
          <a:endParaRPr lang="en-GB">
            <a:latin typeface="Arial" panose="020B0604020202020204" pitchFamily="34" charset="0"/>
            <a:cs typeface="Arial" panose="020B0604020202020204" pitchFamily="34" charset="0"/>
          </a:endParaRPr>
        </a:p>
      </dgm:t>
    </dgm:pt>
    <dgm:pt modelId="{05E38896-F1D6-4695-B01F-E279489F1A84}">
      <dgm:prSet phldrT="[Text]"/>
      <dgm:spPr/>
      <dgm:t>
        <a:bodyPr/>
        <a:lstStyle/>
        <a:p>
          <a:r>
            <a:rPr lang="en-US" dirty="0">
              <a:latin typeface="Arial" panose="020B0604020202020204" pitchFamily="34" charset="0"/>
              <a:cs typeface="Arial" panose="020B0604020202020204" pitchFamily="34" charset="0"/>
            </a:rPr>
            <a:t>Inclusive and Ethical Practice</a:t>
          </a:r>
          <a:endParaRPr lang="en-GB" dirty="0">
            <a:latin typeface="Arial" panose="020B0604020202020204" pitchFamily="34" charset="0"/>
            <a:cs typeface="Arial" panose="020B0604020202020204" pitchFamily="34" charset="0"/>
          </a:endParaRPr>
        </a:p>
      </dgm:t>
    </dgm:pt>
    <dgm:pt modelId="{10E2EF80-5088-4459-810D-6E4EEF1E8C87}" type="parTrans" cxnId="{BDC380B3-5FDA-4780-8F30-441A5BE37148}">
      <dgm:prSet/>
      <dgm:spPr/>
      <dgm:t>
        <a:bodyPr/>
        <a:lstStyle/>
        <a:p>
          <a:endParaRPr lang="en-GB">
            <a:latin typeface="Arial" panose="020B0604020202020204" pitchFamily="34" charset="0"/>
            <a:cs typeface="Arial" panose="020B0604020202020204" pitchFamily="34" charset="0"/>
          </a:endParaRPr>
        </a:p>
      </dgm:t>
    </dgm:pt>
    <dgm:pt modelId="{01C8C857-0CAF-441C-87CA-6C1B1CB63D2B}" type="sibTrans" cxnId="{BDC380B3-5FDA-4780-8F30-441A5BE37148}">
      <dgm:prSet/>
      <dgm:spPr/>
      <dgm:t>
        <a:bodyPr/>
        <a:lstStyle/>
        <a:p>
          <a:endParaRPr lang="en-GB">
            <a:latin typeface="Arial" panose="020B0604020202020204" pitchFamily="34" charset="0"/>
            <a:cs typeface="Arial" panose="020B0604020202020204" pitchFamily="34" charset="0"/>
          </a:endParaRPr>
        </a:p>
      </dgm:t>
    </dgm:pt>
    <dgm:pt modelId="{A06A6F26-3982-4478-9A16-38A83DF0580A}">
      <dgm:prSet phldrT="[Text]"/>
      <dgm:spPr/>
      <dgm:t>
        <a:bodyPr/>
        <a:lstStyle/>
        <a:p>
          <a:r>
            <a:rPr lang="en-GB" dirty="0">
              <a:latin typeface="Arial" panose="020B0604020202020204" pitchFamily="34" charset="0"/>
              <a:cs typeface="Arial" panose="020B0604020202020204" pitchFamily="34" charset="0"/>
            </a:rPr>
            <a:t>Methodological Integrity</a:t>
          </a:r>
          <a:r>
            <a:rPr lang="en-GB" b="1" dirty="0">
              <a:latin typeface="Arial" panose="020B0604020202020204" pitchFamily="34" charset="0"/>
              <a:cs typeface="Arial" panose="020B0604020202020204" pitchFamily="34" charset="0"/>
            </a:rPr>
            <a:t>                                                       </a:t>
          </a:r>
          <a:endParaRPr lang="en-GB" dirty="0">
            <a:latin typeface="Arial" panose="020B0604020202020204" pitchFamily="34" charset="0"/>
            <a:cs typeface="Arial" panose="020B0604020202020204" pitchFamily="34" charset="0"/>
          </a:endParaRPr>
        </a:p>
      </dgm:t>
    </dgm:pt>
    <dgm:pt modelId="{8CBF047E-8382-411A-A4A8-7F35136FBB49}" type="parTrans" cxnId="{6824E22C-179D-468C-BDCF-6BE2DC3DECAC}">
      <dgm:prSet/>
      <dgm:spPr/>
      <dgm:t>
        <a:bodyPr/>
        <a:lstStyle/>
        <a:p>
          <a:endParaRPr lang="en-GB">
            <a:latin typeface="Arial" panose="020B0604020202020204" pitchFamily="34" charset="0"/>
            <a:cs typeface="Arial" panose="020B0604020202020204" pitchFamily="34" charset="0"/>
          </a:endParaRPr>
        </a:p>
      </dgm:t>
    </dgm:pt>
    <dgm:pt modelId="{FB65C685-13B4-4E94-82B9-58200A1C779B}" type="sibTrans" cxnId="{6824E22C-179D-468C-BDCF-6BE2DC3DECAC}">
      <dgm:prSet/>
      <dgm:spPr/>
      <dgm:t>
        <a:bodyPr/>
        <a:lstStyle/>
        <a:p>
          <a:endParaRPr lang="en-GB">
            <a:latin typeface="Arial" panose="020B0604020202020204" pitchFamily="34" charset="0"/>
            <a:cs typeface="Arial" panose="020B0604020202020204" pitchFamily="34" charset="0"/>
          </a:endParaRPr>
        </a:p>
      </dgm:t>
    </dgm:pt>
    <dgm:pt modelId="{2D914861-D000-4765-8CB5-11C38BF43588}" type="pres">
      <dgm:prSet presAssocID="{8D05E41D-E10D-4A38-BFE0-08F541DB74B3}" presName="Name0" presStyleCnt="0">
        <dgm:presLayoutVars>
          <dgm:dir/>
          <dgm:animLvl val="lvl"/>
          <dgm:resizeHandles val="exact"/>
        </dgm:presLayoutVars>
      </dgm:prSet>
      <dgm:spPr/>
    </dgm:pt>
    <dgm:pt modelId="{A237A8AA-82D6-4A59-8CE8-20C2F9EAFA59}" type="pres">
      <dgm:prSet presAssocID="{C72B9DB0-81C6-413A-96CA-429E76738EEC}" presName="boxAndChildren" presStyleCnt="0"/>
      <dgm:spPr/>
    </dgm:pt>
    <dgm:pt modelId="{16E640E6-6395-43E1-A3D7-93395E186F26}" type="pres">
      <dgm:prSet presAssocID="{C72B9DB0-81C6-413A-96CA-429E76738EEC}" presName="parentTextBox" presStyleLbl="node1" presStyleIdx="0" presStyleCnt="4"/>
      <dgm:spPr/>
    </dgm:pt>
    <dgm:pt modelId="{D6430AC7-7EA9-4A4D-85A6-7F6081FF02AA}" type="pres">
      <dgm:prSet presAssocID="{C72B9DB0-81C6-413A-96CA-429E76738EEC}" presName="entireBox" presStyleLbl="node1" presStyleIdx="0" presStyleCnt="4"/>
      <dgm:spPr/>
    </dgm:pt>
    <dgm:pt modelId="{987BB048-6EDB-4F96-9E90-9BECAA807499}" type="pres">
      <dgm:prSet presAssocID="{C72B9DB0-81C6-413A-96CA-429E76738EEC}" presName="descendantBox" presStyleCnt="0"/>
      <dgm:spPr/>
    </dgm:pt>
    <dgm:pt modelId="{AA15FE4D-BE0F-445C-8F58-03E7A2E2B003}" type="pres">
      <dgm:prSet presAssocID="{05E38896-F1D6-4695-B01F-E279489F1A84}" presName="childTextBox" presStyleLbl="fgAccFollowNode1" presStyleIdx="0" presStyleCnt="8">
        <dgm:presLayoutVars>
          <dgm:bulletEnabled val="1"/>
        </dgm:presLayoutVars>
      </dgm:prSet>
      <dgm:spPr/>
    </dgm:pt>
    <dgm:pt modelId="{259954DA-AB44-4A3F-A3B2-742C590A9CF6}" type="pres">
      <dgm:prSet presAssocID="{A06A6F26-3982-4478-9A16-38A83DF0580A}" presName="childTextBox" presStyleLbl="fgAccFollowNode1" presStyleIdx="1" presStyleCnt="8">
        <dgm:presLayoutVars>
          <dgm:bulletEnabled val="1"/>
        </dgm:presLayoutVars>
      </dgm:prSet>
      <dgm:spPr/>
    </dgm:pt>
    <dgm:pt modelId="{0676C6AD-7BD6-4D95-A845-CF48C7170A3A}" type="pres">
      <dgm:prSet presAssocID="{12C3A137-DDE0-4382-97EC-118C8354C0E3}" presName="sp" presStyleCnt="0"/>
      <dgm:spPr/>
    </dgm:pt>
    <dgm:pt modelId="{B70C183F-49B0-4999-8CBD-E2DD9533560E}" type="pres">
      <dgm:prSet presAssocID="{6EBE91E6-490F-42C9-8778-827A76DFFDB2}" presName="arrowAndChildren" presStyleCnt="0"/>
      <dgm:spPr/>
    </dgm:pt>
    <dgm:pt modelId="{9AA5D323-675A-4A43-B886-8E4807B8A5C2}" type="pres">
      <dgm:prSet presAssocID="{6EBE91E6-490F-42C9-8778-827A76DFFDB2}" presName="parentTextArrow" presStyleLbl="node1" presStyleIdx="0" presStyleCnt="4"/>
      <dgm:spPr/>
    </dgm:pt>
    <dgm:pt modelId="{7AB72186-716D-4AFF-8348-7B5CC2CCF54C}" type="pres">
      <dgm:prSet presAssocID="{6EBE91E6-490F-42C9-8778-827A76DFFDB2}" presName="arrow" presStyleLbl="node1" presStyleIdx="1" presStyleCnt="4" custLinFactNeighborY="2885"/>
      <dgm:spPr/>
    </dgm:pt>
    <dgm:pt modelId="{BDB687E6-300C-4549-AAE4-5A9587A00617}" type="pres">
      <dgm:prSet presAssocID="{6EBE91E6-490F-42C9-8778-827A76DFFDB2}" presName="descendantArrow" presStyleCnt="0"/>
      <dgm:spPr/>
    </dgm:pt>
    <dgm:pt modelId="{9834509B-BD9B-4E19-A0E8-96213E846135}" type="pres">
      <dgm:prSet presAssocID="{AFC7AC2D-61FF-44E2-B431-7076223C4F44}" presName="childTextArrow" presStyleLbl="fgAccFollowNode1" presStyleIdx="2" presStyleCnt="8">
        <dgm:presLayoutVars>
          <dgm:bulletEnabled val="1"/>
        </dgm:presLayoutVars>
      </dgm:prSet>
      <dgm:spPr/>
    </dgm:pt>
    <dgm:pt modelId="{2EE42B48-6A5C-4EC8-9276-52A186F3B0E5}" type="pres">
      <dgm:prSet presAssocID="{22063AAD-1CE1-4814-B1EB-43614115FE68}" presName="childTextArrow" presStyleLbl="fgAccFollowNode1" presStyleIdx="3" presStyleCnt="8">
        <dgm:presLayoutVars>
          <dgm:bulletEnabled val="1"/>
        </dgm:presLayoutVars>
      </dgm:prSet>
      <dgm:spPr/>
    </dgm:pt>
    <dgm:pt modelId="{B293B369-70C2-4C29-966A-EDEBAB72AC4E}" type="pres">
      <dgm:prSet presAssocID="{174E25F0-A2AE-48F9-89C5-CB31CB23070A}" presName="sp" presStyleCnt="0"/>
      <dgm:spPr/>
    </dgm:pt>
    <dgm:pt modelId="{010C2A50-2C91-44FD-BAD1-C9213AB82608}" type="pres">
      <dgm:prSet presAssocID="{F5B26E34-A9CE-43A7-8864-01C18BAFA5E9}" presName="arrowAndChildren" presStyleCnt="0"/>
      <dgm:spPr/>
    </dgm:pt>
    <dgm:pt modelId="{A0B7D419-162D-43B8-B16B-5F788F10394E}" type="pres">
      <dgm:prSet presAssocID="{F5B26E34-A9CE-43A7-8864-01C18BAFA5E9}" presName="parentTextArrow" presStyleLbl="node1" presStyleIdx="1" presStyleCnt="4"/>
      <dgm:spPr/>
    </dgm:pt>
    <dgm:pt modelId="{1A0DBE4A-1564-4569-AB01-A8D2605222AF}" type="pres">
      <dgm:prSet presAssocID="{F5B26E34-A9CE-43A7-8864-01C18BAFA5E9}" presName="arrow" presStyleLbl="node1" presStyleIdx="2" presStyleCnt="4"/>
      <dgm:spPr/>
    </dgm:pt>
    <dgm:pt modelId="{EDCF87CE-31F0-4716-A998-C51668F863B2}" type="pres">
      <dgm:prSet presAssocID="{F5B26E34-A9CE-43A7-8864-01C18BAFA5E9}" presName="descendantArrow" presStyleCnt="0"/>
      <dgm:spPr/>
    </dgm:pt>
    <dgm:pt modelId="{D7E6A44B-DAEB-4D66-A128-AA5DCD5DA231}" type="pres">
      <dgm:prSet presAssocID="{A159FBE1-1391-4919-8FBA-CE0A6CECFFD1}" presName="childTextArrow" presStyleLbl="fgAccFollowNode1" presStyleIdx="4" presStyleCnt="8">
        <dgm:presLayoutVars>
          <dgm:bulletEnabled val="1"/>
        </dgm:presLayoutVars>
      </dgm:prSet>
      <dgm:spPr/>
    </dgm:pt>
    <dgm:pt modelId="{AC199570-7F6B-4B26-BF81-8447796210CC}" type="pres">
      <dgm:prSet presAssocID="{13209E3B-B504-4D1E-8468-C8CD741FB448}" presName="childTextArrow" presStyleLbl="fgAccFollowNode1" presStyleIdx="5" presStyleCnt="8">
        <dgm:presLayoutVars>
          <dgm:bulletEnabled val="1"/>
        </dgm:presLayoutVars>
      </dgm:prSet>
      <dgm:spPr/>
    </dgm:pt>
    <dgm:pt modelId="{6A17C1AF-9620-4245-841E-0292069633D6}" type="pres">
      <dgm:prSet presAssocID="{03428CFD-8043-4758-B23F-EAA9C383B11C}" presName="sp" presStyleCnt="0"/>
      <dgm:spPr/>
    </dgm:pt>
    <dgm:pt modelId="{4040F822-3736-4F0F-A1CF-55A2EA7CCEE3}" type="pres">
      <dgm:prSet presAssocID="{3205FB68-8EB0-417A-8F63-86F799348394}" presName="arrowAndChildren" presStyleCnt="0"/>
      <dgm:spPr/>
    </dgm:pt>
    <dgm:pt modelId="{7CFB1F5D-148A-494C-BAB7-32D4DAFE5A27}" type="pres">
      <dgm:prSet presAssocID="{3205FB68-8EB0-417A-8F63-86F799348394}" presName="parentTextArrow" presStyleLbl="node1" presStyleIdx="2" presStyleCnt="4"/>
      <dgm:spPr/>
    </dgm:pt>
    <dgm:pt modelId="{D8EE16DF-2C82-48B2-97F0-6F233039F52C}" type="pres">
      <dgm:prSet presAssocID="{3205FB68-8EB0-417A-8F63-86F799348394}" presName="arrow" presStyleLbl="node1" presStyleIdx="3" presStyleCnt="4"/>
      <dgm:spPr/>
    </dgm:pt>
    <dgm:pt modelId="{B94DDBEA-1915-4293-ADA0-A4860F4C450C}" type="pres">
      <dgm:prSet presAssocID="{3205FB68-8EB0-417A-8F63-86F799348394}" presName="descendantArrow" presStyleCnt="0"/>
      <dgm:spPr/>
    </dgm:pt>
    <dgm:pt modelId="{E30C6288-D54E-41EB-85BC-4114ED549C00}" type="pres">
      <dgm:prSet presAssocID="{12A0E667-F3D7-416F-9C99-9F61663A237A}" presName="childTextArrow" presStyleLbl="fgAccFollowNode1" presStyleIdx="6" presStyleCnt="8">
        <dgm:presLayoutVars>
          <dgm:bulletEnabled val="1"/>
        </dgm:presLayoutVars>
      </dgm:prSet>
      <dgm:spPr/>
    </dgm:pt>
    <dgm:pt modelId="{375FC475-0A73-460E-9776-3C97F4EF03FA}" type="pres">
      <dgm:prSet presAssocID="{2AD6EA13-5904-4738-A812-038D74ACE347}" presName="childTextArrow" presStyleLbl="fgAccFollowNode1" presStyleIdx="7" presStyleCnt="8">
        <dgm:presLayoutVars>
          <dgm:bulletEnabled val="1"/>
        </dgm:presLayoutVars>
      </dgm:prSet>
      <dgm:spPr/>
    </dgm:pt>
  </dgm:ptLst>
  <dgm:cxnLst>
    <dgm:cxn modelId="{466E2104-4C85-45FD-892D-8CE34F99B8F3}" srcId="{6EBE91E6-490F-42C9-8778-827A76DFFDB2}" destId="{22063AAD-1CE1-4814-B1EB-43614115FE68}" srcOrd="1" destOrd="0" parTransId="{D4A54E03-7A2A-444E-B8A3-316A63C23A77}" sibTransId="{8F521562-C64B-451E-8629-D09B434DCE28}"/>
    <dgm:cxn modelId="{33592708-44F4-4A36-A7A7-5F354CFB9E10}" type="presOf" srcId="{2AD6EA13-5904-4738-A812-038D74ACE347}" destId="{375FC475-0A73-460E-9776-3C97F4EF03FA}" srcOrd="0" destOrd="0" presId="urn:microsoft.com/office/officeart/2005/8/layout/process4"/>
    <dgm:cxn modelId="{FE6E810A-12CA-48DD-AF79-9C8BF0F4E7F2}" type="presOf" srcId="{A159FBE1-1391-4919-8FBA-CE0A6CECFFD1}" destId="{D7E6A44B-DAEB-4D66-A128-AA5DCD5DA231}" srcOrd="0" destOrd="0" presId="urn:microsoft.com/office/officeart/2005/8/layout/process4"/>
    <dgm:cxn modelId="{EC8BAC0B-44FE-4F4B-A469-EA0186F78342}" type="presOf" srcId="{6EBE91E6-490F-42C9-8778-827A76DFFDB2}" destId="{7AB72186-716D-4AFF-8348-7B5CC2CCF54C}" srcOrd="1" destOrd="0" presId="urn:microsoft.com/office/officeart/2005/8/layout/process4"/>
    <dgm:cxn modelId="{2CD4F117-8184-4CD6-B5FE-FC7DEAE92093}" srcId="{8D05E41D-E10D-4A38-BFE0-08F541DB74B3}" destId="{C72B9DB0-81C6-413A-96CA-429E76738EEC}" srcOrd="3" destOrd="0" parTransId="{61C8D1A5-68CA-4738-A049-630B5B23D0A8}" sibTransId="{A8F167A0-B45E-4BF5-87A8-EA94DB29D568}"/>
    <dgm:cxn modelId="{ADCFCF1E-E4D3-4143-88CB-FA509B103904}" srcId="{8D05E41D-E10D-4A38-BFE0-08F541DB74B3}" destId="{3205FB68-8EB0-417A-8F63-86F799348394}" srcOrd="0" destOrd="0" parTransId="{8706B375-46D7-4928-9207-6DC16B015643}" sibTransId="{03428CFD-8043-4758-B23F-EAA9C383B11C}"/>
    <dgm:cxn modelId="{A7A41E22-44C8-4BD8-B0E6-3863E7645362}" type="presOf" srcId="{AFC7AC2D-61FF-44E2-B431-7076223C4F44}" destId="{9834509B-BD9B-4E19-A0E8-96213E846135}" srcOrd="0" destOrd="0" presId="urn:microsoft.com/office/officeart/2005/8/layout/process4"/>
    <dgm:cxn modelId="{03893C2C-E85C-4D28-87C2-298A0B82AEA1}" type="presOf" srcId="{3205FB68-8EB0-417A-8F63-86F799348394}" destId="{7CFB1F5D-148A-494C-BAB7-32D4DAFE5A27}" srcOrd="0" destOrd="0" presId="urn:microsoft.com/office/officeart/2005/8/layout/process4"/>
    <dgm:cxn modelId="{6824E22C-179D-468C-BDCF-6BE2DC3DECAC}" srcId="{C72B9DB0-81C6-413A-96CA-429E76738EEC}" destId="{A06A6F26-3982-4478-9A16-38A83DF0580A}" srcOrd="1" destOrd="0" parTransId="{8CBF047E-8382-411A-A4A8-7F35136FBB49}" sibTransId="{FB65C685-13B4-4E94-82B9-58200A1C779B}"/>
    <dgm:cxn modelId="{CDC55B32-E7FF-4EC0-88EF-7EA197A0924B}" srcId="{6EBE91E6-490F-42C9-8778-827A76DFFDB2}" destId="{AFC7AC2D-61FF-44E2-B431-7076223C4F44}" srcOrd="0" destOrd="0" parTransId="{2D527205-F337-4167-BDA8-669E6BFCA9F4}" sibTransId="{FEC81B5D-C7B9-485C-B065-5AF0F2222A64}"/>
    <dgm:cxn modelId="{172B4941-A8B6-4505-B444-2FEED70427A5}" type="presOf" srcId="{05E38896-F1D6-4695-B01F-E279489F1A84}" destId="{AA15FE4D-BE0F-445C-8F58-03E7A2E2B003}" srcOrd="0" destOrd="0" presId="urn:microsoft.com/office/officeart/2005/8/layout/process4"/>
    <dgm:cxn modelId="{2CDCD067-9BAF-4233-8E0D-DB1F3319D52A}" type="presOf" srcId="{A06A6F26-3982-4478-9A16-38A83DF0580A}" destId="{259954DA-AB44-4A3F-A3B2-742C590A9CF6}" srcOrd="0" destOrd="0" presId="urn:microsoft.com/office/officeart/2005/8/layout/process4"/>
    <dgm:cxn modelId="{AD8CCE4B-D792-40F3-B286-B48C453D5C17}" srcId="{3205FB68-8EB0-417A-8F63-86F799348394}" destId="{12A0E667-F3D7-416F-9C99-9F61663A237A}" srcOrd="0" destOrd="0" parTransId="{09C0925D-DD77-4C02-8F68-43AF697D149C}" sibTransId="{2FC8887A-D51D-4502-9143-24AF397BD21A}"/>
    <dgm:cxn modelId="{EEAC544D-9738-4E34-8550-11CF0C12B90E}" type="presOf" srcId="{F5B26E34-A9CE-43A7-8864-01C18BAFA5E9}" destId="{1A0DBE4A-1564-4569-AB01-A8D2605222AF}" srcOrd="1" destOrd="0" presId="urn:microsoft.com/office/officeart/2005/8/layout/process4"/>
    <dgm:cxn modelId="{4915F354-38BC-4044-9857-34BA36F56B32}" srcId="{F5B26E34-A9CE-43A7-8864-01C18BAFA5E9}" destId="{A159FBE1-1391-4919-8FBA-CE0A6CECFFD1}" srcOrd="0" destOrd="0" parTransId="{352C651D-D80B-49E6-8DB3-1ECE544DF3FA}" sibTransId="{96C473E2-E257-436E-BD18-427EE61DE244}"/>
    <dgm:cxn modelId="{63270755-A29F-4FEC-8BF5-E7E5C694CC77}" type="presOf" srcId="{3205FB68-8EB0-417A-8F63-86F799348394}" destId="{D8EE16DF-2C82-48B2-97F0-6F233039F52C}" srcOrd="1" destOrd="0" presId="urn:microsoft.com/office/officeart/2005/8/layout/process4"/>
    <dgm:cxn modelId="{109AD28D-D726-4FDF-B5BA-4292CC67A1E6}" srcId="{3205FB68-8EB0-417A-8F63-86F799348394}" destId="{2AD6EA13-5904-4738-A812-038D74ACE347}" srcOrd="1" destOrd="0" parTransId="{5140C2F5-15D6-4403-A25D-381FE9E5C991}" sibTransId="{8F09D514-16F1-4091-B7AB-878D4665D4C5}"/>
    <dgm:cxn modelId="{2116A894-073C-40AE-AFA0-76E0B34CD985}" type="presOf" srcId="{8D05E41D-E10D-4A38-BFE0-08F541DB74B3}" destId="{2D914861-D000-4765-8CB5-11C38BF43588}" srcOrd="0" destOrd="0" presId="urn:microsoft.com/office/officeart/2005/8/layout/process4"/>
    <dgm:cxn modelId="{484EE198-CE03-460B-A0CD-F8ACC66CF8D4}" type="presOf" srcId="{F5B26E34-A9CE-43A7-8864-01C18BAFA5E9}" destId="{A0B7D419-162D-43B8-B16B-5F788F10394E}" srcOrd="0" destOrd="0" presId="urn:microsoft.com/office/officeart/2005/8/layout/process4"/>
    <dgm:cxn modelId="{23BAC1A7-8023-4300-8C91-F983B8D06CE3}" type="presOf" srcId="{12A0E667-F3D7-416F-9C99-9F61663A237A}" destId="{E30C6288-D54E-41EB-85BC-4114ED549C00}" srcOrd="0" destOrd="0" presId="urn:microsoft.com/office/officeart/2005/8/layout/process4"/>
    <dgm:cxn modelId="{39C9CFB2-72C9-4703-A044-5532DEA7BC22}" type="presOf" srcId="{C72B9DB0-81C6-413A-96CA-429E76738EEC}" destId="{16E640E6-6395-43E1-A3D7-93395E186F26}" srcOrd="0" destOrd="0" presId="urn:microsoft.com/office/officeart/2005/8/layout/process4"/>
    <dgm:cxn modelId="{BDC380B3-5FDA-4780-8F30-441A5BE37148}" srcId="{C72B9DB0-81C6-413A-96CA-429E76738EEC}" destId="{05E38896-F1D6-4695-B01F-E279489F1A84}" srcOrd="0" destOrd="0" parTransId="{10E2EF80-5088-4459-810D-6E4EEF1E8C87}" sibTransId="{01C8C857-0CAF-441C-87CA-6C1B1CB63D2B}"/>
    <dgm:cxn modelId="{572E88C4-4579-4DF4-80A9-F58CC55CB43C}" srcId="{F5B26E34-A9CE-43A7-8864-01C18BAFA5E9}" destId="{13209E3B-B504-4D1E-8468-C8CD741FB448}" srcOrd="1" destOrd="0" parTransId="{10A845A9-0B4C-4989-ABFE-112F52862A63}" sibTransId="{7EA80692-ED9B-4C93-985F-5F14F8A5B981}"/>
    <dgm:cxn modelId="{21C108C7-B735-43CF-A5F2-B54B1D9229F3}" type="presOf" srcId="{6EBE91E6-490F-42C9-8778-827A76DFFDB2}" destId="{9AA5D323-675A-4A43-B886-8E4807B8A5C2}" srcOrd="0" destOrd="0" presId="urn:microsoft.com/office/officeart/2005/8/layout/process4"/>
    <dgm:cxn modelId="{413071C9-29C3-45AB-8144-D44416CC852C}" type="presOf" srcId="{22063AAD-1CE1-4814-B1EB-43614115FE68}" destId="{2EE42B48-6A5C-4EC8-9276-52A186F3B0E5}" srcOrd="0" destOrd="0" presId="urn:microsoft.com/office/officeart/2005/8/layout/process4"/>
    <dgm:cxn modelId="{087FABC9-67EC-4090-973D-06053431D14B}" srcId="{8D05E41D-E10D-4A38-BFE0-08F541DB74B3}" destId="{6EBE91E6-490F-42C9-8778-827A76DFFDB2}" srcOrd="2" destOrd="0" parTransId="{A23AE4CF-5EA3-4893-822E-DDAA43A1CEA0}" sibTransId="{12C3A137-DDE0-4382-97EC-118C8354C0E3}"/>
    <dgm:cxn modelId="{E70786DA-CBEF-4B14-82A4-F86DA8FA9E04}" srcId="{8D05E41D-E10D-4A38-BFE0-08F541DB74B3}" destId="{F5B26E34-A9CE-43A7-8864-01C18BAFA5E9}" srcOrd="1" destOrd="0" parTransId="{1B2C3477-B608-4F74-A853-7BB49C166032}" sibTransId="{174E25F0-A2AE-48F9-89C5-CB31CB23070A}"/>
    <dgm:cxn modelId="{DFDC8ADE-D738-4001-8E8B-719939ECB60A}" type="presOf" srcId="{C72B9DB0-81C6-413A-96CA-429E76738EEC}" destId="{D6430AC7-7EA9-4A4D-85A6-7F6081FF02AA}" srcOrd="1" destOrd="0" presId="urn:microsoft.com/office/officeart/2005/8/layout/process4"/>
    <dgm:cxn modelId="{0534BCE3-418F-4507-B6D9-48C7CB819652}" type="presOf" srcId="{13209E3B-B504-4D1E-8468-C8CD741FB448}" destId="{AC199570-7F6B-4B26-BF81-8447796210CC}" srcOrd="0" destOrd="0" presId="urn:microsoft.com/office/officeart/2005/8/layout/process4"/>
    <dgm:cxn modelId="{FE514275-A726-48AB-8558-97FD87A57853}" type="presParOf" srcId="{2D914861-D000-4765-8CB5-11C38BF43588}" destId="{A237A8AA-82D6-4A59-8CE8-20C2F9EAFA59}" srcOrd="0" destOrd="0" presId="urn:microsoft.com/office/officeart/2005/8/layout/process4"/>
    <dgm:cxn modelId="{E48A00D3-1F13-4549-A544-74077A215FBC}" type="presParOf" srcId="{A237A8AA-82D6-4A59-8CE8-20C2F9EAFA59}" destId="{16E640E6-6395-43E1-A3D7-93395E186F26}" srcOrd="0" destOrd="0" presId="urn:microsoft.com/office/officeart/2005/8/layout/process4"/>
    <dgm:cxn modelId="{FF251B4D-47E5-4CD3-B788-3721FAD74455}" type="presParOf" srcId="{A237A8AA-82D6-4A59-8CE8-20C2F9EAFA59}" destId="{D6430AC7-7EA9-4A4D-85A6-7F6081FF02AA}" srcOrd="1" destOrd="0" presId="urn:microsoft.com/office/officeart/2005/8/layout/process4"/>
    <dgm:cxn modelId="{433718A2-907E-4857-A3FD-5B8BB930662E}" type="presParOf" srcId="{A237A8AA-82D6-4A59-8CE8-20C2F9EAFA59}" destId="{987BB048-6EDB-4F96-9E90-9BECAA807499}" srcOrd="2" destOrd="0" presId="urn:microsoft.com/office/officeart/2005/8/layout/process4"/>
    <dgm:cxn modelId="{F299474C-15F5-4196-A5F1-E48A9653644E}" type="presParOf" srcId="{987BB048-6EDB-4F96-9E90-9BECAA807499}" destId="{AA15FE4D-BE0F-445C-8F58-03E7A2E2B003}" srcOrd="0" destOrd="0" presId="urn:microsoft.com/office/officeart/2005/8/layout/process4"/>
    <dgm:cxn modelId="{81F44FDC-A5FA-4F12-B3ED-F4C36A04F623}" type="presParOf" srcId="{987BB048-6EDB-4F96-9E90-9BECAA807499}" destId="{259954DA-AB44-4A3F-A3B2-742C590A9CF6}" srcOrd="1" destOrd="0" presId="urn:microsoft.com/office/officeart/2005/8/layout/process4"/>
    <dgm:cxn modelId="{1D508BAE-2D07-42E7-BD9E-20D53AB6F32C}" type="presParOf" srcId="{2D914861-D000-4765-8CB5-11C38BF43588}" destId="{0676C6AD-7BD6-4D95-A845-CF48C7170A3A}" srcOrd="1" destOrd="0" presId="urn:microsoft.com/office/officeart/2005/8/layout/process4"/>
    <dgm:cxn modelId="{446FA0AD-1CC7-48C1-B404-77C7159880C5}" type="presParOf" srcId="{2D914861-D000-4765-8CB5-11C38BF43588}" destId="{B70C183F-49B0-4999-8CBD-E2DD9533560E}" srcOrd="2" destOrd="0" presId="urn:microsoft.com/office/officeart/2005/8/layout/process4"/>
    <dgm:cxn modelId="{C545D4C6-444A-482E-84BB-91F9AED11ECE}" type="presParOf" srcId="{B70C183F-49B0-4999-8CBD-E2DD9533560E}" destId="{9AA5D323-675A-4A43-B886-8E4807B8A5C2}" srcOrd="0" destOrd="0" presId="urn:microsoft.com/office/officeart/2005/8/layout/process4"/>
    <dgm:cxn modelId="{283D6003-65A7-4385-96E0-DA49293E04AC}" type="presParOf" srcId="{B70C183F-49B0-4999-8CBD-E2DD9533560E}" destId="{7AB72186-716D-4AFF-8348-7B5CC2CCF54C}" srcOrd="1" destOrd="0" presId="urn:microsoft.com/office/officeart/2005/8/layout/process4"/>
    <dgm:cxn modelId="{6F58DCC7-C6EC-48A5-8523-BB82B862D9F7}" type="presParOf" srcId="{B70C183F-49B0-4999-8CBD-E2DD9533560E}" destId="{BDB687E6-300C-4549-AAE4-5A9587A00617}" srcOrd="2" destOrd="0" presId="urn:microsoft.com/office/officeart/2005/8/layout/process4"/>
    <dgm:cxn modelId="{3A3369F1-A7B7-4259-8190-ECFE4F3A0546}" type="presParOf" srcId="{BDB687E6-300C-4549-AAE4-5A9587A00617}" destId="{9834509B-BD9B-4E19-A0E8-96213E846135}" srcOrd="0" destOrd="0" presId="urn:microsoft.com/office/officeart/2005/8/layout/process4"/>
    <dgm:cxn modelId="{4EAA6602-66B3-49FB-BF6F-B2EF1FA89FE9}" type="presParOf" srcId="{BDB687E6-300C-4549-AAE4-5A9587A00617}" destId="{2EE42B48-6A5C-4EC8-9276-52A186F3B0E5}" srcOrd="1" destOrd="0" presId="urn:microsoft.com/office/officeart/2005/8/layout/process4"/>
    <dgm:cxn modelId="{AF259CE2-F68A-4688-BC64-F1053E7E55E1}" type="presParOf" srcId="{2D914861-D000-4765-8CB5-11C38BF43588}" destId="{B293B369-70C2-4C29-966A-EDEBAB72AC4E}" srcOrd="3" destOrd="0" presId="urn:microsoft.com/office/officeart/2005/8/layout/process4"/>
    <dgm:cxn modelId="{C69264C5-2A21-4737-B9AA-064A2853EE06}" type="presParOf" srcId="{2D914861-D000-4765-8CB5-11C38BF43588}" destId="{010C2A50-2C91-44FD-BAD1-C9213AB82608}" srcOrd="4" destOrd="0" presId="urn:microsoft.com/office/officeart/2005/8/layout/process4"/>
    <dgm:cxn modelId="{7F1D3300-D7BD-4C8B-A7E8-E8832505A258}" type="presParOf" srcId="{010C2A50-2C91-44FD-BAD1-C9213AB82608}" destId="{A0B7D419-162D-43B8-B16B-5F788F10394E}" srcOrd="0" destOrd="0" presId="urn:microsoft.com/office/officeart/2005/8/layout/process4"/>
    <dgm:cxn modelId="{8D2A0D0C-67A8-4346-9295-6A7A92A3D763}" type="presParOf" srcId="{010C2A50-2C91-44FD-BAD1-C9213AB82608}" destId="{1A0DBE4A-1564-4569-AB01-A8D2605222AF}" srcOrd="1" destOrd="0" presId="urn:microsoft.com/office/officeart/2005/8/layout/process4"/>
    <dgm:cxn modelId="{42C07466-A520-4F50-BB94-4A90422D2608}" type="presParOf" srcId="{010C2A50-2C91-44FD-BAD1-C9213AB82608}" destId="{EDCF87CE-31F0-4716-A998-C51668F863B2}" srcOrd="2" destOrd="0" presId="urn:microsoft.com/office/officeart/2005/8/layout/process4"/>
    <dgm:cxn modelId="{746E847F-2B5F-4495-88ED-43DC82BB0BCA}" type="presParOf" srcId="{EDCF87CE-31F0-4716-A998-C51668F863B2}" destId="{D7E6A44B-DAEB-4D66-A128-AA5DCD5DA231}" srcOrd="0" destOrd="0" presId="urn:microsoft.com/office/officeart/2005/8/layout/process4"/>
    <dgm:cxn modelId="{C403F5B9-2F31-4926-B548-7A8D86CD43CD}" type="presParOf" srcId="{EDCF87CE-31F0-4716-A998-C51668F863B2}" destId="{AC199570-7F6B-4B26-BF81-8447796210CC}" srcOrd="1" destOrd="0" presId="urn:microsoft.com/office/officeart/2005/8/layout/process4"/>
    <dgm:cxn modelId="{E85B8439-160E-4E3F-B5A6-43589AFB8C3C}" type="presParOf" srcId="{2D914861-D000-4765-8CB5-11C38BF43588}" destId="{6A17C1AF-9620-4245-841E-0292069633D6}" srcOrd="5" destOrd="0" presId="urn:microsoft.com/office/officeart/2005/8/layout/process4"/>
    <dgm:cxn modelId="{18E21A75-50B7-408D-BF30-F2A280BDFD6C}" type="presParOf" srcId="{2D914861-D000-4765-8CB5-11C38BF43588}" destId="{4040F822-3736-4F0F-A1CF-55A2EA7CCEE3}" srcOrd="6" destOrd="0" presId="urn:microsoft.com/office/officeart/2005/8/layout/process4"/>
    <dgm:cxn modelId="{50ECC5FA-1154-450F-B7B7-1091DA20DFF3}" type="presParOf" srcId="{4040F822-3736-4F0F-A1CF-55A2EA7CCEE3}" destId="{7CFB1F5D-148A-494C-BAB7-32D4DAFE5A27}" srcOrd="0" destOrd="0" presId="urn:microsoft.com/office/officeart/2005/8/layout/process4"/>
    <dgm:cxn modelId="{081DD61C-E24A-4A3A-A87F-0363B20D3382}" type="presParOf" srcId="{4040F822-3736-4F0F-A1CF-55A2EA7CCEE3}" destId="{D8EE16DF-2C82-48B2-97F0-6F233039F52C}" srcOrd="1" destOrd="0" presId="urn:microsoft.com/office/officeart/2005/8/layout/process4"/>
    <dgm:cxn modelId="{AA6EF0DA-AA1F-4317-A890-7AC7313E5A67}" type="presParOf" srcId="{4040F822-3736-4F0F-A1CF-55A2EA7CCEE3}" destId="{B94DDBEA-1915-4293-ADA0-A4860F4C450C}" srcOrd="2" destOrd="0" presId="urn:microsoft.com/office/officeart/2005/8/layout/process4"/>
    <dgm:cxn modelId="{5C1A32D7-11E3-49C5-907B-B2B558AEEEBA}" type="presParOf" srcId="{B94DDBEA-1915-4293-ADA0-A4860F4C450C}" destId="{E30C6288-D54E-41EB-85BC-4114ED549C00}" srcOrd="0" destOrd="0" presId="urn:microsoft.com/office/officeart/2005/8/layout/process4"/>
    <dgm:cxn modelId="{C38FBB68-132F-4CC0-8593-71AE31E5C071}" type="presParOf" srcId="{B94DDBEA-1915-4293-ADA0-A4860F4C450C}" destId="{375FC475-0A73-460E-9776-3C97F4EF03FA}" srcOrd="1"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430AC7-7EA9-4A4D-85A6-7F6081FF02AA}">
      <dsp:nvSpPr>
        <dsp:cNvPr id="0" name=""/>
        <dsp:cNvSpPr/>
      </dsp:nvSpPr>
      <dsp:spPr>
        <a:xfrm>
          <a:off x="0" y="3600029"/>
          <a:ext cx="7524206" cy="78759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GB" sz="1500" b="1" kern="1200" dirty="0">
              <a:latin typeface="Arial" panose="020B0604020202020204" pitchFamily="34" charset="0"/>
              <a:cs typeface="Arial" panose="020B0604020202020204" pitchFamily="34" charset="0"/>
            </a:rPr>
            <a:t>7                                                                                       8</a:t>
          </a:r>
        </a:p>
      </dsp:txBody>
      <dsp:txXfrm>
        <a:off x="0" y="3600029"/>
        <a:ext cx="7524206" cy="425303"/>
      </dsp:txXfrm>
    </dsp:sp>
    <dsp:sp modelId="{AA15FE4D-BE0F-445C-8F58-03E7A2E2B003}">
      <dsp:nvSpPr>
        <dsp:cNvPr id="0" name=""/>
        <dsp:cNvSpPr/>
      </dsp:nvSpPr>
      <dsp:spPr>
        <a:xfrm>
          <a:off x="0" y="4009580"/>
          <a:ext cx="3762103" cy="36229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marL="0" lvl="0" indent="0" algn="ctr" defTabSz="577850">
            <a:lnSpc>
              <a:spcPct val="90000"/>
            </a:lnSpc>
            <a:spcBef>
              <a:spcPct val="0"/>
            </a:spcBef>
            <a:spcAft>
              <a:spcPct val="35000"/>
            </a:spcAft>
            <a:buNone/>
          </a:pPr>
          <a:r>
            <a:rPr lang="en-US" sz="1300" kern="1200" dirty="0">
              <a:latin typeface="Arial" panose="020B0604020202020204" pitchFamily="34" charset="0"/>
              <a:cs typeface="Arial" panose="020B0604020202020204" pitchFamily="34" charset="0"/>
            </a:rPr>
            <a:t>Inclusive and Ethical Practice</a:t>
          </a:r>
          <a:endParaRPr lang="en-GB" sz="1300" kern="1200" dirty="0">
            <a:latin typeface="Arial" panose="020B0604020202020204" pitchFamily="34" charset="0"/>
            <a:cs typeface="Arial" panose="020B0604020202020204" pitchFamily="34" charset="0"/>
          </a:endParaRPr>
        </a:p>
      </dsp:txBody>
      <dsp:txXfrm>
        <a:off x="0" y="4009580"/>
        <a:ext cx="3762103" cy="362295"/>
      </dsp:txXfrm>
    </dsp:sp>
    <dsp:sp modelId="{259954DA-AB44-4A3F-A3B2-742C590A9CF6}">
      <dsp:nvSpPr>
        <dsp:cNvPr id="0" name=""/>
        <dsp:cNvSpPr/>
      </dsp:nvSpPr>
      <dsp:spPr>
        <a:xfrm>
          <a:off x="3762103" y="4009580"/>
          <a:ext cx="3762103" cy="36229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marL="0" lvl="0" indent="0" algn="ctr" defTabSz="577850">
            <a:lnSpc>
              <a:spcPct val="90000"/>
            </a:lnSpc>
            <a:spcBef>
              <a:spcPct val="0"/>
            </a:spcBef>
            <a:spcAft>
              <a:spcPct val="35000"/>
            </a:spcAft>
            <a:buNone/>
          </a:pPr>
          <a:r>
            <a:rPr lang="en-GB" sz="1300" kern="1200" dirty="0">
              <a:latin typeface="Arial" panose="020B0604020202020204" pitchFamily="34" charset="0"/>
              <a:cs typeface="Arial" panose="020B0604020202020204" pitchFamily="34" charset="0"/>
            </a:rPr>
            <a:t>Methodological Integrity</a:t>
          </a:r>
          <a:r>
            <a:rPr lang="en-GB" sz="1300" b="1" kern="1200" dirty="0">
              <a:latin typeface="Arial" panose="020B0604020202020204" pitchFamily="34" charset="0"/>
              <a:cs typeface="Arial" panose="020B0604020202020204" pitchFamily="34" charset="0"/>
            </a:rPr>
            <a:t>                                                       </a:t>
          </a:r>
          <a:endParaRPr lang="en-GB" sz="1300" kern="1200" dirty="0">
            <a:latin typeface="Arial" panose="020B0604020202020204" pitchFamily="34" charset="0"/>
            <a:cs typeface="Arial" panose="020B0604020202020204" pitchFamily="34" charset="0"/>
          </a:endParaRPr>
        </a:p>
      </dsp:txBody>
      <dsp:txXfrm>
        <a:off x="3762103" y="4009580"/>
        <a:ext cx="3762103" cy="362295"/>
      </dsp:txXfrm>
    </dsp:sp>
    <dsp:sp modelId="{7AB72186-716D-4AFF-8348-7B5CC2CCF54C}">
      <dsp:nvSpPr>
        <dsp:cNvPr id="0" name=""/>
        <dsp:cNvSpPr/>
      </dsp:nvSpPr>
      <dsp:spPr>
        <a:xfrm rot="10800000">
          <a:off x="0" y="2435463"/>
          <a:ext cx="7524206" cy="1211326"/>
        </a:xfrm>
        <a:prstGeom prst="upArrowCallo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GB" sz="1500" b="1" kern="1200" dirty="0">
              <a:latin typeface="Arial" panose="020B0604020202020204" pitchFamily="34" charset="0"/>
              <a:cs typeface="Arial" panose="020B0604020202020204" pitchFamily="34" charset="0"/>
            </a:rPr>
            <a:t>5                                                                                       6</a:t>
          </a:r>
        </a:p>
      </dsp:txBody>
      <dsp:txXfrm rot="-10800000">
        <a:off x="0" y="2435463"/>
        <a:ext cx="7524206" cy="425175"/>
      </dsp:txXfrm>
    </dsp:sp>
    <dsp:sp modelId="{9834509B-BD9B-4E19-A0E8-96213E846135}">
      <dsp:nvSpPr>
        <dsp:cNvPr id="0" name=""/>
        <dsp:cNvSpPr/>
      </dsp:nvSpPr>
      <dsp:spPr>
        <a:xfrm>
          <a:off x="0" y="2825692"/>
          <a:ext cx="3762103" cy="362186"/>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marL="0" lvl="0" indent="0" algn="ctr" defTabSz="577850">
            <a:lnSpc>
              <a:spcPct val="90000"/>
            </a:lnSpc>
            <a:spcBef>
              <a:spcPct val="0"/>
            </a:spcBef>
            <a:spcAft>
              <a:spcPct val="35000"/>
            </a:spcAft>
            <a:buFont typeface="+mj-lt"/>
            <a:buNone/>
          </a:pPr>
          <a:r>
            <a:rPr lang="en-US" sz="1300" kern="1200" dirty="0">
              <a:latin typeface="Arial" panose="020B0604020202020204" pitchFamily="34" charset="0"/>
              <a:cs typeface="Arial" panose="020B0604020202020204" pitchFamily="34" charset="0"/>
            </a:rPr>
            <a:t>Privacy, Anonymity, and Confidentiality</a:t>
          </a:r>
          <a:endParaRPr lang="en-GB" sz="1300" kern="1200" dirty="0">
            <a:latin typeface="Arial" panose="020B0604020202020204" pitchFamily="34" charset="0"/>
            <a:cs typeface="Arial" panose="020B0604020202020204" pitchFamily="34" charset="0"/>
          </a:endParaRPr>
        </a:p>
      </dsp:txBody>
      <dsp:txXfrm>
        <a:off x="0" y="2825692"/>
        <a:ext cx="3762103" cy="362186"/>
      </dsp:txXfrm>
    </dsp:sp>
    <dsp:sp modelId="{2EE42B48-6A5C-4EC8-9276-52A186F3B0E5}">
      <dsp:nvSpPr>
        <dsp:cNvPr id="0" name=""/>
        <dsp:cNvSpPr/>
      </dsp:nvSpPr>
      <dsp:spPr>
        <a:xfrm>
          <a:off x="3762103" y="2825692"/>
          <a:ext cx="3762103" cy="362186"/>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marL="0" lvl="0" indent="0" algn="ctr" defTabSz="577850">
            <a:lnSpc>
              <a:spcPct val="90000"/>
            </a:lnSpc>
            <a:spcBef>
              <a:spcPct val="0"/>
            </a:spcBef>
            <a:spcAft>
              <a:spcPct val="35000"/>
            </a:spcAft>
            <a:buNone/>
          </a:pPr>
          <a:r>
            <a:rPr lang="en-US" sz="1300" kern="1200" dirty="0">
              <a:latin typeface="Arial" panose="020B0604020202020204" pitchFamily="34" charset="0"/>
              <a:cs typeface="Arial" panose="020B0604020202020204" pitchFamily="34" charset="0"/>
            </a:rPr>
            <a:t>Data Security and Responsible Handling</a:t>
          </a:r>
          <a:endParaRPr lang="en-GB" sz="1300" kern="1200" dirty="0">
            <a:latin typeface="Arial" panose="020B0604020202020204" pitchFamily="34" charset="0"/>
            <a:cs typeface="Arial" panose="020B0604020202020204" pitchFamily="34" charset="0"/>
          </a:endParaRPr>
        </a:p>
      </dsp:txBody>
      <dsp:txXfrm>
        <a:off x="3762103" y="2825692"/>
        <a:ext cx="3762103" cy="362186"/>
      </dsp:txXfrm>
    </dsp:sp>
    <dsp:sp modelId="{1A0DBE4A-1564-4569-AB01-A8D2605222AF}">
      <dsp:nvSpPr>
        <dsp:cNvPr id="0" name=""/>
        <dsp:cNvSpPr/>
      </dsp:nvSpPr>
      <dsp:spPr>
        <a:xfrm rot="10800000">
          <a:off x="0" y="1201004"/>
          <a:ext cx="7524206" cy="1211326"/>
        </a:xfrm>
        <a:prstGeom prst="upArrowCallo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GB" sz="1500" b="1" kern="1200" dirty="0">
              <a:latin typeface="Arial" panose="020B0604020202020204" pitchFamily="34" charset="0"/>
              <a:cs typeface="Arial" panose="020B0604020202020204" pitchFamily="34" charset="0"/>
            </a:rPr>
            <a:t>3                                                                                       4</a:t>
          </a:r>
        </a:p>
      </dsp:txBody>
      <dsp:txXfrm rot="-10800000">
        <a:off x="0" y="1201004"/>
        <a:ext cx="7524206" cy="425175"/>
      </dsp:txXfrm>
    </dsp:sp>
    <dsp:sp modelId="{D7E6A44B-DAEB-4D66-A128-AA5DCD5DA231}">
      <dsp:nvSpPr>
        <dsp:cNvPr id="0" name=""/>
        <dsp:cNvSpPr/>
      </dsp:nvSpPr>
      <dsp:spPr>
        <a:xfrm>
          <a:off x="0" y="1626180"/>
          <a:ext cx="3762103" cy="362186"/>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marL="0" lvl="0" indent="0" algn="ctr" defTabSz="577850">
            <a:lnSpc>
              <a:spcPct val="90000"/>
            </a:lnSpc>
            <a:spcBef>
              <a:spcPct val="0"/>
            </a:spcBef>
            <a:spcAft>
              <a:spcPct val="35000"/>
            </a:spcAft>
            <a:buFont typeface="+mj-lt"/>
            <a:buNone/>
          </a:pPr>
          <a:r>
            <a:rPr lang="en-US" sz="1300" kern="1200" dirty="0">
              <a:latin typeface="Arial" panose="020B0604020202020204" pitchFamily="34" charset="0"/>
              <a:cs typeface="Arial" panose="020B0604020202020204" pitchFamily="34" charset="0"/>
            </a:rPr>
            <a:t>Voluntary Participation and Right to Withdraw</a:t>
          </a:r>
          <a:endParaRPr lang="en-GB" sz="1300" kern="1200" dirty="0">
            <a:latin typeface="Arial" panose="020B0604020202020204" pitchFamily="34" charset="0"/>
            <a:cs typeface="Arial" panose="020B0604020202020204" pitchFamily="34" charset="0"/>
          </a:endParaRPr>
        </a:p>
      </dsp:txBody>
      <dsp:txXfrm>
        <a:off x="0" y="1626180"/>
        <a:ext cx="3762103" cy="362186"/>
      </dsp:txXfrm>
    </dsp:sp>
    <dsp:sp modelId="{AC199570-7F6B-4B26-BF81-8447796210CC}">
      <dsp:nvSpPr>
        <dsp:cNvPr id="0" name=""/>
        <dsp:cNvSpPr/>
      </dsp:nvSpPr>
      <dsp:spPr>
        <a:xfrm>
          <a:off x="3762103" y="1626180"/>
          <a:ext cx="3762103" cy="362186"/>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marL="0" lvl="0" indent="0" algn="ctr" defTabSz="577850">
            <a:lnSpc>
              <a:spcPct val="90000"/>
            </a:lnSpc>
            <a:spcBef>
              <a:spcPct val="0"/>
            </a:spcBef>
            <a:spcAft>
              <a:spcPct val="35000"/>
            </a:spcAft>
            <a:buNone/>
          </a:pPr>
          <a:r>
            <a:rPr lang="en-US" sz="1300" kern="1200" dirty="0">
              <a:latin typeface="Arial" panose="020B0604020202020204" pitchFamily="34" charset="0"/>
              <a:cs typeface="Arial" panose="020B0604020202020204" pitchFamily="34" charset="0"/>
            </a:rPr>
            <a:t>Transparency and Avoiding Harm</a:t>
          </a:r>
          <a:endParaRPr lang="en-GB" sz="1300" kern="1200" dirty="0">
            <a:latin typeface="Arial" panose="020B0604020202020204" pitchFamily="34" charset="0"/>
            <a:cs typeface="Arial" panose="020B0604020202020204" pitchFamily="34" charset="0"/>
          </a:endParaRPr>
        </a:p>
      </dsp:txBody>
      <dsp:txXfrm>
        <a:off x="3762103" y="1626180"/>
        <a:ext cx="3762103" cy="362186"/>
      </dsp:txXfrm>
    </dsp:sp>
    <dsp:sp modelId="{D8EE16DF-2C82-48B2-97F0-6F233039F52C}">
      <dsp:nvSpPr>
        <dsp:cNvPr id="0" name=""/>
        <dsp:cNvSpPr/>
      </dsp:nvSpPr>
      <dsp:spPr>
        <a:xfrm rot="10800000">
          <a:off x="0" y="1492"/>
          <a:ext cx="7524206" cy="1211326"/>
        </a:xfrm>
        <a:prstGeom prst="upArrowCallo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666750">
            <a:lnSpc>
              <a:spcPct val="90000"/>
            </a:lnSpc>
            <a:spcBef>
              <a:spcPct val="0"/>
            </a:spcBef>
            <a:spcAft>
              <a:spcPct val="35000"/>
            </a:spcAft>
            <a:buNone/>
          </a:pPr>
          <a:r>
            <a:rPr lang="en-GB" sz="1500" b="1" kern="1200" dirty="0">
              <a:latin typeface="Arial" panose="020B0604020202020204" pitchFamily="34" charset="0"/>
              <a:cs typeface="Arial" panose="020B0604020202020204" pitchFamily="34" charset="0"/>
            </a:rPr>
            <a:t>                        1                                                                                       2</a:t>
          </a:r>
        </a:p>
      </dsp:txBody>
      <dsp:txXfrm rot="-10800000">
        <a:off x="0" y="1492"/>
        <a:ext cx="7524206" cy="425175"/>
      </dsp:txXfrm>
    </dsp:sp>
    <dsp:sp modelId="{E30C6288-D54E-41EB-85BC-4114ED549C00}">
      <dsp:nvSpPr>
        <dsp:cNvPr id="0" name=""/>
        <dsp:cNvSpPr/>
      </dsp:nvSpPr>
      <dsp:spPr>
        <a:xfrm>
          <a:off x="0" y="426667"/>
          <a:ext cx="3762103" cy="362186"/>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marL="0" lvl="0" indent="0" algn="ctr" defTabSz="577850">
            <a:lnSpc>
              <a:spcPct val="90000"/>
            </a:lnSpc>
            <a:spcBef>
              <a:spcPct val="0"/>
            </a:spcBef>
            <a:spcAft>
              <a:spcPct val="35000"/>
            </a:spcAft>
            <a:buFont typeface="+mj-lt"/>
            <a:buNone/>
          </a:pPr>
          <a:r>
            <a:rPr lang="en-GB" sz="1300" kern="1200" dirty="0">
              <a:latin typeface="Arial" panose="020B0604020202020204" pitchFamily="34" charset="0"/>
              <a:cs typeface="Arial" panose="020B0604020202020204" pitchFamily="34" charset="0"/>
            </a:rPr>
            <a:t>Respect for Participants</a:t>
          </a:r>
        </a:p>
      </dsp:txBody>
      <dsp:txXfrm>
        <a:off x="0" y="426667"/>
        <a:ext cx="3762103" cy="362186"/>
      </dsp:txXfrm>
    </dsp:sp>
    <dsp:sp modelId="{375FC475-0A73-460E-9776-3C97F4EF03FA}">
      <dsp:nvSpPr>
        <dsp:cNvPr id="0" name=""/>
        <dsp:cNvSpPr/>
      </dsp:nvSpPr>
      <dsp:spPr>
        <a:xfrm>
          <a:off x="3762103" y="426667"/>
          <a:ext cx="3762103" cy="362186"/>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marL="0" lvl="0" indent="0" algn="ctr" defTabSz="577850">
            <a:lnSpc>
              <a:spcPct val="90000"/>
            </a:lnSpc>
            <a:spcBef>
              <a:spcPct val="0"/>
            </a:spcBef>
            <a:spcAft>
              <a:spcPct val="35000"/>
            </a:spcAft>
            <a:buNone/>
          </a:pPr>
          <a:r>
            <a:rPr lang="en-GB" sz="1300" kern="1200" dirty="0">
              <a:latin typeface="Arial" panose="020B0604020202020204" pitchFamily="34" charset="0"/>
              <a:cs typeface="Arial" panose="020B0604020202020204" pitchFamily="34" charset="0"/>
            </a:rPr>
            <a:t>Informed Consent</a:t>
          </a:r>
        </a:p>
      </dsp:txBody>
      <dsp:txXfrm>
        <a:off x="3762103" y="426667"/>
        <a:ext cx="3762103" cy="362186"/>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4245C065-7973-41A8-A2CC-441A8BA3384C}" type="datetime1">
              <a:rPr lang="en-GB" smtClean="0"/>
              <a:t>01/09/2025</a:t>
            </a:fld>
            <a:endParaRPr lang="en-GB"/>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BF9A36D-7FAC-478F-9944-F324014F6FD1}" type="slidenum">
              <a:rPr lang="en-GB" smtClean="0"/>
              <a:t>‹#›</a:t>
            </a:fld>
            <a:endParaRPr lang="en-GB"/>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87A586-3225-45EC-B90F-43F9676D14C2}" type="datetime1">
              <a:rPr lang="en-GB" smtClean="0"/>
              <a:pPr/>
              <a:t>01/09/2025</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4B9A9E5-4F7F-4A7D-9DE1-899232329269}" type="slidenum">
              <a:rPr lang="en-GB" noProof="0" smtClean="0"/>
              <a:t>‹#›</a:t>
            </a:fld>
            <a:endParaRPr lang="en-GB" noProof="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1</a:t>
            </a:fld>
            <a:endParaRPr lang="en-GB"/>
          </a:p>
        </p:txBody>
      </p:sp>
    </p:spTree>
    <p:extLst>
      <p:ext uri="{BB962C8B-B14F-4D97-AF65-F5344CB8AC3E}">
        <p14:creationId xmlns:p14="http://schemas.microsoft.com/office/powerpoint/2010/main" val="2772334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2</a:t>
            </a:fld>
            <a:endParaRPr lang="en-GB"/>
          </a:p>
        </p:txBody>
      </p:sp>
    </p:spTree>
    <p:extLst>
      <p:ext uri="{BB962C8B-B14F-4D97-AF65-F5344CB8AC3E}">
        <p14:creationId xmlns:p14="http://schemas.microsoft.com/office/powerpoint/2010/main" val="28390789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A2A31-A040-D70B-ABBF-9FD1A77EF1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8A463-70F4-E36C-1F4E-686532BAFF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3926C3-03D4-54A2-A2FB-154A723E216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4C75CC18-1F21-A384-10AE-FFBC1CB2C696}"/>
              </a:ext>
            </a:extLst>
          </p:cNvPr>
          <p:cNvSpPr>
            <a:spLocks noGrp="1"/>
          </p:cNvSpPr>
          <p:nvPr>
            <p:ph type="sldNum" sz="quarter" idx="5"/>
          </p:nvPr>
        </p:nvSpPr>
        <p:spPr/>
        <p:txBody>
          <a:bodyPr/>
          <a:lstStyle/>
          <a:p>
            <a:pPr rtl="0"/>
            <a:fld id="{D4B9A9E5-4F7F-4A7D-9DE1-899232329269}" type="slidenum">
              <a:rPr lang="en-GB" smtClean="0"/>
              <a:t>3</a:t>
            </a:fld>
            <a:endParaRPr lang="en-GB"/>
          </a:p>
        </p:txBody>
      </p:sp>
    </p:spTree>
    <p:extLst>
      <p:ext uri="{BB962C8B-B14F-4D97-AF65-F5344CB8AC3E}">
        <p14:creationId xmlns:p14="http://schemas.microsoft.com/office/powerpoint/2010/main" val="40348990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rtl="0"/>
            <a:fld id="{D4B9A9E5-4F7F-4A7D-9DE1-899232329269}" type="slidenum">
              <a:rPr lang="en-GB" smtClean="0"/>
              <a:t>4</a:t>
            </a:fld>
            <a:endParaRPr lang="en-GB"/>
          </a:p>
        </p:txBody>
      </p:sp>
    </p:spTree>
    <p:extLst>
      <p:ext uri="{BB962C8B-B14F-4D97-AF65-F5344CB8AC3E}">
        <p14:creationId xmlns:p14="http://schemas.microsoft.com/office/powerpoint/2010/main" val="38860653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5</a:t>
            </a:fld>
            <a:endParaRPr lang="en-GB"/>
          </a:p>
        </p:txBody>
      </p:sp>
    </p:spTree>
    <p:extLst>
      <p:ext uri="{BB962C8B-B14F-4D97-AF65-F5344CB8AC3E}">
        <p14:creationId xmlns:p14="http://schemas.microsoft.com/office/powerpoint/2010/main" val="2770975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03143-DCF6-34E4-0B91-A2AD6BC17B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6F9283-B9C6-AEF0-15B4-C8210D679B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B2B3CC-1341-B895-15DD-C96177793DF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70C28E2-DBB3-BA07-E324-4566F00EBB85}"/>
              </a:ext>
            </a:extLst>
          </p:cNvPr>
          <p:cNvSpPr>
            <a:spLocks noGrp="1"/>
          </p:cNvSpPr>
          <p:nvPr>
            <p:ph type="sldNum" sz="quarter" idx="5"/>
          </p:nvPr>
        </p:nvSpPr>
        <p:spPr/>
        <p:txBody>
          <a:bodyPr/>
          <a:lstStyle/>
          <a:p>
            <a:pPr rtl="0"/>
            <a:fld id="{D4B9A9E5-4F7F-4A7D-9DE1-899232329269}" type="slidenum">
              <a:rPr lang="en-GB" smtClean="0"/>
              <a:t>6</a:t>
            </a:fld>
            <a:endParaRPr lang="en-GB"/>
          </a:p>
        </p:txBody>
      </p:sp>
    </p:spTree>
    <p:extLst>
      <p:ext uri="{BB962C8B-B14F-4D97-AF65-F5344CB8AC3E}">
        <p14:creationId xmlns:p14="http://schemas.microsoft.com/office/powerpoint/2010/main" val="17732081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5A6A8-CB2C-EC20-40C6-9A7057B4C1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D8C22C-E839-ACDB-2353-9CF537FE68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F8BC3E-279B-5ED2-2642-ABA0CD5F825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408E9A6-3E4B-B2CA-A456-B93E257EFEDE}"/>
              </a:ext>
            </a:extLst>
          </p:cNvPr>
          <p:cNvSpPr>
            <a:spLocks noGrp="1"/>
          </p:cNvSpPr>
          <p:nvPr>
            <p:ph type="sldNum" sz="quarter" idx="5"/>
          </p:nvPr>
        </p:nvSpPr>
        <p:spPr/>
        <p:txBody>
          <a:bodyPr/>
          <a:lstStyle/>
          <a:p>
            <a:pPr rtl="0"/>
            <a:fld id="{D4B9A9E5-4F7F-4A7D-9DE1-899232329269}" type="slidenum">
              <a:rPr lang="en-GB" smtClean="0"/>
              <a:t>7</a:t>
            </a:fld>
            <a:endParaRPr lang="en-GB"/>
          </a:p>
        </p:txBody>
      </p:sp>
    </p:spTree>
    <p:extLst>
      <p:ext uri="{BB962C8B-B14F-4D97-AF65-F5344CB8AC3E}">
        <p14:creationId xmlns:p14="http://schemas.microsoft.com/office/powerpoint/2010/main" val="38001206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6F9A8-36A2-086E-E647-06B39294A5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E88C97-2113-5545-BCCB-62A2066C2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F7B65B-00E6-5BAF-5A9A-BE9E0DFAF5B5}"/>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1F8FC96-92AC-D0A4-149E-9B70B24A8B44}"/>
              </a:ext>
            </a:extLst>
          </p:cNvPr>
          <p:cNvSpPr>
            <a:spLocks noGrp="1"/>
          </p:cNvSpPr>
          <p:nvPr>
            <p:ph type="sldNum" sz="quarter" idx="5"/>
          </p:nvPr>
        </p:nvSpPr>
        <p:spPr/>
        <p:txBody>
          <a:bodyPr/>
          <a:lstStyle/>
          <a:p>
            <a:pPr rtl="0"/>
            <a:fld id="{D4B9A9E5-4F7F-4A7D-9DE1-899232329269}" type="slidenum">
              <a:rPr lang="en-GB" smtClean="0"/>
              <a:t>8</a:t>
            </a:fld>
            <a:endParaRPr lang="en-GB"/>
          </a:p>
        </p:txBody>
      </p:sp>
    </p:spTree>
    <p:extLst>
      <p:ext uri="{BB962C8B-B14F-4D97-AF65-F5344CB8AC3E}">
        <p14:creationId xmlns:p14="http://schemas.microsoft.com/office/powerpoint/2010/main" val="10126579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EBD57-D891-4E01-343A-FF4B56FA6A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B775FD-342C-B833-DB98-DBE02720BD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5234AA-8A12-D57B-C35D-CBB3A92723C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B61CC3FF-F372-1119-B5E2-868D65454AC3}"/>
              </a:ext>
            </a:extLst>
          </p:cNvPr>
          <p:cNvSpPr>
            <a:spLocks noGrp="1"/>
          </p:cNvSpPr>
          <p:nvPr>
            <p:ph type="sldNum" sz="quarter" idx="5"/>
          </p:nvPr>
        </p:nvSpPr>
        <p:spPr/>
        <p:txBody>
          <a:bodyPr/>
          <a:lstStyle/>
          <a:p>
            <a:pPr rtl="0"/>
            <a:fld id="{D4B9A9E5-4F7F-4A7D-9DE1-899232329269}" type="slidenum">
              <a:rPr lang="en-GB" smtClean="0"/>
              <a:t>9</a:t>
            </a:fld>
            <a:endParaRPr lang="en-GB"/>
          </a:p>
        </p:txBody>
      </p:sp>
    </p:spTree>
    <p:extLst>
      <p:ext uri="{BB962C8B-B14F-4D97-AF65-F5344CB8AC3E}">
        <p14:creationId xmlns:p14="http://schemas.microsoft.com/office/powerpoint/2010/main" val="5516095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E7C77-A7B6-76C8-EA77-D8DA478C86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BD32E5-0DD0-4513-A8F1-AD3ED58661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C73AF2-63B9-789C-9519-BD00442ED1E8}"/>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056A9D9A-ADB9-FDFD-1638-5B73FA4B4E45}"/>
              </a:ext>
            </a:extLst>
          </p:cNvPr>
          <p:cNvSpPr>
            <a:spLocks noGrp="1"/>
          </p:cNvSpPr>
          <p:nvPr>
            <p:ph type="sldNum" sz="quarter" idx="5"/>
          </p:nvPr>
        </p:nvSpPr>
        <p:spPr/>
        <p:txBody>
          <a:bodyPr rtlCol="0"/>
          <a:lstStyle/>
          <a:p>
            <a:pPr rtl="0"/>
            <a:fld id="{D4B9A9E5-4F7F-4A7D-9DE1-899232329269}" type="slidenum">
              <a:rPr lang="en-GB" smtClean="0"/>
              <a:t>10</a:t>
            </a:fld>
            <a:endParaRPr lang="en-GB"/>
          </a:p>
        </p:txBody>
      </p:sp>
    </p:spTree>
    <p:extLst>
      <p:ext uri="{BB962C8B-B14F-4D97-AF65-F5344CB8AC3E}">
        <p14:creationId xmlns:p14="http://schemas.microsoft.com/office/powerpoint/2010/main" val="6492749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11</a:t>
            </a:fld>
            <a:endParaRPr lang="en-GB"/>
          </a:p>
        </p:txBody>
      </p:sp>
    </p:spTree>
    <p:extLst>
      <p:ext uri="{BB962C8B-B14F-4D97-AF65-F5344CB8AC3E}">
        <p14:creationId xmlns:p14="http://schemas.microsoft.com/office/powerpoint/2010/main" val="16791218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EA747-A9C6-765C-FAB4-D22158C508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0F799F-ECDB-9D57-895E-C462EBA002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AC401B-9826-CFC7-4667-195EE6BDF516}"/>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2FD6110-6340-F1B2-3673-E85F3859C098}"/>
              </a:ext>
            </a:extLst>
          </p:cNvPr>
          <p:cNvSpPr>
            <a:spLocks noGrp="1"/>
          </p:cNvSpPr>
          <p:nvPr>
            <p:ph type="sldNum" sz="quarter" idx="5"/>
          </p:nvPr>
        </p:nvSpPr>
        <p:spPr/>
        <p:txBody>
          <a:bodyPr/>
          <a:lstStyle/>
          <a:p>
            <a:pPr rtl="0"/>
            <a:fld id="{D4B9A9E5-4F7F-4A7D-9DE1-899232329269}" type="slidenum">
              <a:rPr lang="en-GB" smtClean="0"/>
              <a:t>12</a:t>
            </a:fld>
            <a:endParaRPr lang="en-GB"/>
          </a:p>
        </p:txBody>
      </p:sp>
    </p:spTree>
    <p:extLst>
      <p:ext uri="{BB962C8B-B14F-4D97-AF65-F5344CB8AC3E}">
        <p14:creationId xmlns:p14="http://schemas.microsoft.com/office/powerpoint/2010/main" val="34246532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149F5-48F9-5860-1F79-3C0F7B9226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FFC1D2-C040-2D79-FC4E-290C33721B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54907A-C4D4-1CA6-FF39-2C9C3839E19F}"/>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3B012D3-A55E-3DF7-98A9-18B75FF2B94C}"/>
              </a:ext>
            </a:extLst>
          </p:cNvPr>
          <p:cNvSpPr>
            <a:spLocks noGrp="1"/>
          </p:cNvSpPr>
          <p:nvPr>
            <p:ph type="sldNum" sz="quarter" idx="5"/>
          </p:nvPr>
        </p:nvSpPr>
        <p:spPr/>
        <p:txBody>
          <a:bodyPr/>
          <a:lstStyle/>
          <a:p>
            <a:pPr rtl="0"/>
            <a:fld id="{D4B9A9E5-4F7F-4A7D-9DE1-899232329269}" type="slidenum">
              <a:rPr lang="en-GB" smtClean="0"/>
              <a:t>13</a:t>
            </a:fld>
            <a:endParaRPr lang="en-GB"/>
          </a:p>
        </p:txBody>
      </p:sp>
    </p:spTree>
    <p:extLst>
      <p:ext uri="{BB962C8B-B14F-4D97-AF65-F5344CB8AC3E}">
        <p14:creationId xmlns:p14="http://schemas.microsoft.com/office/powerpoint/2010/main" val="5572657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580F7-6B7F-4518-D9C2-E8C453ECAE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28DFB9-5B10-27CC-413E-B32795CC23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56A1CA-2693-9EAC-4CF9-6590089D827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A661B0F-7161-EA08-A065-0950876BC2A8}"/>
              </a:ext>
            </a:extLst>
          </p:cNvPr>
          <p:cNvSpPr>
            <a:spLocks noGrp="1"/>
          </p:cNvSpPr>
          <p:nvPr>
            <p:ph type="sldNum" sz="quarter" idx="5"/>
          </p:nvPr>
        </p:nvSpPr>
        <p:spPr/>
        <p:txBody>
          <a:bodyPr/>
          <a:lstStyle/>
          <a:p>
            <a:pPr rtl="0"/>
            <a:fld id="{D4B9A9E5-4F7F-4A7D-9DE1-899232329269}" type="slidenum">
              <a:rPr lang="en-GB" smtClean="0"/>
              <a:t>14</a:t>
            </a:fld>
            <a:endParaRPr lang="en-GB"/>
          </a:p>
        </p:txBody>
      </p:sp>
    </p:spTree>
    <p:extLst>
      <p:ext uri="{BB962C8B-B14F-4D97-AF65-F5344CB8AC3E}">
        <p14:creationId xmlns:p14="http://schemas.microsoft.com/office/powerpoint/2010/main" val="3541816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6C712-5C13-4DAC-CE4D-525BC364F7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7D2A4F-4D8C-CE19-E206-713C882079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801E3D-C0F7-1C12-CCF8-BAAD6A9EEF2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8CD7D25-0665-F04C-7607-27837922DE6A}"/>
              </a:ext>
            </a:extLst>
          </p:cNvPr>
          <p:cNvSpPr>
            <a:spLocks noGrp="1"/>
          </p:cNvSpPr>
          <p:nvPr>
            <p:ph type="sldNum" sz="quarter" idx="5"/>
          </p:nvPr>
        </p:nvSpPr>
        <p:spPr/>
        <p:txBody>
          <a:bodyPr/>
          <a:lstStyle/>
          <a:p>
            <a:pPr rtl="0"/>
            <a:fld id="{D4B9A9E5-4F7F-4A7D-9DE1-899232329269}" type="slidenum">
              <a:rPr lang="en-GB" smtClean="0"/>
              <a:t>15</a:t>
            </a:fld>
            <a:endParaRPr lang="en-GB"/>
          </a:p>
        </p:txBody>
      </p:sp>
    </p:spTree>
    <p:extLst>
      <p:ext uri="{BB962C8B-B14F-4D97-AF65-F5344CB8AC3E}">
        <p14:creationId xmlns:p14="http://schemas.microsoft.com/office/powerpoint/2010/main" val="40593901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3DD0A-21F5-D9FE-EB45-8EE59CC851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9260AD-8EB1-8940-B948-8754B01B7E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700D70-10A8-190B-02C5-210727CAA7E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99A0F16-D235-395B-4B22-A708873EF2FB}"/>
              </a:ext>
            </a:extLst>
          </p:cNvPr>
          <p:cNvSpPr>
            <a:spLocks noGrp="1"/>
          </p:cNvSpPr>
          <p:nvPr>
            <p:ph type="sldNum" sz="quarter" idx="5"/>
          </p:nvPr>
        </p:nvSpPr>
        <p:spPr/>
        <p:txBody>
          <a:bodyPr/>
          <a:lstStyle/>
          <a:p>
            <a:pPr rtl="0"/>
            <a:fld id="{D4B9A9E5-4F7F-4A7D-9DE1-899232329269}" type="slidenum">
              <a:rPr lang="en-GB" smtClean="0"/>
              <a:t>16</a:t>
            </a:fld>
            <a:endParaRPr lang="en-GB"/>
          </a:p>
        </p:txBody>
      </p:sp>
    </p:spTree>
    <p:extLst>
      <p:ext uri="{BB962C8B-B14F-4D97-AF65-F5344CB8AC3E}">
        <p14:creationId xmlns:p14="http://schemas.microsoft.com/office/powerpoint/2010/main" val="32583144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92B17-292A-B3CA-2924-83B9611F76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3A8AEF-82F2-51A1-C213-FFEA7BB921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2098C9-D259-7CF0-55DA-6DFDB482BED3}"/>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E6E7373-1228-44AE-DC8B-52BD8012D9DD}"/>
              </a:ext>
            </a:extLst>
          </p:cNvPr>
          <p:cNvSpPr>
            <a:spLocks noGrp="1"/>
          </p:cNvSpPr>
          <p:nvPr>
            <p:ph type="sldNum" sz="quarter" idx="5"/>
          </p:nvPr>
        </p:nvSpPr>
        <p:spPr/>
        <p:txBody>
          <a:bodyPr/>
          <a:lstStyle/>
          <a:p>
            <a:pPr rtl="0"/>
            <a:fld id="{D4B9A9E5-4F7F-4A7D-9DE1-899232329269}" type="slidenum">
              <a:rPr lang="en-GB" smtClean="0"/>
              <a:t>17</a:t>
            </a:fld>
            <a:endParaRPr lang="en-GB"/>
          </a:p>
        </p:txBody>
      </p:sp>
    </p:spTree>
    <p:extLst>
      <p:ext uri="{BB962C8B-B14F-4D97-AF65-F5344CB8AC3E}">
        <p14:creationId xmlns:p14="http://schemas.microsoft.com/office/powerpoint/2010/main" val="36221920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2FAAB-B89A-B9CB-6334-6615EFFD13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33FB4F-D539-3C4E-DB74-FAD57126B8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79F2F2-D6CC-B8DB-CDE9-891E3F3A974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AB52D8D-8C23-D2A7-7969-67E305C70903}"/>
              </a:ext>
            </a:extLst>
          </p:cNvPr>
          <p:cNvSpPr>
            <a:spLocks noGrp="1"/>
          </p:cNvSpPr>
          <p:nvPr>
            <p:ph type="sldNum" sz="quarter" idx="5"/>
          </p:nvPr>
        </p:nvSpPr>
        <p:spPr/>
        <p:txBody>
          <a:bodyPr/>
          <a:lstStyle/>
          <a:p>
            <a:pPr rtl="0"/>
            <a:fld id="{D4B9A9E5-4F7F-4A7D-9DE1-899232329269}" type="slidenum">
              <a:rPr lang="en-GB" smtClean="0"/>
              <a:t>18</a:t>
            </a:fld>
            <a:endParaRPr lang="en-GB"/>
          </a:p>
        </p:txBody>
      </p:sp>
    </p:spTree>
    <p:extLst>
      <p:ext uri="{BB962C8B-B14F-4D97-AF65-F5344CB8AC3E}">
        <p14:creationId xmlns:p14="http://schemas.microsoft.com/office/powerpoint/2010/main" val="35968293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FD8AD-F130-49AB-25E3-808DFD49A2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BEB95-46CF-0801-8E60-34187787FC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A657DC-54DC-4412-8011-020CD95EB56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5736AC1-7808-64E4-2CA5-D7262B41A65F}"/>
              </a:ext>
            </a:extLst>
          </p:cNvPr>
          <p:cNvSpPr>
            <a:spLocks noGrp="1"/>
          </p:cNvSpPr>
          <p:nvPr>
            <p:ph type="sldNum" sz="quarter" idx="5"/>
          </p:nvPr>
        </p:nvSpPr>
        <p:spPr/>
        <p:txBody>
          <a:bodyPr/>
          <a:lstStyle/>
          <a:p>
            <a:pPr rtl="0"/>
            <a:fld id="{D4B9A9E5-4F7F-4A7D-9DE1-899232329269}" type="slidenum">
              <a:rPr lang="en-GB" smtClean="0"/>
              <a:t>19</a:t>
            </a:fld>
            <a:endParaRPr lang="en-GB"/>
          </a:p>
        </p:txBody>
      </p:sp>
    </p:spTree>
    <p:extLst>
      <p:ext uri="{BB962C8B-B14F-4D97-AF65-F5344CB8AC3E}">
        <p14:creationId xmlns:p14="http://schemas.microsoft.com/office/powerpoint/2010/main" val="21347163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DEF41-D602-246E-5E3C-6D3D447675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AD7341-A1D8-8505-F6A8-E4FE025379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1D1695-42C5-DE01-7DFE-96E53009B785}"/>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FADAEBC6-2DC9-2B71-74EB-1ED90216B3D0}"/>
              </a:ext>
            </a:extLst>
          </p:cNvPr>
          <p:cNvSpPr>
            <a:spLocks noGrp="1"/>
          </p:cNvSpPr>
          <p:nvPr>
            <p:ph type="sldNum" sz="quarter" idx="5"/>
          </p:nvPr>
        </p:nvSpPr>
        <p:spPr/>
        <p:txBody>
          <a:bodyPr rtlCol="0"/>
          <a:lstStyle/>
          <a:p>
            <a:pPr rtl="0"/>
            <a:fld id="{D4B9A9E5-4F7F-4A7D-9DE1-899232329269}" type="slidenum">
              <a:rPr lang="en-GB" smtClean="0"/>
              <a:t>20</a:t>
            </a:fld>
            <a:endParaRPr lang="en-GB"/>
          </a:p>
        </p:txBody>
      </p:sp>
    </p:spTree>
    <p:extLst>
      <p:ext uri="{BB962C8B-B14F-4D97-AF65-F5344CB8AC3E}">
        <p14:creationId xmlns:p14="http://schemas.microsoft.com/office/powerpoint/2010/main" val="652445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46E6E-EAFC-29F6-74C7-A3B960421F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B64E25-A203-D13D-F539-DE67E5B661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1F6804-40C7-E4AA-60BE-323E0F5F4487}"/>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99B474CF-FA10-B5B0-EFFA-FE290C071DD8}"/>
              </a:ext>
            </a:extLst>
          </p:cNvPr>
          <p:cNvSpPr>
            <a:spLocks noGrp="1"/>
          </p:cNvSpPr>
          <p:nvPr>
            <p:ph type="sldNum" sz="quarter" idx="5"/>
          </p:nvPr>
        </p:nvSpPr>
        <p:spPr/>
        <p:txBody>
          <a:bodyPr rtlCol="0"/>
          <a:lstStyle/>
          <a:p>
            <a:pPr rtl="0"/>
            <a:fld id="{D4B9A9E5-4F7F-4A7D-9DE1-899232329269}" type="slidenum">
              <a:rPr lang="en-GB" smtClean="0"/>
              <a:t>21</a:t>
            </a:fld>
            <a:endParaRPr lang="en-GB"/>
          </a:p>
        </p:txBody>
      </p:sp>
    </p:spTree>
    <p:extLst>
      <p:ext uri="{BB962C8B-B14F-4D97-AF65-F5344CB8AC3E}">
        <p14:creationId xmlns:p14="http://schemas.microsoft.com/office/powerpoint/2010/main" val="4636316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289DF-6D1B-0AAD-4E18-FC651B3213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45A7EF-3495-FD46-AE7A-2448F45773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926E89-BD54-5967-1179-D71F26DD18D4}"/>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652E033E-F02D-E06B-E7FB-6920BBE69824}"/>
              </a:ext>
            </a:extLst>
          </p:cNvPr>
          <p:cNvSpPr>
            <a:spLocks noGrp="1"/>
          </p:cNvSpPr>
          <p:nvPr>
            <p:ph type="sldNum" sz="quarter" idx="5"/>
          </p:nvPr>
        </p:nvSpPr>
        <p:spPr/>
        <p:txBody>
          <a:bodyPr rtlCol="0"/>
          <a:lstStyle/>
          <a:p>
            <a:pPr rtl="0"/>
            <a:fld id="{D4B9A9E5-4F7F-4A7D-9DE1-899232329269}" type="slidenum">
              <a:rPr lang="en-GB" smtClean="0"/>
              <a:t>22</a:t>
            </a:fld>
            <a:endParaRPr lang="en-GB"/>
          </a:p>
        </p:txBody>
      </p:sp>
    </p:spTree>
    <p:extLst>
      <p:ext uri="{BB962C8B-B14F-4D97-AF65-F5344CB8AC3E}">
        <p14:creationId xmlns:p14="http://schemas.microsoft.com/office/powerpoint/2010/main" val="22529812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49C70-98C2-21CB-C09D-36E78111A1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C9AA0D-1F99-794B-3AB3-6C1020158C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5E9CDC-1696-7672-BF54-4FC28322B29D}"/>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780B7639-4EF8-9DC8-E677-65ECD310774D}"/>
              </a:ext>
            </a:extLst>
          </p:cNvPr>
          <p:cNvSpPr>
            <a:spLocks noGrp="1"/>
          </p:cNvSpPr>
          <p:nvPr>
            <p:ph type="sldNum" sz="quarter" idx="5"/>
          </p:nvPr>
        </p:nvSpPr>
        <p:spPr/>
        <p:txBody>
          <a:bodyPr rtlCol="0"/>
          <a:lstStyle/>
          <a:p>
            <a:pPr rtl="0"/>
            <a:fld id="{D4B9A9E5-4F7F-4A7D-9DE1-899232329269}" type="slidenum">
              <a:rPr lang="en-GB" smtClean="0"/>
              <a:t>23</a:t>
            </a:fld>
            <a:endParaRPr lang="en-GB"/>
          </a:p>
        </p:txBody>
      </p:sp>
    </p:spTree>
    <p:extLst>
      <p:ext uri="{BB962C8B-B14F-4D97-AF65-F5344CB8AC3E}">
        <p14:creationId xmlns:p14="http://schemas.microsoft.com/office/powerpoint/2010/main" val="3783418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0E292-22CB-250F-6400-9F13A82307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C50C51-960D-C53E-3897-1BBD8FC07D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EF774B-FEA8-27A2-B9BD-C6AB62CEA520}"/>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F88ED22A-0C3B-7145-A7BC-A322CE501B5C}"/>
              </a:ext>
            </a:extLst>
          </p:cNvPr>
          <p:cNvSpPr>
            <a:spLocks noGrp="1"/>
          </p:cNvSpPr>
          <p:nvPr>
            <p:ph type="sldNum" sz="quarter" idx="5"/>
          </p:nvPr>
        </p:nvSpPr>
        <p:spPr/>
        <p:txBody>
          <a:bodyPr rtlCol="0"/>
          <a:lstStyle/>
          <a:p>
            <a:pPr rtl="0"/>
            <a:fld id="{D4B9A9E5-4F7F-4A7D-9DE1-899232329269}" type="slidenum">
              <a:rPr lang="en-GB" smtClean="0"/>
              <a:t>24</a:t>
            </a:fld>
            <a:endParaRPr lang="en-GB"/>
          </a:p>
        </p:txBody>
      </p:sp>
    </p:spTree>
    <p:extLst>
      <p:ext uri="{BB962C8B-B14F-4D97-AF65-F5344CB8AC3E}">
        <p14:creationId xmlns:p14="http://schemas.microsoft.com/office/powerpoint/2010/main" val="12074164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4FB27-ECBC-EABB-FADD-C5A7074E56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E7970C-E518-7E9D-68E4-2D2D00132C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0E84B7-9618-3EF9-FC44-CF4101D7F526}"/>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AC464CF-9891-56DE-5202-1C2B98BCA17C}"/>
              </a:ext>
            </a:extLst>
          </p:cNvPr>
          <p:cNvSpPr>
            <a:spLocks noGrp="1"/>
          </p:cNvSpPr>
          <p:nvPr>
            <p:ph type="sldNum" sz="quarter" idx="5"/>
          </p:nvPr>
        </p:nvSpPr>
        <p:spPr/>
        <p:txBody>
          <a:bodyPr/>
          <a:lstStyle/>
          <a:p>
            <a:pPr rtl="0"/>
            <a:fld id="{D4B9A9E5-4F7F-4A7D-9DE1-899232329269}" type="slidenum">
              <a:rPr lang="en-GB" smtClean="0"/>
              <a:t>25</a:t>
            </a:fld>
            <a:endParaRPr lang="en-GB"/>
          </a:p>
        </p:txBody>
      </p:sp>
    </p:spTree>
    <p:extLst>
      <p:ext uri="{BB962C8B-B14F-4D97-AF65-F5344CB8AC3E}">
        <p14:creationId xmlns:p14="http://schemas.microsoft.com/office/powerpoint/2010/main" val="40575443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5F910-2FC0-0EB2-32F8-599BD9E69B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0C6B75-9EB3-9F27-5C30-D6E2E6FB50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DB336F-F013-CB6A-49DA-0F669F1C7D0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DFD0561-F3BA-8B1C-DDA4-FB7591718B83}"/>
              </a:ext>
            </a:extLst>
          </p:cNvPr>
          <p:cNvSpPr>
            <a:spLocks noGrp="1"/>
          </p:cNvSpPr>
          <p:nvPr>
            <p:ph type="sldNum" sz="quarter" idx="5"/>
          </p:nvPr>
        </p:nvSpPr>
        <p:spPr/>
        <p:txBody>
          <a:bodyPr/>
          <a:lstStyle/>
          <a:p>
            <a:pPr rtl="0"/>
            <a:fld id="{D4B9A9E5-4F7F-4A7D-9DE1-899232329269}" type="slidenum">
              <a:rPr lang="en-GB" smtClean="0"/>
              <a:t>26</a:t>
            </a:fld>
            <a:endParaRPr lang="en-GB"/>
          </a:p>
        </p:txBody>
      </p:sp>
    </p:spTree>
    <p:extLst>
      <p:ext uri="{BB962C8B-B14F-4D97-AF65-F5344CB8AC3E}">
        <p14:creationId xmlns:p14="http://schemas.microsoft.com/office/powerpoint/2010/main" val="5399241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06EC1-EFC6-9878-FFA4-B4832B40E9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186453-59D3-16FE-9692-D84BA34BF7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08956E-8C7D-14B4-1ED6-39BC4E756A36}"/>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933D7A1-ECE9-8E60-F66A-C81B2F62B563}"/>
              </a:ext>
            </a:extLst>
          </p:cNvPr>
          <p:cNvSpPr>
            <a:spLocks noGrp="1"/>
          </p:cNvSpPr>
          <p:nvPr>
            <p:ph type="sldNum" sz="quarter" idx="5"/>
          </p:nvPr>
        </p:nvSpPr>
        <p:spPr/>
        <p:txBody>
          <a:bodyPr/>
          <a:lstStyle/>
          <a:p>
            <a:pPr rtl="0"/>
            <a:fld id="{D4B9A9E5-4F7F-4A7D-9DE1-899232329269}" type="slidenum">
              <a:rPr lang="en-GB" smtClean="0"/>
              <a:t>27</a:t>
            </a:fld>
            <a:endParaRPr lang="en-GB"/>
          </a:p>
        </p:txBody>
      </p:sp>
    </p:spTree>
    <p:extLst>
      <p:ext uri="{BB962C8B-B14F-4D97-AF65-F5344CB8AC3E}">
        <p14:creationId xmlns:p14="http://schemas.microsoft.com/office/powerpoint/2010/main" val="33066665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675EE-B892-E5C4-2A71-EDE0952BC1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7481AB-999E-864F-6161-0F3ACEE73F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B6D4B1-438F-4BFC-BB01-710D2A52BABF}"/>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088D1C8-3E8F-80B4-1EE6-6CF1EA4DA359}"/>
              </a:ext>
            </a:extLst>
          </p:cNvPr>
          <p:cNvSpPr>
            <a:spLocks noGrp="1"/>
          </p:cNvSpPr>
          <p:nvPr>
            <p:ph type="sldNum" sz="quarter" idx="5"/>
          </p:nvPr>
        </p:nvSpPr>
        <p:spPr/>
        <p:txBody>
          <a:bodyPr/>
          <a:lstStyle/>
          <a:p>
            <a:pPr rtl="0"/>
            <a:fld id="{D4B9A9E5-4F7F-4A7D-9DE1-899232329269}" type="slidenum">
              <a:rPr lang="en-GB" smtClean="0"/>
              <a:t>28</a:t>
            </a:fld>
            <a:endParaRPr lang="en-GB"/>
          </a:p>
        </p:txBody>
      </p:sp>
    </p:spTree>
    <p:extLst>
      <p:ext uri="{BB962C8B-B14F-4D97-AF65-F5344CB8AC3E}">
        <p14:creationId xmlns:p14="http://schemas.microsoft.com/office/powerpoint/2010/main" val="21815737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1CEB1-268E-FD47-61EB-270C234E5B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0D1F59-1D8E-DF78-739F-1E99AB71DA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083344-A2C2-D739-164C-B8E213B0F540}"/>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0289B39-65FD-683E-2BDD-A34C5F2F7D7A}"/>
              </a:ext>
            </a:extLst>
          </p:cNvPr>
          <p:cNvSpPr>
            <a:spLocks noGrp="1"/>
          </p:cNvSpPr>
          <p:nvPr>
            <p:ph type="sldNum" sz="quarter" idx="5"/>
          </p:nvPr>
        </p:nvSpPr>
        <p:spPr/>
        <p:txBody>
          <a:bodyPr/>
          <a:lstStyle/>
          <a:p>
            <a:pPr rtl="0"/>
            <a:fld id="{D4B9A9E5-4F7F-4A7D-9DE1-899232329269}" type="slidenum">
              <a:rPr lang="en-GB" smtClean="0"/>
              <a:t>29</a:t>
            </a:fld>
            <a:endParaRPr lang="en-GB"/>
          </a:p>
        </p:txBody>
      </p:sp>
    </p:spTree>
    <p:extLst>
      <p:ext uri="{BB962C8B-B14F-4D97-AF65-F5344CB8AC3E}">
        <p14:creationId xmlns:p14="http://schemas.microsoft.com/office/powerpoint/2010/main" val="1802255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30</a:t>
            </a:fld>
            <a:endParaRPr lang="en-GB"/>
          </a:p>
        </p:txBody>
      </p:sp>
    </p:spTree>
    <p:extLst>
      <p:ext uri="{BB962C8B-B14F-4D97-AF65-F5344CB8AC3E}">
        <p14:creationId xmlns:p14="http://schemas.microsoft.com/office/powerpoint/2010/main" val="40721432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6.sv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23.svg"/><Relationship Id="rId4" Type="http://schemas.openxmlformats.org/officeDocument/2006/relationships/image" Target="../media/image2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rtlCol="0" anchor="b">
            <a:noAutofit/>
          </a:bodyPr>
          <a:lstStyle>
            <a:lvl1pPr algn="l">
              <a:defRPr sz="3600" cap="all" spc="150" baseline="0"/>
            </a:lvl1pPr>
          </a:lstStyle>
          <a:p>
            <a:pPr rtl="0"/>
            <a:r>
              <a:rPr lang="en-GB" noProof="0"/>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rtlCol="0">
            <a:normAutofit/>
          </a:bodyPr>
          <a:lstStyle>
            <a:lvl1pPr marL="0" indent="0" algn="l">
              <a:lnSpc>
                <a:spcPct val="100000"/>
              </a:lnSpc>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n-GB" noProof="0"/>
          </a:p>
        </p:txBody>
      </p:sp>
      <p:pic>
        <p:nvPicPr>
          <p:cNvPr id="8" name="Graphic 7">
            <a:extLst>
              <a:ext uri="{FF2B5EF4-FFF2-40B4-BE49-F238E27FC236}">
                <a16:creationId xmlns:a16="http://schemas.microsoft.com/office/drawing/2014/main" id="{A04F1E16-9A84-4D0E-9706-79C396AF6AE6}"/>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rtlCol="0" anchor="b">
            <a:normAutofit/>
          </a:bodyPr>
          <a:lstStyle>
            <a:lvl1pPr>
              <a:defRPr sz="2800" spc="150" baseline="0">
                <a:solidFill>
                  <a:schemeClr val="bg1"/>
                </a:solidFill>
              </a:defRPr>
            </a:lvl1pPr>
          </a:lstStyle>
          <a:p>
            <a:pPr rtl="0"/>
            <a:r>
              <a:rPr lang="en-GB" noProof="0"/>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rtlCol="0">
            <a:normAutofit/>
          </a:bodyPr>
          <a:lstStyle>
            <a:lvl1pPr marL="0" indent="0">
              <a:lnSpc>
                <a:spcPct val="120000"/>
              </a:lnSpc>
              <a:spcBef>
                <a:spcPts val="1000"/>
              </a:spcBef>
              <a:buNone/>
              <a:defRPr sz="1400" baseline="0">
                <a:solidFill>
                  <a:schemeClr val="bg1"/>
                </a:solidFill>
              </a:defRPr>
            </a:lvl1pPr>
            <a:lvl2pPr marL="457200" indent="0">
              <a:lnSpc>
                <a:spcPct val="120000"/>
              </a:lnSpc>
              <a:spcBef>
                <a:spcPts val="1000"/>
              </a:spcBef>
              <a:buNone/>
              <a:defRPr sz="1400" baseline="0">
                <a:solidFill>
                  <a:schemeClr val="bg1"/>
                </a:solidFill>
              </a:defRPr>
            </a:lvl2pPr>
            <a:lvl3pPr marL="914400" indent="0">
              <a:lnSpc>
                <a:spcPct val="120000"/>
              </a:lnSpc>
              <a:spcBef>
                <a:spcPts val="1000"/>
              </a:spcBef>
              <a:buNone/>
              <a:defRPr sz="1400" baseline="0">
                <a:solidFill>
                  <a:schemeClr val="bg1"/>
                </a:solidFill>
              </a:defRPr>
            </a:lvl3pPr>
            <a:lvl4pPr marL="1371600" indent="0">
              <a:lnSpc>
                <a:spcPct val="120000"/>
              </a:lnSpc>
              <a:spcBef>
                <a:spcPts val="1000"/>
              </a:spcBef>
              <a:buNone/>
              <a:defRPr sz="1400" baseline="0">
                <a:solidFill>
                  <a:schemeClr val="bg1"/>
                </a:solidFill>
              </a:defRPr>
            </a:lvl4pPr>
            <a:lvl5pPr marL="1828800" indent="0">
              <a:lnSpc>
                <a:spcPct val="120000"/>
              </a:lnSpc>
              <a:spcBef>
                <a:spcPts val="1000"/>
              </a:spcBef>
              <a:buNone/>
              <a:defRPr sz="1400" baseline="0">
                <a:solidFill>
                  <a:schemeClr val="bg1"/>
                </a:solidFill>
              </a:defRPr>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rtlCol="0"/>
          <a:lstStyle>
            <a:lvl1pPr>
              <a:defRPr sz="900"/>
            </a:lvl1pPr>
          </a:lstStyle>
          <a:p>
            <a:pPr rtl="0"/>
            <a:r>
              <a:rPr lang="en-GB" noProof="0"/>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rtlCol="0"/>
          <a:lstStyle>
            <a:lvl1pPr>
              <a:defRPr sz="900"/>
            </a:lvl1pPr>
          </a:lstStyle>
          <a:p>
            <a:pPr rtl="0"/>
            <a:r>
              <a:rPr lang="en-GB" noProof="0"/>
              <a:t>Pitch Deck</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pPr rtl="0"/>
            <a:endParaRPr lang="en-GB" noProof="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rtlCol="0">
            <a:normAutofit/>
          </a:bodyPr>
          <a:lstStyle>
            <a:lvl1pPr>
              <a:defRPr lang="en-US" sz="2800" kern="1200" cap="all" spc="150" baseline="0" dirty="0">
                <a:solidFill>
                  <a:schemeClr val="tx1"/>
                </a:solidFill>
                <a:latin typeface="+mj-lt"/>
                <a:ea typeface="+mj-ea"/>
                <a:cs typeface="+mj-cs"/>
              </a:defRPr>
            </a:lvl1pPr>
          </a:lstStyle>
          <a:p>
            <a:pPr rtl="0"/>
            <a:r>
              <a:rPr lang="en-GB" noProof="0"/>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rtlCol="0" anchor="ctr">
            <a:noAutofit/>
          </a:bodyPr>
          <a:lstStyle>
            <a:lvl1pPr marL="0" indent="0" algn="r">
              <a:buNone/>
              <a:defRPr sz="1600" cap="all" spc="150" baseline="0"/>
            </a:lvl1pPr>
          </a:lstStyle>
          <a:p>
            <a:pPr lvl="0" rtl="0"/>
            <a:r>
              <a:rPr lang="en-GB" noProof="0"/>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rtlCol="0" anchor="ctr">
            <a:noAutofit/>
          </a:bodyPr>
          <a:lstStyle>
            <a:lvl1pPr marL="0" indent="0" algn="r">
              <a:buNone/>
              <a:defRPr sz="1600" cap="all" spc="150" baseline="0"/>
            </a:lvl1pPr>
          </a:lstStyle>
          <a:p>
            <a:pPr lvl="0" rtl="0"/>
            <a:r>
              <a:rPr lang="en-GB" noProof="0"/>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rtlCol="0" anchor="ctr">
            <a:noAutofit/>
          </a:bodyPr>
          <a:lstStyle>
            <a:lvl1pPr marL="0" indent="0" algn="r">
              <a:buNone/>
              <a:defRPr sz="1600" cap="all" spc="150" baseline="0"/>
            </a:lvl1pPr>
          </a:lstStyle>
          <a:p>
            <a:pPr lvl="0" rtl="0"/>
            <a:r>
              <a:rPr lang="en-GB" noProof="0"/>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rtlCol="0" anchor="ctr">
            <a:noAutofit/>
          </a:bodyPr>
          <a:lstStyle>
            <a:lvl1pPr marL="0" indent="0" algn="r">
              <a:buNone/>
              <a:defRPr sz="1600" cap="all" spc="150" baseline="0"/>
            </a:lvl1pPr>
          </a:lstStyle>
          <a:p>
            <a:pPr lvl="0" rtl="0"/>
            <a:r>
              <a:rPr lang="en-GB" noProof="0"/>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rtlCol="0" anchor="t">
            <a:normAutofit/>
          </a:bodyPr>
          <a:lstStyle>
            <a:lvl1pPr marL="0" indent="0" algn="l">
              <a:lnSpc>
                <a:spcPct val="100000"/>
              </a:lnSpc>
              <a:buNone/>
              <a:defRPr sz="1400" spc="50" baseline="0"/>
            </a:lvl1pPr>
          </a:lstStyle>
          <a:p>
            <a:pPr lvl="0" rtl="0"/>
            <a:r>
              <a:rPr lang="en-GB" noProof="0"/>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73328"/>
            <a:ext cx="5539095" cy="1010842"/>
          </a:xfrm>
        </p:spPr>
        <p:txBody>
          <a:bodyPr rtlCol="0" anchor="t">
            <a:normAutofit/>
          </a:bodyPr>
          <a:lstStyle>
            <a:lvl1pPr marL="0" indent="0" algn="l">
              <a:lnSpc>
                <a:spcPct val="100000"/>
              </a:lnSpc>
              <a:buNone/>
              <a:defRPr sz="1400" spc="50" baseline="0"/>
            </a:lvl1pPr>
          </a:lstStyle>
          <a:p>
            <a:pPr lvl="0" rtl="0"/>
            <a:r>
              <a:rPr lang="en-GB" noProof="0"/>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rtlCol="0" anchor="t">
            <a:normAutofit/>
          </a:bodyPr>
          <a:lstStyle>
            <a:lvl1pPr marL="0" indent="0" algn="l">
              <a:lnSpc>
                <a:spcPct val="100000"/>
              </a:lnSpc>
              <a:buNone/>
              <a:defRPr sz="1400" spc="50" baseline="0"/>
            </a:lvl1pPr>
          </a:lstStyle>
          <a:p>
            <a:pPr lvl="0" rtl="0"/>
            <a:r>
              <a:rPr lang="en-GB" noProof="0"/>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rtlCol="0" anchor="t">
            <a:normAutofit/>
          </a:bodyPr>
          <a:lstStyle>
            <a:lvl1pPr marL="0" indent="0" algn="l">
              <a:lnSpc>
                <a:spcPct val="100000"/>
              </a:lnSpc>
              <a:buNone/>
              <a:defRPr sz="1400" spc="50" baseline="0"/>
            </a:lvl1pPr>
          </a:lstStyle>
          <a:p>
            <a:pPr lvl="0" rtl="0"/>
            <a:r>
              <a:rPr lang="en-GB" noProof="0"/>
              <a:t>Click to edit master text style</a:t>
            </a:r>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rtlCol="0"/>
          <a:lstStyle>
            <a:lvl1pPr>
              <a:defRPr sz="900">
                <a:solidFill>
                  <a:srgbClr val="898989"/>
                </a:solidFill>
              </a:defRPr>
            </a:lvl1pPr>
          </a:lstStyle>
          <a:p>
            <a:pPr rtl="0"/>
            <a:r>
              <a:rPr lang="en-GB" noProof="0"/>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175279" y="6356350"/>
            <a:ext cx="1808712" cy="365125"/>
          </a:xfrm>
        </p:spPr>
        <p:txBody>
          <a:bodyPr rtlCol="0"/>
          <a:lstStyle>
            <a:lvl1pPr>
              <a:defRPr sz="900"/>
            </a:lvl1pPr>
          </a:lstStyle>
          <a:p>
            <a:pPr algn="l" rtl="0"/>
            <a:r>
              <a:rPr lang="en-GB" noProof="0"/>
              <a:t>Pitch Deck</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bg1"/>
                </a:solidFill>
                <a:latin typeface="+mj-lt"/>
                <a:ea typeface="+mj-ea"/>
                <a:cs typeface="+mj-cs"/>
              </a:defRPr>
            </a:lvl1pPr>
          </a:lstStyle>
          <a:p>
            <a:pPr rtl="0"/>
            <a:r>
              <a:rPr lang="en-GB" noProof="0"/>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rtlCol="0">
            <a:normAutofit/>
          </a:bodyPr>
          <a:lstStyle>
            <a:lvl1pPr marL="0" indent="0" algn="ctr">
              <a:buNone/>
              <a:defRPr lang="en-US" sz="2000" kern="1200" spc="150" baseline="0" dirty="0">
                <a:solidFill>
                  <a:schemeClr val="bg1"/>
                </a:solidFill>
                <a:latin typeface="+mj-lt"/>
                <a:ea typeface="+mj-ea"/>
                <a:cs typeface="+mj-cs"/>
              </a:defRPr>
            </a:lvl1pPr>
          </a:lstStyle>
          <a:p>
            <a:pPr lvl="0" rtl="0"/>
            <a:r>
              <a:rPr lang="en-GB" noProof="0"/>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defRPr>
            </a:lvl1pPr>
          </a:lstStyle>
          <a:p>
            <a:pPr lvl="0" rtl="0"/>
            <a:r>
              <a:rPr lang="en-GB" noProof="0"/>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rtlCol="0">
            <a:normAutofit/>
          </a:bodyPr>
          <a:lstStyle>
            <a:lvl1pPr marL="0" indent="0" algn="ctr">
              <a:buNone/>
              <a:defRPr lang="en-US" sz="2000" kern="1200" spc="150" baseline="0" dirty="0">
                <a:solidFill>
                  <a:schemeClr val="bg1"/>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defRPr>
            </a:lvl1pPr>
          </a:lstStyle>
          <a:p>
            <a:pPr lvl="0" rtl="0"/>
            <a:r>
              <a:rPr lang="en-GB" noProof="0"/>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rtlCol="0">
            <a:normAutofit/>
          </a:bodyPr>
          <a:lstStyle>
            <a:lvl1pPr marL="0" indent="0" algn="ctr">
              <a:buNone/>
              <a:defRPr lang="en-US" sz="2000" kern="1200" spc="150" baseline="0" dirty="0">
                <a:solidFill>
                  <a:schemeClr val="bg1"/>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defRPr>
            </a:lvl1pPr>
          </a:lstStyle>
          <a:p>
            <a:pPr lvl="0" rtl="0"/>
            <a:r>
              <a:rPr lang="en-GB" noProof="0"/>
              <a:t>Click to add text</a:t>
            </a:r>
          </a:p>
        </p:txBody>
      </p:sp>
      <p:sp>
        <p:nvSpPr>
          <p:cNvPr id="12" name="Text Placeholder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rtlCol="0">
            <a:normAutofit/>
          </a:bodyPr>
          <a:lstStyle>
            <a:lvl1pPr marL="0" indent="0" algn="ctr">
              <a:buNone/>
              <a:defRPr lang="en-US" sz="2000" kern="1200" spc="150" baseline="0" dirty="0">
                <a:solidFill>
                  <a:schemeClr val="bg1"/>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ADD SUBTITLE</a:t>
            </a:r>
          </a:p>
        </p:txBody>
      </p:sp>
      <p:sp>
        <p:nvSpPr>
          <p:cNvPr id="13" name="Text Placeholder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defRPr>
            </a:lvl1pPr>
          </a:lstStyle>
          <a:p>
            <a:pPr lvl="0" rtl="0"/>
            <a:r>
              <a:rPr lang="en-GB" noProof="0"/>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rtlCol="0"/>
          <a:lstStyle/>
          <a:p>
            <a:pPr rtl="0"/>
            <a:r>
              <a:rPr lang="en-GB" noProof="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rtlCol="0"/>
          <a:lstStyle/>
          <a:p>
            <a:pPr rtl="0"/>
            <a:r>
              <a:rPr lang="en-GB" noProof="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rtlCol="0"/>
          <a:lstStyle/>
          <a:p>
            <a:pPr rtl="0"/>
            <a:fld id="{B5CEABB6-07DC-46E8-9B57-56EC44A396E5}" type="slidenum">
              <a:rPr lang="en-GB" noProof="0" smtClean="0"/>
              <a:t>‹#›</a:t>
            </a:fld>
            <a:endParaRPr lang="en-GB" noProof="0"/>
          </a:p>
        </p:txBody>
      </p:sp>
      <p:cxnSp>
        <p:nvCxnSpPr>
          <p:cNvPr id="2" name="Straight Connector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rtlCol="0" anchor="b">
            <a:normAutofit/>
          </a:bodyPr>
          <a:lstStyle>
            <a:lvl1pPr algn="l">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rtlCol="0">
            <a:normAutofit/>
          </a:bodyPr>
          <a:lstStyle>
            <a:lvl1pPr marL="0" indent="0">
              <a:buNone/>
              <a:defRPr lang="en-US" sz="2000" kern="1200" spc="150" baseline="0" dirty="0">
                <a:solidFill>
                  <a:schemeClr val="tx1"/>
                </a:solidFill>
                <a:latin typeface="+mj-lt"/>
                <a:ea typeface="+mj-ea"/>
                <a:cs typeface="+mj-cs"/>
              </a:defRPr>
            </a:lvl1pPr>
          </a:lstStyle>
          <a:p>
            <a:pPr lvl="0" rtl="0"/>
            <a:r>
              <a:rPr lang="en-GB" noProof="0"/>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16" name="Text Placeholder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rtlCol="0">
            <a:normAutofit/>
          </a:bodyPr>
          <a:lstStyle>
            <a:lvl1pPr marL="0" indent="0">
              <a:buNone/>
              <a:defRPr lang="en-US" sz="2000" kern="1200" spc="150" baseline="0" dirty="0">
                <a:solidFill>
                  <a:schemeClr val="tx1"/>
                </a:solidFill>
                <a:latin typeface="+mj-lt"/>
                <a:ea typeface="+mj-ea"/>
                <a:cs typeface="+mj-cs"/>
              </a:defRPr>
            </a:lvl1pPr>
          </a:lstStyle>
          <a:p>
            <a:pPr lvl="0" rtl="0"/>
            <a:r>
              <a:rPr lang="en-GB" noProof="0"/>
              <a:t>CLICK TO ADD SUBTITLE</a:t>
            </a:r>
          </a:p>
        </p:txBody>
      </p:sp>
      <p:sp>
        <p:nvSpPr>
          <p:cNvPr id="18" name="Text Placeholder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19" name="Text Placeholder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rtlCol="0">
            <a:normAutofit/>
          </a:bodyPr>
          <a:lstStyle>
            <a:lvl1pPr marL="0" indent="0">
              <a:buNone/>
              <a:defRPr lang="en-US" sz="2000" kern="1200" spc="150" baseline="0" dirty="0">
                <a:solidFill>
                  <a:schemeClr val="tx1"/>
                </a:solidFill>
                <a:latin typeface="+mj-lt"/>
                <a:ea typeface="+mj-ea"/>
                <a:cs typeface="+mj-cs"/>
              </a:defRPr>
            </a:lvl1pPr>
          </a:lstStyle>
          <a:p>
            <a:pPr lvl="0" rtl="0"/>
            <a:r>
              <a:rPr lang="en-GB" noProof="0"/>
              <a:t>CLICK TO ADD SUBTITLE</a:t>
            </a:r>
          </a:p>
        </p:txBody>
      </p:sp>
      <p:sp>
        <p:nvSpPr>
          <p:cNvPr id="20" name="Text Placeholder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23" name="Text Placeholder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rtlCol="0">
            <a:normAutofit/>
          </a:bodyPr>
          <a:lstStyle>
            <a:lvl1pPr marL="0" indent="0">
              <a:buNone/>
              <a:defRPr lang="en-US" sz="2000" kern="1200" spc="150" baseline="0" dirty="0">
                <a:solidFill>
                  <a:schemeClr val="tx1"/>
                </a:solidFill>
                <a:latin typeface="+mj-lt"/>
                <a:ea typeface="+mj-ea"/>
                <a:cs typeface="+mj-cs"/>
              </a:defRPr>
            </a:lvl1pPr>
          </a:lstStyle>
          <a:p>
            <a:pPr lvl="0" rtl="0"/>
            <a:r>
              <a:rPr lang="en-GB" noProof="0"/>
              <a:t>CLICK TO ADD SUBTITLE</a:t>
            </a:r>
          </a:p>
        </p:txBody>
      </p:sp>
      <p:sp>
        <p:nvSpPr>
          <p:cNvPr id="24" name="Text Placeholder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rtlCol="0"/>
          <a:lstStyle>
            <a:lvl1pPr>
              <a:defRPr sz="900"/>
            </a:lvl1pPr>
          </a:lstStyle>
          <a:p>
            <a:pPr rtl="0"/>
            <a:r>
              <a:rPr lang="en-GB" noProof="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rtlCol="0"/>
          <a:lstStyle>
            <a:lvl1pPr>
              <a:defRPr sz="900"/>
            </a:lvl1pPr>
          </a:lstStyle>
          <a:p>
            <a:pPr rtl="0"/>
            <a:r>
              <a:rPr lang="en-GB" noProof="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rtlCol="0"/>
          <a:lstStyle>
            <a:lvl1pPr>
              <a:defRPr sz="900"/>
            </a:lvl1pPr>
          </a:lstStyle>
          <a:p>
            <a:pPr rtl="0"/>
            <a:fld id="{B5CEABB6-07DC-46E8-9B57-56EC44A396E5}" type="slidenum">
              <a:rPr lang="en-GB" noProof="0" smtClean="0"/>
              <a:pPr/>
              <a:t>‹#›</a:t>
            </a:fld>
            <a:endParaRPr lang="en-GB" noProof="0"/>
          </a:p>
        </p:txBody>
      </p:sp>
      <p:pic>
        <p:nvPicPr>
          <p:cNvPr id="2" name="Graphic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rtlCol="0" anchor="b">
            <a:normAutofit/>
          </a:bodyPr>
          <a:lstStyle>
            <a:lvl1pPr>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rtlCol="0">
            <a:normAutofit/>
          </a:bodyPr>
          <a:lstStyle>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US" noProof="0"/>
              <a:t>Click to edit Master text styles</a:t>
            </a:r>
          </a:p>
        </p:txBody>
      </p:sp>
      <p:cxnSp>
        <p:nvCxnSpPr>
          <p:cNvPr id="14" name="Straight Connector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Date Placeholder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rtlCol="0"/>
          <a:lstStyle>
            <a:lvl1pPr>
              <a:defRPr sz="900"/>
            </a:lvl1pPr>
          </a:lstStyle>
          <a:p>
            <a:pPr rtl="0"/>
            <a:r>
              <a:rPr lang="en-GB" noProof="0"/>
              <a:t>20XX</a:t>
            </a:r>
          </a:p>
        </p:txBody>
      </p:sp>
      <p:sp>
        <p:nvSpPr>
          <p:cNvPr id="10" name="Footer Placeholder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rtlCol="0"/>
          <a:lstStyle>
            <a:lvl1pPr>
              <a:defRPr sz="900"/>
            </a:lvl1pPr>
          </a:lstStyle>
          <a:p>
            <a:pPr rtl="0"/>
            <a:r>
              <a:rPr lang="en-GB" noProof="0"/>
              <a:t>Pitch Deck</a:t>
            </a:r>
          </a:p>
        </p:txBody>
      </p:sp>
      <p:sp>
        <p:nvSpPr>
          <p:cNvPr id="11" name="Slide Number Placeholder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rtlCol="0" anchor="ctr">
            <a:noAutofit/>
          </a:bodyPr>
          <a:lstStyle>
            <a:lvl1pPr algn="l">
              <a:defRPr sz="3600" spc="150" baseline="0">
                <a:solidFill>
                  <a:schemeClr val="bg1"/>
                </a:solidFill>
              </a:defRPr>
            </a:lvl1pPr>
          </a:lstStyle>
          <a:p>
            <a:pPr rtl="0"/>
            <a:r>
              <a:rPr lang="en-GB" noProof="0"/>
              <a:t>CLICK TO EDIT MASTER 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solidFill>
                <a:latin typeface="+mj-lt"/>
                <a:ea typeface="+mj-ea"/>
                <a:cs typeface="+mj-cs"/>
              </a:defRPr>
            </a:lvl1pPr>
          </a:lstStyle>
          <a:p>
            <a:pPr rtl="0"/>
            <a:r>
              <a:rPr lang="en-GB" noProof="0"/>
              <a:t>CLICK TO EDIT MASTER TITLE STYLE</a:t>
            </a:r>
          </a:p>
        </p:txBody>
      </p:sp>
      <p:cxnSp>
        <p:nvCxnSpPr>
          <p:cNvPr id="9" name="Straight Connector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n-GB" noProof="0"/>
              <a:t>CLICK TO ADD SUBTITLE</a:t>
            </a:r>
          </a:p>
        </p:txBody>
      </p:sp>
      <p:sp>
        <p:nvSpPr>
          <p:cNvPr id="12" name="Text Placeholder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13" name="Text Placeholder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n-GB" noProof="0"/>
              <a:t>CLICK TO ADD SUBTITLE</a:t>
            </a:r>
          </a:p>
        </p:txBody>
      </p:sp>
      <p:sp>
        <p:nvSpPr>
          <p:cNvPr id="14" name="Text Placeholder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15" name="Text Placeholder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n-GB" noProof="0"/>
              <a:t>CLICK TO ADD SUBTITLE</a:t>
            </a:r>
          </a:p>
        </p:txBody>
      </p:sp>
      <p:sp>
        <p:nvSpPr>
          <p:cNvPr id="16" name="Text Placeholder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17" name="Date Placeholder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rtlCol="0"/>
          <a:lstStyle>
            <a:lvl1pPr>
              <a:defRPr sz="900"/>
            </a:lvl1pPr>
          </a:lstStyle>
          <a:p>
            <a:pPr rtl="0"/>
            <a:r>
              <a:rPr lang="en-GB" noProof="0"/>
              <a:t>20XX</a:t>
            </a:r>
          </a:p>
        </p:txBody>
      </p:sp>
      <p:sp>
        <p:nvSpPr>
          <p:cNvPr id="18" name="Footer Placeholder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rtlCol="0"/>
          <a:lstStyle>
            <a:lvl1pPr>
              <a:defRPr sz="900"/>
            </a:lvl1pPr>
          </a:lstStyle>
          <a:p>
            <a:pPr rtl="0"/>
            <a:r>
              <a:rPr lang="en-GB" noProof="0"/>
              <a:t>Pitch Deck</a:t>
            </a:r>
          </a:p>
        </p:txBody>
      </p:sp>
      <p:sp>
        <p:nvSpPr>
          <p:cNvPr id="19" name="Slide Number Placeholder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rtlCol="0"/>
          <a:lstStyle>
            <a:lvl1pPr>
              <a:defRPr sz="900"/>
            </a:lvl1pPr>
          </a:lstStyle>
          <a:p>
            <a:pPr rtl="0"/>
            <a:fld id="{B5CEABB6-07DC-46E8-9B57-56EC44A396E5}" type="slidenum">
              <a:rPr lang="en-GB" noProof="0" smtClean="0"/>
              <a:pPr/>
              <a:t>‹#›</a:t>
            </a:fld>
            <a:endParaRPr lang="en-GB" noProof="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tx1"/>
                </a:solidFill>
                <a:latin typeface="+mj-lt"/>
                <a:ea typeface="+mj-ea"/>
                <a:cs typeface="+mj-cs"/>
              </a:defRPr>
            </a:lvl1pPr>
          </a:lstStyle>
          <a:p>
            <a:pPr rtl="0"/>
            <a:r>
              <a:rPr lang="en-GB" noProof="0"/>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rtlCol="0" anchor="b">
            <a:noAutofit/>
          </a:bodyPr>
          <a:lstStyle>
            <a:lvl1pPr marL="0" indent="0">
              <a:buNone/>
              <a:defRPr lang="en-US" sz="2000" kern="1200" cap="all"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rtlCol="0" anchor="b">
            <a:noAutofit/>
          </a:bodyPr>
          <a:lstStyle>
            <a:lvl1pPr marL="0" indent="0">
              <a:buNone/>
              <a:defRPr lang="en-US" sz="2000" kern="1200" cap="all"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rtlCol="0" anchor="b">
            <a:noAutofit/>
          </a:bodyPr>
          <a:lstStyle>
            <a:lvl1pPr marL="0" indent="0">
              <a:buNone/>
              <a:defRPr lang="en-US" sz="2000" kern="1200" cap="all"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bg1"/>
                </a:solidFill>
                <a:latin typeface="+mj-lt"/>
                <a:ea typeface="+mj-ea"/>
                <a:cs typeface="+mj-cs"/>
              </a:defRPr>
            </a:lvl1pPr>
          </a:lstStyle>
          <a:p>
            <a:pPr rtl="0"/>
            <a:r>
              <a:rPr lang="en-GB" noProof="0"/>
              <a:t>CLICK TO EDIT MASTER TITLE STYLE</a:t>
            </a:r>
          </a:p>
        </p:txBody>
      </p:sp>
      <p:pic>
        <p:nvPicPr>
          <p:cNvPr id="11" name="Graphic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5141" y="2358007"/>
            <a:ext cx="2438400" cy="2019300"/>
          </a:xfrm>
          <a:prstGeom prst="rect">
            <a:avLst/>
          </a:prstGeom>
        </p:spPr>
      </p:pic>
      <p:pic>
        <p:nvPicPr>
          <p:cNvPr id="13" name="Graphic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00625" y="2531837"/>
            <a:ext cx="2190750" cy="1943100"/>
          </a:xfrm>
          <a:prstGeom prst="rect">
            <a:avLst/>
          </a:prstGeom>
        </p:spPr>
      </p:pic>
      <p:pic>
        <p:nvPicPr>
          <p:cNvPr id="15" name="Graphic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345608" y="2421056"/>
            <a:ext cx="2324100" cy="2057400"/>
          </a:xfrm>
          <a:prstGeom prst="rect">
            <a:avLst/>
          </a:prstGeom>
        </p:spPr>
      </p:pic>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rtlCol="0" anchor="ctr">
            <a:noAutofit/>
          </a:bodyPr>
          <a:lstStyle>
            <a:lvl1pPr marL="0" indent="0" algn="ctr">
              <a:buNone/>
              <a:defRPr lang="en-US" sz="4000" kern="1200" cap="all" spc="150" baseline="0" dirty="0" smtClean="0">
                <a:solidFill>
                  <a:schemeClr val="bg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23" name="Text Placeholder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rtlCol="0" anchor="ctr">
            <a:noAutofit/>
          </a:bodyPr>
          <a:lstStyle>
            <a:lvl1pPr marL="0" indent="0" algn="ctr">
              <a:buNone/>
              <a:defRPr lang="en-US" sz="4000" kern="1200" cap="all" spc="150" baseline="0" dirty="0" smtClean="0">
                <a:solidFill>
                  <a:schemeClr val="bg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24" name="Text Placeholder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rtlCol="0" anchor="ctr">
            <a:noAutofit/>
          </a:bodyPr>
          <a:lstStyle>
            <a:lvl1pPr marL="0" indent="0" algn="ctr">
              <a:buNone/>
              <a:defRPr lang="en-US" sz="4000" kern="1200" cap="all" spc="150" baseline="0" dirty="0" smtClean="0">
                <a:solidFill>
                  <a:schemeClr val="bg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129698" y="4824188"/>
            <a:ext cx="3124093" cy="462927"/>
          </a:xfrm>
        </p:spPr>
        <p:txBody>
          <a:bodyPr rtlCol="0">
            <a:noAutofit/>
          </a:bodyPr>
          <a:lstStyle>
            <a:lvl1pPr marL="0" indent="0" algn="ctr">
              <a:lnSpc>
                <a:spcPct val="100000"/>
              </a:lnSpc>
              <a:buNone/>
              <a:defRPr sz="2000" cap="all" spc="50" baseline="0">
                <a:solidFill>
                  <a:schemeClr val="bg1"/>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p:txBody>
      </p:sp>
      <p:sp>
        <p:nvSpPr>
          <p:cNvPr id="25" name="Content Placeholder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rtlCol="0">
            <a:normAutofit/>
          </a:bodyPr>
          <a:lstStyle>
            <a:lvl1pPr marL="0" indent="0" algn="ctr">
              <a:lnSpc>
                <a:spcPct val="100000"/>
              </a:lnSpc>
              <a:buNone/>
              <a:defRPr sz="1400" cap="none" spc="50" baseline="0">
                <a:solidFill>
                  <a:schemeClr val="bg1"/>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526261" y="4824188"/>
            <a:ext cx="3139479" cy="462927"/>
          </a:xfrm>
        </p:spPr>
        <p:txBody>
          <a:bodyPr rtlCol="0">
            <a:normAutofit/>
          </a:bodyPr>
          <a:lstStyle>
            <a:lvl1pPr marL="0" indent="0" algn="ctr">
              <a:lnSpc>
                <a:spcPct val="100000"/>
              </a:lnSpc>
              <a:buNone/>
              <a:defRPr sz="2000" cap="all" spc="50" baseline="0">
                <a:solidFill>
                  <a:schemeClr val="bg1"/>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p:txBody>
      </p:sp>
      <p:sp>
        <p:nvSpPr>
          <p:cNvPr id="26" name="Content Placeholder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rtlCol="0">
            <a:normAutofit/>
          </a:bodyPr>
          <a:lstStyle>
            <a:lvl1pPr marL="0" indent="0" algn="ctr">
              <a:lnSpc>
                <a:spcPct val="100000"/>
              </a:lnSpc>
              <a:buNone/>
              <a:defRPr sz="1400" cap="none" spc="50" baseline="0">
                <a:solidFill>
                  <a:schemeClr val="bg1"/>
                </a:solidFill>
              </a:defRPr>
            </a:lvl1pPr>
            <a:lvl2pPr marL="457200" indent="0" algn="ctr">
              <a:lnSpc>
                <a:spcPct val="100000"/>
              </a:lnSpc>
              <a:buNone/>
              <a:defRPr sz="1400" cap="none"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a:p>
            <a:pPr lvl="1" rtl="0"/>
            <a:r>
              <a:rPr lang="en-US" noProof="0"/>
              <a:t>Second level</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7938210" y="4824188"/>
            <a:ext cx="3124093" cy="462927"/>
          </a:xfrm>
        </p:spPr>
        <p:txBody>
          <a:bodyPr rtlCol="0">
            <a:noAutofit/>
          </a:bodyPr>
          <a:lstStyle>
            <a:lvl1pPr marL="0" indent="0" algn="ctr">
              <a:lnSpc>
                <a:spcPct val="100000"/>
              </a:lnSpc>
              <a:buNone/>
              <a:defRPr sz="2000" cap="all" spc="50" baseline="0">
                <a:solidFill>
                  <a:schemeClr val="bg1"/>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p:txBody>
      </p:sp>
      <p:sp>
        <p:nvSpPr>
          <p:cNvPr id="27" name="Content Placeholder 3">
            <a:extLst>
              <a:ext uri="{FF2B5EF4-FFF2-40B4-BE49-F238E27FC236}">
                <a16:creationId xmlns:a16="http://schemas.microsoft.com/office/drawing/2014/main" id="{A8058154-45E5-403E-B714-AC85774F391F}"/>
              </a:ext>
            </a:extLst>
          </p:cNvPr>
          <p:cNvSpPr>
            <a:spLocks noGrp="1"/>
          </p:cNvSpPr>
          <p:nvPr>
            <p:ph sz="half" idx="19"/>
          </p:nvPr>
        </p:nvSpPr>
        <p:spPr>
          <a:xfrm>
            <a:off x="7938210" y="5280763"/>
            <a:ext cx="3124093" cy="462927"/>
          </a:xfrm>
        </p:spPr>
        <p:txBody>
          <a:bodyPr rtlCol="0">
            <a:normAutofit/>
          </a:bodyPr>
          <a:lstStyle>
            <a:lvl1pPr marL="0" indent="0" algn="ctr">
              <a:lnSpc>
                <a:spcPct val="100000"/>
              </a:lnSpc>
              <a:buNone/>
              <a:defRPr sz="1400" cap="none" spc="50" baseline="0">
                <a:solidFill>
                  <a:schemeClr val="bg1"/>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rtlCol="0">
            <a:normAutofit/>
          </a:bodyPr>
          <a:lstStyle>
            <a:lvl1pPr>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rtlCol="0"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rtlCol="0"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l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solidFill>
                <a:latin typeface="+mj-lt"/>
                <a:ea typeface="+mj-ea"/>
                <a:cs typeface="+mj-cs"/>
              </a:defRPr>
            </a:lvl1pPr>
          </a:lstStyle>
          <a:p>
            <a:pPr rtl="0"/>
            <a:r>
              <a:rPr lang="en-GB" noProof="0"/>
              <a:t>CLICK TO EDIT MASTER TITLE STYLE</a:t>
            </a:r>
          </a:p>
        </p:txBody>
      </p:sp>
      <p:sp>
        <p:nvSpPr>
          <p:cNvPr id="20" name="Text Placeholder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n-GB" noProof="0"/>
              <a:t>CLICK TO ADD SUBTITLE</a:t>
            </a:r>
          </a:p>
        </p:txBody>
      </p:sp>
      <p:sp>
        <p:nvSpPr>
          <p:cNvPr id="25" name="Text Placeholder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26" name="Text Placeholder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n-GB" noProof="0"/>
              <a:t>CLICK TO ADD SUBTITLE</a:t>
            </a:r>
          </a:p>
        </p:txBody>
      </p:sp>
      <p:sp>
        <p:nvSpPr>
          <p:cNvPr id="27" name="Text Placeholder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28" name="Text Placeholder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n-GB" noProof="0"/>
              <a:t>CLICK TO ADD SUBTITLE</a:t>
            </a:r>
          </a:p>
        </p:txBody>
      </p:sp>
      <p:sp>
        <p:nvSpPr>
          <p:cNvPr id="29" name="Text Placeholder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rtlCol="0"/>
          <a:lstStyle>
            <a:lvl1pPr>
              <a:defRPr sz="900"/>
            </a:lvl1pPr>
          </a:lstStyle>
          <a:p>
            <a:pPr rtl="0"/>
            <a:r>
              <a:rPr lang="en-GB" noProof="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rtlCol="0"/>
          <a:lstStyle>
            <a:lvl1pPr>
              <a:defRPr sz="900"/>
            </a:lvl1pPr>
          </a:lstStyle>
          <a:p>
            <a:pPr rtl="0"/>
            <a:r>
              <a:rPr lang="en-GB" noProof="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rtlCol="0">
            <a:normAutofit/>
          </a:bodyPr>
          <a:lstStyle>
            <a:lvl1pPr algn="l">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15" name="Text Placeholder 14">
            <a:extLst>
              <a:ext uri="{FF2B5EF4-FFF2-40B4-BE49-F238E27FC236}">
                <a16:creationId xmlns:a16="http://schemas.microsoft.com/office/drawing/2014/main" id="{B250D272-9B39-4C2D-B0F5-21010D11E437}"/>
              </a:ext>
            </a:extLst>
          </p:cNvPr>
          <p:cNvSpPr>
            <a:spLocks noGrp="1"/>
          </p:cNvSpPr>
          <p:nvPr>
            <p:ph type="body" sz="quarter" idx="16"/>
          </p:nvPr>
        </p:nvSpPr>
        <p:spPr>
          <a:xfrm>
            <a:off x="748749" y="1361938"/>
            <a:ext cx="6765925" cy="496888"/>
          </a:xfrm>
        </p:spPr>
        <p:txBody>
          <a:bodyPr rtlCol="0">
            <a:noAutofit/>
          </a:bodyPr>
          <a:lstStyle>
            <a:lvl1pPr marL="0" indent="0">
              <a:buNone/>
              <a:defRPr sz="1800"/>
            </a:lvl1pPr>
            <a:lvl2pPr marL="457200" indent="0">
              <a:buNone/>
              <a:defRPr sz="1800"/>
            </a:lvl2pPr>
            <a:lvl3pPr marL="914400" indent="0">
              <a:buNone/>
              <a:defRPr sz="1600"/>
            </a:lvl3pPr>
            <a:lvl4pPr marL="1371600" indent="0">
              <a:buNone/>
              <a:defRPr sz="1400"/>
            </a:lvl4pPr>
            <a:lvl5pPr marL="1828800" indent="0">
              <a:buNone/>
              <a:defRPr sz="1400"/>
            </a:lvl5pPr>
          </a:lstStyle>
          <a:p>
            <a:pPr lvl="0" rtl="0"/>
            <a:r>
              <a:rPr lang="en-US" noProof="0"/>
              <a:t>Click to edit Master text styles</a:t>
            </a:r>
          </a:p>
        </p:txBody>
      </p:sp>
      <p:sp>
        <p:nvSpPr>
          <p:cNvPr id="7" name="Chart Placeholder 6">
            <a:extLst>
              <a:ext uri="{FF2B5EF4-FFF2-40B4-BE49-F238E27FC236}">
                <a16:creationId xmlns:a16="http://schemas.microsoft.com/office/drawing/2014/main" id="{08AF2DB4-A973-4307-B59C-6058A138835C}"/>
              </a:ext>
            </a:extLst>
          </p:cNvPr>
          <p:cNvSpPr>
            <a:spLocks noGrp="1"/>
          </p:cNvSpPr>
          <p:nvPr>
            <p:ph type="chart" sz="quarter" idx="13"/>
          </p:nvPr>
        </p:nvSpPr>
        <p:spPr>
          <a:xfrm>
            <a:off x="838200" y="2286002"/>
            <a:ext cx="6094270" cy="3542143"/>
          </a:xfrm>
        </p:spPr>
        <p:txBody>
          <a:bodyPr rtlCol="0"/>
          <a:lstStyle/>
          <a:p>
            <a:pPr rtl="0"/>
            <a:r>
              <a:rPr lang="en-US" noProof="0"/>
              <a:t>Click icon to add chart</a:t>
            </a:r>
            <a:endParaRPr lang="en-GB" noProof="0"/>
          </a:p>
        </p:txBody>
      </p:sp>
      <p:sp>
        <p:nvSpPr>
          <p:cNvPr id="11" name="Text Placeholder 10">
            <a:extLst>
              <a:ext uri="{FF2B5EF4-FFF2-40B4-BE49-F238E27FC236}">
                <a16:creationId xmlns:a16="http://schemas.microsoft.com/office/drawing/2014/main" id="{339C283A-EC40-421C-8A0E-F9A3161C8890}"/>
              </a:ext>
            </a:extLst>
          </p:cNvPr>
          <p:cNvSpPr>
            <a:spLocks noGrp="1"/>
          </p:cNvSpPr>
          <p:nvPr>
            <p:ph type="body" sz="quarter" idx="14"/>
          </p:nvPr>
        </p:nvSpPr>
        <p:spPr>
          <a:xfrm>
            <a:off x="7858125" y="2284624"/>
            <a:ext cx="3147332" cy="306388"/>
          </a:xfrm>
        </p:spPr>
        <p:txBody>
          <a:bodyPr rtlCol="0">
            <a:noAutofit/>
          </a:bodyPr>
          <a:lstStyle>
            <a:lvl1pPr marL="0" indent="0">
              <a:buNone/>
              <a:defRPr sz="1400" cap="all" spc="150" baseline="0">
                <a:solidFill>
                  <a:schemeClr val="tx1"/>
                </a:solidFill>
                <a:latin typeface="+mj-lt"/>
              </a:defRPr>
            </a:lvl1pPr>
            <a:lvl2pPr marL="457200" indent="0">
              <a:buNone/>
              <a:defRPr sz="1400"/>
            </a:lvl2pPr>
            <a:lvl3pPr marL="914400" indent="0">
              <a:buNone/>
              <a:defRPr sz="1200"/>
            </a:lvl3pPr>
            <a:lvl4pPr marL="1371600" indent="0">
              <a:buNone/>
              <a:defRPr sz="1100"/>
            </a:lvl4pPr>
            <a:lvl5pPr marL="1828800" indent="0">
              <a:buNone/>
              <a:defRPr sz="1100"/>
            </a:lvl5pPr>
          </a:lstStyle>
          <a:p>
            <a:pPr lvl="0" rtl="0"/>
            <a:r>
              <a:rPr lang="en-US" noProof="0"/>
              <a:t>Click to edit Master text styles</a:t>
            </a:r>
          </a:p>
        </p:txBody>
      </p:sp>
      <p:sp>
        <p:nvSpPr>
          <p:cNvPr id="13" name="Content Placeholder 12">
            <a:extLst>
              <a:ext uri="{FF2B5EF4-FFF2-40B4-BE49-F238E27FC236}">
                <a16:creationId xmlns:a16="http://schemas.microsoft.com/office/drawing/2014/main" id="{305CA2B1-D510-4949-A638-C1A064DA41A7}"/>
              </a:ext>
            </a:extLst>
          </p:cNvPr>
          <p:cNvSpPr>
            <a:spLocks noGrp="1"/>
          </p:cNvSpPr>
          <p:nvPr>
            <p:ph sz="quarter" idx="15" hasCustomPrompt="1"/>
          </p:nvPr>
        </p:nvSpPr>
        <p:spPr>
          <a:xfrm>
            <a:off x="7858125" y="2779713"/>
            <a:ext cx="3148013" cy="3095625"/>
          </a:xfrm>
        </p:spPr>
        <p:txBody>
          <a:bodyPr rtlCol="0">
            <a:normAutofit/>
          </a:bodyPr>
          <a:lstStyle>
            <a:lvl1pPr marL="0" indent="0">
              <a:buNone/>
              <a:defRPr sz="1200">
                <a:solidFill>
                  <a:schemeClr val="tx1">
                    <a:lumMod val="65000"/>
                    <a:lumOff val="35000"/>
                  </a:schemeClr>
                </a:solidFill>
              </a:defRPr>
            </a:lvl1pPr>
            <a:lvl2pPr marL="457200" indent="0">
              <a:buNone/>
              <a:defRPr sz="1100">
                <a:solidFill>
                  <a:schemeClr val="tx1">
                    <a:lumMod val="65000"/>
                    <a:lumOff val="35000"/>
                  </a:schemeClr>
                </a:solidFill>
              </a:defRPr>
            </a:lvl2pPr>
            <a:lvl3pPr marL="914400" indent="0">
              <a:buNone/>
              <a:defRPr sz="1050">
                <a:solidFill>
                  <a:schemeClr val="tx1">
                    <a:lumMod val="65000"/>
                    <a:lumOff val="35000"/>
                  </a:schemeClr>
                </a:solidFill>
              </a:defRPr>
            </a:lvl3pPr>
            <a:lvl4pPr marL="1371600" indent="0">
              <a:buNone/>
              <a:defRPr sz="1000">
                <a:solidFill>
                  <a:schemeClr val="tx1">
                    <a:lumMod val="65000"/>
                    <a:lumOff val="35000"/>
                  </a:schemeClr>
                </a:solidFill>
              </a:defRPr>
            </a:lvl4pPr>
            <a:lvl5pPr marL="1828800" indent="0">
              <a:buNone/>
              <a:defRPr sz="1000">
                <a:solidFill>
                  <a:schemeClr val="tx1">
                    <a:lumMod val="65000"/>
                    <a:lumOff val="35000"/>
                  </a:schemeClr>
                </a:solidFill>
              </a:defRPr>
            </a:lvl5pPr>
          </a:lstStyle>
          <a:p>
            <a:pPr lvl="0" rtl="0"/>
            <a:r>
              <a:rPr lang="en-GB" noProof="0"/>
              <a:t>Click to add content</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rtlCol="0"/>
          <a:lstStyle>
            <a:lvl1pPr>
              <a:defRPr sz="900"/>
            </a:lvl1pPr>
          </a:lstStyle>
          <a:p>
            <a:pPr rtl="0"/>
            <a:r>
              <a:rPr lang="en-GB" noProof="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rtlCol="0"/>
          <a:lstStyle>
            <a:lvl1pPr>
              <a:defRPr sz="900"/>
            </a:lvl1pPr>
          </a:lstStyle>
          <a:p>
            <a:pPr rtl="0"/>
            <a:r>
              <a:rPr lang="en-GB" noProof="0"/>
              <a:t>Pitch Deck</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34910030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070C-E825-43D0-99F4-8B4614131131}"/>
              </a:ext>
              <a:ext uri="{C183D7F6-B498-43B3-948B-1728B52AA6E4}">
                <adec:decorative xmlns:adec="http://schemas.microsoft.com/office/drawing/2017/decorative" val="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rtlCol="0">
            <a:normAutofit/>
          </a:bodyPr>
          <a:lstStyle>
            <a:lvl1pPr algn="l">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6" name="Text Placeholder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rtlCol="0" anchor="ctr"/>
          <a:lstStyle>
            <a:lvl1pPr marL="0" indent="0" algn="l">
              <a:buNone/>
              <a:defRPr sz="1400" b="1">
                <a:solidFill>
                  <a:schemeClr val="tx1"/>
                </a:solidFill>
                <a:latin typeface="+mj-lt"/>
              </a:defRPr>
            </a:lvl1pPr>
          </a:lstStyle>
          <a:p>
            <a:pPr lvl="0" rtl="0"/>
            <a:r>
              <a:rPr lang="en-GB" noProof="0"/>
              <a:t>Year</a:t>
            </a:r>
          </a:p>
        </p:txBody>
      </p:sp>
      <p:sp>
        <p:nvSpPr>
          <p:cNvPr id="7" name="Text Placeholder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8" name="Text Placeholder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9" name="Text Placeholder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0" name="Text Placeholder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2" name="Text Placeholder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3" name="Text Placeholder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4" name="Text Placeholder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6" name="Text Placeholder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7" name="Text Placeholder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5" name="Text Placeholder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8" name="Text Placeholder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9" name="Text Placeholder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1" name="Text Placeholder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rtlCol="0" anchor="ctr"/>
          <a:lstStyle>
            <a:lvl1pPr marL="0" indent="0" algn="l">
              <a:buNone/>
              <a:defRPr sz="1400" b="1">
                <a:solidFill>
                  <a:schemeClr val="tx1"/>
                </a:solidFill>
                <a:latin typeface="+mj-lt"/>
              </a:defRPr>
            </a:lvl1pPr>
          </a:lstStyle>
          <a:p>
            <a:pPr lvl="0" rtl="0"/>
            <a:r>
              <a:rPr lang="en-GB" noProof="0"/>
              <a:t>Year</a:t>
            </a:r>
          </a:p>
        </p:txBody>
      </p:sp>
      <p:sp>
        <p:nvSpPr>
          <p:cNvPr id="20" name="Text Placeholder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1" name="Text Placeholder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2" name="Text Placeholder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3" name="Text Placeholder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4" name="Text Placeholder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5" name="Text Placeholder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6" name="Text Placeholder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8" name="Text Placeholder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9" name="Text Placeholder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7" name="Text Placeholder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30" name="Text Placeholder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31" name="Text Placeholder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32" name="Rectangle 31">
            <a:extLst>
              <a:ext uri="{FF2B5EF4-FFF2-40B4-BE49-F238E27FC236}">
                <a16:creationId xmlns:a16="http://schemas.microsoft.com/office/drawing/2014/main" id="{FFA35437-CCDE-4D92-B879-F23B329C8EC3}"/>
              </a:ext>
              <a:ext uri="{C183D7F6-B498-43B3-948B-1728B52AA6E4}">
                <adec:decorative xmlns:adec="http://schemas.microsoft.com/office/drawing/2017/decorative" val="1"/>
              </a:ext>
            </a:extLst>
          </p:cNvPr>
          <p:cNvSpPr/>
          <p:nvPr userDrawn="1"/>
        </p:nvSpPr>
        <p:spPr>
          <a:xfrm>
            <a:off x="929640" y="4034785"/>
            <a:ext cx="10332720" cy="4571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tx1">
                  <a:lumMod val="75000"/>
                  <a:lumOff val="25000"/>
                </a:schemeClr>
              </a:solidFill>
            </a:endParaRPr>
          </a:p>
        </p:txBody>
      </p:sp>
      <p:sp>
        <p:nvSpPr>
          <p:cNvPr id="36" name="Date Placeholder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rtlCol="0"/>
          <a:lstStyle>
            <a:lvl1pPr>
              <a:defRPr sz="900"/>
            </a:lvl1pPr>
          </a:lstStyle>
          <a:p>
            <a:pPr rtl="0"/>
            <a:r>
              <a:rPr lang="en-GB" noProof="0"/>
              <a:t>20XX</a:t>
            </a:r>
          </a:p>
        </p:txBody>
      </p:sp>
      <p:sp>
        <p:nvSpPr>
          <p:cNvPr id="37" name="Footer Placeholder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rtlCol="0"/>
          <a:lstStyle>
            <a:lvl1pPr>
              <a:defRPr sz="900"/>
            </a:lvl1pPr>
          </a:lstStyle>
          <a:p>
            <a:pPr rtl="0"/>
            <a:r>
              <a:rPr lang="en-GB" noProof="0"/>
              <a:t>Pitch Deck</a:t>
            </a:r>
          </a:p>
        </p:txBody>
      </p:sp>
      <p:sp>
        <p:nvSpPr>
          <p:cNvPr id="38" name="Slide Number Placeholder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20563234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mart 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rtlCol="0">
            <a:normAutofit/>
          </a:bodyPr>
          <a:lstStyle>
            <a:lvl1pPr algn="ctr">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7" name="SmartArt Placeholder 6">
            <a:extLst>
              <a:ext uri="{FF2B5EF4-FFF2-40B4-BE49-F238E27FC236}">
                <a16:creationId xmlns:a16="http://schemas.microsoft.com/office/drawing/2014/main" id="{156CA116-0F6E-4EE9-B34F-03BA07161A7A}"/>
              </a:ext>
            </a:extLst>
          </p:cNvPr>
          <p:cNvSpPr>
            <a:spLocks noGrp="1"/>
          </p:cNvSpPr>
          <p:nvPr>
            <p:ph type="dgm" sz="quarter" idx="15"/>
          </p:nvPr>
        </p:nvSpPr>
        <p:spPr>
          <a:xfrm>
            <a:off x="838200" y="2139084"/>
            <a:ext cx="10515600" cy="3695338"/>
          </a:xfrm>
        </p:spPr>
        <p:txBody>
          <a:bodyPr rtlCol="0"/>
          <a:lstStyle/>
          <a:p>
            <a:pPr rtl="0"/>
            <a:r>
              <a:rPr lang="en-US" noProof="0"/>
              <a:t>Click icon to add SmartArt graphic</a:t>
            </a:r>
            <a:endParaRPr lang="en-GB" noProof="0"/>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rtlCol="0"/>
          <a:lstStyle>
            <a:lvl1pPr>
              <a:defRPr sz="900"/>
            </a:lvl1pPr>
          </a:lstStyle>
          <a:p>
            <a:pPr rtl="0"/>
            <a:r>
              <a:rPr lang="en-GB" noProof="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rtlCol="0"/>
          <a:lstStyle>
            <a:lvl1pPr>
              <a:defRPr sz="900"/>
            </a:lvl1pPr>
          </a:lstStyle>
          <a:p>
            <a:pPr rtl="0"/>
            <a:r>
              <a:rPr lang="en-GB" noProof="0"/>
              <a:t>Pitch Deck</a:t>
            </a:r>
          </a:p>
        </p:txBody>
      </p:sp>
      <p:cxnSp>
        <p:nvCxnSpPr>
          <p:cNvPr id="10" name="Straight Connector 9">
            <a:extLst>
              <a:ext uri="{FF2B5EF4-FFF2-40B4-BE49-F238E27FC236}">
                <a16:creationId xmlns:a16="http://schemas.microsoft.com/office/drawing/2014/main" id="{66988B2D-0240-4256-8268-4B9FF1E72363}"/>
              </a:ext>
              <a:ext uri="{C183D7F6-B498-43B3-948B-1728B52AA6E4}">
                <adec:decorative xmlns:adec="http://schemas.microsoft.com/office/drawing/2017/decorative" val="1"/>
              </a:ext>
            </a:extLst>
          </p:cNvPr>
          <p:cNvCxnSpPr>
            <a:cxnSpLocks/>
          </p:cNvCxnSpPr>
          <p:nvPr/>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 uri="{C183D7F6-B498-43B3-948B-1728B52AA6E4}">
                <adec:decorative xmlns:adec="http://schemas.microsoft.com/office/drawing/2017/decorative" val="1"/>
              </a:ext>
            </a:extLst>
          </p:cNvPr>
          <p:cNvCxnSpPr>
            <a:cxnSpLocks/>
          </p:cNvCxnSpPr>
          <p:nvPr/>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am Slide 4 Peo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rtlCol="0"/>
          <a:lstStyle/>
          <a:p>
            <a:pPr rtl="0"/>
            <a:r>
              <a:rPr lang="en-US" noProof="0"/>
              <a:t>Click icon to add picture</a:t>
            </a:r>
            <a:endParaRPr lang="en-GB" noProof="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11558" y="5084524"/>
            <a:ext cx="2196619" cy="343061"/>
          </a:xfrm>
        </p:spPr>
        <p:txBody>
          <a:bodyPr rtlCol="0"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rtlCol="0" anchor="t">
            <a:noAutofit/>
          </a:bodyPr>
          <a:lstStyle>
            <a:lvl1pPr marL="0" indent="0" algn="ctr">
              <a:buNone/>
              <a:defRPr lang="en-US" sz="1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rtlCol="0"/>
          <a:lstStyle/>
          <a:p>
            <a:pPr rtl="0"/>
            <a:r>
              <a:rPr lang="en-US" noProof="0"/>
              <a:t>Click icon to add picture</a:t>
            </a:r>
            <a:endParaRPr lang="en-GB" noProof="0"/>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707607" y="5099206"/>
            <a:ext cx="2145049" cy="343061"/>
          </a:xfrm>
        </p:spPr>
        <p:txBody>
          <a:bodyPr rtlCol="0"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rtlCol="0" anchor="t">
            <a:noAutofit/>
          </a:bodyPr>
          <a:lstStyle>
            <a:lvl1pPr marL="0" indent="0" algn="ctr">
              <a:buNone/>
              <a:defRPr lang="en-US" sz="1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rtlCol="0"/>
          <a:lstStyle/>
          <a:p>
            <a:pPr lvl="1" rtl="0"/>
            <a:r>
              <a:rPr lang="en-US" noProof="0"/>
              <a:t>Click icon to add picture</a:t>
            </a:r>
            <a:endParaRPr lang="en-GB" noProof="0"/>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98271" y="5099206"/>
            <a:ext cx="2132985" cy="343061"/>
          </a:xfrm>
        </p:spPr>
        <p:txBody>
          <a:bodyPr rtlCol="0"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rtlCol="0" anchor="t">
            <a:noAutofit/>
          </a:bodyPr>
          <a:lstStyle>
            <a:lvl1pPr marL="0" indent="0" algn="ctr">
              <a:buNone/>
              <a:defRPr lang="en-US" sz="1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rtlCol="0"/>
          <a:lstStyle/>
          <a:p>
            <a:pPr rtl="0"/>
            <a:r>
              <a:rPr lang="en-US" noProof="0"/>
              <a:t>Click icon to add picture</a:t>
            </a:r>
            <a:endParaRPr lang="en-GB" noProof="0"/>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18152" y="5084524"/>
            <a:ext cx="2132984" cy="343061"/>
          </a:xfrm>
        </p:spPr>
        <p:txBody>
          <a:bodyPr rtlCol="0"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rtlCol="0" anchor="t">
            <a:noAutofit/>
          </a:bodyPr>
          <a:lstStyle>
            <a:lvl1pPr marL="0" indent="0" algn="ctr">
              <a:buNone/>
              <a:defRPr lang="en-US" sz="1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cxnSp>
        <p:nvCxnSpPr>
          <p:cNvPr id="10" name="Straight Connector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am Slide 8 Peo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n-US" noProof="0"/>
              <a:t>Click icon to add picture</a:t>
            </a:r>
            <a:endParaRPr lang="en-GB" noProof="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n-US" noProof="0"/>
              <a:t>Click icon to add picture</a:t>
            </a:r>
            <a:endParaRPr lang="en-GB" noProof="0"/>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rtlCol="0">
            <a:normAutofit/>
          </a:bodyPr>
          <a:lstStyle>
            <a:lvl1pPr marL="0" indent="0">
              <a:buNone/>
              <a:defRPr sz="900">
                <a:solidFill>
                  <a:schemeClr val="bg1"/>
                </a:solidFill>
              </a:defRPr>
            </a:lvl1pPr>
            <a:lvl2pPr marL="457200" indent="0">
              <a:lnSpc>
                <a:spcPct val="100000"/>
              </a:lnSpc>
              <a:buNone/>
              <a:defRPr sz="900">
                <a:solidFill>
                  <a:schemeClr val="bg1"/>
                </a:solidFill>
              </a:defRPr>
            </a:lvl2pPr>
          </a:lstStyle>
          <a:p>
            <a:pPr lvl="0" rtl="0"/>
            <a:r>
              <a:rPr lang="en-US" noProof="0"/>
              <a:t>Click icon to add picture</a:t>
            </a:r>
            <a:endParaRPr lang="en-GB" noProof="0"/>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n-US" noProof="0"/>
              <a:t>Click icon to add picture</a:t>
            </a:r>
            <a:endParaRPr lang="en-GB" noProof="0"/>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n-US" noProof="0"/>
              <a:t>Click icon to add picture</a:t>
            </a:r>
            <a:endParaRPr lang="en-GB" noProof="0"/>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n-US" noProof="0"/>
              <a:t>Click icon to add picture</a:t>
            </a:r>
            <a:endParaRPr lang="en-GB" noProof="0"/>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57" name="Picture Placeholder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rtlCol="0">
            <a:normAutofit/>
          </a:bodyPr>
          <a:lstStyle>
            <a:lvl1pPr marL="0" indent="0">
              <a:buNone/>
              <a:defRPr sz="900">
                <a:solidFill>
                  <a:schemeClr val="bg1"/>
                </a:solidFill>
              </a:defRPr>
            </a:lvl1pPr>
            <a:lvl2pPr marL="457200" indent="0">
              <a:lnSpc>
                <a:spcPct val="100000"/>
              </a:lnSpc>
              <a:buNone/>
              <a:defRPr sz="900">
                <a:solidFill>
                  <a:schemeClr val="bg1"/>
                </a:solidFill>
              </a:defRPr>
            </a:lvl2pPr>
          </a:lstStyle>
          <a:p>
            <a:pPr lvl="0" rtl="0"/>
            <a:r>
              <a:rPr lang="en-US" noProof="0"/>
              <a:t>Click icon to add picture</a:t>
            </a:r>
            <a:endParaRPr lang="en-GB" noProof="0"/>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n-US" noProof="0"/>
              <a:t>Click icon to add picture</a:t>
            </a:r>
            <a:endParaRPr lang="en-GB" noProof="0"/>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solidFill>
                  <a:srgbClr val="898989"/>
                </a:solidFill>
              </a:defRPr>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solidFill>
                  <a:srgbClr val="898989"/>
                </a:solidFill>
              </a:defRPr>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solidFill>
                  <a:srgbClr val="898989"/>
                </a:solidFill>
              </a:defRPr>
            </a:lvl1pPr>
          </a:lstStyle>
          <a:p>
            <a:pPr rtl="0"/>
            <a:fld id="{B5CEABB6-07DC-46E8-9B57-56EC44A396E5}" type="slidenum">
              <a:rPr lang="en-GB" noProof="0" smtClean="0"/>
              <a:t>‹#›</a:t>
            </a:fld>
            <a:endParaRPr lang="en-GB" noProof="0"/>
          </a:p>
        </p:txBody>
      </p:sp>
      <p:pic>
        <p:nvPicPr>
          <p:cNvPr id="13" name="Graphic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unding">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11" name="Content Placeholder 10">
            <a:extLst>
              <a:ext uri="{FF2B5EF4-FFF2-40B4-BE49-F238E27FC236}">
                <a16:creationId xmlns:a16="http://schemas.microsoft.com/office/drawing/2014/main" id="{319EE98D-9541-4F21-8952-3026DEF75EC4}"/>
              </a:ext>
            </a:extLst>
          </p:cNvPr>
          <p:cNvSpPr>
            <a:spLocks noGrp="1"/>
          </p:cNvSpPr>
          <p:nvPr>
            <p:ph sz="quarter" idx="21" hasCustomPrompt="1"/>
          </p:nvPr>
        </p:nvSpPr>
        <p:spPr>
          <a:xfrm>
            <a:off x="1075447"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en-GB" noProof="0"/>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rtlCol="0" anchor="b">
            <a:noAutofit/>
          </a:bodyPr>
          <a:lstStyle>
            <a:lvl1pPr marL="0" indent="0" algn="ctr">
              <a:buNone/>
              <a:defRPr lang="en-US" sz="32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rtlCol="0" anchor="b">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p:txBody>
      </p:sp>
      <p:sp>
        <p:nvSpPr>
          <p:cNvPr id="24" name="Content Placeholder 10">
            <a:extLst>
              <a:ext uri="{FF2B5EF4-FFF2-40B4-BE49-F238E27FC236}">
                <a16:creationId xmlns:a16="http://schemas.microsoft.com/office/drawing/2014/main" id="{AB843230-A4E3-4E21-AA93-998E28EB9018}"/>
              </a:ext>
            </a:extLst>
          </p:cNvPr>
          <p:cNvSpPr>
            <a:spLocks noGrp="1"/>
          </p:cNvSpPr>
          <p:nvPr>
            <p:ph sz="quarter" idx="22" hasCustomPrompt="1"/>
          </p:nvPr>
        </p:nvSpPr>
        <p:spPr>
          <a:xfrm>
            <a:off x="3811391"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en-GB" noProof="0"/>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rtlCol="0" anchor="b">
            <a:noAutofit/>
          </a:bodyPr>
          <a:lstStyle>
            <a:lvl1pPr marL="0" indent="0" algn="ctr">
              <a:buNone/>
              <a:defRPr lang="en-US" sz="32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rtlCol="0" anchor="b">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p:txBody>
      </p:sp>
      <p:sp>
        <p:nvSpPr>
          <p:cNvPr id="25" name="Content Placeholder 10">
            <a:extLst>
              <a:ext uri="{FF2B5EF4-FFF2-40B4-BE49-F238E27FC236}">
                <a16:creationId xmlns:a16="http://schemas.microsoft.com/office/drawing/2014/main" id="{3AE0369E-A275-4E5A-AE0F-B1F9A54DEDFC}"/>
              </a:ext>
            </a:extLst>
          </p:cNvPr>
          <p:cNvSpPr>
            <a:spLocks noGrp="1"/>
          </p:cNvSpPr>
          <p:nvPr>
            <p:ph sz="quarter" idx="23" hasCustomPrompt="1"/>
          </p:nvPr>
        </p:nvSpPr>
        <p:spPr>
          <a:xfrm>
            <a:off x="6524377"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en-GB" noProof="0"/>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rtlCol="0" anchor="b">
            <a:noAutofit/>
          </a:bodyPr>
          <a:lstStyle>
            <a:lvl1pPr marL="0" indent="0" algn="ctr">
              <a:buNone/>
              <a:defRPr lang="en-US" sz="32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rtlCol="0" anchor="b">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p:txBody>
      </p:sp>
      <p:sp>
        <p:nvSpPr>
          <p:cNvPr id="26" name="Content Placeholder 10">
            <a:extLst>
              <a:ext uri="{FF2B5EF4-FFF2-40B4-BE49-F238E27FC236}">
                <a16:creationId xmlns:a16="http://schemas.microsoft.com/office/drawing/2014/main" id="{CCA3A81E-171B-4946-B8BA-B2F406CF0939}"/>
              </a:ext>
            </a:extLst>
          </p:cNvPr>
          <p:cNvSpPr>
            <a:spLocks noGrp="1"/>
          </p:cNvSpPr>
          <p:nvPr>
            <p:ph sz="quarter" idx="24" hasCustomPrompt="1"/>
          </p:nvPr>
        </p:nvSpPr>
        <p:spPr>
          <a:xfrm>
            <a:off x="9260321"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en-GB" noProof="0"/>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rtlCol="0" anchor="b">
            <a:noAutofit/>
          </a:bodyPr>
          <a:lstStyle>
            <a:lvl1pPr marL="0" indent="0" algn="ctr">
              <a:buNone/>
              <a:defRPr lang="en-US" sz="32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rtlCol="0" anchor="b">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5" name="Content Placeholder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rtlCol="0" anchor="b">
            <a:normAutofit/>
          </a:bodyPr>
          <a:lstStyle>
            <a:lvl1pPr>
              <a:defRPr lang="en-US" sz="2800" kern="1200" cap="all" spc="150" baseline="0" dirty="0">
                <a:solidFill>
                  <a:schemeClr val="tx1"/>
                </a:solidFill>
                <a:latin typeface="+mj-lt"/>
                <a:ea typeface="+mj-ea"/>
                <a:cs typeface="+mj-cs"/>
              </a:defRPr>
            </a:lvl1pPr>
          </a:lstStyle>
          <a:p>
            <a:pPr rtl="0"/>
            <a:r>
              <a:rPr lang="en-GB" noProof="0"/>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82546"/>
            <a:ext cx="5111750" cy="1525588"/>
          </a:xfrm>
        </p:spPr>
        <p:txBody>
          <a:bodyPr rtlCol="0" anchor="b">
            <a:normAutofit/>
          </a:bodyPr>
          <a:lstStyle>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US" noProof="0"/>
              <a:t>Click to edit Master text styles</a:t>
            </a:r>
          </a:p>
        </p:txBody>
      </p:sp>
      <p:cxnSp>
        <p:nvCxnSpPr>
          <p:cNvPr id="23" name="Straight Connector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rtlCol="0"/>
          <a:lstStyle>
            <a:lvl1pPr>
              <a:defRPr sz="900"/>
            </a:lvl1pPr>
          </a:lstStyle>
          <a:p>
            <a:pPr rtl="0"/>
            <a:r>
              <a:rPr lang="en-GB" noProof="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rtlCol="0"/>
          <a:lstStyle>
            <a:lvl1pPr>
              <a:defRPr sz="900"/>
            </a:lvl1pPr>
          </a:lstStyle>
          <a:p>
            <a:pPr rtl="0"/>
            <a:r>
              <a:rPr lang="en-GB" noProof="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Clos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rtlCol="0" anchor="b">
            <a:noAutofit/>
          </a:bodyPr>
          <a:lstStyle>
            <a:lvl1pPr algn="l">
              <a:defRPr sz="3200" spc="150" baseline="0">
                <a:solidFill>
                  <a:schemeClr val="bg1"/>
                </a:solidFill>
              </a:defRPr>
            </a:lvl1pPr>
          </a:lstStyle>
          <a:p>
            <a:pPr rtl="0"/>
            <a:r>
              <a:rPr lang="en-GB" noProof="0"/>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004161"/>
          </a:xfrm>
        </p:spPr>
        <p:txBody>
          <a:bodyPr rtlCol="0">
            <a:normAutofit/>
          </a:bodyPr>
          <a:lstStyle>
            <a:lvl1pPr marL="0" indent="0" algn="l">
              <a:lnSpc>
                <a:spcPct val="150000"/>
              </a:lnSpc>
              <a:buNone/>
              <a:defRPr sz="14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n-GB" noProof="0"/>
          </a:p>
        </p:txBody>
      </p:sp>
      <p:pic>
        <p:nvPicPr>
          <p:cNvPr id="6" name="Graphic 5">
            <a:extLst>
              <a:ext uri="{FF2B5EF4-FFF2-40B4-BE49-F238E27FC236}">
                <a16:creationId xmlns:a16="http://schemas.microsoft.com/office/drawing/2014/main" id="{ED3361C9-310A-4255-A94E-B77588962D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rtlCol="0"/>
          <a:lstStyle>
            <a:lvl1pPr>
              <a:defRPr sz="900"/>
            </a:lvl1pPr>
          </a:lstStyle>
          <a:p>
            <a:pPr rtl="0"/>
            <a:r>
              <a:rPr lang="en-GB" noProof="0"/>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rtlCol="0"/>
          <a:lstStyle>
            <a:lvl1pPr>
              <a:defRPr sz="900"/>
            </a:lvl1pPr>
          </a:lstStyle>
          <a:p>
            <a:pPr rtl="0"/>
            <a:r>
              <a:rPr lang="en-GB" noProof="0"/>
              <a:t>Pitch Deck</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en-US" noProof="0"/>
              <a:t>Click to edit Master title style</a:t>
            </a:r>
            <a:endParaRPr lang="en-GB" noProof="0"/>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rtl="0"/>
            <a:r>
              <a:rPr lang="en-GB" noProof="0"/>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rtl="0"/>
            <a:r>
              <a:rPr lang="en-GB" noProof="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rtl="0"/>
            <a:fld id="{B5CEABB6-07DC-46E8-9B57-56EC44A396E5}" type="slidenum">
              <a:rPr lang="en-GB" noProof="0" smtClean="0"/>
              <a:pPr/>
              <a:t>‹#›</a:t>
            </a:fld>
            <a:endParaRPr lang="en-GB" noProof="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679" r:id="rId13"/>
    <p:sldLayoutId id="2147483692" r:id="rId14"/>
    <p:sldLayoutId id="2147483681" r:id="rId15"/>
    <p:sldLayoutId id="2147483674" r:id="rId16"/>
    <p:sldLayoutId id="2147483675" r:id="rId17"/>
    <p:sldLayoutId id="2147483696" r:id="rId18"/>
    <p:sldLayoutId id="2147483677" r:id="rId19"/>
    <p:sldLayoutId id="2147483678" r:id="rId20"/>
  </p:sldLayoutIdLst>
  <p:hf hdr="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1.xml"/><Relationship Id="rId1" Type="http://schemas.openxmlformats.org/officeDocument/2006/relationships/slideLayout" Target="../slideLayouts/slideLayout1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6416040" y="4434840"/>
            <a:ext cx="4941771" cy="1122202"/>
          </a:xfrm>
        </p:spPr>
        <p:txBody>
          <a:bodyPr rtlCol="0"/>
          <a:lstStyle/>
          <a:p>
            <a:pPr rtl="0"/>
            <a:r>
              <a:rPr lang="en-GB" dirty="0"/>
              <a:t>Semester Two - Week 4</a:t>
            </a:r>
          </a:p>
        </p:txBody>
      </p:sp>
      <p:sp>
        <p:nvSpPr>
          <p:cNvPr id="3" name="Subtitle 2">
            <a:extLst>
              <a:ext uri="{FF2B5EF4-FFF2-40B4-BE49-F238E27FC236}">
                <a16:creationId xmlns:a16="http://schemas.microsoft.com/office/drawing/2014/main" id="{1901B20D-4C28-4DA3-ABBD-718C22A5E58B}"/>
              </a:ext>
            </a:extLst>
          </p:cNvPr>
          <p:cNvSpPr>
            <a:spLocks noGrp="1"/>
          </p:cNvSpPr>
          <p:nvPr>
            <p:ph type="subTitle" idx="1"/>
          </p:nvPr>
        </p:nvSpPr>
        <p:spPr>
          <a:xfrm>
            <a:off x="6416041" y="5586890"/>
            <a:ext cx="4941770" cy="396660"/>
          </a:xfrm>
        </p:spPr>
        <p:txBody>
          <a:bodyPr rtlCol="0">
            <a:normAutofit fontScale="85000" lnSpcReduction="10000"/>
          </a:bodyPr>
          <a:lstStyle/>
          <a:p>
            <a:pPr rtl="0"/>
            <a:r>
              <a:rPr lang="en-US" b="1" dirty="0"/>
              <a:t>Data Management and Ethical Considerations in Research</a:t>
            </a:r>
            <a:endParaRPr lang="en-GB" b="1" dirty="0"/>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A2EB3F-4D60-451F-8F45-7D6654D2FCD9}"/>
              </a:ext>
            </a:extLst>
          </p:cNvPr>
          <p:cNvSpPr>
            <a:spLocks noGrp="1"/>
          </p:cNvSpPr>
          <p:nvPr>
            <p:ph type="body" sz="quarter" idx="13"/>
          </p:nvPr>
        </p:nvSpPr>
        <p:spPr>
          <a:xfrm>
            <a:off x="2497059" y="1500251"/>
            <a:ext cx="8740274" cy="5221224"/>
          </a:xfrm>
        </p:spPr>
        <p:txBody>
          <a:bodyPr vert="horz" lIns="91440" tIns="45720" rIns="91440" bIns="45720" rtlCol="0" anchor="t">
            <a:noAutofit/>
          </a:bodyPr>
          <a:lstStyle/>
          <a:p>
            <a:pPr algn="ctr" rtl="0"/>
            <a:r>
              <a:rPr lang="en-US" sz="2800" dirty="0"/>
              <a:t>This week’s session focuses on two critical components of research practice: </a:t>
            </a:r>
          </a:p>
          <a:p>
            <a:pPr algn="ctr" rtl="0"/>
            <a:r>
              <a:rPr lang="en-US" sz="2800" dirty="0"/>
              <a:t>how to manage data efficiently and how to approach ethical issues with care. </a:t>
            </a:r>
          </a:p>
          <a:p>
            <a:pPr algn="ctr" rtl="0"/>
            <a:r>
              <a:rPr lang="en-US" sz="2800" dirty="0"/>
              <a:t>I have based the following introductory notes on the prescribed text by Kumar (2011), specifically Chapter 13: Ethical Issues and Chapter 18: Writing a Research Proposal (ethical compliance), as well as other sources as noted in the text.</a:t>
            </a:r>
            <a:endParaRPr lang="en-GB" sz="1400" dirty="0"/>
          </a:p>
        </p:txBody>
      </p:sp>
      <p:sp>
        <p:nvSpPr>
          <p:cNvPr id="20" name="Date Placeholder 19">
            <a:extLst>
              <a:ext uri="{FF2B5EF4-FFF2-40B4-BE49-F238E27FC236}">
                <a16:creationId xmlns:a16="http://schemas.microsoft.com/office/drawing/2014/main" id="{A74D661B-510C-4CF2-BF77-3EAFB649883D}"/>
              </a:ext>
            </a:extLst>
          </p:cNvPr>
          <p:cNvSpPr>
            <a:spLocks noGrp="1"/>
          </p:cNvSpPr>
          <p:nvPr>
            <p:ph type="dt" sz="half" idx="20"/>
          </p:nvPr>
        </p:nvSpPr>
        <p:spPr>
          <a:xfrm>
            <a:off x="5919680" y="6356350"/>
            <a:ext cx="947516" cy="365125"/>
          </a:xfrm>
        </p:spPr>
        <p:txBody>
          <a:bodyPr rtlCol="0"/>
          <a:lstStyle/>
          <a:p>
            <a:pPr rtl="0"/>
            <a:r>
              <a:rPr lang="en-GB" dirty="0"/>
              <a:t>July 2025</a:t>
            </a:r>
          </a:p>
        </p:txBody>
      </p:sp>
      <p:sp>
        <p:nvSpPr>
          <p:cNvPr id="21" name="Footer Placeholder 20">
            <a:extLst>
              <a:ext uri="{FF2B5EF4-FFF2-40B4-BE49-F238E27FC236}">
                <a16:creationId xmlns:a16="http://schemas.microsoft.com/office/drawing/2014/main" id="{7E44CAC0-3B5A-49F6-A2CB-0BC80D111A87}"/>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22" name="Slide Number Placeholder 21">
            <a:extLst>
              <a:ext uri="{FF2B5EF4-FFF2-40B4-BE49-F238E27FC236}">
                <a16:creationId xmlns:a16="http://schemas.microsoft.com/office/drawing/2014/main" id="{5D1BD041-3428-4D62-934F-F3FF6D36F90F}"/>
              </a:ext>
            </a:extLst>
          </p:cNvPr>
          <p:cNvSpPr>
            <a:spLocks noGrp="1"/>
          </p:cNvSpPr>
          <p:nvPr>
            <p:ph type="sldNum" sz="quarter" idx="22"/>
          </p:nvPr>
        </p:nvSpPr>
        <p:spPr>
          <a:xfrm>
            <a:off x="10700656" y="6356350"/>
            <a:ext cx="653143" cy="365125"/>
          </a:xfrm>
        </p:spPr>
        <p:txBody>
          <a:bodyPr rtlCol="0"/>
          <a:lstStyle/>
          <a:p>
            <a:pPr rtl="0"/>
            <a:fld id="{B5CEABB6-07DC-46E8-9B57-56EC44A396E5}" type="slidenum">
              <a:rPr lang="en-GB" smtClean="0"/>
              <a:pPr rtl="0"/>
              <a:t>2</a:t>
            </a:fld>
            <a:endParaRPr lang="en-GB"/>
          </a:p>
        </p:txBody>
      </p:sp>
    </p:spTree>
    <p:extLst>
      <p:ext uri="{BB962C8B-B14F-4D97-AF65-F5344CB8AC3E}">
        <p14:creationId xmlns:p14="http://schemas.microsoft.com/office/powerpoint/2010/main" val="1844941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BFE73-9B81-EBAA-55DA-19B7957C53A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11C611-33F6-EA12-38A7-7065A81C33C5}"/>
              </a:ext>
            </a:extLst>
          </p:cNvPr>
          <p:cNvSpPr>
            <a:spLocks noGrp="1"/>
          </p:cNvSpPr>
          <p:nvPr>
            <p:ph type="body" sz="quarter" idx="13"/>
          </p:nvPr>
        </p:nvSpPr>
        <p:spPr>
          <a:xfrm>
            <a:off x="2497059" y="1043051"/>
            <a:ext cx="8740274" cy="5221224"/>
          </a:xfrm>
        </p:spPr>
        <p:txBody>
          <a:bodyPr vert="horz" lIns="91440" tIns="45720" rIns="91440" bIns="45720" rtlCol="0" anchor="t">
            <a:noAutofit/>
          </a:bodyPr>
          <a:lstStyle/>
          <a:p>
            <a:pPr algn="ctr" rtl="0"/>
            <a:r>
              <a:rPr lang="en-US" sz="2800" dirty="0"/>
              <a:t>Data is best managed by following the Research Data Lifecycle, which outlines the stages through which research data moves from creation to long-term preservation. </a:t>
            </a:r>
          </a:p>
          <a:p>
            <a:pPr algn="ctr" rtl="0"/>
            <a:r>
              <a:rPr lang="en-US" sz="2800" dirty="0"/>
              <a:t>This cycle supports effective research data management, involving </a:t>
            </a:r>
            <a:r>
              <a:rPr lang="en-US" sz="2800" dirty="0" err="1"/>
              <a:t>organising</a:t>
            </a:r>
            <a:r>
              <a:rPr lang="en-US" sz="2800" dirty="0"/>
              <a:t>, documenting, publishing, and archiving research outputs, including datasets, software, metadata, and observations. </a:t>
            </a:r>
          </a:p>
          <a:p>
            <a:pPr algn="ctr" rtl="0"/>
            <a:r>
              <a:rPr lang="en-US" sz="2800" dirty="0"/>
              <a:t>Students are expected to understand both the practical and ethical responsibilities of handling data throughout the research cycle. </a:t>
            </a:r>
            <a:endParaRPr lang="en-GB" sz="1400" dirty="0"/>
          </a:p>
        </p:txBody>
      </p:sp>
      <p:sp>
        <p:nvSpPr>
          <p:cNvPr id="20" name="Date Placeholder 19">
            <a:extLst>
              <a:ext uri="{FF2B5EF4-FFF2-40B4-BE49-F238E27FC236}">
                <a16:creationId xmlns:a16="http://schemas.microsoft.com/office/drawing/2014/main" id="{4C95FA6C-EE9B-3A7A-EE86-010B772115C3}"/>
              </a:ext>
            </a:extLst>
          </p:cNvPr>
          <p:cNvSpPr>
            <a:spLocks noGrp="1"/>
          </p:cNvSpPr>
          <p:nvPr>
            <p:ph type="dt" sz="half" idx="20"/>
          </p:nvPr>
        </p:nvSpPr>
        <p:spPr>
          <a:xfrm>
            <a:off x="5919680" y="6356350"/>
            <a:ext cx="947516" cy="365125"/>
          </a:xfrm>
        </p:spPr>
        <p:txBody>
          <a:bodyPr rtlCol="0"/>
          <a:lstStyle/>
          <a:p>
            <a:pPr rtl="0"/>
            <a:r>
              <a:rPr lang="en-GB" dirty="0"/>
              <a:t>July 2025</a:t>
            </a:r>
          </a:p>
        </p:txBody>
      </p:sp>
      <p:sp>
        <p:nvSpPr>
          <p:cNvPr id="21" name="Footer Placeholder 20">
            <a:extLst>
              <a:ext uri="{FF2B5EF4-FFF2-40B4-BE49-F238E27FC236}">
                <a16:creationId xmlns:a16="http://schemas.microsoft.com/office/drawing/2014/main" id="{A8D52384-3418-FEDB-1E64-5AFAF6C8CDF4}"/>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22" name="Slide Number Placeholder 21">
            <a:extLst>
              <a:ext uri="{FF2B5EF4-FFF2-40B4-BE49-F238E27FC236}">
                <a16:creationId xmlns:a16="http://schemas.microsoft.com/office/drawing/2014/main" id="{C0CFA068-C301-31FB-2044-5E6E5B54A12F}"/>
              </a:ext>
            </a:extLst>
          </p:cNvPr>
          <p:cNvSpPr>
            <a:spLocks noGrp="1"/>
          </p:cNvSpPr>
          <p:nvPr>
            <p:ph type="sldNum" sz="quarter" idx="22"/>
          </p:nvPr>
        </p:nvSpPr>
        <p:spPr>
          <a:xfrm>
            <a:off x="10700656" y="6356350"/>
            <a:ext cx="653143" cy="365125"/>
          </a:xfrm>
        </p:spPr>
        <p:txBody>
          <a:bodyPr rtlCol="0"/>
          <a:lstStyle/>
          <a:p>
            <a:pPr rtl="0"/>
            <a:fld id="{B5CEABB6-07DC-46E8-9B57-56EC44A396E5}" type="slidenum">
              <a:rPr lang="en-GB" smtClean="0"/>
              <a:pPr rtl="0"/>
              <a:t>3</a:t>
            </a:fld>
            <a:endParaRPr lang="en-GB"/>
          </a:p>
        </p:txBody>
      </p:sp>
    </p:spTree>
    <p:extLst>
      <p:ext uri="{BB962C8B-B14F-4D97-AF65-F5344CB8AC3E}">
        <p14:creationId xmlns:p14="http://schemas.microsoft.com/office/powerpoint/2010/main" val="40282837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448056" y="891329"/>
            <a:ext cx="11237976" cy="1325563"/>
          </a:xfrm>
        </p:spPr>
        <p:txBody>
          <a:bodyPr rtlCol="0">
            <a:noAutofit/>
          </a:bodyPr>
          <a:lstStyle/>
          <a:p>
            <a:r>
              <a:rPr lang="en-US" sz="2000" dirty="0">
                <a:solidFill>
                  <a:schemeClr val="tx1"/>
                </a:solidFill>
              </a:rPr>
              <a:t>CPUT  recommends a Data Management Plan (DMP) outlining how research data will be handled during and after research projects. </a:t>
            </a:r>
            <a:br>
              <a:rPr lang="en-US" sz="2000" dirty="0">
                <a:solidFill>
                  <a:schemeClr val="tx1"/>
                </a:solidFill>
              </a:rPr>
            </a:br>
            <a:r>
              <a:rPr lang="en-US" sz="2000" dirty="0">
                <a:solidFill>
                  <a:schemeClr val="tx1"/>
                </a:solidFill>
              </a:rPr>
              <a:t>The purpose of the DMP is to ensure that CPUT complies with all legal, ethical, and contractual obligations and promotes best practices in managing research data. </a:t>
            </a:r>
            <a:endParaRPr lang="en-GB" sz="2000" dirty="0">
              <a:solidFill>
                <a:schemeClr val="tx1"/>
              </a:solidFill>
            </a:endParaRPr>
          </a:p>
        </p:txBody>
      </p:sp>
      <p:sp>
        <p:nvSpPr>
          <p:cNvPr id="80" name="Date Placeholder 79">
            <a:extLst>
              <a:ext uri="{FF2B5EF4-FFF2-40B4-BE49-F238E27FC236}">
                <a16:creationId xmlns:a16="http://schemas.microsoft.com/office/drawing/2014/main" id="{BC1F9D86-85D8-4FD0-B0D3-47D778722782}"/>
              </a:ext>
            </a:extLst>
          </p:cNvPr>
          <p:cNvSpPr>
            <a:spLocks noGrp="1"/>
          </p:cNvSpPr>
          <p:nvPr>
            <p:ph type="dt" sz="half" idx="20"/>
          </p:nvPr>
        </p:nvSpPr>
        <p:spPr>
          <a:xfrm>
            <a:off x="838200" y="6356350"/>
            <a:ext cx="2743200" cy="365125"/>
          </a:xfrm>
        </p:spPr>
        <p:txBody>
          <a:bodyPr rtlCol="0"/>
          <a:lstStyle/>
          <a:p>
            <a:pPr rtl="0"/>
            <a:r>
              <a:rPr lang="en-GB" dirty="0"/>
              <a:t>July 2025</a:t>
            </a:r>
          </a:p>
        </p:txBody>
      </p:sp>
      <p:sp>
        <p:nvSpPr>
          <p:cNvPr id="81" name="Footer Placeholder 80">
            <a:extLst>
              <a:ext uri="{FF2B5EF4-FFF2-40B4-BE49-F238E27FC236}">
                <a16:creationId xmlns:a16="http://schemas.microsoft.com/office/drawing/2014/main" id="{E94F1D24-E4A1-4B59-B57E-A28453963B88}"/>
              </a:ext>
            </a:extLst>
          </p:cNvPr>
          <p:cNvSpPr>
            <a:spLocks noGrp="1"/>
          </p:cNvSpPr>
          <p:nvPr>
            <p:ph type="ftr" sz="quarter" idx="21"/>
          </p:nvPr>
        </p:nvSpPr>
        <p:spPr>
          <a:xfrm>
            <a:off x="4038600" y="6356350"/>
            <a:ext cx="4114800" cy="365125"/>
          </a:xfrm>
        </p:spPr>
        <p:txBody>
          <a:bodyPr rtlCol="0"/>
          <a:lstStyle/>
          <a:p>
            <a:r>
              <a:rPr lang="en-GB" dirty="0">
                <a:solidFill>
                  <a:schemeClr val="tx1"/>
                </a:solidFill>
              </a:rPr>
              <a:t>Research Methodology 4</a:t>
            </a:r>
          </a:p>
        </p:txBody>
      </p:sp>
      <p:sp>
        <p:nvSpPr>
          <p:cNvPr id="82" name="Slide Number Placeholder 81">
            <a:extLst>
              <a:ext uri="{FF2B5EF4-FFF2-40B4-BE49-F238E27FC236}">
                <a16:creationId xmlns:a16="http://schemas.microsoft.com/office/drawing/2014/main" id="{CE36A058-BEC2-4BC5-A467-F2EB2A365051}"/>
              </a:ext>
            </a:extLst>
          </p:cNvPr>
          <p:cNvSpPr>
            <a:spLocks noGrp="1"/>
          </p:cNvSpPr>
          <p:nvPr>
            <p:ph type="sldNum" sz="quarter" idx="22"/>
          </p:nvPr>
        </p:nvSpPr>
        <p:spPr>
          <a:xfrm>
            <a:off x="8610600" y="6356350"/>
            <a:ext cx="2743200" cy="365125"/>
          </a:xfrm>
        </p:spPr>
        <p:txBody>
          <a:bodyPr rtlCol="0"/>
          <a:lstStyle/>
          <a:p>
            <a:pPr rtl="0"/>
            <a:fld id="{B5CEABB6-07DC-46E8-9B57-56EC44A396E5}" type="slidenum">
              <a:rPr lang="en-GB" smtClean="0"/>
              <a:pPr rtl="0"/>
              <a:t>4</a:t>
            </a:fld>
            <a:endParaRPr lang="en-GB"/>
          </a:p>
        </p:txBody>
      </p:sp>
      <p:pic>
        <p:nvPicPr>
          <p:cNvPr id="9" name="Picture 8">
            <a:extLst>
              <a:ext uri="{FF2B5EF4-FFF2-40B4-BE49-F238E27FC236}">
                <a16:creationId xmlns:a16="http://schemas.microsoft.com/office/drawing/2014/main" id="{94A575A7-F4AD-0330-3351-8644C3299FC2}"/>
              </a:ext>
            </a:extLst>
          </p:cNvPr>
          <p:cNvPicPr>
            <a:picLocks noChangeAspect="1"/>
          </p:cNvPicPr>
          <p:nvPr/>
        </p:nvPicPr>
        <p:blipFill>
          <a:blip r:embed="rId3"/>
          <a:stretch>
            <a:fillRect/>
          </a:stretch>
        </p:blipFill>
        <p:spPr>
          <a:xfrm>
            <a:off x="1826516" y="2696930"/>
            <a:ext cx="8538968" cy="3179382"/>
          </a:xfrm>
          <a:prstGeom prst="rect">
            <a:avLst/>
          </a:prstGeom>
        </p:spPr>
      </p:pic>
      <p:sp>
        <p:nvSpPr>
          <p:cNvPr id="11" name="TextBox 10">
            <a:extLst>
              <a:ext uri="{FF2B5EF4-FFF2-40B4-BE49-F238E27FC236}">
                <a16:creationId xmlns:a16="http://schemas.microsoft.com/office/drawing/2014/main" id="{A8DECA6B-8FF3-180B-65CA-2C7E9B3B72C6}"/>
              </a:ext>
            </a:extLst>
          </p:cNvPr>
          <p:cNvSpPr txBox="1"/>
          <p:nvPr/>
        </p:nvSpPr>
        <p:spPr>
          <a:xfrm>
            <a:off x="4652010" y="5987018"/>
            <a:ext cx="6103620" cy="369332"/>
          </a:xfrm>
          <a:prstGeom prst="rect">
            <a:avLst/>
          </a:prstGeom>
          <a:noFill/>
        </p:spPr>
        <p:txBody>
          <a:bodyPr wrap="square">
            <a:spAutoFit/>
          </a:bodyPr>
          <a:lstStyle/>
          <a:p>
            <a:pPr>
              <a:spcAft>
                <a:spcPts val="1000"/>
              </a:spcAft>
              <a:buNone/>
            </a:pPr>
            <a:r>
              <a:rPr lang="en-US" sz="1800" b="1" dirty="0">
                <a:solidFill>
                  <a:srgbClr val="4F81BD"/>
                </a:solidFill>
                <a:effectLst/>
                <a:latin typeface="Arial" panose="020B0604020202020204" pitchFamily="34" charset="0"/>
                <a:ea typeface="MS Mincho" panose="02020609040205080304" pitchFamily="49" charset="-128"/>
                <a:cs typeface="Times New Roman" panose="02020603050405020304" pitchFamily="18" charset="0"/>
              </a:rPr>
              <a:t>Figure 1 Research Data Phases</a:t>
            </a:r>
            <a:endParaRPr lang="en-GB" sz="1800" b="1" dirty="0">
              <a:solidFill>
                <a:srgbClr val="4F81BD"/>
              </a:solidFill>
              <a:effectLst/>
              <a:latin typeface="Arial" panose="020B060402020202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1593920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E0A63-A388-49B1-A04E-27CE9BD622EF}"/>
              </a:ext>
            </a:extLst>
          </p:cNvPr>
          <p:cNvSpPr>
            <a:spLocks noGrp="1"/>
          </p:cNvSpPr>
          <p:nvPr>
            <p:ph type="title"/>
          </p:nvPr>
        </p:nvSpPr>
        <p:spPr>
          <a:xfrm>
            <a:off x="6393438" y="417703"/>
            <a:ext cx="4385119" cy="846301"/>
          </a:xfrm>
        </p:spPr>
        <p:txBody>
          <a:bodyPr rtlCol="0">
            <a:normAutofit fontScale="90000"/>
          </a:bodyPr>
          <a:lstStyle/>
          <a:p>
            <a:pPr rtl="0"/>
            <a:r>
              <a:rPr lang="en-GB" b="1" dirty="0">
                <a:solidFill>
                  <a:srgbClr val="002060"/>
                </a:solidFill>
              </a:rPr>
              <a:t>A. CREATE </a:t>
            </a:r>
            <a:br>
              <a:rPr lang="en-GB" b="1" dirty="0">
                <a:solidFill>
                  <a:srgbClr val="002060"/>
                </a:solidFill>
              </a:rPr>
            </a:br>
            <a:r>
              <a:rPr lang="en-GB" b="1" dirty="0">
                <a:solidFill>
                  <a:srgbClr val="002060"/>
                </a:solidFill>
              </a:rPr>
              <a:t>(Raw Data Generation)</a:t>
            </a:r>
          </a:p>
        </p:txBody>
      </p:sp>
      <p:sp>
        <p:nvSpPr>
          <p:cNvPr id="7" name="Text Placeholder 6">
            <a:extLst>
              <a:ext uri="{FF2B5EF4-FFF2-40B4-BE49-F238E27FC236}">
                <a16:creationId xmlns:a16="http://schemas.microsoft.com/office/drawing/2014/main" id="{40297407-CE4E-4284-879D-AEC395713625}"/>
              </a:ext>
            </a:extLst>
          </p:cNvPr>
          <p:cNvSpPr>
            <a:spLocks noGrp="1"/>
          </p:cNvSpPr>
          <p:nvPr>
            <p:ph type="body" sz="quarter" idx="15"/>
          </p:nvPr>
        </p:nvSpPr>
        <p:spPr>
          <a:xfrm>
            <a:off x="5290918" y="1655940"/>
            <a:ext cx="6986016" cy="3885324"/>
          </a:xfrm>
        </p:spPr>
        <p:txBody>
          <a:bodyPr rtlCol="0">
            <a:noAutofit/>
          </a:bodyPr>
          <a:lstStyle/>
          <a:p>
            <a:pPr rtl="0"/>
            <a:r>
              <a:rPr lang="en-US" sz="2000" noProof="1"/>
              <a:t>Activities involved with the creation of research data include:</a:t>
            </a:r>
          </a:p>
          <a:p>
            <a:pPr marL="285750" indent="-285750" rtl="0">
              <a:buFont typeface="Arial" panose="020B0604020202020204" pitchFamily="34" charset="0"/>
              <a:buChar char="•"/>
            </a:pPr>
            <a:r>
              <a:rPr lang="en-US" sz="2000" b="1" noProof="1"/>
              <a:t>Plan</a:t>
            </a:r>
            <a:r>
              <a:rPr lang="en-US" sz="2000" noProof="1"/>
              <a:t>: Define research objectives and methods.</a:t>
            </a:r>
          </a:p>
          <a:p>
            <a:pPr marL="285750" indent="-285750" rtl="0">
              <a:buFont typeface="Arial" panose="020B0604020202020204" pitchFamily="34" charset="0"/>
              <a:buChar char="•"/>
            </a:pPr>
            <a:r>
              <a:rPr lang="en-US" sz="2000" b="1" noProof="1"/>
              <a:t>Source</a:t>
            </a:r>
            <a:r>
              <a:rPr lang="en-US" sz="2000" noProof="1"/>
              <a:t>: Identify tools and data platforms.</a:t>
            </a:r>
          </a:p>
          <a:p>
            <a:pPr marL="285750" indent="-285750" rtl="0">
              <a:buFont typeface="Arial" panose="020B0604020202020204" pitchFamily="34" charset="0"/>
              <a:buChar char="•"/>
            </a:pPr>
            <a:r>
              <a:rPr lang="en-US" sz="2000" b="1" noProof="1"/>
              <a:t>Collect</a:t>
            </a:r>
            <a:r>
              <a:rPr lang="en-US" sz="2000" noProof="1"/>
              <a:t>: Gather primary data.</a:t>
            </a:r>
          </a:p>
          <a:p>
            <a:pPr marL="285750" indent="-285750" rtl="0">
              <a:buFont typeface="Arial" panose="020B0604020202020204" pitchFamily="34" charset="0"/>
              <a:buChar char="•"/>
            </a:pPr>
            <a:r>
              <a:rPr lang="en-US" sz="2000" b="1" noProof="1"/>
              <a:t>QA/QC</a:t>
            </a:r>
            <a:r>
              <a:rPr lang="en-US" sz="2000" noProof="1"/>
              <a:t>: Conduct quality assurance and control.</a:t>
            </a:r>
          </a:p>
          <a:p>
            <a:pPr rtl="0"/>
            <a:endParaRPr lang="en-US" sz="2000" b="1" noProof="1"/>
          </a:p>
          <a:p>
            <a:pPr rtl="0"/>
            <a:r>
              <a:rPr lang="en-US" sz="2000" b="1" noProof="1"/>
              <a:t>Example</a:t>
            </a:r>
            <a:r>
              <a:rPr lang="en-US" sz="2000" noProof="1"/>
              <a:t>: </a:t>
            </a:r>
          </a:p>
          <a:p>
            <a:pPr rtl="0"/>
            <a:r>
              <a:rPr lang="en-US" sz="2000" noProof="1"/>
              <a:t>In ICT, students might collect user interaction logs from an e-learning platform or run an app that tracks system performance.</a:t>
            </a:r>
          </a:p>
        </p:txBody>
      </p:sp>
      <p:sp>
        <p:nvSpPr>
          <p:cNvPr id="32" name="Date Placeholder 31">
            <a:extLst>
              <a:ext uri="{FF2B5EF4-FFF2-40B4-BE49-F238E27FC236}">
                <a16:creationId xmlns:a16="http://schemas.microsoft.com/office/drawing/2014/main" id="{D5DB19F8-B538-4965-BA90-ED372B99F5DC}"/>
              </a:ext>
            </a:extLst>
          </p:cNvPr>
          <p:cNvSpPr>
            <a:spLocks noGrp="1"/>
          </p:cNvSpPr>
          <p:nvPr>
            <p:ph type="dt" sz="half" idx="20"/>
          </p:nvPr>
        </p:nvSpPr>
        <p:spPr>
          <a:xfrm>
            <a:off x="5919680" y="6356350"/>
            <a:ext cx="947516" cy="365125"/>
          </a:xfrm>
        </p:spPr>
        <p:txBody>
          <a:bodyPr rtlCol="0"/>
          <a:lstStyle/>
          <a:p>
            <a:pPr rtl="0"/>
            <a:r>
              <a:rPr lang="en-GB" dirty="0"/>
              <a:t>July 2025</a:t>
            </a:r>
          </a:p>
        </p:txBody>
      </p:sp>
      <p:sp>
        <p:nvSpPr>
          <p:cNvPr id="3" name="Footer Placeholder 2">
            <a:extLst>
              <a:ext uri="{FF2B5EF4-FFF2-40B4-BE49-F238E27FC236}">
                <a16:creationId xmlns:a16="http://schemas.microsoft.com/office/drawing/2014/main" id="{005C44B1-BA82-483C-BD91-F89067442F9E}"/>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4" name="Slide Number Placeholder 3">
            <a:extLst>
              <a:ext uri="{FF2B5EF4-FFF2-40B4-BE49-F238E27FC236}">
                <a16:creationId xmlns:a16="http://schemas.microsoft.com/office/drawing/2014/main" id="{79ED4A67-3A46-4F54-A12A-EAE1B53E6457}"/>
              </a:ext>
            </a:extLst>
          </p:cNvPr>
          <p:cNvSpPr>
            <a:spLocks noGrp="1"/>
          </p:cNvSpPr>
          <p:nvPr>
            <p:ph type="sldNum" sz="quarter" idx="22"/>
          </p:nvPr>
        </p:nvSpPr>
        <p:spPr>
          <a:xfrm>
            <a:off x="10700656" y="6356350"/>
            <a:ext cx="653143" cy="365125"/>
          </a:xfrm>
        </p:spPr>
        <p:txBody>
          <a:bodyPr rtlCol="0"/>
          <a:lstStyle/>
          <a:p>
            <a:pPr rtl="0"/>
            <a:fld id="{19B51A1E-902D-48AF-9020-955120F399B6}" type="slidenum">
              <a:rPr lang="en-GB" smtClean="0"/>
              <a:pPr rtl="0"/>
              <a:t>5</a:t>
            </a:fld>
            <a:endParaRPr lang="en-GB" dirty="0"/>
          </a:p>
        </p:txBody>
      </p:sp>
      <p:pic>
        <p:nvPicPr>
          <p:cNvPr id="12" name="Picture 11">
            <a:extLst>
              <a:ext uri="{FF2B5EF4-FFF2-40B4-BE49-F238E27FC236}">
                <a16:creationId xmlns:a16="http://schemas.microsoft.com/office/drawing/2014/main" id="{C54CD903-97A1-A25B-DC66-A3E372687521}"/>
              </a:ext>
            </a:extLst>
          </p:cNvPr>
          <p:cNvPicPr>
            <a:picLocks noChangeAspect="1"/>
          </p:cNvPicPr>
          <p:nvPr/>
        </p:nvPicPr>
        <p:blipFill>
          <a:blip r:embed="rId3"/>
          <a:stretch>
            <a:fillRect/>
          </a:stretch>
        </p:blipFill>
        <p:spPr>
          <a:xfrm>
            <a:off x="164222" y="262889"/>
            <a:ext cx="3100186" cy="1155927"/>
          </a:xfrm>
          <a:prstGeom prst="rect">
            <a:avLst/>
          </a:prstGeom>
        </p:spPr>
      </p:pic>
      <p:sp>
        <p:nvSpPr>
          <p:cNvPr id="13" name="Rectangle: Rounded Corners 12">
            <a:extLst>
              <a:ext uri="{FF2B5EF4-FFF2-40B4-BE49-F238E27FC236}">
                <a16:creationId xmlns:a16="http://schemas.microsoft.com/office/drawing/2014/main" id="{DF52344D-B543-93E4-A473-C41099277C9E}"/>
              </a:ext>
            </a:extLst>
          </p:cNvPr>
          <p:cNvSpPr/>
          <p:nvPr/>
        </p:nvSpPr>
        <p:spPr>
          <a:xfrm>
            <a:off x="164222" y="118872"/>
            <a:ext cx="978778" cy="1537068"/>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069393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23E92-AB97-7438-081E-F0D6CFDFF9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249F30-EAEB-0DB3-69F4-C918C8BC3D6F}"/>
              </a:ext>
            </a:extLst>
          </p:cNvPr>
          <p:cNvSpPr>
            <a:spLocks noGrp="1"/>
          </p:cNvSpPr>
          <p:nvPr>
            <p:ph type="title"/>
          </p:nvPr>
        </p:nvSpPr>
        <p:spPr>
          <a:xfrm>
            <a:off x="5919680" y="417703"/>
            <a:ext cx="6108098" cy="846301"/>
          </a:xfrm>
        </p:spPr>
        <p:txBody>
          <a:bodyPr rtlCol="0">
            <a:normAutofit fontScale="90000"/>
          </a:bodyPr>
          <a:lstStyle/>
          <a:p>
            <a:pPr rtl="0"/>
            <a:r>
              <a:rPr lang="en-US" b="1" dirty="0">
                <a:solidFill>
                  <a:srgbClr val="002060"/>
                </a:solidFill>
              </a:rPr>
              <a:t>B. EXPLORE </a:t>
            </a:r>
            <a:br>
              <a:rPr lang="en-US" b="1" dirty="0">
                <a:solidFill>
                  <a:srgbClr val="002060"/>
                </a:solidFill>
              </a:rPr>
            </a:br>
            <a:r>
              <a:rPr lang="en-US" b="1" dirty="0">
                <a:solidFill>
                  <a:srgbClr val="002060"/>
                </a:solidFill>
              </a:rPr>
              <a:t>(Data Processing and Analysis)</a:t>
            </a:r>
            <a:endParaRPr lang="en-GB" b="1" dirty="0">
              <a:solidFill>
                <a:srgbClr val="002060"/>
              </a:solidFill>
            </a:endParaRPr>
          </a:p>
        </p:txBody>
      </p:sp>
      <p:sp>
        <p:nvSpPr>
          <p:cNvPr id="7" name="Text Placeholder 6">
            <a:extLst>
              <a:ext uri="{FF2B5EF4-FFF2-40B4-BE49-F238E27FC236}">
                <a16:creationId xmlns:a16="http://schemas.microsoft.com/office/drawing/2014/main" id="{CADAD881-1B86-B191-FD2F-C6B78C657C6C}"/>
              </a:ext>
            </a:extLst>
          </p:cNvPr>
          <p:cNvSpPr>
            <a:spLocks noGrp="1"/>
          </p:cNvSpPr>
          <p:nvPr>
            <p:ph type="body" sz="quarter" idx="15"/>
          </p:nvPr>
        </p:nvSpPr>
        <p:spPr>
          <a:xfrm>
            <a:off x="4270248" y="1655940"/>
            <a:ext cx="8006686" cy="3885324"/>
          </a:xfrm>
        </p:spPr>
        <p:txBody>
          <a:bodyPr rtlCol="0">
            <a:noAutofit/>
          </a:bodyPr>
          <a:lstStyle/>
          <a:p>
            <a:pPr marL="228600">
              <a:lnSpc>
                <a:spcPct val="115000"/>
              </a:lnSpc>
              <a:spcAft>
                <a:spcPts val="1000"/>
              </a:spcAft>
              <a:buNone/>
            </a:pPr>
            <a:r>
              <a:rPr lang="en-US" sz="2000" dirty="0"/>
              <a:t>Activities involved with the exploration of research data include:</a:t>
            </a:r>
            <a:endParaRPr lang="en-GB" sz="2000" dirty="0"/>
          </a:p>
          <a:p>
            <a:pPr marL="342900" lvl="0" indent="-342900">
              <a:lnSpc>
                <a:spcPct val="115000"/>
              </a:lnSpc>
              <a:buFont typeface="Symbol" panose="05050102010706020507" pitchFamily="18" charset="2"/>
              <a:buChar char=""/>
            </a:pPr>
            <a:r>
              <a:rPr lang="en-US" sz="2000" b="1" dirty="0"/>
              <a:t>Document</a:t>
            </a:r>
            <a:r>
              <a:rPr lang="en-US" sz="2000" dirty="0"/>
              <a:t>: Record methods and metadata.</a:t>
            </a:r>
            <a:endParaRPr lang="en-GB" sz="2000" dirty="0"/>
          </a:p>
          <a:p>
            <a:pPr marL="342900" lvl="0" indent="-342900">
              <a:lnSpc>
                <a:spcPct val="115000"/>
              </a:lnSpc>
              <a:buFont typeface="Symbol" panose="05050102010706020507" pitchFamily="18" charset="2"/>
              <a:buChar char=""/>
            </a:pPr>
            <a:r>
              <a:rPr lang="en-US" sz="2000" b="1" dirty="0"/>
              <a:t>Enrich</a:t>
            </a:r>
            <a:r>
              <a:rPr lang="en-US" sz="2000" dirty="0"/>
              <a:t>: Add contextual data.</a:t>
            </a:r>
            <a:endParaRPr lang="en-GB" sz="2000" dirty="0"/>
          </a:p>
          <a:p>
            <a:pPr marL="342900" lvl="0" indent="-342900">
              <a:lnSpc>
                <a:spcPct val="115000"/>
              </a:lnSpc>
              <a:buFont typeface="Symbol" panose="05050102010706020507" pitchFamily="18" charset="2"/>
              <a:buChar char=""/>
            </a:pPr>
            <a:r>
              <a:rPr lang="en-US" sz="2000" b="1" dirty="0"/>
              <a:t>Analyse</a:t>
            </a:r>
            <a:r>
              <a:rPr lang="en-US" sz="2000" dirty="0"/>
              <a:t>: Interpret data using statistical or qualitative tools.</a:t>
            </a:r>
            <a:endParaRPr lang="en-GB" sz="2000" dirty="0"/>
          </a:p>
          <a:p>
            <a:pPr marL="342900" lvl="0" indent="-342900">
              <a:lnSpc>
                <a:spcPct val="115000"/>
              </a:lnSpc>
              <a:buFont typeface="Symbol" panose="05050102010706020507" pitchFamily="18" charset="2"/>
              <a:buChar char=""/>
            </a:pPr>
            <a:r>
              <a:rPr lang="en-US" sz="2000" b="1" dirty="0" err="1"/>
              <a:t>Synthesise</a:t>
            </a:r>
            <a:r>
              <a:rPr lang="en-US" sz="2000" dirty="0"/>
              <a:t>: Integrate different data sources.</a:t>
            </a:r>
            <a:endParaRPr lang="en-GB" sz="2000" dirty="0"/>
          </a:p>
          <a:p>
            <a:pPr marL="342900" lvl="0" indent="-342900">
              <a:lnSpc>
                <a:spcPct val="115000"/>
              </a:lnSpc>
              <a:spcAft>
                <a:spcPts val="1000"/>
              </a:spcAft>
              <a:buFont typeface="Symbol" panose="05050102010706020507" pitchFamily="18" charset="2"/>
              <a:buChar char=""/>
            </a:pPr>
            <a:r>
              <a:rPr lang="en-US" sz="2000" b="1" dirty="0"/>
              <a:t>Repurpose</a:t>
            </a:r>
            <a:r>
              <a:rPr lang="en-US" sz="2000" dirty="0"/>
              <a:t>: Consider secondary use of data.</a:t>
            </a:r>
            <a:endParaRPr lang="en-GB" sz="2000" dirty="0"/>
          </a:p>
          <a:p>
            <a:pPr lvl="0">
              <a:lnSpc>
                <a:spcPct val="115000"/>
              </a:lnSpc>
              <a:spcAft>
                <a:spcPts val="1000"/>
              </a:spcAft>
            </a:pPr>
            <a:r>
              <a:rPr lang="en-US" sz="2000" b="1" dirty="0"/>
              <a:t>Example</a:t>
            </a:r>
            <a:r>
              <a:rPr lang="en-US" sz="2000" dirty="0"/>
              <a:t>: </a:t>
            </a:r>
          </a:p>
          <a:p>
            <a:pPr lvl="0">
              <a:lnSpc>
                <a:spcPct val="115000"/>
              </a:lnSpc>
              <a:spcAft>
                <a:spcPts val="1000"/>
              </a:spcAft>
            </a:pPr>
            <a:r>
              <a:rPr lang="en-US" sz="2000" dirty="0"/>
              <a:t>ICT researchers might analyse mobile app analytics to understand usage patterns or compare feedback with backend logs.</a:t>
            </a:r>
            <a:endParaRPr lang="en-GB" sz="2000" dirty="0"/>
          </a:p>
        </p:txBody>
      </p:sp>
      <p:sp>
        <p:nvSpPr>
          <p:cNvPr id="32" name="Date Placeholder 31">
            <a:extLst>
              <a:ext uri="{FF2B5EF4-FFF2-40B4-BE49-F238E27FC236}">
                <a16:creationId xmlns:a16="http://schemas.microsoft.com/office/drawing/2014/main" id="{A41BF503-5547-2154-67B4-0A0B4F6E9383}"/>
              </a:ext>
            </a:extLst>
          </p:cNvPr>
          <p:cNvSpPr>
            <a:spLocks noGrp="1"/>
          </p:cNvSpPr>
          <p:nvPr>
            <p:ph type="dt" sz="half" idx="20"/>
          </p:nvPr>
        </p:nvSpPr>
        <p:spPr>
          <a:xfrm>
            <a:off x="5919680" y="6356350"/>
            <a:ext cx="947516" cy="365125"/>
          </a:xfrm>
        </p:spPr>
        <p:txBody>
          <a:bodyPr rtlCol="0"/>
          <a:lstStyle/>
          <a:p>
            <a:pPr rtl="0"/>
            <a:r>
              <a:rPr lang="en-GB" dirty="0"/>
              <a:t>July 2025</a:t>
            </a:r>
          </a:p>
        </p:txBody>
      </p:sp>
      <p:sp>
        <p:nvSpPr>
          <p:cNvPr id="3" name="Footer Placeholder 2">
            <a:extLst>
              <a:ext uri="{FF2B5EF4-FFF2-40B4-BE49-F238E27FC236}">
                <a16:creationId xmlns:a16="http://schemas.microsoft.com/office/drawing/2014/main" id="{919B086C-CC1D-2730-53CD-5A4A265A4A87}"/>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4" name="Slide Number Placeholder 3">
            <a:extLst>
              <a:ext uri="{FF2B5EF4-FFF2-40B4-BE49-F238E27FC236}">
                <a16:creationId xmlns:a16="http://schemas.microsoft.com/office/drawing/2014/main" id="{BFE17FA2-BD14-847E-462A-9BDAE6D28029}"/>
              </a:ext>
            </a:extLst>
          </p:cNvPr>
          <p:cNvSpPr>
            <a:spLocks noGrp="1"/>
          </p:cNvSpPr>
          <p:nvPr>
            <p:ph type="sldNum" sz="quarter" idx="22"/>
          </p:nvPr>
        </p:nvSpPr>
        <p:spPr>
          <a:xfrm>
            <a:off x="10700656" y="6356350"/>
            <a:ext cx="653143" cy="365125"/>
          </a:xfrm>
        </p:spPr>
        <p:txBody>
          <a:bodyPr rtlCol="0"/>
          <a:lstStyle/>
          <a:p>
            <a:pPr rtl="0"/>
            <a:fld id="{19B51A1E-902D-48AF-9020-955120F399B6}" type="slidenum">
              <a:rPr lang="en-GB" smtClean="0"/>
              <a:pPr rtl="0"/>
              <a:t>6</a:t>
            </a:fld>
            <a:endParaRPr lang="en-GB" dirty="0"/>
          </a:p>
        </p:txBody>
      </p:sp>
      <p:pic>
        <p:nvPicPr>
          <p:cNvPr id="12" name="Picture 11">
            <a:extLst>
              <a:ext uri="{FF2B5EF4-FFF2-40B4-BE49-F238E27FC236}">
                <a16:creationId xmlns:a16="http://schemas.microsoft.com/office/drawing/2014/main" id="{68CB84E0-AD28-437C-C006-5DE90D2F60AB}"/>
              </a:ext>
            </a:extLst>
          </p:cNvPr>
          <p:cNvPicPr>
            <a:picLocks noChangeAspect="1"/>
          </p:cNvPicPr>
          <p:nvPr/>
        </p:nvPicPr>
        <p:blipFill>
          <a:blip r:embed="rId3"/>
          <a:stretch>
            <a:fillRect/>
          </a:stretch>
        </p:blipFill>
        <p:spPr>
          <a:xfrm>
            <a:off x="164222" y="262889"/>
            <a:ext cx="3100186" cy="1155927"/>
          </a:xfrm>
          <a:prstGeom prst="rect">
            <a:avLst/>
          </a:prstGeom>
        </p:spPr>
      </p:pic>
      <p:sp>
        <p:nvSpPr>
          <p:cNvPr id="13" name="Rectangle: Rounded Corners 12">
            <a:extLst>
              <a:ext uri="{FF2B5EF4-FFF2-40B4-BE49-F238E27FC236}">
                <a16:creationId xmlns:a16="http://schemas.microsoft.com/office/drawing/2014/main" id="{5F4A7186-591E-1A95-3663-1BC7C32DC6EA}"/>
              </a:ext>
            </a:extLst>
          </p:cNvPr>
          <p:cNvSpPr/>
          <p:nvPr/>
        </p:nvSpPr>
        <p:spPr>
          <a:xfrm>
            <a:off x="886598" y="119748"/>
            <a:ext cx="978778" cy="1537068"/>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529827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C83F1-B662-C2B8-4AEA-FE1DDEB1AB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66B0AC-D3E5-0B2F-0491-7AFA2311EC61}"/>
              </a:ext>
            </a:extLst>
          </p:cNvPr>
          <p:cNvSpPr>
            <a:spLocks noGrp="1"/>
          </p:cNvSpPr>
          <p:nvPr>
            <p:ph type="title"/>
          </p:nvPr>
        </p:nvSpPr>
        <p:spPr>
          <a:xfrm>
            <a:off x="5919680" y="417703"/>
            <a:ext cx="6108098" cy="846301"/>
          </a:xfrm>
        </p:spPr>
        <p:txBody>
          <a:bodyPr rtlCol="0">
            <a:normAutofit fontScale="90000"/>
          </a:bodyPr>
          <a:lstStyle/>
          <a:p>
            <a:pPr rtl="0"/>
            <a:r>
              <a:rPr lang="en-US" b="1" dirty="0">
                <a:solidFill>
                  <a:srgbClr val="002060"/>
                </a:solidFill>
              </a:rPr>
              <a:t>C. SHARE </a:t>
            </a:r>
            <a:br>
              <a:rPr lang="en-US" b="1" dirty="0">
                <a:solidFill>
                  <a:srgbClr val="002060"/>
                </a:solidFill>
              </a:rPr>
            </a:br>
            <a:r>
              <a:rPr lang="en-US" b="1" dirty="0">
                <a:solidFill>
                  <a:srgbClr val="002060"/>
                </a:solidFill>
              </a:rPr>
              <a:t>(Dissemination and Access)</a:t>
            </a:r>
          </a:p>
        </p:txBody>
      </p:sp>
      <p:sp>
        <p:nvSpPr>
          <p:cNvPr id="7" name="Text Placeholder 6">
            <a:extLst>
              <a:ext uri="{FF2B5EF4-FFF2-40B4-BE49-F238E27FC236}">
                <a16:creationId xmlns:a16="http://schemas.microsoft.com/office/drawing/2014/main" id="{68DAB69B-8D1E-6043-69E8-A6A1B515181E}"/>
              </a:ext>
            </a:extLst>
          </p:cNvPr>
          <p:cNvSpPr>
            <a:spLocks noGrp="1"/>
          </p:cNvSpPr>
          <p:nvPr>
            <p:ph type="body" sz="quarter" idx="15"/>
          </p:nvPr>
        </p:nvSpPr>
        <p:spPr>
          <a:xfrm>
            <a:off x="4270248" y="1655940"/>
            <a:ext cx="8006686" cy="3885324"/>
          </a:xfrm>
        </p:spPr>
        <p:txBody>
          <a:bodyPr rtlCol="0">
            <a:noAutofit/>
          </a:bodyPr>
          <a:lstStyle/>
          <a:p>
            <a:pPr marL="228600">
              <a:lnSpc>
                <a:spcPct val="115000"/>
              </a:lnSpc>
              <a:spcAft>
                <a:spcPts val="1000"/>
              </a:spcAft>
              <a:buNone/>
            </a:pPr>
            <a:r>
              <a:rPr lang="en-US" sz="2000" dirty="0"/>
              <a:t>Activities involved with the sharing of research data include:</a:t>
            </a:r>
          </a:p>
          <a:p>
            <a:pPr marL="228600">
              <a:lnSpc>
                <a:spcPct val="115000"/>
              </a:lnSpc>
              <a:spcAft>
                <a:spcPts val="1000"/>
              </a:spcAft>
              <a:buNone/>
            </a:pPr>
            <a:r>
              <a:rPr lang="en-US" sz="2000" dirty="0"/>
              <a:t>• </a:t>
            </a:r>
            <a:r>
              <a:rPr lang="en-US" sz="2000" b="1" dirty="0"/>
              <a:t>Describe</a:t>
            </a:r>
            <a:r>
              <a:rPr lang="en-US" sz="2000" dirty="0"/>
              <a:t>: Create metadata.</a:t>
            </a:r>
          </a:p>
          <a:p>
            <a:pPr marL="228600">
              <a:lnSpc>
                <a:spcPct val="115000"/>
              </a:lnSpc>
              <a:spcAft>
                <a:spcPts val="1000"/>
              </a:spcAft>
              <a:buNone/>
            </a:pPr>
            <a:r>
              <a:rPr lang="en-US" sz="2000" dirty="0"/>
              <a:t>• </a:t>
            </a:r>
            <a:r>
              <a:rPr lang="en-US" sz="2000" b="1" dirty="0"/>
              <a:t>Publish</a:t>
            </a:r>
            <a:r>
              <a:rPr lang="en-US" sz="2000" dirty="0"/>
              <a:t>: Share in repositories or with publications.</a:t>
            </a:r>
          </a:p>
          <a:p>
            <a:pPr marL="228600">
              <a:lnSpc>
                <a:spcPct val="115000"/>
              </a:lnSpc>
              <a:spcAft>
                <a:spcPts val="1000"/>
              </a:spcAft>
              <a:buNone/>
            </a:pPr>
            <a:r>
              <a:rPr lang="en-US" sz="2000" dirty="0"/>
              <a:t>• </a:t>
            </a:r>
            <a:r>
              <a:rPr lang="en-US" sz="2000" b="1" dirty="0"/>
              <a:t>Follow FAIR principles</a:t>
            </a:r>
            <a:r>
              <a:rPr lang="en-US" sz="2000" dirty="0"/>
              <a:t>: Ensure data is Findable, Accessible, Interoperable, and Reusable.</a:t>
            </a:r>
          </a:p>
          <a:p>
            <a:pPr marL="228600">
              <a:lnSpc>
                <a:spcPct val="115000"/>
              </a:lnSpc>
              <a:spcAft>
                <a:spcPts val="1000"/>
              </a:spcAft>
              <a:buNone/>
            </a:pPr>
            <a:r>
              <a:rPr lang="en-US" sz="2000" b="1" dirty="0"/>
              <a:t>Example</a:t>
            </a:r>
            <a:r>
              <a:rPr lang="en-US" sz="2000" dirty="0"/>
              <a:t>: </a:t>
            </a:r>
          </a:p>
          <a:p>
            <a:pPr marL="228600">
              <a:lnSpc>
                <a:spcPct val="115000"/>
              </a:lnSpc>
              <a:spcAft>
                <a:spcPts val="1000"/>
              </a:spcAft>
              <a:buNone/>
            </a:pPr>
            <a:r>
              <a:rPr lang="en-US" sz="2000" dirty="0"/>
              <a:t>Publishing anonymised survey datasets from a usability study in an open repository, or sharing code on GitHub.</a:t>
            </a:r>
          </a:p>
        </p:txBody>
      </p:sp>
      <p:sp>
        <p:nvSpPr>
          <p:cNvPr id="32" name="Date Placeholder 31">
            <a:extLst>
              <a:ext uri="{FF2B5EF4-FFF2-40B4-BE49-F238E27FC236}">
                <a16:creationId xmlns:a16="http://schemas.microsoft.com/office/drawing/2014/main" id="{D97D0A6F-C7F7-C075-ECDB-66D838FFFD77}"/>
              </a:ext>
            </a:extLst>
          </p:cNvPr>
          <p:cNvSpPr>
            <a:spLocks noGrp="1"/>
          </p:cNvSpPr>
          <p:nvPr>
            <p:ph type="dt" sz="half" idx="20"/>
          </p:nvPr>
        </p:nvSpPr>
        <p:spPr>
          <a:xfrm>
            <a:off x="5919680" y="6356350"/>
            <a:ext cx="947516" cy="365125"/>
          </a:xfrm>
        </p:spPr>
        <p:txBody>
          <a:bodyPr rtlCol="0"/>
          <a:lstStyle/>
          <a:p>
            <a:pPr rtl="0"/>
            <a:r>
              <a:rPr lang="en-GB" dirty="0"/>
              <a:t>July 2025</a:t>
            </a:r>
          </a:p>
        </p:txBody>
      </p:sp>
      <p:sp>
        <p:nvSpPr>
          <p:cNvPr id="3" name="Footer Placeholder 2">
            <a:extLst>
              <a:ext uri="{FF2B5EF4-FFF2-40B4-BE49-F238E27FC236}">
                <a16:creationId xmlns:a16="http://schemas.microsoft.com/office/drawing/2014/main" id="{D14D95D5-784D-3E52-8A6A-5A01534A9C4C}"/>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4" name="Slide Number Placeholder 3">
            <a:extLst>
              <a:ext uri="{FF2B5EF4-FFF2-40B4-BE49-F238E27FC236}">
                <a16:creationId xmlns:a16="http://schemas.microsoft.com/office/drawing/2014/main" id="{D9E3B98C-3AF4-5F48-B7A9-B71944D8B89A}"/>
              </a:ext>
            </a:extLst>
          </p:cNvPr>
          <p:cNvSpPr>
            <a:spLocks noGrp="1"/>
          </p:cNvSpPr>
          <p:nvPr>
            <p:ph type="sldNum" sz="quarter" idx="22"/>
          </p:nvPr>
        </p:nvSpPr>
        <p:spPr>
          <a:xfrm>
            <a:off x="10700656" y="6356350"/>
            <a:ext cx="653143" cy="365125"/>
          </a:xfrm>
        </p:spPr>
        <p:txBody>
          <a:bodyPr rtlCol="0"/>
          <a:lstStyle/>
          <a:p>
            <a:pPr rtl="0"/>
            <a:fld id="{19B51A1E-902D-48AF-9020-955120F399B6}" type="slidenum">
              <a:rPr lang="en-GB" smtClean="0"/>
              <a:pPr rtl="0"/>
              <a:t>7</a:t>
            </a:fld>
            <a:endParaRPr lang="en-GB" dirty="0"/>
          </a:p>
        </p:txBody>
      </p:sp>
      <p:pic>
        <p:nvPicPr>
          <p:cNvPr id="12" name="Picture 11">
            <a:extLst>
              <a:ext uri="{FF2B5EF4-FFF2-40B4-BE49-F238E27FC236}">
                <a16:creationId xmlns:a16="http://schemas.microsoft.com/office/drawing/2014/main" id="{0B8F18E5-4CA0-BA1D-B907-77FF261F2B7F}"/>
              </a:ext>
            </a:extLst>
          </p:cNvPr>
          <p:cNvPicPr>
            <a:picLocks noChangeAspect="1"/>
          </p:cNvPicPr>
          <p:nvPr/>
        </p:nvPicPr>
        <p:blipFill>
          <a:blip r:embed="rId3"/>
          <a:stretch>
            <a:fillRect/>
          </a:stretch>
        </p:blipFill>
        <p:spPr>
          <a:xfrm>
            <a:off x="164222" y="262889"/>
            <a:ext cx="3100186" cy="1155927"/>
          </a:xfrm>
          <a:prstGeom prst="rect">
            <a:avLst/>
          </a:prstGeom>
        </p:spPr>
      </p:pic>
      <p:sp>
        <p:nvSpPr>
          <p:cNvPr id="13" name="Rectangle: Rounded Corners 12">
            <a:extLst>
              <a:ext uri="{FF2B5EF4-FFF2-40B4-BE49-F238E27FC236}">
                <a16:creationId xmlns:a16="http://schemas.microsoft.com/office/drawing/2014/main" id="{0D74516A-CB62-CCF9-5647-2A869FEA9AEE}"/>
              </a:ext>
            </a:extLst>
          </p:cNvPr>
          <p:cNvSpPr/>
          <p:nvPr/>
        </p:nvSpPr>
        <p:spPr>
          <a:xfrm>
            <a:off x="1599830" y="128892"/>
            <a:ext cx="978778" cy="1537068"/>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255654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91674-D055-3EB5-BD0F-F3D4929BA1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F20853-32D3-D396-0825-225ECBDF2391}"/>
              </a:ext>
            </a:extLst>
          </p:cNvPr>
          <p:cNvSpPr>
            <a:spLocks noGrp="1"/>
          </p:cNvSpPr>
          <p:nvPr>
            <p:ph type="title"/>
          </p:nvPr>
        </p:nvSpPr>
        <p:spPr>
          <a:xfrm>
            <a:off x="5919680" y="417703"/>
            <a:ext cx="6108098" cy="846301"/>
          </a:xfrm>
        </p:spPr>
        <p:txBody>
          <a:bodyPr rtlCol="0">
            <a:normAutofit fontScale="90000"/>
          </a:bodyPr>
          <a:lstStyle/>
          <a:p>
            <a:pPr rtl="0"/>
            <a:r>
              <a:rPr lang="en-US" b="1" dirty="0">
                <a:solidFill>
                  <a:srgbClr val="002060"/>
                </a:solidFill>
              </a:rPr>
              <a:t>D. PRESERVE </a:t>
            </a:r>
            <a:br>
              <a:rPr lang="en-US" b="1" dirty="0">
                <a:solidFill>
                  <a:srgbClr val="002060"/>
                </a:solidFill>
              </a:rPr>
            </a:br>
            <a:r>
              <a:rPr lang="en-US" b="1" dirty="0">
                <a:solidFill>
                  <a:srgbClr val="002060"/>
                </a:solidFill>
              </a:rPr>
              <a:t>(Long-Term Stewardship)</a:t>
            </a:r>
          </a:p>
        </p:txBody>
      </p:sp>
      <p:sp>
        <p:nvSpPr>
          <p:cNvPr id="7" name="Text Placeholder 6">
            <a:extLst>
              <a:ext uri="{FF2B5EF4-FFF2-40B4-BE49-F238E27FC236}">
                <a16:creationId xmlns:a16="http://schemas.microsoft.com/office/drawing/2014/main" id="{A5D2E978-C18E-D026-BB99-BE3D7A3E0544}"/>
              </a:ext>
            </a:extLst>
          </p:cNvPr>
          <p:cNvSpPr>
            <a:spLocks noGrp="1"/>
          </p:cNvSpPr>
          <p:nvPr>
            <p:ph type="body" sz="quarter" idx="15"/>
          </p:nvPr>
        </p:nvSpPr>
        <p:spPr>
          <a:xfrm>
            <a:off x="4270248" y="1655940"/>
            <a:ext cx="8006686" cy="3885324"/>
          </a:xfrm>
        </p:spPr>
        <p:txBody>
          <a:bodyPr rtlCol="0">
            <a:noAutofit/>
          </a:bodyPr>
          <a:lstStyle/>
          <a:p>
            <a:pPr marL="228600">
              <a:lnSpc>
                <a:spcPct val="115000"/>
              </a:lnSpc>
              <a:spcAft>
                <a:spcPts val="1000"/>
              </a:spcAft>
              <a:buNone/>
            </a:pPr>
            <a:r>
              <a:rPr lang="en-US" sz="2000" dirty="0"/>
              <a:t>Activities involved with the preservation of research data include:</a:t>
            </a:r>
          </a:p>
          <a:p>
            <a:pPr marL="228600">
              <a:lnSpc>
                <a:spcPct val="115000"/>
              </a:lnSpc>
              <a:spcAft>
                <a:spcPts val="1000"/>
              </a:spcAft>
              <a:buNone/>
            </a:pPr>
            <a:r>
              <a:rPr lang="en-US" sz="2000" dirty="0"/>
              <a:t>• </a:t>
            </a:r>
            <a:r>
              <a:rPr lang="en-US" sz="2000" b="1" dirty="0"/>
              <a:t>Archive</a:t>
            </a:r>
            <a:r>
              <a:rPr lang="en-US" sz="2000" dirty="0"/>
              <a:t>: Deposit in institutional/national archives. </a:t>
            </a:r>
          </a:p>
          <a:p>
            <a:pPr marL="228600">
              <a:lnSpc>
                <a:spcPct val="115000"/>
              </a:lnSpc>
              <a:spcAft>
                <a:spcPts val="1000"/>
              </a:spcAft>
              <a:buNone/>
            </a:pPr>
            <a:r>
              <a:rPr lang="en-US" sz="2000" dirty="0"/>
              <a:t>• </a:t>
            </a:r>
            <a:r>
              <a:rPr lang="en-US" sz="2000" b="1" dirty="0"/>
              <a:t>Maintain</a:t>
            </a:r>
            <a:r>
              <a:rPr lang="en-US" sz="2000" dirty="0"/>
              <a:t>: Update and use open formats for accessibility.</a:t>
            </a:r>
          </a:p>
          <a:p>
            <a:pPr marL="228600">
              <a:lnSpc>
                <a:spcPct val="115000"/>
              </a:lnSpc>
              <a:spcAft>
                <a:spcPts val="1000"/>
              </a:spcAft>
              <a:buNone/>
            </a:pPr>
            <a:r>
              <a:rPr lang="en-US" sz="2000" b="1" dirty="0"/>
              <a:t>Example</a:t>
            </a:r>
            <a:r>
              <a:rPr lang="en-US" sz="2000" dirty="0"/>
              <a:t>: </a:t>
            </a:r>
          </a:p>
          <a:p>
            <a:pPr marL="228600">
              <a:lnSpc>
                <a:spcPct val="115000"/>
              </a:lnSpc>
              <a:spcAft>
                <a:spcPts val="1000"/>
              </a:spcAft>
              <a:buNone/>
            </a:pPr>
            <a:r>
              <a:rPr lang="en-US" sz="2000" dirty="0"/>
              <a:t>Preserving IoT sensor data from a smart classroom for future research or storing interview transcripts with permanent identifiers.</a:t>
            </a:r>
          </a:p>
        </p:txBody>
      </p:sp>
      <p:sp>
        <p:nvSpPr>
          <p:cNvPr id="32" name="Date Placeholder 31">
            <a:extLst>
              <a:ext uri="{FF2B5EF4-FFF2-40B4-BE49-F238E27FC236}">
                <a16:creationId xmlns:a16="http://schemas.microsoft.com/office/drawing/2014/main" id="{FA138C5E-C1F9-96E1-4961-0202B1C58E4D}"/>
              </a:ext>
            </a:extLst>
          </p:cNvPr>
          <p:cNvSpPr>
            <a:spLocks noGrp="1"/>
          </p:cNvSpPr>
          <p:nvPr>
            <p:ph type="dt" sz="half" idx="20"/>
          </p:nvPr>
        </p:nvSpPr>
        <p:spPr>
          <a:xfrm>
            <a:off x="5919680" y="6356350"/>
            <a:ext cx="947516" cy="365125"/>
          </a:xfrm>
        </p:spPr>
        <p:txBody>
          <a:bodyPr rtlCol="0"/>
          <a:lstStyle/>
          <a:p>
            <a:pPr rtl="0"/>
            <a:r>
              <a:rPr lang="en-GB" dirty="0"/>
              <a:t>July 2025</a:t>
            </a:r>
          </a:p>
        </p:txBody>
      </p:sp>
      <p:sp>
        <p:nvSpPr>
          <p:cNvPr id="3" name="Footer Placeholder 2">
            <a:extLst>
              <a:ext uri="{FF2B5EF4-FFF2-40B4-BE49-F238E27FC236}">
                <a16:creationId xmlns:a16="http://schemas.microsoft.com/office/drawing/2014/main" id="{5D11181D-F416-C085-AAF8-B19B673ACAEC}"/>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4" name="Slide Number Placeholder 3">
            <a:extLst>
              <a:ext uri="{FF2B5EF4-FFF2-40B4-BE49-F238E27FC236}">
                <a16:creationId xmlns:a16="http://schemas.microsoft.com/office/drawing/2014/main" id="{B3796646-4768-8027-9F87-7FADE721CE96}"/>
              </a:ext>
            </a:extLst>
          </p:cNvPr>
          <p:cNvSpPr>
            <a:spLocks noGrp="1"/>
          </p:cNvSpPr>
          <p:nvPr>
            <p:ph type="sldNum" sz="quarter" idx="22"/>
          </p:nvPr>
        </p:nvSpPr>
        <p:spPr>
          <a:xfrm>
            <a:off x="10700656" y="6356350"/>
            <a:ext cx="653143" cy="365125"/>
          </a:xfrm>
        </p:spPr>
        <p:txBody>
          <a:bodyPr rtlCol="0"/>
          <a:lstStyle/>
          <a:p>
            <a:pPr rtl="0"/>
            <a:fld id="{19B51A1E-902D-48AF-9020-955120F399B6}" type="slidenum">
              <a:rPr lang="en-GB" smtClean="0"/>
              <a:pPr rtl="0"/>
              <a:t>8</a:t>
            </a:fld>
            <a:endParaRPr lang="en-GB" dirty="0"/>
          </a:p>
        </p:txBody>
      </p:sp>
      <p:pic>
        <p:nvPicPr>
          <p:cNvPr id="12" name="Picture 11">
            <a:extLst>
              <a:ext uri="{FF2B5EF4-FFF2-40B4-BE49-F238E27FC236}">
                <a16:creationId xmlns:a16="http://schemas.microsoft.com/office/drawing/2014/main" id="{09241A9E-B501-9D87-A428-725518C2084B}"/>
              </a:ext>
            </a:extLst>
          </p:cNvPr>
          <p:cNvPicPr>
            <a:picLocks noChangeAspect="1"/>
          </p:cNvPicPr>
          <p:nvPr/>
        </p:nvPicPr>
        <p:blipFill>
          <a:blip r:embed="rId3"/>
          <a:stretch>
            <a:fillRect/>
          </a:stretch>
        </p:blipFill>
        <p:spPr>
          <a:xfrm>
            <a:off x="164222" y="262889"/>
            <a:ext cx="3100186" cy="1155927"/>
          </a:xfrm>
          <a:prstGeom prst="rect">
            <a:avLst/>
          </a:prstGeom>
        </p:spPr>
      </p:pic>
      <p:sp>
        <p:nvSpPr>
          <p:cNvPr id="13" name="Rectangle: Rounded Corners 12">
            <a:extLst>
              <a:ext uri="{FF2B5EF4-FFF2-40B4-BE49-F238E27FC236}">
                <a16:creationId xmlns:a16="http://schemas.microsoft.com/office/drawing/2014/main" id="{B95ADCB8-5C3C-3B53-5D62-BE4FC8201BC9}"/>
              </a:ext>
            </a:extLst>
          </p:cNvPr>
          <p:cNvSpPr/>
          <p:nvPr/>
        </p:nvSpPr>
        <p:spPr>
          <a:xfrm>
            <a:off x="2285630" y="118872"/>
            <a:ext cx="978778" cy="1537068"/>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571397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FC9BD-38E7-FA9D-1972-430A99DA8063}"/>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B79812CD-0E7C-3FF9-77CC-14189B5B877C}"/>
              </a:ext>
            </a:extLst>
          </p:cNvPr>
          <p:cNvSpPr>
            <a:spLocks noGrp="1"/>
          </p:cNvSpPr>
          <p:nvPr>
            <p:ph type="body" sz="quarter" idx="15"/>
          </p:nvPr>
        </p:nvSpPr>
        <p:spPr>
          <a:xfrm>
            <a:off x="4270248" y="1655940"/>
            <a:ext cx="8006686" cy="3885324"/>
          </a:xfrm>
        </p:spPr>
        <p:txBody>
          <a:bodyPr rtlCol="0">
            <a:noAutofit/>
          </a:bodyPr>
          <a:lstStyle/>
          <a:p>
            <a:pPr marL="571500" indent="-342900">
              <a:lnSpc>
                <a:spcPct val="115000"/>
              </a:lnSpc>
              <a:spcAft>
                <a:spcPts val="1000"/>
              </a:spcAft>
              <a:buFont typeface="Arial" panose="020B0604020202020204" pitchFamily="34" charset="0"/>
              <a:buChar char="•"/>
            </a:pPr>
            <a:r>
              <a:rPr lang="en-US" sz="2000" dirty="0"/>
              <a:t>The Research Data Lifecycle illustrates that research data is a critical research output requiring ongoing attention throughout a research project’s lifecycle. </a:t>
            </a:r>
          </a:p>
          <a:p>
            <a:pPr marL="571500" indent="-342900">
              <a:lnSpc>
                <a:spcPct val="115000"/>
              </a:lnSpc>
              <a:spcAft>
                <a:spcPts val="1000"/>
              </a:spcAft>
              <a:buFont typeface="Arial" panose="020B0604020202020204" pitchFamily="34" charset="0"/>
              <a:buChar char="•"/>
            </a:pPr>
            <a:r>
              <a:rPr lang="en-US" sz="2000" dirty="0"/>
              <a:t>From planning and collection to sharing and archiving, each stage supports transparency, reuse, and the long-term value of research. </a:t>
            </a:r>
          </a:p>
          <a:p>
            <a:pPr marL="571500" indent="-342900">
              <a:lnSpc>
                <a:spcPct val="115000"/>
              </a:lnSpc>
              <a:spcAft>
                <a:spcPts val="1000"/>
              </a:spcAft>
              <a:buFont typeface="Arial" panose="020B0604020202020204" pitchFamily="34" charset="0"/>
              <a:buChar char="•"/>
            </a:pPr>
            <a:r>
              <a:rPr lang="en-US" sz="2000" dirty="0"/>
              <a:t>It also aligns with global trends promoting open science, data sharing, and robust data stewardship.</a:t>
            </a:r>
          </a:p>
        </p:txBody>
      </p:sp>
      <p:sp>
        <p:nvSpPr>
          <p:cNvPr id="32" name="Date Placeholder 31">
            <a:extLst>
              <a:ext uri="{FF2B5EF4-FFF2-40B4-BE49-F238E27FC236}">
                <a16:creationId xmlns:a16="http://schemas.microsoft.com/office/drawing/2014/main" id="{549FAB5C-BA78-D331-5B4B-260E8824BFD5}"/>
              </a:ext>
            </a:extLst>
          </p:cNvPr>
          <p:cNvSpPr>
            <a:spLocks noGrp="1"/>
          </p:cNvSpPr>
          <p:nvPr>
            <p:ph type="dt" sz="half" idx="20"/>
          </p:nvPr>
        </p:nvSpPr>
        <p:spPr>
          <a:xfrm>
            <a:off x="5919680" y="6356350"/>
            <a:ext cx="947516" cy="365125"/>
          </a:xfrm>
        </p:spPr>
        <p:txBody>
          <a:bodyPr rtlCol="0"/>
          <a:lstStyle/>
          <a:p>
            <a:pPr rtl="0"/>
            <a:r>
              <a:rPr lang="en-GB" dirty="0"/>
              <a:t>July 2025</a:t>
            </a:r>
          </a:p>
        </p:txBody>
      </p:sp>
      <p:sp>
        <p:nvSpPr>
          <p:cNvPr id="3" name="Footer Placeholder 2">
            <a:extLst>
              <a:ext uri="{FF2B5EF4-FFF2-40B4-BE49-F238E27FC236}">
                <a16:creationId xmlns:a16="http://schemas.microsoft.com/office/drawing/2014/main" id="{43C09F3F-2BC3-647E-E607-E683844834CF}"/>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4" name="Slide Number Placeholder 3">
            <a:extLst>
              <a:ext uri="{FF2B5EF4-FFF2-40B4-BE49-F238E27FC236}">
                <a16:creationId xmlns:a16="http://schemas.microsoft.com/office/drawing/2014/main" id="{525E02CA-59C0-C5AC-079C-97F11B69B22A}"/>
              </a:ext>
            </a:extLst>
          </p:cNvPr>
          <p:cNvSpPr>
            <a:spLocks noGrp="1"/>
          </p:cNvSpPr>
          <p:nvPr>
            <p:ph type="sldNum" sz="quarter" idx="22"/>
          </p:nvPr>
        </p:nvSpPr>
        <p:spPr>
          <a:xfrm>
            <a:off x="10700656" y="6356350"/>
            <a:ext cx="653143" cy="365125"/>
          </a:xfrm>
        </p:spPr>
        <p:txBody>
          <a:bodyPr rtlCol="0"/>
          <a:lstStyle/>
          <a:p>
            <a:pPr rtl="0"/>
            <a:fld id="{19B51A1E-902D-48AF-9020-955120F399B6}" type="slidenum">
              <a:rPr lang="en-GB" smtClean="0"/>
              <a:pPr rtl="0"/>
              <a:t>9</a:t>
            </a:fld>
            <a:endParaRPr lang="en-GB" dirty="0"/>
          </a:p>
        </p:txBody>
      </p:sp>
      <p:pic>
        <p:nvPicPr>
          <p:cNvPr id="12" name="Picture 11">
            <a:extLst>
              <a:ext uri="{FF2B5EF4-FFF2-40B4-BE49-F238E27FC236}">
                <a16:creationId xmlns:a16="http://schemas.microsoft.com/office/drawing/2014/main" id="{39E941C0-EB4A-27AA-152D-EA2BBAA36193}"/>
              </a:ext>
            </a:extLst>
          </p:cNvPr>
          <p:cNvPicPr>
            <a:picLocks noChangeAspect="1"/>
          </p:cNvPicPr>
          <p:nvPr/>
        </p:nvPicPr>
        <p:blipFill>
          <a:blip r:embed="rId3"/>
          <a:stretch>
            <a:fillRect/>
          </a:stretch>
        </p:blipFill>
        <p:spPr>
          <a:xfrm>
            <a:off x="374534" y="2442675"/>
            <a:ext cx="3100186" cy="1155927"/>
          </a:xfrm>
          <a:prstGeom prst="rect">
            <a:avLst/>
          </a:prstGeom>
        </p:spPr>
      </p:pic>
    </p:spTree>
    <p:extLst>
      <p:ext uri="{BB962C8B-B14F-4D97-AF65-F5344CB8AC3E}">
        <p14:creationId xmlns:p14="http://schemas.microsoft.com/office/powerpoint/2010/main" val="36796891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0370A-358D-BC74-FBB9-B84F5F9C61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07530E-E026-8CA2-02F7-B5B0BBF55D7C}"/>
              </a:ext>
            </a:extLst>
          </p:cNvPr>
          <p:cNvSpPr>
            <a:spLocks noGrp="1"/>
          </p:cNvSpPr>
          <p:nvPr>
            <p:ph type="title"/>
          </p:nvPr>
        </p:nvSpPr>
        <p:spPr>
          <a:xfrm>
            <a:off x="1271762" y="891329"/>
            <a:ext cx="9648476" cy="1325563"/>
          </a:xfrm>
        </p:spPr>
        <p:txBody>
          <a:bodyPr rtlCol="0">
            <a:normAutofit/>
          </a:bodyPr>
          <a:lstStyle/>
          <a:p>
            <a:r>
              <a:rPr lang="en-US" dirty="0">
                <a:solidFill>
                  <a:schemeClr val="tx1"/>
                </a:solidFill>
              </a:rPr>
              <a:t>E. Principles of Research Ethics</a:t>
            </a:r>
            <a:endParaRPr lang="en-GB" sz="1400" dirty="0">
              <a:solidFill>
                <a:schemeClr val="tx1"/>
              </a:solidFill>
            </a:endParaRPr>
          </a:p>
        </p:txBody>
      </p:sp>
      <p:sp>
        <p:nvSpPr>
          <p:cNvPr id="3" name="Content Placeholder 2">
            <a:extLst>
              <a:ext uri="{FF2B5EF4-FFF2-40B4-BE49-F238E27FC236}">
                <a16:creationId xmlns:a16="http://schemas.microsoft.com/office/drawing/2014/main" id="{34A46789-09A2-6D12-1D97-EFF989D9685D}"/>
              </a:ext>
            </a:extLst>
          </p:cNvPr>
          <p:cNvSpPr>
            <a:spLocks noGrp="1"/>
          </p:cNvSpPr>
          <p:nvPr>
            <p:ph type="body" sz="quarter" idx="13"/>
          </p:nvPr>
        </p:nvSpPr>
        <p:spPr>
          <a:xfrm>
            <a:off x="1505712" y="2216893"/>
            <a:ext cx="4031945" cy="3845580"/>
          </a:xfrm>
        </p:spPr>
        <p:txBody>
          <a:bodyPr vert="horz" lIns="91440" tIns="45720" rIns="91440" bIns="45720" rtlCol="0" anchor="t">
            <a:normAutofit fontScale="92500" lnSpcReduction="10000"/>
          </a:bodyPr>
          <a:lstStyle/>
          <a:p>
            <a:pPr marL="342900" indent="-342900" algn="l" rtl="0">
              <a:buFont typeface="Arial" panose="020B0604020202020204" pitchFamily="34" charset="0"/>
              <a:buChar char="•"/>
            </a:pPr>
            <a:r>
              <a:rPr lang="en-US" dirty="0">
                <a:solidFill>
                  <a:schemeClr val="tx1"/>
                </a:solidFill>
              </a:rPr>
              <a:t>Ethical considerations are fundamental to the integrity of any academic research. </a:t>
            </a:r>
          </a:p>
          <a:p>
            <a:pPr marL="342900" indent="-342900" algn="l" rtl="0">
              <a:buFont typeface="Arial" panose="020B0604020202020204" pitchFamily="34" charset="0"/>
              <a:buChar char="•"/>
            </a:pPr>
            <a:r>
              <a:rPr lang="en-US" dirty="0">
                <a:solidFill>
                  <a:schemeClr val="tx1"/>
                </a:solidFill>
              </a:rPr>
              <a:t>Central to research ethics are two foundational principles: beneficence, the obligation to do good, and non-maleficence, the duty to avoid causing harm. </a:t>
            </a:r>
          </a:p>
          <a:p>
            <a:pPr marL="342900" indent="-342900" algn="l" rtl="0">
              <a:buFont typeface="Arial" panose="020B0604020202020204" pitchFamily="34" charset="0"/>
              <a:buChar char="•"/>
            </a:pPr>
            <a:r>
              <a:rPr lang="en-US" dirty="0">
                <a:solidFill>
                  <a:schemeClr val="tx1"/>
                </a:solidFill>
              </a:rPr>
              <a:t>These principles guide researchers in ensuring that their work respects and protects the rights and well-being of participants.</a:t>
            </a:r>
            <a:endParaRPr lang="en-GB" dirty="0">
              <a:solidFill>
                <a:schemeClr val="tx1"/>
              </a:solidFill>
            </a:endParaRPr>
          </a:p>
        </p:txBody>
      </p:sp>
      <p:sp>
        <p:nvSpPr>
          <p:cNvPr id="80" name="Date Placeholder 79">
            <a:extLst>
              <a:ext uri="{FF2B5EF4-FFF2-40B4-BE49-F238E27FC236}">
                <a16:creationId xmlns:a16="http://schemas.microsoft.com/office/drawing/2014/main" id="{DF019210-502F-A854-3F75-82B286BBEBE6}"/>
              </a:ext>
            </a:extLst>
          </p:cNvPr>
          <p:cNvSpPr>
            <a:spLocks noGrp="1"/>
          </p:cNvSpPr>
          <p:nvPr>
            <p:ph type="dt" sz="half" idx="20"/>
          </p:nvPr>
        </p:nvSpPr>
        <p:spPr>
          <a:xfrm>
            <a:off x="838200" y="6356350"/>
            <a:ext cx="2743200" cy="365125"/>
          </a:xfrm>
        </p:spPr>
        <p:txBody>
          <a:bodyPr rtlCol="0"/>
          <a:lstStyle/>
          <a:p>
            <a:pPr rtl="0"/>
            <a:r>
              <a:rPr lang="en-GB" dirty="0">
                <a:solidFill>
                  <a:schemeClr val="tx1"/>
                </a:solidFill>
              </a:rPr>
              <a:t>July 2025</a:t>
            </a:r>
          </a:p>
        </p:txBody>
      </p:sp>
      <p:sp>
        <p:nvSpPr>
          <p:cNvPr id="81" name="Footer Placeholder 80">
            <a:extLst>
              <a:ext uri="{FF2B5EF4-FFF2-40B4-BE49-F238E27FC236}">
                <a16:creationId xmlns:a16="http://schemas.microsoft.com/office/drawing/2014/main" id="{F173F6B3-8ADE-80C6-D33D-D9F91351DF65}"/>
              </a:ext>
            </a:extLst>
          </p:cNvPr>
          <p:cNvSpPr>
            <a:spLocks noGrp="1"/>
          </p:cNvSpPr>
          <p:nvPr>
            <p:ph type="ftr" sz="quarter" idx="21"/>
          </p:nvPr>
        </p:nvSpPr>
        <p:spPr>
          <a:xfrm>
            <a:off x="4038600" y="6356350"/>
            <a:ext cx="4114800" cy="365125"/>
          </a:xfrm>
        </p:spPr>
        <p:txBody>
          <a:bodyPr rtlCol="0"/>
          <a:lstStyle/>
          <a:p>
            <a:pPr rtl="0"/>
            <a:r>
              <a:rPr lang="en-GB" dirty="0">
                <a:solidFill>
                  <a:schemeClr val="tx1"/>
                </a:solidFill>
              </a:rPr>
              <a:t>Research Methodology 4</a:t>
            </a:r>
          </a:p>
        </p:txBody>
      </p:sp>
      <p:sp>
        <p:nvSpPr>
          <p:cNvPr id="82" name="Slide Number Placeholder 81">
            <a:extLst>
              <a:ext uri="{FF2B5EF4-FFF2-40B4-BE49-F238E27FC236}">
                <a16:creationId xmlns:a16="http://schemas.microsoft.com/office/drawing/2014/main" id="{560B5D58-F9F4-7B3E-4BB9-5FF94D96BB83}"/>
              </a:ext>
            </a:extLst>
          </p:cNvPr>
          <p:cNvSpPr>
            <a:spLocks noGrp="1"/>
          </p:cNvSpPr>
          <p:nvPr>
            <p:ph type="sldNum" sz="quarter" idx="22"/>
          </p:nvPr>
        </p:nvSpPr>
        <p:spPr>
          <a:xfrm>
            <a:off x="8610600" y="6356350"/>
            <a:ext cx="2743200" cy="365125"/>
          </a:xfrm>
        </p:spPr>
        <p:txBody>
          <a:bodyPr rtlCol="0"/>
          <a:lstStyle/>
          <a:p>
            <a:pPr rtl="0"/>
            <a:fld id="{B5CEABB6-07DC-46E8-9B57-56EC44A396E5}" type="slidenum">
              <a:rPr lang="en-GB" smtClean="0">
                <a:solidFill>
                  <a:schemeClr val="tx1"/>
                </a:solidFill>
              </a:rPr>
              <a:pPr rtl="0"/>
              <a:t>10</a:t>
            </a:fld>
            <a:endParaRPr lang="en-GB">
              <a:solidFill>
                <a:schemeClr val="tx1"/>
              </a:solidFill>
            </a:endParaRPr>
          </a:p>
        </p:txBody>
      </p:sp>
      <p:sp>
        <p:nvSpPr>
          <p:cNvPr id="7" name="Content Placeholder 2">
            <a:extLst>
              <a:ext uri="{FF2B5EF4-FFF2-40B4-BE49-F238E27FC236}">
                <a16:creationId xmlns:a16="http://schemas.microsoft.com/office/drawing/2014/main" id="{91209757-06CC-7D73-4E7A-43881A166CAE}"/>
              </a:ext>
            </a:extLst>
          </p:cNvPr>
          <p:cNvSpPr txBox="1">
            <a:spLocks/>
          </p:cNvSpPr>
          <p:nvPr/>
        </p:nvSpPr>
        <p:spPr>
          <a:xfrm>
            <a:off x="6546731" y="2216892"/>
            <a:ext cx="4031945" cy="3845580"/>
          </a:xfrm>
          <a:prstGeom prst="rect">
            <a:avLst/>
          </a:prstGeom>
        </p:spPr>
        <p:txBody>
          <a:bodyPr vert="horz" lIns="91440" tIns="45720" rIns="91440" bIns="45720" rtlCol="0" anchor="t">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bg1"/>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l">
              <a:buFont typeface="Arial" panose="020B0604020202020204" pitchFamily="34" charset="0"/>
              <a:buChar char="•"/>
            </a:pPr>
            <a:r>
              <a:rPr lang="en-US" dirty="0" err="1">
                <a:solidFill>
                  <a:schemeClr val="tx1"/>
                </a:solidFill>
              </a:rPr>
              <a:t>Vanclay</a:t>
            </a:r>
            <a:r>
              <a:rPr lang="en-US" dirty="0">
                <a:solidFill>
                  <a:schemeClr val="tx1"/>
                </a:solidFill>
              </a:rPr>
              <a:t>, Baines &amp; Taylor (2013) state that at the heart of ethical research are two core ideas: respect for participants and informed consent. </a:t>
            </a:r>
          </a:p>
          <a:p>
            <a:pPr marL="342900" indent="-342900" algn="l">
              <a:buFont typeface="Arial" panose="020B0604020202020204" pitchFamily="34" charset="0"/>
              <a:buChar char="•"/>
            </a:pPr>
            <a:r>
              <a:rPr lang="en-US" dirty="0">
                <a:solidFill>
                  <a:schemeClr val="tx1"/>
                </a:solidFill>
              </a:rPr>
              <a:t>These serve as the foundation for all other ethical principles and should guide everyone involved in data collection, whether you are an academic researcher or an IT practitioner working in applied IT settings.</a:t>
            </a:r>
          </a:p>
        </p:txBody>
      </p:sp>
    </p:spTree>
    <p:extLst>
      <p:ext uri="{BB962C8B-B14F-4D97-AF65-F5344CB8AC3E}">
        <p14:creationId xmlns:p14="http://schemas.microsoft.com/office/powerpoint/2010/main" val="8856083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B1B29E87-9C2C-400B-834D-4E4BD6E944D0}"/>
              </a:ext>
            </a:extLst>
          </p:cNvPr>
          <p:cNvSpPr>
            <a:spLocks noGrp="1"/>
          </p:cNvSpPr>
          <p:nvPr>
            <p:ph type="title"/>
          </p:nvPr>
        </p:nvSpPr>
        <p:spPr>
          <a:xfrm>
            <a:off x="838200" y="365125"/>
            <a:ext cx="10515600" cy="1325563"/>
          </a:xfrm>
        </p:spPr>
        <p:txBody>
          <a:bodyPr rtlCol="0" anchor="ctr">
            <a:normAutofit/>
          </a:bodyPr>
          <a:lstStyle/>
          <a:p>
            <a:pPr rtl="0"/>
            <a:r>
              <a:rPr lang="en-US" dirty="0"/>
              <a:t>E. Principles of Research Ethics</a:t>
            </a:r>
            <a:endParaRPr lang="en-GB" dirty="0"/>
          </a:p>
        </p:txBody>
      </p:sp>
      <p:sp>
        <p:nvSpPr>
          <p:cNvPr id="2" name="Date Placeholder 1">
            <a:extLst>
              <a:ext uri="{FF2B5EF4-FFF2-40B4-BE49-F238E27FC236}">
                <a16:creationId xmlns:a16="http://schemas.microsoft.com/office/drawing/2014/main" id="{063B6BDC-0568-466F-91ED-52067B366C6A}"/>
              </a:ext>
            </a:extLst>
          </p:cNvPr>
          <p:cNvSpPr>
            <a:spLocks noGrp="1"/>
          </p:cNvSpPr>
          <p:nvPr>
            <p:ph type="dt" sz="half" idx="10"/>
          </p:nvPr>
        </p:nvSpPr>
        <p:spPr>
          <a:xfrm>
            <a:off x="838200" y="6356350"/>
            <a:ext cx="2743200" cy="365125"/>
          </a:xfrm>
        </p:spPr>
        <p:txBody>
          <a:bodyPr rtlCol="0"/>
          <a:lstStyle/>
          <a:p>
            <a:pPr rtl="0"/>
            <a:r>
              <a:rPr lang="en-GB" dirty="0"/>
              <a:t>July 2025</a:t>
            </a:r>
          </a:p>
        </p:txBody>
      </p:sp>
      <p:sp>
        <p:nvSpPr>
          <p:cNvPr id="3" name="Footer Placeholder 2">
            <a:extLst>
              <a:ext uri="{FF2B5EF4-FFF2-40B4-BE49-F238E27FC236}">
                <a16:creationId xmlns:a16="http://schemas.microsoft.com/office/drawing/2014/main" id="{67A559BE-816C-475D-9ADA-DDFDF14A41D4}"/>
              </a:ext>
            </a:extLst>
          </p:cNvPr>
          <p:cNvSpPr>
            <a:spLocks noGrp="1"/>
          </p:cNvSpPr>
          <p:nvPr>
            <p:ph type="ftr" sz="quarter" idx="11"/>
          </p:nvPr>
        </p:nvSpPr>
        <p:spPr>
          <a:xfrm>
            <a:off x="4038600" y="6356350"/>
            <a:ext cx="4114800" cy="365125"/>
          </a:xfrm>
        </p:spPr>
        <p:txBody>
          <a:bodyPr rtlCol="0"/>
          <a:lstStyle/>
          <a:p>
            <a:pPr rtl="0"/>
            <a:r>
              <a:rPr lang="en-GB" dirty="0"/>
              <a:t>Research Methodology 4</a:t>
            </a:r>
          </a:p>
        </p:txBody>
      </p:sp>
      <p:sp>
        <p:nvSpPr>
          <p:cNvPr id="4" name="Slide Number Placeholder 3">
            <a:extLst>
              <a:ext uri="{FF2B5EF4-FFF2-40B4-BE49-F238E27FC236}">
                <a16:creationId xmlns:a16="http://schemas.microsoft.com/office/drawing/2014/main" id="{A8597536-70D1-46C0-A2A2-51A6BB21DB20}"/>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n-GB" smtClean="0"/>
              <a:pPr rtl="0"/>
              <a:t>11</a:t>
            </a:fld>
            <a:endParaRPr lang="en-GB"/>
          </a:p>
        </p:txBody>
      </p:sp>
      <p:graphicFrame>
        <p:nvGraphicFramePr>
          <p:cNvPr id="5" name="Diagram 4">
            <a:extLst>
              <a:ext uri="{FF2B5EF4-FFF2-40B4-BE49-F238E27FC236}">
                <a16:creationId xmlns:a16="http://schemas.microsoft.com/office/drawing/2014/main" id="{61E5E457-5EE1-DA65-2783-30238FA862A8}"/>
              </a:ext>
            </a:extLst>
          </p:cNvPr>
          <p:cNvGraphicFramePr/>
          <p:nvPr>
            <p:extLst>
              <p:ext uri="{D42A27DB-BD31-4B8C-83A1-F6EECF244321}">
                <p14:modId xmlns:p14="http://schemas.microsoft.com/office/powerpoint/2010/main" val="1674980145"/>
              </p:ext>
            </p:extLst>
          </p:nvPr>
        </p:nvGraphicFramePr>
        <p:xfrm>
          <a:off x="2333897" y="1967230"/>
          <a:ext cx="7524206" cy="43891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7F546FE3-3BD7-81CB-695D-C2F023D6BDE2}"/>
              </a:ext>
            </a:extLst>
          </p:cNvPr>
          <p:cNvSpPr txBox="1"/>
          <p:nvPr/>
        </p:nvSpPr>
        <p:spPr>
          <a:xfrm>
            <a:off x="0" y="1228566"/>
            <a:ext cx="12192000" cy="400110"/>
          </a:xfrm>
          <a:prstGeom prst="rect">
            <a:avLst/>
          </a:prstGeom>
          <a:noFill/>
        </p:spPr>
        <p:txBody>
          <a:bodyPr wrap="square">
            <a:spAutoFit/>
          </a:bodyPr>
          <a:lstStyle/>
          <a:p>
            <a:pPr algn="ctr"/>
            <a:r>
              <a:rPr lang="en-US" sz="1000" dirty="0" err="1">
                <a:effectLst/>
                <a:latin typeface="Arial" panose="020B0604020202020204" pitchFamily="34" charset="0"/>
                <a:ea typeface="MS Mincho" panose="02020609040205080304" pitchFamily="49" charset="-128"/>
                <a:cs typeface="Times New Roman" panose="02020603050405020304" pitchFamily="18" charset="0"/>
              </a:rPr>
              <a:t>Vanclay</a:t>
            </a:r>
            <a:r>
              <a:rPr lang="en-US" sz="1000" dirty="0">
                <a:effectLst/>
                <a:latin typeface="Arial" panose="020B0604020202020204" pitchFamily="34" charset="0"/>
                <a:ea typeface="MS Mincho" panose="02020609040205080304" pitchFamily="49" charset="-128"/>
                <a:cs typeface="Times New Roman" panose="02020603050405020304" pitchFamily="18" charset="0"/>
              </a:rPr>
              <a:t>, F., Baines, J. T., &amp; Taylor, C. N. (2013). Principles for ethical research involving humans: ethical professional practice in impact assessment Part I. Impact Assessment and Project Appraisal, 31(4), 243–253. https://doi.org/10.1080/14615517.2013.850307</a:t>
            </a:r>
            <a:endParaRPr lang="en-GB" sz="1000" dirty="0"/>
          </a:p>
        </p:txBody>
      </p:sp>
    </p:spTree>
    <p:extLst>
      <p:ext uri="{BB962C8B-B14F-4D97-AF65-F5344CB8AC3E}">
        <p14:creationId xmlns:p14="http://schemas.microsoft.com/office/powerpoint/2010/main" val="5669975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DCFAA-9870-026E-D486-329D588631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2AF36F-3C39-578C-8067-5B3180B51F3A}"/>
              </a:ext>
            </a:extLst>
          </p:cNvPr>
          <p:cNvSpPr>
            <a:spLocks noGrp="1"/>
          </p:cNvSpPr>
          <p:nvPr>
            <p:ph type="title"/>
          </p:nvPr>
        </p:nvSpPr>
        <p:spPr>
          <a:xfrm>
            <a:off x="113729" y="3238007"/>
            <a:ext cx="3617023" cy="846301"/>
          </a:xfrm>
        </p:spPr>
        <p:txBody>
          <a:bodyPr rtlCol="0">
            <a:normAutofit fontScale="90000"/>
          </a:bodyPr>
          <a:lstStyle/>
          <a:p>
            <a:pPr rtl="0"/>
            <a:r>
              <a:rPr lang="en-GB" b="1" dirty="0">
                <a:solidFill>
                  <a:schemeClr val="bg1"/>
                </a:solidFill>
              </a:rPr>
              <a:t>1. Respect for Participants</a:t>
            </a:r>
          </a:p>
        </p:txBody>
      </p:sp>
      <p:sp>
        <p:nvSpPr>
          <p:cNvPr id="7" name="Text Placeholder 6">
            <a:extLst>
              <a:ext uri="{FF2B5EF4-FFF2-40B4-BE49-F238E27FC236}">
                <a16:creationId xmlns:a16="http://schemas.microsoft.com/office/drawing/2014/main" id="{60F60955-B85E-FFFC-7B1E-328E5002D3D5}"/>
              </a:ext>
            </a:extLst>
          </p:cNvPr>
          <p:cNvSpPr>
            <a:spLocks noGrp="1"/>
          </p:cNvSpPr>
          <p:nvPr>
            <p:ph type="body" sz="quarter" idx="15"/>
          </p:nvPr>
        </p:nvSpPr>
        <p:spPr>
          <a:xfrm>
            <a:off x="5010912" y="878700"/>
            <a:ext cx="6986016" cy="4260228"/>
          </a:xfrm>
        </p:spPr>
        <p:txBody>
          <a:bodyPr rtlCol="0">
            <a:noAutofit/>
          </a:bodyPr>
          <a:lstStyle/>
          <a:p>
            <a:pPr marL="342900" indent="-342900" rtl="0">
              <a:buFont typeface="Arial" panose="020B0604020202020204" pitchFamily="34" charset="0"/>
              <a:buChar char="•"/>
            </a:pPr>
            <a:r>
              <a:rPr lang="en-US" sz="2000" noProof="1"/>
              <a:t>This means treating everyone involved in your study with dignity. </a:t>
            </a:r>
          </a:p>
          <a:p>
            <a:pPr marL="342900" indent="-342900" rtl="0">
              <a:buFont typeface="Arial" panose="020B0604020202020204" pitchFamily="34" charset="0"/>
              <a:buChar char="•"/>
            </a:pPr>
            <a:r>
              <a:rPr lang="en-US" sz="2000" noProof="1"/>
              <a:t>You should never judge, discredit, or misrepresent participants. </a:t>
            </a:r>
          </a:p>
          <a:p>
            <a:pPr marL="342900" indent="-342900" rtl="0">
              <a:buFont typeface="Arial" panose="020B0604020202020204" pitchFamily="34" charset="0"/>
              <a:buChar char="•"/>
            </a:pPr>
            <a:r>
              <a:rPr lang="en-US" sz="2000" noProof="1"/>
              <a:t>Their views must be accurately recorded and fairly considered during analysis. </a:t>
            </a:r>
          </a:p>
          <a:p>
            <a:pPr marL="342900" indent="-342900">
              <a:buFont typeface="Arial" panose="020B0604020202020204" pitchFamily="34" charset="0"/>
              <a:buChar char="•"/>
            </a:pPr>
            <a:r>
              <a:rPr lang="en-US" sz="2000" noProof="1"/>
              <a:t>Even the term 'participant' rather than 'subject' or 'respondent' reflects this respect.</a:t>
            </a:r>
          </a:p>
          <a:p>
            <a:pPr marL="342900" indent="-342900" rtl="0">
              <a:buFont typeface="Arial" panose="020B0604020202020204" pitchFamily="34" charset="0"/>
              <a:buChar char="•"/>
            </a:pPr>
            <a:r>
              <a:rPr lang="en-US" sz="2000" noProof="1"/>
              <a:t>Special care should be taken when working with vulnerable or marginalised groups, including people with limited autonomy and Indigenous communities. </a:t>
            </a:r>
          </a:p>
          <a:p>
            <a:pPr marL="342900" indent="-342900" rtl="0">
              <a:buFont typeface="Arial" panose="020B0604020202020204" pitchFamily="34" charset="0"/>
              <a:buChar char="•"/>
            </a:pPr>
            <a:r>
              <a:rPr lang="en-US" sz="2000" noProof="1"/>
              <a:t>Their participation must be handled with extra sensitivity and ethical attention.</a:t>
            </a:r>
          </a:p>
        </p:txBody>
      </p:sp>
      <p:sp>
        <p:nvSpPr>
          <p:cNvPr id="32" name="Date Placeholder 31">
            <a:extLst>
              <a:ext uri="{FF2B5EF4-FFF2-40B4-BE49-F238E27FC236}">
                <a16:creationId xmlns:a16="http://schemas.microsoft.com/office/drawing/2014/main" id="{49D00131-CEBB-CF93-A165-91675F6EE5F9}"/>
              </a:ext>
            </a:extLst>
          </p:cNvPr>
          <p:cNvSpPr>
            <a:spLocks noGrp="1"/>
          </p:cNvSpPr>
          <p:nvPr>
            <p:ph type="dt" sz="half" idx="20"/>
          </p:nvPr>
        </p:nvSpPr>
        <p:spPr>
          <a:xfrm>
            <a:off x="5919680" y="6356350"/>
            <a:ext cx="947516" cy="365125"/>
          </a:xfrm>
        </p:spPr>
        <p:txBody>
          <a:bodyPr rtlCol="0"/>
          <a:lstStyle/>
          <a:p>
            <a:pPr rtl="0"/>
            <a:r>
              <a:rPr lang="en-GB" dirty="0"/>
              <a:t>July 2025</a:t>
            </a:r>
          </a:p>
        </p:txBody>
      </p:sp>
      <p:sp>
        <p:nvSpPr>
          <p:cNvPr id="3" name="Footer Placeholder 2">
            <a:extLst>
              <a:ext uri="{FF2B5EF4-FFF2-40B4-BE49-F238E27FC236}">
                <a16:creationId xmlns:a16="http://schemas.microsoft.com/office/drawing/2014/main" id="{3C2BB2E3-0319-F303-C6DC-94461B28530D}"/>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4" name="Slide Number Placeholder 3">
            <a:extLst>
              <a:ext uri="{FF2B5EF4-FFF2-40B4-BE49-F238E27FC236}">
                <a16:creationId xmlns:a16="http://schemas.microsoft.com/office/drawing/2014/main" id="{2EEAD98A-31A5-F9C2-402B-72579F18CE45}"/>
              </a:ext>
            </a:extLst>
          </p:cNvPr>
          <p:cNvSpPr>
            <a:spLocks noGrp="1"/>
          </p:cNvSpPr>
          <p:nvPr>
            <p:ph type="sldNum" sz="quarter" idx="22"/>
          </p:nvPr>
        </p:nvSpPr>
        <p:spPr>
          <a:xfrm>
            <a:off x="10700656" y="6356350"/>
            <a:ext cx="653143" cy="365125"/>
          </a:xfrm>
        </p:spPr>
        <p:txBody>
          <a:bodyPr rtlCol="0"/>
          <a:lstStyle/>
          <a:p>
            <a:pPr rtl="0"/>
            <a:fld id="{19B51A1E-902D-48AF-9020-955120F399B6}" type="slidenum">
              <a:rPr lang="en-GB" smtClean="0"/>
              <a:pPr rtl="0"/>
              <a:t>12</a:t>
            </a:fld>
            <a:endParaRPr lang="en-GB" dirty="0"/>
          </a:p>
        </p:txBody>
      </p:sp>
    </p:spTree>
    <p:extLst>
      <p:ext uri="{BB962C8B-B14F-4D97-AF65-F5344CB8AC3E}">
        <p14:creationId xmlns:p14="http://schemas.microsoft.com/office/powerpoint/2010/main" val="20455092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76019-E91F-0B8F-4587-280E22BC61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435962-395E-0AC6-0ABF-3FE3703D6922}"/>
              </a:ext>
            </a:extLst>
          </p:cNvPr>
          <p:cNvSpPr>
            <a:spLocks noGrp="1"/>
          </p:cNvSpPr>
          <p:nvPr>
            <p:ph type="title"/>
          </p:nvPr>
        </p:nvSpPr>
        <p:spPr>
          <a:xfrm>
            <a:off x="113729" y="3238007"/>
            <a:ext cx="3617023" cy="846301"/>
          </a:xfrm>
        </p:spPr>
        <p:txBody>
          <a:bodyPr rtlCol="0">
            <a:normAutofit fontScale="90000"/>
          </a:bodyPr>
          <a:lstStyle/>
          <a:p>
            <a:pPr rtl="0"/>
            <a:r>
              <a:rPr lang="en-GB" b="1" dirty="0">
                <a:solidFill>
                  <a:schemeClr val="bg1"/>
                </a:solidFill>
              </a:rPr>
              <a:t>2. Informed Consent</a:t>
            </a:r>
          </a:p>
        </p:txBody>
      </p:sp>
      <p:sp>
        <p:nvSpPr>
          <p:cNvPr id="7" name="Text Placeholder 6">
            <a:extLst>
              <a:ext uri="{FF2B5EF4-FFF2-40B4-BE49-F238E27FC236}">
                <a16:creationId xmlns:a16="http://schemas.microsoft.com/office/drawing/2014/main" id="{002C5CFF-F070-AE5C-2FB8-8432CD6F0C77}"/>
              </a:ext>
            </a:extLst>
          </p:cNvPr>
          <p:cNvSpPr>
            <a:spLocks noGrp="1"/>
          </p:cNvSpPr>
          <p:nvPr>
            <p:ph type="body" sz="quarter" idx="15"/>
          </p:nvPr>
        </p:nvSpPr>
        <p:spPr>
          <a:xfrm>
            <a:off x="5010912" y="878700"/>
            <a:ext cx="6986016" cy="4260228"/>
          </a:xfrm>
        </p:spPr>
        <p:txBody>
          <a:bodyPr rtlCol="0">
            <a:noAutofit/>
          </a:bodyPr>
          <a:lstStyle/>
          <a:p>
            <a:pPr marL="342900" indent="-342900" rtl="0">
              <a:buFont typeface="Arial" panose="020B0604020202020204" pitchFamily="34" charset="0"/>
              <a:buChar char="•"/>
            </a:pPr>
            <a:r>
              <a:rPr lang="en-US" sz="2000" noProof="1"/>
              <a:t>People must willingly agree to take part in your research, with full understanding of what is involved. </a:t>
            </a:r>
          </a:p>
          <a:p>
            <a:pPr marL="342900" indent="-342900" rtl="0">
              <a:buFont typeface="Arial" panose="020B0604020202020204" pitchFamily="34" charset="0"/>
              <a:buChar char="•"/>
            </a:pPr>
            <a:r>
              <a:rPr lang="en-US" sz="2000" noProof="1"/>
              <a:t>This means explaining the purpose of the study, what will happen to their data, and any potential risks. </a:t>
            </a:r>
          </a:p>
          <a:p>
            <a:pPr marL="342900" indent="-342900" rtl="0">
              <a:buFont typeface="Arial" panose="020B0604020202020204" pitchFamily="34" charset="0"/>
              <a:buChar char="•"/>
            </a:pPr>
            <a:r>
              <a:rPr lang="en-US" sz="2000" noProof="1"/>
              <a:t>Consent should typically be documented in writing and stored securely in case it needs to be reviewed later (Israel and Hay, 2006 ).</a:t>
            </a:r>
          </a:p>
          <a:p>
            <a:pPr marL="342900" indent="-342900" rtl="0">
              <a:buFont typeface="Arial" panose="020B0604020202020204" pitchFamily="34" charset="0"/>
              <a:buChar char="•"/>
            </a:pPr>
            <a:r>
              <a:rPr lang="en-US" sz="2000" noProof="1"/>
              <a:t>If you are recording audio, video, or taking photos, you must get explicit permission in advance. </a:t>
            </a:r>
          </a:p>
          <a:p>
            <a:pPr marL="342900" indent="-342900" rtl="0">
              <a:buFont typeface="Arial" panose="020B0604020202020204" pitchFamily="34" charset="0"/>
              <a:buChar char="•"/>
            </a:pPr>
            <a:r>
              <a:rPr lang="en-US" sz="2000" noProof="1"/>
              <a:t>This may also be a legal requirement depending on the country.</a:t>
            </a:r>
          </a:p>
        </p:txBody>
      </p:sp>
      <p:sp>
        <p:nvSpPr>
          <p:cNvPr id="32" name="Date Placeholder 31">
            <a:extLst>
              <a:ext uri="{FF2B5EF4-FFF2-40B4-BE49-F238E27FC236}">
                <a16:creationId xmlns:a16="http://schemas.microsoft.com/office/drawing/2014/main" id="{C2F18519-ADAB-CFAD-56E3-D65F1286A35B}"/>
              </a:ext>
            </a:extLst>
          </p:cNvPr>
          <p:cNvSpPr>
            <a:spLocks noGrp="1"/>
          </p:cNvSpPr>
          <p:nvPr>
            <p:ph type="dt" sz="half" idx="20"/>
          </p:nvPr>
        </p:nvSpPr>
        <p:spPr>
          <a:xfrm>
            <a:off x="5919680" y="6356350"/>
            <a:ext cx="947516" cy="365125"/>
          </a:xfrm>
        </p:spPr>
        <p:txBody>
          <a:bodyPr rtlCol="0"/>
          <a:lstStyle/>
          <a:p>
            <a:pPr rtl="0"/>
            <a:r>
              <a:rPr lang="en-GB" dirty="0"/>
              <a:t>July 2025</a:t>
            </a:r>
          </a:p>
        </p:txBody>
      </p:sp>
      <p:sp>
        <p:nvSpPr>
          <p:cNvPr id="3" name="Footer Placeholder 2">
            <a:extLst>
              <a:ext uri="{FF2B5EF4-FFF2-40B4-BE49-F238E27FC236}">
                <a16:creationId xmlns:a16="http://schemas.microsoft.com/office/drawing/2014/main" id="{FA1CC9DD-B8AC-44D9-A678-DD0FAD19C09F}"/>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4" name="Slide Number Placeholder 3">
            <a:extLst>
              <a:ext uri="{FF2B5EF4-FFF2-40B4-BE49-F238E27FC236}">
                <a16:creationId xmlns:a16="http://schemas.microsoft.com/office/drawing/2014/main" id="{9AB3B671-CDAB-4568-33C3-B8872BA61E55}"/>
              </a:ext>
            </a:extLst>
          </p:cNvPr>
          <p:cNvSpPr>
            <a:spLocks noGrp="1"/>
          </p:cNvSpPr>
          <p:nvPr>
            <p:ph type="sldNum" sz="quarter" idx="22"/>
          </p:nvPr>
        </p:nvSpPr>
        <p:spPr>
          <a:xfrm>
            <a:off x="10700656" y="6356350"/>
            <a:ext cx="653143" cy="365125"/>
          </a:xfrm>
        </p:spPr>
        <p:txBody>
          <a:bodyPr rtlCol="0"/>
          <a:lstStyle/>
          <a:p>
            <a:pPr rtl="0"/>
            <a:fld id="{19B51A1E-902D-48AF-9020-955120F399B6}" type="slidenum">
              <a:rPr lang="en-GB" smtClean="0"/>
              <a:pPr rtl="0"/>
              <a:t>13</a:t>
            </a:fld>
            <a:endParaRPr lang="en-GB" dirty="0"/>
          </a:p>
        </p:txBody>
      </p:sp>
      <p:sp>
        <p:nvSpPr>
          <p:cNvPr id="6" name="TextBox 5">
            <a:extLst>
              <a:ext uri="{FF2B5EF4-FFF2-40B4-BE49-F238E27FC236}">
                <a16:creationId xmlns:a16="http://schemas.microsoft.com/office/drawing/2014/main" id="{CBA80D5C-186B-92D4-2D04-5F70C8F6B116}"/>
              </a:ext>
            </a:extLst>
          </p:cNvPr>
          <p:cNvSpPr txBox="1"/>
          <p:nvPr/>
        </p:nvSpPr>
        <p:spPr>
          <a:xfrm>
            <a:off x="4828618" y="5733079"/>
            <a:ext cx="7350604" cy="246221"/>
          </a:xfrm>
          <a:prstGeom prst="rect">
            <a:avLst/>
          </a:prstGeom>
          <a:noFill/>
        </p:spPr>
        <p:txBody>
          <a:bodyPr wrap="square">
            <a:spAutoFit/>
          </a:bodyPr>
          <a:lstStyle/>
          <a:p>
            <a:r>
              <a:rPr lang="en-US" sz="1000" dirty="0">
                <a:effectLst/>
                <a:latin typeface="Arial" panose="020B0604020202020204" pitchFamily="34" charset="0"/>
                <a:ea typeface="MS Mincho" panose="02020609040205080304" pitchFamily="49" charset="-128"/>
                <a:cs typeface="Times New Roman" panose="02020603050405020304" pitchFamily="18" charset="0"/>
              </a:rPr>
              <a:t>Israel M, Hay I. 2006. Research ethics for social scientists: between ethical conduct and regulatory compliance. London: Sage.</a:t>
            </a:r>
            <a:endParaRPr lang="en-GB" sz="1000" dirty="0"/>
          </a:p>
        </p:txBody>
      </p:sp>
    </p:spTree>
    <p:extLst>
      <p:ext uri="{BB962C8B-B14F-4D97-AF65-F5344CB8AC3E}">
        <p14:creationId xmlns:p14="http://schemas.microsoft.com/office/powerpoint/2010/main" val="36986459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6EC6E-493D-8A12-CD15-CB858362F9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9579FA-694F-AF69-25CC-2168EBE2EF20}"/>
              </a:ext>
            </a:extLst>
          </p:cNvPr>
          <p:cNvSpPr>
            <a:spLocks noGrp="1"/>
          </p:cNvSpPr>
          <p:nvPr>
            <p:ph type="title"/>
          </p:nvPr>
        </p:nvSpPr>
        <p:spPr>
          <a:xfrm>
            <a:off x="0" y="2582699"/>
            <a:ext cx="3617023" cy="846301"/>
          </a:xfrm>
        </p:spPr>
        <p:txBody>
          <a:bodyPr rtlCol="0">
            <a:normAutofit fontScale="90000"/>
          </a:bodyPr>
          <a:lstStyle/>
          <a:p>
            <a:pPr rtl="0"/>
            <a:r>
              <a:rPr lang="en-US" b="1" dirty="0">
                <a:solidFill>
                  <a:schemeClr val="bg1"/>
                </a:solidFill>
              </a:rPr>
              <a:t>3. Voluntary Participation and Right to Withdraw</a:t>
            </a:r>
            <a:endParaRPr lang="en-GB" b="1" dirty="0">
              <a:solidFill>
                <a:schemeClr val="bg1"/>
              </a:solidFill>
            </a:endParaRPr>
          </a:p>
        </p:txBody>
      </p:sp>
      <p:sp>
        <p:nvSpPr>
          <p:cNvPr id="7" name="Text Placeholder 6">
            <a:extLst>
              <a:ext uri="{FF2B5EF4-FFF2-40B4-BE49-F238E27FC236}">
                <a16:creationId xmlns:a16="http://schemas.microsoft.com/office/drawing/2014/main" id="{F969F29B-F9A4-D3B3-C071-531CBB5D1E23}"/>
              </a:ext>
            </a:extLst>
          </p:cNvPr>
          <p:cNvSpPr>
            <a:spLocks noGrp="1"/>
          </p:cNvSpPr>
          <p:nvPr>
            <p:ph type="body" sz="quarter" idx="15"/>
          </p:nvPr>
        </p:nvSpPr>
        <p:spPr>
          <a:xfrm>
            <a:off x="5081971" y="1707839"/>
            <a:ext cx="6986016" cy="2596020"/>
          </a:xfrm>
        </p:spPr>
        <p:txBody>
          <a:bodyPr rtlCol="0">
            <a:noAutofit/>
          </a:bodyPr>
          <a:lstStyle/>
          <a:p>
            <a:pPr marL="342900" indent="-342900" rtl="0">
              <a:buFont typeface="Arial" panose="020B0604020202020204" pitchFamily="34" charset="0"/>
              <a:buChar char="•"/>
            </a:pPr>
            <a:r>
              <a:rPr lang="en-US" sz="2000" noProof="1"/>
              <a:t>Participation must be voluntary. </a:t>
            </a:r>
          </a:p>
          <a:p>
            <a:pPr marL="342900" indent="-342900" rtl="0">
              <a:buFont typeface="Arial" panose="020B0604020202020204" pitchFamily="34" charset="0"/>
              <a:buChar char="•"/>
            </a:pPr>
            <a:r>
              <a:rPr lang="en-US" sz="2000" noProof="1"/>
              <a:t>No one should be forced or feel pressured to take part. While offering compensation is allowed, it should be reasonable and not so large that it feels like a bribe.</a:t>
            </a:r>
          </a:p>
          <a:p>
            <a:pPr marL="342900" indent="-342900" rtl="0">
              <a:buFont typeface="Arial" panose="020B0604020202020204" pitchFamily="34" charset="0"/>
              <a:buChar char="•"/>
            </a:pPr>
            <a:r>
              <a:rPr lang="en-US" sz="2000" noProof="1"/>
              <a:t>Participants also have the right to withdraw at any time. Where possible, they should be allowed to remove their data from the study if they choose to leave.</a:t>
            </a:r>
          </a:p>
        </p:txBody>
      </p:sp>
      <p:sp>
        <p:nvSpPr>
          <p:cNvPr id="32" name="Date Placeholder 31">
            <a:extLst>
              <a:ext uri="{FF2B5EF4-FFF2-40B4-BE49-F238E27FC236}">
                <a16:creationId xmlns:a16="http://schemas.microsoft.com/office/drawing/2014/main" id="{95148CE9-9139-B12E-504D-0014258186B9}"/>
              </a:ext>
            </a:extLst>
          </p:cNvPr>
          <p:cNvSpPr>
            <a:spLocks noGrp="1"/>
          </p:cNvSpPr>
          <p:nvPr>
            <p:ph type="dt" sz="half" idx="20"/>
          </p:nvPr>
        </p:nvSpPr>
        <p:spPr>
          <a:xfrm>
            <a:off x="5919680" y="6356350"/>
            <a:ext cx="947516" cy="365125"/>
          </a:xfrm>
        </p:spPr>
        <p:txBody>
          <a:bodyPr rtlCol="0"/>
          <a:lstStyle/>
          <a:p>
            <a:pPr rtl="0"/>
            <a:r>
              <a:rPr lang="en-GB" dirty="0"/>
              <a:t>July 2025</a:t>
            </a:r>
          </a:p>
        </p:txBody>
      </p:sp>
      <p:sp>
        <p:nvSpPr>
          <p:cNvPr id="3" name="Footer Placeholder 2">
            <a:extLst>
              <a:ext uri="{FF2B5EF4-FFF2-40B4-BE49-F238E27FC236}">
                <a16:creationId xmlns:a16="http://schemas.microsoft.com/office/drawing/2014/main" id="{27B78E07-C4F3-E714-0627-87ABD091161C}"/>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4" name="Slide Number Placeholder 3">
            <a:extLst>
              <a:ext uri="{FF2B5EF4-FFF2-40B4-BE49-F238E27FC236}">
                <a16:creationId xmlns:a16="http://schemas.microsoft.com/office/drawing/2014/main" id="{B1700665-2315-6F18-0FEF-344F1584EF37}"/>
              </a:ext>
            </a:extLst>
          </p:cNvPr>
          <p:cNvSpPr>
            <a:spLocks noGrp="1"/>
          </p:cNvSpPr>
          <p:nvPr>
            <p:ph type="sldNum" sz="quarter" idx="22"/>
          </p:nvPr>
        </p:nvSpPr>
        <p:spPr>
          <a:xfrm>
            <a:off x="10700656" y="6356350"/>
            <a:ext cx="653143" cy="365125"/>
          </a:xfrm>
        </p:spPr>
        <p:txBody>
          <a:bodyPr rtlCol="0"/>
          <a:lstStyle/>
          <a:p>
            <a:pPr rtl="0"/>
            <a:fld id="{19B51A1E-902D-48AF-9020-955120F399B6}" type="slidenum">
              <a:rPr lang="en-GB" smtClean="0"/>
              <a:pPr rtl="0"/>
              <a:t>14</a:t>
            </a:fld>
            <a:endParaRPr lang="en-GB" dirty="0"/>
          </a:p>
        </p:txBody>
      </p:sp>
    </p:spTree>
    <p:extLst>
      <p:ext uri="{BB962C8B-B14F-4D97-AF65-F5344CB8AC3E}">
        <p14:creationId xmlns:p14="http://schemas.microsoft.com/office/powerpoint/2010/main" val="8889119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13A0A-29ED-32C5-B0F6-3C6283C643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DB3927-BCB4-E838-C528-4B80870F0F0A}"/>
              </a:ext>
            </a:extLst>
          </p:cNvPr>
          <p:cNvSpPr>
            <a:spLocks noGrp="1"/>
          </p:cNvSpPr>
          <p:nvPr>
            <p:ph type="title"/>
          </p:nvPr>
        </p:nvSpPr>
        <p:spPr>
          <a:xfrm>
            <a:off x="0" y="2582699"/>
            <a:ext cx="3617023" cy="846301"/>
          </a:xfrm>
        </p:spPr>
        <p:txBody>
          <a:bodyPr rtlCol="0">
            <a:normAutofit fontScale="90000"/>
          </a:bodyPr>
          <a:lstStyle/>
          <a:p>
            <a:pPr rtl="0"/>
            <a:r>
              <a:rPr lang="en-US" b="1" dirty="0">
                <a:solidFill>
                  <a:schemeClr val="bg1"/>
                </a:solidFill>
              </a:rPr>
              <a:t>4. Transparency and Avoiding Harm</a:t>
            </a:r>
            <a:endParaRPr lang="en-GB" b="1" dirty="0">
              <a:solidFill>
                <a:schemeClr val="bg1"/>
              </a:solidFill>
            </a:endParaRPr>
          </a:p>
        </p:txBody>
      </p:sp>
      <p:sp>
        <p:nvSpPr>
          <p:cNvPr id="7" name="Text Placeholder 6">
            <a:extLst>
              <a:ext uri="{FF2B5EF4-FFF2-40B4-BE49-F238E27FC236}">
                <a16:creationId xmlns:a16="http://schemas.microsoft.com/office/drawing/2014/main" id="{2F73C099-85E4-FD44-2495-66FC5487804B}"/>
              </a:ext>
            </a:extLst>
          </p:cNvPr>
          <p:cNvSpPr>
            <a:spLocks noGrp="1"/>
          </p:cNvSpPr>
          <p:nvPr>
            <p:ph type="body" sz="quarter" idx="15"/>
          </p:nvPr>
        </p:nvSpPr>
        <p:spPr>
          <a:xfrm>
            <a:off x="5081971" y="1707839"/>
            <a:ext cx="6986016" cy="2596020"/>
          </a:xfrm>
        </p:spPr>
        <p:txBody>
          <a:bodyPr rtlCol="0">
            <a:noAutofit/>
          </a:bodyPr>
          <a:lstStyle/>
          <a:p>
            <a:pPr marL="342900" indent="-342900" rtl="0">
              <a:buFont typeface="Arial" panose="020B0604020202020204" pitchFamily="34" charset="0"/>
              <a:buChar char="•"/>
            </a:pPr>
            <a:r>
              <a:rPr lang="en-US" sz="2000" noProof="1"/>
              <a:t>You must disclose who is funding the research. Participants have a right to know who supports the work they are contributing to.</a:t>
            </a:r>
          </a:p>
          <a:p>
            <a:pPr marL="342900" indent="-342900" rtl="0">
              <a:buFont typeface="Arial" panose="020B0604020202020204" pitchFamily="34" charset="0"/>
              <a:buChar char="•"/>
            </a:pPr>
            <a:r>
              <a:rPr lang="en-US" sz="2000" noProof="1"/>
              <a:t>Importantly, no one should be harmed through their involvement. </a:t>
            </a:r>
          </a:p>
          <a:p>
            <a:pPr marL="342900" indent="-342900" rtl="0">
              <a:buFont typeface="Arial" panose="020B0604020202020204" pitchFamily="34" charset="0"/>
              <a:buChar char="•"/>
            </a:pPr>
            <a:r>
              <a:rPr lang="en-US" sz="2000" noProof="1"/>
              <a:t>This covers physical, emotional, social, or professional harm. </a:t>
            </a:r>
          </a:p>
          <a:p>
            <a:pPr marL="342900" indent="-342900" rtl="0">
              <a:buFont typeface="Arial" panose="020B0604020202020204" pitchFamily="34" charset="0"/>
              <a:buChar char="•"/>
            </a:pPr>
            <a:r>
              <a:rPr lang="en-US" sz="2000" noProof="1"/>
              <a:t>If emotional distress occurs, particularly during interviews or discussions, you must ensure the participant receives support and, if needed, is referred to counselling or further help.</a:t>
            </a:r>
          </a:p>
        </p:txBody>
      </p:sp>
      <p:sp>
        <p:nvSpPr>
          <p:cNvPr id="32" name="Date Placeholder 31">
            <a:extLst>
              <a:ext uri="{FF2B5EF4-FFF2-40B4-BE49-F238E27FC236}">
                <a16:creationId xmlns:a16="http://schemas.microsoft.com/office/drawing/2014/main" id="{DB24AE14-A0C4-61C9-5D2C-173F42BC0960}"/>
              </a:ext>
            </a:extLst>
          </p:cNvPr>
          <p:cNvSpPr>
            <a:spLocks noGrp="1"/>
          </p:cNvSpPr>
          <p:nvPr>
            <p:ph type="dt" sz="half" idx="20"/>
          </p:nvPr>
        </p:nvSpPr>
        <p:spPr>
          <a:xfrm>
            <a:off x="5919680" y="6356350"/>
            <a:ext cx="947516" cy="365125"/>
          </a:xfrm>
        </p:spPr>
        <p:txBody>
          <a:bodyPr rtlCol="0"/>
          <a:lstStyle/>
          <a:p>
            <a:pPr rtl="0"/>
            <a:r>
              <a:rPr lang="en-GB" dirty="0"/>
              <a:t>July 2025</a:t>
            </a:r>
          </a:p>
        </p:txBody>
      </p:sp>
      <p:sp>
        <p:nvSpPr>
          <p:cNvPr id="3" name="Footer Placeholder 2">
            <a:extLst>
              <a:ext uri="{FF2B5EF4-FFF2-40B4-BE49-F238E27FC236}">
                <a16:creationId xmlns:a16="http://schemas.microsoft.com/office/drawing/2014/main" id="{4C359436-205F-75F4-8252-EE9ABAFC1AD8}"/>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4" name="Slide Number Placeholder 3">
            <a:extLst>
              <a:ext uri="{FF2B5EF4-FFF2-40B4-BE49-F238E27FC236}">
                <a16:creationId xmlns:a16="http://schemas.microsoft.com/office/drawing/2014/main" id="{0698E092-AD5D-38E9-50F7-AB69B3F05D07}"/>
              </a:ext>
            </a:extLst>
          </p:cNvPr>
          <p:cNvSpPr>
            <a:spLocks noGrp="1"/>
          </p:cNvSpPr>
          <p:nvPr>
            <p:ph type="sldNum" sz="quarter" idx="22"/>
          </p:nvPr>
        </p:nvSpPr>
        <p:spPr>
          <a:xfrm>
            <a:off x="10700656" y="6356350"/>
            <a:ext cx="653143" cy="365125"/>
          </a:xfrm>
        </p:spPr>
        <p:txBody>
          <a:bodyPr rtlCol="0"/>
          <a:lstStyle/>
          <a:p>
            <a:pPr rtl="0"/>
            <a:fld id="{19B51A1E-902D-48AF-9020-955120F399B6}" type="slidenum">
              <a:rPr lang="en-GB" smtClean="0"/>
              <a:pPr rtl="0"/>
              <a:t>15</a:t>
            </a:fld>
            <a:endParaRPr lang="en-GB" dirty="0"/>
          </a:p>
        </p:txBody>
      </p:sp>
    </p:spTree>
    <p:extLst>
      <p:ext uri="{BB962C8B-B14F-4D97-AF65-F5344CB8AC3E}">
        <p14:creationId xmlns:p14="http://schemas.microsoft.com/office/powerpoint/2010/main" val="40707230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278F2-8D33-C596-3711-9D4F85EBD8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25A2B3-A569-1157-9D46-19A2AAE52769}"/>
              </a:ext>
            </a:extLst>
          </p:cNvPr>
          <p:cNvSpPr>
            <a:spLocks noGrp="1"/>
          </p:cNvSpPr>
          <p:nvPr>
            <p:ph type="title"/>
          </p:nvPr>
        </p:nvSpPr>
        <p:spPr>
          <a:xfrm>
            <a:off x="0" y="2582699"/>
            <a:ext cx="3617023" cy="846301"/>
          </a:xfrm>
        </p:spPr>
        <p:txBody>
          <a:bodyPr rtlCol="0">
            <a:normAutofit fontScale="90000"/>
          </a:bodyPr>
          <a:lstStyle/>
          <a:p>
            <a:pPr rtl="0"/>
            <a:r>
              <a:rPr lang="en-US" b="1" dirty="0">
                <a:solidFill>
                  <a:schemeClr val="bg1"/>
                </a:solidFill>
              </a:rPr>
              <a:t>5. Privacy, Anonymity, and Confidentiality</a:t>
            </a:r>
            <a:endParaRPr lang="en-GB" b="1" dirty="0">
              <a:solidFill>
                <a:schemeClr val="bg1"/>
              </a:solidFill>
            </a:endParaRPr>
          </a:p>
        </p:txBody>
      </p:sp>
      <p:sp>
        <p:nvSpPr>
          <p:cNvPr id="7" name="Text Placeholder 6">
            <a:extLst>
              <a:ext uri="{FF2B5EF4-FFF2-40B4-BE49-F238E27FC236}">
                <a16:creationId xmlns:a16="http://schemas.microsoft.com/office/drawing/2014/main" id="{57066A55-79C7-758A-A942-8119D021EC70}"/>
              </a:ext>
            </a:extLst>
          </p:cNvPr>
          <p:cNvSpPr>
            <a:spLocks noGrp="1"/>
          </p:cNvSpPr>
          <p:nvPr>
            <p:ph type="body" sz="quarter" idx="15"/>
          </p:nvPr>
        </p:nvSpPr>
        <p:spPr>
          <a:xfrm>
            <a:off x="5187259" y="409829"/>
            <a:ext cx="6986016" cy="2596020"/>
          </a:xfrm>
        </p:spPr>
        <p:txBody>
          <a:bodyPr rtlCol="0">
            <a:noAutofit/>
          </a:bodyPr>
          <a:lstStyle/>
          <a:p>
            <a:pPr marL="342900" indent="-342900" rtl="0">
              <a:buFont typeface="Arial" panose="020B0604020202020204" pitchFamily="34" charset="0"/>
              <a:buChar char="•"/>
            </a:pPr>
            <a:r>
              <a:rPr lang="en-US" sz="2000" noProof="1"/>
              <a:t>You should only ask questions relevant to your study and respect people’s boundaries. </a:t>
            </a:r>
          </a:p>
          <a:p>
            <a:pPr marL="342900" indent="-342900" rtl="0">
              <a:buFont typeface="Arial" panose="020B0604020202020204" pitchFamily="34" charset="0"/>
              <a:buChar char="•"/>
            </a:pPr>
            <a:r>
              <a:rPr lang="en-US" sz="2000" noProof="1"/>
              <a:t>Avoid deception unless it is absolutely necessary and has been approved by an ethics committee.</a:t>
            </a:r>
          </a:p>
          <a:p>
            <a:pPr marL="342900" indent="-342900" rtl="0">
              <a:buFont typeface="Arial" panose="020B0604020202020204" pitchFamily="34" charset="0"/>
              <a:buChar char="•"/>
            </a:pPr>
            <a:r>
              <a:rPr lang="en-US" sz="2000" noProof="1"/>
              <a:t>Unless participants agree to be named, you must preserve their anonymity. </a:t>
            </a:r>
          </a:p>
          <a:p>
            <a:pPr marL="342900" indent="-342900" rtl="0">
              <a:buFont typeface="Arial" panose="020B0604020202020204" pitchFamily="34" charset="0"/>
              <a:buChar char="•"/>
            </a:pPr>
            <a:r>
              <a:rPr lang="en-US" sz="2000" noProof="1"/>
              <a:t>If someone's identity is obvious (e.g. a public figure), you need their consent to use their name or role in your findings. </a:t>
            </a:r>
          </a:p>
          <a:p>
            <a:pPr marL="342900" indent="-342900" rtl="0">
              <a:buFont typeface="Arial" panose="020B0604020202020204" pitchFamily="34" charset="0"/>
              <a:buChar char="•"/>
            </a:pPr>
            <a:r>
              <a:rPr lang="en-US" sz="2000" noProof="1"/>
              <a:t>Participants should also have the chance to review how they have been quoted or represented. </a:t>
            </a:r>
          </a:p>
          <a:p>
            <a:pPr marL="342900" indent="-342900" rtl="0">
              <a:buFont typeface="Arial" panose="020B0604020202020204" pitchFamily="34" charset="0"/>
              <a:buChar char="•"/>
            </a:pPr>
            <a:r>
              <a:rPr lang="en-US" sz="2000" noProof="1"/>
              <a:t>They can request edits to ensure accuracy and fairness.</a:t>
            </a:r>
          </a:p>
          <a:p>
            <a:pPr marL="342900" indent="-342900" rtl="0">
              <a:buFont typeface="Arial" panose="020B0604020202020204" pitchFamily="34" charset="0"/>
              <a:buChar char="•"/>
            </a:pPr>
            <a:r>
              <a:rPr lang="en-US" sz="2000" noProof="1"/>
              <a:t>Any personal or private details shared with you must be kept confidential. </a:t>
            </a:r>
          </a:p>
          <a:p>
            <a:pPr marL="342900" indent="-342900" rtl="0">
              <a:buFont typeface="Arial" panose="020B0604020202020204" pitchFamily="34" charset="0"/>
              <a:buChar char="•"/>
            </a:pPr>
            <a:r>
              <a:rPr lang="en-US" sz="2000" noProof="1"/>
              <a:t>Just because you have been told something does not mean it is yours to share. You have a duty to protect that trust.</a:t>
            </a:r>
          </a:p>
        </p:txBody>
      </p:sp>
      <p:sp>
        <p:nvSpPr>
          <p:cNvPr id="32" name="Date Placeholder 31">
            <a:extLst>
              <a:ext uri="{FF2B5EF4-FFF2-40B4-BE49-F238E27FC236}">
                <a16:creationId xmlns:a16="http://schemas.microsoft.com/office/drawing/2014/main" id="{C12DC091-70EC-D203-616E-0CE0F9A1A5B3}"/>
              </a:ext>
            </a:extLst>
          </p:cNvPr>
          <p:cNvSpPr>
            <a:spLocks noGrp="1"/>
          </p:cNvSpPr>
          <p:nvPr>
            <p:ph type="dt" sz="half" idx="20"/>
          </p:nvPr>
        </p:nvSpPr>
        <p:spPr>
          <a:xfrm>
            <a:off x="5919680" y="6356350"/>
            <a:ext cx="947516" cy="365125"/>
          </a:xfrm>
        </p:spPr>
        <p:txBody>
          <a:bodyPr rtlCol="0"/>
          <a:lstStyle/>
          <a:p>
            <a:pPr rtl="0"/>
            <a:r>
              <a:rPr lang="en-GB" dirty="0"/>
              <a:t>July 2025</a:t>
            </a:r>
          </a:p>
        </p:txBody>
      </p:sp>
      <p:sp>
        <p:nvSpPr>
          <p:cNvPr id="3" name="Footer Placeholder 2">
            <a:extLst>
              <a:ext uri="{FF2B5EF4-FFF2-40B4-BE49-F238E27FC236}">
                <a16:creationId xmlns:a16="http://schemas.microsoft.com/office/drawing/2014/main" id="{5964244C-3053-9896-D7F5-42022904BA9E}"/>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4" name="Slide Number Placeholder 3">
            <a:extLst>
              <a:ext uri="{FF2B5EF4-FFF2-40B4-BE49-F238E27FC236}">
                <a16:creationId xmlns:a16="http://schemas.microsoft.com/office/drawing/2014/main" id="{64AED36E-643C-0BE3-50FB-B99F1F151887}"/>
              </a:ext>
            </a:extLst>
          </p:cNvPr>
          <p:cNvSpPr>
            <a:spLocks noGrp="1"/>
          </p:cNvSpPr>
          <p:nvPr>
            <p:ph type="sldNum" sz="quarter" idx="22"/>
          </p:nvPr>
        </p:nvSpPr>
        <p:spPr>
          <a:xfrm>
            <a:off x="10700656" y="6356350"/>
            <a:ext cx="653143" cy="365125"/>
          </a:xfrm>
        </p:spPr>
        <p:txBody>
          <a:bodyPr rtlCol="0"/>
          <a:lstStyle/>
          <a:p>
            <a:pPr rtl="0"/>
            <a:fld id="{19B51A1E-902D-48AF-9020-955120F399B6}" type="slidenum">
              <a:rPr lang="en-GB" smtClean="0"/>
              <a:pPr rtl="0"/>
              <a:t>16</a:t>
            </a:fld>
            <a:endParaRPr lang="en-GB" dirty="0"/>
          </a:p>
        </p:txBody>
      </p:sp>
    </p:spTree>
    <p:extLst>
      <p:ext uri="{BB962C8B-B14F-4D97-AF65-F5344CB8AC3E}">
        <p14:creationId xmlns:p14="http://schemas.microsoft.com/office/powerpoint/2010/main" val="2373588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6457D-0B21-424C-898B-C39258178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14FC62-9CF4-5E28-310A-8508260D54A2}"/>
              </a:ext>
            </a:extLst>
          </p:cNvPr>
          <p:cNvSpPr>
            <a:spLocks noGrp="1"/>
          </p:cNvSpPr>
          <p:nvPr>
            <p:ph type="title"/>
          </p:nvPr>
        </p:nvSpPr>
        <p:spPr>
          <a:xfrm>
            <a:off x="0" y="2582699"/>
            <a:ext cx="3617023" cy="846301"/>
          </a:xfrm>
        </p:spPr>
        <p:txBody>
          <a:bodyPr rtlCol="0">
            <a:normAutofit fontScale="90000"/>
          </a:bodyPr>
          <a:lstStyle/>
          <a:p>
            <a:pPr rtl="0"/>
            <a:r>
              <a:rPr lang="en-US" b="1" dirty="0">
                <a:solidFill>
                  <a:schemeClr val="bg1"/>
                </a:solidFill>
              </a:rPr>
              <a:t>6. Data Security and Responsible Handling</a:t>
            </a:r>
            <a:endParaRPr lang="en-GB" b="1" dirty="0">
              <a:solidFill>
                <a:schemeClr val="bg1"/>
              </a:solidFill>
            </a:endParaRPr>
          </a:p>
        </p:txBody>
      </p:sp>
      <p:sp>
        <p:nvSpPr>
          <p:cNvPr id="7" name="Text Placeholder 6">
            <a:extLst>
              <a:ext uri="{FF2B5EF4-FFF2-40B4-BE49-F238E27FC236}">
                <a16:creationId xmlns:a16="http://schemas.microsoft.com/office/drawing/2014/main" id="{A09438D7-C8DB-4F34-50CF-4E49913D04AD}"/>
              </a:ext>
            </a:extLst>
          </p:cNvPr>
          <p:cNvSpPr>
            <a:spLocks noGrp="1"/>
          </p:cNvSpPr>
          <p:nvPr>
            <p:ph type="body" sz="quarter" idx="15"/>
          </p:nvPr>
        </p:nvSpPr>
        <p:spPr>
          <a:xfrm>
            <a:off x="4986091" y="2130990"/>
            <a:ext cx="6986016" cy="2596020"/>
          </a:xfrm>
        </p:spPr>
        <p:txBody>
          <a:bodyPr rtlCol="0">
            <a:noAutofit/>
          </a:bodyPr>
          <a:lstStyle/>
          <a:p>
            <a:pPr marL="342900" indent="-342900" rtl="0">
              <a:buFont typeface="Arial" panose="020B0604020202020204" pitchFamily="34" charset="0"/>
              <a:buChar char="•"/>
            </a:pPr>
            <a:r>
              <a:rPr lang="en-US" sz="2000" noProof="1"/>
              <a:t>Confidential data must be stored securely to prevent unauthorised access. </a:t>
            </a:r>
          </a:p>
          <a:p>
            <a:pPr marL="342900" indent="-342900" rtl="0">
              <a:buFont typeface="Arial" panose="020B0604020202020204" pitchFamily="34" charset="0"/>
              <a:buChar char="•"/>
            </a:pPr>
            <a:r>
              <a:rPr lang="en-US" sz="2000" noProof="1"/>
              <a:t>Researchers are also expected to set a timeline for when this data will be safely disposed of. </a:t>
            </a:r>
          </a:p>
          <a:p>
            <a:pPr marL="342900" indent="-342900" rtl="0">
              <a:buFont typeface="Arial" panose="020B0604020202020204" pitchFamily="34" charset="0"/>
              <a:buChar char="•"/>
            </a:pPr>
            <a:r>
              <a:rPr lang="en-US" sz="2000" noProof="1"/>
              <a:t>At the same time, you may be required to retain raw data for audits, reviews, or to protect against fraud, often for several years after your project ends.</a:t>
            </a:r>
          </a:p>
        </p:txBody>
      </p:sp>
      <p:sp>
        <p:nvSpPr>
          <p:cNvPr id="32" name="Date Placeholder 31">
            <a:extLst>
              <a:ext uri="{FF2B5EF4-FFF2-40B4-BE49-F238E27FC236}">
                <a16:creationId xmlns:a16="http://schemas.microsoft.com/office/drawing/2014/main" id="{A3A7B725-9978-840E-06A5-DDBF23AB099E}"/>
              </a:ext>
            </a:extLst>
          </p:cNvPr>
          <p:cNvSpPr>
            <a:spLocks noGrp="1"/>
          </p:cNvSpPr>
          <p:nvPr>
            <p:ph type="dt" sz="half" idx="20"/>
          </p:nvPr>
        </p:nvSpPr>
        <p:spPr>
          <a:xfrm>
            <a:off x="5919680" y="6356350"/>
            <a:ext cx="947516" cy="365125"/>
          </a:xfrm>
        </p:spPr>
        <p:txBody>
          <a:bodyPr rtlCol="0"/>
          <a:lstStyle/>
          <a:p>
            <a:pPr rtl="0"/>
            <a:r>
              <a:rPr lang="en-GB" dirty="0"/>
              <a:t>July 2025</a:t>
            </a:r>
          </a:p>
        </p:txBody>
      </p:sp>
      <p:sp>
        <p:nvSpPr>
          <p:cNvPr id="3" name="Footer Placeholder 2">
            <a:extLst>
              <a:ext uri="{FF2B5EF4-FFF2-40B4-BE49-F238E27FC236}">
                <a16:creationId xmlns:a16="http://schemas.microsoft.com/office/drawing/2014/main" id="{E39A6FA7-703C-B546-8B45-5CED74BC20DF}"/>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4" name="Slide Number Placeholder 3">
            <a:extLst>
              <a:ext uri="{FF2B5EF4-FFF2-40B4-BE49-F238E27FC236}">
                <a16:creationId xmlns:a16="http://schemas.microsoft.com/office/drawing/2014/main" id="{679B57B5-E800-0F60-02B3-AD090941F3F3}"/>
              </a:ext>
            </a:extLst>
          </p:cNvPr>
          <p:cNvSpPr>
            <a:spLocks noGrp="1"/>
          </p:cNvSpPr>
          <p:nvPr>
            <p:ph type="sldNum" sz="quarter" idx="22"/>
          </p:nvPr>
        </p:nvSpPr>
        <p:spPr>
          <a:xfrm>
            <a:off x="10700656" y="6356350"/>
            <a:ext cx="653143" cy="365125"/>
          </a:xfrm>
        </p:spPr>
        <p:txBody>
          <a:bodyPr rtlCol="0"/>
          <a:lstStyle/>
          <a:p>
            <a:pPr rtl="0"/>
            <a:fld id="{19B51A1E-902D-48AF-9020-955120F399B6}" type="slidenum">
              <a:rPr lang="en-GB" smtClean="0"/>
              <a:pPr rtl="0"/>
              <a:t>17</a:t>
            </a:fld>
            <a:endParaRPr lang="en-GB" dirty="0"/>
          </a:p>
        </p:txBody>
      </p:sp>
    </p:spTree>
    <p:extLst>
      <p:ext uri="{BB962C8B-B14F-4D97-AF65-F5344CB8AC3E}">
        <p14:creationId xmlns:p14="http://schemas.microsoft.com/office/powerpoint/2010/main" val="30434653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8325D-DD36-6990-1A49-E85B6EB7BD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28614C-996E-BFB4-89AE-D93454D056D3}"/>
              </a:ext>
            </a:extLst>
          </p:cNvPr>
          <p:cNvSpPr>
            <a:spLocks noGrp="1"/>
          </p:cNvSpPr>
          <p:nvPr>
            <p:ph type="title"/>
          </p:nvPr>
        </p:nvSpPr>
        <p:spPr>
          <a:xfrm>
            <a:off x="0" y="2582699"/>
            <a:ext cx="3617023" cy="846301"/>
          </a:xfrm>
        </p:spPr>
        <p:txBody>
          <a:bodyPr rtlCol="0">
            <a:normAutofit fontScale="90000"/>
          </a:bodyPr>
          <a:lstStyle/>
          <a:p>
            <a:pPr rtl="0"/>
            <a:r>
              <a:rPr lang="en-US" b="1" dirty="0">
                <a:solidFill>
                  <a:schemeClr val="bg1"/>
                </a:solidFill>
              </a:rPr>
              <a:t>7. Inclusive and Ethical Practice</a:t>
            </a:r>
            <a:endParaRPr lang="en-GB" b="1" dirty="0">
              <a:solidFill>
                <a:schemeClr val="bg1"/>
              </a:solidFill>
            </a:endParaRPr>
          </a:p>
        </p:txBody>
      </p:sp>
      <p:sp>
        <p:nvSpPr>
          <p:cNvPr id="7" name="Text Placeholder 6">
            <a:extLst>
              <a:ext uri="{FF2B5EF4-FFF2-40B4-BE49-F238E27FC236}">
                <a16:creationId xmlns:a16="http://schemas.microsoft.com/office/drawing/2014/main" id="{06981428-FF86-2F49-6D2C-B3E3DB1F340E}"/>
              </a:ext>
            </a:extLst>
          </p:cNvPr>
          <p:cNvSpPr>
            <a:spLocks noGrp="1"/>
          </p:cNvSpPr>
          <p:nvPr>
            <p:ph type="body" sz="quarter" idx="15"/>
          </p:nvPr>
        </p:nvSpPr>
        <p:spPr>
          <a:xfrm>
            <a:off x="4922083" y="832980"/>
            <a:ext cx="6986016" cy="2596020"/>
          </a:xfrm>
        </p:spPr>
        <p:txBody>
          <a:bodyPr rtlCol="0">
            <a:noAutofit/>
          </a:bodyPr>
          <a:lstStyle/>
          <a:p>
            <a:pPr marL="342900" indent="-342900" rtl="0">
              <a:buFont typeface="Arial" panose="020B0604020202020204" pitchFamily="34" charset="0"/>
              <a:buChar char="•"/>
            </a:pPr>
            <a:r>
              <a:rPr lang="en-US" sz="2000" noProof="1"/>
              <a:t>Ethical research includes everyone who should be part of the conversation. </a:t>
            </a:r>
          </a:p>
          <a:p>
            <a:pPr marL="342900" indent="-342900" rtl="0">
              <a:buFont typeface="Arial" panose="020B0604020202020204" pitchFamily="34" charset="0"/>
              <a:buChar char="•"/>
            </a:pPr>
            <a:r>
              <a:rPr lang="en-US" sz="2000" noProof="1"/>
              <a:t>If language, access, or cost are barriers, it is your responsibility to offer support, such as translators, transportation, or modest participation payments.</a:t>
            </a:r>
          </a:p>
          <a:p>
            <a:pPr marL="342900" indent="-342900" rtl="0">
              <a:buFont typeface="Arial" panose="020B0604020202020204" pitchFamily="34" charset="0"/>
              <a:buChar char="•"/>
            </a:pPr>
            <a:r>
              <a:rPr lang="en-US" sz="2000" noProof="1"/>
              <a:t>A formal ethics review system should be in place before research begins. </a:t>
            </a:r>
          </a:p>
          <a:p>
            <a:pPr marL="342900" indent="-342900" rtl="0">
              <a:buFont typeface="Arial" panose="020B0604020202020204" pitchFamily="34" charset="0"/>
              <a:buChar char="•"/>
            </a:pPr>
            <a:r>
              <a:rPr lang="en-US" sz="2000" noProof="1"/>
              <a:t>This system should provide feedback, monitor compliance, and handle complaints.</a:t>
            </a:r>
          </a:p>
          <a:p>
            <a:pPr marL="342900" indent="-342900" rtl="0">
              <a:buFont typeface="Arial" panose="020B0604020202020204" pitchFamily="34" charset="0"/>
              <a:buChar char="•"/>
            </a:pPr>
            <a:r>
              <a:rPr lang="en-US" sz="2000" noProof="1"/>
              <a:t>Participants should also be made aware of a grievance process they can follow if they feel something has gone wrong. </a:t>
            </a:r>
          </a:p>
          <a:p>
            <a:pPr marL="342900" indent="-342900" rtl="0">
              <a:buFont typeface="Arial" panose="020B0604020202020204" pitchFamily="34" charset="0"/>
              <a:buChar char="•"/>
            </a:pPr>
            <a:r>
              <a:rPr lang="en-US" sz="2000" noProof="1"/>
              <a:t>This system must be fair and transparent.</a:t>
            </a:r>
          </a:p>
        </p:txBody>
      </p:sp>
      <p:sp>
        <p:nvSpPr>
          <p:cNvPr id="32" name="Date Placeholder 31">
            <a:extLst>
              <a:ext uri="{FF2B5EF4-FFF2-40B4-BE49-F238E27FC236}">
                <a16:creationId xmlns:a16="http://schemas.microsoft.com/office/drawing/2014/main" id="{5AC5E003-84F9-BAA5-9E33-9BDC007A32B4}"/>
              </a:ext>
            </a:extLst>
          </p:cNvPr>
          <p:cNvSpPr>
            <a:spLocks noGrp="1"/>
          </p:cNvSpPr>
          <p:nvPr>
            <p:ph type="dt" sz="half" idx="20"/>
          </p:nvPr>
        </p:nvSpPr>
        <p:spPr>
          <a:xfrm>
            <a:off x="5919680" y="6356350"/>
            <a:ext cx="947516" cy="365125"/>
          </a:xfrm>
        </p:spPr>
        <p:txBody>
          <a:bodyPr rtlCol="0"/>
          <a:lstStyle/>
          <a:p>
            <a:pPr rtl="0"/>
            <a:r>
              <a:rPr lang="en-GB" dirty="0"/>
              <a:t>July 2025</a:t>
            </a:r>
          </a:p>
        </p:txBody>
      </p:sp>
      <p:sp>
        <p:nvSpPr>
          <p:cNvPr id="3" name="Footer Placeholder 2">
            <a:extLst>
              <a:ext uri="{FF2B5EF4-FFF2-40B4-BE49-F238E27FC236}">
                <a16:creationId xmlns:a16="http://schemas.microsoft.com/office/drawing/2014/main" id="{6DD01ADB-C1AE-2C1E-040F-E22DE95443D4}"/>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4" name="Slide Number Placeholder 3">
            <a:extLst>
              <a:ext uri="{FF2B5EF4-FFF2-40B4-BE49-F238E27FC236}">
                <a16:creationId xmlns:a16="http://schemas.microsoft.com/office/drawing/2014/main" id="{4B7E7A1B-A564-6BAE-843D-242D7E48409E}"/>
              </a:ext>
            </a:extLst>
          </p:cNvPr>
          <p:cNvSpPr>
            <a:spLocks noGrp="1"/>
          </p:cNvSpPr>
          <p:nvPr>
            <p:ph type="sldNum" sz="quarter" idx="22"/>
          </p:nvPr>
        </p:nvSpPr>
        <p:spPr>
          <a:xfrm>
            <a:off x="10700656" y="6356350"/>
            <a:ext cx="653143" cy="365125"/>
          </a:xfrm>
        </p:spPr>
        <p:txBody>
          <a:bodyPr rtlCol="0"/>
          <a:lstStyle/>
          <a:p>
            <a:pPr rtl="0"/>
            <a:fld id="{19B51A1E-902D-48AF-9020-955120F399B6}" type="slidenum">
              <a:rPr lang="en-GB" smtClean="0"/>
              <a:pPr rtl="0"/>
              <a:t>18</a:t>
            </a:fld>
            <a:endParaRPr lang="en-GB" dirty="0"/>
          </a:p>
        </p:txBody>
      </p:sp>
    </p:spTree>
    <p:extLst>
      <p:ext uri="{BB962C8B-B14F-4D97-AF65-F5344CB8AC3E}">
        <p14:creationId xmlns:p14="http://schemas.microsoft.com/office/powerpoint/2010/main" val="3188503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9955B-DD4F-E705-0351-0D8921313B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23C8AD-0C45-60AB-24BD-281B3C81E10C}"/>
              </a:ext>
            </a:extLst>
          </p:cNvPr>
          <p:cNvSpPr>
            <a:spLocks noGrp="1"/>
          </p:cNvSpPr>
          <p:nvPr>
            <p:ph type="title"/>
          </p:nvPr>
        </p:nvSpPr>
        <p:spPr>
          <a:xfrm>
            <a:off x="0" y="2582699"/>
            <a:ext cx="3617023" cy="846301"/>
          </a:xfrm>
        </p:spPr>
        <p:txBody>
          <a:bodyPr rtlCol="0">
            <a:normAutofit fontScale="90000"/>
          </a:bodyPr>
          <a:lstStyle/>
          <a:p>
            <a:pPr rtl="0"/>
            <a:r>
              <a:rPr lang="en-US" b="1" dirty="0">
                <a:solidFill>
                  <a:schemeClr val="bg1"/>
                </a:solidFill>
              </a:rPr>
              <a:t>8. Methodological Integrity</a:t>
            </a:r>
            <a:endParaRPr lang="en-GB" b="1" dirty="0">
              <a:solidFill>
                <a:schemeClr val="bg1"/>
              </a:solidFill>
            </a:endParaRPr>
          </a:p>
        </p:txBody>
      </p:sp>
      <p:sp>
        <p:nvSpPr>
          <p:cNvPr id="7" name="Text Placeholder 6">
            <a:extLst>
              <a:ext uri="{FF2B5EF4-FFF2-40B4-BE49-F238E27FC236}">
                <a16:creationId xmlns:a16="http://schemas.microsoft.com/office/drawing/2014/main" id="{7691A553-73B5-480B-0062-29C388322442}"/>
              </a:ext>
            </a:extLst>
          </p:cNvPr>
          <p:cNvSpPr>
            <a:spLocks noGrp="1"/>
          </p:cNvSpPr>
          <p:nvPr>
            <p:ph type="body" sz="quarter" idx="15"/>
          </p:nvPr>
        </p:nvSpPr>
        <p:spPr>
          <a:xfrm>
            <a:off x="4894651" y="1707839"/>
            <a:ext cx="6986016" cy="2596020"/>
          </a:xfrm>
        </p:spPr>
        <p:txBody>
          <a:bodyPr rtlCol="0">
            <a:noAutofit/>
          </a:bodyPr>
          <a:lstStyle/>
          <a:p>
            <a:pPr marL="342900" indent="-342900" rtl="0">
              <a:buFont typeface="Arial" panose="020B0604020202020204" pitchFamily="34" charset="0"/>
              <a:buChar char="•"/>
            </a:pPr>
            <a:r>
              <a:rPr lang="en-US" sz="2000" noProof="1"/>
              <a:t>Ethical research is not just about protecting people, it is also about doing good work. </a:t>
            </a:r>
          </a:p>
          <a:p>
            <a:pPr marL="342900" indent="-342900" rtl="0">
              <a:buFont typeface="Arial" panose="020B0604020202020204" pitchFamily="34" charset="0"/>
              <a:buChar char="•"/>
            </a:pPr>
            <a:r>
              <a:rPr lang="en-US" sz="2000" noProof="1"/>
              <a:t>This means choosing methods that are reliable and valid. </a:t>
            </a:r>
          </a:p>
          <a:p>
            <a:pPr marL="342900" indent="-342900" rtl="0">
              <a:buFont typeface="Arial" panose="020B0604020202020204" pitchFamily="34" charset="0"/>
              <a:buChar char="•"/>
            </a:pPr>
            <a:r>
              <a:rPr lang="en-US" sz="2000" noProof="1"/>
              <a:t>Participants should not waste their time on research that is poorly designed or unlikely to produce useful insights.</a:t>
            </a:r>
          </a:p>
          <a:p>
            <a:pPr marL="342900" indent="-342900" rtl="0">
              <a:buFont typeface="Arial" panose="020B0604020202020204" pitchFamily="34" charset="0"/>
              <a:buChar char="•"/>
            </a:pPr>
            <a:r>
              <a:rPr lang="en-US" sz="2000" noProof="1"/>
              <a:t>All your methods, including how you collect and analyse data, must be reported clearly. </a:t>
            </a:r>
          </a:p>
          <a:p>
            <a:pPr marL="342900" indent="-342900" rtl="0">
              <a:buFont typeface="Arial" panose="020B0604020202020204" pitchFamily="34" charset="0"/>
              <a:buChar char="•"/>
            </a:pPr>
            <a:r>
              <a:rPr lang="en-US" sz="2000" noProof="1"/>
              <a:t>This allows others to replicate your study, check its rigour, and understand its limitations.</a:t>
            </a:r>
          </a:p>
        </p:txBody>
      </p:sp>
      <p:sp>
        <p:nvSpPr>
          <p:cNvPr id="32" name="Date Placeholder 31">
            <a:extLst>
              <a:ext uri="{FF2B5EF4-FFF2-40B4-BE49-F238E27FC236}">
                <a16:creationId xmlns:a16="http://schemas.microsoft.com/office/drawing/2014/main" id="{7E9AA46F-9F88-8C11-3677-E10EE91E4EDD}"/>
              </a:ext>
            </a:extLst>
          </p:cNvPr>
          <p:cNvSpPr>
            <a:spLocks noGrp="1"/>
          </p:cNvSpPr>
          <p:nvPr>
            <p:ph type="dt" sz="half" idx="20"/>
          </p:nvPr>
        </p:nvSpPr>
        <p:spPr>
          <a:xfrm>
            <a:off x="5919680" y="6356350"/>
            <a:ext cx="947516" cy="365125"/>
          </a:xfrm>
        </p:spPr>
        <p:txBody>
          <a:bodyPr rtlCol="0"/>
          <a:lstStyle/>
          <a:p>
            <a:pPr rtl="0"/>
            <a:r>
              <a:rPr lang="en-GB" dirty="0"/>
              <a:t>July 2025</a:t>
            </a:r>
          </a:p>
        </p:txBody>
      </p:sp>
      <p:sp>
        <p:nvSpPr>
          <p:cNvPr id="3" name="Footer Placeholder 2">
            <a:extLst>
              <a:ext uri="{FF2B5EF4-FFF2-40B4-BE49-F238E27FC236}">
                <a16:creationId xmlns:a16="http://schemas.microsoft.com/office/drawing/2014/main" id="{CEA8A0DF-FE9C-54D4-6153-D788C6CDE680}"/>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4" name="Slide Number Placeholder 3">
            <a:extLst>
              <a:ext uri="{FF2B5EF4-FFF2-40B4-BE49-F238E27FC236}">
                <a16:creationId xmlns:a16="http://schemas.microsoft.com/office/drawing/2014/main" id="{BE4901E6-1720-D5C6-2BC0-058674EFDAC8}"/>
              </a:ext>
            </a:extLst>
          </p:cNvPr>
          <p:cNvSpPr>
            <a:spLocks noGrp="1"/>
          </p:cNvSpPr>
          <p:nvPr>
            <p:ph type="sldNum" sz="quarter" idx="22"/>
          </p:nvPr>
        </p:nvSpPr>
        <p:spPr>
          <a:xfrm>
            <a:off x="10700656" y="6356350"/>
            <a:ext cx="653143" cy="365125"/>
          </a:xfrm>
        </p:spPr>
        <p:txBody>
          <a:bodyPr rtlCol="0"/>
          <a:lstStyle/>
          <a:p>
            <a:pPr rtl="0"/>
            <a:fld id="{19B51A1E-902D-48AF-9020-955120F399B6}" type="slidenum">
              <a:rPr lang="en-GB" smtClean="0"/>
              <a:pPr rtl="0"/>
              <a:t>19</a:t>
            </a:fld>
            <a:endParaRPr lang="en-GB" dirty="0"/>
          </a:p>
        </p:txBody>
      </p:sp>
    </p:spTree>
    <p:extLst>
      <p:ext uri="{BB962C8B-B14F-4D97-AF65-F5344CB8AC3E}">
        <p14:creationId xmlns:p14="http://schemas.microsoft.com/office/powerpoint/2010/main" val="6210456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F88E7-613E-92FC-A765-11A95EF9D3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D7B1BA-67B3-4A77-C288-1DD974B4C617}"/>
              </a:ext>
            </a:extLst>
          </p:cNvPr>
          <p:cNvSpPr>
            <a:spLocks noGrp="1"/>
          </p:cNvSpPr>
          <p:nvPr>
            <p:ph type="title"/>
          </p:nvPr>
        </p:nvSpPr>
        <p:spPr>
          <a:xfrm>
            <a:off x="1271762" y="149742"/>
            <a:ext cx="9648476" cy="1325563"/>
          </a:xfrm>
        </p:spPr>
        <p:txBody>
          <a:bodyPr rtlCol="0">
            <a:normAutofit/>
          </a:bodyPr>
          <a:lstStyle/>
          <a:p>
            <a:r>
              <a:rPr lang="en-US" dirty="0">
                <a:solidFill>
                  <a:schemeClr val="tx1"/>
                </a:solidFill>
              </a:rPr>
              <a:t>Final Thoughts on the Principles of Research Ethics</a:t>
            </a:r>
            <a:endParaRPr lang="en-GB" sz="1400" dirty="0">
              <a:solidFill>
                <a:schemeClr val="tx1"/>
              </a:solidFill>
            </a:endParaRPr>
          </a:p>
        </p:txBody>
      </p:sp>
      <p:sp>
        <p:nvSpPr>
          <p:cNvPr id="4" name="Text Placeholder 3">
            <a:extLst>
              <a:ext uri="{FF2B5EF4-FFF2-40B4-BE49-F238E27FC236}">
                <a16:creationId xmlns:a16="http://schemas.microsoft.com/office/drawing/2014/main" id="{9AB51B94-44F1-FE4E-1251-2D912BEC9404}"/>
              </a:ext>
            </a:extLst>
          </p:cNvPr>
          <p:cNvSpPr>
            <a:spLocks noGrp="1"/>
          </p:cNvSpPr>
          <p:nvPr>
            <p:ph type="body" sz="quarter" idx="15"/>
          </p:nvPr>
        </p:nvSpPr>
        <p:spPr>
          <a:xfrm>
            <a:off x="162068" y="2638783"/>
            <a:ext cx="4031030" cy="1057308"/>
          </a:xfrm>
          <a:ln w="19050">
            <a:solidFill>
              <a:schemeClr val="tx1"/>
            </a:solidFill>
          </a:ln>
        </p:spPr>
        <p:txBody>
          <a:bodyPr rtlCol="0">
            <a:normAutofit/>
          </a:bodyPr>
          <a:lstStyle/>
          <a:p>
            <a:pPr rtl="0"/>
            <a:r>
              <a:rPr lang="en-US" dirty="0">
                <a:solidFill>
                  <a:schemeClr val="tx1"/>
                </a:solidFill>
              </a:rPr>
              <a:t>1. They are not meant to be followed blindly but should inspire thoughtful reflection and responsible action.</a:t>
            </a:r>
          </a:p>
        </p:txBody>
      </p:sp>
      <p:sp>
        <p:nvSpPr>
          <p:cNvPr id="80" name="Date Placeholder 79">
            <a:extLst>
              <a:ext uri="{FF2B5EF4-FFF2-40B4-BE49-F238E27FC236}">
                <a16:creationId xmlns:a16="http://schemas.microsoft.com/office/drawing/2014/main" id="{8E1BE644-072C-3974-D242-41E54A6F0A88}"/>
              </a:ext>
            </a:extLst>
          </p:cNvPr>
          <p:cNvSpPr>
            <a:spLocks noGrp="1"/>
          </p:cNvSpPr>
          <p:nvPr>
            <p:ph type="dt" sz="half" idx="20"/>
          </p:nvPr>
        </p:nvSpPr>
        <p:spPr>
          <a:xfrm>
            <a:off x="838200" y="6356350"/>
            <a:ext cx="2743200" cy="365125"/>
          </a:xfrm>
        </p:spPr>
        <p:txBody>
          <a:bodyPr rtlCol="0"/>
          <a:lstStyle/>
          <a:p>
            <a:pPr rtl="0"/>
            <a:r>
              <a:rPr lang="en-GB" dirty="0">
                <a:solidFill>
                  <a:schemeClr val="tx1"/>
                </a:solidFill>
              </a:rPr>
              <a:t>July 2025</a:t>
            </a:r>
          </a:p>
        </p:txBody>
      </p:sp>
      <p:sp>
        <p:nvSpPr>
          <p:cNvPr id="81" name="Footer Placeholder 80">
            <a:extLst>
              <a:ext uri="{FF2B5EF4-FFF2-40B4-BE49-F238E27FC236}">
                <a16:creationId xmlns:a16="http://schemas.microsoft.com/office/drawing/2014/main" id="{6BF67E60-9B42-7901-5C39-02A63C175BB3}"/>
              </a:ext>
            </a:extLst>
          </p:cNvPr>
          <p:cNvSpPr>
            <a:spLocks noGrp="1"/>
          </p:cNvSpPr>
          <p:nvPr>
            <p:ph type="ftr" sz="quarter" idx="21"/>
          </p:nvPr>
        </p:nvSpPr>
        <p:spPr>
          <a:xfrm>
            <a:off x="4038600" y="6356350"/>
            <a:ext cx="4114800" cy="365125"/>
          </a:xfrm>
        </p:spPr>
        <p:txBody>
          <a:bodyPr rtlCol="0"/>
          <a:lstStyle/>
          <a:p>
            <a:r>
              <a:rPr lang="en-GB" dirty="0">
                <a:solidFill>
                  <a:schemeClr val="tx1"/>
                </a:solidFill>
              </a:rPr>
              <a:t>Research Methodology 4</a:t>
            </a:r>
          </a:p>
        </p:txBody>
      </p:sp>
      <p:sp>
        <p:nvSpPr>
          <p:cNvPr id="82" name="Slide Number Placeholder 81">
            <a:extLst>
              <a:ext uri="{FF2B5EF4-FFF2-40B4-BE49-F238E27FC236}">
                <a16:creationId xmlns:a16="http://schemas.microsoft.com/office/drawing/2014/main" id="{F482B798-D28E-FF80-C3CB-30D31BAE620C}"/>
              </a:ext>
            </a:extLst>
          </p:cNvPr>
          <p:cNvSpPr>
            <a:spLocks noGrp="1"/>
          </p:cNvSpPr>
          <p:nvPr>
            <p:ph type="sldNum" sz="quarter" idx="22"/>
          </p:nvPr>
        </p:nvSpPr>
        <p:spPr>
          <a:xfrm>
            <a:off x="8610600" y="6356350"/>
            <a:ext cx="2743200" cy="365125"/>
          </a:xfrm>
        </p:spPr>
        <p:txBody>
          <a:bodyPr rtlCol="0"/>
          <a:lstStyle/>
          <a:p>
            <a:pPr rtl="0"/>
            <a:fld id="{B5CEABB6-07DC-46E8-9B57-56EC44A396E5}" type="slidenum">
              <a:rPr lang="en-GB" smtClean="0">
                <a:solidFill>
                  <a:schemeClr val="tx1"/>
                </a:solidFill>
              </a:rPr>
              <a:pPr rtl="0"/>
              <a:t>20</a:t>
            </a:fld>
            <a:endParaRPr lang="en-GB">
              <a:solidFill>
                <a:schemeClr val="tx1"/>
              </a:solidFill>
            </a:endParaRPr>
          </a:p>
        </p:txBody>
      </p:sp>
      <p:sp>
        <p:nvSpPr>
          <p:cNvPr id="23" name="Text Placeholder 3">
            <a:extLst>
              <a:ext uri="{FF2B5EF4-FFF2-40B4-BE49-F238E27FC236}">
                <a16:creationId xmlns:a16="http://schemas.microsoft.com/office/drawing/2014/main" id="{91DB4812-7C3A-0A47-D550-1FA276FFE338}"/>
              </a:ext>
            </a:extLst>
          </p:cNvPr>
          <p:cNvSpPr txBox="1">
            <a:spLocks/>
          </p:cNvSpPr>
          <p:nvPr/>
        </p:nvSpPr>
        <p:spPr>
          <a:xfrm>
            <a:off x="591838" y="3701083"/>
            <a:ext cx="4031030" cy="1057308"/>
          </a:xfrm>
          <a:prstGeom prst="rect">
            <a:avLst/>
          </a:prstGeom>
          <a:ln w="19050">
            <a:solidFill>
              <a:schemeClr val="tx1"/>
            </a:solidFill>
          </a:ln>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rPr>
              <a:t>2. While there may be exceptions to some rules, your obligation as a researcher or practitioner is to uphold ethical conduct.</a:t>
            </a:r>
          </a:p>
        </p:txBody>
      </p:sp>
      <p:sp>
        <p:nvSpPr>
          <p:cNvPr id="24" name="Content Placeholder 2">
            <a:extLst>
              <a:ext uri="{FF2B5EF4-FFF2-40B4-BE49-F238E27FC236}">
                <a16:creationId xmlns:a16="http://schemas.microsoft.com/office/drawing/2014/main" id="{4758456A-2C6A-CDE3-C72C-DC676A3A162B}"/>
              </a:ext>
            </a:extLst>
          </p:cNvPr>
          <p:cNvSpPr txBox="1">
            <a:spLocks/>
          </p:cNvSpPr>
          <p:nvPr/>
        </p:nvSpPr>
        <p:spPr>
          <a:xfrm>
            <a:off x="4134612" y="3419611"/>
            <a:ext cx="4031945" cy="365125"/>
          </a:xfrm>
          <a:prstGeom prst="rect">
            <a:avLst/>
          </a:prstGeom>
        </p:spPr>
        <p:txBody>
          <a:bodyPr vert="horz" lIns="91440" tIns="45720" rIns="91440" bIns="45720" rtlCol="0" anchor="t">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bg1"/>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b="1" dirty="0">
              <a:solidFill>
                <a:schemeClr val="tx1"/>
              </a:solidFill>
            </a:endParaRPr>
          </a:p>
        </p:txBody>
      </p:sp>
      <p:sp>
        <p:nvSpPr>
          <p:cNvPr id="25" name="Text Placeholder 3">
            <a:extLst>
              <a:ext uri="{FF2B5EF4-FFF2-40B4-BE49-F238E27FC236}">
                <a16:creationId xmlns:a16="http://schemas.microsoft.com/office/drawing/2014/main" id="{8A0AE040-D5B4-2062-035C-463823D8D9D2}"/>
              </a:ext>
            </a:extLst>
          </p:cNvPr>
          <p:cNvSpPr txBox="1">
            <a:spLocks/>
          </p:cNvSpPr>
          <p:nvPr/>
        </p:nvSpPr>
        <p:spPr>
          <a:xfrm>
            <a:off x="1271762" y="4764395"/>
            <a:ext cx="4031030" cy="1057308"/>
          </a:xfrm>
          <a:prstGeom prst="rect">
            <a:avLst/>
          </a:prstGeom>
          <a:ln w="19050">
            <a:solidFill>
              <a:schemeClr val="tx1"/>
            </a:solidFill>
          </a:ln>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rPr>
              <a:t>3. Ultimately, the goal of our research should be twofold: to contribute positively to knowledge or practice (beneficence) and to prevent harm to individuals or communities (non-maleficence)</a:t>
            </a:r>
            <a:endParaRPr lang="en-GB" dirty="0">
              <a:solidFill>
                <a:schemeClr val="tx1"/>
              </a:solidFill>
            </a:endParaRPr>
          </a:p>
        </p:txBody>
      </p:sp>
      <p:sp>
        <p:nvSpPr>
          <p:cNvPr id="26" name="Text Placeholder 3">
            <a:extLst>
              <a:ext uri="{FF2B5EF4-FFF2-40B4-BE49-F238E27FC236}">
                <a16:creationId xmlns:a16="http://schemas.microsoft.com/office/drawing/2014/main" id="{6A00CC0C-9715-EF4D-136F-A5256546A53E}"/>
              </a:ext>
            </a:extLst>
          </p:cNvPr>
          <p:cNvSpPr txBox="1">
            <a:spLocks/>
          </p:cNvSpPr>
          <p:nvPr/>
        </p:nvSpPr>
        <p:spPr>
          <a:xfrm>
            <a:off x="6889210" y="4749522"/>
            <a:ext cx="4031030" cy="1057308"/>
          </a:xfrm>
          <a:prstGeom prst="rect">
            <a:avLst/>
          </a:prstGeom>
          <a:ln w="19050">
            <a:solidFill>
              <a:schemeClr val="tx1"/>
            </a:solidFill>
          </a:ln>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rPr>
              <a:t>4. Although ethical protocols may vary slightly across different institutional and national contexts, these core principles generally remain consistent. </a:t>
            </a:r>
            <a:endParaRPr lang="en-GB" dirty="0">
              <a:solidFill>
                <a:schemeClr val="tx1"/>
              </a:solidFill>
            </a:endParaRPr>
          </a:p>
        </p:txBody>
      </p:sp>
      <p:sp>
        <p:nvSpPr>
          <p:cNvPr id="28" name="Text Placeholder 3">
            <a:extLst>
              <a:ext uri="{FF2B5EF4-FFF2-40B4-BE49-F238E27FC236}">
                <a16:creationId xmlns:a16="http://schemas.microsoft.com/office/drawing/2014/main" id="{646484A1-D356-08B4-227D-01257D048E2A}"/>
              </a:ext>
            </a:extLst>
          </p:cNvPr>
          <p:cNvSpPr txBox="1">
            <a:spLocks/>
          </p:cNvSpPr>
          <p:nvPr/>
        </p:nvSpPr>
        <p:spPr>
          <a:xfrm>
            <a:off x="7998902" y="2635662"/>
            <a:ext cx="4031030" cy="1057308"/>
          </a:xfrm>
          <a:prstGeom prst="rect">
            <a:avLst/>
          </a:prstGeom>
          <a:ln w="19050">
            <a:solidFill>
              <a:schemeClr val="tx1"/>
            </a:solidFill>
          </a:ln>
        </p:spPr>
        <p:txBody>
          <a:bodyPr vert="horz" lIns="91440" tIns="45720" rIns="91440" bIns="45720" rtlCol="0">
            <a:normAutofit fontScale="92500" lnSpcReduction="20000"/>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rPr>
              <a:t>6. Failure to maintain ethical standards can result in formal objections from academic supervisors or ethics review boards, leading to delays or rejection of the research proposal. Moreover, unethical </a:t>
            </a:r>
            <a:r>
              <a:rPr lang="en-US" dirty="0" err="1">
                <a:solidFill>
                  <a:schemeClr val="tx1"/>
                </a:solidFill>
              </a:rPr>
              <a:t>behaviour</a:t>
            </a:r>
            <a:r>
              <a:rPr lang="en-US" dirty="0">
                <a:solidFill>
                  <a:schemeClr val="tx1"/>
                </a:solidFill>
              </a:rPr>
              <a:t> may damage the credibility of the research and result in lower academic assessments.</a:t>
            </a:r>
            <a:endParaRPr lang="en-GB" dirty="0">
              <a:solidFill>
                <a:schemeClr val="tx1"/>
              </a:solidFill>
            </a:endParaRPr>
          </a:p>
        </p:txBody>
      </p:sp>
      <p:sp>
        <p:nvSpPr>
          <p:cNvPr id="29" name="Text Placeholder 3">
            <a:extLst>
              <a:ext uri="{FF2B5EF4-FFF2-40B4-BE49-F238E27FC236}">
                <a16:creationId xmlns:a16="http://schemas.microsoft.com/office/drawing/2014/main" id="{C2883E11-52DE-4A87-DC37-7F5E6F822408}"/>
              </a:ext>
            </a:extLst>
          </p:cNvPr>
          <p:cNvSpPr txBox="1">
            <a:spLocks/>
          </p:cNvSpPr>
          <p:nvPr/>
        </p:nvSpPr>
        <p:spPr>
          <a:xfrm>
            <a:off x="7569132" y="3686221"/>
            <a:ext cx="4031030" cy="1057308"/>
          </a:xfrm>
          <a:prstGeom prst="rect">
            <a:avLst/>
          </a:prstGeom>
          <a:ln w="19050">
            <a:solidFill>
              <a:schemeClr val="tx1"/>
            </a:solidFill>
          </a:ln>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rPr>
              <a:t>5. Adhering to them is not only a moral and professional obligation but also a practical necessity. </a:t>
            </a:r>
            <a:endParaRPr lang="en-GB" dirty="0">
              <a:solidFill>
                <a:schemeClr val="tx1"/>
              </a:solidFill>
            </a:endParaRPr>
          </a:p>
          <a:p>
            <a:endParaRPr lang="en-GB" dirty="0">
              <a:solidFill>
                <a:schemeClr val="tx1"/>
              </a:solidFill>
            </a:endParaRPr>
          </a:p>
        </p:txBody>
      </p:sp>
      <p:sp>
        <p:nvSpPr>
          <p:cNvPr id="6" name="TextBox 5">
            <a:extLst>
              <a:ext uri="{FF2B5EF4-FFF2-40B4-BE49-F238E27FC236}">
                <a16:creationId xmlns:a16="http://schemas.microsoft.com/office/drawing/2014/main" id="{612CAD89-20A7-DA1C-488E-29575A0D819C}"/>
              </a:ext>
            </a:extLst>
          </p:cNvPr>
          <p:cNvSpPr txBox="1"/>
          <p:nvPr/>
        </p:nvSpPr>
        <p:spPr>
          <a:xfrm>
            <a:off x="3044190" y="1848745"/>
            <a:ext cx="6103620" cy="646331"/>
          </a:xfrm>
          <a:prstGeom prst="rect">
            <a:avLst/>
          </a:prstGeom>
          <a:noFill/>
        </p:spPr>
        <p:txBody>
          <a:bodyPr wrap="square">
            <a:spAutoFit/>
          </a:bodyPr>
          <a:lstStyle/>
          <a:p>
            <a:pPr algn="ctr"/>
            <a:r>
              <a:rPr lang="en-US" b="1" dirty="0"/>
              <a:t>These ethical principles serve as practical guidance for anyone doing research.</a:t>
            </a:r>
            <a:endParaRPr lang="en-GB" b="1" dirty="0"/>
          </a:p>
        </p:txBody>
      </p:sp>
    </p:spTree>
    <p:extLst>
      <p:ext uri="{BB962C8B-B14F-4D97-AF65-F5344CB8AC3E}">
        <p14:creationId xmlns:p14="http://schemas.microsoft.com/office/powerpoint/2010/main" val="29237561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67753-68C9-D635-1688-670BE2F933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828645-37CC-1652-5362-37EAE1A78CD0}"/>
              </a:ext>
            </a:extLst>
          </p:cNvPr>
          <p:cNvSpPr>
            <a:spLocks noGrp="1"/>
          </p:cNvSpPr>
          <p:nvPr>
            <p:ph type="title"/>
          </p:nvPr>
        </p:nvSpPr>
        <p:spPr>
          <a:xfrm>
            <a:off x="1271762" y="395545"/>
            <a:ext cx="9648476" cy="1325563"/>
          </a:xfrm>
        </p:spPr>
        <p:txBody>
          <a:bodyPr rtlCol="0">
            <a:normAutofit/>
          </a:bodyPr>
          <a:lstStyle/>
          <a:p>
            <a:r>
              <a:rPr lang="en-US" dirty="0">
                <a:solidFill>
                  <a:schemeClr val="tx1"/>
                </a:solidFill>
              </a:rPr>
              <a:t>F. Ethical Considerations of Research Data</a:t>
            </a:r>
            <a:endParaRPr lang="en-GB" sz="1400" dirty="0">
              <a:solidFill>
                <a:schemeClr val="tx1"/>
              </a:solidFill>
            </a:endParaRPr>
          </a:p>
        </p:txBody>
      </p:sp>
      <p:sp>
        <p:nvSpPr>
          <p:cNvPr id="80" name="Date Placeholder 79">
            <a:extLst>
              <a:ext uri="{FF2B5EF4-FFF2-40B4-BE49-F238E27FC236}">
                <a16:creationId xmlns:a16="http://schemas.microsoft.com/office/drawing/2014/main" id="{D6A940F8-7883-3BF0-D2ED-B6508EDF3B8D}"/>
              </a:ext>
            </a:extLst>
          </p:cNvPr>
          <p:cNvSpPr>
            <a:spLocks noGrp="1"/>
          </p:cNvSpPr>
          <p:nvPr>
            <p:ph type="dt" sz="half" idx="20"/>
          </p:nvPr>
        </p:nvSpPr>
        <p:spPr>
          <a:xfrm>
            <a:off x="838200" y="6356350"/>
            <a:ext cx="2743200" cy="365125"/>
          </a:xfrm>
        </p:spPr>
        <p:txBody>
          <a:bodyPr rtlCol="0"/>
          <a:lstStyle/>
          <a:p>
            <a:pPr rtl="0"/>
            <a:r>
              <a:rPr lang="en-GB" dirty="0">
                <a:solidFill>
                  <a:schemeClr val="tx1"/>
                </a:solidFill>
              </a:rPr>
              <a:t>July 2025</a:t>
            </a:r>
          </a:p>
        </p:txBody>
      </p:sp>
      <p:sp>
        <p:nvSpPr>
          <p:cNvPr id="81" name="Footer Placeholder 80">
            <a:extLst>
              <a:ext uri="{FF2B5EF4-FFF2-40B4-BE49-F238E27FC236}">
                <a16:creationId xmlns:a16="http://schemas.microsoft.com/office/drawing/2014/main" id="{2BFC1B82-0347-5C1C-CEC6-9CE16169F3BF}"/>
              </a:ext>
            </a:extLst>
          </p:cNvPr>
          <p:cNvSpPr>
            <a:spLocks noGrp="1"/>
          </p:cNvSpPr>
          <p:nvPr>
            <p:ph type="ftr" sz="quarter" idx="21"/>
          </p:nvPr>
        </p:nvSpPr>
        <p:spPr>
          <a:xfrm>
            <a:off x="4038600" y="6356350"/>
            <a:ext cx="4114800" cy="365125"/>
          </a:xfrm>
        </p:spPr>
        <p:txBody>
          <a:bodyPr rtlCol="0"/>
          <a:lstStyle/>
          <a:p>
            <a:r>
              <a:rPr lang="en-GB" dirty="0">
                <a:solidFill>
                  <a:schemeClr val="tx1"/>
                </a:solidFill>
              </a:rPr>
              <a:t>Research Methodology 4</a:t>
            </a:r>
          </a:p>
        </p:txBody>
      </p:sp>
      <p:sp>
        <p:nvSpPr>
          <p:cNvPr id="82" name="Slide Number Placeholder 81">
            <a:extLst>
              <a:ext uri="{FF2B5EF4-FFF2-40B4-BE49-F238E27FC236}">
                <a16:creationId xmlns:a16="http://schemas.microsoft.com/office/drawing/2014/main" id="{89B2CAB6-1EB1-309A-5BAA-0F67B7916F3F}"/>
              </a:ext>
            </a:extLst>
          </p:cNvPr>
          <p:cNvSpPr>
            <a:spLocks noGrp="1"/>
          </p:cNvSpPr>
          <p:nvPr>
            <p:ph type="sldNum" sz="quarter" idx="22"/>
          </p:nvPr>
        </p:nvSpPr>
        <p:spPr>
          <a:xfrm>
            <a:off x="8610600" y="6356350"/>
            <a:ext cx="2743200" cy="365125"/>
          </a:xfrm>
        </p:spPr>
        <p:txBody>
          <a:bodyPr rtlCol="0"/>
          <a:lstStyle/>
          <a:p>
            <a:pPr rtl="0"/>
            <a:fld id="{B5CEABB6-07DC-46E8-9B57-56EC44A396E5}" type="slidenum">
              <a:rPr lang="en-GB" smtClean="0">
                <a:solidFill>
                  <a:schemeClr val="tx1"/>
                </a:solidFill>
              </a:rPr>
              <a:pPr rtl="0"/>
              <a:t>21</a:t>
            </a:fld>
            <a:endParaRPr lang="en-GB">
              <a:solidFill>
                <a:schemeClr val="tx1"/>
              </a:solidFill>
            </a:endParaRPr>
          </a:p>
        </p:txBody>
      </p:sp>
      <p:sp>
        <p:nvSpPr>
          <p:cNvPr id="25" name="Text Placeholder 3">
            <a:extLst>
              <a:ext uri="{FF2B5EF4-FFF2-40B4-BE49-F238E27FC236}">
                <a16:creationId xmlns:a16="http://schemas.microsoft.com/office/drawing/2014/main" id="{FB8418E2-3560-B8CC-8187-7B42EBDC5C64}"/>
              </a:ext>
            </a:extLst>
          </p:cNvPr>
          <p:cNvSpPr txBox="1">
            <a:spLocks/>
          </p:cNvSpPr>
          <p:nvPr/>
        </p:nvSpPr>
        <p:spPr>
          <a:xfrm>
            <a:off x="2209800" y="2458066"/>
            <a:ext cx="8596138" cy="1391840"/>
          </a:xfrm>
          <a:prstGeom prst="rect">
            <a:avLst/>
          </a:prstGeom>
        </p:spPr>
        <p:txBody>
          <a:bodyPr vert="horz" lIns="91440" tIns="45720" rIns="91440" bIns="45720" rtlCol="0">
            <a:no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schemeClr val="tx1"/>
                </a:solidFill>
              </a:rPr>
              <a:t>Researchers must handle data in a way that guarantees easy access, traceability, and security. Data should be properly labelled, anonymised when needed, and securely backed up. Creswell (2009) notes that data organisation involves coding responses and storing data on encrypted or password-protected devices to protect confidentiality.</a:t>
            </a:r>
            <a:endParaRPr lang="en-GB" sz="2000" dirty="0">
              <a:solidFill>
                <a:schemeClr val="tx1"/>
              </a:solidFill>
            </a:endParaRPr>
          </a:p>
        </p:txBody>
      </p:sp>
      <p:sp>
        <p:nvSpPr>
          <p:cNvPr id="26" name="Text Placeholder 3">
            <a:extLst>
              <a:ext uri="{FF2B5EF4-FFF2-40B4-BE49-F238E27FC236}">
                <a16:creationId xmlns:a16="http://schemas.microsoft.com/office/drawing/2014/main" id="{4D01D625-51B2-B33A-ECD2-428505712F5A}"/>
              </a:ext>
            </a:extLst>
          </p:cNvPr>
          <p:cNvSpPr txBox="1">
            <a:spLocks/>
          </p:cNvSpPr>
          <p:nvPr/>
        </p:nvSpPr>
        <p:spPr>
          <a:xfrm>
            <a:off x="2209800" y="4227552"/>
            <a:ext cx="8596138" cy="1391839"/>
          </a:xfrm>
          <a:prstGeom prst="rect">
            <a:avLst/>
          </a:prstGeom>
        </p:spPr>
        <p:txBody>
          <a:bodyPr vert="horz" lIns="91440" tIns="45720" rIns="91440" bIns="45720" rtlCol="0">
            <a:normAutofit lnSpcReduction="10000"/>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solidFill>
                  <a:schemeClr val="tx1"/>
                </a:solidFill>
              </a:rPr>
              <a:t>Example</a:t>
            </a:r>
            <a:r>
              <a:rPr lang="en-US" sz="2000" dirty="0">
                <a:solidFill>
                  <a:schemeClr val="tx1"/>
                </a:solidFill>
              </a:rPr>
              <a:t>:</a:t>
            </a:r>
          </a:p>
          <a:p>
            <a:r>
              <a:rPr lang="en-US" sz="2000" dirty="0">
                <a:solidFill>
                  <a:schemeClr val="tx1"/>
                </a:solidFill>
              </a:rPr>
              <a:t>An ICT researcher conducting a usability study of a mobile app stores screen recordings and transcriptions in a secure cloud drive with restricted access, using coded file names rather than participant identifiers.</a:t>
            </a:r>
          </a:p>
          <a:p>
            <a:endParaRPr lang="en-GB" dirty="0">
              <a:solidFill>
                <a:schemeClr val="tx1"/>
              </a:solidFill>
            </a:endParaRPr>
          </a:p>
        </p:txBody>
      </p:sp>
      <p:sp>
        <p:nvSpPr>
          <p:cNvPr id="6" name="TextBox 5">
            <a:extLst>
              <a:ext uri="{FF2B5EF4-FFF2-40B4-BE49-F238E27FC236}">
                <a16:creationId xmlns:a16="http://schemas.microsoft.com/office/drawing/2014/main" id="{F16CBB16-49E5-1144-C8A4-3D8DFEEF6B07}"/>
              </a:ext>
            </a:extLst>
          </p:cNvPr>
          <p:cNvSpPr txBox="1"/>
          <p:nvPr/>
        </p:nvSpPr>
        <p:spPr>
          <a:xfrm>
            <a:off x="3044190" y="1595083"/>
            <a:ext cx="6103620" cy="461665"/>
          </a:xfrm>
          <a:prstGeom prst="rect">
            <a:avLst/>
          </a:prstGeom>
          <a:noFill/>
        </p:spPr>
        <p:txBody>
          <a:bodyPr wrap="square">
            <a:spAutoFit/>
          </a:bodyPr>
          <a:lstStyle/>
          <a:p>
            <a:pPr algn="ctr"/>
            <a:r>
              <a:rPr lang="en-US" sz="2400" b="1" dirty="0"/>
              <a:t>1. </a:t>
            </a:r>
            <a:r>
              <a:rPr lang="en-US" sz="2400" b="1" dirty="0" err="1"/>
              <a:t>Organising</a:t>
            </a:r>
            <a:r>
              <a:rPr lang="en-US" sz="2400" b="1" dirty="0"/>
              <a:t> and Securing Data</a:t>
            </a:r>
            <a:endParaRPr lang="en-GB" sz="2400" b="1" dirty="0"/>
          </a:p>
        </p:txBody>
      </p:sp>
    </p:spTree>
    <p:extLst>
      <p:ext uri="{BB962C8B-B14F-4D97-AF65-F5344CB8AC3E}">
        <p14:creationId xmlns:p14="http://schemas.microsoft.com/office/powerpoint/2010/main" val="23987172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97E4E-8358-319B-DF41-CEFF4DE39C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3913B9-EFA5-167E-CAC3-7D58EF326247}"/>
              </a:ext>
            </a:extLst>
          </p:cNvPr>
          <p:cNvSpPr>
            <a:spLocks noGrp="1"/>
          </p:cNvSpPr>
          <p:nvPr>
            <p:ph type="title"/>
          </p:nvPr>
        </p:nvSpPr>
        <p:spPr>
          <a:xfrm>
            <a:off x="1271762" y="395545"/>
            <a:ext cx="9648476" cy="1325563"/>
          </a:xfrm>
        </p:spPr>
        <p:txBody>
          <a:bodyPr rtlCol="0">
            <a:normAutofit/>
          </a:bodyPr>
          <a:lstStyle/>
          <a:p>
            <a:r>
              <a:rPr lang="en-US" dirty="0">
                <a:solidFill>
                  <a:schemeClr val="tx1"/>
                </a:solidFill>
              </a:rPr>
              <a:t>F. Ethical Considerations of Research Data</a:t>
            </a:r>
            <a:endParaRPr lang="en-GB" sz="1400" dirty="0">
              <a:solidFill>
                <a:schemeClr val="tx1"/>
              </a:solidFill>
            </a:endParaRPr>
          </a:p>
        </p:txBody>
      </p:sp>
      <p:sp>
        <p:nvSpPr>
          <p:cNvPr id="80" name="Date Placeholder 79">
            <a:extLst>
              <a:ext uri="{FF2B5EF4-FFF2-40B4-BE49-F238E27FC236}">
                <a16:creationId xmlns:a16="http://schemas.microsoft.com/office/drawing/2014/main" id="{8880C2E2-C46B-9FE1-4F46-D31D57380D17}"/>
              </a:ext>
            </a:extLst>
          </p:cNvPr>
          <p:cNvSpPr>
            <a:spLocks noGrp="1"/>
          </p:cNvSpPr>
          <p:nvPr>
            <p:ph type="dt" sz="half" idx="20"/>
          </p:nvPr>
        </p:nvSpPr>
        <p:spPr>
          <a:xfrm>
            <a:off x="838200" y="6356350"/>
            <a:ext cx="2743200" cy="365125"/>
          </a:xfrm>
        </p:spPr>
        <p:txBody>
          <a:bodyPr rtlCol="0"/>
          <a:lstStyle/>
          <a:p>
            <a:pPr rtl="0"/>
            <a:r>
              <a:rPr lang="en-GB" dirty="0">
                <a:solidFill>
                  <a:schemeClr val="tx1"/>
                </a:solidFill>
              </a:rPr>
              <a:t>July 2025</a:t>
            </a:r>
          </a:p>
        </p:txBody>
      </p:sp>
      <p:sp>
        <p:nvSpPr>
          <p:cNvPr id="81" name="Footer Placeholder 80">
            <a:extLst>
              <a:ext uri="{FF2B5EF4-FFF2-40B4-BE49-F238E27FC236}">
                <a16:creationId xmlns:a16="http://schemas.microsoft.com/office/drawing/2014/main" id="{C2E8C0DC-F771-6670-A8A8-171D602A36FB}"/>
              </a:ext>
            </a:extLst>
          </p:cNvPr>
          <p:cNvSpPr>
            <a:spLocks noGrp="1"/>
          </p:cNvSpPr>
          <p:nvPr>
            <p:ph type="ftr" sz="quarter" idx="21"/>
          </p:nvPr>
        </p:nvSpPr>
        <p:spPr>
          <a:xfrm>
            <a:off x="4038600" y="6356350"/>
            <a:ext cx="4114800" cy="365125"/>
          </a:xfrm>
        </p:spPr>
        <p:txBody>
          <a:bodyPr rtlCol="0"/>
          <a:lstStyle/>
          <a:p>
            <a:r>
              <a:rPr lang="en-GB" dirty="0">
                <a:solidFill>
                  <a:schemeClr val="tx1"/>
                </a:solidFill>
              </a:rPr>
              <a:t>Research Methodology 4</a:t>
            </a:r>
          </a:p>
        </p:txBody>
      </p:sp>
      <p:sp>
        <p:nvSpPr>
          <p:cNvPr id="82" name="Slide Number Placeholder 81">
            <a:extLst>
              <a:ext uri="{FF2B5EF4-FFF2-40B4-BE49-F238E27FC236}">
                <a16:creationId xmlns:a16="http://schemas.microsoft.com/office/drawing/2014/main" id="{AF66812F-A239-1997-4EF9-76BAA67FC696}"/>
              </a:ext>
            </a:extLst>
          </p:cNvPr>
          <p:cNvSpPr>
            <a:spLocks noGrp="1"/>
          </p:cNvSpPr>
          <p:nvPr>
            <p:ph type="sldNum" sz="quarter" idx="22"/>
          </p:nvPr>
        </p:nvSpPr>
        <p:spPr>
          <a:xfrm>
            <a:off x="8610600" y="6356350"/>
            <a:ext cx="2743200" cy="365125"/>
          </a:xfrm>
        </p:spPr>
        <p:txBody>
          <a:bodyPr rtlCol="0"/>
          <a:lstStyle/>
          <a:p>
            <a:pPr rtl="0"/>
            <a:fld id="{B5CEABB6-07DC-46E8-9B57-56EC44A396E5}" type="slidenum">
              <a:rPr lang="en-GB" smtClean="0">
                <a:solidFill>
                  <a:schemeClr val="tx1"/>
                </a:solidFill>
              </a:rPr>
              <a:pPr rtl="0"/>
              <a:t>22</a:t>
            </a:fld>
            <a:endParaRPr lang="en-GB">
              <a:solidFill>
                <a:schemeClr val="tx1"/>
              </a:solidFill>
            </a:endParaRPr>
          </a:p>
        </p:txBody>
      </p:sp>
      <p:sp>
        <p:nvSpPr>
          <p:cNvPr id="25" name="Text Placeholder 3">
            <a:extLst>
              <a:ext uri="{FF2B5EF4-FFF2-40B4-BE49-F238E27FC236}">
                <a16:creationId xmlns:a16="http://schemas.microsoft.com/office/drawing/2014/main" id="{FCF2003F-34B0-510C-4B95-D637D9E64386}"/>
              </a:ext>
            </a:extLst>
          </p:cNvPr>
          <p:cNvSpPr txBox="1">
            <a:spLocks/>
          </p:cNvSpPr>
          <p:nvPr/>
        </p:nvSpPr>
        <p:spPr>
          <a:xfrm>
            <a:off x="2209800" y="2458066"/>
            <a:ext cx="8596138" cy="1391840"/>
          </a:xfrm>
          <a:prstGeom prst="rect">
            <a:avLst/>
          </a:prstGeom>
        </p:spPr>
        <p:txBody>
          <a:bodyPr vert="horz" lIns="91440" tIns="45720" rIns="91440" bIns="45720" rtlCol="0">
            <a:no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schemeClr val="tx1"/>
                </a:solidFill>
              </a:rPr>
              <a:t>Cohen, Manion, and Morrison (2017) emphasise that participants must be fully informed about the study and how their data will be used. </a:t>
            </a:r>
          </a:p>
          <a:p>
            <a:r>
              <a:rPr lang="en-US" sz="2000" dirty="0">
                <a:solidFill>
                  <a:schemeClr val="tx1"/>
                </a:solidFill>
              </a:rPr>
              <a:t>Informed consent means that participants voluntarily agree to participate after understanding potential risks and benefits. </a:t>
            </a:r>
          </a:p>
          <a:p>
            <a:r>
              <a:rPr lang="en-US" sz="2000" dirty="0">
                <a:solidFill>
                  <a:schemeClr val="tx1"/>
                </a:solidFill>
              </a:rPr>
              <a:t>Consent forms should be clear and in accessible language. </a:t>
            </a:r>
          </a:p>
          <a:p>
            <a:r>
              <a:rPr lang="en-US" sz="2000" dirty="0">
                <a:solidFill>
                  <a:schemeClr val="tx1"/>
                </a:solidFill>
              </a:rPr>
              <a:t>Privacy also means </a:t>
            </a:r>
            <a:r>
              <a:rPr lang="en-US" sz="2000" dirty="0" err="1">
                <a:solidFill>
                  <a:schemeClr val="tx1"/>
                </a:solidFill>
              </a:rPr>
              <a:t>anonymising</a:t>
            </a:r>
            <a:r>
              <a:rPr lang="en-US" sz="2000" dirty="0">
                <a:solidFill>
                  <a:schemeClr val="tx1"/>
                </a:solidFill>
              </a:rPr>
              <a:t> data and limiting access to raw datasets.</a:t>
            </a:r>
            <a:endParaRPr lang="en-GB" sz="2000" dirty="0">
              <a:solidFill>
                <a:schemeClr val="tx1"/>
              </a:solidFill>
            </a:endParaRPr>
          </a:p>
        </p:txBody>
      </p:sp>
      <p:sp>
        <p:nvSpPr>
          <p:cNvPr id="6" name="TextBox 5">
            <a:extLst>
              <a:ext uri="{FF2B5EF4-FFF2-40B4-BE49-F238E27FC236}">
                <a16:creationId xmlns:a16="http://schemas.microsoft.com/office/drawing/2014/main" id="{39ABBC12-E6FC-7873-6ED6-B390267BC6F5}"/>
              </a:ext>
            </a:extLst>
          </p:cNvPr>
          <p:cNvSpPr txBox="1"/>
          <p:nvPr/>
        </p:nvSpPr>
        <p:spPr>
          <a:xfrm>
            <a:off x="3044190" y="1595083"/>
            <a:ext cx="6103620" cy="461665"/>
          </a:xfrm>
          <a:prstGeom prst="rect">
            <a:avLst/>
          </a:prstGeom>
          <a:noFill/>
        </p:spPr>
        <p:txBody>
          <a:bodyPr wrap="square">
            <a:spAutoFit/>
          </a:bodyPr>
          <a:lstStyle/>
          <a:p>
            <a:pPr algn="ctr"/>
            <a:r>
              <a:rPr lang="en-US" sz="2400" b="1" dirty="0"/>
              <a:t>2. Data Privacy and Participant Consent</a:t>
            </a:r>
            <a:endParaRPr lang="en-GB" sz="2400" b="1" dirty="0"/>
          </a:p>
        </p:txBody>
      </p:sp>
    </p:spTree>
    <p:extLst>
      <p:ext uri="{BB962C8B-B14F-4D97-AF65-F5344CB8AC3E}">
        <p14:creationId xmlns:p14="http://schemas.microsoft.com/office/powerpoint/2010/main" val="17485227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FC04A-BDA5-1D66-B9BC-BDEED6A54A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C06395-3BA4-CC6B-07F2-B951AC404808}"/>
              </a:ext>
            </a:extLst>
          </p:cNvPr>
          <p:cNvSpPr>
            <a:spLocks noGrp="1"/>
          </p:cNvSpPr>
          <p:nvPr>
            <p:ph type="title"/>
          </p:nvPr>
        </p:nvSpPr>
        <p:spPr>
          <a:xfrm>
            <a:off x="1271762" y="395545"/>
            <a:ext cx="9648476" cy="1325563"/>
          </a:xfrm>
        </p:spPr>
        <p:txBody>
          <a:bodyPr rtlCol="0">
            <a:normAutofit/>
          </a:bodyPr>
          <a:lstStyle/>
          <a:p>
            <a:r>
              <a:rPr lang="en-US" dirty="0">
                <a:solidFill>
                  <a:schemeClr val="tx1"/>
                </a:solidFill>
              </a:rPr>
              <a:t>F. Ethical Considerations of Research Data</a:t>
            </a:r>
            <a:endParaRPr lang="en-GB" sz="1400" dirty="0">
              <a:solidFill>
                <a:schemeClr val="tx1"/>
              </a:solidFill>
            </a:endParaRPr>
          </a:p>
        </p:txBody>
      </p:sp>
      <p:sp>
        <p:nvSpPr>
          <p:cNvPr id="80" name="Date Placeholder 79">
            <a:extLst>
              <a:ext uri="{FF2B5EF4-FFF2-40B4-BE49-F238E27FC236}">
                <a16:creationId xmlns:a16="http://schemas.microsoft.com/office/drawing/2014/main" id="{BE2D91E4-00BE-6AF4-8EEA-9D913E98B03A}"/>
              </a:ext>
            </a:extLst>
          </p:cNvPr>
          <p:cNvSpPr>
            <a:spLocks noGrp="1"/>
          </p:cNvSpPr>
          <p:nvPr>
            <p:ph type="dt" sz="half" idx="20"/>
          </p:nvPr>
        </p:nvSpPr>
        <p:spPr>
          <a:xfrm>
            <a:off x="838200" y="6356350"/>
            <a:ext cx="2743200" cy="365125"/>
          </a:xfrm>
        </p:spPr>
        <p:txBody>
          <a:bodyPr rtlCol="0"/>
          <a:lstStyle/>
          <a:p>
            <a:pPr rtl="0"/>
            <a:r>
              <a:rPr lang="en-GB" dirty="0">
                <a:solidFill>
                  <a:schemeClr val="tx1"/>
                </a:solidFill>
              </a:rPr>
              <a:t>July 2025</a:t>
            </a:r>
          </a:p>
        </p:txBody>
      </p:sp>
      <p:sp>
        <p:nvSpPr>
          <p:cNvPr id="81" name="Footer Placeholder 80">
            <a:extLst>
              <a:ext uri="{FF2B5EF4-FFF2-40B4-BE49-F238E27FC236}">
                <a16:creationId xmlns:a16="http://schemas.microsoft.com/office/drawing/2014/main" id="{FAD353C6-373B-7048-3AD5-4E675884AE67}"/>
              </a:ext>
            </a:extLst>
          </p:cNvPr>
          <p:cNvSpPr>
            <a:spLocks noGrp="1"/>
          </p:cNvSpPr>
          <p:nvPr>
            <p:ph type="ftr" sz="quarter" idx="21"/>
          </p:nvPr>
        </p:nvSpPr>
        <p:spPr>
          <a:xfrm>
            <a:off x="4038600" y="6356350"/>
            <a:ext cx="4114800" cy="365125"/>
          </a:xfrm>
        </p:spPr>
        <p:txBody>
          <a:bodyPr rtlCol="0"/>
          <a:lstStyle/>
          <a:p>
            <a:r>
              <a:rPr lang="en-GB" dirty="0">
                <a:solidFill>
                  <a:schemeClr val="tx1"/>
                </a:solidFill>
              </a:rPr>
              <a:t>Research Methodology 4</a:t>
            </a:r>
          </a:p>
        </p:txBody>
      </p:sp>
      <p:sp>
        <p:nvSpPr>
          <p:cNvPr id="82" name="Slide Number Placeholder 81">
            <a:extLst>
              <a:ext uri="{FF2B5EF4-FFF2-40B4-BE49-F238E27FC236}">
                <a16:creationId xmlns:a16="http://schemas.microsoft.com/office/drawing/2014/main" id="{8CB22883-5D97-E995-3248-D5AF7F797DB0}"/>
              </a:ext>
            </a:extLst>
          </p:cNvPr>
          <p:cNvSpPr>
            <a:spLocks noGrp="1"/>
          </p:cNvSpPr>
          <p:nvPr>
            <p:ph type="sldNum" sz="quarter" idx="22"/>
          </p:nvPr>
        </p:nvSpPr>
        <p:spPr>
          <a:xfrm>
            <a:off x="8610600" y="6356350"/>
            <a:ext cx="2743200" cy="365125"/>
          </a:xfrm>
        </p:spPr>
        <p:txBody>
          <a:bodyPr rtlCol="0"/>
          <a:lstStyle/>
          <a:p>
            <a:pPr rtl="0"/>
            <a:fld id="{B5CEABB6-07DC-46E8-9B57-56EC44A396E5}" type="slidenum">
              <a:rPr lang="en-GB" smtClean="0">
                <a:solidFill>
                  <a:schemeClr val="tx1"/>
                </a:solidFill>
              </a:rPr>
              <a:pPr rtl="0"/>
              <a:t>23</a:t>
            </a:fld>
            <a:endParaRPr lang="en-GB">
              <a:solidFill>
                <a:schemeClr val="tx1"/>
              </a:solidFill>
            </a:endParaRPr>
          </a:p>
        </p:txBody>
      </p:sp>
      <p:sp>
        <p:nvSpPr>
          <p:cNvPr id="26" name="Text Placeholder 3">
            <a:extLst>
              <a:ext uri="{FF2B5EF4-FFF2-40B4-BE49-F238E27FC236}">
                <a16:creationId xmlns:a16="http://schemas.microsoft.com/office/drawing/2014/main" id="{C3064D04-0C47-D878-3535-827C142EC75B}"/>
              </a:ext>
            </a:extLst>
          </p:cNvPr>
          <p:cNvSpPr txBox="1">
            <a:spLocks/>
          </p:cNvSpPr>
          <p:nvPr/>
        </p:nvSpPr>
        <p:spPr>
          <a:xfrm>
            <a:off x="2209800" y="2496312"/>
            <a:ext cx="8596138" cy="3123079"/>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solidFill>
                  <a:schemeClr val="tx1"/>
                </a:solidFill>
              </a:rPr>
              <a:t>Example</a:t>
            </a:r>
            <a:r>
              <a:rPr lang="en-US" sz="2000" dirty="0">
                <a:solidFill>
                  <a:schemeClr val="tx1"/>
                </a:solidFill>
              </a:rPr>
              <a:t>:</a:t>
            </a:r>
          </a:p>
          <a:p>
            <a:r>
              <a:rPr lang="en-US" sz="2000" dirty="0">
                <a:solidFill>
                  <a:schemeClr val="tx1"/>
                </a:solidFill>
              </a:rPr>
              <a:t>In a survey of student perceptions of biometric authentication tools, researchers ensure anonymity by not collecting names and clearly informing participants about how their responses will be used and stored.</a:t>
            </a:r>
          </a:p>
          <a:p>
            <a:r>
              <a:rPr lang="en-US" sz="2000" dirty="0">
                <a:solidFill>
                  <a:schemeClr val="tx1"/>
                </a:solidFill>
              </a:rPr>
              <a:t>According to Kumar (2019), ethical research involves informed consent, minimising harm, ensuring confidentiality, and respecting autonomy. Research studies submitted for ethics approval must clearly describe how participants’ rights are protected, including how data is stored.</a:t>
            </a:r>
          </a:p>
          <a:p>
            <a:endParaRPr lang="en-GB" dirty="0">
              <a:solidFill>
                <a:schemeClr val="tx1"/>
              </a:solidFill>
            </a:endParaRPr>
          </a:p>
        </p:txBody>
      </p:sp>
      <p:sp>
        <p:nvSpPr>
          <p:cNvPr id="6" name="TextBox 5">
            <a:extLst>
              <a:ext uri="{FF2B5EF4-FFF2-40B4-BE49-F238E27FC236}">
                <a16:creationId xmlns:a16="http://schemas.microsoft.com/office/drawing/2014/main" id="{7FFD946D-ED0E-2E78-786F-37ABA919BB9F}"/>
              </a:ext>
            </a:extLst>
          </p:cNvPr>
          <p:cNvSpPr txBox="1"/>
          <p:nvPr/>
        </p:nvSpPr>
        <p:spPr>
          <a:xfrm>
            <a:off x="3044190" y="1595083"/>
            <a:ext cx="6103620" cy="461665"/>
          </a:xfrm>
          <a:prstGeom prst="rect">
            <a:avLst/>
          </a:prstGeom>
          <a:noFill/>
        </p:spPr>
        <p:txBody>
          <a:bodyPr wrap="square">
            <a:spAutoFit/>
          </a:bodyPr>
          <a:lstStyle/>
          <a:p>
            <a:pPr algn="ctr"/>
            <a:r>
              <a:rPr lang="en-US" sz="2400" b="1" dirty="0"/>
              <a:t>2. Data Privacy and Participant Consent</a:t>
            </a:r>
            <a:endParaRPr lang="en-GB" sz="2400" b="1" dirty="0"/>
          </a:p>
        </p:txBody>
      </p:sp>
    </p:spTree>
    <p:extLst>
      <p:ext uri="{BB962C8B-B14F-4D97-AF65-F5344CB8AC3E}">
        <p14:creationId xmlns:p14="http://schemas.microsoft.com/office/powerpoint/2010/main" val="18748580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0F49E-E74F-419A-4619-F9DECEBA35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BDE29F-C35C-B06D-7C89-6D8ECC96704D}"/>
              </a:ext>
            </a:extLst>
          </p:cNvPr>
          <p:cNvSpPr>
            <a:spLocks noGrp="1"/>
          </p:cNvSpPr>
          <p:nvPr>
            <p:ph type="title"/>
          </p:nvPr>
        </p:nvSpPr>
        <p:spPr>
          <a:xfrm>
            <a:off x="1271762" y="395545"/>
            <a:ext cx="9648476" cy="1325563"/>
          </a:xfrm>
        </p:spPr>
        <p:txBody>
          <a:bodyPr rtlCol="0">
            <a:normAutofit/>
          </a:bodyPr>
          <a:lstStyle/>
          <a:p>
            <a:r>
              <a:rPr lang="en-US" dirty="0">
                <a:solidFill>
                  <a:schemeClr val="tx1"/>
                </a:solidFill>
              </a:rPr>
              <a:t>F. Ethical Considerations of Research Data</a:t>
            </a:r>
            <a:endParaRPr lang="en-GB" sz="1400" dirty="0">
              <a:solidFill>
                <a:schemeClr val="tx1"/>
              </a:solidFill>
            </a:endParaRPr>
          </a:p>
        </p:txBody>
      </p:sp>
      <p:sp>
        <p:nvSpPr>
          <p:cNvPr id="80" name="Date Placeholder 79">
            <a:extLst>
              <a:ext uri="{FF2B5EF4-FFF2-40B4-BE49-F238E27FC236}">
                <a16:creationId xmlns:a16="http://schemas.microsoft.com/office/drawing/2014/main" id="{CB5FBD5D-8314-773E-7777-8490C70FCF5B}"/>
              </a:ext>
            </a:extLst>
          </p:cNvPr>
          <p:cNvSpPr>
            <a:spLocks noGrp="1"/>
          </p:cNvSpPr>
          <p:nvPr>
            <p:ph type="dt" sz="half" idx="20"/>
          </p:nvPr>
        </p:nvSpPr>
        <p:spPr>
          <a:xfrm>
            <a:off x="838200" y="6356350"/>
            <a:ext cx="2743200" cy="365125"/>
          </a:xfrm>
        </p:spPr>
        <p:txBody>
          <a:bodyPr rtlCol="0"/>
          <a:lstStyle/>
          <a:p>
            <a:pPr rtl="0"/>
            <a:r>
              <a:rPr lang="en-GB" dirty="0">
                <a:solidFill>
                  <a:schemeClr val="tx1"/>
                </a:solidFill>
              </a:rPr>
              <a:t>July 2025</a:t>
            </a:r>
          </a:p>
        </p:txBody>
      </p:sp>
      <p:sp>
        <p:nvSpPr>
          <p:cNvPr id="81" name="Footer Placeholder 80">
            <a:extLst>
              <a:ext uri="{FF2B5EF4-FFF2-40B4-BE49-F238E27FC236}">
                <a16:creationId xmlns:a16="http://schemas.microsoft.com/office/drawing/2014/main" id="{00431505-9477-A8A1-9B0F-1C17B3CBBB4D}"/>
              </a:ext>
            </a:extLst>
          </p:cNvPr>
          <p:cNvSpPr>
            <a:spLocks noGrp="1"/>
          </p:cNvSpPr>
          <p:nvPr>
            <p:ph type="ftr" sz="quarter" idx="21"/>
          </p:nvPr>
        </p:nvSpPr>
        <p:spPr>
          <a:xfrm>
            <a:off x="4038600" y="6356350"/>
            <a:ext cx="4114800" cy="365125"/>
          </a:xfrm>
        </p:spPr>
        <p:txBody>
          <a:bodyPr rtlCol="0"/>
          <a:lstStyle/>
          <a:p>
            <a:r>
              <a:rPr lang="en-GB" dirty="0">
                <a:solidFill>
                  <a:schemeClr val="tx1"/>
                </a:solidFill>
              </a:rPr>
              <a:t>Research Methodology 4</a:t>
            </a:r>
          </a:p>
        </p:txBody>
      </p:sp>
      <p:sp>
        <p:nvSpPr>
          <p:cNvPr id="82" name="Slide Number Placeholder 81">
            <a:extLst>
              <a:ext uri="{FF2B5EF4-FFF2-40B4-BE49-F238E27FC236}">
                <a16:creationId xmlns:a16="http://schemas.microsoft.com/office/drawing/2014/main" id="{2A315FD7-FBE5-7861-947E-103B9F539341}"/>
              </a:ext>
            </a:extLst>
          </p:cNvPr>
          <p:cNvSpPr>
            <a:spLocks noGrp="1"/>
          </p:cNvSpPr>
          <p:nvPr>
            <p:ph type="sldNum" sz="quarter" idx="22"/>
          </p:nvPr>
        </p:nvSpPr>
        <p:spPr>
          <a:xfrm>
            <a:off x="8610600" y="6356350"/>
            <a:ext cx="2743200" cy="365125"/>
          </a:xfrm>
        </p:spPr>
        <p:txBody>
          <a:bodyPr rtlCol="0"/>
          <a:lstStyle/>
          <a:p>
            <a:pPr rtl="0"/>
            <a:fld id="{B5CEABB6-07DC-46E8-9B57-56EC44A396E5}" type="slidenum">
              <a:rPr lang="en-GB" smtClean="0">
                <a:solidFill>
                  <a:schemeClr val="tx1"/>
                </a:solidFill>
              </a:rPr>
              <a:pPr rtl="0"/>
              <a:t>24</a:t>
            </a:fld>
            <a:endParaRPr lang="en-GB">
              <a:solidFill>
                <a:schemeClr val="tx1"/>
              </a:solidFill>
            </a:endParaRPr>
          </a:p>
        </p:txBody>
      </p:sp>
      <p:sp>
        <p:nvSpPr>
          <p:cNvPr id="26" name="Text Placeholder 3">
            <a:extLst>
              <a:ext uri="{FF2B5EF4-FFF2-40B4-BE49-F238E27FC236}">
                <a16:creationId xmlns:a16="http://schemas.microsoft.com/office/drawing/2014/main" id="{CB1C1040-DA3C-6547-51DF-0E27A3AF7C57}"/>
              </a:ext>
            </a:extLst>
          </p:cNvPr>
          <p:cNvSpPr txBox="1">
            <a:spLocks/>
          </p:cNvSpPr>
          <p:nvPr/>
        </p:nvSpPr>
        <p:spPr>
          <a:xfrm>
            <a:off x="2209800" y="2496312"/>
            <a:ext cx="8596138" cy="3123079"/>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solidFill>
                  <a:schemeClr val="tx1"/>
                </a:solidFill>
              </a:rPr>
              <a:t>CPUT advises that researchers need to comply with the following data protection policies:</a:t>
            </a:r>
            <a:endParaRPr lang="en-US" sz="2000" dirty="0">
              <a:solidFill>
                <a:schemeClr val="tx1"/>
              </a:solidFill>
            </a:endParaRPr>
          </a:p>
          <a:p>
            <a:r>
              <a:rPr lang="en-US" sz="2000" dirty="0">
                <a:solidFill>
                  <a:schemeClr val="tx1"/>
                </a:solidFill>
              </a:rPr>
              <a:t>• </a:t>
            </a:r>
            <a:r>
              <a:rPr lang="en-US" sz="2000" b="1" dirty="0">
                <a:solidFill>
                  <a:schemeClr val="tx1"/>
                </a:solidFill>
              </a:rPr>
              <a:t>POPIA</a:t>
            </a:r>
            <a:r>
              <a:rPr lang="en-US" sz="2000" dirty="0">
                <a:solidFill>
                  <a:schemeClr val="tx1"/>
                </a:solidFill>
              </a:rPr>
              <a:t>: The purpose of the Protection of Personal Information Act (POPIA) is to safeguard individuals from harm by protecting their personal data. It aims to prevent theft of money, theft of identity, and to uphold their privacy, which is a fundamental human right. The Act became effective on 1 July 2020. </a:t>
            </a:r>
          </a:p>
          <a:p>
            <a:r>
              <a:rPr lang="en-US" sz="2000" dirty="0">
                <a:solidFill>
                  <a:schemeClr val="tx1"/>
                </a:solidFill>
              </a:rPr>
              <a:t> </a:t>
            </a:r>
          </a:p>
          <a:p>
            <a:r>
              <a:rPr lang="en-US" sz="2000" dirty="0">
                <a:solidFill>
                  <a:schemeClr val="tx1"/>
                </a:solidFill>
              </a:rPr>
              <a:t>• </a:t>
            </a:r>
            <a:r>
              <a:rPr lang="en-US" sz="2000" b="1" dirty="0">
                <a:solidFill>
                  <a:schemeClr val="tx1"/>
                </a:solidFill>
              </a:rPr>
              <a:t>GDPR</a:t>
            </a:r>
            <a:r>
              <a:rPr lang="en-US" sz="2000" dirty="0">
                <a:solidFill>
                  <a:schemeClr val="tx1"/>
                </a:solidFill>
              </a:rPr>
              <a:t>: If the researcher collects data from people in the European Union, the European Union General Data Protection Regulation (GDPR), effective from 25 May 2018, should be observed. </a:t>
            </a:r>
          </a:p>
          <a:p>
            <a:endParaRPr lang="en-GB" dirty="0">
              <a:solidFill>
                <a:schemeClr val="tx1"/>
              </a:solidFill>
            </a:endParaRPr>
          </a:p>
        </p:txBody>
      </p:sp>
      <p:sp>
        <p:nvSpPr>
          <p:cNvPr id="6" name="TextBox 5">
            <a:extLst>
              <a:ext uri="{FF2B5EF4-FFF2-40B4-BE49-F238E27FC236}">
                <a16:creationId xmlns:a16="http://schemas.microsoft.com/office/drawing/2014/main" id="{71BC2F44-F203-BA55-2711-B52EDAC2F56F}"/>
              </a:ext>
            </a:extLst>
          </p:cNvPr>
          <p:cNvSpPr txBox="1"/>
          <p:nvPr/>
        </p:nvSpPr>
        <p:spPr>
          <a:xfrm>
            <a:off x="3044190" y="1595083"/>
            <a:ext cx="6103620" cy="461665"/>
          </a:xfrm>
          <a:prstGeom prst="rect">
            <a:avLst/>
          </a:prstGeom>
          <a:noFill/>
        </p:spPr>
        <p:txBody>
          <a:bodyPr wrap="square">
            <a:spAutoFit/>
          </a:bodyPr>
          <a:lstStyle/>
          <a:p>
            <a:pPr algn="ctr"/>
            <a:r>
              <a:rPr lang="en-US" sz="2400" b="1" dirty="0"/>
              <a:t>3. Data Compliance Policies </a:t>
            </a:r>
            <a:endParaRPr lang="en-GB" sz="2400" b="1" dirty="0"/>
          </a:p>
        </p:txBody>
      </p:sp>
    </p:spTree>
    <p:extLst>
      <p:ext uri="{BB962C8B-B14F-4D97-AF65-F5344CB8AC3E}">
        <p14:creationId xmlns:p14="http://schemas.microsoft.com/office/powerpoint/2010/main" val="22629850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80C98D03-8107-AC80-402E-52068E0505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181109-6A60-D7F2-7F39-3D20A36613E4}"/>
              </a:ext>
            </a:extLst>
          </p:cNvPr>
          <p:cNvSpPr>
            <a:spLocks noGrp="1"/>
          </p:cNvSpPr>
          <p:nvPr>
            <p:ph type="title"/>
          </p:nvPr>
        </p:nvSpPr>
        <p:spPr>
          <a:xfrm>
            <a:off x="1508760" y="4156405"/>
            <a:ext cx="3139440" cy="1325563"/>
          </a:xfrm>
        </p:spPr>
        <p:txBody>
          <a:bodyPr rtlCol="0"/>
          <a:lstStyle/>
          <a:p>
            <a:pPr rtl="0"/>
            <a:r>
              <a:rPr lang="en-GB" dirty="0">
                <a:solidFill>
                  <a:schemeClr val="bg1"/>
                </a:solidFill>
              </a:rPr>
              <a:t>MCQ</a:t>
            </a:r>
            <a:r>
              <a:rPr lang="en-GB" sz="1400" dirty="0">
                <a:solidFill>
                  <a:schemeClr val="bg1"/>
                </a:solidFill>
              </a:rPr>
              <a:t>s</a:t>
            </a:r>
          </a:p>
        </p:txBody>
      </p:sp>
      <p:sp>
        <p:nvSpPr>
          <p:cNvPr id="3" name="Content Placeholder 2">
            <a:extLst>
              <a:ext uri="{FF2B5EF4-FFF2-40B4-BE49-F238E27FC236}">
                <a16:creationId xmlns:a16="http://schemas.microsoft.com/office/drawing/2014/main" id="{4EEFEF62-6ED1-FFFD-DA75-3809ADDAC612}"/>
              </a:ext>
            </a:extLst>
          </p:cNvPr>
          <p:cNvSpPr>
            <a:spLocks noGrp="1"/>
          </p:cNvSpPr>
          <p:nvPr>
            <p:ph type="body" sz="quarter" idx="13"/>
          </p:nvPr>
        </p:nvSpPr>
        <p:spPr>
          <a:xfrm>
            <a:off x="5922254" y="786385"/>
            <a:ext cx="5433204" cy="5221224"/>
          </a:xfrm>
        </p:spPr>
        <p:txBody>
          <a:bodyPr vert="horz" lIns="91440" tIns="45720" rIns="91440" bIns="45720" rtlCol="0" anchor="t">
            <a:noAutofit/>
          </a:bodyPr>
          <a:lstStyle/>
          <a:p>
            <a:pPr rtl="0"/>
            <a:r>
              <a:rPr lang="en-US" sz="2800" b="1" dirty="0">
                <a:solidFill>
                  <a:schemeClr val="bg1"/>
                </a:solidFill>
              </a:rPr>
              <a:t>1. What is the purpose of a Data Management Plan (DMP) in research?</a:t>
            </a:r>
          </a:p>
          <a:p>
            <a:pPr rtl="0"/>
            <a:endParaRPr lang="en-US" sz="2800" b="1" dirty="0">
              <a:solidFill>
                <a:schemeClr val="bg1"/>
              </a:solidFill>
            </a:endParaRPr>
          </a:p>
          <a:p>
            <a:pPr rtl="0"/>
            <a:r>
              <a:rPr lang="en-US" sz="2800" dirty="0">
                <a:solidFill>
                  <a:schemeClr val="bg1"/>
                </a:solidFill>
              </a:rPr>
              <a:t>A. To avoid plagiarism in report writing</a:t>
            </a:r>
          </a:p>
          <a:p>
            <a:pPr rtl="0"/>
            <a:r>
              <a:rPr lang="en-US" sz="2800" dirty="0">
                <a:solidFill>
                  <a:schemeClr val="bg1"/>
                </a:solidFill>
              </a:rPr>
              <a:t>B. To secure research funding from sponsors</a:t>
            </a:r>
          </a:p>
          <a:p>
            <a:pPr rtl="0"/>
            <a:r>
              <a:rPr lang="en-US" sz="2800" dirty="0">
                <a:solidFill>
                  <a:schemeClr val="bg1"/>
                </a:solidFill>
              </a:rPr>
              <a:t>C. </a:t>
            </a:r>
            <a:r>
              <a:rPr lang="en-US" sz="2800" dirty="0">
                <a:solidFill>
                  <a:srgbClr val="92D050"/>
                </a:solidFill>
              </a:rPr>
              <a:t>To describe how data will be collected, stored, managed, and </a:t>
            </a:r>
            <a:r>
              <a:rPr lang="en-US" sz="2800" b="1" dirty="0">
                <a:solidFill>
                  <a:srgbClr val="92D050"/>
                </a:solidFill>
              </a:rPr>
              <a:t>s</a:t>
            </a:r>
            <a:r>
              <a:rPr lang="en-US" sz="2800" dirty="0">
                <a:solidFill>
                  <a:srgbClr val="92D050"/>
                </a:solidFill>
              </a:rPr>
              <a:t>hared</a:t>
            </a:r>
          </a:p>
          <a:p>
            <a:pPr rtl="0"/>
            <a:r>
              <a:rPr lang="en-US" sz="2800" dirty="0" err="1">
                <a:solidFill>
                  <a:schemeClr val="bg1"/>
                </a:solidFill>
              </a:rPr>
              <a:t>D.To</a:t>
            </a:r>
            <a:r>
              <a:rPr lang="en-US" sz="2800" dirty="0">
                <a:solidFill>
                  <a:schemeClr val="bg1"/>
                </a:solidFill>
              </a:rPr>
              <a:t> explain the theoretical framework used in the study</a:t>
            </a:r>
          </a:p>
        </p:txBody>
      </p:sp>
      <p:sp>
        <p:nvSpPr>
          <p:cNvPr id="20" name="Date Placeholder 19">
            <a:extLst>
              <a:ext uri="{FF2B5EF4-FFF2-40B4-BE49-F238E27FC236}">
                <a16:creationId xmlns:a16="http://schemas.microsoft.com/office/drawing/2014/main" id="{6AFE2207-5528-BE3E-AEF5-311D73C06C23}"/>
              </a:ext>
            </a:extLst>
          </p:cNvPr>
          <p:cNvSpPr>
            <a:spLocks noGrp="1"/>
          </p:cNvSpPr>
          <p:nvPr>
            <p:ph type="dt" sz="half" idx="20"/>
          </p:nvPr>
        </p:nvSpPr>
        <p:spPr>
          <a:xfrm>
            <a:off x="5919680" y="6356350"/>
            <a:ext cx="947516" cy="365125"/>
          </a:xfrm>
        </p:spPr>
        <p:txBody>
          <a:bodyPr rtlCol="0"/>
          <a:lstStyle/>
          <a:p>
            <a:pPr rtl="0"/>
            <a:r>
              <a:rPr lang="en-GB" dirty="0"/>
              <a:t>July 2025</a:t>
            </a:r>
          </a:p>
        </p:txBody>
      </p:sp>
      <p:sp>
        <p:nvSpPr>
          <p:cNvPr id="21" name="Footer Placeholder 20">
            <a:extLst>
              <a:ext uri="{FF2B5EF4-FFF2-40B4-BE49-F238E27FC236}">
                <a16:creationId xmlns:a16="http://schemas.microsoft.com/office/drawing/2014/main" id="{22B5BF4C-0CC2-74D7-D07A-870D0D66D163}"/>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22" name="Slide Number Placeholder 21">
            <a:extLst>
              <a:ext uri="{FF2B5EF4-FFF2-40B4-BE49-F238E27FC236}">
                <a16:creationId xmlns:a16="http://schemas.microsoft.com/office/drawing/2014/main" id="{54B06467-703F-D3DC-1A6D-215F214C4674}"/>
              </a:ext>
            </a:extLst>
          </p:cNvPr>
          <p:cNvSpPr>
            <a:spLocks noGrp="1"/>
          </p:cNvSpPr>
          <p:nvPr>
            <p:ph type="sldNum" sz="quarter" idx="22"/>
          </p:nvPr>
        </p:nvSpPr>
        <p:spPr>
          <a:xfrm>
            <a:off x="10700656" y="6356350"/>
            <a:ext cx="653143" cy="365125"/>
          </a:xfrm>
        </p:spPr>
        <p:txBody>
          <a:bodyPr rtlCol="0"/>
          <a:lstStyle/>
          <a:p>
            <a:pPr rtl="0"/>
            <a:fld id="{B5CEABB6-07DC-46E8-9B57-56EC44A396E5}" type="slidenum">
              <a:rPr lang="en-GB" smtClean="0"/>
              <a:pPr rtl="0"/>
              <a:t>25</a:t>
            </a:fld>
            <a:endParaRPr lang="en-GB"/>
          </a:p>
        </p:txBody>
      </p:sp>
    </p:spTree>
    <p:extLst>
      <p:ext uri="{BB962C8B-B14F-4D97-AF65-F5344CB8AC3E}">
        <p14:creationId xmlns:p14="http://schemas.microsoft.com/office/powerpoint/2010/main" val="9077384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60A18C3B-448C-520F-DCEB-5B590CF3F1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B24474-A9A3-EA30-CF4B-2D5C2C9FBA4A}"/>
              </a:ext>
            </a:extLst>
          </p:cNvPr>
          <p:cNvSpPr>
            <a:spLocks noGrp="1"/>
          </p:cNvSpPr>
          <p:nvPr>
            <p:ph type="title"/>
          </p:nvPr>
        </p:nvSpPr>
        <p:spPr>
          <a:xfrm>
            <a:off x="1508760" y="4156405"/>
            <a:ext cx="3139440" cy="1325563"/>
          </a:xfrm>
        </p:spPr>
        <p:txBody>
          <a:bodyPr rtlCol="0"/>
          <a:lstStyle/>
          <a:p>
            <a:pPr rtl="0"/>
            <a:r>
              <a:rPr lang="en-GB" dirty="0">
                <a:solidFill>
                  <a:schemeClr val="bg1"/>
                </a:solidFill>
              </a:rPr>
              <a:t>MCQ</a:t>
            </a:r>
            <a:r>
              <a:rPr lang="en-GB" sz="1400" dirty="0">
                <a:solidFill>
                  <a:schemeClr val="bg1"/>
                </a:solidFill>
              </a:rPr>
              <a:t>s</a:t>
            </a:r>
          </a:p>
        </p:txBody>
      </p:sp>
      <p:sp>
        <p:nvSpPr>
          <p:cNvPr id="3" name="Content Placeholder 2">
            <a:extLst>
              <a:ext uri="{FF2B5EF4-FFF2-40B4-BE49-F238E27FC236}">
                <a16:creationId xmlns:a16="http://schemas.microsoft.com/office/drawing/2014/main" id="{DB7728BB-0ECF-547F-2C8D-14E1B807436D}"/>
              </a:ext>
            </a:extLst>
          </p:cNvPr>
          <p:cNvSpPr>
            <a:spLocks noGrp="1"/>
          </p:cNvSpPr>
          <p:nvPr>
            <p:ph type="body" sz="quarter" idx="13"/>
          </p:nvPr>
        </p:nvSpPr>
        <p:spPr>
          <a:xfrm>
            <a:off x="5922254" y="786385"/>
            <a:ext cx="5433204" cy="5221224"/>
          </a:xfrm>
        </p:spPr>
        <p:txBody>
          <a:bodyPr vert="horz" lIns="91440" tIns="45720" rIns="91440" bIns="45720" rtlCol="0" anchor="t">
            <a:noAutofit/>
          </a:bodyPr>
          <a:lstStyle/>
          <a:p>
            <a:pPr rtl="0"/>
            <a:r>
              <a:rPr lang="en-US" sz="2800" b="1" dirty="0">
                <a:solidFill>
                  <a:schemeClr val="bg1"/>
                </a:solidFill>
              </a:rPr>
              <a:t>2. Which of the following is a key principle of FAIR data?</a:t>
            </a:r>
          </a:p>
          <a:p>
            <a:pPr rtl="0"/>
            <a:endParaRPr lang="en-US" sz="2800" b="1" dirty="0">
              <a:solidFill>
                <a:schemeClr val="bg1"/>
              </a:solidFill>
            </a:endParaRPr>
          </a:p>
          <a:p>
            <a:pPr rtl="0"/>
            <a:r>
              <a:rPr lang="en-US" sz="2800" dirty="0">
                <a:solidFill>
                  <a:schemeClr val="bg1"/>
                </a:solidFill>
              </a:rPr>
              <a:t>A. Flexible</a:t>
            </a:r>
          </a:p>
          <a:p>
            <a:pPr rtl="0"/>
            <a:r>
              <a:rPr lang="en-US" sz="2800" dirty="0">
                <a:solidFill>
                  <a:schemeClr val="bg1"/>
                </a:solidFill>
              </a:rPr>
              <a:t>B</a:t>
            </a:r>
            <a:r>
              <a:rPr lang="en-US" sz="2800" dirty="0">
                <a:solidFill>
                  <a:srgbClr val="92D050"/>
                </a:solidFill>
              </a:rPr>
              <a:t>. </a:t>
            </a:r>
            <a:r>
              <a:rPr lang="en-US" sz="2800" b="1" dirty="0">
                <a:solidFill>
                  <a:srgbClr val="92D050"/>
                </a:solidFill>
              </a:rPr>
              <a:t>A</a:t>
            </a:r>
            <a:r>
              <a:rPr lang="en-US" sz="2800" dirty="0">
                <a:solidFill>
                  <a:srgbClr val="92D050"/>
                </a:solidFill>
              </a:rPr>
              <a:t>ccessible</a:t>
            </a:r>
          </a:p>
          <a:p>
            <a:pPr rtl="0"/>
            <a:r>
              <a:rPr lang="en-US" sz="2800" dirty="0">
                <a:solidFill>
                  <a:schemeClr val="bg1"/>
                </a:solidFill>
              </a:rPr>
              <a:t>C. Academic</a:t>
            </a:r>
          </a:p>
          <a:p>
            <a:pPr rtl="0"/>
            <a:r>
              <a:rPr lang="en-US" sz="2800" dirty="0">
                <a:solidFill>
                  <a:schemeClr val="bg1"/>
                </a:solidFill>
              </a:rPr>
              <a:t>D. Affordable</a:t>
            </a:r>
          </a:p>
        </p:txBody>
      </p:sp>
      <p:sp>
        <p:nvSpPr>
          <p:cNvPr id="20" name="Date Placeholder 19">
            <a:extLst>
              <a:ext uri="{FF2B5EF4-FFF2-40B4-BE49-F238E27FC236}">
                <a16:creationId xmlns:a16="http://schemas.microsoft.com/office/drawing/2014/main" id="{1C4394B5-2940-5D91-4723-C94AA4F3601E}"/>
              </a:ext>
            </a:extLst>
          </p:cNvPr>
          <p:cNvSpPr>
            <a:spLocks noGrp="1"/>
          </p:cNvSpPr>
          <p:nvPr>
            <p:ph type="dt" sz="half" idx="20"/>
          </p:nvPr>
        </p:nvSpPr>
        <p:spPr>
          <a:xfrm>
            <a:off x="5919680" y="6356350"/>
            <a:ext cx="947516" cy="365125"/>
          </a:xfrm>
        </p:spPr>
        <p:txBody>
          <a:bodyPr rtlCol="0"/>
          <a:lstStyle/>
          <a:p>
            <a:pPr rtl="0"/>
            <a:r>
              <a:rPr lang="en-GB" dirty="0"/>
              <a:t>July 2025</a:t>
            </a:r>
          </a:p>
        </p:txBody>
      </p:sp>
      <p:sp>
        <p:nvSpPr>
          <p:cNvPr id="21" name="Footer Placeholder 20">
            <a:extLst>
              <a:ext uri="{FF2B5EF4-FFF2-40B4-BE49-F238E27FC236}">
                <a16:creationId xmlns:a16="http://schemas.microsoft.com/office/drawing/2014/main" id="{919A2BBB-104B-A339-AE21-653A9589114B}"/>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22" name="Slide Number Placeholder 21">
            <a:extLst>
              <a:ext uri="{FF2B5EF4-FFF2-40B4-BE49-F238E27FC236}">
                <a16:creationId xmlns:a16="http://schemas.microsoft.com/office/drawing/2014/main" id="{AEDA37C2-0F3A-0CEF-9A47-F5718C0BAC1C}"/>
              </a:ext>
            </a:extLst>
          </p:cNvPr>
          <p:cNvSpPr>
            <a:spLocks noGrp="1"/>
          </p:cNvSpPr>
          <p:nvPr>
            <p:ph type="sldNum" sz="quarter" idx="22"/>
          </p:nvPr>
        </p:nvSpPr>
        <p:spPr>
          <a:xfrm>
            <a:off x="10700656" y="6356350"/>
            <a:ext cx="653143" cy="365125"/>
          </a:xfrm>
        </p:spPr>
        <p:txBody>
          <a:bodyPr rtlCol="0"/>
          <a:lstStyle/>
          <a:p>
            <a:pPr rtl="0"/>
            <a:fld id="{B5CEABB6-07DC-46E8-9B57-56EC44A396E5}" type="slidenum">
              <a:rPr lang="en-GB" smtClean="0"/>
              <a:pPr rtl="0"/>
              <a:t>26</a:t>
            </a:fld>
            <a:endParaRPr lang="en-GB"/>
          </a:p>
        </p:txBody>
      </p:sp>
    </p:spTree>
    <p:extLst>
      <p:ext uri="{BB962C8B-B14F-4D97-AF65-F5344CB8AC3E}">
        <p14:creationId xmlns:p14="http://schemas.microsoft.com/office/powerpoint/2010/main" val="33485694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AED31B18-A43C-C59B-A502-226F724A8D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A7BF85-DA27-3588-02D1-D6720C6FB023}"/>
              </a:ext>
            </a:extLst>
          </p:cNvPr>
          <p:cNvSpPr>
            <a:spLocks noGrp="1"/>
          </p:cNvSpPr>
          <p:nvPr>
            <p:ph type="title"/>
          </p:nvPr>
        </p:nvSpPr>
        <p:spPr>
          <a:xfrm>
            <a:off x="1508760" y="4156405"/>
            <a:ext cx="3139440" cy="1325563"/>
          </a:xfrm>
        </p:spPr>
        <p:txBody>
          <a:bodyPr rtlCol="0"/>
          <a:lstStyle/>
          <a:p>
            <a:pPr rtl="0"/>
            <a:r>
              <a:rPr lang="en-GB" dirty="0">
                <a:solidFill>
                  <a:schemeClr val="bg1"/>
                </a:solidFill>
              </a:rPr>
              <a:t>MCQ</a:t>
            </a:r>
            <a:r>
              <a:rPr lang="en-GB" sz="1400" dirty="0">
                <a:solidFill>
                  <a:schemeClr val="bg1"/>
                </a:solidFill>
              </a:rPr>
              <a:t>s</a:t>
            </a:r>
          </a:p>
        </p:txBody>
      </p:sp>
      <p:sp>
        <p:nvSpPr>
          <p:cNvPr id="3" name="Content Placeholder 2">
            <a:extLst>
              <a:ext uri="{FF2B5EF4-FFF2-40B4-BE49-F238E27FC236}">
                <a16:creationId xmlns:a16="http://schemas.microsoft.com/office/drawing/2014/main" id="{DC358072-DAE8-B661-0D98-D78FBADEDE0C}"/>
              </a:ext>
            </a:extLst>
          </p:cNvPr>
          <p:cNvSpPr>
            <a:spLocks noGrp="1"/>
          </p:cNvSpPr>
          <p:nvPr>
            <p:ph type="body" sz="quarter" idx="13"/>
          </p:nvPr>
        </p:nvSpPr>
        <p:spPr>
          <a:xfrm>
            <a:off x="5922254" y="786385"/>
            <a:ext cx="5433204" cy="5221224"/>
          </a:xfrm>
        </p:spPr>
        <p:txBody>
          <a:bodyPr vert="horz" lIns="91440" tIns="45720" rIns="91440" bIns="45720" rtlCol="0" anchor="t">
            <a:noAutofit/>
          </a:bodyPr>
          <a:lstStyle/>
          <a:p>
            <a:pPr rtl="0"/>
            <a:r>
              <a:rPr lang="en-US" sz="2800" b="1" dirty="0">
                <a:solidFill>
                  <a:schemeClr val="bg1"/>
                </a:solidFill>
              </a:rPr>
              <a:t>3. Informed consent must include which of the following?</a:t>
            </a:r>
          </a:p>
          <a:p>
            <a:pPr rtl="0"/>
            <a:endParaRPr lang="en-US" sz="2800" dirty="0">
              <a:solidFill>
                <a:schemeClr val="bg1"/>
              </a:solidFill>
            </a:endParaRPr>
          </a:p>
          <a:p>
            <a:pPr rtl="0"/>
            <a:r>
              <a:rPr lang="en-US" sz="2800" dirty="0">
                <a:solidFill>
                  <a:schemeClr val="bg1"/>
                </a:solidFill>
              </a:rPr>
              <a:t>A. A summary of the literature review</a:t>
            </a:r>
          </a:p>
          <a:p>
            <a:pPr rtl="0"/>
            <a:r>
              <a:rPr lang="en-US" sz="2800" dirty="0">
                <a:solidFill>
                  <a:schemeClr val="bg1"/>
                </a:solidFill>
              </a:rPr>
              <a:t>B. The name of the funding agency only</a:t>
            </a:r>
          </a:p>
          <a:p>
            <a:pPr rtl="0"/>
            <a:r>
              <a:rPr lang="en-US" sz="2800" dirty="0">
                <a:solidFill>
                  <a:schemeClr val="bg1"/>
                </a:solidFill>
              </a:rPr>
              <a:t>C. </a:t>
            </a:r>
            <a:r>
              <a:rPr lang="en-US" sz="2800" b="1" dirty="0">
                <a:solidFill>
                  <a:schemeClr val="bg1"/>
                </a:solidFill>
              </a:rPr>
              <a:t>Clear explanation of data usage and participant rights</a:t>
            </a:r>
          </a:p>
          <a:p>
            <a:pPr rtl="0"/>
            <a:r>
              <a:rPr lang="en-US" sz="2800" dirty="0">
                <a:solidFill>
                  <a:schemeClr val="bg1"/>
                </a:solidFill>
              </a:rPr>
              <a:t>D. A full breakdown of the researcher's budget</a:t>
            </a:r>
          </a:p>
        </p:txBody>
      </p:sp>
      <p:sp>
        <p:nvSpPr>
          <p:cNvPr id="20" name="Date Placeholder 19">
            <a:extLst>
              <a:ext uri="{FF2B5EF4-FFF2-40B4-BE49-F238E27FC236}">
                <a16:creationId xmlns:a16="http://schemas.microsoft.com/office/drawing/2014/main" id="{15C69BF4-F89A-BF14-6B54-79F76F3190EE}"/>
              </a:ext>
            </a:extLst>
          </p:cNvPr>
          <p:cNvSpPr>
            <a:spLocks noGrp="1"/>
          </p:cNvSpPr>
          <p:nvPr>
            <p:ph type="dt" sz="half" idx="20"/>
          </p:nvPr>
        </p:nvSpPr>
        <p:spPr>
          <a:xfrm>
            <a:off x="5919680" y="6356350"/>
            <a:ext cx="947516" cy="365125"/>
          </a:xfrm>
        </p:spPr>
        <p:txBody>
          <a:bodyPr rtlCol="0"/>
          <a:lstStyle/>
          <a:p>
            <a:pPr rtl="0"/>
            <a:r>
              <a:rPr lang="en-GB" dirty="0"/>
              <a:t>July 2025</a:t>
            </a:r>
          </a:p>
        </p:txBody>
      </p:sp>
      <p:sp>
        <p:nvSpPr>
          <p:cNvPr id="21" name="Footer Placeholder 20">
            <a:extLst>
              <a:ext uri="{FF2B5EF4-FFF2-40B4-BE49-F238E27FC236}">
                <a16:creationId xmlns:a16="http://schemas.microsoft.com/office/drawing/2014/main" id="{6FD27545-1510-55DA-FF22-2C038E18AFC2}"/>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22" name="Slide Number Placeholder 21">
            <a:extLst>
              <a:ext uri="{FF2B5EF4-FFF2-40B4-BE49-F238E27FC236}">
                <a16:creationId xmlns:a16="http://schemas.microsoft.com/office/drawing/2014/main" id="{793827BA-1B1B-C16F-3CD7-C6A5002D20BE}"/>
              </a:ext>
            </a:extLst>
          </p:cNvPr>
          <p:cNvSpPr>
            <a:spLocks noGrp="1"/>
          </p:cNvSpPr>
          <p:nvPr>
            <p:ph type="sldNum" sz="quarter" idx="22"/>
          </p:nvPr>
        </p:nvSpPr>
        <p:spPr>
          <a:xfrm>
            <a:off x="10700656" y="6356350"/>
            <a:ext cx="653143" cy="365125"/>
          </a:xfrm>
        </p:spPr>
        <p:txBody>
          <a:bodyPr rtlCol="0"/>
          <a:lstStyle/>
          <a:p>
            <a:pPr rtl="0"/>
            <a:fld id="{B5CEABB6-07DC-46E8-9B57-56EC44A396E5}" type="slidenum">
              <a:rPr lang="en-GB" smtClean="0"/>
              <a:pPr rtl="0"/>
              <a:t>27</a:t>
            </a:fld>
            <a:endParaRPr lang="en-GB"/>
          </a:p>
        </p:txBody>
      </p:sp>
    </p:spTree>
    <p:extLst>
      <p:ext uri="{BB962C8B-B14F-4D97-AF65-F5344CB8AC3E}">
        <p14:creationId xmlns:p14="http://schemas.microsoft.com/office/powerpoint/2010/main" val="9139178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8E310B93-FF98-6059-5138-B1F6C592C0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2CA464-3A39-30DF-372D-7D9F86B0E1EE}"/>
              </a:ext>
            </a:extLst>
          </p:cNvPr>
          <p:cNvSpPr>
            <a:spLocks noGrp="1"/>
          </p:cNvSpPr>
          <p:nvPr>
            <p:ph type="title"/>
          </p:nvPr>
        </p:nvSpPr>
        <p:spPr>
          <a:xfrm>
            <a:off x="1508760" y="4156405"/>
            <a:ext cx="3139440" cy="1325563"/>
          </a:xfrm>
        </p:spPr>
        <p:txBody>
          <a:bodyPr rtlCol="0"/>
          <a:lstStyle/>
          <a:p>
            <a:pPr rtl="0"/>
            <a:r>
              <a:rPr lang="en-GB" dirty="0">
                <a:solidFill>
                  <a:schemeClr val="bg1"/>
                </a:solidFill>
              </a:rPr>
              <a:t>MCQ</a:t>
            </a:r>
            <a:r>
              <a:rPr lang="en-GB" sz="1400" dirty="0">
                <a:solidFill>
                  <a:schemeClr val="bg1"/>
                </a:solidFill>
              </a:rPr>
              <a:t>s</a:t>
            </a:r>
          </a:p>
        </p:txBody>
      </p:sp>
      <p:sp>
        <p:nvSpPr>
          <p:cNvPr id="3" name="Content Placeholder 2">
            <a:extLst>
              <a:ext uri="{FF2B5EF4-FFF2-40B4-BE49-F238E27FC236}">
                <a16:creationId xmlns:a16="http://schemas.microsoft.com/office/drawing/2014/main" id="{4554BACE-4780-F5B6-D921-7D00CDE96AFF}"/>
              </a:ext>
            </a:extLst>
          </p:cNvPr>
          <p:cNvSpPr>
            <a:spLocks noGrp="1"/>
          </p:cNvSpPr>
          <p:nvPr>
            <p:ph type="body" sz="quarter" idx="13"/>
          </p:nvPr>
        </p:nvSpPr>
        <p:spPr>
          <a:xfrm>
            <a:off x="5922254" y="786385"/>
            <a:ext cx="5433204" cy="5221224"/>
          </a:xfrm>
        </p:spPr>
        <p:txBody>
          <a:bodyPr vert="horz" lIns="91440" tIns="45720" rIns="91440" bIns="45720" rtlCol="0" anchor="t">
            <a:noAutofit/>
          </a:bodyPr>
          <a:lstStyle/>
          <a:p>
            <a:pPr rtl="0"/>
            <a:r>
              <a:rPr lang="en-US" sz="2800" b="1" dirty="0">
                <a:solidFill>
                  <a:schemeClr val="bg1"/>
                </a:solidFill>
              </a:rPr>
              <a:t>4. Which of the following is considered sensitive personal data under POPIA or GDPR?</a:t>
            </a:r>
          </a:p>
          <a:p>
            <a:pPr rtl="0"/>
            <a:endParaRPr lang="en-US" sz="2800" b="1" dirty="0">
              <a:solidFill>
                <a:schemeClr val="bg1"/>
              </a:solidFill>
            </a:endParaRPr>
          </a:p>
          <a:p>
            <a:pPr rtl="0"/>
            <a:r>
              <a:rPr lang="en-US" sz="2800" dirty="0">
                <a:solidFill>
                  <a:schemeClr val="bg1"/>
                </a:solidFill>
              </a:rPr>
              <a:t>A</a:t>
            </a:r>
            <a:r>
              <a:rPr lang="en-US" sz="2800" dirty="0">
                <a:solidFill>
                  <a:srgbClr val="92D050"/>
                </a:solidFill>
              </a:rPr>
              <a:t>. Biometric data or political </a:t>
            </a:r>
            <a:r>
              <a:rPr lang="en-US" sz="2800" b="1" dirty="0">
                <a:solidFill>
                  <a:srgbClr val="92D050"/>
                </a:solidFill>
              </a:rPr>
              <a:t>b</a:t>
            </a:r>
            <a:r>
              <a:rPr lang="en-US" sz="2800" dirty="0">
                <a:solidFill>
                  <a:srgbClr val="92D050"/>
                </a:solidFill>
              </a:rPr>
              <a:t>eliefs</a:t>
            </a:r>
          </a:p>
          <a:p>
            <a:pPr rtl="0"/>
            <a:r>
              <a:rPr lang="en-US" sz="2800" dirty="0">
                <a:solidFill>
                  <a:schemeClr val="bg1"/>
                </a:solidFill>
              </a:rPr>
              <a:t>B. A participant's opinion on their </a:t>
            </a:r>
            <a:r>
              <a:rPr lang="en-US" sz="2800" dirty="0" err="1">
                <a:solidFill>
                  <a:schemeClr val="bg1"/>
                </a:solidFill>
              </a:rPr>
              <a:t>favourite</a:t>
            </a:r>
            <a:r>
              <a:rPr lang="en-US" sz="2800" dirty="0">
                <a:solidFill>
                  <a:schemeClr val="bg1"/>
                </a:solidFill>
              </a:rPr>
              <a:t> </a:t>
            </a:r>
            <a:r>
              <a:rPr lang="en-US" sz="2800" dirty="0" err="1">
                <a:solidFill>
                  <a:schemeClr val="bg1"/>
                </a:solidFill>
              </a:rPr>
              <a:t>colour</a:t>
            </a:r>
            <a:endParaRPr lang="en-US" sz="2800" dirty="0">
              <a:solidFill>
                <a:schemeClr val="bg1"/>
              </a:solidFill>
            </a:endParaRPr>
          </a:p>
          <a:p>
            <a:pPr rtl="0"/>
            <a:r>
              <a:rPr lang="en-US" sz="2800" dirty="0">
                <a:solidFill>
                  <a:schemeClr val="bg1"/>
                </a:solidFill>
              </a:rPr>
              <a:t>C. Email address used for newsletter subscription</a:t>
            </a:r>
          </a:p>
          <a:p>
            <a:pPr rtl="0"/>
            <a:r>
              <a:rPr lang="en-US" sz="2800" dirty="0">
                <a:solidFill>
                  <a:schemeClr val="bg1"/>
                </a:solidFill>
              </a:rPr>
              <a:t>D. The name of the university they attend</a:t>
            </a:r>
          </a:p>
        </p:txBody>
      </p:sp>
      <p:sp>
        <p:nvSpPr>
          <p:cNvPr id="20" name="Date Placeholder 19">
            <a:extLst>
              <a:ext uri="{FF2B5EF4-FFF2-40B4-BE49-F238E27FC236}">
                <a16:creationId xmlns:a16="http://schemas.microsoft.com/office/drawing/2014/main" id="{7E58F918-BD34-E83A-BB46-5384E9B26E3F}"/>
              </a:ext>
            </a:extLst>
          </p:cNvPr>
          <p:cNvSpPr>
            <a:spLocks noGrp="1"/>
          </p:cNvSpPr>
          <p:nvPr>
            <p:ph type="dt" sz="half" idx="20"/>
          </p:nvPr>
        </p:nvSpPr>
        <p:spPr>
          <a:xfrm>
            <a:off x="5919680" y="6356350"/>
            <a:ext cx="947516" cy="365125"/>
          </a:xfrm>
        </p:spPr>
        <p:txBody>
          <a:bodyPr rtlCol="0"/>
          <a:lstStyle/>
          <a:p>
            <a:pPr rtl="0"/>
            <a:r>
              <a:rPr lang="en-GB" dirty="0"/>
              <a:t>July 2025</a:t>
            </a:r>
          </a:p>
        </p:txBody>
      </p:sp>
      <p:sp>
        <p:nvSpPr>
          <p:cNvPr id="21" name="Footer Placeholder 20">
            <a:extLst>
              <a:ext uri="{FF2B5EF4-FFF2-40B4-BE49-F238E27FC236}">
                <a16:creationId xmlns:a16="http://schemas.microsoft.com/office/drawing/2014/main" id="{E64B393A-2B14-C2EA-F22B-FE2BFA364B67}"/>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22" name="Slide Number Placeholder 21">
            <a:extLst>
              <a:ext uri="{FF2B5EF4-FFF2-40B4-BE49-F238E27FC236}">
                <a16:creationId xmlns:a16="http://schemas.microsoft.com/office/drawing/2014/main" id="{8AE2BB42-49CB-E890-0EAA-70C428161AF8}"/>
              </a:ext>
            </a:extLst>
          </p:cNvPr>
          <p:cNvSpPr>
            <a:spLocks noGrp="1"/>
          </p:cNvSpPr>
          <p:nvPr>
            <p:ph type="sldNum" sz="quarter" idx="22"/>
          </p:nvPr>
        </p:nvSpPr>
        <p:spPr>
          <a:xfrm>
            <a:off x="10700656" y="6356350"/>
            <a:ext cx="653143" cy="365125"/>
          </a:xfrm>
        </p:spPr>
        <p:txBody>
          <a:bodyPr rtlCol="0"/>
          <a:lstStyle/>
          <a:p>
            <a:pPr rtl="0"/>
            <a:fld id="{B5CEABB6-07DC-46E8-9B57-56EC44A396E5}" type="slidenum">
              <a:rPr lang="en-GB" smtClean="0"/>
              <a:pPr rtl="0"/>
              <a:t>28</a:t>
            </a:fld>
            <a:endParaRPr lang="en-GB"/>
          </a:p>
        </p:txBody>
      </p:sp>
    </p:spTree>
    <p:extLst>
      <p:ext uri="{BB962C8B-B14F-4D97-AF65-F5344CB8AC3E}">
        <p14:creationId xmlns:p14="http://schemas.microsoft.com/office/powerpoint/2010/main" val="39678584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6FEEB086-09AA-D692-2BF7-2A37170B4B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75790E-AC7B-0288-8559-39639F4E3CAE}"/>
              </a:ext>
            </a:extLst>
          </p:cNvPr>
          <p:cNvSpPr>
            <a:spLocks noGrp="1"/>
          </p:cNvSpPr>
          <p:nvPr>
            <p:ph type="title"/>
          </p:nvPr>
        </p:nvSpPr>
        <p:spPr>
          <a:xfrm>
            <a:off x="1508760" y="4156405"/>
            <a:ext cx="3139440" cy="1325563"/>
          </a:xfrm>
        </p:spPr>
        <p:txBody>
          <a:bodyPr rtlCol="0"/>
          <a:lstStyle/>
          <a:p>
            <a:pPr rtl="0"/>
            <a:r>
              <a:rPr lang="en-GB" dirty="0">
                <a:solidFill>
                  <a:schemeClr val="bg1"/>
                </a:solidFill>
              </a:rPr>
              <a:t>MCQ</a:t>
            </a:r>
            <a:r>
              <a:rPr lang="en-GB" sz="1400" dirty="0">
                <a:solidFill>
                  <a:schemeClr val="bg1"/>
                </a:solidFill>
              </a:rPr>
              <a:t>s</a:t>
            </a:r>
          </a:p>
        </p:txBody>
      </p:sp>
      <p:sp>
        <p:nvSpPr>
          <p:cNvPr id="3" name="Content Placeholder 2">
            <a:extLst>
              <a:ext uri="{FF2B5EF4-FFF2-40B4-BE49-F238E27FC236}">
                <a16:creationId xmlns:a16="http://schemas.microsoft.com/office/drawing/2014/main" id="{5516DAA7-0D4C-CC2F-2A12-32CB171E2804}"/>
              </a:ext>
            </a:extLst>
          </p:cNvPr>
          <p:cNvSpPr>
            <a:spLocks noGrp="1"/>
          </p:cNvSpPr>
          <p:nvPr>
            <p:ph type="body" sz="quarter" idx="13"/>
          </p:nvPr>
        </p:nvSpPr>
        <p:spPr>
          <a:xfrm>
            <a:off x="4379976" y="786385"/>
            <a:ext cx="6975482" cy="5221224"/>
          </a:xfrm>
        </p:spPr>
        <p:txBody>
          <a:bodyPr vert="horz" lIns="91440" tIns="45720" rIns="91440" bIns="45720" rtlCol="0" anchor="t">
            <a:noAutofit/>
          </a:bodyPr>
          <a:lstStyle/>
          <a:p>
            <a:pPr rtl="0"/>
            <a:r>
              <a:rPr lang="en-US" sz="2800" b="1" dirty="0">
                <a:solidFill>
                  <a:schemeClr val="bg1"/>
                </a:solidFill>
              </a:rPr>
              <a:t>5. What does ‘anonymised data’ mean in ethical research practice?</a:t>
            </a:r>
          </a:p>
          <a:p>
            <a:pPr rtl="0"/>
            <a:endParaRPr lang="en-US" sz="2800" b="1" dirty="0">
              <a:solidFill>
                <a:schemeClr val="bg1"/>
              </a:solidFill>
            </a:endParaRPr>
          </a:p>
          <a:p>
            <a:pPr rtl="0"/>
            <a:r>
              <a:rPr lang="en-US" sz="2800" dirty="0">
                <a:solidFill>
                  <a:schemeClr val="bg1"/>
                </a:solidFill>
              </a:rPr>
              <a:t>A. Data stored on a password-protected computer</a:t>
            </a:r>
          </a:p>
          <a:p>
            <a:pPr rtl="0"/>
            <a:r>
              <a:rPr lang="en-US" sz="2800" dirty="0">
                <a:solidFill>
                  <a:schemeClr val="bg1"/>
                </a:solidFill>
              </a:rPr>
              <a:t>B. </a:t>
            </a:r>
            <a:r>
              <a:rPr lang="en-US" sz="2800" dirty="0">
                <a:solidFill>
                  <a:srgbClr val="92D050"/>
                </a:solidFill>
              </a:rPr>
              <a:t>Data where identifying information has been removed and cannot be </a:t>
            </a:r>
            <a:r>
              <a:rPr lang="en-US" sz="2800" b="1" dirty="0">
                <a:solidFill>
                  <a:srgbClr val="92D050"/>
                </a:solidFill>
              </a:rPr>
              <a:t>r</a:t>
            </a:r>
            <a:r>
              <a:rPr lang="en-US" sz="2800" dirty="0">
                <a:solidFill>
                  <a:srgbClr val="92D050"/>
                </a:solidFill>
              </a:rPr>
              <a:t>e-linked</a:t>
            </a:r>
          </a:p>
          <a:p>
            <a:pPr rtl="0"/>
            <a:r>
              <a:rPr lang="en-US" sz="2800" dirty="0">
                <a:solidFill>
                  <a:schemeClr val="bg1"/>
                </a:solidFill>
              </a:rPr>
              <a:t>C. Data labelled with the participant’s name for easy access</a:t>
            </a:r>
          </a:p>
          <a:p>
            <a:pPr rtl="0"/>
            <a:r>
              <a:rPr lang="en-US" sz="2800" dirty="0">
                <a:solidFill>
                  <a:schemeClr val="bg1"/>
                </a:solidFill>
              </a:rPr>
              <a:t>D. Data published online with participant emails</a:t>
            </a:r>
          </a:p>
        </p:txBody>
      </p:sp>
      <p:sp>
        <p:nvSpPr>
          <p:cNvPr id="20" name="Date Placeholder 19">
            <a:extLst>
              <a:ext uri="{FF2B5EF4-FFF2-40B4-BE49-F238E27FC236}">
                <a16:creationId xmlns:a16="http://schemas.microsoft.com/office/drawing/2014/main" id="{63D78792-E879-0D50-CECB-BF82B7E001C9}"/>
              </a:ext>
            </a:extLst>
          </p:cNvPr>
          <p:cNvSpPr>
            <a:spLocks noGrp="1"/>
          </p:cNvSpPr>
          <p:nvPr>
            <p:ph type="dt" sz="half" idx="20"/>
          </p:nvPr>
        </p:nvSpPr>
        <p:spPr>
          <a:xfrm>
            <a:off x="5919680" y="6356350"/>
            <a:ext cx="947516" cy="365125"/>
          </a:xfrm>
        </p:spPr>
        <p:txBody>
          <a:bodyPr rtlCol="0"/>
          <a:lstStyle/>
          <a:p>
            <a:pPr rtl="0"/>
            <a:r>
              <a:rPr lang="en-GB" dirty="0"/>
              <a:t>July 2025</a:t>
            </a:r>
          </a:p>
        </p:txBody>
      </p:sp>
      <p:sp>
        <p:nvSpPr>
          <p:cNvPr id="21" name="Footer Placeholder 20">
            <a:extLst>
              <a:ext uri="{FF2B5EF4-FFF2-40B4-BE49-F238E27FC236}">
                <a16:creationId xmlns:a16="http://schemas.microsoft.com/office/drawing/2014/main" id="{F7CB374B-ED5C-15DE-1CB2-816EBF9D094D}"/>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22" name="Slide Number Placeholder 21">
            <a:extLst>
              <a:ext uri="{FF2B5EF4-FFF2-40B4-BE49-F238E27FC236}">
                <a16:creationId xmlns:a16="http://schemas.microsoft.com/office/drawing/2014/main" id="{705C4704-3B81-ACFC-0B5C-20AF51BD444D}"/>
              </a:ext>
            </a:extLst>
          </p:cNvPr>
          <p:cNvSpPr>
            <a:spLocks noGrp="1"/>
          </p:cNvSpPr>
          <p:nvPr>
            <p:ph type="sldNum" sz="quarter" idx="22"/>
          </p:nvPr>
        </p:nvSpPr>
        <p:spPr>
          <a:xfrm>
            <a:off x="10700656" y="6356350"/>
            <a:ext cx="653143" cy="365125"/>
          </a:xfrm>
        </p:spPr>
        <p:txBody>
          <a:bodyPr rtlCol="0"/>
          <a:lstStyle/>
          <a:p>
            <a:pPr rtl="0"/>
            <a:fld id="{B5CEABB6-07DC-46E8-9B57-56EC44A396E5}" type="slidenum">
              <a:rPr lang="en-GB" smtClean="0"/>
              <a:pPr rtl="0"/>
              <a:t>29</a:t>
            </a:fld>
            <a:endParaRPr lang="en-GB"/>
          </a:p>
        </p:txBody>
      </p:sp>
    </p:spTree>
    <p:extLst>
      <p:ext uri="{BB962C8B-B14F-4D97-AF65-F5344CB8AC3E}">
        <p14:creationId xmlns:p14="http://schemas.microsoft.com/office/powerpoint/2010/main" val="35200810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AEE93-8585-46D4-A7EC-F184E317CB2E}"/>
              </a:ext>
            </a:extLst>
          </p:cNvPr>
          <p:cNvSpPr>
            <a:spLocks noGrp="1"/>
          </p:cNvSpPr>
          <p:nvPr>
            <p:ph type="ctrTitle"/>
          </p:nvPr>
        </p:nvSpPr>
        <p:spPr>
          <a:xfrm>
            <a:off x="4267200" y="710480"/>
            <a:ext cx="4179570" cy="1524735"/>
          </a:xfrm>
        </p:spPr>
        <p:txBody>
          <a:bodyPr rtlCol="0"/>
          <a:lstStyle/>
          <a:p>
            <a:pPr algn="ctr" rtl="0"/>
            <a:r>
              <a:rPr lang="en-GB" b="1" dirty="0">
                <a:solidFill>
                  <a:schemeClr val="tx2"/>
                </a:solidFill>
              </a:rPr>
              <a:t>THAT’S IT!!!</a:t>
            </a:r>
          </a:p>
        </p:txBody>
      </p:sp>
      <p:sp>
        <p:nvSpPr>
          <p:cNvPr id="3" name="Content Placeholder 2">
            <a:extLst>
              <a:ext uri="{FF2B5EF4-FFF2-40B4-BE49-F238E27FC236}">
                <a16:creationId xmlns:a16="http://schemas.microsoft.com/office/drawing/2014/main" id="{24AFFC60-19C3-4901-93F7-7AAF4C09F8C6}"/>
              </a:ext>
            </a:extLst>
          </p:cNvPr>
          <p:cNvSpPr>
            <a:spLocks noGrp="1"/>
          </p:cNvSpPr>
          <p:nvPr>
            <p:ph type="subTitle" idx="1"/>
          </p:nvPr>
        </p:nvSpPr>
        <p:spPr>
          <a:xfrm>
            <a:off x="4267200" y="3238103"/>
            <a:ext cx="4179570" cy="2004161"/>
          </a:xfrm>
        </p:spPr>
        <p:txBody>
          <a:bodyPr rtlCol="0">
            <a:noAutofit/>
          </a:bodyPr>
          <a:lstStyle/>
          <a:p>
            <a:pPr algn="ctr">
              <a:lnSpc>
                <a:spcPct val="90000"/>
              </a:lnSpc>
              <a:spcAft>
                <a:spcPts val="600"/>
              </a:spcAft>
            </a:pPr>
            <a:r>
              <a:rPr lang="en-GB" sz="3200" dirty="0">
                <a:solidFill>
                  <a:srgbClr val="0070C0"/>
                </a:solidFill>
              </a:rPr>
              <a:t>See you next week for </a:t>
            </a:r>
          </a:p>
          <a:p>
            <a:pPr algn="ctr">
              <a:lnSpc>
                <a:spcPct val="90000"/>
              </a:lnSpc>
              <a:spcAft>
                <a:spcPts val="600"/>
              </a:spcAft>
            </a:pPr>
            <a:endParaRPr lang="en-GB" sz="3200" dirty="0">
              <a:solidFill>
                <a:srgbClr val="0070C0"/>
              </a:solidFill>
            </a:endParaRPr>
          </a:p>
          <a:p>
            <a:pPr algn="ctr">
              <a:lnSpc>
                <a:spcPct val="90000"/>
              </a:lnSpc>
              <a:spcAft>
                <a:spcPts val="600"/>
              </a:spcAft>
            </a:pPr>
            <a:r>
              <a:rPr lang="en-US" sz="3200" b="1" spc="86" dirty="0" err="1">
                <a:solidFill>
                  <a:schemeClr val="tx2"/>
                </a:solidFill>
              </a:rPr>
              <a:t>Satistics</a:t>
            </a:r>
            <a:endParaRPr lang="en-US" sz="3200" b="1" dirty="0">
              <a:solidFill>
                <a:schemeClr val="tx2"/>
              </a:solidFill>
              <a:ea typeface="Calibri"/>
              <a:cs typeface="Calibri"/>
            </a:endParaRPr>
          </a:p>
        </p:txBody>
      </p:sp>
      <p:sp>
        <p:nvSpPr>
          <p:cNvPr id="4" name="Date Placeholder 3">
            <a:extLst>
              <a:ext uri="{FF2B5EF4-FFF2-40B4-BE49-F238E27FC236}">
                <a16:creationId xmlns:a16="http://schemas.microsoft.com/office/drawing/2014/main" id="{72DA7980-C870-4C9A-84FA-4120D8AF5DE8}"/>
              </a:ext>
            </a:extLst>
          </p:cNvPr>
          <p:cNvSpPr>
            <a:spLocks noGrp="1"/>
          </p:cNvSpPr>
          <p:nvPr>
            <p:ph type="dt" sz="half" idx="10"/>
          </p:nvPr>
        </p:nvSpPr>
        <p:spPr>
          <a:xfrm>
            <a:off x="4267200" y="6356350"/>
            <a:ext cx="1774371" cy="365125"/>
          </a:xfrm>
        </p:spPr>
        <p:txBody>
          <a:bodyPr rtlCol="0"/>
          <a:lstStyle/>
          <a:p>
            <a:pPr rtl="0"/>
            <a:r>
              <a:rPr lang="en-GB"/>
              <a:t>20XX</a:t>
            </a:r>
          </a:p>
        </p:txBody>
      </p:sp>
      <p:sp>
        <p:nvSpPr>
          <p:cNvPr id="5" name="Footer Placeholder 4">
            <a:extLst>
              <a:ext uri="{FF2B5EF4-FFF2-40B4-BE49-F238E27FC236}">
                <a16:creationId xmlns:a16="http://schemas.microsoft.com/office/drawing/2014/main" id="{0DFADE42-1A3F-40C8-A071-E57644F3D843}"/>
              </a:ext>
            </a:extLst>
          </p:cNvPr>
          <p:cNvSpPr>
            <a:spLocks noGrp="1"/>
          </p:cNvSpPr>
          <p:nvPr>
            <p:ph type="ftr" sz="quarter" idx="11"/>
          </p:nvPr>
        </p:nvSpPr>
        <p:spPr>
          <a:xfrm>
            <a:off x="6479721" y="6356350"/>
            <a:ext cx="2661557" cy="365125"/>
          </a:xfrm>
        </p:spPr>
        <p:txBody>
          <a:bodyPr rtlCol="0"/>
          <a:lstStyle/>
          <a:p>
            <a:pPr rtl="0"/>
            <a:r>
              <a:rPr lang="en-GB"/>
              <a:t>Pitch Deck</a:t>
            </a:r>
          </a:p>
        </p:txBody>
      </p:sp>
      <p:sp>
        <p:nvSpPr>
          <p:cNvPr id="6" name="Slide Number Placeholder 5">
            <a:extLst>
              <a:ext uri="{FF2B5EF4-FFF2-40B4-BE49-F238E27FC236}">
                <a16:creationId xmlns:a16="http://schemas.microsoft.com/office/drawing/2014/main" id="{5EDCFF82-B70F-4971-9182-7C3AEA3CFD26}"/>
              </a:ext>
            </a:extLst>
          </p:cNvPr>
          <p:cNvSpPr>
            <a:spLocks noGrp="1"/>
          </p:cNvSpPr>
          <p:nvPr>
            <p:ph type="sldNum" sz="quarter" idx="12"/>
          </p:nvPr>
        </p:nvSpPr>
        <p:spPr>
          <a:xfrm>
            <a:off x="9579428" y="6356350"/>
            <a:ext cx="1774371" cy="365125"/>
          </a:xfrm>
        </p:spPr>
        <p:txBody>
          <a:bodyPr rtlCol="0"/>
          <a:lstStyle/>
          <a:p>
            <a:pPr rtl="0"/>
            <a:fld id="{B5CEABB6-07DC-46E8-9B57-56EC44A396E5}" type="slidenum">
              <a:rPr lang="en-GB" smtClean="0"/>
              <a:pPr rtl="0"/>
              <a:t>30</a:t>
            </a:fld>
            <a:endParaRPr lang="en-GB"/>
          </a:p>
        </p:txBody>
      </p:sp>
    </p:spTree>
    <p:extLst>
      <p:ext uri="{BB962C8B-B14F-4D97-AF65-F5344CB8AC3E}">
        <p14:creationId xmlns:p14="http://schemas.microsoft.com/office/powerpoint/2010/main" val="2436493926"/>
      </p:ext>
    </p:extLst>
  </p:cSld>
  <p:clrMapOvr>
    <a:masterClrMapping/>
  </p:clrMapOvr>
</p:sld>
</file>

<file path=ppt/theme/theme1.xml><?xml version="1.0" encoding="utf-8"?>
<a:theme xmlns:a="http://schemas.openxmlformats.org/drawingml/2006/main" name="Monolin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53419047_TF22318419_Win32" id="{DA6E7C03-7C07-46B9-8D9D-F061C4AB5C28}" vid="{0874F78C-8308-4EE6-8F19-85387B86915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5BA3906-9696-4247-AC0D-DD5C26B2A70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2D446390-8521-40A2-A462-EA068123BED9}">
  <ds:schemaRefs>
    <ds:schemaRef ds:uri="http://schemas.microsoft.com/sharepoint/v3/contenttype/forms"/>
  </ds:schemaRefs>
</ds:datastoreItem>
</file>

<file path=customXml/itemProps3.xml><?xml version="1.0" encoding="utf-8"?>
<ds:datastoreItem xmlns:ds="http://schemas.openxmlformats.org/officeDocument/2006/customXml" ds:itemID="{01E84A1C-2814-43A7-9448-348326113A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{D75B5483-2B77-44A9-A6C5-9F68A8A1B7DC}tf22318419_win32</Template>
  <TotalTime>347</TotalTime>
  <Words>2601</Words>
  <Application>Microsoft Office PowerPoint</Application>
  <PresentationFormat>Widescreen</PresentationFormat>
  <Paragraphs>299</Paragraphs>
  <Slides>30</Slides>
  <Notes>30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Symbol</vt:lpstr>
      <vt:lpstr>Tenorite</vt:lpstr>
      <vt:lpstr>Monoline</vt:lpstr>
      <vt:lpstr>Semester Two - Week 4</vt:lpstr>
      <vt:lpstr>PowerPoint Presentation</vt:lpstr>
      <vt:lpstr>PowerPoint Presentation</vt:lpstr>
      <vt:lpstr>CPUT  recommends a Data Management Plan (DMP) outlining how research data will be handled during and after research projects.  The purpose of the DMP is to ensure that CPUT complies with all legal, ethical, and contractual obligations and promotes best practices in managing research data. </vt:lpstr>
      <vt:lpstr>A. CREATE  (Raw Data Generation)</vt:lpstr>
      <vt:lpstr>B. EXPLORE  (Data Processing and Analysis)</vt:lpstr>
      <vt:lpstr>C. SHARE  (Dissemination and Access)</vt:lpstr>
      <vt:lpstr>D. PRESERVE  (Long-Term Stewardship)</vt:lpstr>
      <vt:lpstr>PowerPoint Presentation</vt:lpstr>
      <vt:lpstr>E. Principles of Research Ethics</vt:lpstr>
      <vt:lpstr>E. Principles of Research Ethics</vt:lpstr>
      <vt:lpstr>1. Respect for Participants</vt:lpstr>
      <vt:lpstr>2. Informed Consent</vt:lpstr>
      <vt:lpstr>3. Voluntary Participation and Right to Withdraw</vt:lpstr>
      <vt:lpstr>4. Transparency and Avoiding Harm</vt:lpstr>
      <vt:lpstr>5. Privacy, Anonymity, and Confidentiality</vt:lpstr>
      <vt:lpstr>6. Data Security and Responsible Handling</vt:lpstr>
      <vt:lpstr>7. Inclusive and Ethical Practice</vt:lpstr>
      <vt:lpstr>8. Methodological Integrity</vt:lpstr>
      <vt:lpstr>Final Thoughts on the Principles of Research Ethics</vt:lpstr>
      <vt:lpstr>F. Ethical Considerations of Research Data</vt:lpstr>
      <vt:lpstr>F. Ethical Considerations of Research Data</vt:lpstr>
      <vt:lpstr>F. Ethical Considerations of Research Data</vt:lpstr>
      <vt:lpstr>F. Ethical Considerations of Research Data</vt:lpstr>
      <vt:lpstr>MCQs</vt:lpstr>
      <vt:lpstr>MCQs</vt:lpstr>
      <vt:lpstr>MCQs</vt:lpstr>
      <vt:lpstr>MCQs</vt:lpstr>
      <vt:lpstr>MCQs</vt:lpstr>
      <vt:lpstr>THAT’S IT!!!</vt:lpstr>
    </vt:vector>
  </TitlesOfParts>
  <Company>Cape Peninsula University of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Errol Francke</dc:creator>
  <cp:lastModifiedBy>Chuma Edward Nxazonke</cp:lastModifiedBy>
  <cp:revision>3</cp:revision>
  <dcterms:created xsi:type="dcterms:W3CDTF">2025-07-14T08:47:44Z</dcterms:created>
  <dcterms:modified xsi:type="dcterms:W3CDTF">2025-09-01T10:03:30Z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